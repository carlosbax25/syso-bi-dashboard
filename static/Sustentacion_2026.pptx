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60" r:id="rId14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74" d="100"/>
          <a:sy n="74" d="100"/>
        </p:scale>
        <p:origin x="30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AEC4BB-8465-333C-AB13-9270673321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C799298-5177-0492-F261-41C3DD7C68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431711-1293-F5C2-06D9-FC7B4D0B2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26F88-351F-44AB-A9E5-6CEC40D8C7AE}" type="datetimeFigureOut">
              <a:rPr lang="es-CO" smtClean="0"/>
              <a:t>17/02/2026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351DA27-9DB6-F2E9-BFFE-E7D20C569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6C269B9-17E3-8DBF-3FB1-3890EF23B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F2EC7-BC4B-4DCB-95D3-678F374EA48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87160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9B29DF-4DEC-B655-90FC-7766D05C3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6EAE551-1D86-1F20-3792-FA9833C603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54905A7-F6B4-E02B-E840-238B4716B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26F88-351F-44AB-A9E5-6CEC40D8C7AE}" type="datetimeFigureOut">
              <a:rPr lang="es-CO" smtClean="0"/>
              <a:t>17/02/2026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B9C3EB5-DB7B-F23E-AA6E-BCD65046C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D07F9AC-0395-9CED-1529-E1E75FB4B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F2EC7-BC4B-4DCB-95D3-678F374EA48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35542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9A6C5B-E7F3-FBD0-8404-C10B518EC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E0EE72B-8518-46F5-6B2B-9AFA6DCB5E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B369C1C-20D5-AF18-9B11-2BE10E9E5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26F88-351F-44AB-A9E5-6CEC40D8C7AE}" type="datetimeFigureOut">
              <a:rPr lang="es-CO" smtClean="0"/>
              <a:t>17/02/2026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FCCC90E-6682-0AD0-D19C-856760710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90F0AE1-6645-205D-DC41-1B172A813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F2EC7-BC4B-4DCB-95D3-678F374EA48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40400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7DF1D3-2EAA-5D61-A4B1-CED134878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70E47D6-628B-B73E-601B-19945D0582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1C19AA9-B6B1-B07E-6527-EBFFEBD0C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13CB6E2-746B-04B5-2E4D-6B1E26CB9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26F88-351F-44AB-A9E5-6CEC40D8C7AE}" type="datetimeFigureOut">
              <a:rPr lang="es-CO" smtClean="0"/>
              <a:t>17/02/2026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9864818-D5DE-CB86-B802-C2F7C35B5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71DC342-123C-61A1-19F0-EAD3DC965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F2EC7-BC4B-4DCB-95D3-678F374EA48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76855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755E63-00AC-31CD-3129-D2743E81E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4ED60C4-7EE9-6BBD-67CB-E00D37413A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A8F3CF2-DA6C-55CC-287A-750DCF4D64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1AEA694-918F-0D6F-9150-313185C03D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EFA3D1A-F7C6-0DDC-6228-C5E41B8BAF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3F2874C-D8F8-92F0-6B3D-CFA1724BC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26F88-351F-44AB-A9E5-6CEC40D8C7AE}" type="datetimeFigureOut">
              <a:rPr lang="es-CO" smtClean="0"/>
              <a:t>17/02/2026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4F580D6-9E45-1B4F-533F-6D315DEBA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03BEB6C-E1B6-E63D-24A6-7EF6FEB8A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F2EC7-BC4B-4DCB-95D3-678F374EA48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971593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1511F0-6419-7B28-93F4-A03105B07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3067983-2E19-E02D-F722-A6DA2BC61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26F88-351F-44AB-A9E5-6CEC40D8C7AE}" type="datetimeFigureOut">
              <a:rPr lang="es-CO" smtClean="0"/>
              <a:t>17/02/2026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41C346F-B639-D150-AC2D-C7719E8AB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544E092-158A-171F-550E-35343425A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F2EC7-BC4B-4DCB-95D3-678F374EA48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42069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3401BE6-B7A7-B2A1-37F5-F2E4764B0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26F88-351F-44AB-A9E5-6CEC40D8C7AE}" type="datetimeFigureOut">
              <a:rPr lang="es-CO" smtClean="0"/>
              <a:t>17/02/2026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6E693F7-C6EA-8B03-370C-5CCE6E0FF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9007A75-8F26-7D1A-AF90-AC051D7C1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F2EC7-BC4B-4DCB-95D3-678F374EA48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68115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B798E7-8220-F101-4E5E-6DF26525E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4AE2EE0-9AFE-C40B-84BC-50660BB8B7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D5DAD06-6F81-C776-401B-FB964A1989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16AE583-7432-0944-0F7E-E5CC272A2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26F88-351F-44AB-A9E5-6CEC40D8C7AE}" type="datetimeFigureOut">
              <a:rPr lang="es-CO" smtClean="0"/>
              <a:t>17/02/2026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A8A9D15-8ECC-1C60-4BDB-7DF30C79B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7EE3626-A71A-51D5-C414-8F3F279DB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F2EC7-BC4B-4DCB-95D3-678F374EA48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45218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07FB95-27B2-9FD2-1634-CE7B11BB0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A6954B7-B9A7-2D5A-38D6-37ABE1848B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38798C9-45AF-D872-C459-5AFC180B3F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B20DA77-2965-DA48-742C-2C29A8BC7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26F88-351F-44AB-A9E5-6CEC40D8C7AE}" type="datetimeFigureOut">
              <a:rPr lang="es-CO" smtClean="0"/>
              <a:t>17/02/2026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593D717-84B8-7213-3225-B7E01707A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6D57CDB-668C-9E4A-2CFE-26A89659B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F2EC7-BC4B-4DCB-95D3-678F374EA48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60054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9D23A4-446A-52F4-8A22-F6EC38A7C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2E03B61-3C64-03D0-A0B5-72FCF454A7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AF6433-4EB1-312B-F8CE-2EE53C971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26F88-351F-44AB-A9E5-6CEC40D8C7AE}" type="datetimeFigureOut">
              <a:rPr lang="es-CO" smtClean="0"/>
              <a:t>17/02/2026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A31AFD0-B222-9F66-CE4A-B72D9FC56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EB7F6F2-4726-50A4-F905-E118C9301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F2EC7-BC4B-4DCB-95D3-678F374EA48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524359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0059EE9-E3C7-BF26-721C-A1798DF7A6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F23C441-0A01-E32E-05DA-A4E1561D90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0EBFFA9-1A5B-52C1-6C13-4DB4AE4B0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26F88-351F-44AB-A9E5-6CEC40D8C7AE}" type="datetimeFigureOut">
              <a:rPr lang="es-CO" smtClean="0"/>
              <a:t>17/02/2026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2C69C29-1418-98EF-EF50-20CB2D9C9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98C20CD-5192-31EE-4A33-65D04BCF4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F2EC7-BC4B-4DCB-95D3-678F374EA48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1815334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B98CF29-2F1C-D826-9B77-214A6EE25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5733E39-E3C6-DB1B-7F1D-8099BB714A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58BB213-F4AE-775D-12FB-4C5D2012FC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126F88-351F-44AB-A9E5-6CEC40D8C7AE}" type="datetimeFigureOut">
              <a:rPr lang="es-CO" smtClean="0"/>
              <a:t>17/02/2026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DB15630-1459-C358-4562-ECA20F92F7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D4363C6-D42E-1DE6-A28B-EFF9110877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7F2EC7-BC4B-4DCB-95D3-678F374EA48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97473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image" Target="../media/image5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0A1B262E-80D5-48B9-B5FB-43F3F288D943}"/>
              </a:ext>
            </a:extLst>
          </p:cNvPr>
          <p:cNvSpPr txBox="1">
            <a:spLocks/>
          </p:cNvSpPr>
          <p:nvPr/>
        </p:nvSpPr>
        <p:spPr>
          <a:xfrm>
            <a:off x="574375" y="2880033"/>
            <a:ext cx="4676191" cy="1097934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sz="2800" b="1">
                <a:solidFill>
                  <a:srgbClr val="1F67AE"/>
                </a:solidFill>
                <a:latin typeface="Arial"/>
              </a:rPr>
              <a:t>Diseño de una Solución de</a:t>
            </a:r>
            <a:endParaRPr lang="es-CO" sz="4800" dirty="0">
              <a:latin typeface="Anton" pitchFamily="2" charset="0"/>
            </a:endParaRPr>
          </a:p>
          <a:p>
            <a:r>
              <a:rPr sz="2800" b="1">
                <a:solidFill>
                  <a:srgbClr val="1F67AE"/>
                </a:solidFill>
                <a:latin typeface="Arial"/>
              </a:rPr>
              <a:t>Inteligencia de Negocios para la</a:t>
            </a:r>
          </a:p>
          <a:p>
            <a:r>
              <a:rPr sz="2800" b="1">
                <a:solidFill>
                  <a:srgbClr val="1F67AE"/>
                </a:solidFill>
                <a:latin typeface="Arial"/>
              </a:rPr>
              <a:t>Gestión de Órdenes de Servicio ARL</a:t>
            </a:r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4516DE38-F063-424B-8459-6C67A4B6C770}"/>
              </a:ext>
            </a:extLst>
          </p:cNvPr>
          <p:cNvSpPr txBox="1">
            <a:spLocks/>
          </p:cNvSpPr>
          <p:nvPr/>
        </p:nvSpPr>
        <p:spPr>
          <a:xfrm>
            <a:off x="700338" y="3760070"/>
            <a:ext cx="4424264" cy="39969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dirty="0">
                <a:solidFill>
                  <a:schemeClr val="tx1">
                    <a:lumMod val="65000"/>
                    <a:lumOff val="35000"/>
                  </a:schemeClr>
                </a:solidFill>
                <a:latin typeface="Antonio" pitchFamily="2" charset="0"/>
              </a:rPr>
              <a:t>Subtítulo</a:t>
            </a:r>
          </a:p>
          <a:p>
            <a:pPr algn="l"/>
            <a:endParaRPr lang="es-CO" dirty="0">
              <a:solidFill>
                <a:schemeClr val="tx1">
                  <a:lumMod val="65000"/>
                  <a:lumOff val="35000"/>
                </a:schemeClr>
              </a:solidFill>
              <a:latin typeface="Antoni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9476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4559A4E1-3CF4-B71C-E15C-C32F1D80D611}"/>
              </a:ext>
            </a:extLst>
          </p:cNvPr>
          <p:cNvSpPr txBox="1">
            <a:spLocks/>
          </p:cNvSpPr>
          <p:nvPr/>
        </p:nvSpPr>
        <p:spPr>
          <a:xfrm>
            <a:off x="632927" y="279670"/>
            <a:ext cx="3519195" cy="719629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2200" b="1">
                <a:solidFill>
                  <a:srgbClr val="1F67AE"/>
                </a:solidFill>
                <a:latin typeface="Arial"/>
              </a:rPr>
              <a:t>1. APERTURA</a:t>
            </a:r>
            <a:endParaRPr lang="es-CO" sz="4000" dirty="0">
              <a:solidFill>
                <a:schemeClr val="bg1"/>
              </a:solidFill>
              <a:latin typeface="Anton" pitchFamily="2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9A4D808-7FC8-DF88-AD1E-FD624C12E0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 flipH="1">
            <a:off x="972012" y="3249585"/>
            <a:ext cx="78121" cy="538168"/>
          </a:xfrm>
          <a:prstGeom prst="rect">
            <a:avLst/>
          </a:prstGeom>
        </p:spPr>
      </p:pic>
      <p:sp>
        <p:nvSpPr>
          <p:cNvPr id="8" name="Subtítulo 2">
            <a:extLst>
              <a:ext uri="{FF2B5EF4-FFF2-40B4-BE49-F238E27FC236}">
                <a16:creationId xmlns:a16="http://schemas.microsoft.com/office/drawing/2014/main" id="{25D9775B-5DDC-1E7A-F8E5-E9DF1F11CE24}"/>
              </a:ext>
            </a:extLst>
          </p:cNvPr>
          <p:cNvSpPr txBox="1">
            <a:spLocks/>
          </p:cNvSpPr>
          <p:nvPr/>
        </p:nvSpPr>
        <p:spPr>
          <a:xfrm>
            <a:off x="632926" y="3949233"/>
            <a:ext cx="10629123" cy="1872674"/>
          </a:xfrm>
          <a:prstGeom prst="rect">
            <a:avLst/>
          </a:prstGeom>
        </p:spPr>
        <p:txBody>
          <a:bodyPr vert="horz" lIns="91440" tIns="45720" rIns="91440" bIns="45720" rtlCol="0" wrap="square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200">
                <a:solidFill>
                  <a:srgbClr val="374151"/>
                </a:solidFill>
                <a:latin typeface="Arial"/>
              </a:rPr>
              <a:t>• La facturación es la principal fuente de ingresos de la IPS</a:t>
            </a:r>
            <a:endParaRPr lang="es-CO" sz="1800" dirty="0">
              <a:solidFill>
                <a:schemeClr val="tx1">
                  <a:lumMod val="85000"/>
                  <a:lumOff val="15000"/>
                </a:schemeClr>
              </a:solidFill>
              <a:latin typeface="Antonio" pitchFamily="2" charset="0"/>
              <a:cs typeface="Arial" panose="020B0604020202020204" pitchFamily="34" charset="0"/>
            </a:endParaRPr>
          </a:p>
          <a:p>
            <a:r>
              <a:rPr sz="1200">
                <a:solidFill>
                  <a:srgbClr val="374151"/>
                </a:solidFill>
                <a:latin typeface="Arial"/>
              </a:rPr>
              <a:t>• 45.000 órdenes ARL gestionadas manualmente en Excel</a:t>
            </a:r>
          </a:p>
          <a:p>
            <a:r>
              <a:rPr sz="1200">
                <a:solidFill>
                  <a:srgbClr val="374151"/>
                </a:solidFill>
                <a:latin typeface="Arial"/>
              </a:rPr>
              <a:t>• $926M COP en cartera pendiente sin facturar</a:t>
            </a:r>
          </a:p>
          <a:p>
            <a:r>
              <a:rPr sz="1200">
                <a:solidFill>
                  <a:srgbClr val="374151"/>
                </a:solidFill>
                <a:latin typeface="Arial"/>
              </a:rPr>
              <a:t>• Sin visibilidad en tiempo real del estado de las órdenes</a:t>
            </a:r>
          </a:p>
          <a:p>
            <a:r>
              <a:rPr sz="1200">
                <a:solidFill>
                  <a:srgbClr val="374151"/>
                </a:solidFill>
                <a:latin typeface="Arial"/>
              </a:rPr>
              <a:t>• Cada día sin facturar = riesgo de glosas y pérdida de ingresos</a:t>
            </a:r>
          </a:p>
          <a:p>
            <a:r>
              <a:rPr sz="1200">
                <a:solidFill>
                  <a:srgbClr val="374151"/>
                </a:solidFill>
                <a:latin typeface="Arial"/>
              </a:rPr>
              <a:t/>
            </a:r>
          </a:p>
          <a:p>
            <a:r>
              <a:rPr sz="1200">
                <a:solidFill>
                  <a:srgbClr val="374151"/>
                </a:solidFill>
                <a:latin typeface="Arial"/>
              </a:rPr>
              <a:t>→ Se necesita una solución que transforme datos en decisiones</a:t>
            </a:r>
          </a:p>
        </p:txBody>
      </p:sp>
      <p:sp>
        <p:nvSpPr>
          <p:cNvPr id="9" name="Subtítulo 2">
            <a:extLst>
              <a:ext uri="{FF2B5EF4-FFF2-40B4-BE49-F238E27FC236}">
                <a16:creationId xmlns:a16="http://schemas.microsoft.com/office/drawing/2014/main" id="{59C96D35-177F-A22F-D51E-C0CA0AE3EEED}"/>
              </a:ext>
            </a:extLst>
          </p:cNvPr>
          <p:cNvSpPr txBox="1">
            <a:spLocks/>
          </p:cNvSpPr>
          <p:nvPr/>
        </p:nvSpPr>
        <p:spPr>
          <a:xfrm>
            <a:off x="632927" y="947418"/>
            <a:ext cx="2642647" cy="39969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sz="2400" dirty="0" err="1">
                <a:solidFill>
                  <a:schemeClr val="bg1"/>
                </a:solidFill>
                <a:latin typeface="Antonio" pitchFamily="2" charset="0"/>
                <a:cs typeface="Arial" panose="020B0604020202020204" pitchFamily="34" charset="0"/>
              </a:rPr>
              <a:t>Lorem</a:t>
            </a:r>
            <a:r>
              <a:rPr lang="es-ES" sz="2400" dirty="0">
                <a:solidFill>
                  <a:schemeClr val="bg1"/>
                </a:solidFill>
                <a:latin typeface="Antonio" pitchFamily="2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bg1"/>
                </a:solidFill>
                <a:latin typeface="Antonio" pitchFamily="2" charset="0"/>
                <a:cs typeface="Arial" panose="020B0604020202020204" pitchFamily="34" charset="0"/>
              </a:rPr>
              <a:t>ipsum</a:t>
            </a:r>
            <a:r>
              <a:rPr lang="es-ES" sz="2400" dirty="0">
                <a:solidFill>
                  <a:schemeClr val="bg1"/>
                </a:solidFill>
                <a:latin typeface="Antonio" pitchFamily="2" charset="0"/>
                <a:cs typeface="Arial" panose="020B0604020202020204" pitchFamily="34" charset="0"/>
              </a:rPr>
              <a:t> </a:t>
            </a:r>
            <a:endParaRPr lang="es-CO" dirty="0">
              <a:solidFill>
                <a:schemeClr val="bg1"/>
              </a:solidFill>
              <a:latin typeface="Antoni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2326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A00C44-1970-3033-7ECC-CE4BD73743B3}"/>
              </a:ext>
            </a:extLst>
          </p:cNvPr>
          <p:cNvSpPr txBox="1">
            <a:spLocks/>
          </p:cNvSpPr>
          <p:nvPr/>
        </p:nvSpPr>
        <p:spPr>
          <a:xfrm>
            <a:off x="744895" y="1141721"/>
            <a:ext cx="8119187" cy="1097934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2200" b="1">
                <a:solidFill>
                  <a:srgbClr val="1F67AE"/>
                </a:solidFill>
                <a:latin typeface="Arial"/>
              </a:rPr>
              <a:t>2. CONTEXTO</a:t>
            </a:r>
            <a:endParaRPr lang="es-CO" sz="6000" dirty="0">
              <a:latin typeface="Anton" pitchFamily="2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BE59AC5-9230-8BC4-9D10-0B190E2D3454}"/>
              </a:ext>
            </a:extLst>
          </p:cNvPr>
          <p:cNvSpPr txBox="1">
            <a:spLocks/>
          </p:cNvSpPr>
          <p:nvPr/>
        </p:nvSpPr>
        <p:spPr>
          <a:xfrm>
            <a:off x="838200" y="2239655"/>
            <a:ext cx="2642647" cy="39969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dirty="0">
                <a:solidFill>
                  <a:schemeClr val="tx1">
                    <a:lumMod val="65000"/>
                    <a:lumOff val="35000"/>
                  </a:schemeClr>
                </a:solidFill>
                <a:latin typeface="Antonio" pitchFamily="2" charset="0"/>
              </a:rPr>
              <a:t>XXXXXXXX</a:t>
            </a:r>
            <a:endParaRPr lang="es-CO" dirty="0">
              <a:solidFill>
                <a:schemeClr val="tx1">
                  <a:lumMod val="65000"/>
                  <a:lumOff val="35000"/>
                </a:schemeClr>
              </a:solidFill>
              <a:latin typeface="Antonio" pitchFamily="2" charset="0"/>
            </a:endParaRPr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03693CF8-93CA-87B6-795F-79A1B7F24A59}"/>
              </a:ext>
            </a:extLst>
          </p:cNvPr>
          <p:cNvSpPr txBox="1">
            <a:spLocks/>
          </p:cNvSpPr>
          <p:nvPr/>
        </p:nvSpPr>
        <p:spPr>
          <a:xfrm>
            <a:off x="781055" y="3282315"/>
            <a:ext cx="10629123" cy="2614632"/>
          </a:xfrm>
          <a:prstGeom prst="rect">
            <a:avLst/>
          </a:prstGeom>
        </p:spPr>
        <p:txBody>
          <a:bodyPr vert="horz" lIns="91440" tIns="45720" rIns="91440" bIns="45720" rtlCol="0" wrap="square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200">
                <a:solidFill>
                  <a:srgbClr val="374151"/>
                </a:solidFill>
                <a:latin typeface="Arial"/>
              </a:rPr>
              <a:t>• IPS SYSO Empresarial &amp; Laboratorio Clínico — Cartagena</a:t>
            </a:r>
            <a:endParaRPr lang="es-CO" sz="1800" dirty="0">
              <a:solidFill>
                <a:schemeClr val="tx1">
                  <a:lumMod val="85000"/>
                  <a:lumOff val="15000"/>
                </a:schemeClr>
              </a:solidFill>
              <a:latin typeface="Antonio" pitchFamily="2" charset="0"/>
              <a:cs typeface="Arial" panose="020B0604020202020204" pitchFamily="34" charset="0"/>
            </a:endParaRPr>
          </a:p>
          <a:p>
            <a:r>
              <a:rPr sz="1200">
                <a:solidFill>
                  <a:srgbClr val="374151"/>
                </a:solidFill>
                <a:latin typeface="Arial"/>
              </a:rPr>
              <a:t>• Sector: Seguridad y Salud en el Trabajo (SST)</a:t>
            </a:r>
          </a:p>
          <a:p>
            <a:r>
              <a:rPr sz="1200">
                <a:solidFill>
                  <a:srgbClr val="374151"/>
                </a:solidFill>
                <a:latin typeface="Arial"/>
              </a:rPr>
              <a:t>• 4 ARLs: Sura (38%), Colmena (32%), Bolívar (22%), Alfa (8%)</a:t>
            </a:r>
          </a:p>
          <a:p>
            <a:r>
              <a:rPr sz="1200">
                <a:solidFill>
                  <a:srgbClr val="374151"/>
                </a:solidFill>
                <a:latin typeface="Arial"/>
              </a:rPr>
              <a:t>• 76 servicios: Laboratorio, Pruebas, Asesoría, Capacitación</a:t>
            </a:r>
          </a:p>
          <a:p>
            <a:r>
              <a:rPr sz="1200">
                <a:solidFill>
                  <a:srgbClr val="374151"/>
                </a:solidFill>
                <a:latin typeface="Arial"/>
              </a:rPr>
              <a:t>• 14 empresas clientes activas</a:t>
            </a:r>
          </a:p>
          <a:p>
            <a:r>
              <a:rPr sz="1200">
                <a:solidFill>
                  <a:srgbClr val="374151"/>
                </a:solidFill>
                <a:latin typeface="Arial"/>
              </a:rPr>
              <a:t>• Periodo analizado: 2020 – 2026</a:t>
            </a:r>
          </a:p>
          <a:p>
            <a:r>
              <a:rPr sz="1200">
                <a:solidFill>
                  <a:srgbClr val="374151"/>
                </a:solidFill>
                <a:latin typeface="Arial"/>
              </a:rPr>
              <a:t>• Fuente principal: Matriz de Gestión ARL 2026</a:t>
            </a:r>
          </a:p>
        </p:txBody>
      </p:sp>
    </p:spTree>
    <p:extLst>
      <p:ext uri="{BB962C8B-B14F-4D97-AF65-F5344CB8AC3E}">
        <p14:creationId xmlns:p14="http://schemas.microsoft.com/office/powerpoint/2010/main" val="829259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DA4CF0-41A4-6926-5974-DF0B40EF2AE2}"/>
              </a:ext>
            </a:extLst>
          </p:cNvPr>
          <p:cNvSpPr txBox="1">
            <a:spLocks/>
          </p:cNvSpPr>
          <p:nvPr/>
        </p:nvSpPr>
        <p:spPr>
          <a:xfrm>
            <a:off x="5143515" y="1369350"/>
            <a:ext cx="6015897" cy="1097934"/>
          </a:xfrm>
          <a:prstGeom prst="rect">
            <a:avLst/>
          </a:prstGeom>
        </p:spPr>
        <p:txBody>
          <a:bodyPr vert="horz" lIns="91440" tIns="45720" rIns="91440" bIns="45720" rtlCol="0" anchor="ctr" wrap="square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2200" b="1">
                <a:solidFill>
                  <a:srgbClr val="1F67AE"/>
                </a:solidFill>
                <a:latin typeface="Arial"/>
              </a:rPr>
              <a:t>3. PROBLEMA</a:t>
            </a:r>
            <a:endParaRPr lang="es-CO" sz="6000" dirty="0">
              <a:latin typeface="Anton" pitchFamily="2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40EF151-850B-1162-06EC-29097ABB879C}"/>
              </a:ext>
            </a:extLst>
          </p:cNvPr>
          <p:cNvSpPr txBox="1">
            <a:spLocks/>
          </p:cNvSpPr>
          <p:nvPr/>
        </p:nvSpPr>
        <p:spPr>
          <a:xfrm>
            <a:off x="5236820" y="2467284"/>
            <a:ext cx="2642647" cy="39969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dirty="0">
                <a:solidFill>
                  <a:schemeClr val="tx1">
                    <a:lumMod val="65000"/>
                    <a:lumOff val="35000"/>
                  </a:schemeClr>
                </a:solidFill>
                <a:latin typeface="Antonio" pitchFamily="2" charset="0"/>
              </a:rPr>
              <a:t>XXXXXXXX</a:t>
            </a:r>
            <a:endParaRPr lang="es-CO" dirty="0">
              <a:solidFill>
                <a:schemeClr val="tx1">
                  <a:lumMod val="65000"/>
                  <a:lumOff val="35000"/>
                </a:schemeClr>
              </a:solidFill>
              <a:latin typeface="Antonio" pitchFamily="2" charset="0"/>
            </a:endParaRPr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0C24C2DF-F538-6BD0-7E2A-1345DDDDA04A}"/>
              </a:ext>
            </a:extLst>
          </p:cNvPr>
          <p:cNvSpPr txBox="1">
            <a:spLocks/>
          </p:cNvSpPr>
          <p:nvPr/>
        </p:nvSpPr>
        <p:spPr>
          <a:xfrm>
            <a:off x="5179676" y="3235759"/>
            <a:ext cx="4024210" cy="2347689"/>
          </a:xfrm>
          <a:prstGeom prst="rect">
            <a:avLst/>
          </a:prstGeom>
        </p:spPr>
        <p:txBody>
          <a:bodyPr vert="horz" lIns="91440" tIns="45720" rIns="91440" bIns="45720" rtlCol="0" wrap="square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200">
                <a:solidFill>
                  <a:srgbClr val="374151"/>
                </a:solidFill>
                <a:latin typeface="Arial"/>
              </a:rPr>
              <a:t>Causas:</a:t>
            </a:r>
            <a:endParaRPr lang="es-CO" sz="1800" dirty="0">
              <a:solidFill>
                <a:schemeClr val="tx1">
                  <a:lumMod val="85000"/>
                  <a:lumOff val="15000"/>
                </a:schemeClr>
              </a:solidFill>
              <a:latin typeface="Antonio" pitchFamily="2" charset="0"/>
              <a:cs typeface="Arial" panose="020B0604020202020204" pitchFamily="34" charset="0"/>
            </a:endParaRPr>
          </a:p>
          <a:p>
            <a:r>
              <a:rPr sz="1200">
                <a:solidFill>
                  <a:srgbClr val="374151"/>
                </a:solidFill>
                <a:latin typeface="Arial"/>
              </a:rPr>
              <a:t>• Registros manuales en Excel sin automatización</a:t>
            </a:r>
          </a:p>
          <a:p>
            <a:r>
              <a:rPr sz="1200">
                <a:solidFill>
                  <a:srgbClr val="374151"/>
                </a:solidFill>
                <a:latin typeface="Arial"/>
              </a:rPr>
              <a:t>• Falta de integración entre sistemas</a:t>
            </a:r>
          </a:p>
          <a:p>
            <a:r>
              <a:rPr sz="1200">
                <a:solidFill>
                  <a:srgbClr val="374151"/>
                </a:solidFill>
                <a:latin typeface="Arial"/>
              </a:rPr>
              <a:t>• Ausencia de un modelo estructurado de datos</a:t>
            </a:r>
          </a:p>
          <a:p>
            <a:r>
              <a:rPr sz="1200">
                <a:solidFill>
                  <a:srgbClr val="374151"/>
                </a:solidFill>
                <a:latin typeface="Arial"/>
              </a:rPr>
              <a:t>• Baja calidad y estandarización de los registros</a:t>
            </a:r>
          </a:p>
          <a:p>
            <a:r>
              <a:rPr sz="1200">
                <a:solidFill>
                  <a:srgbClr val="374151"/>
                </a:solidFill>
                <a:latin typeface="Arial"/>
              </a:rPr>
              <a:t/>
            </a:r>
          </a:p>
          <a:p>
            <a:r>
              <a:rPr sz="1200">
                <a:solidFill>
                  <a:srgbClr val="374151"/>
                </a:solidFill>
                <a:latin typeface="Arial"/>
              </a:rPr>
              <a:t>Consecuencias:</a:t>
            </a:r>
          </a:p>
          <a:p>
            <a:r>
              <a:rPr sz="1200">
                <a:solidFill>
                  <a:srgbClr val="374151"/>
                </a:solidFill>
                <a:latin typeface="Arial"/>
              </a:rPr>
              <a:t>• 22.7 días promedio para facturar</a:t>
            </a:r>
          </a:p>
          <a:p>
            <a:r>
              <a:rPr sz="1200">
                <a:solidFill>
                  <a:srgbClr val="374151"/>
                </a:solidFill>
                <a:latin typeface="Arial"/>
              </a:rPr>
              <a:t>• 18.912 órdenes ejecutadas sin facturar ($926M COP)</a:t>
            </a:r>
          </a:p>
          <a:p>
            <a:r>
              <a:rPr sz="1200">
                <a:solidFill>
                  <a:srgbClr val="374151"/>
                </a:solidFill>
                <a:latin typeface="Arial"/>
              </a:rPr>
              <a:t>• Reprocesos operativos y carga laboral innecesaria</a:t>
            </a:r>
          </a:p>
          <a:p>
            <a:r>
              <a:rPr sz="1200">
                <a:solidFill>
                  <a:srgbClr val="374151"/>
                </a:solidFill>
                <a:latin typeface="Arial"/>
              </a:rPr>
              <a:t>• Decisiones sin fundamento analítico</a:t>
            </a:r>
          </a:p>
        </p:txBody>
      </p:sp>
      <p:pic>
        <p:nvPicPr>
          <p:cNvPr id="5" name="Imagen 4" descr="Una calle con edificios de fondo">
            <a:extLst>
              <a:ext uri="{FF2B5EF4-FFF2-40B4-BE49-F238E27FC236}">
                <a16:creationId xmlns:a16="http://schemas.microsoft.com/office/drawing/2014/main" id="{DB799B64-2BFD-2AED-040E-D636683102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45" t="-245" r="12076" b="245"/>
          <a:stretch/>
        </p:blipFill>
        <p:spPr>
          <a:xfrm>
            <a:off x="673237" y="1141721"/>
            <a:ext cx="4031790" cy="444172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1585643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Título 1">
            <a:extLst>
              <a:ext uri="{FF2B5EF4-FFF2-40B4-BE49-F238E27FC236}">
                <a16:creationId xmlns:a16="http://schemas.microsoft.com/office/drawing/2014/main" id="{F2E0A8FF-8AEE-9D4B-5AFF-3F87A0F150E3}"/>
              </a:ext>
            </a:extLst>
          </p:cNvPr>
          <p:cNvSpPr txBox="1">
            <a:spLocks/>
          </p:cNvSpPr>
          <p:nvPr/>
        </p:nvSpPr>
        <p:spPr>
          <a:xfrm>
            <a:off x="2017471" y="1451619"/>
            <a:ext cx="7744274" cy="719629"/>
          </a:xfrm>
          <a:prstGeom prst="rect">
            <a:avLst/>
          </a:prstGeom>
        </p:spPr>
        <p:txBody>
          <a:bodyPr vert="horz" lIns="91440" tIns="45720" rIns="91440" bIns="45720" rtlCol="0" anchor="b" wrap="square">
            <a:normAutofit fontScale="7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sz="2200" b="1">
                <a:solidFill>
                  <a:srgbClr val="1F67AE"/>
                </a:solidFill>
                <a:latin typeface="Arial"/>
              </a:rPr>
              <a:t>4. OBJETIVO</a:t>
            </a:r>
          </a:p>
        </p:txBody>
      </p:sp>
      <p:sp>
        <p:nvSpPr>
          <p:cNvPr id="595" name="Subtítulo 2">
            <a:extLst>
              <a:ext uri="{FF2B5EF4-FFF2-40B4-BE49-F238E27FC236}">
                <a16:creationId xmlns:a16="http://schemas.microsoft.com/office/drawing/2014/main" id="{3BD983F5-1EDF-EFAE-CAE5-691F160975C2}"/>
              </a:ext>
            </a:extLst>
          </p:cNvPr>
          <p:cNvSpPr txBox="1">
            <a:spLocks/>
          </p:cNvSpPr>
          <p:nvPr/>
        </p:nvSpPr>
        <p:spPr>
          <a:xfrm>
            <a:off x="2017471" y="2194992"/>
            <a:ext cx="8328736" cy="953218"/>
          </a:xfrm>
          <a:prstGeom prst="rect">
            <a:avLst/>
          </a:prstGeom>
        </p:spPr>
        <p:txBody>
          <a:bodyPr vert="horz" lIns="91440" tIns="45720" rIns="91440" bIns="45720" rtlCol="0" wrap="square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200">
                <a:solidFill>
                  <a:srgbClr val="374151"/>
                </a:solidFill>
                <a:latin typeface="Arial"/>
              </a:rPr>
              <a:t>Objetivo General:</a:t>
            </a:r>
          </a:p>
          <a:p>
            <a:r>
              <a:rPr sz="1200">
                <a:solidFill>
                  <a:srgbClr val="374151"/>
                </a:solidFill>
                <a:latin typeface="Arial"/>
              </a:rPr>
              <a:t>Diseñar una solución de analítica de datos que integre,</a:t>
            </a:r>
          </a:p>
          <a:p>
            <a:r>
              <a:rPr sz="1200">
                <a:solidFill>
                  <a:srgbClr val="374151"/>
                </a:solidFill>
                <a:latin typeface="Arial"/>
              </a:rPr>
              <a:t>transforme y visualice las órdenes ARL mediante un tablero</a:t>
            </a:r>
          </a:p>
          <a:p>
            <a:r>
              <a:rPr sz="1200">
                <a:solidFill>
                  <a:srgbClr val="374151"/>
                </a:solidFill>
                <a:latin typeface="Arial"/>
              </a:rPr>
              <a:t>BI en Python/Flask para la toma de decisiones.</a:t>
            </a:r>
          </a:p>
          <a:p>
            <a:r>
              <a:rPr sz="1200">
                <a:solidFill>
                  <a:srgbClr val="374151"/>
                </a:solidFill>
                <a:latin typeface="Arial"/>
              </a:rPr>
              <a:t/>
            </a:r>
          </a:p>
          <a:p>
            <a:r>
              <a:rPr sz="1200">
                <a:solidFill>
                  <a:srgbClr val="374151"/>
                </a:solidFill>
                <a:latin typeface="Arial"/>
              </a:rPr>
              <a:t>Objetivos Específicos:</a:t>
            </a:r>
          </a:p>
          <a:p>
            <a:r>
              <a:rPr sz="1200">
                <a:solidFill>
                  <a:srgbClr val="374151"/>
                </a:solidFill>
                <a:latin typeface="Arial"/>
              </a:rPr>
              <a:t>1. Identificar fuentes de datos y variables clave</a:t>
            </a:r>
          </a:p>
          <a:p>
            <a:r>
              <a:rPr sz="1200">
                <a:solidFill>
                  <a:srgbClr val="374151"/>
                </a:solidFill>
                <a:latin typeface="Arial"/>
              </a:rPr>
              <a:t>2. Diseñar un modelo unificado de datos</a:t>
            </a:r>
          </a:p>
          <a:p>
            <a:r>
              <a:rPr sz="1200">
                <a:solidFill>
                  <a:srgbClr val="374151"/>
                </a:solidFill>
                <a:latin typeface="Arial"/>
              </a:rPr>
              <a:t>3. Diseñar el flujo ETL</a:t>
            </a:r>
          </a:p>
          <a:p>
            <a:r>
              <a:rPr sz="1200">
                <a:solidFill>
                  <a:srgbClr val="374151"/>
                </a:solidFill>
                <a:latin typeface="Arial"/>
              </a:rPr>
              <a:t>4. Definir KPIs para el seguimiento</a:t>
            </a:r>
          </a:p>
          <a:p>
            <a:r>
              <a:rPr sz="1200">
                <a:solidFill>
                  <a:srgbClr val="374151"/>
                </a:solidFill>
                <a:latin typeface="Arial"/>
              </a:rPr>
              <a:t>5. Proponer el diseño funcional del tablero</a:t>
            </a:r>
          </a:p>
        </p:txBody>
      </p:sp>
      <p:grpSp>
        <p:nvGrpSpPr>
          <p:cNvPr id="596" name="Google Shape;8802;p127">
            <a:extLst>
              <a:ext uri="{FF2B5EF4-FFF2-40B4-BE49-F238E27FC236}">
                <a16:creationId xmlns:a16="http://schemas.microsoft.com/office/drawing/2014/main" id="{490B42B1-47FE-F1B5-CD24-96C050DBEB3A}"/>
              </a:ext>
            </a:extLst>
          </p:cNvPr>
          <p:cNvGrpSpPr/>
          <p:nvPr/>
        </p:nvGrpSpPr>
        <p:grpSpPr>
          <a:xfrm>
            <a:off x="6676619" y="4313899"/>
            <a:ext cx="491337" cy="570589"/>
            <a:chOff x="4727025" y="1332775"/>
            <a:chExt cx="59900" cy="69625"/>
          </a:xfrm>
        </p:grpSpPr>
        <p:sp>
          <p:nvSpPr>
            <p:cNvPr id="597" name="Google Shape;8803;p127">
              <a:extLst>
                <a:ext uri="{FF2B5EF4-FFF2-40B4-BE49-F238E27FC236}">
                  <a16:creationId xmlns:a16="http://schemas.microsoft.com/office/drawing/2014/main" id="{4557FF10-82AB-B4AE-A1B7-E11563E4C51C}"/>
                </a:ext>
              </a:extLst>
            </p:cNvPr>
            <p:cNvSpPr/>
            <p:nvPr/>
          </p:nvSpPr>
          <p:spPr>
            <a:xfrm>
              <a:off x="4727025" y="1332775"/>
              <a:ext cx="36450" cy="33200"/>
            </a:xfrm>
            <a:custGeom>
              <a:avLst/>
              <a:gdLst/>
              <a:ahLst/>
              <a:cxnLst/>
              <a:rect l="l" t="t" r="r" b="b"/>
              <a:pathLst>
                <a:path w="1458" h="1328" extrusionOk="0">
                  <a:moveTo>
                    <a:pt x="1047" y="1"/>
                  </a:moveTo>
                  <a:lnTo>
                    <a:pt x="1047" y="188"/>
                  </a:lnTo>
                  <a:cubicBezTo>
                    <a:pt x="484" y="289"/>
                    <a:pt x="51" y="758"/>
                    <a:pt x="1" y="1328"/>
                  </a:cubicBezTo>
                  <a:lnTo>
                    <a:pt x="477" y="1328"/>
                  </a:lnTo>
                  <a:cubicBezTo>
                    <a:pt x="527" y="1018"/>
                    <a:pt x="751" y="765"/>
                    <a:pt x="1047" y="679"/>
                  </a:cubicBezTo>
                  <a:lnTo>
                    <a:pt x="1047" y="845"/>
                  </a:lnTo>
                  <a:lnTo>
                    <a:pt x="1458" y="433"/>
                  </a:lnTo>
                  <a:lnTo>
                    <a:pt x="1047" y="1"/>
                  </a:lnTo>
                  <a:close/>
                </a:path>
              </a:pathLst>
            </a:custGeom>
            <a:solidFill>
              <a:srgbClr val="A5B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8804;p127">
              <a:extLst>
                <a:ext uri="{FF2B5EF4-FFF2-40B4-BE49-F238E27FC236}">
                  <a16:creationId xmlns:a16="http://schemas.microsoft.com/office/drawing/2014/main" id="{9250E6FD-4FFD-F207-61E2-CC8B3DAA0A62}"/>
                </a:ext>
              </a:extLst>
            </p:cNvPr>
            <p:cNvSpPr/>
            <p:nvPr/>
          </p:nvSpPr>
          <p:spPr>
            <a:xfrm>
              <a:off x="4750475" y="1369025"/>
              <a:ext cx="36450" cy="33375"/>
            </a:xfrm>
            <a:custGeom>
              <a:avLst/>
              <a:gdLst/>
              <a:ahLst/>
              <a:cxnLst/>
              <a:rect l="l" t="t" r="r" b="b"/>
              <a:pathLst>
                <a:path w="1458" h="1335" extrusionOk="0">
                  <a:moveTo>
                    <a:pt x="974" y="0"/>
                  </a:moveTo>
                  <a:cubicBezTo>
                    <a:pt x="931" y="311"/>
                    <a:pt x="707" y="570"/>
                    <a:pt x="404" y="657"/>
                  </a:cubicBezTo>
                  <a:lnTo>
                    <a:pt x="404" y="491"/>
                  </a:lnTo>
                  <a:lnTo>
                    <a:pt x="0" y="902"/>
                  </a:lnTo>
                  <a:lnTo>
                    <a:pt x="404" y="1335"/>
                  </a:lnTo>
                  <a:lnTo>
                    <a:pt x="404" y="1140"/>
                  </a:lnTo>
                  <a:cubicBezTo>
                    <a:pt x="967" y="1039"/>
                    <a:pt x="1400" y="577"/>
                    <a:pt x="1457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9" name="Google Shape;8805;p127">
            <a:extLst>
              <a:ext uri="{FF2B5EF4-FFF2-40B4-BE49-F238E27FC236}">
                <a16:creationId xmlns:a16="http://schemas.microsoft.com/office/drawing/2014/main" id="{E5E81079-598F-12FD-FE08-85FE436BD619}"/>
              </a:ext>
            </a:extLst>
          </p:cNvPr>
          <p:cNvGrpSpPr/>
          <p:nvPr/>
        </p:nvGrpSpPr>
        <p:grpSpPr>
          <a:xfrm>
            <a:off x="7425890" y="3478980"/>
            <a:ext cx="555764" cy="555753"/>
            <a:chOff x="4820425" y="1329900"/>
            <a:chExt cx="70175" cy="70350"/>
          </a:xfrm>
        </p:grpSpPr>
        <p:sp>
          <p:nvSpPr>
            <p:cNvPr id="600" name="Google Shape;8806;p127">
              <a:extLst>
                <a:ext uri="{FF2B5EF4-FFF2-40B4-BE49-F238E27FC236}">
                  <a16:creationId xmlns:a16="http://schemas.microsoft.com/office/drawing/2014/main" id="{EFCBEC28-AC5D-4192-573A-3D372DA94430}"/>
                </a:ext>
              </a:extLst>
            </p:cNvPr>
            <p:cNvSpPr/>
            <p:nvPr/>
          </p:nvSpPr>
          <p:spPr>
            <a:xfrm>
              <a:off x="4862975" y="1335475"/>
              <a:ext cx="27625" cy="34650"/>
            </a:xfrm>
            <a:custGeom>
              <a:avLst/>
              <a:gdLst/>
              <a:ahLst/>
              <a:cxnLst/>
              <a:rect l="l" t="t" r="r" b="b"/>
              <a:pathLst>
                <a:path w="1105" h="1386" extrusionOk="0">
                  <a:moveTo>
                    <a:pt x="1" y="1"/>
                  </a:moveTo>
                  <a:lnTo>
                    <a:pt x="1" y="491"/>
                  </a:lnTo>
                  <a:cubicBezTo>
                    <a:pt x="217" y="585"/>
                    <a:pt x="376" y="765"/>
                    <a:pt x="441" y="989"/>
                  </a:cubicBezTo>
                  <a:lnTo>
                    <a:pt x="275" y="989"/>
                  </a:lnTo>
                  <a:lnTo>
                    <a:pt x="679" y="1386"/>
                  </a:lnTo>
                  <a:lnTo>
                    <a:pt x="1104" y="989"/>
                  </a:lnTo>
                  <a:lnTo>
                    <a:pt x="917" y="989"/>
                  </a:lnTo>
                  <a:cubicBezTo>
                    <a:pt x="830" y="513"/>
                    <a:pt x="470" y="123"/>
                    <a:pt x="1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8807;p127">
              <a:extLst>
                <a:ext uri="{FF2B5EF4-FFF2-40B4-BE49-F238E27FC236}">
                  <a16:creationId xmlns:a16="http://schemas.microsoft.com/office/drawing/2014/main" id="{4BC358A4-DC0A-C7B8-E148-541134758CD2}"/>
                </a:ext>
              </a:extLst>
            </p:cNvPr>
            <p:cNvSpPr/>
            <p:nvPr/>
          </p:nvSpPr>
          <p:spPr>
            <a:xfrm>
              <a:off x="4820425" y="1360000"/>
              <a:ext cx="27625" cy="34650"/>
            </a:xfrm>
            <a:custGeom>
              <a:avLst/>
              <a:gdLst/>
              <a:ahLst/>
              <a:cxnLst/>
              <a:rect l="l" t="t" r="r" b="b"/>
              <a:pathLst>
                <a:path w="1105" h="1386" extrusionOk="0">
                  <a:moveTo>
                    <a:pt x="426" y="1"/>
                  </a:moveTo>
                  <a:lnTo>
                    <a:pt x="1" y="397"/>
                  </a:lnTo>
                  <a:lnTo>
                    <a:pt x="188" y="397"/>
                  </a:lnTo>
                  <a:cubicBezTo>
                    <a:pt x="275" y="873"/>
                    <a:pt x="628" y="1263"/>
                    <a:pt x="1097" y="1386"/>
                  </a:cubicBezTo>
                  <a:lnTo>
                    <a:pt x="1104" y="895"/>
                  </a:lnTo>
                  <a:cubicBezTo>
                    <a:pt x="888" y="801"/>
                    <a:pt x="729" y="621"/>
                    <a:pt x="664" y="397"/>
                  </a:cubicBezTo>
                  <a:lnTo>
                    <a:pt x="830" y="397"/>
                  </a:lnTo>
                  <a:lnTo>
                    <a:pt x="426" y="1"/>
                  </a:lnTo>
                  <a:close/>
                </a:path>
              </a:pathLst>
            </a:custGeom>
            <a:solidFill>
              <a:srgbClr val="A5B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8808;p127">
              <a:extLst>
                <a:ext uri="{FF2B5EF4-FFF2-40B4-BE49-F238E27FC236}">
                  <a16:creationId xmlns:a16="http://schemas.microsoft.com/office/drawing/2014/main" id="{744AF4A5-6025-395D-A423-CA99ABE4FA15}"/>
                </a:ext>
              </a:extLst>
            </p:cNvPr>
            <p:cNvSpPr/>
            <p:nvPr/>
          </p:nvSpPr>
          <p:spPr>
            <a:xfrm>
              <a:off x="4850375" y="1372800"/>
              <a:ext cx="34625" cy="27450"/>
            </a:xfrm>
            <a:custGeom>
              <a:avLst/>
              <a:gdLst/>
              <a:ahLst/>
              <a:cxnLst/>
              <a:rect l="l" t="t" r="r" b="b"/>
              <a:pathLst>
                <a:path w="1385" h="1098" extrusionOk="0">
                  <a:moveTo>
                    <a:pt x="894" y="1"/>
                  </a:moveTo>
                  <a:cubicBezTo>
                    <a:pt x="801" y="210"/>
                    <a:pt x="620" y="369"/>
                    <a:pt x="397" y="434"/>
                  </a:cubicBezTo>
                  <a:lnTo>
                    <a:pt x="397" y="275"/>
                  </a:lnTo>
                  <a:lnTo>
                    <a:pt x="0" y="672"/>
                  </a:lnTo>
                  <a:lnTo>
                    <a:pt x="397" y="1097"/>
                  </a:lnTo>
                  <a:lnTo>
                    <a:pt x="397" y="910"/>
                  </a:lnTo>
                  <a:cubicBezTo>
                    <a:pt x="873" y="823"/>
                    <a:pt x="1262" y="470"/>
                    <a:pt x="1385" y="1"/>
                  </a:cubicBezTo>
                  <a:close/>
                </a:path>
              </a:pathLst>
            </a:custGeom>
            <a:solidFill>
              <a:srgbClr val="3749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8809;p127">
              <a:extLst>
                <a:ext uri="{FF2B5EF4-FFF2-40B4-BE49-F238E27FC236}">
                  <a16:creationId xmlns:a16="http://schemas.microsoft.com/office/drawing/2014/main" id="{9CA19A0B-A1F2-CBE6-E222-E55F793F5D32}"/>
                </a:ext>
              </a:extLst>
            </p:cNvPr>
            <p:cNvSpPr/>
            <p:nvPr/>
          </p:nvSpPr>
          <p:spPr>
            <a:xfrm>
              <a:off x="4825850" y="1329900"/>
              <a:ext cx="34625" cy="27975"/>
            </a:xfrm>
            <a:custGeom>
              <a:avLst/>
              <a:gdLst/>
              <a:ahLst/>
              <a:cxnLst/>
              <a:rect l="l" t="t" r="r" b="b"/>
              <a:pathLst>
                <a:path w="1385" h="1119" extrusionOk="0">
                  <a:moveTo>
                    <a:pt x="988" y="0"/>
                  </a:moveTo>
                  <a:lnTo>
                    <a:pt x="988" y="188"/>
                  </a:lnTo>
                  <a:cubicBezTo>
                    <a:pt x="505" y="274"/>
                    <a:pt x="123" y="635"/>
                    <a:pt x="0" y="1118"/>
                  </a:cubicBezTo>
                  <a:lnTo>
                    <a:pt x="491" y="1118"/>
                  </a:lnTo>
                  <a:cubicBezTo>
                    <a:pt x="584" y="895"/>
                    <a:pt x="765" y="729"/>
                    <a:pt x="995" y="664"/>
                  </a:cubicBezTo>
                  <a:lnTo>
                    <a:pt x="995" y="830"/>
                  </a:lnTo>
                  <a:lnTo>
                    <a:pt x="1385" y="426"/>
                  </a:lnTo>
                  <a:lnTo>
                    <a:pt x="988" y="0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4" name="Google Shape;8810;p127">
            <a:extLst>
              <a:ext uri="{FF2B5EF4-FFF2-40B4-BE49-F238E27FC236}">
                <a16:creationId xmlns:a16="http://schemas.microsoft.com/office/drawing/2014/main" id="{322E1B20-17B9-6CA2-90DE-B48A0D85ED4C}"/>
              </a:ext>
            </a:extLst>
          </p:cNvPr>
          <p:cNvGrpSpPr/>
          <p:nvPr/>
        </p:nvGrpSpPr>
        <p:grpSpPr>
          <a:xfrm>
            <a:off x="8149982" y="3492061"/>
            <a:ext cx="597066" cy="547120"/>
            <a:chOff x="4903200" y="1331525"/>
            <a:chExt cx="73575" cy="67425"/>
          </a:xfrm>
          <a:solidFill>
            <a:schemeClr val="accent1">
              <a:lumMod val="75000"/>
            </a:schemeClr>
          </a:solidFill>
        </p:grpSpPr>
        <p:sp>
          <p:nvSpPr>
            <p:cNvPr id="605" name="Google Shape;8811;p127">
              <a:extLst>
                <a:ext uri="{FF2B5EF4-FFF2-40B4-BE49-F238E27FC236}">
                  <a16:creationId xmlns:a16="http://schemas.microsoft.com/office/drawing/2014/main" id="{53EB22AA-3D28-DB82-FD1B-0EF98F51C4C3}"/>
                </a:ext>
              </a:extLst>
            </p:cNvPr>
            <p:cNvSpPr/>
            <p:nvPr/>
          </p:nvSpPr>
          <p:spPr>
            <a:xfrm>
              <a:off x="4903200" y="1331525"/>
              <a:ext cx="73575" cy="67425"/>
            </a:xfrm>
            <a:custGeom>
              <a:avLst/>
              <a:gdLst/>
              <a:ahLst/>
              <a:cxnLst/>
              <a:rect l="l" t="t" r="r" b="b"/>
              <a:pathLst>
                <a:path w="2943" h="2697" extrusionOk="0">
                  <a:moveTo>
                    <a:pt x="1652" y="0"/>
                  </a:moveTo>
                  <a:lnTo>
                    <a:pt x="1652" y="173"/>
                  </a:lnTo>
                  <a:cubicBezTo>
                    <a:pt x="534" y="195"/>
                    <a:pt x="0" y="1551"/>
                    <a:pt x="794" y="2330"/>
                  </a:cubicBezTo>
                  <a:cubicBezTo>
                    <a:pt x="1051" y="2583"/>
                    <a:pt x="1366" y="2696"/>
                    <a:pt x="1674" y="2696"/>
                  </a:cubicBezTo>
                  <a:cubicBezTo>
                    <a:pt x="2323" y="2696"/>
                    <a:pt x="2943" y="2194"/>
                    <a:pt x="2943" y="1435"/>
                  </a:cubicBezTo>
                  <a:lnTo>
                    <a:pt x="2503" y="1435"/>
                  </a:lnTo>
                  <a:cubicBezTo>
                    <a:pt x="2503" y="1928"/>
                    <a:pt x="2093" y="2259"/>
                    <a:pt x="1668" y="2259"/>
                  </a:cubicBezTo>
                  <a:cubicBezTo>
                    <a:pt x="1470" y="2259"/>
                    <a:pt x="1269" y="2187"/>
                    <a:pt x="1104" y="2027"/>
                  </a:cubicBezTo>
                  <a:cubicBezTo>
                    <a:pt x="577" y="1515"/>
                    <a:pt x="923" y="628"/>
                    <a:pt x="1652" y="613"/>
                  </a:cubicBezTo>
                  <a:lnTo>
                    <a:pt x="1652" y="765"/>
                  </a:lnTo>
                  <a:lnTo>
                    <a:pt x="2020" y="390"/>
                  </a:lnTo>
                  <a:lnTo>
                    <a:pt x="165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8812;p127">
              <a:extLst>
                <a:ext uri="{FF2B5EF4-FFF2-40B4-BE49-F238E27FC236}">
                  <a16:creationId xmlns:a16="http://schemas.microsoft.com/office/drawing/2014/main" id="{31B3331D-9A36-0AA9-861E-11399250F954}"/>
                </a:ext>
              </a:extLst>
            </p:cNvPr>
            <p:cNvSpPr/>
            <p:nvPr/>
          </p:nvSpPr>
          <p:spPr>
            <a:xfrm>
              <a:off x="4930250" y="1353150"/>
              <a:ext cx="29775" cy="32475"/>
            </a:xfrm>
            <a:custGeom>
              <a:avLst/>
              <a:gdLst/>
              <a:ahLst/>
              <a:cxnLst/>
              <a:rect l="l" t="t" r="r" b="b"/>
              <a:pathLst>
                <a:path w="1191" h="1299" extrusionOk="0">
                  <a:moveTo>
                    <a:pt x="592" y="1"/>
                  </a:moveTo>
                  <a:cubicBezTo>
                    <a:pt x="274" y="1"/>
                    <a:pt x="15" y="246"/>
                    <a:pt x="0" y="570"/>
                  </a:cubicBezTo>
                  <a:lnTo>
                    <a:pt x="447" y="570"/>
                  </a:lnTo>
                  <a:cubicBezTo>
                    <a:pt x="447" y="479"/>
                    <a:pt x="519" y="416"/>
                    <a:pt x="597" y="416"/>
                  </a:cubicBezTo>
                  <a:cubicBezTo>
                    <a:pt x="624" y="416"/>
                    <a:pt x="652" y="424"/>
                    <a:pt x="678" y="441"/>
                  </a:cubicBezTo>
                  <a:cubicBezTo>
                    <a:pt x="779" y="506"/>
                    <a:pt x="765" y="657"/>
                    <a:pt x="656" y="707"/>
                  </a:cubicBezTo>
                  <a:lnTo>
                    <a:pt x="656" y="534"/>
                  </a:lnTo>
                  <a:lnTo>
                    <a:pt x="289" y="902"/>
                  </a:lnTo>
                  <a:lnTo>
                    <a:pt x="656" y="1299"/>
                  </a:lnTo>
                  <a:lnTo>
                    <a:pt x="656" y="1155"/>
                  </a:lnTo>
                  <a:cubicBezTo>
                    <a:pt x="959" y="1126"/>
                    <a:pt x="1190" y="873"/>
                    <a:pt x="1190" y="570"/>
                  </a:cubicBezTo>
                  <a:cubicBezTo>
                    <a:pt x="1176" y="246"/>
                    <a:pt x="916" y="1"/>
                    <a:pt x="59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7" name="Google Shape;8813;p127">
            <a:extLst>
              <a:ext uri="{FF2B5EF4-FFF2-40B4-BE49-F238E27FC236}">
                <a16:creationId xmlns:a16="http://schemas.microsoft.com/office/drawing/2014/main" id="{0B7E56FA-629D-088F-84E4-439F3743E9A3}"/>
              </a:ext>
            </a:extLst>
          </p:cNvPr>
          <p:cNvGrpSpPr/>
          <p:nvPr/>
        </p:nvGrpSpPr>
        <p:grpSpPr>
          <a:xfrm>
            <a:off x="7328890" y="4315293"/>
            <a:ext cx="604199" cy="567953"/>
            <a:chOff x="4815575" y="1416800"/>
            <a:chExt cx="73750" cy="71400"/>
          </a:xfrm>
        </p:grpSpPr>
        <p:sp>
          <p:nvSpPr>
            <p:cNvPr id="608" name="Google Shape;8814;p127">
              <a:extLst>
                <a:ext uri="{FF2B5EF4-FFF2-40B4-BE49-F238E27FC236}">
                  <a16:creationId xmlns:a16="http://schemas.microsoft.com/office/drawing/2014/main" id="{53B60C39-AB83-7B39-FD5A-E3FA8A312FB6}"/>
                </a:ext>
              </a:extLst>
            </p:cNvPr>
            <p:cNvSpPr/>
            <p:nvPr/>
          </p:nvSpPr>
          <p:spPr>
            <a:xfrm>
              <a:off x="4815575" y="1416800"/>
              <a:ext cx="43100" cy="52150"/>
            </a:xfrm>
            <a:custGeom>
              <a:avLst/>
              <a:gdLst/>
              <a:ahLst/>
              <a:cxnLst/>
              <a:rect l="l" t="t" r="r" b="b"/>
              <a:pathLst>
                <a:path w="1724" h="2086" extrusionOk="0">
                  <a:moveTo>
                    <a:pt x="1327" y="1"/>
                  </a:moveTo>
                  <a:lnTo>
                    <a:pt x="1327" y="181"/>
                  </a:lnTo>
                  <a:cubicBezTo>
                    <a:pt x="469" y="361"/>
                    <a:pt x="0" y="1299"/>
                    <a:pt x="375" y="2085"/>
                  </a:cubicBezTo>
                  <a:lnTo>
                    <a:pt x="772" y="1818"/>
                  </a:lnTo>
                  <a:cubicBezTo>
                    <a:pt x="729" y="1717"/>
                    <a:pt x="707" y="1609"/>
                    <a:pt x="707" y="1501"/>
                  </a:cubicBezTo>
                  <a:cubicBezTo>
                    <a:pt x="714" y="1111"/>
                    <a:pt x="959" y="772"/>
                    <a:pt x="1327" y="657"/>
                  </a:cubicBezTo>
                  <a:lnTo>
                    <a:pt x="1327" y="823"/>
                  </a:lnTo>
                  <a:lnTo>
                    <a:pt x="1724" y="426"/>
                  </a:lnTo>
                  <a:lnTo>
                    <a:pt x="1327" y="1"/>
                  </a:lnTo>
                  <a:close/>
                </a:path>
              </a:pathLst>
            </a:custGeom>
            <a:solidFill>
              <a:srgbClr val="A5B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8815;p127">
              <a:extLst>
                <a:ext uri="{FF2B5EF4-FFF2-40B4-BE49-F238E27FC236}">
                  <a16:creationId xmlns:a16="http://schemas.microsoft.com/office/drawing/2014/main" id="{39E0A60B-2D04-E371-5228-35D49D00AA72}"/>
                </a:ext>
              </a:extLst>
            </p:cNvPr>
            <p:cNvSpPr/>
            <p:nvPr/>
          </p:nvSpPr>
          <p:spPr>
            <a:xfrm>
              <a:off x="4861725" y="1421125"/>
              <a:ext cx="27600" cy="51250"/>
            </a:xfrm>
            <a:custGeom>
              <a:avLst/>
              <a:gdLst/>
              <a:ahLst/>
              <a:cxnLst/>
              <a:rect l="l" t="t" r="r" b="b"/>
              <a:pathLst>
                <a:path w="1104" h="2050" extrusionOk="0">
                  <a:moveTo>
                    <a:pt x="0" y="1"/>
                  </a:moveTo>
                  <a:lnTo>
                    <a:pt x="0" y="477"/>
                  </a:lnTo>
                  <a:cubicBezTo>
                    <a:pt x="375" y="592"/>
                    <a:pt x="635" y="938"/>
                    <a:pt x="635" y="1328"/>
                  </a:cubicBezTo>
                  <a:cubicBezTo>
                    <a:pt x="635" y="1429"/>
                    <a:pt x="621" y="1530"/>
                    <a:pt x="585" y="1624"/>
                  </a:cubicBezTo>
                  <a:lnTo>
                    <a:pt x="404" y="1494"/>
                  </a:lnTo>
                  <a:lnTo>
                    <a:pt x="513" y="2049"/>
                  </a:lnTo>
                  <a:lnTo>
                    <a:pt x="1089" y="1963"/>
                  </a:lnTo>
                  <a:lnTo>
                    <a:pt x="981" y="1883"/>
                  </a:lnTo>
                  <a:cubicBezTo>
                    <a:pt x="1061" y="1710"/>
                    <a:pt x="1104" y="1523"/>
                    <a:pt x="1104" y="1328"/>
                  </a:cubicBezTo>
                  <a:cubicBezTo>
                    <a:pt x="1104" y="679"/>
                    <a:pt x="635" y="123"/>
                    <a:pt x="0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8816;p127">
              <a:extLst>
                <a:ext uri="{FF2B5EF4-FFF2-40B4-BE49-F238E27FC236}">
                  <a16:creationId xmlns:a16="http://schemas.microsoft.com/office/drawing/2014/main" id="{5D9B0485-F7C3-D373-35BD-ABBEE2BCF38E}"/>
                </a:ext>
              </a:extLst>
            </p:cNvPr>
            <p:cNvSpPr/>
            <p:nvPr/>
          </p:nvSpPr>
          <p:spPr>
            <a:xfrm>
              <a:off x="4829450" y="1467825"/>
              <a:ext cx="49250" cy="20375"/>
            </a:xfrm>
            <a:custGeom>
              <a:avLst/>
              <a:gdLst/>
              <a:ahLst/>
              <a:cxnLst/>
              <a:rect l="l" t="t" r="r" b="b"/>
              <a:pathLst>
                <a:path w="1970" h="815" extrusionOk="0">
                  <a:moveTo>
                    <a:pt x="109" y="1"/>
                  </a:moveTo>
                  <a:lnTo>
                    <a:pt x="0" y="556"/>
                  </a:lnTo>
                  <a:lnTo>
                    <a:pt x="137" y="462"/>
                  </a:lnTo>
                  <a:cubicBezTo>
                    <a:pt x="394" y="698"/>
                    <a:pt x="720" y="815"/>
                    <a:pt x="1045" y="815"/>
                  </a:cubicBezTo>
                  <a:cubicBezTo>
                    <a:pt x="1378" y="815"/>
                    <a:pt x="1710" y="692"/>
                    <a:pt x="1969" y="448"/>
                  </a:cubicBezTo>
                  <a:lnTo>
                    <a:pt x="1969" y="441"/>
                  </a:lnTo>
                  <a:lnTo>
                    <a:pt x="1573" y="174"/>
                  </a:lnTo>
                  <a:cubicBezTo>
                    <a:pt x="1418" y="292"/>
                    <a:pt x="1232" y="352"/>
                    <a:pt x="1046" y="352"/>
                  </a:cubicBezTo>
                  <a:cubicBezTo>
                    <a:pt x="868" y="352"/>
                    <a:pt x="689" y="297"/>
                    <a:pt x="534" y="188"/>
                  </a:cubicBezTo>
                  <a:lnTo>
                    <a:pt x="678" y="95"/>
                  </a:lnTo>
                  <a:lnTo>
                    <a:pt x="109" y="1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611" name="Google Shape;8817;p127">
            <a:extLst>
              <a:ext uri="{FF2B5EF4-FFF2-40B4-BE49-F238E27FC236}">
                <a16:creationId xmlns:a16="http://schemas.microsoft.com/office/drawing/2014/main" id="{E3DD330C-FE6A-E679-2454-6C70172AC66B}"/>
              </a:ext>
            </a:extLst>
          </p:cNvPr>
          <p:cNvGrpSpPr/>
          <p:nvPr/>
        </p:nvGrpSpPr>
        <p:grpSpPr>
          <a:xfrm>
            <a:off x="8101802" y="4314967"/>
            <a:ext cx="668939" cy="568599"/>
            <a:chOff x="4902475" y="1418875"/>
            <a:chExt cx="74500" cy="63775"/>
          </a:xfrm>
        </p:grpSpPr>
        <p:sp>
          <p:nvSpPr>
            <p:cNvPr id="612" name="Google Shape;8818;p127">
              <a:extLst>
                <a:ext uri="{FF2B5EF4-FFF2-40B4-BE49-F238E27FC236}">
                  <a16:creationId xmlns:a16="http://schemas.microsoft.com/office/drawing/2014/main" id="{A9F41AB8-AF63-926D-2E82-6E0E2C4102C7}"/>
                </a:ext>
              </a:extLst>
            </p:cNvPr>
            <p:cNvSpPr/>
            <p:nvPr/>
          </p:nvSpPr>
          <p:spPr>
            <a:xfrm>
              <a:off x="4902475" y="1418875"/>
              <a:ext cx="74500" cy="63775"/>
            </a:xfrm>
            <a:custGeom>
              <a:avLst/>
              <a:gdLst/>
              <a:ahLst/>
              <a:cxnLst/>
              <a:rect l="l" t="t" r="r" b="b"/>
              <a:pathLst>
                <a:path w="2980" h="2551" extrusionOk="0">
                  <a:moveTo>
                    <a:pt x="1703" y="444"/>
                  </a:moveTo>
                  <a:cubicBezTo>
                    <a:pt x="2164" y="444"/>
                    <a:pt x="2539" y="819"/>
                    <a:pt x="2539" y="1281"/>
                  </a:cubicBezTo>
                  <a:cubicBezTo>
                    <a:pt x="2539" y="1784"/>
                    <a:pt x="2126" y="2118"/>
                    <a:pt x="1695" y="2118"/>
                  </a:cubicBezTo>
                  <a:cubicBezTo>
                    <a:pt x="1490" y="2118"/>
                    <a:pt x="1281" y="2042"/>
                    <a:pt x="1111" y="1872"/>
                  </a:cubicBezTo>
                  <a:cubicBezTo>
                    <a:pt x="585" y="1346"/>
                    <a:pt x="960" y="444"/>
                    <a:pt x="1703" y="444"/>
                  </a:cubicBezTo>
                  <a:close/>
                  <a:moveTo>
                    <a:pt x="1697" y="0"/>
                  </a:moveTo>
                  <a:cubicBezTo>
                    <a:pt x="1383" y="0"/>
                    <a:pt x="1063" y="118"/>
                    <a:pt x="801" y="379"/>
                  </a:cubicBezTo>
                  <a:cubicBezTo>
                    <a:pt x="0" y="1180"/>
                    <a:pt x="570" y="2550"/>
                    <a:pt x="1703" y="2550"/>
                  </a:cubicBezTo>
                  <a:cubicBezTo>
                    <a:pt x="2409" y="2550"/>
                    <a:pt x="2979" y="1980"/>
                    <a:pt x="2979" y="1281"/>
                  </a:cubicBezTo>
                  <a:cubicBezTo>
                    <a:pt x="2979" y="510"/>
                    <a:pt x="2353" y="0"/>
                    <a:pt x="1697" y="0"/>
                  </a:cubicBezTo>
                  <a:close/>
                </a:path>
              </a:pathLst>
            </a:custGeom>
            <a:solidFill>
              <a:srgbClr val="3749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8819;p127">
              <a:extLst>
                <a:ext uri="{FF2B5EF4-FFF2-40B4-BE49-F238E27FC236}">
                  <a16:creationId xmlns:a16="http://schemas.microsoft.com/office/drawing/2014/main" id="{718CD84C-66F8-316D-FCBA-3587AA79A533}"/>
                </a:ext>
              </a:extLst>
            </p:cNvPr>
            <p:cNvSpPr/>
            <p:nvPr/>
          </p:nvSpPr>
          <p:spPr>
            <a:xfrm>
              <a:off x="4916811" y="1418975"/>
              <a:ext cx="59725" cy="63675"/>
            </a:xfrm>
            <a:custGeom>
              <a:avLst/>
              <a:gdLst/>
              <a:ahLst/>
              <a:cxnLst/>
              <a:rect l="l" t="t" r="r" b="b"/>
              <a:pathLst>
                <a:path w="2389" h="2547" extrusionOk="0">
                  <a:moveTo>
                    <a:pt x="1148" y="0"/>
                  </a:moveTo>
                  <a:cubicBezTo>
                    <a:pt x="765" y="0"/>
                    <a:pt x="397" y="173"/>
                    <a:pt x="159" y="476"/>
                  </a:cubicBezTo>
                  <a:lnTo>
                    <a:pt x="1" y="354"/>
                  </a:lnTo>
                  <a:lnTo>
                    <a:pt x="116" y="967"/>
                  </a:lnTo>
                  <a:lnTo>
                    <a:pt x="700" y="909"/>
                  </a:lnTo>
                  <a:lnTo>
                    <a:pt x="498" y="750"/>
                  </a:lnTo>
                  <a:cubicBezTo>
                    <a:pt x="669" y="541"/>
                    <a:pt x="910" y="441"/>
                    <a:pt x="1149" y="441"/>
                  </a:cubicBezTo>
                  <a:cubicBezTo>
                    <a:pt x="1454" y="441"/>
                    <a:pt x="1755" y="605"/>
                    <a:pt x="1905" y="916"/>
                  </a:cubicBezTo>
                  <a:cubicBezTo>
                    <a:pt x="2165" y="1472"/>
                    <a:pt x="1768" y="2106"/>
                    <a:pt x="1148" y="2106"/>
                  </a:cubicBezTo>
                  <a:lnTo>
                    <a:pt x="1148" y="2546"/>
                  </a:lnTo>
                  <a:cubicBezTo>
                    <a:pt x="1840" y="2532"/>
                    <a:pt x="2388" y="1962"/>
                    <a:pt x="2388" y="1277"/>
                  </a:cubicBezTo>
                  <a:cubicBezTo>
                    <a:pt x="2388" y="584"/>
                    <a:pt x="1840" y="22"/>
                    <a:pt x="1148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614" name="Google Shape;8820;p127">
            <a:extLst>
              <a:ext uri="{FF2B5EF4-FFF2-40B4-BE49-F238E27FC236}">
                <a16:creationId xmlns:a16="http://schemas.microsoft.com/office/drawing/2014/main" id="{6B8A9E3E-6ED7-F25C-547C-78C276036F23}"/>
              </a:ext>
            </a:extLst>
          </p:cNvPr>
          <p:cNvGrpSpPr/>
          <p:nvPr/>
        </p:nvGrpSpPr>
        <p:grpSpPr>
          <a:xfrm>
            <a:off x="7453706" y="5135160"/>
            <a:ext cx="571832" cy="583269"/>
            <a:chOff x="4818100" y="1507675"/>
            <a:chExt cx="71225" cy="71625"/>
          </a:xfrm>
        </p:grpSpPr>
        <p:sp>
          <p:nvSpPr>
            <p:cNvPr id="615" name="Google Shape;8821;p127">
              <a:extLst>
                <a:ext uri="{FF2B5EF4-FFF2-40B4-BE49-F238E27FC236}">
                  <a16:creationId xmlns:a16="http://schemas.microsoft.com/office/drawing/2014/main" id="{662802F8-1122-46C5-2969-77E6B9CD273A}"/>
                </a:ext>
              </a:extLst>
            </p:cNvPr>
            <p:cNvSpPr/>
            <p:nvPr/>
          </p:nvSpPr>
          <p:spPr>
            <a:xfrm>
              <a:off x="4818100" y="1507675"/>
              <a:ext cx="46000" cy="56300"/>
            </a:xfrm>
            <a:custGeom>
              <a:avLst/>
              <a:gdLst/>
              <a:ahLst/>
              <a:cxnLst/>
              <a:rect l="l" t="t" r="r" b="b"/>
              <a:pathLst>
                <a:path w="1840" h="2252" extrusionOk="0">
                  <a:moveTo>
                    <a:pt x="1457" y="1"/>
                  </a:moveTo>
                  <a:lnTo>
                    <a:pt x="1457" y="159"/>
                  </a:lnTo>
                  <a:cubicBezTo>
                    <a:pt x="606" y="188"/>
                    <a:pt x="0" y="989"/>
                    <a:pt x="195" y="1818"/>
                  </a:cubicBezTo>
                  <a:cubicBezTo>
                    <a:pt x="188" y="1818"/>
                    <a:pt x="188" y="1825"/>
                    <a:pt x="188" y="1833"/>
                  </a:cubicBezTo>
                  <a:lnTo>
                    <a:pt x="195" y="1869"/>
                  </a:lnTo>
                  <a:cubicBezTo>
                    <a:pt x="195" y="1876"/>
                    <a:pt x="202" y="1883"/>
                    <a:pt x="202" y="1898"/>
                  </a:cubicBezTo>
                  <a:cubicBezTo>
                    <a:pt x="202" y="1905"/>
                    <a:pt x="209" y="1912"/>
                    <a:pt x="209" y="1919"/>
                  </a:cubicBezTo>
                  <a:cubicBezTo>
                    <a:pt x="209" y="1934"/>
                    <a:pt x="216" y="1948"/>
                    <a:pt x="224" y="1955"/>
                  </a:cubicBezTo>
                  <a:lnTo>
                    <a:pt x="231" y="1977"/>
                  </a:lnTo>
                  <a:cubicBezTo>
                    <a:pt x="245" y="2013"/>
                    <a:pt x="260" y="2056"/>
                    <a:pt x="274" y="2092"/>
                  </a:cubicBezTo>
                  <a:lnTo>
                    <a:pt x="281" y="2100"/>
                  </a:lnTo>
                  <a:cubicBezTo>
                    <a:pt x="289" y="2114"/>
                    <a:pt x="296" y="2128"/>
                    <a:pt x="303" y="2143"/>
                  </a:cubicBezTo>
                  <a:lnTo>
                    <a:pt x="317" y="2157"/>
                  </a:lnTo>
                  <a:cubicBezTo>
                    <a:pt x="317" y="2172"/>
                    <a:pt x="325" y="2186"/>
                    <a:pt x="332" y="2201"/>
                  </a:cubicBezTo>
                  <a:lnTo>
                    <a:pt x="346" y="2215"/>
                  </a:lnTo>
                  <a:cubicBezTo>
                    <a:pt x="353" y="2229"/>
                    <a:pt x="361" y="2237"/>
                    <a:pt x="368" y="2251"/>
                  </a:cubicBezTo>
                  <a:lnTo>
                    <a:pt x="743" y="1970"/>
                  </a:lnTo>
                  <a:lnTo>
                    <a:pt x="721" y="1934"/>
                  </a:lnTo>
                  <a:lnTo>
                    <a:pt x="700" y="1898"/>
                  </a:lnTo>
                  <a:lnTo>
                    <a:pt x="692" y="1883"/>
                  </a:lnTo>
                  <a:cubicBezTo>
                    <a:pt x="685" y="1862"/>
                    <a:pt x="678" y="1847"/>
                    <a:pt x="671" y="1825"/>
                  </a:cubicBezTo>
                  <a:cubicBezTo>
                    <a:pt x="671" y="1818"/>
                    <a:pt x="664" y="1811"/>
                    <a:pt x="664" y="1804"/>
                  </a:cubicBezTo>
                  <a:cubicBezTo>
                    <a:pt x="664" y="1797"/>
                    <a:pt x="656" y="1782"/>
                    <a:pt x="649" y="1775"/>
                  </a:cubicBezTo>
                  <a:lnTo>
                    <a:pt x="642" y="1732"/>
                  </a:lnTo>
                  <a:lnTo>
                    <a:pt x="635" y="1703"/>
                  </a:lnTo>
                  <a:lnTo>
                    <a:pt x="628" y="1667"/>
                  </a:lnTo>
                  <a:lnTo>
                    <a:pt x="628" y="1645"/>
                  </a:lnTo>
                  <a:cubicBezTo>
                    <a:pt x="628" y="1638"/>
                    <a:pt x="620" y="1609"/>
                    <a:pt x="620" y="1587"/>
                  </a:cubicBezTo>
                  <a:lnTo>
                    <a:pt x="620" y="1573"/>
                  </a:lnTo>
                  <a:lnTo>
                    <a:pt x="620" y="1508"/>
                  </a:lnTo>
                  <a:cubicBezTo>
                    <a:pt x="620" y="1039"/>
                    <a:pt x="988" y="650"/>
                    <a:pt x="1457" y="628"/>
                  </a:cubicBezTo>
                  <a:lnTo>
                    <a:pt x="1457" y="809"/>
                  </a:lnTo>
                  <a:lnTo>
                    <a:pt x="1839" y="419"/>
                  </a:lnTo>
                  <a:lnTo>
                    <a:pt x="1457" y="1"/>
                  </a:lnTo>
                  <a:close/>
                </a:path>
              </a:pathLst>
            </a:custGeom>
            <a:solidFill>
              <a:srgbClr val="A5B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8822;p127">
              <a:extLst>
                <a:ext uri="{FF2B5EF4-FFF2-40B4-BE49-F238E27FC236}">
                  <a16:creationId xmlns:a16="http://schemas.microsoft.com/office/drawing/2014/main" id="{3EE5FE2E-5D5F-45DD-C46F-72E752DBF0D6}"/>
                </a:ext>
              </a:extLst>
            </p:cNvPr>
            <p:cNvSpPr/>
            <p:nvPr/>
          </p:nvSpPr>
          <p:spPr>
            <a:xfrm>
              <a:off x="4869825" y="1519575"/>
              <a:ext cx="19500" cy="23825"/>
            </a:xfrm>
            <a:custGeom>
              <a:avLst/>
              <a:gdLst/>
              <a:ahLst/>
              <a:cxnLst/>
              <a:rect l="l" t="t" r="r" b="b"/>
              <a:pathLst>
                <a:path w="780" h="953" extrusionOk="0">
                  <a:moveTo>
                    <a:pt x="304" y="1"/>
                  </a:moveTo>
                  <a:lnTo>
                    <a:pt x="1" y="354"/>
                  </a:lnTo>
                  <a:cubicBezTo>
                    <a:pt x="181" y="506"/>
                    <a:pt x="289" y="722"/>
                    <a:pt x="311" y="953"/>
                  </a:cubicBezTo>
                  <a:lnTo>
                    <a:pt x="780" y="953"/>
                  </a:lnTo>
                  <a:cubicBezTo>
                    <a:pt x="751" y="585"/>
                    <a:pt x="585" y="239"/>
                    <a:pt x="304" y="1"/>
                  </a:cubicBezTo>
                  <a:close/>
                </a:path>
              </a:pathLst>
            </a:custGeom>
            <a:solidFill>
              <a:srgbClr val="A5B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8823;p127">
              <a:extLst>
                <a:ext uri="{FF2B5EF4-FFF2-40B4-BE49-F238E27FC236}">
                  <a16:creationId xmlns:a16="http://schemas.microsoft.com/office/drawing/2014/main" id="{A4D983F0-78E4-62BB-C14A-26B3A4462F3F}"/>
                </a:ext>
              </a:extLst>
            </p:cNvPr>
            <p:cNvSpPr/>
            <p:nvPr/>
          </p:nvSpPr>
          <p:spPr>
            <a:xfrm>
              <a:off x="4857575" y="1547700"/>
              <a:ext cx="31575" cy="31600"/>
            </a:xfrm>
            <a:custGeom>
              <a:avLst/>
              <a:gdLst/>
              <a:ahLst/>
              <a:cxnLst/>
              <a:rect l="l" t="t" r="r" b="b"/>
              <a:pathLst>
                <a:path w="1263" h="1264" extrusionOk="0">
                  <a:moveTo>
                    <a:pt x="801" y="1"/>
                  </a:moveTo>
                  <a:cubicBezTo>
                    <a:pt x="758" y="419"/>
                    <a:pt x="426" y="751"/>
                    <a:pt x="1" y="794"/>
                  </a:cubicBezTo>
                  <a:lnTo>
                    <a:pt x="1" y="1263"/>
                  </a:lnTo>
                  <a:cubicBezTo>
                    <a:pt x="679" y="1213"/>
                    <a:pt x="1219" y="679"/>
                    <a:pt x="126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8824;p127">
              <a:extLst>
                <a:ext uri="{FF2B5EF4-FFF2-40B4-BE49-F238E27FC236}">
                  <a16:creationId xmlns:a16="http://schemas.microsoft.com/office/drawing/2014/main" id="{A326AF08-A467-749F-36E3-54FF93464CBC}"/>
                </a:ext>
              </a:extLst>
            </p:cNvPr>
            <p:cNvSpPr/>
            <p:nvPr/>
          </p:nvSpPr>
          <p:spPr>
            <a:xfrm>
              <a:off x="4829800" y="1560150"/>
              <a:ext cx="23650" cy="18950"/>
            </a:xfrm>
            <a:custGeom>
              <a:avLst/>
              <a:gdLst/>
              <a:ahLst/>
              <a:cxnLst/>
              <a:rect l="l" t="t" r="r" b="b"/>
              <a:pathLst>
                <a:path w="946" h="758" extrusionOk="0">
                  <a:moveTo>
                    <a:pt x="376" y="1"/>
                  </a:moveTo>
                  <a:lnTo>
                    <a:pt x="1" y="282"/>
                  </a:lnTo>
                  <a:cubicBezTo>
                    <a:pt x="239" y="563"/>
                    <a:pt x="578" y="736"/>
                    <a:pt x="946" y="758"/>
                  </a:cubicBezTo>
                  <a:lnTo>
                    <a:pt x="946" y="289"/>
                  </a:lnTo>
                  <a:cubicBezTo>
                    <a:pt x="722" y="267"/>
                    <a:pt x="520" y="166"/>
                    <a:pt x="376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9" name="Google Shape;8825;p127">
            <a:extLst>
              <a:ext uri="{FF2B5EF4-FFF2-40B4-BE49-F238E27FC236}">
                <a16:creationId xmlns:a16="http://schemas.microsoft.com/office/drawing/2014/main" id="{EF4C05E5-E426-DC81-C56E-B8120AAEB6DA}"/>
              </a:ext>
            </a:extLst>
          </p:cNvPr>
          <p:cNvGrpSpPr/>
          <p:nvPr/>
        </p:nvGrpSpPr>
        <p:grpSpPr>
          <a:xfrm>
            <a:off x="6719325" y="5159050"/>
            <a:ext cx="580225" cy="543515"/>
            <a:chOff x="4721450" y="1509475"/>
            <a:chExt cx="79350" cy="74325"/>
          </a:xfrm>
        </p:grpSpPr>
        <p:sp>
          <p:nvSpPr>
            <p:cNvPr id="620" name="Google Shape;8826;p127">
              <a:extLst>
                <a:ext uri="{FF2B5EF4-FFF2-40B4-BE49-F238E27FC236}">
                  <a16:creationId xmlns:a16="http://schemas.microsoft.com/office/drawing/2014/main" id="{3ECBDF47-F2C2-38BE-6028-6847F6E292B8}"/>
                </a:ext>
              </a:extLst>
            </p:cNvPr>
            <p:cNvSpPr/>
            <p:nvPr/>
          </p:nvSpPr>
          <p:spPr>
            <a:xfrm>
              <a:off x="4729025" y="1509475"/>
              <a:ext cx="27050" cy="26725"/>
            </a:xfrm>
            <a:custGeom>
              <a:avLst/>
              <a:gdLst/>
              <a:ahLst/>
              <a:cxnLst/>
              <a:rect l="l" t="t" r="r" b="b"/>
              <a:pathLst>
                <a:path w="1082" h="1069" extrusionOk="0">
                  <a:moveTo>
                    <a:pt x="440" y="1"/>
                  </a:moveTo>
                  <a:lnTo>
                    <a:pt x="570" y="224"/>
                  </a:lnTo>
                  <a:cubicBezTo>
                    <a:pt x="296" y="405"/>
                    <a:pt x="94" y="672"/>
                    <a:pt x="0" y="989"/>
                  </a:cubicBezTo>
                  <a:lnTo>
                    <a:pt x="188" y="809"/>
                  </a:lnTo>
                  <a:lnTo>
                    <a:pt x="462" y="1068"/>
                  </a:lnTo>
                  <a:cubicBezTo>
                    <a:pt x="527" y="888"/>
                    <a:pt x="649" y="737"/>
                    <a:pt x="808" y="628"/>
                  </a:cubicBezTo>
                  <a:lnTo>
                    <a:pt x="923" y="823"/>
                  </a:lnTo>
                  <a:lnTo>
                    <a:pt x="1082" y="188"/>
                  </a:lnTo>
                  <a:lnTo>
                    <a:pt x="440" y="1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1" name="Google Shape;8827;p127">
              <a:extLst>
                <a:ext uri="{FF2B5EF4-FFF2-40B4-BE49-F238E27FC236}">
                  <a16:creationId xmlns:a16="http://schemas.microsoft.com/office/drawing/2014/main" id="{5DABB9E3-9057-FC77-17E0-CAB43ACCE1A0}"/>
                </a:ext>
              </a:extLst>
            </p:cNvPr>
            <p:cNvSpPr/>
            <p:nvPr/>
          </p:nvSpPr>
          <p:spPr>
            <a:xfrm>
              <a:off x="4721450" y="1533275"/>
              <a:ext cx="32300" cy="42600"/>
            </a:xfrm>
            <a:custGeom>
              <a:avLst/>
              <a:gdLst/>
              <a:ahLst/>
              <a:cxnLst/>
              <a:rect l="l" t="t" r="r" b="b"/>
              <a:pathLst>
                <a:path w="1292" h="1704" extrusionOk="0">
                  <a:moveTo>
                    <a:pt x="491" y="1"/>
                  </a:moveTo>
                  <a:lnTo>
                    <a:pt x="0" y="455"/>
                  </a:lnTo>
                  <a:lnTo>
                    <a:pt x="238" y="455"/>
                  </a:lnTo>
                  <a:cubicBezTo>
                    <a:pt x="253" y="1025"/>
                    <a:pt x="635" y="1530"/>
                    <a:pt x="1183" y="1703"/>
                  </a:cubicBezTo>
                  <a:lnTo>
                    <a:pt x="1024" y="1530"/>
                  </a:lnTo>
                  <a:lnTo>
                    <a:pt x="1291" y="1256"/>
                  </a:lnTo>
                  <a:cubicBezTo>
                    <a:pt x="952" y="1133"/>
                    <a:pt x="721" y="816"/>
                    <a:pt x="707" y="455"/>
                  </a:cubicBezTo>
                  <a:lnTo>
                    <a:pt x="945" y="455"/>
                  </a:lnTo>
                  <a:lnTo>
                    <a:pt x="491" y="1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8828;p127">
              <a:extLst>
                <a:ext uri="{FF2B5EF4-FFF2-40B4-BE49-F238E27FC236}">
                  <a16:creationId xmlns:a16="http://schemas.microsoft.com/office/drawing/2014/main" id="{DBDFC751-1ECF-C8AE-EB67-EE3C1A0CB1B6}"/>
                </a:ext>
              </a:extLst>
            </p:cNvPr>
            <p:cNvSpPr/>
            <p:nvPr/>
          </p:nvSpPr>
          <p:spPr>
            <a:xfrm>
              <a:off x="4750650" y="1551675"/>
              <a:ext cx="42950" cy="32125"/>
            </a:xfrm>
            <a:custGeom>
              <a:avLst/>
              <a:gdLst/>
              <a:ahLst/>
              <a:cxnLst/>
              <a:rect l="l" t="t" r="r" b="b"/>
              <a:pathLst>
                <a:path w="1718" h="1285" extrusionOk="0">
                  <a:moveTo>
                    <a:pt x="1256" y="1"/>
                  </a:moveTo>
                  <a:cubicBezTo>
                    <a:pt x="1126" y="332"/>
                    <a:pt x="808" y="556"/>
                    <a:pt x="448" y="570"/>
                  </a:cubicBezTo>
                  <a:lnTo>
                    <a:pt x="448" y="340"/>
                  </a:lnTo>
                  <a:lnTo>
                    <a:pt x="1" y="794"/>
                  </a:lnTo>
                  <a:lnTo>
                    <a:pt x="448" y="1284"/>
                  </a:lnTo>
                  <a:lnTo>
                    <a:pt x="448" y="1032"/>
                  </a:lnTo>
                  <a:cubicBezTo>
                    <a:pt x="1039" y="1025"/>
                    <a:pt x="1551" y="635"/>
                    <a:pt x="1717" y="73"/>
                  </a:cubicBezTo>
                  <a:lnTo>
                    <a:pt x="1717" y="73"/>
                  </a:lnTo>
                  <a:lnTo>
                    <a:pt x="1515" y="260"/>
                  </a:lnTo>
                  <a:lnTo>
                    <a:pt x="1256" y="1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8829;p127">
              <a:extLst>
                <a:ext uri="{FF2B5EF4-FFF2-40B4-BE49-F238E27FC236}">
                  <a16:creationId xmlns:a16="http://schemas.microsoft.com/office/drawing/2014/main" id="{0ED8E63D-C08A-C2DA-07C4-589B92949582}"/>
                </a:ext>
              </a:extLst>
            </p:cNvPr>
            <p:cNvSpPr/>
            <p:nvPr/>
          </p:nvSpPr>
          <p:spPr>
            <a:xfrm>
              <a:off x="4761300" y="1510025"/>
              <a:ext cx="39500" cy="44375"/>
            </a:xfrm>
            <a:custGeom>
              <a:avLst/>
              <a:gdLst/>
              <a:ahLst/>
              <a:cxnLst/>
              <a:rect l="l" t="t" r="r" b="b"/>
              <a:pathLst>
                <a:path w="1580" h="1775" extrusionOk="0">
                  <a:moveTo>
                    <a:pt x="13" y="0"/>
                  </a:moveTo>
                  <a:cubicBezTo>
                    <a:pt x="9" y="0"/>
                    <a:pt x="5" y="0"/>
                    <a:pt x="0" y="0"/>
                  </a:cubicBezTo>
                  <a:lnTo>
                    <a:pt x="0" y="462"/>
                  </a:lnTo>
                  <a:cubicBezTo>
                    <a:pt x="476" y="462"/>
                    <a:pt x="873" y="844"/>
                    <a:pt x="880" y="1328"/>
                  </a:cubicBezTo>
                  <a:lnTo>
                    <a:pt x="635" y="1328"/>
                  </a:lnTo>
                  <a:lnTo>
                    <a:pt x="1089" y="1775"/>
                  </a:lnTo>
                  <a:lnTo>
                    <a:pt x="1580" y="1328"/>
                  </a:lnTo>
                  <a:lnTo>
                    <a:pt x="1349" y="1328"/>
                  </a:lnTo>
                  <a:cubicBezTo>
                    <a:pt x="1335" y="589"/>
                    <a:pt x="743" y="0"/>
                    <a:pt x="13" y="0"/>
                  </a:cubicBezTo>
                  <a:close/>
                </a:path>
              </a:pathLst>
            </a:custGeom>
            <a:solidFill>
              <a:srgbClr val="A5B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4" name="Google Shape;8830;p127">
            <a:extLst>
              <a:ext uri="{FF2B5EF4-FFF2-40B4-BE49-F238E27FC236}">
                <a16:creationId xmlns:a16="http://schemas.microsoft.com/office/drawing/2014/main" id="{6D804792-2EC8-2F0C-F6D7-0CA6F54CBB39}"/>
              </a:ext>
            </a:extLst>
          </p:cNvPr>
          <p:cNvGrpSpPr/>
          <p:nvPr/>
        </p:nvGrpSpPr>
        <p:grpSpPr>
          <a:xfrm>
            <a:off x="8187476" y="5136585"/>
            <a:ext cx="583274" cy="594072"/>
            <a:chOff x="4906800" y="1507500"/>
            <a:chExt cx="70350" cy="71075"/>
          </a:xfrm>
        </p:grpSpPr>
        <p:sp>
          <p:nvSpPr>
            <p:cNvPr id="625" name="Google Shape;8831;p127">
              <a:extLst>
                <a:ext uri="{FF2B5EF4-FFF2-40B4-BE49-F238E27FC236}">
                  <a16:creationId xmlns:a16="http://schemas.microsoft.com/office/drawing/2014/main" id="{442F035D-CB6F-9A34-D880-76D3FD0957F1}"/>
                </a:ext>
              </a:extLst>
            </p:cNvPr>
            <p:cNvSpPr/>
            <p:nvPr/>
          </p:nvSpPr>
          <p:spPr>
            <a:xfrm>
              <a:off x="4916000" y="1507500"/>
              <a:ext cx="30850" cy="24000"/>
            </a:xfrm>
            <a:custGeom>
              <a:avLst/>
              <a:gdLst/>
              <a:ahLst/>
              <a:cxnLst/>
              <a:rect l="l" t="t" r="r" b="b"/>
              <a:pathLst>
                <a:path w="1234" h="960" extrusionOk="0">
                  <a:moveTo>
                    <a:pt x="837" y="1"/>
                  </a:moveTo>
                  <a:lnTo>
                    <a:pt x="837" y="202"/>
                  </a:lnTo>
                  <a:cubicBezTo>
                    <a:pt x="484" y="282"/>
                    <a:pt x="181" y="498"/>
                    <a:pt x="0" y="808"/>
                  </a:cubicBezTo>
                  <a:lnTo>
                    <a:pt x="455" y="960"/>
                  </a:lnTo>
                  <a:cubicBezTo>
                    <a:pt x="556" y="837"/>
                    <a:pt x="686" y="736"/>
                    <a:pt x="837" y="686"/>
                  </a:cubicBezTo>
                  <a:lnTo>
                    <a:pt x="837" y="823"/>
                  </a:lnTo>
                  <a:lnTo>
                    <a:pt x="1234" y="426"/>
                  </a:lnTo>
                  <a:lnTo>
                    <a:pt x="837" y="1"/>
                  </a:lnTo>
                  <a:close/>
                </a:path>
              </a:pathLst>
            </a:custGeom>
            <a:solidFill>
              <a:srgbClr val="BAC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8832;p127">
              <a:extLst>
                <a:ext uri="{FF2B5EF4-FFF2-40B4-BE49-F238E27FC236}">
                  <a16:creationId xmlns:a16="http://schemas.microsoft.com/office/drawing/2014/main" id="{16B446CE-6A38-FBE2-7457-198DE726F68A}"/>
                </a:ext>
              </a:extLst>
            </p:cNvPr>
            <p:cNvSpPr/>
            <p:nvPr/>
          </p:nvSpPr>
          <p:spPr>
            <a:xfrm>
              <a:off x="4906800" y="1533825"/>
              <a:ext cx="19675" cy="32475"/>
            </a:xfrm>
            <a:custGeom>
              <a:avLst/>
              <a:gdLst/>
              <a:ahLst/>
              <a:cxnLst/>
              <a:rect l="l" t="t" r="r" b="b"/>
              <a:pathLst>
                <a:path w="787" h="1299" extrusionOk="0">
                  <a:moveTo>
                    <a:pt x="527" y="1"/>
                  </a:moveTo>
                  <a:lnTo>
                    <a:pt x="1" y="246"/>
                  </a:lnTo>
                  <a:lnTo>
                    <a:pt x="181" y="303"/>
                  </a:lnTo>
                  <a:cubicBezTo>
                    <a:pt x="181" y="347"/>
                    <a:pt x="174" y="390"/>
                    <a:pt x="174" y="433"/>
                  </a:cubicBezTo>
                  <a:cubicBezTo>
                    <a:pt x="174" y="751"/>
                    <a:pt x="289" y="1061"/>
                    <a:pt x="498" y="1299"/>
                  </a:cubicBezTo>
                  <a:lnTo>
                    <a:pt x="787" y="909"/>
                  </a:lnTo>
                  <a:cubicBezTo>
                    <a:pt x="693" y="772"/>
                    <a:pt x="650" y="614"/>
                    <a:pt x="642" y="455"/>
                  </a:cubicBezTo>
                  <a:lnTo>
                    <a:pt x="642" y="455"/>
                  </a:lnTo>
                  <a:lnTo>
                    <a:pt x="787" y="498"/>
                  </a:lnTo>
                  <a:lnTo>
                    <a:pt x="527" y="1"/>
                  </a:lnTo>
                  <a:close/>
                </a:path>
              </a:pathLst>
            </a:custGeom>
            <a:solidFill>
              <a:srgbClr val="A5B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8833;p127">
              <a:extLst>
                <a:ext uri="{FF2B5EF4-FFF2-40B4-BE49-F238E27FC236}">
                  <a16:creationId xmlns:a16="http://schemas.microsoft.com/office/drawing/2014/main" id="{D042FDA2-5529-CD4D-447F-F29B113FAB7B}"/>
                </a:ext>
              </a:extLst>
            </p:cNvPr>
            <p:cNvSpPr/>
            <p:nvPr/>
          </p:nvSpPr>
          <p:spPr>
            <a:xfrm>
              <a:off x="4926625" y="1561950"/>
              <a:ext cx="30675" cy="16625"/>
            </a:xfrm>
            <a:custGeom>
              <a:avLst/>
              <a:gdLst/>
              <a:ahLst/>
              <a:cxnLst/>
              <a:rect l="l" t="t" r="r" b="b"/>
              <a:pathLst>
                <a:path w="1227" h="665" extrusionOk="0">
                  <a:moveTo>
                    <a:pt x="556" y="1"/>
                  </a:moveTo>
                  <a:lnTo>
                    <a:pt x="1" y="87"/>
                  </a:lnTo>
                  <a:lnTo>
                    <a:pt x="66" y="664"/>
                  </a:lnTo>
                  <a:lnTo>
                    <a:pt x="181" y="513"/>
                  </a:lnTo>
                  <a:cubicBezTo>
                    <a:pt x="347" y="585"/>
                    <a:pt x="526" y="621"/>
                    <a:pt x="704" y="621"/>
                  </a:cubicBezTo>
                  <a:cubicBezTo>
                    <a:pt x="883" y="621"/>
                    <a:pt x="1061" y="585"/>
                    <a:pt x="1227" y="513"/>
                  </a:cubicBezTo>
                  <a:lnTo>
                    <a:pt x="946" y="123"/>
                  </a:lnTo>
                  <a:cubicBezTo>
                    <a:pt x="866" y="149"/>
                    <a:pt x="785" y="161"/>
                    <a:pt x="704" y="161"/>
                  </a:cubicBezTo>
                  <a:cubicBezTo>
                    <a:pt x="623" y="161"/>
                    <a:pt x="542" y="149"/>
                    <a:pt x="462" y="123"/>
                  </a:cubicBezTo>
                  <a:lnTo>
                    <a:pt x="556" y="1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8834;p127">
              <a:extLst>
                <a:ext uri="{FF2B5EF4-FFF2-40B4-BE49-F238E27FC236}">
                  <a16:creationId xmlns:a16="http://schemas.microsoft.com/office/drawing/2014/main" id="{4050E58C-CE96-43A7-3B17-A199D3E3F1FA}"/>
                </a:ext>
              </a:extLst>
            </p:cNvPr>
            <p:cNvSpPr/>
            <p:nvPr/>
          </p:nvSpPr>
          <p:spPr>
            <a:xfrm>
              <a:off x="4957475" y="1541400"/>
              <a:ext cx="19675" cy="27800"/>
            </a:xfrm>
            <a:custGeom>
              <a:avLst/>
              <a:gdLst/>
              <a:ahLst/>
              <a:cxnLst/>
              <a:rect l="l" t="t" r="r" b="b"/>
              <a:pathLst>
                <a:path w="787" h="1112" extrusionOk="0">
                  <a:moveTo>
                    <a:pt x="779" y="0"/>
                  </a:moveTo>
                  <a:lnTo>
                    <a:pt x="318" y="145"/>
                  </a:lnTo>
                  <a:cubicBezTo>
                    <a:pt x="318" y="303"/>
                    <a:pt x="274" y="455"/>
                    <a:pt x="188" y="592"/>
                  </a:cubicBezTo>
                  <a:lnTo>
                    <a:pt x="80" y="448"/>
                  </a:lnTo>
                  <a:lnTo>
                    <a:pt x="0" y="1003"/>
                  </a:lnTo>
                  <a:lnTo>
                    <a:pt x="570" y="1111"/>
                  </a:lnTo>
                  <a:lnTo>
                    <a:pt x="469" y="981"/>
                  </a:lnTo>
                  <a:cubicBezTo>
                    <a:pt x="671" y="743"/>
                    <a:pt x="786" y="440"/>
                    <a:pt x="786" y="130"/>
                  </a:cubicBezTo>
                  <a:cubicBezTo>
                    <a:pt x="786" y="87"/>
                    <a:pt x="786" y="44"/>
                    <a:pt x="779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8835;p127">
              <a:extLst>
                <a:ext uri="{FF2B5EF4-FFF2-40B4-BE49-F238E27FC236}">
                  <a16:creationId xmlns:a16="http://schemas.microsoft.com/office/drawing/2014/main" id="{7FB3C88D-A71E-3C24-ADA1-DE431CB73F4C}"/>
                </a:ext>
              </a:extLst>
            </p:cNvPr>
            <p:cNvSpPr/>
            <p:nvPr/>
          </p:nvSpPr>
          <p:spPr>
            <a:xfrm>
              <a:off x="4951325" y="1512550"/>
              <a:ext cx="24925" cy="26350"/>
            </a:xfrm>
            <a:custGeom>
              <a:avLst/>
              <a:gdLst/>
              <a:ahLst/>
              <a:cxnLst/>
              <a:rect l="l" t="t" r="r" b="b"/>
              <a:pathLst>
                <a:path w="997" h="1054" extrusionOk="0">
                  <a:moveTo>
                    <a:pt x="1" y="0"/>
                  </a:moveTo>
                  <a:lnTo>
                    <a:pt x="1" y="476"/>
                  </a:lnTo>
                  <a:cubicBezTo>
                    <a:pt x="145" y="534"/>
                    <a:pt x="282" y="628"/>
                    <a:pt x="376" y="751"/>
                  </a:cubicBezTo>
                  <a:lnTo>
                    <a:pt x="210" y="801"/>
                  </a:lnTo>
                  <a:lnTo>
                    <a:pt x="715" y="1053"/>
                  </a:lnTo>
                  <a:lnTo>
                    <a:pt x="996" y="549"/>
                  </a:lnTo>
                  <a:lnTo>
                    <a:pt x="996" y="549"/>
                  </a:lnTo>
                  <a:lnTo>
                    <a:pt x="838" y="599"/>
                  </a:lnTo>
                  <a:cubicBezTo>
                    <a:pt x="650" y="296"/>
                    <a:pt x="347" y="73"/>
                    <a:pt x="1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630" name="Google Shape;8836;p127">
            <a:extLst>
              <a:ext uri="{FF2B5EF4-FFF2-40B4-BE49-F238E27FC236}">
                <a16:creationId xmlns:a16="http://schemas.microsoft.com/office/drawing/2014/main" id="{5406C3E3-AD28-C221-6D2E-78F2CDA47DD1}"/>
              </a:ext>
            </a:extLst>
          </p:cNvPr>
          <p:cNvGrpSpPr/>
          <p:nvPr/>
        </p:nvGrpSpPr>
        <p:grpSpPr>
          <a:xfrm>
            <a:off x="6004871" y="3478955"/>
            <a:ext cx="563691" cy="563736"/>
            <a:chOff x="3736598" y="2170606"/>
            <a:chExt cx="404889" cy="404889"/>
          </a:xfrm>
        </p:grpSpPr>
        <p:sp>
          <p:nvSpPr>
            <p:cNvPr id="631" name="Google Shape;8837;p127">
              <a:extLst>
                <a:ext uri="{FF2B5EF4-FFF2-40B4-BE49-F238E27FC236}">
                  <a16:creationId xmlns:a16="http://schemas.microsoft.com/office/drawing/2014/main" id="{D4A0E6BA-A321-801E-B47D-443C1859922C}"/>
                </a:ext>
              </a:extLst>
            </p:cNvPr>
            <p:cNvSpPr/>
            <p:nvPr/>
          </p:nvSpPr>
          <p:spPr>
            <a:xfrm>
              <a:off x="3950281" y="2170846"/>
              <a:ext cx="191206" cy="231947"/>
            </a:xfrm>
            <a:custGeom>
              <a:avLst/>
              <a:gdLst/>
              <a:ahLst/>
              <a:cxnLst/>
              <a:rect l="l" t="t" r="r" b="b"/>
              <a:pathLst>
                <a:path w="8781" h="10652" extrusionOk="0">
                  <a:moveTo>
                    <a:pt x="23" y="1"/>
                  </a:moveTo>
                  <a:lnTo>
                    <a:pt x="1435" y="2583"/>
                  </a:lnTo>
                  <a:lnTo>
                    <a:pt x="0" y="5246"/>
                  </a:lnTo>
                  <a:cubicBezTo>
                    <a:pt x="1997" y="5498"/>
                    <a:pt x="3512" y="7186"/>
                    <a:pt x="3547" y="9217"/>
                  </a:cubicBezTo>
                  <a:lnTo>
                    <a:pt x="6187" y="10652"/>
                  </a:lnTo>
                  <a:lnTo>
                    <a:pt x="8780" y="9217"/>
                  </a:lnTo>
                  <a:cubicBezTo>
                    <a:pt x="8746" y="4305"/>
                    <a:pt x="4913" y="276"/>
                    <a:pt x="23" y="1"/>
                  </a:cubicBezTo>
                  <a:close/>
                </a:path>
              </a:pathLst>
            </a:custGeom>
            <a:solidFill>
              <a:srgbClr val="F8FA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2" name="Google Shape;8838;p127">
              <a:extLst>
                <a:ext uri="{FF2B5EF4-FFF2-40B4-BE49-F238E27FC236}">
                  <a16:creationId xmlns:a16="http://schemas.microsoft.com/office/drawing/2014/main" id="{0B4AD283-658B-1DB6-62A5-6F91BC6CE258}"/>
                </a:ext>
              </a:extLst>
            </p:cNvPr>
            <p:cNvSpPr/>
            <p:nvPr/>
          </p:nvSpPr>
          <p:spPr>
            <a:xfrm>
              <a:off x="3737099" y="2170606"/>
              <a:ext cx="231947" cy="191446"/>
            </a:xfrm>
            <a:custGeom>
              <a:avLst/>
              <a:gdLst/>
              <a:ahLst/>
              <a:cxnLst/>
              <a:rect l="l" t="t" r="r" b="b"/>
              <a:pathLst>
                <a:path w="10652" h="8792" extrusionOk="0">
                  <a:moveTo>
                    <a:pt x="9216" y="0"/>
                  </a:moveTo>
                  <a:cubicBezTo>
                    <a:pt x="4304" y="35"/>
                    <a:pt x="276" y="3868"/>
                    <a:pt x="0" y="8769"/>
                  </a:cubicBezTo>
                  <a:lnTo>
                    <a:pt x="2583" y="7346"/>
                  </a:lnTo>
                  <a:lnTo>
                    <a:pt x="5245" y="8792"/>
                  </a:lnTo>
                  <a:cubicBezTo>
                    <a:pt x="5498" y="6783"/>
                    <a:pt x="7185" y="5268"/>
                    <a:pt x="9216" y="5234"/>
                  </a:cubicBezTo>
                  <a:lnTo>
                    <a:pt x="10651" y="2594"/>
                  </a:lnTo>
                  <a:lnTo>
                    <a:pt x="9216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3" name="Google Shape;8839;p127">
              <a:extLst>
                <a:ext uri="{FF2B5EF4-FFF2-40B4-BE49-F238E27FC236}">
                  <a16:creationId xmlns:a16="http://schemas.microsoft.com/office/drawing/2014/main" id="{A3D0CF59-D78E-B969-53A6-BBF7822E580C}"/>
                </a:ext>
              </a:extLst>
            </p:cNvPr>
            <p:cNvSpPr/>
            <p:nvPr/>
          </p:nvSpPr>
          <p:spPr>
            <a:xfrm>
              <a:off x="3909539" y="2384027"/>
              <a:ext cx="231686" cy="191468"/>
            </a:xfrm>
            <a:custGeom>
              <a:avLst/>
              <a:gdLst/>
              <a:ahLst/>
              <a:cxnLst/>
              <a:rect l="l" t="t" r="r" b="b"/>
              <a:pathLst>
                <a:path w="10640" h="8793" extrusionOk="0">
                  <a:moveTo>
                    <a:pt x="5395" y="1"/>
                  </a:moveTo>
                  <a:cubicBezTo>
                    <a:pt x="5142" y="1998"/>
                    <a:pt x="3455" y="3513"/>
                    <a:pt x="1435" y="3559"/>
                  </a:cubicBezTo>
                  <a:lnTo>
                    <a:pt x="0" y="6187"/>
                  </a:lnTo>
                  <a:lnTo>
                    <a:pt x="1424" y="8792"/>
                  </a:lnTo>
                  <a:cubicBezTo>
                    <a:pt x="6324" y="8758"/>
                    <a:pt x="10364" y="4913"/>
                    <a:pt x="10640" y="24"/>
                  </a:cubicBezTo>
                  <a:lnTo>
                    <a:pt x="10640" y="24"/>
                  </a:lnTo>
                  <a:lnTo>
                    <a:pt x="8058" y="1436"/>
                  </a:lnTo>
                  <a:lnTo>
                    <a:pt x="5395" y="1"/>
                  </a:lnTo>
                  <a:close/>
                </a:path>
              </a:pathLst>
            </a:custGeom>
            <a:solidFill>
              <a:srgbClr val="BAC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8840;p127">
              <a:extLst>
                <a:ext uri="{FF2B5EF4-FFF2-40B4-BE49-F238E27FC236}">
                  <a16:creationId xmlns:a16="http://schemas.microsoft.com/office/drawing/2014/main" id="{F10E439A-8C47-8E79-0CB7-2B37AB37B02D}"/>
                </a:ext>
              </a:extLst>
            </p:cNvPr>
            <p:cNvSpPr/>
            <p:nvPr/>
          </p:nvSpPr>
          <p:spPr>
            <a:xfrm>
              <a:off x="3736598" y="2343307"/>
              <a:ext cx="191707" cy="231686"/>
            </a:xfrm>
            <a:custGeom>
              <a:avLst/>
              <a:gdLst/>
              <a:ahLst/>
              <a:cxnLst/>
              <a:rect l="l" t="t" r="r" b="b"/>
              <a:pathLst>
                <a:path w="8804" h="10640" extrusionOk="0">
                  <a:moveTo>
                    <a:pt x="2606" y="0"/>
                  </a:moveTo>
                  <a:lnTo>
                    <a:pt x="0" y="1435"/>
                  </a:lnTo>
                  <a:cubicBezTo>
                    <a:pt x="46" y="6335"/>
                    <a:pt x="3880" y="10364"/>
                    <a:pt x="8769" y="10639"/>
                  </a:cubicBezTo>
                  <a:lnTo>
                    <a:pt x="7357" y="8057"/>
                  </a:lnTo>
                  <a:lnTo>
                    <a:pt x="8803" y="5394"/>
                  </a:lnTo>
                  <a:cubicBezTo>
                    <a:pt x="6795" y="5142"/>
                    <a:pt x="5280" y="3455"/>
                    <a:pt x="5245" y="1435"/>
                  </a:cubicBezTo>
                  <a:lnTo>
                    <a:pt x="2606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5" name="Google Shape;8841;p127">
            <a:extLst>
              <a:ext uri="{FF2B5EF4-FFF2-40B4-BE49-F238E27FC236}">
                <a16:creationId xmlns:a16="http://schemas.microsoft.com/office/drawing/2014/main" id="{52607644-73B2-4298-7A71-9CF2B1408908}"/>
              </a:ext>
            </a:extLst>
          </p:cNvPr>
          <p:cNvGrpSpPr/>
          <p:nvPr/>
        </p:nvGrpSpPr>
        <p:grpSpPr>
          <a:xfrm>
            <a:off x="5214944" y="3479061"/>
            <a:ext cx="638845" cy="563525"/>
            <a:chOff x="3161917" y="2170682"/>
            <a:chExt cx="458870" cy="404737"/>
          </a:xfrm>
        </p:grpSpPr>
        <p:sp>
          <p:nvSpPr>
            <p:cNvPr id="636" name="Google Shape;8842;p127">
              <a:extLst>
                <a:ext uri="{FF2B5EF4-FFF2-40B4-BE49-F238E27FC236}">
                  <a16:creationId xmlns:a16="http://schemas.microsoft.com/office/drawing/2014/main" id="{E15452FF-CF71-82DC-B096-12B1C2C0EF97}"/>
                </a:ext>
              </a:extLst>
            </p:cNvPr>
            <p:cNvSpPr/>
            <p:nvPr/>
          </p:nvSpPr>
          <p:spPr>
            <a:xfrm>
              <a:off x="3161917" y="2170682"/>
              <a:ext cx="277174" cy="291676"/>
            </a:xfrm>
            <a:custGeom>
              <a:avLst/>
              <a:gdLst/>
              <a:ahLst/>
              <a:cxnLst/>
              <a:rect l="l" t="t" r="r" b="b"/>
              <a:pathLst>
                <a:path w="12729" h="13395" extrusionOk="0">
                  <a:moveTo>
                    <a:pt x="11294" y="0"/>
                  </a:moveTo>
                  <a:cubicBezTo>
                    <a:pt x="4442" y="46"/>
                    <a:pt x="0" y="7242"/>
                    <a:pt x="3019" y="13394"/>
                  </a:cubicBezTo>
                  <a:lnTo>
                    <a:pt x="4522" y="10915"/>
                  </a:lnTo>
                  <a:lnTo>
                    <a:pt x="7598" y="10835"/>
                  </a:lnTo>
                  <a:cubicBezTo>
                    <a:pt x="6531" y="8195"/>
                    <a:pt x="8436" y="5291"/>
                    <a:pt x="11294" y="5234"/>
                  </a:cubicBezTo>
                  <a:lnTo>
                    <a:pt x="12729" y="2606"/>
                  </a:lnTo>
                  <a:lnTo>
                    <a:pt x="11294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7" name="Google Shape;8843;p127">
              <a:extLst>
                <a:ext uri="{FF2B5EF4-FFF2-40B4-BE49-F238E27FC236}">
                  <a16:creationId xmlns:a16="http://schemas.microsoft.com/office/drawing/2014/main" id="{A40A9848-4ED9-B834-79B8-83A286C43A27}"/>
                </a:ext>
              </a:extLst>
            </p:cNvPr>
            <p:cNvSpPr/>
            <p:nvPr/>
          </p:nvSpPr>
          <p:spPr>
            <a:xfrm>
              <a:off x="3420326" y="2170922"/>
              <a:ext cx="200461" cy="302934"/>
            </a:xfrm>
            <a:custGeom>
              <a:avLst/>
              <a:gdLst/>
              <a:ahLst/>
              <a:cxnLst/>
              <a:rect l="l" t="t" r="r" b="b"/>
              <a:pathLst>
                <a:path w="9206" h="13912" extrusionOk="0">
                  <a:moveTo>
                    <a:pt x="24" y="1"/>
                  </a:moveTo>
                  <a:lnTo>
                    <a:pt x="1447" y="2583"/>
                  </a:lnTo>
                  <a:lnTo>
                    <a:pt x="1" y="5246"/>
                  </a:lnTo>
                  <a:cubicBezTo>
                    <a:pt x="2893" y="5602"/>
                    <a:pt x="4488" y="8815"/>
                    <a:pt x="3008" y="11329"/>
                  </a:cubicBezTo>
                  <a:lnTo>
                    <a:pt x="4557" y="13854"/>
                  </a:lnTo>
                  <a:lnTo>
                    <a:pt x="7564" y="13911"/>
                  </a:lnTo>
                  <a:cubicBezTo>
                    <a:pt x="9171" y="11122"/>
                    <a:pt x="9206" y="7691"/>
                    <a:pt x="7679" y="4856"/>
                  </a:cubicBezTo>
                  <a:cubicBezTo>
                    <a:pt x="6141" y="2021"/>
                    <a:pt x="3237" y="184"/>
                    <a:pt x="24" y="1"/>
                  </a:cubicBezTo>
                  <a:close/>
                </a:path>
              </a:pathLst>
            </a:custGeom>
            <a:solidFill>
              <a:srgbClr val="F8FA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8844;p127">
              <a:extLst>
                <a:ext uri="{FF2B5EF4-FFF2-40B4-BE49-F238E27FC236}">
                  <a16:creationId xmlns:a16="http://schemas.microsoft.com/office/drawing/2014/main" id="{3E160E0E-59F5-F8A1-691D-693790AD6E1A}"/>
                </a:ext>
              </a:extLst>
            </p:cNvPr>
            <p:cNvSpPr/>
            <p:nvPr/>
          </p:nvSpPr>
          <p:spPr>
            <a:xfrm>
              <a:off x="3233645" y="2417594"/>
              <a:ext cx="344393" cy="157825"/>
            </a:xfrm>
            <a:custGeom>
              <a:avLst/>
              <a:gdLst/>
              <a:ahLst/>
              <a:cxnLst/>
              <a:rect l="l" t="t" r="r" b="b"/>
              <a:pathLst>
                <a:path w="15816" h="7248" extrusionOk="0">
                  <a:moveTo>
                    <a:pt x="4557" y="1"/>
                  </a:moveTo>
                  <a:lnTo>
                    <a:pt x="1515" y="81"/>
                  </a:lnTo>
                  <a:lnTo>
                    <a:pt x="0" y="2583"/>
                  </a:lnTo>
                  <a:cubicBezTo>
                    <a:pt x="1607" y="5372"/>
                    <a:pt x="4545" y="7140"/>
                    <a:pt x="7770" y="7243"/>
                  </a:cubicBezTo>
                  <a:cubicBezTo>
                    <a:pt x="7870" y="7246"/>
                    <a:pt x="7970" y="7248"/>
                    <a:pt x="8070" y="7248"/>
                  </a:cubicBezTo>
                  <a:cubicBezTo>
                    <a:pt x="11183" y="7248"/>
                    <a:pt x="14092" y="5691"/>
                    <a:pt x="15816" y="3088"/>
                  </a:cubicBezTo>
                  <a:lnTo>
                    <a:pt x="12832" y="3019"/>
                  </a:lnTo>
                  <a:lnTo>
                    <a:pt x="11260" y="471"/>
                  </a:lnTo>
                  <a:cubicBezTo>
                    <a:pt x="10437" y="1506"/>
                    <a:pt x="9252" y="2011"/>
                    <a:pt x="8072" y="2011"/>
                  </a:cubicBezTo>
                  <a:cubicBezTo>
                    <a:pt x="6699" y="2011"/>
                    <a:pt x="5334" y="1328"/>
                    <a:pt x="4557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9" name="Google Shape;8845;p127">
            <a:extLst>
              <a:ext uri="{FF2B5EF4-FFF2-40B4-BE49-F238E27FC236}">
                <a16:creationId xmlns:a16="http://schemas.microsoft.com/office/drawing/2014/main" id="{88F8BFED-2242-7568-1B67-6CE9860D3AED}"/>
              </a:ext>
            </a:extLst>
          </p:cNvPr>
          <p:cNvGrpSpPr/>
          <p:nvPr/>
        </p:nvGrpSpPr>
        <p:grpSpPr>
          <a:xfrm>
            <a:off x="5245489" y="4322701"/>
            <a:ext cx="577755" cy="553165"/>
            <a:chOff x="3179914" y="2889488"/>
            <a:chExt cx="422876" cy="404911"/>
          </a:xfrm>
        </p:grpSpPr>
        <p:sp>
          <p:nvSpPr>
            <p:cNvPr id="640" name="Google Shape;8846;p127">
              <a:extLst>
                <a:ext uri="{FF2B5EF4-FFF2-40B4-BE49-F238E27FC236}">
                  <a16:creationId xmlns:a16="http://schemas.microsoft.com/office/drawing/2014/main" id="{F7966342-27DE-464A-AB90-F7F4732B61F5}"/>
                </a:ext>
              </a:extLst>
            </p:cNvPr>
            <p:cNvSpPr/>
            <p:nvPr/>
          </p:nvSpPr>
          <p:spPr>
            <a:xfrm>
              <a:off x="3402328" y="2889749"/>
              <a:ext cx="163726" cy="157477"/>
            </a:xfrm>
            <a:custGeom>
              <a:avLst/>
              <a:gdLst/>
              <a:ahLst/>
              <a:cxnLst/>
              <a:rect l="l" t="t" r="r" b="b"/>
              <a:pathLst>
                <a:path w="7519" h="7232" extrusionOk="0">
                  <a:moveTo>
                    <a:pt x="24" y="0"/>
                  </a:moveTo>
                  <a:lnTo>
                    <a:pt x="1447" y="2583"/>
                  </a:lnTo>
                  <a:lnTo>
                    <a:pt x="1" y="5257"/>
                  </a:lnTo>
                  <a:cubicBezTo>
                    <a:pt x="1252" y="5418"/>
                    <a:pt x="2365" y="6141"/>
                    <a:pt x="2996" y="7231"/>
                  </a:cubicBezTo>
                  <a:lnTo>
                    <a:pt x="5958" y="7151"/>
                  </a:lnTo>
                  <a:lnTo>
                    <a:pt x="7518" y="4580"/>
                  </a:lnTo>
                  <a:cubicBezTo>
                    <a:pt x="5946" y="1894"/>
                    <a:pt x="3134" y="184"/>
                    <a:pt x="24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8847;p127">
              <a:extLst>
                <a:ext uri="{FF2B5EF4-FFF2-40B4-BE49-F238E27FC236}">
                  <a16:creationId xmlns:a16="http://schemas.microsoft.com/office/drawing/2014/main" id="{EF955A3E-15FF-BEE8-797C-8D2642F43E3E}"/>
                </a:ext>
              </a:extLst>
            </p:cNvPr>
            <p:cNvSpPr/>
            <p:nvPr/>
          </p:nvSpPr>
          <p:spPr>
            <a:xfrm>
              <a:off x="3467807" y="3000956"/>
              <a:ext cx="134983" cy="191707"/>
            </a:xfrm>
            <a:custGeom>
              <a:avLst/>
              <a:gdLst/>
              <a:ahLst/>
              <a:cxnLst/>
              <a:rect l="l" t="t" r="r" b="b"/>
              <a:pathLst>
                <a:path w="6199" h="8804" extrusionOk="0">
                  <a:moveTo>
                    <a:pt x="4798" y="1"/>
                  </a:moveTo>
                  <a:lnTo>
                    <a:pt x="3249" y="2549"/>
                  </a:lnTo>
                  <a:lnTo>
                    <a:pt x="242" y="2629"/>
                  </a:lnTo>
                  <a:cubicBezTo>
                    <a:pt x="724" y="3800"/>
                    <a:pt x="644" y="5131"/>
                    <a:pt x="1" y="6221"/>
                  </a:cubicBezTo>
                  <a:lnTo>
                    <a:pt x="1550" y="8746"/>
                  </a:lnTo>
                  <a:lnTo>
                    <a:pt x="4557" y="8804"/>
                  </a:lnTo>
                  <a:cubicBezTo>
                    <a:pt x="6107" y="6095"/>
                    <a:pt x="6199" y="2790"/>
                    <a:pt x="4798" y="1"/>
                  </a:cubicBezTo>
                  <a:close/>
                </a:path>
              </a:pathLst>
            </a:custGeom>
            <a:solidFill>
              <a:srgbClr val="A5B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8848;p127">
              <a:extLst>
                <a:ext uri="{FF2B5EF4-FFF2-40B4-BE49-F238E27FC236}">
                  <a16:creationId xmlns:a16="http://schemas.microsoft.com/office/drawing/2014/main" id="{AABE8586-C38E-06DC-94DC-85F13EBBBD67}"/>
                </a:ext>
              </a:extLst>
            </p:cNvPr>
            <p:cNvSpPr/>
            <p:nvPr/>
          </p:nvSpPr>
          <p:spPr>
            <a:xfrm>
              <a:off x="3222637" y="2889488"/>
              <a:ext cx="198457" cy="149224"/>
            </a:xfrm>
            <a:custGeom>
              <a:avLst/>
              <a:gdLst/>
              <a:ahLst/>
              <a:cxnLst/>
              <a:rect l="l" t="t" r="r" b="b"/>
              <a:pathLst>
                <a:path w="9114" h="6853" extrusionOk="0">
                  <a:moveTo>
                    <a:pt x="7690" y="1"/>
                  </a:moveTo>
                  <a:cubicBezTo>
                    <a:pt x="4592" y="24"/>
                    <a:pt x="1711" y="1585"/>
                    <a:pt x="1" y="4156"/>
                  </a:cubicBezTo>
                  <a:lnTo>
                    <a:pt x="2904" y="4225"/>
                  </a:lnTo>
                  <a:lnTo>
                    <a:pt x="4511" y="6853"/>
                  </a:lnTo>
                  <a:cubicBezTo>
                    <a:pt x="5257" y="5854"/>
                    <a:pt x="6428" y="5258"/>
                    <a:pt x="7679" y="5235"/>
                  </a:cubicBezTo>
                  <a:lnTo>
                    <a:pt x="9114" y="2606"/>
                  </a:lnTo>
                  <a:lnTo>
                    <a:pt x="7690" y="1"/>
                  </a:lnTo>
                  <a:close/>
                </a:path>
              </a:pathLst>
            </a:custGeom>
            <a:solidFill>
              <a:srgbClr val="F8FA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8849;p127">
              <a:extLst>
                <a:ext uri="{FF2B5EF4-FFF2-40B4-BE49-F238E27FC236}">
                  <a16:creationId xmlns:a16="http://schemas.microsoft.com/office/drawing/2014/main" id="{ABB0A777-2F5B-74E0-913B-92FE1E9160AE}"/>
                </a:ext>
              </a:extLst>
            </p:cNvPr>
            <p:cNvSpPr/>
            <p:nvPr/>
          </p:nvSpPr>
          <p:spPr>
            <a:xfrm>
              <a:off x="3179914" y="2991462"/>
              <a:ext cx="133960" cy="190205"/>
            </a:xfrm>
            <a:custGeom>
              <a:avLst/>
              <a:gdLst/>
              <a:ahLst/>
              <a:cxnLst/>
              <a:rect l="l" t="t" r="r" b="b"/>
              <a:pathLst>
                <a:path w="6152" h="8735" extrusionOk="0">
                  <a:moveTo>
                    <a:pt x="1641" y="1"/>
                  </a:moveTo>
                  <a:cubicBezTo>
                    <a:pt x="103" y="2686"/>
                    <a:pt x="0" y="5957"/>
                    <a:pt x="1366" y="8735"/>
                  </a:cubicBezTo>
                  <a:lnTo>
                    <a:pt x="2869" y="6244"/>
                  </a:lnTo>
                  <a:lnTo>
                    <a:pt x="5957" y="6164"/>
                  </a:lnTo>
                  <a:cubicBezTo>
                    <a:pt x="5486" y="5016"/>
                    <a:pt x="5555" y="3731"/>
                    <a:pt x="6152" y="2640"/>
                  </a:cubicBezTo>
                  <a:lnTo>
                    <a:pt x="4568" y="58"/>
                  </a:lnTo>
                  <a:lnTo>
                    <a:pt x="1641" y="1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4" name="Google Shape;8850;p127">
              <a:extLst>
                <a:ext uri="{FF2B5EF4-FFF2-40B4-BE49-F238E27FC236}">
                  <a16:creationId xmlns:a16="http://schemas.microsoft.com/office/drawing/2014/main" id="{9DB40F9F-380C-13E3-007A-F68EA62FDC2F}"/>
                </a:ext>
              </a:extLst>
            </p:cNvPr>
            <p:cNvSpPr/>
            <p:nvPr/>
          </p:nvSpPr>
          <p:spPr>
            <a:xfrm>
              <a:off x="3215887" y="3136661"/>
              <a:ext cx="162725" cy="157477"/>
            </a:xfrm>
            <a:custGeom>
              <a:avLst/>
              <a:gdLst/>
              <a:ahLst/>
              <a:cxnLst/>
              <a:rect l="l" t="t" r="r" b="b"/>
              <a:pathLst>
                <a:path w="7473" h="7232" extrusionOk="0">
                  <a:moveTo>
                    <a:pt x="4546" y="1"/>
                  </a:moveTo>
                  <a:lnTo>
                    <a:pt x="1516" y="81"/>
                  </a:lnTo>
                  <a:lnTo>
                    <a:pt x="1" y="2583"/>
                  </a:lnTo>
                  <a:cubicBezTo>
                    <a:pt x="1550" y="5280"/>
                    <a:pt x="4339" y="7025"/>
                    <a:pt x="7438" y="7232"/>
                  </a:cubicBezTo>
                  <a:lnTo>
                    <a:pt x="6026" y="4649"/>
                  </a:lnTo>
                  <a:lnTo>
                    <a:pt x="7472" y="1964"/>
                  </a:lnTo>
                  <a:cubicBezTo>
                    <a:pt x="6256" y="1791"/>
                    <a:pt x="5177" y="1068"/>
                    <a:pt x="454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8851;p127">
              <a:extLst>
                <a:ext uri="{FF2B5EF4-FFF2-40B4-BE49-F238E27FC236}">
                  <a16:creationId xmlns:a16="http://schemas.microsoft.com/office/drawing/2014/main" id="{9D7D756C-D8A7-01C9-C3DB-FD85B3C80BA6}"/>
                </a:ext>
              </a:extLst>
            </p:cNvPr>
            <p:cNvSpPr/>
            <p:nvPr/>
          </p:nvSpPr>
          <p:spPr>
            <a:xfrm>
              <a:off x="3359605" y="3146677"/>
              <a:ext cx="200439" cy="147722"/>
            </a:xfrm>
            <a:custGeom>
              <a:avLst/>
              <a:gdLst/>
              <a:ahLst/>
              <a:cxnLst/>
              <a:rect l="l" t="t" r="r" b="b"/>
              <a:pathLst>
                <a:path w="9205" h="6784" extrusionOk="0">
                  <a:moveTo>
                    <a:pt x="4649" y="0"/>
                  </a:moveTo>
                  <a:cubicBezTo>
                    <a:pt x="3880" y="976"/>
                    <a:pt x="2697" y="1549"/>
                    <a:pt x="1446" y="1549"/>
                  </a:cubicBezTo>
                  <a:lnTo>
                    <a:pt x="1435" y="1549"/>
                  </a:lnTo>
                  <a:lnTo>
                    <a:pt x="0" y="4189"/>
                  </a:lnTo>
                  <a:lnTo>
                    <a:pt x="1435" y="6783"/>
                  </a:lnTo>
                  <a:lnTo>
                    <a:pt x="1446" y="6783"/>
                  </a:lnTo>
                  <a:cubicBezTo>
                    <a:pt x="1458" y="6783"/>
                    <a:pt x="1469" y="6783"/>
                    <a:pt x="1481" y="6783"/>
                  </a:cubicBezTo>
                  <a:cubicBezTo>
                    <a:pt x="4589" y="6783"/>
                    <a:pt x="7490" y="5224"/>
                    <a:pt x="9205" y="2628"/>
                  </a:cubicBezTo>
                  <a:lnTo>
                    <a:pt x="6221" y="2559"/>
                  </a:lnTo>
                  <a:lnTo>
                    <a:pt x="4649" y="0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46" name="Google Shape;8852;p127">
            <a:extLst>
              <a:ext uri="{FF2B5EF4-FFF2-40B4-BE49-F238E27FC236}">
                <a16:creationId xmlns:a16="http://schemas.microsoft.com/office/drawing/2014/main" id="{F5ABBCA6-AAB9-A69F-1499-95B606677359}"/>
              </a:ext>
            </a:extLst>
          </p:cNvPr>
          <p:cNvGrpSpPr/>
          <p:nvPr/>
        </p:nvGrpSpPr>
        <p:grpSpPr>
          <a:xfrm>
            <a:off x="5943016" y="4322657"/>
            <a:ext cx="572668" cy="553255"/>
            <a:chOff x="3729467" y="2889422"/>
            <a:chExt cx="419153" cy="404977"/>
          </a:xfrm>
        </p:grpSpPr>
        <p:sp>
          <p:nvSpPr>
            <p:cNvPr id="647" name="Google Shape;8853;p127">
              <a:extLst>
                <a:ext uri="{FF2B5EF4-FFF2-40B4-BE49-F238E27FC236}">
                  <a16:creationId xmlns:a16="http://schemas.microsoft.com/office/drawing/2014/main" id="{A2D9561D-BD90-1978-6F43-6B95337354A1}"/>
                </a:ext>
              </a:extLst>
            </p:cNvPr>
            <p:cNvSpPr/>
            <p:nvPr/>
          </p:nvSpPr>
          <p:spPr>
            <a:xfrm>
              <a:off x="4014137" y="2974913"/>
              <a:ext cx="134482" cy="178707"/>
            </a:xfrm>
            <a:custGeom>
              <a:avLst/>
              <a:gdLst/>
              <a:ahLst/>
              <a:cxnLst/>
              <a:rect l="l" t="t" r="r" b="b"/>
              <a:pathLst>
                <a:path w="6176" h="8207" extrusionOk="0">
                  <a:moveTo>
                    <a:pt x="4121" y="0"/>
                  </a:moveTo>
                  <a:lnTo>
                    <a:pt x="2973" y="2732"/>
                  </a:lnTo>
                  <a:lnTo>
                    <a:pt x="0" y="3260"/>
                  </a:lnTo>
                  <a:cubicBezTo>
                    <a:pt x="391" y="3891"/>
                    <a:pt x="586" y="4625"/>
                    <a:pt x="586" y="5372"/>
                  </a:cubicBezTo>
                  <a:cubicBezTo>
                    <a:pt x="586" y="5658"/>
                    <a:pt x="563" y="5945"/>
                    <a:pt x="494" y="6232"/>
                  </a:cubicBezTo>
                  <a:lnTo>
                    <a:pt x="2743" y="8206"/>
                  </a:lnTo>
                  <a:lnTo>
                    <a:pt x="5613" y="7392"/>
                  </a:lnTo>
                  <a:cubicBezTo>
                    <a:pt x="6175" y="4832"/>
                    <a:pt x="5636" y="2146"/>
                    <a:pt x="4121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8854;p127">
              <a:extLst>
                <a:ext uri="{FF2B5EF4-FFF2-40B4-BE49-F238E27FC236}">
                  <a16:creationId xmlns:a16="http://schemas.microsoft.com/office/drawing/2014/main" id="{7F7E14D8-699C-CE40-3055-DD3217E8AC8F}"/>
                </a:ext>
              </a:extLst>
            </p:cNvPr>
            <p:cNvSpPr/>
            <p:nvPr/>
          </p:nvSpPr>
          <p:spPr>
            <a:xfrm>
              <a:off x="3741225" y="3095375"/>
              <a:ext cx="148963" cy="173460"/>
            </a:xfrm>
            <a:custGeom>
              <a:avLst/>
              <a:gdLst/>
              <a:ahLst/>
              <a:cxnLst/>
              <a:rect l="l" t="t" r="r" b="b"/>
              <a:pathLst>
                <a:path w="6841" h="7966" extrusionOk="0">
                  <a:moveTo>
                    <a:pt x="2215" y="0"/>
                  </a:moveTo>
                  <a:lnTo>
                    <a:pt x="0" y="1963"/>
                  </a:lnTo>
                  <a:cubicBezTo>
                    <a:pt x="597" y="4511"/>
                    <a:pt x="2250" y="6691"/>
                    <a:pt x="4534" y="7965"/>
                  </a:cubicBezTo>
                  <a:lnTo>
                    <a:pt x="4373" y="5027"/>
                  </a:lnTo>
                  <a:lnTo>
                    <a:pt x="6841" y="3248"/>
                  </a:lnTo>
                  <a:cubicBezTo>
                    <a:pt x="5980" y="2686"/>
                    <a:pt x="5360" y="1814"/>
                    <a:pt x="5108" y="804"/>
                  </a:cubicBezTo>
                  <a:lnTo>
                    <a:pt x="2215" y="0"/>
                  </a:ln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8855;p127">
              <a:extLst>
                <a:ext uri="{FF2B5EF4-FFF2-40B4-BE49-F238E27FC236}">
                  <a16:creationId xmlns:a16="http://schemas.microsoft.com/office/drawing/2014/main" id="{1AA5A8BB-F063-78F4-9EBC-F67943AF00CB}"/>
                </a:ext>
              </a:extLst>
            </p:cNvPr>
            <p:cNvSpPr/>
            <p:nvPr/>
          </p:nvSpPr>
          <p:spPr>
            <a:xfrm>
              <a:off x="3949660" y="2889684"/>
              <a:ext cx="146219" cy="145980"/>
            </a:xfrm>
            <a:custGeom>
              <a:avLst/>
              <a:gdLst/>
              <a:ahLst/>
              <a:cxnLst/>
              <a:rect l="l" t="t" r="r" b="b"/>
              <a:pathLst>
                <a:path w="6715" h="6704" extrusionOk="0">
                  <a:moveTo>
                    <a:pt x="12" y="0"/>
                  </a:moveTo>
                  <a:lnTo>
                    <a:pt x="1435" y="2583"/>
                  </a:lnTo>
                  <a:lnTo>
                    <a:pt x="0" y="5257"/>
                  </a:lnTo>
                  <a:cubicBezTo>
                    <a:pt x="1022" y="5383"/>
                    <a:pt x="1963" y="5900"/>
                    <a:pt x="2629" y="6703"/>
                  </a:cubicBezTo>
                  <a:lnTo>
                    <a:pt x="5567" y="6187"/>
                  </a:lnTo>
                  <a:lnTo>
                    <a:pt x="6714" y="3432"/>
                  </a:lnTo>
                  <a:cubicBezTo>
                    <a:pt x="5062" y="1401"/>
                    <a:pt x="2629" y="150"/>
                    <a:pt x="12" y="0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8856;p127">
              <a:extLst>
                <a:ext uri="{FF2B5EF4-FFF2-40B4-BE49-F238E27FC236}">
                  <a16:creationId xmlns:a16="http://schemas.microsoft.com/office/drawing/2014/main" id="{E571631E-51E6-75BF-1F1B-7EF39D670DF5}"/>
                </a:ext>
              </a:extLst>
            </p:cNvPr>
            <p:cNvSpPr/>
            <p:nvPr/>
          </p:nvSpPr>
          <p:spPr>
            <a:xfrm>
              <a:off x="3847947" y="3172089"/>
              <a:ext cx="167210" cy="122310"/>
            </a:xfrm>
            <a:custGeom>
              <a:avLst/>
              <a:gdLst/>
              <a:ahLst/>
              <a:cxnLst/>
              <a:rect l="l" t="t" r="r" b="b"/>
              <a:pathLst>
                <a:path w="7679" h="5617" extrusionOk="0">
                  <a:moveTo>
                    <a:pt x="2433" y="1"/>
                  </a:moveTo>
                  <a:lnTo>
                    <a:pt x="0" y="1757"/>
                  </a:lnTo>
                  <a:lnTo>
                    <a:pt x="149" y="4718"/>
                  </a:lnTo>
                  <a:cubicBezTo>
                    <a:pt x="1415" y="5317"/>
                    <a:pt x="2781" y="5616"/>
                    <a:pt x="4148" y="5616"/>
                  </a:cubicBezTo>
                  <a:cubicBezTo>
                    <a:pt x="5347" y="5616"/>
                    <a:pt x="6546" y="5386"/>
                    <a:pt x="7678" y="4924"/>
                  </a:cubicBezTo>
                  <a:lnTo>
                    <a:pt x="5280" y="3203"/>
                  </a:lnTo>
                  <a:lnTo>
                    <a:pt x="5417" y="173"/>
                  </a:lnTo>
                  <a:lnTo>
                    <a:pt x="5417" y="173"/>
                  </a:lnTo>
                  <a:cubicBezTo>
                    <a:pt x="5016" y="311"/>
                    <a:pt x="4591" y="379"/>
                    <a:pt x="4155" y="379"/>
                  </a:cubicBezTo>
                  <a:cubicBezTo>
                    <a:pt x="3558" y="379"/>
                    <a:pt x="2973" y="253"/>
                    <a:pt x="2433" y="1"/>
                  </a:cubicBezTo>
                  <a:close/>
                </a:path>
              </a:pathLst>
            </a:custGeom>
            <a:solidFill>
              <a:srgbClr val="F8FA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8857;p127">
              <a:extLst>
                <a:ext uri="{FF2B5EF4-FFF2-40B4-BE49-F238E27FC236}">
                  <a16:creationId xmlns:a16="http://schemas.microsoft.com/office/drawing/2014/main" id="{2267E16C-9E1A-8C63-4471-50C163D209A1}"/>
                </a:ext>
              </a:extLst>
            </p:cNvPr>
            <p:cNvSpPr/>
            <p:nvPr/>
          </p:nvSpPr>
          <p:spPr>
            <a:xfrm>
              <a:off x="3974658" y="3122616"/>
              <a:ext cx="158457" cy="151206"/>
            </a:xfrm>
            <a:custGeom>
              <a:avLst/>
              <a:gdLst/>
              <a:ahLst/>
              <a:cxnLst/>
              <a:rect l="l" t="t" r="r" b="b"/>
              <a:pathLst>
                <a:path w="7277" h="6944" extrusionOk="0">
                  <a:moveTo>
                    <a:pt x="2158" y="0"/>
                  </a:moveTo>
                  <a:cubicBezTo>
                    <a:pt x="1790" y="964"/>
                    <a:pt x="1079" y="1768"/>
                    <a:pt x="149" y="2227"/>
                  </a:cubicBezTo>
                  <a:lnTo>
                    <a:pt x="0" y="5222"/>
                  </a:lnTo>
                  <a:lnTo>
                    <a:pt x="2422" y="6944"/>
                  </a:lnTo>
                  <a:cubicBezTo>
                    <a:pt x="4775" y="5785"/>
                    <a:pt x="6542" y="3696"/>
                    <a:pt x="7277" y="1171"/>
                  </a:cubicBezTo>
                  <a:lnTo>
                    <a:pt x="7277" y="1171"/>
                  </a:lnTo>
                  <a:lnTo>
                    <a:pt x="4430" y="1986"/>
                  </a:lnTo>
                  <a:lnTo>
                    <a:pt x="2158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2" name="Google Shape;8858;p127">
              <a:extLst>
                <a:ext uri="{FF2B5EF4-FFF2-40B4-BE49-F238E27FC236}">
                  <a16:creationId xmlns:a16="http://schemas.microsoft.com/office/drawing/2014/main" id="{23A2CDDD-C893-C4FA-9CFE-AC2D82DFBAE4}"/>
                </a:ext>
              </a:extLst>
            </p:cNvPr>
            <p:cNvSpPr/>
            <p:nvPr/>
          </p:nvSpPr>
          <p:spPr>
            <a:xfrm>
              <a:off x="3729467" y="2966660"/>
              <a:ext cx="138990" cy="158718"/>
            </a:xfrm>
            <a:custGeom>
              <a:avLst/>
              <a:gdLst/>
              <a:ahLst/>
              <a:cxnLst/>
              <a:rect l="l" t="t" r="r" b="b"/>
              <a:pathLst>
                <a:path w="6383" h="7289" extrusionOk="0">
                  <a:moveTo>
                    <a:pt x="2296" y="0"/>
                  </a:moveTo>
                  <a:cubicBezTo>
                    <a:pt x="678" y="2055"/>
                    <a:pt x="1" y="4706"/>
                    <a:pt x="425" y="7288"/>
                  </a:cubicBezTo>
                  <a:lnTo>
                    <a:pt x="2618" y="5337"/>
                  </a:lnTo>
                  <a:lnTo>
                    <a:pt x="5556" y="6152"/>
                  </a:lnTo>
                  <a:cubicBezTo>
                    <a:pt x="5544" y="6026"/>
                    <a:pt x="5533" y="5888"/>
                    <a:pt x="5533" y="5751"/>
                  </a:cubicBezTo>
                  <a:cubicBezTo>
                    <a:pt x="5533" y="4855"/>
                    <a:pt x="5831" y="3983"/>
                    <a:pt x="6382" y="3271"/>
                  </a:cubicBezTo>
                  <a:lnTo>
                    <a:pt x="5211" y="505"/>
                  </a:lnTo>
                  <a:lnTo>
                    <a:pt x="2296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8859;p127">
              <a:extLst>
                <a:ext uri="{FF2B5EF4-FFF2-40B4-BE49-F238E27FC236}">
                  <a16:creationId xmlns:a16="http://schemas.microsoft.com/office/drawing/2014/main" id="{D5DA265A-742A-8F76-BC49-1D40A2801280}"/>
                </a:ext>
              </a:extLst>
            </p:cNvPr>
            <p:cNvSpPr/>
            <p:nvPr/>
          </p:nvSpPr>
          <p:spPr>
            <a:xfrm>
              <a:off x="3787716" y="2889422"/>
              <a:ext cx="180449" cy="139229"/>
            </a:xfrm>
            <a:custGeom>
              <a:avLst/>
              <a:gdLst/>
              <a:ahLst/>
              <a:cxnLst/>
              <a:rect l="l" t="t" r="r" b="b"/>
              <a:pathLst>
                <a:path w="8287" h="6394" extrusionOk="0">
                  <a:moveTo>
                    <a:pt x="6863" y="1"/>
                  </a:moveTo>
                  <a:cubicBezTo>
                    <a:pt x="4235" y="12"/>
                    <a:pt x="1756" y="1137"/>
                    <a:pt x="0" y="3088"/>
                  </a:cubicBezTo>
                  <a:lnTo>
                    <a:pt x="2904" y="3593"/>
                  </a:lnTo>
                  <a:lnTo>
                    <a:pt x="4086" y="6394"/>
                  </a:lnTo>
                  <a:cubicBezTo>
                    <a:pt x="4820" y="5671"/>
                    <a:pt x="5819" y="5258"/>
                    <a:pt x="6852" y="5235"/>
                  </a:cubicBezTo>
                  <a:lnTo>
                    <a:pt x="8287" y="2606"/>
                  </a:lnTo>
                  <a:lnTo>
                    <a:pt x="6863" y="1"/>
                  </a:lnTo>
                  <a:close/>
                </a:path>
              </a:pathLst>
            </a:custGeom>
            <a:solidFill>
              <a:srgbClr val="A5B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54" name="Google Shape;8860;p127">
            <a:extLst>
              <a:ext uri="{FF2B5EF4-FFF2-40B4-BE49-F238E27FC236}">
                <a16:creationId xmlns:a16="http://schemas.microsoft.com/office/drawing/2014/main" id="{C8C87F61-7DD1-F8C0-B2FB-FEAD1E1A84FD}"/>
              </a:ext>
            </a:extLst>
          </p:cNvPr>
          <p:cNvSpPr/>
          <p:nvPr/>
        </p:nvSpPr>
        <p:spPr>
          <a:xfrm>
            <a:off x="9291768" y="3487190"/>
            <a:ext cx="205714" cy="104301"/>
          </a:xfrm>
          <a:custGeom>
            <a:avLst/>
            <a:gdLst/>
            <a:ahLst/>
            <a:cxnLst/>
            <a:rect l="l" t="t" r="r" b="b"/>
            <a:pathLst>
              <a:path w="3045" h="1544" extrusionOk="0">
                <a:moveTo>
                  <a:pt x="1645" y="0"/>
                </a:moveTo>
                <a:lnTo>
                  <a:pt x="2143" y="505"/>
                </a:lnTo>
                <a:lnTo>
                  <a:pt x="0" y="505"/>
                </a:lnTo>
                <a:lnTo>
                  <a:pt x="0" y="1046"/>
                </a:lnTo>
                <a:lnTo>
                  <a:pt x="2143" y="1046"/>
                </a:lnTo>
                <a:lnTo>
                  <a:pt x="1645" y="1544"/>
                </a:lnTo>
                <a:lnTo>
                  <a:pt x="2272" y="1544"/>
                </a:lnTo>
                <a:lnTo>
                  <a:pt x="3044" y="772"/>
                </a:lnTo>
                <a:lnTo>
                  <a:pt x="2272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5" name="Google Shape;8861;p127">
            <a:extLst>
              <a:ext uri="{FF2B5EF4-FFF2-40B4-BE49-F238E27FC236}">
                <a16:creationId xmlns:a16="http://schemas.microsoft.com/office/drawing/2014/main" id="{E4F766FC-F5A6-BF8A-6C7C-2CB85A135B0B}"/>
              </a:ext>
            </a:extLst>
          </p:cNvPr>
          <p:cNvSpPr/>
          <p:nvPr/>
        </p:nvSpPr>
        <p:spPr>
          <a:xfrm>
            <a:off x="8958310" y="3467666"/>
            <a:ext cx="190582" cy="143347"/>
          </a:xfrm>
          <a:custGeom>
            <a:avLst/>
            <a:gdLst/>
            <a:ahLst/>
            <a:cxnLst/>
            <a:rect l="l" t="t" r="r" b="b"/>
            <a:pathLst>
              <a:path w="2821" h="2122" extrusionOk="0">
                <a:moveTo>
                  <a:pt x="1761" y="1"/>
                </a:moveTo>
                <a:lnTo>
                  <a:pt x="1400" y="361"/>
                </a:lnTo>
                <a:lnTo>
                  <a:pt x="1847" y="808"/>
                </a:lnTo>
                <a:lnTo>
                  <a:pt x="1" y="808"/>
                </a:lnTo>
                <a:lnTo>
                  <a:pt x="1" y="1321"/>
                </a:lnTo>
                <a:lnTo>
                  <a:pt x="1847" y="1321"/>
                </a:lnTo>
                <a:lnTo>
                  <a:pt x="1400" y="1768"/>
                </a:lnTo>
                <a:lnTo>
                  <a:pt x="1761" y="2121"/>
                </a:lnTo>
                <a:lnTo>
                  <a:pt x="2821" y="1061"/>
                </a:lnTo>
                <a:lnTo>
                  <a:pt x="1761" y="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6" name="Google Shape;8862;p127">
            <a:extLst>
              <a:ext uri="{FF2B5EF4-FFF2-40B4-BE49-F238E27FC236}">
                <a16:creationId xmlns:a16="http://schemas.microsoft.com/office/drawing/2014/main" id="{7B3FD576-CF77-1E89-4DFF-EFE7F4DB223A}"/>
              </a:ext>
            </a:extLst>
          </p:cNvPr>
          <p:cNvSpPr/>
          <p:nvPr/>
        </p:nvSpPr>
        <p:spPr>
          <a:xfrm>
            <a:off x="9648746" y="3474827"/>
            <a:ext cx="186190" cy="129565"/>
          </a:xfrm>
          <a:custGeom>
            <a:avLst/>
            <a:gdLst/>
            <a:ahLst/>
            <a:cxnLst/>
            <a:rect l="l" t="t" r="r" b="b"/>
            <a:pathLst>
              <a:path w="2756" h="1918" extrusionOk="0">
                <a:moveTo>
                  <a:pt x="1757" y="0"/>
                </a:moveTo>
                <a:cubicBezTo>
                  <a:pt x="1693" y="0"/>
                  <a:pt x="1630" y="25"/>
                  <a:pt x="1580" y="75"/>
                </a:cubicBezTo>
                <a:cubicBezTo>
                  <a:pt x="1479" y="176"/>
                  <a:pt x="1479" y="335"/>
                  <a:pt x="1580" y="436"/>
                </a:cubicBezTo>
                <a:lnTo>
                  <a:pt x="1768" y="623"/>
                </a:lnTo>
                <a:cubicBezTo>
                  <a:pt x="1797" y="652"/>
                  <a:pt x="1775" y="702"/>
                  <a:pt x="1739" y="702"/>
                </a:cubicBezTo>
                <a:lnTo>
                  <a:pt x="253" y="702"/>
                </a:lnTo>
                <a:cubicBezTo>
                  <a:pt x="116" y="702"/>
                  <a:pt x="1" y="818"/>
                  <a:pt x="1" y="962"/>
                </a:cubicBezTo>
                <a:cubicBezTo>
                  <a:pt x="1" y="1099"/>
                  <a:pt x="116" y="1215"/>
                  <a:pt x="253" y="1215"/>
                </a:cubicBezTo>
                <a:lnTo>
                  <a:pt x="1739" y="1215"/>
                </a:lnTo>
                <a:cubicBezTo>
                  <a:pt x="1775" y="1215"/>
                  <a:pt x="1797" y="1265"/>
                  <a:pt x="1768" y="1294"/>
                </a:cubicBezTo>
                <a:lnTo>
                  <a:pt x="1580" y="1481"/>
                </a:lnTo>
                <a:cubicBezTo>
                  <a:pt x="1479" y="1582"/>
                  <a:pt x="1479" y="1741"/>
                  <a:pt x="1580" y="1842"/>
                </a:cubicBezTo>
                <a:cubicBezTo>
                  <a:pt x="1631" y="1892"/>
                  <a:pt x="1696" y="1918"/>
                  <a:pt x="1760" y="1918"/>
                </a:cubicBezTo>
                <a:cubicBezTo>
                  <a:pt x="1825" y="1918"/>
                  <a:pt x="1890" y="1892"/>
                  <a:pt x="1941" y="1842"/>
                </a:cubicBezTo>
                <a:lnTo>
                  <a:pt x="2676" y="1106"/>
                </a:lnTo>
                <a:cubicBezTo>
                  <a:pt x="2756" y="1027"/>
                  <a:pt x="2756" y="897"/>
                  <a:pt x="2676" y="811"/>
                </a:cubicBezTo>
                <a:lnTo>
                  <a:pt x="1941" y="82"/>
                </a:lnTo>
                <a:cubicBezTo>
                  <a:pt x="1889" y="27"/>
                  <a:pt x="1823" y="0"/>
                  <a:pt x="1757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7" name="Google Shape;8863;p127">
            <a:extLst>
              <a:ext uri="{FF2B5EF4-FFF2-40B4-BE49-F238E27FC236}">
                <a16:creationId xmlns:a16="http://schemas.microsoft.com/office/drawing/2014/main" id="{7318DBD3-DBA4-0CB0-916E-8048B863FB8C}"/>
              </a:ext>
            </a:extLst>
          </p:cNvPr>
          <p:cNvSpPr/>
          <p:nvPr/>
        </p:nvSpPr>
        <p:spPr>
          <a:xfrm>
            <a:off x="9975724" y="3467666"/>
            <a:ext cx="181799" cy="143347"/>
          </a:xfrm>
          <a:custGeom>
            <a:avLst/>
            <a:gdLst/>
            <a:ahLst/>
            <a:cxnLst/>
            <a:rect l="l" t="t" r="r" b="b"/>
            <a:pathLst>
              <a:path w="2691" h="2122" extrusionOk="0">
                <a:moveTo>
                  <a:pt x="1630" y="1"/>
                </a:moveTo>
                <a:lnTo>
                  <a:pt x="1630" y="722"/>
                </a:lnTo>
                <a:lnTo>
                  <a:pt x="1630" y="808"/>
                </a:lnTo>
                <a:lnTo>
                  <a:pt x="0" y="808"/>
                </a:lnTo>
                <a:lnTo>
                  <a:pt x="0" y="1321"/>
                </a:lnTo>
                <a:lnTo>
                  <a:pt x="1630" y="1321"/>
                </a:lnTo>
                <a:lnTo>
                  <a:pt x="1630" y="1407"/>
                </a:lnTo>
                <a:lnTo>
                  <a:pt x="1630" y="2121"/>
                </a:lnTo>
                <a:lnTo>
                  <a:pt x="2691" y="1061"/>
                </a:lnTo>
                <a:lnTo>
                  <a:pt x="1630" y="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58" name="Google Shape;8864;p127">
            <a:extLst>
              <a:ext uri="{FF2B5EF4-FFF2-40B4-BE49-F238E27FC236}">
                <a16:creationId xmlns:a16="http://schemas.microsoft.com/office/drawing/2014/main" id="{9ADDC7DF-2760-7A98-6913-4B9FB3D822D8}"/>
              </a:ext>
            </a:extLst>
          </p:cNvPr>
          <p:cNvGrpSpPr/>
          <p:nvPr/>
        </p:nvGrpSpPr>
        <p:grpSpPr>
          <a:xfrm>
            <a:off x="8961248" y="3708970"/>
            <a:ext cx="184703" cy="156992"/>
            <a:chOff x="4660325" y="1866850"/>
            <a:chExt cx="68350" cy="58100"/>
          </a:xfrm>
          <a:solidFill>
            <a:schemeClr val="accent1">
              <a:lumMod val="75000"/>
            </a:schemeClr>
          </a:solidFill>
        </p:grpSpPr>
        <p:sp>
          <p:nvSpPr>
            <p:cNvPr id="659" name="Google Shape;8865;p127">
              <a:extLst>
                <a:ext uri="{FF2B5EF4-FFF2-40B4-BE49-F238E27FC236}">
                  <a16:creationId xmlns:a16="http://schemas.microsoft.com/office/drawing/2014/main" id="{40D350A6-0521-E694-C17B-BC2C3BDA854A}"/>
                </a:ext>
              </a:extLst>
            </p:cNvPr>
            <p:cNvSpPr/>
            <p:nvPr/>
          </p:nvSpPr>
          <p:spPr>
            <a:xfrm>
              <a:off x="4660325" y="1866850"/>
              <a:ext cx="37700" cy="58100"/>
            </a:xfrm>
            <a:custGeom>
              <a:avLst/>
              <a:gdLst/>
              <a:ahLst/>
              <a:cxnLst/>
              <a:rect l="l" t="t" r="r" b="b"/>
              <a:pathLst>
                <a:path w="1508" h="2324" extrusionOk="0">
                  <a:moveTo>
                    <a:pt x="346" y="1"/>
                  </a:moveTo>
                  <a:lnTo>
                    <a:pt x="0" y="354"/>
                  </a:lnTo>
                  <a:lnTo>
                    <a:pt x="815" y="1162"/>
                  </a:lnTo>
                  <a:lnTo>
                    <a:pt x="0" y="1977"/>
                  </a:lnTo>
                  <a:lnTo>
                    <a:pt x="346" y="2323"/>
                  </a:lnTo>
                  <a:lnTo>
                    <a:pt x="1508" y="1162"/>
                  </a:lnTo>
                  <a:lnTo>
                    <a:pt x="34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8866;p127">
              <a:extLst>
                <a:ext uri="{FF2B5EF4-FFF2-40B4-BE49-F238E27FC236}">
                  <a16:creationId xmlns:a16="http://schemas.microsoft.com/office/drawing/2014/main" id="{5FECBCEE-9981-8B11-65FC-E6324BC84E62}"/>
                </a:ext>
              </a:extLst>
            </p:cNvPr>
            <p:cNvSpPr/>
            <p:nvPr/>
          </p:nvSpPr>
          <p:spPr>
            <a:xfrm>
              <a:off x="4690975" y="1866850"/>
              <a:ext cx="37700" cy="58100"/>
            </a:xfrm>
            <a:custGeom>
              <a:avLst/>
              <a:gdLst/>
              <a:ahLst/>
              <a:cxnLst/>
              <a:rect l="l" t="t" r="r" b="b"/>
              <a:pathLst>
                <a:path w="1508" h="2324" extrusionOk="0">
                  <a:moveTo>
                    <a:pt x="346" y="1"/>
                  </a:moveTo>
                  <a:lnTo>
                    <a:pt x="0" y="354"/>
                  </a:lnTo>
                  <a:lnTo>
                    <a:pt x="808" y="1162"/>
                  </a:lnTo>
                  <a:lnTo>
                    <a:pt x="0" y="1977"/>
                  </a:lnTo>
                  <a:lnTo>
                    <a:pt x="346" y="2323"/>
                  </a:lnTo>
                  <a:lnTo>
                    <a:pt x="1508" y="1162"/>
                  </a:lnTo>
                  <a:lnTo>
                    <a:pt x="34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61" name="Google Shape;8867;p127">
            <a:extLst>
              <a:ext uri="{FF2B5EF4-FFF2-40B4-BE49-F238E27FC236}">
                <a16:creationId xmlns:a16="http://schemas.microsoft.com/office/drawing/2014/main" id="{412B7B9B-1D2A-E99C-7FB3-3098533AFB1A}"/>
              </a:ext>
            </a:extLst>
          </p:cNvPr>
          <p:cNvGrpSpPr/>
          <p:nvPr/>
        </p:nvGrpSpPr>
        <p:grpSpPr>
          <a:xfrm>
            <a:off x="9304469" y="3737511"/>
            <a:ext cx="180312" cy="99910"/>
            <a:chOff x="4791775" y="1877500"/>
            <a:chExt cx="66725" cy="36975"/>
          </a:xfrm>
          <a:solidFill>
            <a:schemeClr val="accent1">
              <a:lumMod val="75000"/>
            </a:schemeClr>
          </a:solidFill>
        </p:grpSpPr>
        <p:sp>
          <p:nvSpPr>
            <p:cNvPr id="662" name="Google Shape;8868;p127">
              <a:extLst>
                <a:ext uri="{FF2B5EF4-FFF2-40B4-BE49-F238E27FC236}">
                  <a16:creationId xmlns:a16="http://schemas.microsoft.com/office/drawing/2014/main" id="{D0D8B124-FA0A-B825-0529-1AE6DB2404B8}"/>
                </a:ext>
              </a:extLst>
            </p:cNvPr>
            <p:cNvSpPr/>
            <p:nvPr/>
          </p:nvSpPr>
          <p:spPr>
            <a:xfrm>
              <a:off x="4791775" y="1877500"/>
              <a:ext cx="36075" cy="36975"/>
            </a:xfrm>
            <a:custGeom>
              <a:avLst/>
              <a:gdLst/>
              <a:ahLst/>
              <a:cxnLst/>
              <a:rect l="l" t="t" r="r" b="b"/>
              <a:pathLst>
                <a:path w="1443" h="1479" extrusionOk="0">
                  <a:moveTo>
                    <a:pt x="0" y="0"/>
                  </a:moveTo>
                  <a:lnTo>
                    <a:pt x="743" y="736"/>
                  </a:lnTo>
                  <a:lnTo>
                    <a:pt x="0" y="1479"/>
                  </a:lnTo>
                  <a:lnTo>
                    <a:pt x="700" y="1479"/>
                  </a:lnTo>
                  <a:lnTo>
                    <a:pt x="1442" y="736"/>
                  </a:lnTo>
                  <a:lnTo>
                    <a:pt x="70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8869;p127">
              <a:extLst>
                <a:ext uri="{FF2B5EF4-FFF2-40B4-BE49-F238E27FC236}">
                  <a16:creationId xmlns:a16="http://schemas.microsoft.com/office/drawing/2014/main" id="{71E32430-A90A-D7FC-450C-C2AE19AC2648}"/>
                </a:ext>
              </a:extLst>
            </p:cNvPr>
            <p:cNvSpPr/>
            <p:nvPr/>
          </p:nvSpPr>
          <p:spPr>
            <a:xfrm>
              <a:off x="4822425" y="1877500"/>
              <a:ext cx="36075" cy="36975"/>
            </a:xfrm>
            <a:custGeom>
              <a:avLst/>
              <a:gdLst/>
              <a:ahLst/>
              <a:cxnLst/>
              <a:rect l="l" t="t" r="r" b="b"/>
              <a:pathLst>
                <a:path w="1443" h="1479" extrusionOk="0">
                  <a:moveTo>
                    <a:pt x="0" y="0"/>
                  </a:moveTo>
                  <a:lnTo>
                    <a:pt x="743" y="736"/>
                  </a:lnTo>
                  <a:lnTo>
                    <a:pt x="0" y="1479"/>
                  </a:lnTo>
                  <a:lnTo>
                    <a:pt x="700" y="1479"/>
                  </a:lnTo>
                  <a:lnTo>
                    <a:pt x="1443" y="736"/>
                  </a:lnTo>
                  <a:lnTo>
                    <a:pt x="70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64" name="Google Shape;8870;p127">
            <a:extLst>
              <a:ext uri="{FF2B5EF4-FFF2-40B4-BE49-F238E27FC236}">
                <a16:creationId xmlns:a16="http://schemas.microsoft.com/office/drawing/2014/main" id="{EF174E7D-89C4-C44C-FED8-29D5886857F2}"/>
              </a:ext>
            </a:extLst>
          </p:cNvPr>
          <p:cNvGrpSpPr/>
          <p:nvPr/>
        </p:nvGrpSpPr>
        <p:grpSpPr>
          <a:xfrm>
            <a:off x="9661413" y="3737511"/>
            <a:ext cx="160855" cy="99910"/>
            <a:chOff x="4923925" y="1877500"/>
            <a:chExt cx="59525" cy="36975"/>
          </a:xfrm>
          <a:solidFill>
            <a:schemeClr val="accent1">
              <a:lumMod val="75000"/>
            </a:schemeClr>
          </a:solidFill>
        </p:grpSpPr>
        <p:sp>
          <p:nvSpPr>
            <p:cNvPr id="665" name="Google Shape;8871;p127">
              <a:extLst>
                <a:ext uri="{FF2B5EF4-FFF2-40B4-BE49-F238E27FC236}">
                  <a16:creationId xmlns:a16="http://schemas.microsoft.com/office/drawing/2014/main" id="{F8F18D25-9FA3-8693-E157-19ED73BD3C23}"/>
                </a:ext>
              </a:extLst>
            </p:cNvPr>
            <p:cNvSpPr/>
            <p:nvPr/>
          </p:nvSpPr>
          <p:spPr>
            <a:xfrm>
              <a:off x="4923925" y="1877500"/>
              <a:ext cx="28875" cy="36975"/>
            </a:xfrm>
            <a:custGeom>
              <a:avLst/>
              <a:gdLst/>
              <a:ahLst/>
              <a:cxnLst/>
              <a:rect l="l" t="t" r="r" b="b"/>
              <a:pathLst>
                <a:path w="1155" h="1479" extrusionOk="0">
                  <a:moveTo>
                    <a:pt x="332" y="0"/>
                  </a:moveTo>
                  <a:cubicBezTo>
                    <a:pt x="116" y="0"/>
                    <a:pt x="1" y="260"/>
                    <a:pt x="159" y="419"/>
                  </a:cubicBezTo>
                  <a:lnTo>
                    <a:pt x="433" y="700"/>
                  </a:lnTo>
                  <a:cubicBezTo>
                    <a:pt x="455" y="722"/>
                    <a:pt x="455" y="758"/>
                    <a:pt x="433" y="779"/>
                  </a:cubicBezTo>
                  <a:lnTo>
                    <a:pt x="159" y="1053"/>
                  </a:lnTo>
                  <a:cubicBezTo>
                    <a:pt x="1" y="1212"/>
                    <a:pt x="116" y="1479"/>
                    <a:pt x="332" y="1479"/>
                  </a:cubicBezTo>
                  <a:cubicBezTo>
                    <a:pt x="397" y="1479"/>
                    <a:pt x="462" y="1450"/>
                    <a:pt x="506" y="1407"/>
                  </a:cubicBezTo>
                  <a:lnTo>
                    <a:pt x="1133" y="779"/>
                  </a:lnTo>
                  <a:cubicBezTo>
                    <a:pt x="1155" y="758"/>
                    <a:pt x="1155" y="722"/>
                    <a:pt x="1133" y="700"/>
                  </a:cubicBezTo>
                  <a:lnTo>
                    <a:pt x="506" y="73"/>
                  </a:lnTo>
                  <a:cubicBezTo>
                    <a:pt x="462" y="22"/>
                    <a:pt x="397" y="0"/>
                    <a:pt x="3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8872;p127">
              <a:extLst>
                <a:ext uri="{FF2B5EF4-FFF2-40B4-BE49-F238E27FC236}">
                  <a16:creationId xmlns:a16="http://schemas.microsoft.com/office/drawing/2014/main" id="{D0EE7B41-8713-BCE4-83E3-33C7214AF1DE}"/>
                </a:ext>
              </a:extLst>
            </p:cNvPr>
            <p:cNvSpPr/>
            <p:nvPr/>
          </p:nvSpPr>
          <p:spPr>
            <a:xfrm>
              <a:off x="4954575" y="1877500"/>
              <a:ext cx="28875" cy="36975"/>
            </a:xfrm>
            <a:custGeom>
              <a:avLst/>
              <a:gdLst/>
              <a:ahLst/>
              <a:cxnLst/>
              <a:rect l="l" t="t" r="r" b="b"/>
              <a:pathLst>
                <a:path w="1155" h="1479" extrusionOk="0">
                  <a:moveTo>
                    <a:pt x="333" y="0"/>
                  </a:moveTo>
                  <a:cubicBezTo>
                    <a:pt x="116" y="0"/>
                    <a:pt x="1" y="260"/>
                    <a:pt x="159" y="419"/>
                  </a:cubicBezTo>
                  <a:lnTo>
                    <a:pt x="434" y="700"/>
                  </a:lnTo>
                  <a:cubicBezTo>
                    <a:pt x="455" y="722"/>
                    <a:pt x="455" y="758"/>
                    <a:pt x="434" y="779"/>
                  </a:cubicBezTo>
                  <a:lnTo>
                    <a:pt x="159" y="1053"/>
                  </a:lnTo>
                  <a:cubicBezTo>
                    <a:pt x="1" y="1212"/>
                    <a:pt x="116" y="1479"/>
                    <a:pt x="333" y="1479"/>
                  </a:cubicBezTo>
                  <a:cubicBezTo>
                    <a:pt x="397" y="1479"/>
                    <a:pt x="462" y="1450"/>
                    <a:pt x="506" y="1407"/>
                  </a:cubicBezTo>
                  <a:lnTo>
                    <a:pt x="1133" y="779"/>
                  </a:lnTo>
                  <a:cubicBezTo>
                    <a:pt x="1155" y="758"/>
                    <a:pt x="1155" y="722"/>
                    <a:pt x="1133" y="700"/>
                  </a:cubicBezTo>
                  <a:lnTo>
                    <a:pt x="506" y="73"/>
                  </a:lnTo>
                  <a:cubicBezTo>
                    <a:pt x="462" y="22"/>
                    <a:pt x="397" y="0"/>
                    <a:pt x="3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67" name="Google Shape;8873;p127">
            <a:extLst>
              <a:ext uri="{FF2B5EF4-FFF2-40B4-BE49-F238E27FC236}">
                <a16:creationId xmlns:a16="http://schemas.microsoft.com/office/drawing/2014/main" id="{7DB1C232-5D79-0427-BF6A-262922AAA5FC}"/>
              </a:ext>
            </a:extLst>
          </p:cNvPr>
          <p:cNvGrpSpPr/>
          <p:nvPr/>
        </p:nvGrpSpPr>
        <p:grpSpPr>
          <a:xfrm>
            <a:off x="9988154" y="3717752"/>
            <a:ext cx="156937" cy="139429"/>
            <a:chOff x="5058450" y="1870100"/>
            <a:chExt cx="58075" cy="51600"/>
          </a:xfrm>
          <a:solidFill>
            <a:schemeClr val="accent1">
              <a:lumMod val="75000"/>
            </a:schemeClr>
          </a:solidFill>
        </p:grpSpPr>
        <p:sp>
          <p:nvSpPr>
            <p:cNvPr id="668" name="Google Shape;8874;p127">
              <a:extLst>
                <a:ext uri="{FF2B5EF4-FFF2-40B4-BE49-F238E27FC236}">
                  <a16:creationId xmlns:a16="http://schemas.microsoft.com/office/drawing/2014/main" id="{C336F6A2-610E-F261-2B8E-C635D3C2048B}"/>
                </a:ext>
              </a:extLst>
            </p:cNvPr>
            <p:cNvSpPr/>
            <p:nvPr/>
          </p:nvSpPr>
          <p:spPr>
            <a:xfrm>
              <a:off x="5058450" y="1870100"/>
              <a:ext cx="25800" cy="51600"/>
            </a:xfrm>
            <a:custGeom>
              <a:avLst/>
              <a:gdLst/>
              <a:ahLst/>
              <a:cxnLst/>
              <a:rect l="l" t="t" r="r" b="b"/>
              <a:pathLst>
                <a:path w="1032" h="2064" extrusionOk="0">
                  <a:moveTo>
                    <a:pt x="0" y="1"/>
                  </a:moveTo>
                  <a:lnTo>
                    <a:pt x="0" y="621"/>
                  </a:lnTo>
                  <a:lnTo>
                    <a:pt x="0" y="1443"/>
                  </a:lnTo>
                  <a:lnTo>
                    <a:pt x="0" y="2063"/>
                  </a:lnTo>
                  <a:lnTo>
                    <a:pt x="1032" y="1032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8875;p127">
              <a:extLst>
                <a:ext uri="{FF2B5EF4-FFF2-40B4-BE49-F238E27FC236}">
                  <a16:creationId xmlns:a16="http://schemas.microsoft.com/office/drawing/2014/main" id="{D9CE8B0C-956D-8F9B-3A3A-5582CCABDD41}"/>
                </a:ext>
              </a:extLst>
            </p:cNvPr>
            <p:cNvSpPr/>
            <p:nvPr/>
          </p:nvSpPr>
          <p:spPr>
            <a:xfrm>
              <a:off x="5090725" y="1870100"/>
              <a:ext cx="25800" cy="51600"/>
            </a:xfrm>
            <a:custGeom>
              <a:avLst/>
              <a:gdLst/>
              <a:ahLst/>
              <a:cxnLst/>
              <a:rect l="l" t="t" r="r" b="b"/>
              <a:pathLst>
                <a:path w="1032" h="2064" extrusionOk="0">
                  <a:moveTo>
                    <a:pt x="0" y="1"/>
                  </a:moveTo>
                  <a:lnTo>
                    <a:pt x="0" y="621"/>
                  </a:lnTo>
                  <a:lnTo>
                    <a:pt x="0" y="1443"/>
                  </a:lnTo>
                  <a:lnTo>
                    <a:pt x="0" y="2063"/>
                  </a:lnTo>
                  <a:lnTo>
                    <a:pt x="1032" y="1032"/>
                  </a:ln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8876;p127">
            <a:extLst>
              <a:ext uri="{FF2B5EF4-FFF2-40B4-BE49-F238E27FC236}">
                <a16:creationId xmlns:a16="http://schemas.microsoft.com/office/drawing/2014/main" id="{3D5F7012-0D7E-052F-3780-F8BEB011CFDA}"/>
              </a:ext>
            </a:extLst>
          </p:cNvPr>
          <p:cNvGrpSpPr/>
          <p:nvPr/>
        </p:nvGrpSpPr>
        <p:grpSpPr>
          <a:xfrm>
            <a:off x="9338552" y="4186418"/>
            <a:ext cx="112146" cy="119433"/>
            <a:chOff x="4811425" y="2065025"/>
            <a:chExt cx="41500" cy="44200"/>
          </a:xfrm>
          <a:solidFill>
            <a:schemeClr val="accent1">
              <a:lumMod val="75000"/>
            </a:schemeClr>
          </a:solidFill>
        </p:grpSpPr>
        <p:sp>
          <p:nvSpPr>
            <p:cNvPr id="671" name="Google Shape;8877;p127">
              <a:extLst>
                <a:ext uri="{FF2B5EF4-FFF2-40B4-BE49-F238E27FC236}">
                  <a16:creationId xmlns:a16="http://schemas.microsoft.com/office/drawing/2014/main" id="{8EF4CCEF-17C7-A40B-61C4-2D0A1AEEA3D5}"/>
                </a:ext>
              </a:extLst>
            </p:cNvPr>
            <p:cNvSpPr/>
            <p:nvPr/>
          </p:nvSpPr>
          <p:spPr>
            <a:xfrm>
              <a:off x="4825300" y="2065025"/>
              <a:ext cx="27625" cy="44200"/>
            </a:xfrm>
            <a:custGeom>
              <a:avLst/>
              <a:gdLst/>
              <a:ahLst/>
              <a:cxnLst/>
              <a:rect l="l" t="t" r="r" b="b"/>
              <a:pathLst>
                <a:path w="1105" h="1768" extrusionOk="0">
                  <a:moveTo>
                    <a:pt x="217" y="0"/>
                  </a:moveTo>
                  <a:lnTo>
                    <a:pt x="1" y="224"/>
                  </a:lnTo>
                  <a:lnTo>
                    <a:pt x="657" y="880"/>
                  </a:lnTo>
                  <a:lnTo>
                    <a:pt x="1" y="1544"/>
                  </a:lnTo>
                  <a:lnTo>
                    <a:pt x="217" y="1767"/>
                  </a:lnTo>
                  <a:lnTo>
                    <a:pt x="1104" y="880"/>
                  </a:lnTo>
                  <a:lnTo>
                    <a:pt x="21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8878;p127">
              <a:extLst>
                <a:ext uri="{FF2B5EF4-FFF2-40B4-BE49-F238E27FC236}">
                  <a16:creationId xmlns:a16="http://schemas.microsoft.com/office/drawing/2014/main" id="{720862AE-C788-7883-3C38-0CFAA7FE2887}"/>
                </a:ext>
              </a:extLst>
            </p:cNvPr>
            <p:cNvSpPr/>
            <p:nvPr/>
          </p:nvSpPr>
          <p:spPr>
            <a:xfrm>
              <a:off x="4811425" y="2072950"/>
              <a:ext cx="19850" cy="28350"/>
            </a:xfrm>
            <a:custGeom>
              <a:avLst/>
              <a:gdLst/>
              <a:ahLst/>
              <a:cxnLst/>
              <a:rect l="l" t="t" r="r" b="b"/>
              <a:pathLst>
                <a:path w="794" h="1134" extrusionOk="0">
                  <a:moveTo>
                    <a:pt x="224" y="1"/>
                  </a:moveTo>
                  <a:lnTo>
                    <a:pt x="0" y="224"/>
                  </a:lnTo>
                  <a:lnTo>
                    <a:pt x="346" y="563"/>
                  </a:lnTo>
                  <a:lnTo>
                    <a:pt x="0" y="909"/>
                  </a:lnTo>
                  <a:lnTo>
                    <a:pt x="224" y="1133"/>
                  </a:lnTo>
                  <a:lnTo>
                    <a:pt x="794" y="563"/>
                  </a:lnTo>
                  <a:lnTo>
                    <a:pt x="22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3" name="Google Shape;8879;p127">
            <a:extLst>
              <a:ext uri="{FF2B5EF4-FFF2-40B4-BE49-F238E27FC236}">
                <a16:creationId xmlns:a16="http://schemas.microsoft.com/office/drawing/2014/main" id="{323FCF5A-6F24-6E7B-B203-C34F27CD719C}"/>
              </a:ext>
            </a:extLst>
          </p:cNvPr>
          <p:cNvGrpSpPr/>
          <p:nvPr/>
        </p:nvGrpSpPr>
        <p:grpSpPr>
          <a:xfrm>
            <a:off x="9663014" y="4186654"/>
            <a:ext cx="134103" cy="118960"/>
            <a:chOff x="4929875" y="2065025"/>
            <a:chExt cx="49625" cy="44025"/>
          </a:xfrm>
          <a:solidFill>
            <a:schemeClr val="accent1">
              <a:lumMod val="75000"/>
            </a:schemeClr>
          </a:solidFill>
        </p:grpSpPr>
        <p:sp>
          <p:nvSpPr>
            <p:cNvPr id="674" name="Google Shape;8880;p127">
              <a:extLst>
                <a:ext uri="{FF2B5EF4-FFF2-40B4-BE49-F238E27FC236}">
                  <a16:creationId xmlns:a16="http://schemas.microsoft.com/office/drawing/2014/main" id="{DF0CF1ED-6939-134B-0A0C-A823D43746D6}"/>
                </a:ext>
              </a:extLst>
            </p:cNvPr>
            <p:cNvSpPr/>
            <p:nvPr/>
          </p:nvSpPr>
          <p:spPr>
            <a:xfrm>
              <a:off x="4950075" y="2065025"/>
              <a:ext cx="29425" cy="44025"/>
            </a:xfrm>
            <a:custGeom>
              <a:avLst/>
              <a:gdLst/>
              <a:ahLst/>
              <a:cxnLst/>
              <a:rect l="l" t="t" r="r" b="b"/>
              <a:pathLst>
                <a:path w="1177" h="1761" extrusionOk="0">
                  <a:moveTo>
                    <a:pt x="1" y="0"/>
                  </a:moveTo>
                  <a:lnTo>
                    <a:pt x="729" y="880"/>
                  </a:lnTo>
                  <a:lnTo>
                    <a:pt x="1" y="1760"/>
                  </a:lnTo>
                  <a:lnTo>
                    <a:pt x="1176" y="880"/>
                  </a:lnTo>
                  <a:lnTo>
                    <a:pt x="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8881;p127">
              <a:extLst>
                <a:ext uri="{FF2B5EF4-FFF2-40B4-BE49-F238E27FC236}">
                  <a16:creationId xmlns:a16="http://schemas.microsoft.com/office/drawing/2014/main" id="{4E47638A-17D8-6FCD-EA7E-F8269F924670}"/>
                </a:ext>
              </a:extLst>
            </p:cNvPr>
            <p:cNvSpPr/>
            <p:nvPr/>
          </p:nvSpPr>
          <p:spPr>
            <a:xfrm>
              <a:off x="4929875" y="2065025"/>
              <a:ext cx="29425" cy="44025"/>
            </a:xfrm>
            <a:custGeom>
              <a:avLst/>
              <a:gdLst/>
              <a:ahLst/>
              <a:cxnLst/>
              <a:rect l="l" t="t" r="r" b="b"/>
              <a:pathLst>
                <a:path w="1177" h="1761" extrusionOk="0">
                  <a:moveTo>
                    <a:pt x="1" y="0"/>
                  </a:moveTo>
                  <a:lnTo>
                    <a:pt x="736" y="880"/>
                  </a:lnTo>
                  <a:lnTo>
                    <a:pt x="1" y="1760"/>
                  </a:lnTo>
                  <a:lnTo>
                    <a:pt x="1" y="1760"/>
                  </a:lnTo>
                  <a:lnTo>
                    <a:pt x="1176" y="880"/>
                  </a:lnTo>
                  <a:lnTo>
                    <a:pt x="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6" name="Google Shape;8882;p127">
            <a:extLst>
              <a:ext uri="{FF2B5EF4-FFF2-40B4-BE49-F238E27FC236}">
                <a16:creationId xmlns:a16="http://schemas.microsoft.com/office/drawing/2014/main" id="{5FDA58CE-E3DB-6B3C-65FC-672094EACB3C}"/>
              </a:ext>
            </a:extLst>
          </p:cNvPr>
          <p:cNvGrpSpPr/>
          <p:nvPr/>
        </p:nvGrpSpPr>
        <p:grpSpPr>
          <a:xfrm>
            <a:off x="10027676" y="4189998"/>
            <a:ext cx="77894" cy="112272"/>
            <a:chOff x="5083925" y="2066350"/>
            <a:chExt cx="28825" cy="41550"/>
          </a:xfrm>
          <a:solidFill>
            <a:schemeClr val="accent1">
              <a:lumMod val="75000"/>
            </a:schemeClr>
          </a:solidFill>
        </p:grpSpPr>
        <p:sp>
          <p:nvSpPr>
            <p:cNvPr id="677" name="Google Shape;8883;p127">
              <a:extLst>
                <a:ext uri="{FF2B5EF4-FFF2-40B4-BE49-F238E27FC236}">
                  <a16:creationId xmlns:a16="http://schemas.microsoft.com/office/drawing/2014/main" id="{79AFC9E0-7276-D697-BF1C-DCC4EB48B697}"/>
                </a:ext>
              </a:extLst>
            </p:cNvPr>
            <p:cNvSpPr/>
            <p:nvPr/>
          </p:nvSpPr>
          <p:spPr>
            <a:xfrm>
              <a:off x="5084050" y="2066350"/>
              <a:ext cx="28700" cy="41550"/>
            </a:xfrm>
            <a:custGeom>
              <a:avLst/>
              <a:gdLst/>
              <a:ahLst/>
              <a:cxnLst/>
              <a:rect l="l" t="t" r="r" b="b"/>
              <a:pathLst>
                <a:path w="1148" h="1662" extrusionOk="0">
                  <a:moveTo>
                    <a:pt x="52" y="1"/>
                  </a:moveTo>
                  <a:cubicBezTo>
                    <a:pt x="27" y="1"/>
                    <a:pt x="0" y="24"/>
                    <a:pt x="0" y="56"/>
                  </a:cubicBezTo>
                  <a:lnTo>
                    <a:pt x="0" y="200"/>
                  </a:lnTo>
                  <a:cubicBezTo>
                    <a:pt x="0" y="243"/>
                    <a:pt x="22" y="279"/>
                    <a:pt x="51" y="308"/>
                  </a:cubicBezTo>
                  <a:lnTo>
                    <a:pt x="700" y="791"/>
                  </a:lnTo>
                  <a:cubicBezTo>
                    <a:pt x="729" y="813"/>
                    <a:pt x="729" y="849"/>
                    <a:pt x="700" y="871"/>
                  </a:cubicBezTo>
                  <a:lnTo>
                    <a:pt x="51" y="1354"/>
                  </a:lnTo>
                  <a:cubicBezTo>
                    <a:pt x="22" y="1383"/>
                    <a:pt x="0" y="1419"/>
                    <a:pt x="0" y="1462"/>
                  </a:cubicBezTo>
                  <a:lnTo>
                    <a:pt x="0" y="1613"/>
                  </a:lnTo>
                  <a:cubicBezTo>
                    <a:pt x="0" y="1639"/>
                    <a:pt x="26" y="1661"/>
                    <a:pt x="51" y="1661"/>
                  </a:cubicBezTo>
                  <a:cubicBezTo>
                    <a:pt x="61" y="1661"/>
                    <a:pt x="71" y="1658"/>
                    <a:pt x="80" y="1649"/>
                  </a:cubicBezTo>
                  <a:lnTo>
                    <a:pt x="1111" y="878"/>
                  </a:lnTo>
                  <a:cubicBezTo>
                    <a:pt x="1147" y="856"/>
                    <a:pt x="1147" y="806"/>
                    <a:pt x="1111" y="784"/>
                  </a:cubicBezTo>
                  <a:lnTo>
                    <a:pt x="80" y="12"/>
                  </a:lnTo>
                  <a:cubicBezTo>
                    <a:pt x="72" y="4"/>
                    <a:pt x="62" y="1"/>
                    <a:pt x="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8884;p127">
              <a:extLst>
                <a:ext uri="{FF2B5EF4-FFF2-40B4-BE49-F238E27FC236}">
                  <a16:creationId xmlns:a16="http://schemas.microsoft.com/office/drawing/2014/main" id="{CE59CFFD-7CB0-782D-0B73-46BB10FBF2DB}"/>
                </a:ext>
              </a:extLst>
            </p:cNvPr>
            <p:cNvSpPr/>
            <p:nvPr/>
          </p:nvSpPr>
          <p:spPr>
            <a:xfrm>
              <a:off x="5083925" y="2081325"/>
              <a:ext cx="8800" cy="11600"/>
            </a:xfrm>
            <a:custGeom>
              <a:avLst/>
              <a:gdLst/>
              <a:ahLst/>
              <a:cxnLst/>
              <a:rect l="l" t="t" r="r" b="b"/>
              <a:pathLst>
                <a:path w="352" h="464" extrusionOk="0">
                  <a:moveTo>
                    <a:pt x="53" y="0"/>
                  </a:moveTo>
                  <a:cubicBezTo>
                    <a:pt x="25" y="0"/>
                    <a:pt x="0" y="24"/>
                    <a:pt x="5" y="55"/>
                  </a:cubicBezTo>
                  <a:lnTo>
                    <a:pt x="5" y="416"/>
                  </a:lnTo>
                  <a:cubicBezTo>
                    <a:pt x="5" y="442"/>
                    <a:pt x="31" y="464"/>
                    <a:pt x="56" y="464"/>
                  </a:cubicBezTo>
                  <a:cubicBezTo>
                    <a:pt x="66" y="464"/>
                    <a:pt x="76" y="460"/>
                    <a:pt x="85" y="452"/>
                  </a:cubicBezTo>
                  <a:lnTo>
                    <a:pt x="323" y="279"/>
                  </a:lnTo>
                  <a:cubicBezTo>
                    <a:pt x="352" y="257"/>
                    <a:pt x="352" y="207"/>
                    <a:pt x="323" y="185"/>
                  </a:cubicBezTo>
                  <a:lnTo>
                    <a:pt x="85" y="12"/>
                  </a:lnTo>
                  <a:cubicBezTo>
                    <a:pt x="75" y="4"/>
                    <a:pt x="63" y="0"/>
                    <a:pt x="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9" name="Google Shape;8885;p127">
            <a:extLst>
              <a:ext uri="{FF2B5EF4-FFF2-40B4-BE49-F238E27FC236}">
                <a16:creationId xmlns:a16="http://schemas.microsoft.com/office/drawing/2014/main" id="{49521E95-55B0-4D91-B919-75108EEF1C3D}"/>
              </a:ext>
            </a:extLst>
          </p:cNvPr>
          <p:cNvGrpSpPr/>
          <p:nvPr/>
        </p:nvGrpSpPr>
        <p:grpSpPr>
          <a:xfrm>
            <a:off x="8953175" y="4207359"/>
            <a:ext cx="200850" cy="77550"/>
            <a:chOff x="4659775" y="2072775"/>
            <a:chExt cx="74325" cy="28700"/>
          </a:xfrm>
          <a:solidFill>
            <a:schemeClr val="accent1">
              <a:lumMod val="75000"/>
            </a:schemeClr>
          </a:solidFill>
        </p:grpSpPr>
        <p:sp>
          <p:nvSpPr>
            <p:cNvPr id="680" name="Google Shape;8886;p127">
              <a:extLst>
                <a:ext uri="{FF2B5EF4-FFF2-40B4-BE49-F238E27FC236}">
                  <a16:creationId xmlns:a16="http://schemas.microsoft.com/office/drawing/2014/main" id="{000B99E3-AF60-306B-1AA5-D95A42789D80}"/>
                </a:ext>
              </a:extLst>
            </p:cNvPr>
            <p:cNvSpPr/>
            <p:nvPr/>
          </p:nvSpPr>
          <p:spPr>
            <a:xfrm>
              <a:off x="4659775" y="2072775"/>
              <a:ext cx="38075" cy="28700"/>
            </a:xfrm>
            <a:custGeom>
              <a:avLst/>
              <a:gdLst/>
              <a:ahLst/>
              <a:cxnLst/>
              <a:rect l="l" t="t" r="r" b="b"/>
              <a:pathLst>
                <a:path w="1523" h="1148" extrusionOk="0">
                  <a:moveTo>
                    <a:pt x="1" y="0"/>
                  </a:moveTo>
                  <a:lnTo>
                    <a:pt x="578" y="570"/>
                  </a:lnTo>
                  <a:lnTo>
                    <a:pt x="1" y="1147"/>
                  </a:lnTo>
                  <a:lnTo>
                    <a:pt x="945" y="1147"/>
                  </a:lnTo>
                  <a:lnTo>
                    <a:pt x="1522" y="570"/>
                  </a:lnTo>
                  <a:lnTo>
                    <a:pt x="9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8887;p127">
              <a:extLst>
                <a:ext uri="{FF2B5EF4-FFF2-40B4-BE49-F238E27FC236}">
                  <a16:creationId xmlns:a16="http://schemas.microsoft.com/office/drawing/2014/main" id="{36AAEEA7-686B-0751-B63C-66CB6021093A}"/>
                </a:ext>
              </a:extLst>
            </p:cNvPr>
            <p:cNvSpPr/>
            <p:nvPr/>
          </p:nvSpPr>
          <p:spPr>
            <a:xfrm>
              <a:off x="4691875" y="2072775"/>
              <a:ext cx="24550" cy="28700"/>
            </a:xfrm>
            <a:custGeom>
              <a:avLst/>
              <a:gdLst/>
              <a:ahLst/>
              <a:cxnLst/>
              <a:rect l="l" t="t" r="r" b="b"/>
              <a:pathLst>
                <a:path w="982" h="1148" extrusionOk="0">
                  <a:moveTo>
                    <a:pt x="0" y="0"/>
                  </a:moveTo>
                  <a:lnTo>
                    <a:pt x="570" y="570"/>
                  </a:lnTo>
                  <a:lnTo>
                    <a:pt x="0" y="1147"/>
                  </a:lnTo>
                  <a:lnTo>
                    <a:pt x="411" y="1147"/>
                  </a:lnTo>
                  <a:lnTo>
                    <a:pt x="981" y="570"/>
                  </a:lnTo>
                  <a:lnTo>
                    <a:pt x="41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8888;p127">
              <a:extLst>
                <a:ext uri="{FF2B5EF4-FFF2-40B4-BE49-F238E27FC236}">
                  <a16:creationId xmlns:a16="http://schemas.microsoft.com/office/drawing/2014/main" id="{E3D7CCBD-589C-87BA-AFB4-E633937F22DB}"/>
                </a:ext>
              </a:extLst>
            </p:cNvPr>
            <p:cNvSpPr/>
            <p:nvPr/>
          </p:nvSpPr>
          <p:spPr>
            <a:xfrm>
              <a:off x="4709350" y="2072775"/>
              <a:ext cx="24750" cy="28700"/>
            </a:xfrm>
            <a:custGeom>
              <a:avLst/>
              <a:gdLst/>
              <a:ahLst/>
              <a:cxnLst/>
              <a:rect l="l" t="t" r="r" b="b"/>
              <a:pathLst>
                <a:path w="990" h="1148" extrusionOk="0">
                  <a:moveTo>
                    <a:pt x="1" y="0"/>
                  </a:moveTo>
                  <a:lnTo>
                    <a:pt x="578" y="570"/>
                  </a:lnTo>
                  <a:lnTo>
                    <a:pt x="1" y="1147"/>
                  </a:lnTo>
                  <a:lnTo>
                    <a:pt x="412" y="1147"/>
                  </a:lnTo>
                  <a:lnTo>
                    <a:pt x="989" y="570"/>
                  </a:lnTo>
                  <a:lnTo>
                    <a:pt x="41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3" name="Google Shape;8889;p127">
            <a:extLst>
              <a:ext uri="{FF2B5EF4-FFF2-40B4-BE49-F238E27FC236}">
                <a16:creationId xmlns:a16="http://schemas.microsoft.com/office/drawing/2014/main" id="{1C8D4E2B-2542-B431-72E3-9FE2B8CB274F}"/>
              </a:ext>
            </a:extLst>
          </p:cNvPr>
          <p:cNvGrpSpPr/>
          <p:nvPr/>
        </p:nvGrpSpPr>
        <p:grpSpPr>
          <a:xfrm>
            <a:off x="9973765" y="3974988"/>
            <a:ext cx="185718" cy="98965"/>
            <a:chOff x="4662475" y="1976500"/>
            <a:chExt cx="68725" cy="36625"/>
          </a:xfrm>
          <a:solidFill>
            <a:schemeClr val="accent1">
              <a:lumMod val="75000"/>
            </a:schemeClr>
          </a:solidFill>
        </p:grpSpPr>
        <p:sp>
          <p:nvSpPr>
            <p:cNvPr id="684" name="Google Shape;8890;p127">
              <a:extLst>
                <a:ext uri="{FF2B5EF4-FFF2-40B4-BE49-F238E27FC236}">
                  <a16:creationId xmlns:a16="http://schemas.microsoft.com/office/drawing/2014/main" id="{5F1C1224-61F5-E540-1ABA-171DEF4FB4C1}"/>
                </a:ext>
              </a:extLst>
            </p:cNvPr>
            <p:cNvSpPr/>
            <p:nvPr/>
          </p:nvSpPr>
          <p:spPr>
            <a:xfrm>
              <a:off x="4690800" y="1976500"/>
              <a:ext cx="40400" cy="36625"/>
            </a:xfrm>
            <a:custGeom>
              <a:avLst/>
              <a:gdLst/>
              <a:ahLst/>
              <a:cxnLst/>
              <a:rect l="l" t="t" r="r" b="b"/>
              <a:pathLst>
                <a:path w="1616" h="1465" extrusionOk="0">
                  <a:moveTo>
                    <a:pt x="887" y="0"/>
                  </a:moveTo>
                  <a:lnTo>
                    <a:pt x="692" y="188"/>
                  </a:lnTo>
                  <a:lnTo>
                    <a:pt x="1104" y="599"/>
                  </a:lnTo>
                  <a:lnTo>
                    <a:pt x="0" y="599"/>
                  </a:lnTo>
                  <a:lnTo>
                    <a:pt x="0" y="866"/>
                  </a:lnTo>
                  <a:lnTo>
                    <a:pt x="1104" y="866"/>
                  </a:lnTo>
                  <a:lnTo>
                    <a:pt x="692" y="1269"/>
                  </a:lnTo>
                  <a:lnTo>
                    <a:pt x="887" y="1464"/>
                  </a:lnTo>
                  <a:lnTo>
                    <a:pt x="1616" y="729"/>
                  </a:lnTo>
                  <a:lnTo>
                    <a:pt x="88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8891;p127">
              <a:extLst>
                <a:ext uri="{FF2B5EF4-FFF2-40B4-BE49-F238E27FC236}">
                  <a16:creationId xmlns:a16="http://schemas.microsoft.com/office/drawing/2014/main" id="{F4C27247-B6DC-F024-0BE1-527B45093753}"/>
                </a:ext>
              </a:extLst>
            </p:cNvPr>
            <p:cNvSpPr/>
            <p:nvPr/>
          </p:nvSpPr>
          <p:spPr>
            <a:xfrm>
              <a:off x="4674375" y="1991450"/>
              <a:ext cx="10675" cy="6700"/>
            </a:xfrm>
            <a:custGeom>
              <a:avLst/>
              <a:gdLst/>
              <a:ahLst/>
              <a:cxnLst/>
              <a:rect l="l" t="t" r="r" b="b"/>
              <a:pathLst>
                <a:path w="427" h="268" extrusionOk="0">
                  <a:moveTo>
                    <a:pt x="1" y="1"/>
                  </a:moveTo>
                  <a:lnTo>
                    <a:pt x="1" y="268"/>
                  </a:lnTo>
                  <a:lnTo>
                    <a:pt x="426" y="268"/>
                  </a:lnTo>
                  <a:lnTo>
                    <a:pt x="4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8892;p127">
              <a:extLst>
                <a:ext uri="{FF2B5EF4-FFF2-40B4-BE49-F238E27FC236}">
                  <a16:creationId xmlns:a16="http://schemas.microsoft.com/office/drawing/2014/main" id="{8EDEE438-7A7B-389A-8BA3-145E386F1D18}"/>
                </a:ext>
              </a:extLst>
            </p:cNvPr>
            <p:cNvSpPr/>
            <p:nvPr/>
          </p:nvSpPr>
          <p:spPr>
            <a:xfrm>
              <a:off x="4662475" y="1991450"/>
              <a:ext cx="5625" cy="6700"/>
            </a:xfrm>
            <a:custGeom>
              <a:avLst/>
              <a:gdLst/>
              <a:ahLst/>
              <a:cxnLst/>
              <a:rect l="l" t="t" r="r" b="b"/>
              <a:pathLst>
                <a:path w="225" h="268" extrusionOk="0">
                  <a:moveTo>
                    <a:pt x="1" y="1"/>
                  </a:moveTo>
                  <a:lnTo>
                    <a:pt x="1" y="268"/>
                  </a:lnTo>
                  <a:lnTo>
                    <a:pt x="224" y="268"/>
                  </a:lnTo>
                  <a:lnTo>
                    <a:pt x="22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7" name="Google Shape;8893;p127">
            <a:extLst>
              <a:ext uri="{FF2B5EF4-FFF2-40B4-BE49-F238E27FC236}">
                <a16:creationId xmlns:a16="http://schemas.microsoft.com/office/drawing/2014/main" id="{DFF45C4F-D9B9-928D-7931-2FAF24E924F7}"/>
              </a:ext>
            </a:extLst>
          </p:cNvPr>
          <p:cNvGrpSpPr/>
          <p:nvPr/>
        </p:nvGrpSpPr>
        <p:grpSpPr>
          <a:xfrm>
            <a:off x="9637478" y="3978805"/>
            <a:ext cx="185176" cy="91332"/>
            <a:chOff x="4920150" y="1977875"/>
            <a:chExt cx="68525" cy="33800"/>
          </a:xfrm>
          <a:solidFill>
            <a:schemeClr val="accent1">
              <a:lumMod val="75000"/>
            </a:schemeClr>
          </a:solidFill>
        </p:grpSpPr>
        <p:sp>
          <p:nvSpPr>
            <p:cNvPr id="688" name="Google Shape;8894;p127">
              <a:extLst>
                <a:ext uri="{FF2B5EF4-FFF2-40B4-BE49-F238E27FC236}">
                  <a16:creationId xmlns:a16="http://schemas.microsoft.com/office/drawing/2014/main" id="{327CABFA-1B3C-F2B7-DD73-EB31B3BF3BF9}"/>
                </a:ext>
              </a:extLst>
            </p:cNvPr>
            <p:cNvSpPr/>
            <p:nvPr/>
          </p:nvSpPr>
          <p:spPr>
            <a:xfrm>
              <a:off x="4949175" y="1977875"/>
              <a:ext cx="39500" cy="33800"/>
            </a:xfrm>
            <a:custGeom>
              <a:avLst/>
              <a:gdLst/>
              <a:ahLst/>
              <a:cxnLst/>
              <a:rect l="l" t="t" r="r" b="b"/>
              <a:pathLst>
                <a:path w="1580" h="1352" extrusionOk="0">
                  <a:moveTo>
                    <a:pt x="891" y="1"/>
                  </a:moveTo>
                  <a:cubicBezTo>
                    <a:pt x="859" y="1"/>
                    <a:pt x="828" y="12"/>
                    <a:pt x="801" y="32"/>
                  </a:cubicBezTo>
                  <a:cubicBezTo>
                    <a:pt x="743" y="89"/>
                    <a:pt x="743" y="176"/>
                    <a:pt x="801" y="226"/>
                  </a:cubicBezTo>
                  <a:lnTo>
                    <a:pt x="1039" y="472"/>
                  </a:lnTo>
                  <a:cubicBezTo>
                    <a:pt x="1068" y="493"/>
                    <a:pt x="1046" y="544"/>
                    <a:pt x="1010" y="544"/>
                  </a:cubicBezTo>
                  <a:lnTo>
                    <a:pt x="152" y="544"/>
                  </a:lnTo>
                  <a:cubicBezTo>
                    <a:pt x="147" y="543"/>
                    <a:pt x="143" y="543"/>
                    <a:pt x="139" y="543"/>
                  </a:cubicBezTo>
                  <a:cubicBezTo>
                    <a:pt x="66" y="543"/>
                    <a:pt x="14" y="598"/>
                    <a:pt x="8" y="666"/>
                  </a:cubicBezTo>
                  <a:cubicBezTo>
                    <a:pt x="0" y="746"/>
                    <a:pt x="65" y="811"/>
                    <a:pt x="145" y="811"/>
                  </a:cubicBezTo>
                  <a:lnTo>
                    <a:pt x="1010" y="811"/>
                  </a:lnTo>
                  <a:cubicBezTo>
                    <a:pt x="1046" y="811"/>
                    <a:pt x="1068" y="854"/>
                    <a:pt x="1039" y="883"/>
                  </a:cubicBezTo>
                  <a:lnTo>
                    <a:pt x="808" y="1113"/>
                  </a:lnTo>
                  <a:cubicBezTo>
                    <a:pt x="758" y="1164"/>
                    <a:pt x="751" y="1251"/>
                    <a:pt x="794" y="1308"/>
                  </a:cubicBezTo>
                  <a:cubicBezTo>
                    <a:pt x="823" y="1337"/>
                    <a:pt x="859" y="1351"/>
                    <a:pt x="895" y="1351"/>
                  </a:cubicBezTo>
                  <a:cubicBezTo>
                    <a:pt x="931" y="1351"/>
                    <a:pt x="967" y="1337"/>
                    <a:pt x="996" y="1308"/>
                  </a:cubicBezTo>
                  <a:lnTo>
                    <a:pt x="1522" y="774"/>
                  </a:lnTo>
                  <a:cubicBezTo>
                    <a:pt x="1580" y="717"/>
                    <a:pt x="1573" y="630"/>
                    <a:pt x="1522" y="573"/>
                  </a:cubicBezTo>
                  <a:lnTo>
                    <a:pt x="996" y="46"/>
                  </a:lnTo>
                  <a:cubicBezTo>
                    <a:pt x="965" y="15"/>
                    <a:pt x="928" y="1"/>
                    <a:pt x="8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8895;p127">
              <a:extLst>
                <a:ext uri="{FF2B5EF4-FFF2-40B4-BE49-F238E27FC236}">
                  <a16:creationId xmlns:a16="http://schemas.microsoft.com/office/drawing/2014/main" id="{5F676A42-5379-15C4-EE40-18E1F07536D2}"/>
                </a:ext>
              </a:extLst>
            </p:cNvPr>
            <p:cNvSpPr/>
            <p:nvPr/>
          </p:nvSpPr>
          <p:spPr>
            <a:xfrm>
              <a:off x="4931875" y="1991450"/>
              <a:ext cx="12825" cy="6700"/>
            </a:xfrm>
            <a:custGeom>
              <a:avLst/>
              <a:gdLst/>
              <a:ahLst/>
              <a:cxnLst/>
              <a:rect l="l" t="t" r="r" b="b"/>
              <a:pathLst>
                <a:path w="513" h="268" extrusionOk="0">
                  <a:moveTo>
                    <a:pt x="180" y="1"/>
                  </a:moveTo>
                  <a:cubicBezTo>
                    <a:pt x="0" y="1"/>
                    <a:pt x="0" y="268"/>
                    <a:pt x="180" y="268"/>
                  </a:cubicBezTo>
                  <a:lnTo>
                    <a:pt x="332" y="268"/>
                  </a:lnTo>
                  <a:cubicBezTo>
                    <a:pt x="512" y="268"/>
                    <a:pt x="512" y="1"/>
                    <a:pt x="3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8896;p127">
              <a:extLst>
                <a:ext uri="{FF2B5EF4-FFF2-40B4-BE49-F238E27FC236}">
                  <a16:creationId xmlns:a16="http://schemas.microsoft.com/office/drawing/2014/main" id="{06F035B4-D3EE-46E8-50EA-890170E20EBA}"/>
                </a:ext>
              </a:extLst>
            </p:cNvPr>
            <p:cNvSpPr/>
            <p:nvPr/>
          </p:nvSpPr>
          <p:spPr>
            <a:xfrm>
              <a:off x="4920150" y="1991450"/>
              <a:ext cx="9225" cy="6700"/>
            </a:xfrm>
            <a:custGeom>
              <a:avLst/>
              <a:gdLst/>
              <a:ahLst/>
              <a:cxnLst/>
              <a:rect l="l" t="t" r="r" b="b"/>
              <a:pathLst>
                <a:path w="369" h="268" extrusionOk="0">
                  <a:moveTo>
                    <a:pt x="181" y="1"/>
                  </a:moveTo>
                  <a:cubicBezTo>
                    <a:pt x="0" y="1"/>
                    <a:pt x="0" y="268"/>
                    <a:pt x="181" y="268"/>
                  </a:cubicBezTo>
                  <a:lnTo>
                    <a:pt x="195" y="268"/>
                  </a:lnTo>
                  <a:cubicBezTo>
                    <a:pt x="368" y="268"/>
                    <a:pt x="368" y="1"/>
                    <a:pt x="19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1" name="Google Shape;8897;p127">
            <a:extLst>
              <a:ext uri="{FF2B5EF4-FFF2-40B4-BE49-F238E27FC236}">
                <a16:creationId xmlns:a16="http://schemas.microsoft.com/office/drawing/2014/main" id="{EE61D461-BF1E-331A-7CC0-C72F2481666B}"/>
              </a:ext>
            </a:extLst>
          </p:cNvPr>
          <p:cNvGrpSpPr/>
          <p:nvPr/>
        </p:nvGrpSpPr>
        <p:grpSpPr>
          <a:xfrm>
            <a:off x="8984151" y="4426956"/>
            <a:ext cx="138900" cy="141861"/>
            <a:chOff x="4676550" y="2160575"/>
            <a:chExt cx="51400" cy="52500"/>
          </a:xfrm>
          <a:solidFill>
            <a:schemeClr val="accent1">
              <a:lumMod val="75000"/>
            </a:schemeClr>
          </a:solidFill>
        </p:grpSpPr>
        <p:sp>
          <p:nvSpPr>
            <p:cNvPr id="692" name="Google Shape;8898;p127">
              <a:extLst>
                <a:ext uri="{FF2B5EF4-FFF2-40B4-BE49-F238E27FC236}">
                  <a16:creationId xmlns:a16="http://schemas.microsoft.com/office/drawing/2014/main" id="{EE69C6AD-A9AF-4B91-C821-4D8426317254}"/>
                </a:ext>
              </a:extLst>
            </p:cNvPr>
            <p:cNvSpPr/>
            <p:nvPr/>
          </p:nvSpPr>
          <p:spPr>
            <a:xfrm>
              <a:off x="4676550" y="2160575"/>
              <a:ext cx="27775" cy="52500"/>
            </a:xfrm>
            <a:custGeom>
              <a:avLst/>
              <a:gdLst/>
              <a:ahLst/>
              <a:cxnLst/>
              <a:rect l="l" t="t" r="r" b="b"/>
              <a:pathLst>
                <a:path w="1111" h="2100" extrusionOk="0">
                  <a:moveTo>
                    <a:pt x="0" y="1"/>
                  </a:moveTo>
                  <a:lnTo>
                    <a:pt x="823" y="1047"/>
                  </a:lnTo>
                  <a:lnTo>
                    <a:pt x="0" y="2100"/>
                  </a:lnTo>
                  <a:lnTo>
                    <a:pt x="289" y="2100"/>
                  </a:lnTo>
                  <a:lnTo>
                    <a:pt x="1111" y="1047"/>
                  </a:lnTo>
                  <a:lnTo>
                    <a:pt x="2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8899;p127">
              <a:extLst>
                <a:ext uri="{FF2B5EF4-FFF2-40B4-BE49-F238E27FC236}">
                  <a16:creationId xmlns:a16="http://schemas.microsoft.com/office/drawing/2014/main" id="{93A1E404-928A-E9A5-39AD-3B1D98B2EFC2}"/>
                </a:ext>
              </a:extLst>
            </p:cNvPr>
            <p:cNvSpPr/>
            <p:nvPr/>
          </p:nvSpPr>
          <p:spPr>
            <a:xfrm>
              <a:off x="4688275" y="2160575"/>
              <a:ext cx="27975" cy="52500"/>
            </a:xfrm>
            <a:custGeom>
              <a:avLst/>
              <a:gdLst/>
              <a:ahLst/>
              <a:cxnLst/>
              <a:rect l="l" t="t" r="r" b="b"/>
              <a:pathLst>
                <a:path w="1119" h="2100" extrusionOk="0">
                  <a:moveTo>
                    <a:pt x="0" y="1"/>
                  </a:moveTo>
                  <a:lnTo>
                    <a:pt x="822" y="1047"/>
                  </a:lnTo>
                  <a:lnTo>
                    <a:pt x="0" y="2100"/>
                  </a:lnTo>
                  <a:lnTo>
                    <a:pt x="296" y="2100"/>
                  </a:lnTo>
                  <a:lnTo>
                    <a:pt x="1118" y="1047"/>
                  </a:lnTo>
                  <a:lnTo>
                    <a:pt x="29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8900;p127">
              <a:extLst>
                <a:ext uri="{FF2B5EF4-FFF2-40B4-BE49-F238E27FC236}">
                  <a16:creationId xmlns:a16="http://schemas.microsoft.com/office/drawing/2014/main" id="{3ECD2F41-B7A4-039A-0C59-E158EA41C5CB}"/>
                </a:ext>
              </a:extLst>
            </p:cNvPr>
            <p:cNvSpPr/>
            <p:nvPr/>
          </p:nvSpPr>
          <p:spPr>
            <a:xfrm>
              <a:off x="4700175" y="2160575"/>
              <a:ext cx="27775" cy="52500"/>
            </a:xfrm>
            <a:custGeom>
              <a:avLst/>
              <a:gdLst/>
              <a:ahLst/>
              <a:cxnLst/>
              <a:rect l="l" t="t" r="r" b="b"/>
              <a:pathLst>
                <a:path w="1111" h="2100" extrusionOk="0">
                  <a:moveTo>
                    <a:pt x="0" y="1"/>
                  </a:moveTo>
                  <a:lnTo>
                    <a:pt x="822" y="1047"/>
                  </a:lnTo>
                  <a:lnTo>
                    <a:pt x="0" y="2100"/>
                  </a:lnTo>
                  <a:lnTo>
                    <a:pt x="289" y="2100"/>
                  </a:lnTo>
                  <a:lnTo>
                    <a:pt x="1111" y="1047"/>
                  </a:lnTo>
                  <a:lnTo>
                    <a:pt x="2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5" name="Google Shape;8901;p127">
            <a:extLst>
              <a:ext uri="{FF2B5EF4-FFF2-40B4-BE49-F238E27FC236}">
                <a16:creationId xmlns:a16="http://schemas.microsoft.com/office/drawing/2014/main" id="{E7DE43AB-DEF6-FEBB-6816-891CFCD649A2}"/>
              </a:ext>
            </a:extLst>
          </p:cNvPr>
          <p:cNvGrpSpPr/>
          <p:nvPr/>
        </p:nvGrpSpPr>
        <p:grpSpPr>
          <a:xfrm>
            <a:off x="9313962" y="4434758"/>
            <a:ext cx="161328" cy="126256"/>
            <a:chOff x="4768325" y="2163475"/>
            <a:chExt cx="59700" cy="46725"/>
          </a:xfrm>
          <a:solidFill>
            <a:schemeClr val="accent1">
              <a:lumMod val="75000"/>
            </a:schemeClr>
          </a:solidFill>
        </p:grpSpPr>
        <p:sp>
          <p:nvSpPr>
            <p:cNvPr id="696" name="Google Shape;8902;p127">
              <a:extLst>
                <a:ext uri="{FF2B5EF4-FFF2-40B4-BE49-F238E27FC236}">
                  <a16:creationId xmlns:a16="http://schemas.microsoft.com/office/drawing/2014/main" id="{A09EF6A5-CF48-FBE0-3754-51CEB15D4348}"/>
                </a:ext>
              </a:extLst>
            </p:cNvPr>
            <p:cNvSpPr/>
            <p:nvPr/>
          </p:nvSpPr>
          <p:spPr>
            <a:xfrm>
              <a:off x="4768325" y="2163475"/>
              <a:ext cx="35375" cy="46725"/>
            </a:xfrm>
            <a:custGeom>
              <a:avLst/>
              <a:gdLst/>
              <a:ahLst/>
              <a:cxnLst/>
              <a:rect l="l" t="t" r="r" b="b"/>
              <a:pathLst>
                <a:path w="1415" h="1869" extrusionOk="0">
                  <a:moveTo>
                    <a:pt x="0" y="0"/>
                  </a:moveTo>
                  <a:lnTo>
                    <a:pt x="895" y="931"/>
                  </a:lnTo>
                  <a:lnTo>
                    <a:pt x="0" y="1868"/>
                  </a:lnTo>
                  <a:lnTo>
                    <a:pt x="520" y="1868"/>
                  </a:lnTo>
                  <a:lnTo>
                    <a:pt x="1414" y="931"/>
                  </a:lnTo>
                  <a:lnTo>
                    <a:pt x="52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8903;p127">
              <a:extLst>
                <a:ext uri="{FF2B5EF4-FFF2-40B4-BE49-F238E27FC236}">
                  <a16:creationId xmlns:a16="http://schemas.microsoft.com/office/drawing/2014/main" id="{56D3C79C-4CB3-BC50-B124-8435BB272653}"/>
                </a:ext>
              </a:extLst>
            </p:cNvPr>
            <p:cNvSpPr/>
            <p:nvPr/>
          </p:nvSpPr>
          <p:spPr>
            <a:xfrm>
              <a:off x="4792475" y="2163475"/>
              <a:ext cx="35550" cy="46725"/>
            </a:xfrm>
            <a:custGeom>
              <a:avLst/>
              <a:gdLst/>
              <a:ahLst/>
              <a:cxnLst/>
              <a:rect l="l" t="t" r="r" b="b"/>
              <a:pathLst>
                <a:path w="1422" h="1869" extrusionOk="0">
                  <a:moveTo>
                    <a:pt x="1" y="0"/>
                  </a:moveTo>
                  <a:lnTo>
                    <a:pt x="895" y="931"/>
                  </a:lnTo>
                  <a:lnTo>
                    <a:pt x="1" y="1868"/>
                  </a:lnTo>
                  <a:lnTo>
                    <a:pt x="527" y="1868"/>
                  </a:lnTo>
                  <a:lnTo>
                    <a:pt x="1422" y="931"/>
                  </a:lnTo>
                  <a:lnTo>
                    <a:pt x="52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98" name="Google Shape;8904;p127">
            <a:extLst>
              <a:ext uri="{FF2B5EF4-FFF2-40B4-BE49-F238E27FC236}">
                <a16:creationId xmlns:a16="http://schemas.microsoft.com/office/drawing/2014/main" id="{5E78EEDA-F78F-71E1-803D-DD04A9865BA0}"/>
              </a:ext>
            </a:extLst>
          </p:cNvPr>
          <p:cNvSpPr/>
          <p:nvPr/>
        </p:nvSpPr>
        <p:spPr>
          <a:xfrm>
            <a:off x="9682269" y="4425336"/>
            <a:ext cx="95594" cy="145103"/>
          </a:xfrm>
          <a:custGeom>
            <a:avLst/>
            <a:gdLst/>
            <a:ahLst/>
            <a:cxnLst/>
            <a:rect l="l" t="t" r="r" b="b"/>
            <a:pathLst>
              <a:path w="1415" h="2148" extrusionOk="0">
                <a:moveTo>
                  <a:pt x="308" y="0"/>
                </a:moveTo>
                <a:cubicBezTo>
                  <a:pt x="152" y="0"/>
                  <a:pt x="1" y="123"/>
                  <a:pt x="1" y="308"/>
                </a:cubicBezTo>
                <a:lnTo>
                  <a:pt x="8" y="1844"/>
                </a:lnTo>
                <a:cubicBezTo>
                  <a:pt x="8" y="2026"/>
                  <a:pt x="158" y="2148"/>
                  <a:pt x="316" y="2148"/>
                </a:cubicBezTo>
                <a:cubicBezTo>
                  <a:pt x="390" y="2148"/>
                  <a:pt x="465" y="2121"/>
                  <a:pt x="527" y="2061"/>
                </a:cubicBezTo>
                <a:lnTo>
                  <a:pt x="1292" y="1296"/>
                </a:lnTo>
                <a:cubicBezTo>
                  <a:pt x="1414" y="1181"/>
                  <a:pt x="1414" y="986"/>
                  <a:pt x="1292" y="864"/>
                </a:cubicBezTo>
                <a:lnTo>
                  <a:pt x="520" y="92"/>
                </a:lnTo>
                <a:cubicBezTo>
                  <a:pt x="459" y="29"/>
                  <a:pt x="383" y="0"/>
                  <a:pt x="308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9" name="Google Shape;8905;p127">
            <a:extLst>
              <a:ext uri="{FF2B5EF4-FFF2-40B4-BE49-F238E27FC236}">
                <a16:creationId xmlns:a16="http://schemas.microsoft.com/office/drawing/2014/main" id="{BE410706-2E45-A63E-C1D5-81E549DDE913}"/>
              </a:ext>
            </a:extLst>
          </p:cNvPr>
          <p:cNvSpPr/>
          <p:nvPr/>
        </p:nvSpPr>
        <p:spPr>
          <a:xfrm>
            <a:off x="9984473" y="5542707"/>
            <a:ext cx="164301" cy="180838"/>
          </a:xfrm>
          <a:custGeom>
            <a:avLst/>
            <a:gdLst/>
            <a:ahLst/>
            <a:cxnLst/>
            <a:rect l="l" t="t" r="r" b="b"/>
            <a:pathLst>
              <a:path w="2432" h="2677" extrusionOk="0">
                <a:moveTo>
                  <a:pt x="801" y="1"/>
                </a:moveTo>
                <a:lnTo>
                  <a:pt x="1205" y="751"/>
                </a:lnTo>
                <a:lnTo>
                  <a:pt x="1" y="751"/>
                </a:lnTo>
                <a:lnTo>
                  <a:pt x="1" y="1927"/>
                </a:lnTo>
                <a:lnTo>
                  <a:pt x="1205" y="1927"/>
                </a:lnTo>
                <a:lnTo>
                  <a:pt x="801" y="2677"/>
                </a:lnTo>
                <a:lnTo>
                  <a:pt x="2431" y="1335"/>
                </a:lnTo>
                <a:lnTo>
                  <a:pt x="801" y="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0" name="Google Shape;8906;p127">
            <a:extLst>
              <a:ext uri="{FF2B5EF4-FFF2-40B4-BE49-F238E27FC236}">
                <a16:creationId xmlns:a16="http://schemas.microsoft.com/office/drawing/2014/main" id="{F4FDB858-E65F-87FB-907E-E0D018AEA129}"/>
              </a:ext>
            </a:extLst>
          </p:cNvPr>
          <p:cNvSpPr/>
          <p:nvPr/>
        </p:nvSpPr>
        <p:spPr>
          <a:xfrm>
            <a:off x="8987529" y="4686410"/>
            <a:ext cx="132144" cy="181310"/>
          </a:xfrm>
          <a:custGeom>
            <a:avLst/>
            <a:gdLst/>
            <a:ahLst/>
            <a:cxnLst/>
            <a:rect l="l" t="t" r="r" b="b"/>
            <a:pathLst>
              <a:path w="1956" h="2684" extrusionOk="0">
                <a:moveTo>
                  <a:pt x="1" y="0"/>
                </a:moveTo>
                <a:lnTo>
                  <a:pt x="787" y="1342"/>
                </a:lnTo>
                <a:lnTo>
                  <a:pt x="1" y="2683"/>
                </a:lnTo>
                <a:lnTo>
                  <a:pt x="1955" y="1342"/>
                </a:lnTo>
                <a:lnTo>
                  <a:pt x="1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1" name="Google Shape;8907;p127">
            <a:extLst>
              <a:ext uri="{FF2B5EF4-FFF2-40B4-BE49-F238E27FC236}">
                <a16:creationId xmlns:a16="http://schemas.microsoft.com/office/drawing/2014/main" id="{F24973CF-C435-1F9B-9719-9376106B6500}"/>
              </a:ext>
            </a:extLst>
          </p:cNvPr>
          <p:cNvSpPr/>
          <p:nvPr/>
        </p:nvSpPr>
        <p:spPr>
          <a:xfrm>
            <a:off x="8951992" y="5560270"/>
            <a:ext cx="203215" cy="145711"/>
          </a:xfrm>
          <a:custGeom>
            <a:avLst/>
            <a:gdLst/>
            <a:ahLst/>
            <a:cxnLst/>
            <a:rect l="l" t="t" r="r" b="b"/>
            <a:pathLst>
              <a:path w="3008" h="2157" extrusionOk="0">
                <a:moveTo>
                  <a:pt x="0" y="0"/>
                </a:moveTo>
                <a:lnTo>
                  <a:pt x="729" y="1075"/>
                </a:lnTo>
                <a:lnTo>
                  <a:pt x="0" y="2157"/>
                </a:lnTo>
                <a:lnTo>
                  <a:pt x="0" y="2157"/>
                </a:lnTo>
                <a:lnTo>
                  <a:pt x="3008" y="107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2" name="Google Shape;8908;p127">
            <a:extLst>
              <a:ext uri="{FF2B5EF4-FFF2-40B4-BE49-F238E27FC236}">
                <a16:creationId xmlns:a16="http://schemas.microsoft.com/office/drawing/2014/main" id="{DA0B2CA5-DB58-5C15-E24A-2616988D3E99}"/>
              </a:ext>
            </a:extLst>
          </p:cNvPr>
          <p:cNvSpPr/>
          <p:nvPr/>
        </p:nvSpPr>
        <p:spPr>
          <a:xfrm>
            <a:off x="8971214" y="4985149"/>
            <a:ext cx="164775" cy="124837"/>
          </a:xfrm>
          <a:custGeom>
            <a:avLst/>
            <a:gdLst/>
            <a:ahLst/>
            <a:cxnLst/>
            <a:rect l="l" t="t" r="r" b="b"/>
            <a:pathLst>
              <a:path w="2439" h="1848" extrusionOk="0">
                <a:moveTo>
                  <a:pt x="1580" y="1"/>
                </a:moveTo>
                <a:lnTo>
                  <a:pt x="1371" y="203"/>
                </a:lnTo>
                <a:lnTo>
                  <a:pt x="1919" y="780"/>
                </a:lnTo>
                <a:lnTo>
                  <a:pt x="1" y="780"/>
                </a:lnTo>
                <a:lnTo>
                  <a:pt x="1" y="1068"/>
                </a:lnTo>
                <a:lnTo>
                  <a:pt x="1919" y="1068"/>
                </a:lnTo>
                <a:lnTo>
                  <a:pt x="1371" y="1645"/>
                </a:lnTo>
                <a:lnTo>
                  <a:pt x="1580" y="1847"/>
                </a:lnTo>
                <a:lnTo>
                  <a:pt x="2439" y="924"/>
                </a:lnTo>
                <a:lnTo>
                  <a:pt x="1580" y="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8909;p127">
            <a:extLst>
              <a:ext uri="{FF2B5EF4-FFF2-40B4-BE49-F238E27FC236}">
                <a16:creationId xmlns:a16="http://schemas.microsoft.com/office/drawing/2014/main" id="{B9042C53-F021-5CAB-C294-CEE380B75F71}"/>
              </a:ext>
            </a:extLst>
          </p:cNvPr>
          <p:cNvSpPr/>
          <p:nvPr/>
        </p:nvSpPr>
        <p:spPr>
          <a:xfrm>
            <a:off x="9674365" y="4965085"/>
            <a:ext cx="111404" cy="164963"/>
          </a:xfrm>
          <a:custGeom>
            <a:avLst/>
            <a:gdLst/>
            <a:ahLst/>
            <a:cxnLst/>
            <a:rect l="l" t="t" r="r" b="b"/>
            <a:pathLst>
              <a:path w="1649" h="2442" extrusionOk="0">
                <a:moveTo>
                  <a:pt x="501" y="1"/>
                </a:moveTo>
                <a:cubicBezTo>
                  <a:pt x="238" y="1"/>
                  <a:pt x="1" y="336"/>
                  <a:pt x="250" y="590"/>
                </a:cubicBezTo>
                <a:lnTo>
                  <a:pt x="841" y="1232"/>
                </a:lnTo>
                <a:lnTo>
                  <a:pt x="250" y="1874"/>
                </a:lnTo>
                <a:cubicBezTo>
                  <a:pt x="36" y="2126"/>
                  <a:pt x="260" y="2441"/>
                  <a:pt x="516" y="2441"/>
                </a:cubicBezTo>
                <a:cubicBezTo>
                  <a:pt x="596" y="2441"/>
                  <a:pt x="680" y="2410"/>
                  <a:pt x="754" y="2336"/>
                </a:cubicBezTo>
                <a:lnTo>
                  <a:pt x="1555" y="1463"/>
                </a:lnTo>
                <a:cubicBezTo>
                  <a:pt x="1613" y="1405"/>
                  <a:pt x="1641" y="1326"/>
                  <a:pt x="1649" y="1246"/>
                </a:cubicBezTo>
                <a:cubicBezTo>
                  <a:pt x="1649" y="1239"/>
                  <a:pt x="1649" y="1239"/>
                  <a:pt x="1649" y="1232"/>
                </a:cubicBezTo>
                <a:cubicBezTo>
                  <a:pt x="1649" y="1225"/>
                  <a:pt x="1649" y="1225"/>
                  <a:pt x="1649" y="1218"/>
                </a:cubicBezTo>
                <a:cubicBezTo>
                  <a:pt x="1641" y="1138"/>
                  <a:pt x="1613" y="1059"/>
                  <a:pt x="1555" y="1001"/>
                </a:cubicBezTo>
                <a:lnTo>
                  <a:pt x="754" y="129"/>
                </a:lnTo>
                <a:cubicBezTo>
                  <a:pt x="679" y="38"/>
                  <a:pt x="588" y="1"/>
                  <a:pt x="501" y="1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04" name="Google Shape;8910;p127">
            <a:extLst>
              <a:ext uri="{FF2B5EF4-FFF2-40B4-BE49-F238E27FC236}">
                <a16:creationId xmlns:a16="http://schemas.microsoft.com/office/drawing/2014/main" id="{AEC1E4A3-6F53-5DFA-D696-097FCCE45347}"/>
              </a:ext>
            </a:extLst>
          </p:cNvPr>
          <p:cNvGrpSpPr/>
          <p:nvPr/>
        </p:nvGrpSpPr>
        <p:grpSpPr>
          <a:xfrm>
            <a:off x="9332066" y="4717788"/>
            <a:ext cx="125117" cy="118554"/>
            <a:chOff x="4768575" y="2253950"/>
            <a:chExt cx="46300" cy="43875"/>
          </a:xfrm>
          <a:solidFill>
            <a:schemeClr val="accent1">
              <a:lumMod val="75000"/>
            </a:schemeClr>
          </a:solidFill>
        </p:grpSpPr>
        <p:sp>
          <p:nvSpPr>
            <p:cNvPr id="705" name="Google Shape;8911;p127">
              <a:extLst>
                <a:ext uri="{FF2B5EF4-FFF2-40B4-BE49-F238E27FC236}">
                  <a16:creationId xmlns:a16="http://schemas.microsoft.com/office/drawing/2014/main" id="{BFF8A0C9-7767-6E6C-9E66-A36704ACE6BA}"/>
                </a:ext>
              </a:extLst>
            </p:cNvPr>
            <p:cNvSpPr/>
            <p:nvPr/>
          </p:nvSpPr>
          <p:spPr>
            <a:xfrm>
              <a:off x="4785700" y="2253950"/>
              <a:ext cx="29175" cy="43875"/>
            </a:xfrm>
            <a:custGeom>
              <a:avLst/>
              <a:gdLst/>
              <a:ahLst/>
              <a:cxnLst/>
              <a:rect l="l" t="t" r="r" b="b"/>
              <a:pathLst>
                <a:path w="1167" h="1755" extrusionOk="0">
                  <a:moveTo>
                    <a:pt x="262" y="1"/>
                  </a:moveTo>
                  <a:cubicBezTo>
                    <a:pt x="150" y="1"/>
                    <a:pt x="49" y="149"/>
                    <a:pt x="164" y="247"/>
                  </a:cubicBezTo>
                  <a:lnTo>
                    <a:pt x="770" y="853"/>
                  </a:lnTo>
                  <a:lnTo>
                    <a:pt x="106" y="1517"/>
                  </a:lnTo>
                  <a:cubicBezTo>
                    <a:pt x="1" y="1616"/>
                    <a:pt x="95" y="1754"/>
                    <a:pt x="204" y="1754"/>
                  </a:cubicBezTo>
                  <a:cubicBezTo>
                    <a:pt x="236" y="1754"/>
                    <a:pt x="271" y="1742"/>
                    <a:pt x="301" y="1711"/>
                  </a:cubicBezTo>
                  <a:lnTo>
                    <a:pt x="1166" y="853"/>
                  </a:lnTo>
                  <a:lnTo>
                    <a:pt x="366" y="52"/>
                  </a:lnTo>
                  <a:cubicBezTo>
                    <a:pt x="334" y="16"/>
                    <a:pt x="297" y="1"/>
                    <a:pt x="2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8912;p127">
              <a:extLst>
                <a:ext uri="{FF2B5EF4-FFF2-40B4-BE49-F238E27FC236}">
                  <a16:creationId xmlns:a16="http://schemas.microsoft.com/office/drawing/2014/main" id="{6B06B67A-AD4B-D3A5-F806-B1A12AB8FDA8}"/>
                </a:ext>
              </a:extLst>
            </p:cNvPr>
            <p:cNvSpPr/>
            <p:nvPr/>
          </p:nvSpPr>
          <p:spPr>
            <a:xfrm>
              <a:off x="4768575" y="2253950"/>
              <a:ext cx="29175" cy="43875"/>
            </a:xfrm>
            <a:custGeom>
              <a:avLst/>
              <a:gdLst/>
              <a:ahLst/>
              <a:cxnLst/>
              <a:rect l="l" t="t" r="r" b="b"/>
              <a:pathLst>
                <a:path w="1167" h="1755" extrusionOk="0">
                  <a:moveTo>
                    <a:pt x="261" y="1"/>
                  </a:moveTo>
                  <a:cubicBezTo>
                    <a:pt x="150" y="1"/>
                    <a:pt x="50" y="149"/>
                    <a:pt x="171" y="247"/>
                  </a:cubicBezTo>
                  <a:lnTo>
                    <a:pt x="769" y="853"/>
                  </a:lnTo>
                  <a:lnTo>
                    <a:pt x="106" y="1517"/>
                  </a:lnTo>
                  <a:cubicBezTo>
                    <a:pt x="1" y="1616"/>
                    <a:pt x="95" y="1754"/>
                    <a:pt x="203" y="1754"/>
                  </a:cubicBezTo>
                  <a:cubicBezTo>
                    <a:pt x="236" y="1754"/>
                    <a:pt x="270" y="1742"/>
                    <a:pt x="301" y="1711"/>
                  </a:cubicBezTo>
                  <a:lnTo>
                    <a:pt x="1166" y="853"/>
                  </a:lnTo>
                  <a:lnTo>
                    <a:pt x="365" y="52"/>
                  </a:lnTo>
                  <a:cubicBezTo>
                    <a:pt x="334" y="16"/>
                    <a:pt x="297" y="1"/>
                    <a:pt x="2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7" name="Google Shape;8913;p127">
            <a:extLst>
              <a:ext uri="{FF2B5EF4-FFF2-40B4-BE49-F238E27FC236}">
                <a16:creationId xmlns:a16="http://schemas.microsoft.com/office/drawing/2014/main" id="{73F177FF-DEC0-E20D-870D-5CF5847669A8}"/>
              </a:ext>
            </a:extLst>
          </p:cNvPr>
          <p:cNvGrpSpPr/>
          <p:nvPr/>
        </p:nvGrpSpPr>
        <p:grpSpPr>
          <a:xfrm>
            <a:off x="9664501" y="5260367"/>
            <a:ext cx="131130" cy="162261"/>
            <a:chOff x="4960900" y="2433225"/>
            <a:chExt cx="48525" cy="60050"/>
          </a:xfrm>
          <a:solidFill>
            <a:schemeClr val="accent1">
              <a:lumMod val="75000"/>
            </a:schemeClr>
          </a:solidFill>
        </p:grpSpPr>
        <p:sp>
          <p:nvSpPr>
            <p:cNvPr id="708" name="Google Shape;8914;p127">
              <a:extLst>
                <a:ext uri="{FF2B5EF4-FFF2-40B4-BE49-F238E27FC236}">
                  <a16:creationId xmlns:a16="http://schemas.microsoft.com/office/drawing/2014/main" id="{8FDCF339-CD53-7BD5-7167-B690F6EFEEAA}"/>
                </a:ext>
              </a:extLst>
            </p:cNvPr>
            <p:cNvSpPr/>
            <p:nvPr/>
          </p:nvSpPr>
          <p:spPr>
            <a:xfrm>
              <a:off x="4974225" y="2433225"/>
              <a:ext cx="35200" cy="60050"/>
            </a:xfrm>
            <a:custGeom>
              <a:avLst/>
              <a:gdLst/>
              <a:ahLst/>
              <a:cxnLst/>
              <a:rect l="l" t="t" r="r" b="b"/>
              <a:pathLst>
                <a:path w="1408" h="2402" extrusionOk="0">
                  <a:moveTo>
                    <a:pt x="102" y="0"/>
                  </a:moveTo>
                  <a:lnTo>
                    <a:pt x="95" y="7"/>
                  </a:lnTo>
                  <a:lnTo>
                    <a:pt x="1112" y="1154"/>
                  </a:lnTo>
                  <a:lnTo>
                    <a:pt x="1" y="2402"/>
                  </a:lnTo>
                  <a:lnTo>
                    <a:pt x="297" y="2402"/>
                  </a:lnTo>
                  <a:lnTo>
                    <a:pt x="1407" y="1154"/>
                  </a:lnTo>
                  <a:lnTo>
                    <a:pt x="38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8915;p127">
              <a:extLst>
                <a:ext uri="{FF2B5EF4-FFF2-40B4-BE49-F238E27FC236}">
                  <a16:creationId xmlns:a16="http://schemas.microsoft.com/office/drawing/2014/main" id="{1B286D21-2FEB-C7ED-3C3B-95156A7A2222}"/>
                </a:ext>
              </a:extLst>
            </p:cNvPr>
            <p:cNvSpPr/>
            <p:nvPr/>
          </p:nvSpPr>
          <p:spPr>
            <a:xfrm>
              <a:off x="4960900" y="2433225"/>
              <a:ext cx="35175" cy="60050"/>
            </a:xfrm>
            <a:custGeom>
              <a:avLst/>
              <a:gdLst/>
              <a:ahLst/>
              <a:cxnLst/>
              <a:rect l="l" t="t" r="r" b="b"/>
              <a:pathLst>
                <a:path w="1407" h="2402" extrusionOk="0">
                  <a:moveTo>
                    <a:pt x="108" y="0"/>
                  </a:moveTo>
                  <a:lnTo>
                    <a:pt x="94" y="7"/>
                  </a:lnTo>
                  <a:lnTo>
                    <a:pt x="1111" y="1154"/>
                  </a:lnTo>
                  <a:lnTo>
                    <a:pt x="0" y="2402"/>
                  </a:lnTo>
                  <a:lnTo>
                    <a:pt x="296" y="2402"/>
                  </a:lnTo>
                  <a:lnTo>
                    <a:pt x="1407" y="1154"/>
                  </a:lnTo>
                  <a:lnTo>
                    <a:pt x="39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0" name="Google Shape;8916;p127">
            <a:extLst>
              <a:ext uri="{FF2B5EF4-FFF2-40B4-BE49-F238E27FC236}">
                <a16:creationId xmlns:a16="http://schemas.microsoft.com/office/drawing/2014/main" id="{9067B3BE-65CF-1F73-EB50-CD0D798ACBAC}"/>
              </a:ext>
            </a:extLst>
          </p:cNvPr>
          <p:cNvGrpSpPr/>
          <p:nvPr/>
        </p:nvGrpSpPr>
        <p:grpSpPr>
          <a:xfrm>
            <a:off x="9318961" y="5553346"/>
            <a:ext cx="151330" cy="159559"/>
            <a:chOff x="4854075" y="2527625"/>
            <a:chExt cx="56000" cy="59050"/>
          </a:xfrm>
          <a:solidFill>
            <a:schemeClr val="accent1">
              <a:lumMod val="75000"/>
            </a:schemeClr>
          </a:solidFill>
        </p:grpSpPr>
        <p:sp>
          <p:nvSpPr>
            <p:cNvPr id="711" name="Google Shape;8917;p127">
              <a:extLst>
                <a:ext uri="{FF2B5EF4-FFF2-40B4-BE49-F238E27FC236}">
                  <a16:creationId xmlns:a16="http://schemas.microsoft.com/office/drawing/2014/main" id="{AAF1F3B8-6094-734F-CE95-D5970E4E8B5E}"/>
                </a:ext>
              </a:extLst>
            </p:cNvPr>
            <p:cNvSpPr/>
            <p:nvPr/>
          </p:nvSpPr>
          <p:spPr>
            <a:xfrm>
              <a:off x="4872325" y="2527625"/>
              <a:ext cx="37750" cy="59050"/>
            </a:xfrm>
            <a:custGeom>
              <a:avLst/>
              <a:gdLst/>
              <a:ahLst/>
              <a:cxnLst/>
              <a:rect l="l" t="t" r="r" b="b"/>
              <a:pathLst>
                <a:path w="1510" h="2362" extrusionOk="0">
                  <a:moveTo>
                    <a:pt x="305" y="1"/>
                  </a:moveTo>
                  <a:cubicBezTo>
                    <a:pt x="141" y="1"/>
                    <a:pt x="1" y="210"/>
                    <a:pt x="146" y="371"/>
                  </a:cubicBezTo>
                  <a:lnTo>
                    <a:pt x="961" y="1179"/>
                  </a:lnTo>
                  <a:lnTo>
                    <a:pt x="146" y="1994"/>
                  </a:lnTo>
                  <a:cubicBezTo>
                    <a:pt x="0" y="2151"/>
                    <a:pt x="143" y="2361"/>
                    <a:pt x="308" y="2361"/>
                  </a:cubicBezTo>
                  <a:cubicBezTo>
                    <a:pt x="355" y="2361"/>
                    <a:pt x="404" y="2344"/>
                    <a:pt x="449" y="2304"/>
                  </a:cubicBezTo>
                  <a:lnTo>
                    <a:pt x="1423" y="1338"/>
                  </a:lnTo>
                  <a:cubicBezTo>
                    <a:pt x="1509" y="1244"/>
                    <a:pt x="1509" y="1107"/>
                    <a:pt x="1423" y="1013"/>
                  </a:cubicBezTo>
                  <a:lnTo>
                    <a:pt x="1423" y="1020"/>
                  </a:lnTo>
                  <a:lnTo>
                    <a:pt x="449" y="61"/>
                  </a:lnTo>
                  <a:cubicBezTo>
                    <a:pt x="403" y="19"/>
                    <a:pt x="353" y="1"/>
                    <a:pt x="3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8918;p127">
              <a:extLst>
                <a:ext uri="{FF2B5EF4-FFF2-40B4-BE49-F238E27FC236}">
                  <a16:creationId xmlns:a16="http://schemas.microsoft.com/office/drawing/2014/main" id="{2133B320-979D-7DD2-6170-60FDAF16F4A9}"/>
                </a:ext>
              </a:extLst>
            </p:cNvPr>
            <p:cNvSpPr/>
            <p:nvPr/>
          </p:nvSpPr>
          <p:spPr>
            <a:xfrm>
              <a:off x="4854075" y="2539100"/>
              <a:ext cx="26075" cy="35875"/>
            </a:xfrm>
            <a:custGeom>
              <a:avLst/>
              <a:gdLst/>
              <a:ahLst/>
              <a:cxnLst/>
              <a:rect l="l" t="t" r="r" b="b"/>
              <a:pathLst>
                <a:path w="1043" h="1435" extrusionOk="0">
                  <a:moveTo>
                    <a:pt x="326" y="1"/>
                  </a:moveTo>
                  <a:cubicBezTo>
                    <a:pt x="152" y="1"/>
                    <a:pt x="1" y="234"/>
                    <a:pt x="177" y="388"/>
                  </a:cubicBezTo>
                  <a:lnTo>
                    <a:pt x="516" y="720"/>
                  </a:lnTo>
                  <a:lnTo>
                    <a:pt x="177" y="1059"/>
                  </a:lnTo>
                  <a:cubicBezTo>
                    <a:pt x="21" y="1215"/>
                    <a:pt x="165" y="1435"/>
                    <a:pt x="336" y="1435"/>
                  </a:cubicBezTo>
                  <a:cubicBezTo>
                    <a:pt x="386" y="1435"/>
                    <a:pt x="439" y="1415"/>
                    <a:pt x="487" y="1369"/>
                  </a:cubicBezTo>
                  <a:lnTo>
                    <a:pt x="977" y="886"/>
                  </a:lnTo>
                  <a:cubicBezTo>
                    <a:pt x="1020" y="843"/>
                    <a:pt x="1042" y="785"/>
                    <a:pt x="1042" y="720"/>
                  </a:cubicBezTo>
                  <a:cubicBezTo>
                    <a:pt x="1042" y="662"/>
                    <a:pt x="1013" y="605"/>
                    <a:pt x="977" y="561"/>
                  </a:cubicBezTo>
                  <a:lnTo>
                    <a:pt x="487" y="78"/>
                  </a:lnTo>
                  <a:cubicBezTo>
                    <a:pt x="437" y="23"/>
                    <a:pt x="380" y="1"/>
                    <a:pt x="3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13" name="Google Shape;8919;p127">
            <a:extLst>
              <a:ext uri="{FF2B5EF4-FFF2-40B4-BE49-F238E27FC236}">
                <a16:creationId xmlns:a16="http://schemas.microsoft.com/office/drawing/2014/main" id="{0CF19D8C-D467-F9A3-2E5E-7C36AA6452AF}"/>
              </a:ext>
            </a:extLst>
          </p:cNvPr>
          <p:cNvSpPr/>
          <p:nvPr/>
        </p:nvSpPr>
        <p:spPr>
          <a:xfrm>
            <a:off x="9335884" y="5267899"/>
            <a:ext cx="117484" cy="147196"/>
          </a:xfrm>
          <a:custGeom>
            <a:avLst/>
            <a:gdLst/>
            <a:ahLst/>
            <a:cxnLst/>
            <a:rect l="l" t="t" r="r" b="b"/>
            <a:pathLst>
              <a:path w="1739" h="2179" extrusionOk="0">
                <a:moveTo>
                  <a:pt x="1" y="1"/>
                </a:moveTo>
                <a:lnTo>
                  <a:pt x="1" y="2179"/>
                </a:lnTo>
                <a:lnTo>
                  <a:pt x="758" y="2179"/>
                </a:lnTo>
                <a:lnTo>
                  <a:pt x="1739" y="1090"/>
                </a:lnTo>
                <a:lnTo>
                  <a:pt x="758" y="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4" name="Google Shape;8920;p127">
            <a:extLst>
              <a:ext uri="{FF2B5EF4-FFF2-40B4-BE49-F238E27FC236}">
                <a16:creationId xmlns:a16="http://schemas.microsoft.com/office/drawing/2014/main" id="{2E58C0E7-6FEA-3F33-E484-18452313F9DF}"/>
              </a:ext>
            </a:extLst>
          </p:cNvPr>
          <p:cNvSpPr/>
          <p:nvPr/>
        </p:nvSpPr>
        <p:spPr>
          <a:xfrm>
            <a:off x="9977920" y="4424288"/>
            <a:ext cx="177407" cy="147196"/>
          </a:xfrm>
          <a:custGeom>
            <a:avLst/>
            <a:gdLst/>
            <a:ahLst/>
            <a:cxnLst/>
            <a:rect l="l" t="t" r="r" b="b"/>
            <a:pathLst>
              <a:path w="2626" h="2179" extrusionOk="0">
                <a:moveTo>
                  <a:pt x="0" y="1"/>
                </a:moveTo>
                <a:lnTo>
                  <a:pt x="887" y="1090"/>
                </a:lnTo>
                <a:lnTo>
                  <a:pt x="0" y="2179"/>
                </a:lnTo>
                <a:lnTo>
                  <a:pt x="1644" y="2179"/>
                </a:lnTo>
                <a:lnTo>
                  <a:pt x="2625" y="1090"/>
                </a:lnTo>
                <a:lnTo>
                  <a:pt x="1644" y="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5" name="Google Shape;8921;p127">
            <a:extLst>
              <a:ext uri="{FF2B5EF4-FFF2-40B4-BE49-F238E27FC236}">
                <a16:creationId xmlns:a16="http://schemas.microsoft.com/office/drawing/2014/main" id="{B93E48AB-FDBF-96F4-6820-6FFF2FC86405}"/>
              </a:ext>
            </a:extLst>
          </p:cNvPr>
          <p:cNvSpPr/>
          <p:nvPr/>
        </p:nvSpPr>
        <p:spPr>
          <a:xfrm>
            <a:off x="8978543" y="5267899"/>
            <a:ext cx="150114" cy="147196"/>
          </a:xfrm>
          <a:custGeom>
            <a:avLst/>
            <a:gdLst/>
            <a:ahLst/>
            <a:cxnLst/>
            <a:rect l="l" t="t" r="r" b="b"/>
            <a:pathLst>
              <a:path w="2222" h="2179" extrusionOk="0">
                <a:moveTo>
                  <a:pt x="477" y="1"/>
                </a:moveTo>
                <a:lnTo>
                  <a:pt x="895" y="513"/>
                </a:lnTo>
                <a:lnTo>
                  <a:pt x="1" y="513"/>
                </a:lnTo>
                <a:lnTo>
                  <a:pt x="1" y="1659"/>
                </a:lnTo>
                <a:lnTo>
                  <a:pt x="895" y="1659"/>
                </a:lnTo>
                <a:lnTo>
                  <a:pt x="477" y="2179"/>
                </a:lnTo>
                <a:lnTo>
                  <a:pt x="1234" y="2179"/>
                </a:lnTo>
                <a:lnTo>
                  <a:pt x="2222" y="1090"/>
                </a:lnTo>
                <a:lnTo>
                  <a:pt x="1234" y="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16" name="Google Shape;8922;p127">
            <a:extLst>
              <a:ext uri="{FF2B5EF4-FFF2-40B4-BE49-F238E27FC236}">
                <a16:creationId xmlns:a16="http://schemas.microsoft.com/office/drawing/2014/main" id="{316A46BC-A4EF-A97F-D063-44925F05F33B}"/>
              </a:ext>
            </a:extLst>
          </p:cNvPr>
          <p:cNvGrpSpPr/>
          <p:nvPr/>
        </p:nvGrpSpPr>
        <p:grpSpPr>
          <a:xfrm>
            <a:off x="10011529" y="4958364"/>
            <a:ext cx="110188" cy="178406"/>
            <a:chOff x="5059700" y="2334775"/>
            <a:chExt cx="40775" cy="66025"/>
          </a:xfrm>
          <a:solidFill>
            <a:schemeClr val="accent1">
              <a:lumMod val="75000"/>
            </a:schemeClr>
          </a:solidFill>
        </p:grpSpPr>
        <p:sp>
          <p:nvSpPr>
            <p:cNvPr id="717" name="Google Shape;8923;p127">
              <a:extLst>
                <a:ext uri="{FF2B5EF4-FFF2-40B4-BE49-F238E27FC236}">
                  <a16:creationId xmlns:a16="http://schemas.microsoft.com/office/drawing/2014/main" id="{8C989A94-A55C-5649-2B43-17ADD54CD480}"/>
                </a:ext>
              </a:extLst>
            </p:cNvPr>
            <p:cNvSpPr/>
            <p:nvPr/>
          </p:nvSpPr>
          <p:spPr>
            <a:xfrm>
              <a:off x="5059700" y="2334775"/>
              <a:ext cx="12475" cy="10525"/>
            </a:xfrm>
            <a:custGeom>
              <a:avLst/>
              <a:gdLst/>
              <a:ahLst/>
              <a:cxnLst/>
              <a:rect l="l" t="t" r="r" b="b"/>
              <a:pathLst>
                <a:path w="499" h="421" extrusionOk="0">
                  <a:moveTo>
                    <a:pt x="282" y="0"/>
                  </a:moveTo>
                  <a:cubicBezTo>
                    <a:pt x="94" y="0"/>
                    <a:pt x="1" y="224"/>
                    <a:pt x="138" y="361"/>
                  </a:cubicBezTo>
                  <a:cubicBezTo>
                    <a:pt x="179" y="402"/>
                    <a:pt x="230" y="421"/>
                    <a:pt x="281" y="421"/>
                  </a:cubicBezTo>
                  <a:cubicBezTo>
                    <a:pt x="388" y="421"/>
                    <a:pt x="491" y="337"/>
                    <a:pt x="491" y="209"/>
                  </a:cubicBezTo>
                  <a:cubicBezTo>
                    <a:pt x="498" y="94"/>
                    <a:pt x="397" y="0"/>
                    <a:pt x="28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8924;p127">
              <a:extLst>
                <a:ext uri="{FF2B5EF4-FFF2-40B4-BE49-F238E27FC236}">
                  <a16:creationId xmlns:a16="http://schemas.microsoft.com/office/drawing/2014/main" id="{E8387199-4F36-3FF0-A336-39AAE5E22441}"/>
                </a:ext>
              </a:extLst>
            </p:cNvPr>
            <p:cNvSpPr/>
            <p:nvPr/>
          </p:nvSpPr>
          <p:spPr>
            <a:xfrm>
              <a:off x="5059700" y="2348650"/>
              <a:ext cx="12475" cy="10550"/>
            </a:xfrm>
            <a:custGeom>
              <a:avLst/>
              <a:gdLst/>
              <a:ahLst/>
              <a:cxnLst/>
              <a:rect l="l" t="t" r="r" b="b"/>
              <a:pathLst>
                <a:path w="499" h="422" extrusionOk="0">
                  <a:moveTo>
                    <a:pt x="282" y="1"/>
                  </a:moveTo>
                  <a:cubicBezTo>
                    <a:pt x="94" y="1"/>
                    <a:pt x="1" y="224"/>
                    <a:pt x="138" y="361"/>
                  </a:cubicBezTo>
                  <a:cubicBezTo>
                    <a:pt x="179" y="403"/>
                    <a:pt x="230" y="421"/>
                    <a:pt x="281" y="421"/>
                  </a:cubicBezTo>
                  <a:cubicBezTo>
                    <a:pt x="388" y="421"/>
                    <a:pt x="491" y="337"/>
                    <a:pt x="491" y="210"/>
                  </a:cubicBezTo>
                  <a:cubicBezTo>
                    <a:pt x="498" y="94"/>
                    <a:pt x="397" y="1"/>
                    <a:pt x="2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8925;p127">
              <a:extLst>
                <a:ext uri="{FF2B5EF4-FFF2-40B4-BE49-F238E27FC236}">
                  <a16:creationId xmlns:a16="http://schemas.microsoft.com/office/drawing/2014/main" id="{7E8A6D14-3850-37D5-98C0-A13F9FD8A1C2}"/>
                </a:ext>
              </a:extLst>
            </p:cNvPr>
            <p:cNvSpPr/>
            <p:nvPr/>
          </p:nvSpPr>
          <p:spPr>
            <a:xfrm>
              <a:off x="5059700" y="2362525"/>
              <a:ext cx="12475" cy="10550"/>
            </a:xfrm>
            <a:custGeom>
              <a:avLst/>
              <a:gdLst/>
              <a:ahLst/>
              <a:cxnLst/>
              <a:rect l="l" t="t" r="r" b="b"/>
              <a:pathLst>
                <a:path w="499" h="422" extrusionOk="0">
                  <a:moveTo>
                    <a:pt x="282" y="1"/>
                  </a:moveTo>
                  <a:cubicBezTo>
                    <a:pt x="94" y="1"/>
                    <a:pt x="1" y="224"/>
                    <a:pt x="138" y="361"/>
                  </a:cubicBezTo>
                  <a:cubicBezTo>
                    <a:pt x="179" y="403"/>
                    <a:pt x="230" y="422"/>
                    <a:pt x="281" y="422"/>
                  </a:cubicBezTo>
                  <a:cubicBezTo>
                    <a:pt x="388" y="422"/>
                    <a:pt x="491" y="338"/>
                    <a:pt x="491" y="210"/>
                  </a:cubicBezTo>
                  <a:cubicBezTo>
                    <a:pt x="498" y="95"/>
                    <a:pt x="397" y="1"/>
                    <a:pt x="2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8926;p127">
              <a:extLst>
                <a:ext uri="{FF2B5EF4-FFF2-40B4-BE49-F238E27FC236}">
                  <a16:creationId xmlns:a16="http://schemas.microsoft.com/office/drawing/2014/main" id="{34A74DED-874F-B8D5-F04B-F96CFEA04436}"/>
                </a:ext>
              </a:extLst>
            </p:cNvPr>
            <p:cNvSpPr/>
            <p:nvPr/>
          </p:nvSpPr>
          <p:spPr>
            <a:xfrm>
              <a:off x="5059700" y="2376400"/>
              <a:ext cx="12475" cy="10500"/>
            </a:xfrm>
            <a:custGeom>
              <a:avLst/>
              <a:gdLst/>
              <a:ahLst/>
              <a:cxnLst/>
              <a:rect l="l" t="t" r="r" b="b"/>
              <a:pathLst>
                <a:path w="499" h="420" extrusionOk="0">
                  <a:moveTo>
                    <a:pt x="294" y="1"/>
                  </a:moveTo>
                  <a:cubicBezTo>
                    <a:pt x="290" y="1"/>
                    <a:pt x="286" y="1"/>
                    <a:pt x="282" y="1"/>
                  </a:cubicBezTo>
                  <a:cubicBezTo>
                    <a:pt x="94" y="1"/>
                    <a:pt x="1" y="225"/>
                    <a:pt x="138" y="355"/>
                  </a:cubicBezTo>
                  <a:cubicBezTo>
                    <a:pt x="180" y="400"/>
                    <a:pt x="233" y="420"/>
                    <a:pt x="285" y="420"/>
                  </a:cubicBezTo>
                  <a:cubicBezTo>
                    <a:pt x="390" y="420"/>
                    <a:pt x="491" y="336"/>
                    <a:pt x="491" y="210"/>
                  </a:cubicBezTo>
                  <a:cubicBezTo>
                    <a:pt x="498" y="99"/>
                    <a:pt x="404" y="1"/>
                    <a:pt x="29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8927;p127">
              <a:extLst>
                <a:ext uri="{FF2B5EF4-FFF2-40B4-BE49-F238E27FC236}">
                  <a16:creationId xmlns:a16="http://schemas.microsoft.com/office/drawing/2014/main" id="{7878A286-2487-C839-7B70-A368570CB26C}"/>
                </a:ext>
              </a:extLst>
            </p:cNvPr>
            <p:cNvSpPr/>
            <p:nvPr/>
          </p:nvSpPr>
          <p:spPr>
            <a:xfrm>
              <a:off x="5059700" y="2390125"/>
              <a:ext cx="12475" cy="10675"/>
            </a:xfrm>
            <a:custGeom>
              <a:avLst/>
              <a:gdLst/>
              <a:ahLst/>
              <a:cxnLst/>
              <a:rect l="l" t="t" r="r" b="b"/>
              <a:pathLst>
                <a:path w="499" h="427" extrusionOk="0">
                  <a:moveTo>
                    <a:pt x="282" y="0"/>
                  </a:moveTo>
                  <a:cubicBezTo>
                    <a:pt x="94" y="0"/>
                    <a:pt x="1" y="231"/>
                    <a:pt x="138" y="361"/>
                  </a:cubicBezTo>
                  <a:cubicBezTo>
                    <a:pt x="180" y="406"/>
                    <a:pt x="233" y="426"/>
                    <a:pt x="285" y="426"/>
                  </a:cubicBezTo>
                  <a:cubicBezTo>
                    <a:pt x="390" y="426"/>
                    <a:pt x="491" y="343"/>
                    <a:pt x="491" y="217"/>
                  </a:cubicBezTo>
                  <a:cubicBezTo>
                    <a:pt x="498" y="94"/>
                    <a:pt x="397" y="0"/>
                    <a:pt x="28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8928;p127">
              <a:extLst>
                <a:ext uri="{FF2B5EF4-FFF2-40B4-BE49-F238E27FC236}">
                  <a16:creationId xmlns:a16="http://schemas.microsoft.com/office/drawing/2014/main" id="{20ED3E92-FCD4-EAE7-7F2F-806664ACC895}"/>
                </a:ext>
              </a:extLst>
            </p:cNvPr>
            <p:cNvSpPr/>
            <p:nvPr/>
          </p:nvSpPr>
          <p:spPr>
            <a:xfrm>
              <a:off x="5073950" y="2348650"/>
              <a:ext cx="12275" cy="10550"/>
            </a:xfrm>
            <a:custGeom>
              <a:avLst/>
              <a:gdLst/>
              <a:ahLst/>
              <a:cxnLst/>
              <a:rect l="l" t="t" r="r" b="b"/>
              <a:pathLst>
                <a:path w="491" h="422" extrusionOk="0">
                  <a:moveTo>
                    <a:pt x="282" y="1"/>
                  </a:moveTo>
                  <a:cubicBezTo>
                    <a:pt x="94" y="1"/>
                    <a:pt x="0" y="224"/>
                    <a:pt x="130" y="361"/>
                  </a:cubicBezTo>
                  <a:cubicBezTo>
                    <a:pt x="174" y="403"/>
                    <a:pt x="227" y="421"/>
                    <a:pt x="278" y="421"/>
                  </a:cubicBezTo>
                  <a:cubicBezTo>
                    <a:pt x="387" y="421"/>
                    <a:pt x="491" y="337"/>
                    <a:pt x="491" y="210"/>
                  </a:cubicBezTo>
                  <a:cubicBezTo>
                    <a:pt x="491" y="94"/>
                    <a:pt x="397" y="1"/>
                    <a:pt x="2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8929;p127">
              <a:extLst>
                <a:ext uri="{FF2B5EF4-FFF2-40B4-BE49-F238E27FC236}">
                  <a16:creationId xmlns:a16="http://schemas.microsoft.com/office/drawing/2014/main" id="{36BEE563-6A66-F553-6484-8D1E625856F2}"/>
                </a:ext>
              </a:extLst>
            </p:cNvPr>
            <p:cNvSpPr/>
            <p:nvPr/>
          </p:nvSpPr>
          <p:spPr>
            <a:xfrm>
              <a:off x="5073950" y="2362525"/>
              <a:ext cx="12275" cy="10550"/>
            </a:xfrm>
            <a:custGeom>
              <a:avLst/>
              <a:gdLst/>
              <a:ahLst/>
              <a:cxnLst/>
              <a:rect l="l" t="t" r="r" b="b"/>
              <a:pathLst>
                <a:path w="491" h="422" extrusionOk="0">
                  <a:moveTo>
                    <a:pt x="282" y="1"/>
                  </a:moveTo>
                  <a:cubicBezTo>
                    <a:pt x="94" y="1"/>
                    <a:pt x="0" y="224"/>
                    <a:pt x="130" y="361"/>
                  </a:cubicBezTo>
                  <a:cubicBezTo>
                    <a:pt x="174" y="403"/>
                    <a:pt x="227" y="422"/>
                    <a:pt x="278" y="422"/>
                  </a:cubicBezTo>
                  <a:cubicBezTo>
                    <a:pt x="387" y="422"/>
                    <a:pt x="491" y="338"/>
                    <a:pt x="491" y="210"/>
                  </a:cubicBezTo>
                  <a:cubicBezTo>
                    <a:pt x="491" y="95"/>
                    <a:pt x="397" y="1"/>
                    <a:pt x="2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8930;p127">
              <a:extLst>
                <a:ext uri="{FF2B5EF4-FFF2-40B4-BE49-F238E27FC236}">
                  <a16:creationId xmlns:a16="http://schemas.microsoft.com/office/drawing/2014/main" id="{EF60B4F4-EEC4-9900-5B61-730E1936BCC2}"/>
                </a:ext>
              </a:extLst>
            </p:cNvPr>
            <p:cNvSpPr/>
            <p:nvPr/>
          </p:nvSpPr>
          <p:spPr>
            <a:xfrm>
              <a:off x="5074000" y="2376400"/>
              <a:ext cx="12225" cy="10500"/>
            </a:xfrm>
            <a:custGeom>
              <a:avLst/>
              <a:gdLst/>
              <a:ahLst/>
              <a:cxnLst/>
              <a:rect l="l" t="t" r="r" b="b"/>
              <a:pathLst>
                <a:path w="489" h="420" extrusionOk="0">
                  <a:moveTo>
                    <a:pt x="291" y="1"/>
                  </a:moveTo>
                  <a:cubicBezTo>
                    <a:pt x="287" y="1"/>
                    <a:pt x="284" y="1"/>
                    <a:pt x="280" y="1"/>
                  </a:cubicBezTo>
                  <a:cubicBezTo>
                    <a:pt x="277" y="1"/>
                    <a:pt x="274" y="1"/>
                    <a:pt x="271" y="1"/>
                  </a:cubicBezTo>
                  <a:cubicBezTo>
                    <a:pt x="89" y="1"/>
                    <a:pt x="0" y="227"/>
                    <a:pt x="128" y="355"/>
                  </a:cubicBezTo>
                  <a:cubicBezTo>
                    <a:pt x="173" y="400"/>
                    <a:pt x="228" y="420"/>
                    <a:pt x="281" y="420"/>
                  </a:cubicBezTo>
                  <a:cubicBezTo>
                    <a:pt x="388" y="420"/>
                    <a:pt x="489" y="336"/>
                    <a:pt x="489" y="210"/>
                  </a:cubicBezTo>
                  <a:cubicBezTo>
                    <a:pt x="489" y="99"/>
                    <a:pt x="401" y="1"/>
                    <a:pt x="2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8931;p127">
              <a:extLst>
                <a:ext uri="{FF2B5EF4-FFF2-40B4-BE49-F238E27FC236}">
                  <a16:creationId xmlns:a16="http://schemas.microsoft.com/office/drawing/2014/main" id="{CB1302C3-3BDF-5E79-1260-A399562A6AC4}"/>
                </a:ext>
              </a:extLst>
            </p:cNvPr>
            <p:cNvSpPr/>
            <p:nvPr/>
          </p:nvSpPr>
          <p:spPr>
            <a:xfrm>
              <a:off x="5088000" y="2362525"/>
              <a:ext cx="12475" cy="10550"/>
            </a:xfrm>
            <a:custGeom>
              <a:avLst/>
              <a:gdLst/>
              <a:ahLst/>
              <a:cxnLst/>
              <a:rect l="l" t="t" r="r" b="b"/>
              <a:pathLst>
                <a:path w="499" h="422" extrusionOk="0">
                  <a:moveTo>
                    <a:pt x="289" y="1"/>
                  </a:moveTo>
                  <a:cubicBezTo>
                    <a:pt x="102" y="1"/>
                    <a:pt x="1" y="224"/>
                    <a:pt x="138" y="361"/>
                  </a:cubicBezTo>
                  <a:cubicBezTo>
                    <a:pt x="180" y="403"/>
                    <a:pt x="231" y="422"/>
                    <a:pt x="283" y="422"/>
                  </a:cubicBezTo>
                  <a:cubicBezTo>
                    <a:pt x="392" y="422"/>
                    <a:pt x="499" y="338"/>
                    <a:pt x="499" y="210"/>
                  </a:cubicBezTo>
                  <a:cubicBezTo>
                    <a:pt x="499" y="95"/>
                    <a:pt x="405" y="1"/>
                    <a:pt x="2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26" name="Google Shape;8932;p127">
            <a:extLst>
              <a:ext uri="{FF2B5EF4-FFF2-40B4-BE49-F238E27FC236}">
                <a16:creationId xmlns:a16="http://schemas.microsoft.com/office/drawing/2014/main" id="{9DF85299-908D-1214-B4E7-912FFD4D9491}"/>
              </a:ext>
            </a:extLst>
          </p:cNvPr>
          <p:cNvGrpSpPr/>
          <p:nvPr/>
        </p:nvGrpSpPr>
        <p:grpSpPr>
          <a:xfrm>
            <a:off x="9964002" y="5252531"/>
            <a:ext cx="205242" cy="177933"/>
            <a:chOff x="5037700" y="2430325"/>
            <a:chExt cx="75950" cy="65850"/>
          </a:xfrm>
          <a:solidFill>
            <a:schemeClr val="accent1">
              <a:lumMod val="75000"/>
            </a:schemeClr>
          </a:solidFill>
        </p:grpSpPr>
        <p:sp>
          <p:nvSpPr>
            <p:cNvPr id="727" name="Google Shape;8933;p127">
              <a:extLst>
                <a:ext uri="{FF2B5EF4-FFF2-40B4-BE49-F238E27FC236}">
                  <a16:creationId xmlns:a16="http://schemas.microsoft.com/office/drawing/2014/main" id="{967EAC40-0EB1-AB5B-D79F-624B6C36E964}"/>
                </a:ext>
              </a:extLst>
            </p:cNvPr>
            <p:cNvSpPr/>
            <p:nvPr/>
          </p:nvSpPr>
          <p:spPr>
            <a:xfrm>
              <a:off x="5059700" y="2430325"/>
              <a:ext cx="53950" cy="65850"/>
            </a:xfrm>
            <a:custGeom>
              <a:avLst/>
              <a:gdLst/>
              <a:ahLst/>
              <a:cxnLst/>
              <a:rect l="l" t="t" r="r" b="b"/>
              <a:pathLst>
                <a:path w="2158" h="2634" extrusionOk="0">
                  <a:moveTo>
                    <a:pt x="1" y="1"/>
                  </a:moveTo>
                  <a:lnTo>
                    <a:pt x="866" y="1321"/>
                  </a:lnTo>
                  <a:lnTo>
                    <a:pt x="1" y="2633"/>
                  </a:lnTo>
                  <a:lnTo>
                    <a:pt x="1292" y="2633"/>
                  </a:lnTo>
                  <a:lnTo>
                    <a:pt x="2157" y="1321"/>
                  </a:lnTo>
                  <a:lnTo>
                    <a:pt x="129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8934;p127">
              <a:extLst>
                <a:ext uri="{FF2B5EF4-FFF2-40B4-BE49-F238E27FC236}">
                  <a16:creationId xmlns:a16="http://schemas.microsoft.com/office/drawing/2014/main" id="{F7F5DE40-6FC2-1F17-ABED-B80465C7D949}"/>
                </a:ext>
              </a:extLst>
            </p:cNvPr>
            <p:cNvSpPr/>
            <p:nvPr/>
          </p:nvSpPr>
          <p:spPr>
            <a:xfrm>
              <a:off x="5037700" y="2430325"/>
              <a:ext cx="34100" cy="65850"/>
            </a:xfrm>
            <a:custGeom>
              <a:avLst/>
              <a:gdLst/>
              <a:ahLst/>
              <a:cxnLst/>
              <a:rect l="l" t="t" r="r" b="b"/>
              <a:pathLst>
                <a:path w="1364" h="2634" extrusionOk="0">
                  <a:moveTo>
                    <a:pt x="1" y="1"/>
                  </a:moveTo>
                  <a:lnTo>
                    <a:pt x="866" y="1321"/>
                  </a:lnTo>
                  <a:lnTo>
                    <a:pt x="1" y="2633"/>
                  </a:lnTo>
                  <a:lnTo>
                    <a:pt x="498" y="2633"/>
                  </a:lnTo>
                  <a:lnTo>
                    <a:pt x="1364" y="1321"/>
                  </a:lnTo>
                  <a:lnTo>
                    <a:pt x="49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29" name="Google Shape;8935;p127">
            <a:extLst>
              <a:ext uri="{FF2B5EF4-FFF2-40B4-BE49-F238E27FC236}">
                <a16:creationId xmlns:a16="http://schemas.microsoft.com/office/drawing/2014/main" id="{27DDC42B-C2F5-C7E5-661C-83BBEBF2FAA2}"/>
              </a:ext>
            </a:extLst>
          </p:cNvPr>
          <p:cNvGrpSpPr/>
          <p:nvPr/>
        </p:nvGrpSpPr>
        <p:grpSpPr>
          <a:xfrm>
            <a:off x="9319938" y="4993407"/>
            <a:ext cx="191961" cy="108321"/>
            <a:chOff x="4756975" y="2341800"/>
            <a:chExt cx="91975" cy="51925"/>
          </a:xfrm>
          <a:solidFill>
            <a:schemeClr val="accent1">
              <a:lumMod val="75000"/>
            </a:schemeClr>
          </a:solidFill>
        </p:grpSpPr>
        <p:sp>
          <p:nvSpPr>
            <p:cNvPr id="730" name="Google Shape;8936;p127">
              <a:extLst>
                <a:ext uri="{FF2B5EF4-FFF2-40B4-BE49-F238E27FC236}">
                  <a16:creationId xmlns:a16="http://schemas.microsoft.com/office/drawing/2014/main" id="{42B0DDAA-548C-B25B-0B5F-CF1761BB0AC0}"/>
                </a:ext>
              </a:extLst>
            </p:cNvPr>
            <p:cNvSpPr/>
            <p:nvPr/>
          </p:nvSpPr>
          <p:spPr>
            <a:xfrm>
              <a:off x="4756975" y="2341800"/>
              <a:ext cx="10650" cy="9150"/>
            </a:xfrm>
            <a:custGeom>
              <a:avLst/>
              <a:gdLst/>
              <a:ahLst/>
              <a:cxnLst/>
              <a:rect l="l" t="t" r="r" b="b"/>
              <a:pathLst>
                <a:path w="426" h="366" extrusionOk="0">
                  <a:moveTo>
                    <a:pt x="245" y="0"/>
                  </a:moveTo>
                  <a:cubicBezTo>
                    <a:pt x="79" y="0"/>
                    <a:pt x="0" y="195"/>
                    <a:pt x="115" y="311"/>
                  </a:cubicBezTo>
                  <a:cubicBezTo>
                    <a:pt x="153" y="348"/>
                    <a:pt x="199" y="365"/>
                    <a:pt x="244" y="365"/>
                  </a:cubicBezTo>
                  <a:cubicBezTo>
                    <a:pt x="337" y="365"/>
                    <a:pt x="426" y="293"/>
                    <a:pt x="426" y="181"/>
                  </a:cubicBezTo>
                  <a:cubicBezTo>
                    <a:pt x="426" y="80"/>
                    <a:pt x="346" y="0"/>
                    <a:pt x="2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8937;p127">
              <a:extLst>
                <a:ext uri="{FF2B5EF4-FFF2-40B4-BE49-F238E27FC236}">
                  <a16:creationId xmlns:a16="http://schemas.microsoft.com/office/drawing/2014/main" id="{E949ECC4-7A78-2AD1-AFC3-4505A8EA6D70}"/>
                </a:ext>
              </a:extLst>
            </p:cNvPr>
            <p:cNvSpPr/>
            <p:nvPr/>
          </p:nvSpPr>
          <p:spPr>
            <a:xfrm>
              <a:off x="4777350" y="2341800"/>
              <a:ext cx="10650" cy="9150"/>
            </a:xfrm>
            <a:custGeom>
              <a:avLst/>
              <a:gdLst/>
              <a:ahLst/>
              <a:cxnLst/>
              <a:rect l="l" t="t" r="r" b="b"/>
              <a:pathLst>
                <a:path w="426" h="366" extrusionOk="0">
                  <a:moveTo>
                    <a:pt x="245" y="0"/>
                  </a:moveTo>
                  <a:cubicBezTo>
                    <a:pt x="79" y="0"/>
                    <a:pt x="0" y="195"/>
                    <a:pt x="115" y="311"/>
                  </a:cubicBezTo>
                  <a:cubicBezTo>
                    <a:pt x="153" y="348"/>
                    <a:pt x="199" y="365"/>
                    <a:pt x="244" y="365"/>
                  </a:cubicBezTo>
                  <a:cubicBezTo>
                    <a:pt x="337" y="365"/>
                    <a:pt x="426" y="293"/>
                    <a:pt x="426" y="181"/>
                  </a:cubicBezTo>
                  <a:cubicBezTo>
                    <a:pt x="426" y="80"/>
                    <a:pt x="339" y="0"/>
                    <a:pt x="2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8938;p127">
              <a:extLst>
                <a:ext uri="{FF2B5EF4-FFF2-40B4-BE49-F238E27FC236}">
                  <a16:creationId xmlns:a16="http://schemas.microsoft.com/office/drawing/2014/main" id="{02FE96B1-4611-78F4-8432-30ED8925BEE9}"/>
                </a:ext>
              </a:extLst>
            </p:cNvPr>
            <p:cNvSpPr/>
            <p:nvPr/>
          </p:nvSpPr>
          <p:spPr>
            <a:xfrm>
              <a:off x="4797725" y="2341800"/>
              <a:ext cx="10475" cy="9150"/>
            </a:xfrm>
            <a:custGeom>
              <a:avLst/>
              <a:gdLst/>
              <a:ahLst/>
              <a:cxnLst/>
              <a:rect l="l" t="t" r="r" b="b"/>
              <a:pathLst>
                <a:path w="419" h="366" extrusionOk="0">
                  <a:moveTo>
                    <a:pt x="238" y="0"/>
                  </a:moveTo>
                  <a:cubicBezTo>
                    <a:pt x="79" y="0"/>
                    <a:pt x="0" y="195"/>
                    <a:pt x="115" y="311"/>
                  </a:cubicBezTo>
                  <a:cubicBezTo>
                    <a:pt x="151" y="348"/>
                    <a:pt x="195" y="365"/>
                    <a:pt x="239" y="365"/>
                  </a:cubicBezTo>
                  <a:cubicBezTo>
                    <a:pt x="330" y="365"/>
                    <a:pt x="418" y="293"/>
                    <a:pt x="418" y="181"/>
                  </a:cubicBezTo>
                  <a:cubicBezTo>
                    <a:pt x="418" y="80"/>
                    <a:pt x="339" y="0"/>
                    <a:pt x="2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8939;p127">
              <a:extLst>
                <a:ext uri="{FF2B5EF4-FFF2-40B4-BE49-F238E27FC236}">
                  <a16:creationId xmlns:a16="http://schemas.microsoft.com/office/drawing/2014/main" id="{34E0FCB4-8CB8-C051-0A50-CB1DE729996D}"/>
                </a:ext>
              </a:extLst>
            </p:cNvPr>
            <p:cNvSpPr/>
            <p:nvPr/>
          </p:nvSpPr>
          <p:spPr>
            <a:xfrm>
              <a:off x="4818100" y="2341800"/>
              <a:ext cx="10475" cy="9150"/>
            </a:xfrm>
            <a:custGeom>
              <a:avLst/>
              <a:gdLst/>
              <a:ahLst/>
              <a:cxnLst/>
              <a:rect l="l" t="t" r="r" b="b"/>
              <a:pathLst>
                <a:path w="419" h="366" extrusionOk="0">
                  <a:moveTo>
                    <a:pt x="238" y="0"/>
                  </a:moveTo>
                  <a:cubicBezTo>
                    <a:pt x="79" y="0"/>
                    <a:pt x="0" y="195"/>
                    <a:pt x="115" y="311"/>
                  </a:cubicBezTo>
                  <a:cubicBezTo>
                    <a:pt x="151" y="348"/>
                    <a:pt x="195" y="365"/>
                    <a:pt x="239" y="365"/>
                  </a:cubicBezTo>
                  <a:cubicBezTo>
                    <a:pt x="330" y="365"/>
                    <a:pt x="418" y="293"/>
                    <a:pt x="418" y="181"/>
                  </a:cubicBezTo>
                  <a:cubicBezTo>
                    <a:pt x="418" y="80"/>
                    <a:pt x="339" y="0"/>
                    <a:pt x="2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8940;p127">
              <a:extLst>
                <a:ext uri="{FF2B5EF4-FFF2-40B4-BE49-F238E27FC236}">
                  <a16:creationId xmlns:a16="http://schemas.microsoft.com/office/drawing/2014/main" id="{18C8A6D0-9B5E-F619-1C11-98F962F72CEB}"/>
                </a:ext>
              </a:extLst>
            </p:cNvPr>
            <p:cNvSpPr/>
            <p:nvPr/>
          </p:nvSpPr>
          <p:spPr>
            <a:xfrm>
              <a:off x="4768675" y="2352625"/>
              <a:ext cx="8875" cy="9025"/>
            </a:xfrm>
            <a:custGeom>
              <a:avLst/>
              <a:gdLst/>
              <a:ahLst/>
              <a:cxnLst/>
              <a:rect l="l" t="t" r="r" b="b"/>
              <a:pathLst>
                <a:path w="355" h="361" extrusionOk="0">
                  <a:moveTo>
                    <a:pt x="174" y="0"/>
                  </a:moveTo>
                  <a:cubicBezTo>
                    <a:pt x="80" y="0"/>
                    <a:pt x="1" y="87"/>
                    <a:pt x="1" y="181"/>
                  </a:cubicBezTo>
                  <a:cubicBezTo>
                    <a:pt x="1" y="281"/>
                    <a:pt x="80" y="361"/>
                    <a:pt x="174" y="361"/>
                  </a:cubicBezTo>
                  <a:cubicBezTo>
                    <a:pt x="275" y="361"/>
                    <a:pt x="354" y="281"/>
                    <a:pt x="354" y="181"/>
                  </a:cubicBezTo>
                  <a:cubicBezTo>
                    <a:pt x="354" y="87"/>
                    <a:pt x="275" y="0"/>
                    <a:pt x="1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8941;p127">
              <a:extLst>
                <a:ext uri="{FF2B5EF4-FFF2-40B4-BE49-F238E27FC236}">
                  <a16:creationId xmlns:a16="http://schemas.microsoft.com/office/drawing/2014/main" id="{BC37AE59-E8B2-14E2-B0D1-20D8567C80BE}"/>
                </a:ext>
              </a:extLst>
            </p:cNvPr>
            <p:cNvSpPr/>
            <p:nvPr/>
          </p:nvSpPr>
          <p:spPr>
            <a:xfrm>
              <a:off x="4787425" y="2352625"/>
              <a:ext cx="10500" cy="9125"/>
            </a:xfrm>
            <a:custGeom>
              <a:avLst/>
              <a:gdLst/>
              <a:ahLst/>
              <a:cxnLst/>
              <a:rect l="l" t="t" r="r" b="b"/>
              <a:pathLst>
                <a:path w="420" h="365" extrusionOk="0">
                  <a:moveTo>
                    <a:pt x="239" y="0"/>
                  </a:moveTo>
                  <a:cubicBezTo>
                    <a:pt x="80" y="0"/>
                    <a:pt x="1" y="195"/>
                    <a:pt x="116" y="310"/>
                  </a:cubicBezTo>
                  <a:cubicBezTo>
                    <a:pt x="152" y="348"/>
                    <a:pt x="196" y="365"/>
                    <a:pt x="240" y="365"/>
                  </a:cubicBezTo>
                  <a:cubicBezTo>
                    <a:pt x="331" y="365"/>
                    <a:pt x="419" y="292"/>
                    <a:pt x="419" y="181"/>
                  </a:cubicBezTo>
                  <a:cubicBezTo>
                    <a:pt x="419" y="87"/>
                    <a:pt x="340" y="0"/>
                    <a:pt x="2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8942;p127">
              <a:extLst>
                <a:ext uri="{FF2B5EF4-FFF2-40B4-BE49-F238E27FC236}">
                  <a16:creationId xmlns:a16="http://schemas.microsoft.com/office/drawing/2014/main" id="{7F45D8DA-5C29-7CFC-9E68-635BC87E1E35}"/>
                </a:ext>
              </a:extLst>
            </p:cNvPr>
            <p:cNvSpPr/>
            <p:nvPr/>
          </p:nvSpPr>
          <p:spPr>
            <a:xfrm>
              <a:off x="4809250" y="2352625"/>
              <a:ext cx="9050" cy="9025"/>
            </a:xfrm>
            <a:custGeom>
              <a:avLst/>
              <a:gdLst/>
              <a:ahLst/>
              <a:cxnLst/>
              <a:rect l="l" t="t" r="r" b="b"/>
              <a:pathLst>
                <a:path w="362" h="361" extrusionOk="0">
                  <a:moveTo>
                    <a:pt x="181" y="0"/>
                  </a:moveTo>
                  <a:cubicBezTo>
                    <a:pt x="80" y="0"/>
                    <a:pt x="1" y="87"/>
                    <a:pt x="1" y="181"/>
                  </a:cubicBezTo>
                  <a:cubicBezTo>
                    <a:pt x="1" y="281"/>
                    <a:pt x="80" y="361"/>
                    <a:pt x="181" y="361"/>
                  </a:cubicBezTo>
                  <a:cubicBezTo>
                    <a:pt x="282" y="361"/>
                    <a:pt x="361" y="281"/>
                    <a:pt x="361" y="181"/>
                  </a:cubicBezTo>
                  <a:cubicBezTo>
                    <a:pt x="361" y="87"/>
                    <a:pt x="282" y="0"/>
                    <a:pt x="1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8943;p127">
              <a:extLst>
                <a:ext uri="{FF2B5EF4-FFF2-40B4-BE49-F238E27FC236}">
                  <a16:creationId xmlns:a16="http://schemas.microsoft.com/office/drawing/2014/main" id="{14F8BDFB-1596-4114-F161-749CAB6A87DB}"/>
                </a:ext>
              </a:extLst>
            </p:cNvPr>
            <p:cNvSpPr/>
            <p:nvPr/>
          </p:nvSpPr>
          <p:spPr>
            <a:xfrm>
              <a:off x="4829625" y="2352625"/>
              <a:ext cx="9050" cy="9025"/>
            </a:xfrm>
            <a:custGeom>
              <a:avLst/>
              <a:gdLst/>
              <a:ahLst/>
              <a:cxnLst/>
              <a:rect l="l" t="t" r="r" b="b"/>
              <a:pathLst>
                <a:path w="362" h="361" extrusionOk="0">
                  <a:moveTo>
                    <a:pt x="181" y="0"/>
                  </a:moveTo>
                  <a:cubicBezTo>
                    <a:pt x="80" y="0"/>
                    <a:pt x="1" y="87"/>
                    <a:pt x="1" y="181"/>
                  </a:cubicBezTo>
                  <a:cubicBezTo>
                    <a:pt x="1" y="281"/>
                    <a:pt x="80" y="361"/>
                    <a:pt x="181" y="361"/>
                  </a:cubicBezTo>
                  <a:cubicBezTo>
                    <a:pt x="282" y="361"/>
                    <a:pt x="361" y="281"/>
                    <a:pt x="361" y="181"/>
                  </a:cubicBezTo>
                  <a:cubicBezTo>
                    <a:pt x="361" y="87"/>
                    <a:pt x="282" y="0"/>
                    <a:pt x="1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8944;p127">
              <a:extLst>
                <a:ext uri="{FF2B5EF4-FFF2-40B4-BE49-F238E27FC236}">
                  <a16:creationId xmlns:a16="http://schemas.microsoft.com/office/drawing/2014/main" id="{27F4C454-D7D7-60DA-A95C-E6747CEB789B}"/>
                </a:ext>
              </a:extLst>
            </p:cNvPr>
            <p:cNvSpPr/>
            <p:nvPr/>
          </p:nvSpPr>
          <p:spPr>
            <a:xfrm>
              <a:off x="4777350" y="2363250"/>
              <a:ext cx="10650" cy="9025"/>
            </a:xfrm>
            <a:custGeom>
              <a:avLst/>
              <a:gdLst/>
              <a:ahLst/>
              <a:cxnLst/>
              <a:rect l="l" t="t" r="r" b="b"/>
              <a:pathLst>
                <a:path w="426" h="361" extrusionOk="0">
                  <a:moveTo>
                    <a:pt x="245" y="1"/>
                  </a:moveTo>
                  <a:cubicBezTo>
                    <a:pt x="79" y="1"/>
                    <a:pt x="0" y="195"/>
                    <a:pt x="115" y="311"/>
                  </a:cubicBezTo>
                  <a:cubicBezTo>
                    <a:pt x="152" y="345"/>
                    <a:pt x="197" y="361"/>
                    <a:pt x="241" y="361"/>
                  </a:cubicBezTo>
                  <a:cubicBezTo>
                    <a:pt x="335" y="361"/>
                    <a:pt x="426" y="289"/>
                    <a:pt x="426" y="181"/>
                  </a:cubicBezTo>
                  <a:cubicBezTo>
                    <a:pt x="426" y="80"/>
                    <a:pt x="339" y="1"/>
                    <a:pt x="24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8945;p127">
              <a:extLst>
                <a:ext uri="{FF2B5EF4-FFF2-40B4-BE49-F238E27FC236}">
                  <a16:creationId xmlns:a16="http://schemas.microsoft.com/office/drawing/2014/main" id="{AC91B715-C070-BF58-2811-2A23DBE7FCEF}"/>
                </a:ext>
              </a:extLst>
            </p:cNvPr>
            <p:cNvSpPr/>
            <p:nvPr/>
          </p:nvSpPr>
          <p:spPr>
            <a:xfrm>
              <a:off x="4797725" y="2363250"/>
              <a:ext cx="10475" cy="9025"/>
            </a:xfrm>
            <a:custGeom>
              <a:avLst/>
              <a:gdLst/>
              <a:ahLst/>
              <a:cxnLst/>
              <a:rect l="l" t="t" r="r" b="b"/>
              <a:pathLst>
                <a:path w="419" h="361" extrusionOk="0">
                  <a:moveTo>
                    <a:pt x="238" y="1"/>
                  </a:moveTo>
                  <a:cubicBezTo>
                    <a:pt x="79" y="1"/>
                    <a:pt x="0" y="195"/>
                    <a:pt x="115" y="311"/>
                  </a:cubicBezTo>
                  <a:cubicBezTo>
                    <a:pt x="150" y="345"/>
                    <a:pt x="193" y="361"/>
                    <a:pt x="236" y="361"/>
                  </a:cubicBezTo>
                  <a:cubicBezTo>
                    <a:pt x="328" y="361"/>
                    <a:pt x="418" y="289"/>
                    <a:pt x="418" y="181"/>
                  </a:cubicBezTo>
                  <a:cubicBezTo>
                    <a:pt x="418" y="80"/>
                    <a:pt x="339" y="1"/>
                    <a:pt x="23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8946;p127">
              <a:extLst>
                <a:ext uri="{FF2B5EF4-FFF2-40B4-BE49-F238E27FC236}">
                  <a16:creationId xmlns:a16="http://schemas.microsoft.com/office/drawing/2014/main" id="{ED9F0DD2-8F91-1C8E-8E79-2EAE984E4D54}"/>
                </a:ext>
              </a:extLst>
            </p:cNvPr>
            <p:cNvSpPr/>
            <p:nvPr/>
          </p:nvSpPr>
          <p:spPr>
            <a:xfrm>
              <a:off x="4818100" y="2363250"/>
              <a:ext cx="10475" cy="9025"/>
            </a:xfrm>
            <a:custGeom>
              <a:avLst/>
              <a:gdLst/>
              <a:ahLst/>
              <a:cxnLst/>
              <a:rect l="l" t="t" r="r" b="b"/>
              <a:pathLst>
                <a:path w="419" h="361" extrusionOk="0">
                  <a:moveTo>
                    <a:pt x="238" y="1"/>
                  </a:moveTo>
                  <a:cubicBezTo>
                    <a:pt x="79" y="1"/>
                    <a:pt x="0" y="195"/>
                    <a:pt x="115" y="311"/>
                  </a:cubicBezTo>
                  <a:cubicBezTo>
                    <a:pt x="150" y="345"/>
                    <a:pt x="193" y="361"/>
                    <a:pt x="236" y="361"/>
                  </a:cubicBezTo>
                  <a:cubicBezTo>
                    <a:pt x="328" y="361"/>
                    <a:pt x="418" y="289"/>
                    <a:pt x="418" y="181"/>
                  </a:cubicBezTo>
                  <a:cubicBezTo>
                    <a:pt x="418" y="80"/>
                    <a:pt x="339" y="1"/>
                    <a:pt x="23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8947;p127">
              <a:extLst>
                <a:ext uri="{FF2B5EF4-FFF2-40B4-BE49-F238E27FC236}">
                  <a16:creationId xmlns:a16="http://schemas.microsoft.com/office/drawing/2014/main" id="{F7355244-AB38-FFF8-D7C2-5FC6616F97F8}"/>
                </a:ext>
              </a:extLst>
            </p:cNvPr>
            <p:cNvSpPr/>
            <p:nvPr/>
          </p:nvSpPr>
          <p:spPr>
            <a:xfrm>
              <a:off x="4838475" y="2363250"/>
              <a:ext cx="10475" cy="9025"/>
            </a:xfrm>
            <a:custGeom>
              <a:avLst/>
              <a:gdLst/>
              <a:ahLst/>
              <a:cxnLst/>
              <a:rect l="l" t="t" r="r" b="b"/>
              <a:pathLst>
                <a:path w="419" h="361" extrusionOk="0">
                  <a:moveTo>
                    <a:pt x="238" y="1"/>
                  </a:moveTo>
                  <a:cubicBezTo>
                    <a:pt x="79" y="1"/>
                    <a:pt x="0" y="195"/>
                    <a:pt x="108" y="311"/>
                  </a:cubicBezTo>
                  <a:cubicBezTo>
                    <a:pt x="145" y="345"/>
                    <a:pt x="190" y="361"/>
                    <a:pt x="233" y="361"/>
                  </a:cubicBezTo>
                  <a:cubicBezTo>
                    <a:pt x="328" y="361"/>
                    <a:pt x="418" y="289"/>
                    <a:pt x="418" y="181"/>
                  </a:cubicBezTo>
                  <a:cubicBezTo>
                    <a:pt x="418" y="80"/>
                    <a:pt x="339" y="1"/>
                    <a:pt x="23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8948;p127">
              <a:extLst>
                <a:ext uri="{FF2B5EF4-FFF2-40B4-BE49-F238E27FC236}">
                  <a16:creationId xmlns:a16="http://schemas.microsoft.com/office/drawing/2014/main" id="{FA786587-F6F7-5A61-925B-8F4E6838F657}"/>
                </a:ext>
              </a:extLst>
            </p:cNvPr>
            <p:cNvSpPr/>
            <p:nvPr/>
          </p:nvSpPr>
          <p:spPr>
            <a:xfrm>
              <a:off x="4768675" y="2374075"/>
              <a:ext cx="8875" cy="9050"/>
            </a:xfrm>
            <a:custGeom>
              <a:avLst/>
              <a:gdLst/>
              <a:ahLst/>
              <a:cxnLst/>
              <a:rect l="l" t="t" r="r" b="b"/>
              <a:pathLst>
                <a:path w="355" h="362" extrusionOk="0">
                  <a:moveTo>
                    <a:pt x="174" y="0"/>
                  </a:moveTo>
                  <a:cubicBezTo>
                    <a:pt x="80" y="0"/>
                    <a:pt x="1" y="80"/>
                    <a:pt x="1" y="181"/>
                  </a:cubicBezTo>
                  <a:cubicBezTo>
                    <a:pt x="1" y="282"/>
                    <a:pt x="80" y="361"/>
                    <a:pt x="174" y="361"/>
                  </a:cubicBezTo>
                  <a:cubicBezTo>
                    <a:pt x="275" y="361"/>
                    <a:pt x="354" y="282"/>
                    <a:pt x="354" y="181"/>
                  </a:cubicBezTo>
                  <a:cubicBezTo>
                    <a:pt x="354" y="80"/>
                    <a:pt x="275" y="0"/>
                    <a:pt x="1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8949;p127">
              <a:extLst>
                <a:ext uri="{FF2B5EF4-FFF2-40B4-BE49-F238E27FC236}">
                  <a16:creationId xmlns:a16="http://schemas.microsoft.com/office/drawing/2014/main" id="{238C82E0-A44F-54FA-0176-C4B261E21C42}"/>
                </a:ext>
              </a:extLst>
            </p:cNvPr>
            <p:cNvSpPr/>
            <p:nvPr/>
          </p:nvSpPr>
          <p:spPr>
            <a:xfrm>
              <a:off x="4787425" y="2374075"/>
              <a:ext cx="10500" cy="9150"/>
            </a:xfrm>
            <a:custGeom>
              <a:avLst/>
              <a:gdLst/>
              <a:ahLst/>
              <a:cxnLst/>
              <a:rect l="l" t="t" r="r" b="b"/>
              <a:pathLst>
                <a:path w="420" h="366" extrusionOk="0">
                  <a:moveTo>
                    <a:pt x="239" y="0"/>
                  </a:moveTo>
                  <a:cubicBezTo>
                    <a:pt x="80" y="0"/>
                    <a:pt x="1" y="195"/>
                    <a:pt x="116" y="311"/>
                  </a:cubicBezTo>
                  <a:cubicBezTo>
                    <a:pt x="152" y="348"/>
                    <a:pt x="196" y="365"/>
                    <a:pt x="240" y="365"/>
                  </a:cubicBezTo>
                  <a:cubicBezTo>
                    <a:pt x="331" y="365"/>
                    <a:pt x="419" y="293"/>
                    <a:pt x="419" y="181"/>
                  </a:cubicBezTo>
                  <a:cubicBezTo>
                    <a:pt x="419" y="80"/>
                    <a:pt x="340" y="0"/>
                    <a:pt x="2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8950;p127">
              <a:extLst>
                <a:ext uri="{FF2B5EF4-FFF2-40B4-BE49-F238E27FC236}">
                  <a16:creationId xmlns:a16="http://schemas.microsoft.com/office/drawing/2014/main" id="{E578712F-705B-FA3B-0686-CD15AD5273E9}"/>
                </a:ext>
              </a:extLst>
            </p:cNvPr>
            <p:cNvSpPr/>
            <p:nvPr/>
          </p:nvSpPr>
          <p:spPr>
            <a:xfrm>
              <a:off x="4809250" y="2374075"/>
              <a:ext cx="9050" cy="9050"/>
            </a:xfrm>
            <a:custGeom>
              <a:avLst/>
              <a:gdLst/>
              <a:ahLst/>
              <a:cxnLst/>
              <a:rect l="l" t="t" r="r" b="b"/>
              <a:pathLst>
                <a:path w="362" h="362" extrusionOk="0">
                  <a:moveTo>
                    <a:pt x="181" y="0"/>
                  </a:moveTo>
                  <a:cubicBezTo>
                    <a:pt x="80" y="0"/>
                    <a:pt x="1" y="80"/>
                    <a:pt x="1" y="181"/>
                  </a:cubicBezTo>
                  <a:cubicBezTo>
                    <a:pt x="1" y="282"/>
                    <a:pt x="80" y="361"/>
                    <a:pt x="181" y="361"/>
                  </a:cubicBezTo>
                  <a:cubicBezTo>
                    <a:pt x="282" y="361"/>
                    <a:pt x="361" y="282"/>
                    <a:pt x="361" y="181"/>
                  </a:cubicBezTo>
                  <a:cubicBezTo>
                    <a:pt x="361" y="80"/>
                    <a:pt x="282" y="0"/>
                    <a:pt x="1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8951;p127">
              <a:extLst>
                <a:ext uri="{FF2B5EF4-FFF2-40B4-BE49-F238E27FC236}">
                  <a16:creationId xmlns:a16="http://schemas.microsoft.com/office/drawing/2014/main" id="{6EC0966F-463E-7671-48B7-73011EC0E004}"/>
                </a:ext>
              </a:extLst>
            </p:cNvPr>
            <p:cNvSpPr/>
            <p:nvPr/>
          </p:nvSpPr>
          <p:spPr>
            <a:xfrm>
              <a:off x="4829625" y="2374075"/>
              <a:ext cx="9050" cy="9050"/>
            </a:xfrm>
            <a:custGeom>
              <a:avLst/>
              <a:gdLst/>
              <a:ahLst/>
              <a:cxnLst/>
              <a:rect l="l" t="t" r="r" b="b"/>
              <a:pathLst>
                <a:path w="362" h="362" extrusionOk="0">
                  <a:moveTo>
                    <a:pt x="181" y="0"/>
                  </a:moveTo>
                  <a:cubicBezTo>
                    <a:pt x="80" y="0"/>
                    <a:pt x="1" y="80"/>
                    <a:pt x="1" y="181"/>
                  </a:cubicBezTo>
                  <a:cubicBezTo>
                    <a:pt x="1" y="282"/>
                    <a:pt x="80" y="361"/>
                    <a:pt x="181" y="361"/>
                  </a:cubicBezTo>
                  <a:cubicBezTo>
                    <a:pt x="282" y="361"/>
                    <a:pt x="361" y="282"/>
                    <a:pt x="361" y="181"/>
                  </a:cubicBezTo>
                  <a:cubicBezTo>
                    <a:pt x="361" y="80"/>
                    <a:pt x="282" y="0"/>
                    <a:pt x="1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8952;p127">
              <a:extLst>
                <a:ext uri="{FF2B5EF4-FFF2-40B4-BE49-F238E27FC236}">
                  <a16:creationId xmlns:a16="http://schemas.microsoft.com/office/drawing/2014/main" id="{A0DEEF92-8462-689F-289E-7F613C144A49}"/>
                </a:ext>
              </a:extLst>
            </p:cNvPr>
            <p:cNvSpPr/>
            <p:nvPr/>
          </p:nvSpPr>
          <p:spPr>
            <a:xfrm>
              <a:off x="4756975" y="2384725"/>
              <a:ext cx="10650" cy="9000"/>
            </a:xfrm>
            <a:custGeom>
              <a:avLst/>
              <a:gdLst/>
              <a:ahLst/>
              <a:cxnLst/>
              <a:rect l="l" t="t" r="r" b="b"/>
              <a:pathLst>
                <a:path w="426" h="360" extrusionOk="0">
                  <a:moveTo>
                    <a:pt x="245" y="0"/>
                  </a:moveTo>
                  <a:cubicBezTo>
                    <a:pt x="79" y="0"/>
                    <a:pt x="0" y="195"/>
                    <a:pt x="115" y="310"/>
                  </a:cubicBezTo>
                  <a:cubicBezTo>
                    <a:pt x="152" y="344"/>
                    <a:pt x="197" y="360"/>
                    <a:pt x="241" y="360"/>
                  </a:cubicBezTo>
                  <a:cubicBezTo>
                    <a:pt x="335" y="360"/>
                    <a:pt x="426" y="289"/>
                    <a:pt x="426" y="180"/>
                  </a:cubicBezTo>
                  <a:cubicBezTo>
                    <a:pt x="426" y="79"/>
                    <a:pt x="346" y="0"/>
                    <a:pt x="2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8953;p127">
              <a:extLst>
                <a:ext uri="{FF2B5EF4-FFF2-40B4-BE49-F238E27FC236}">
                  <a16:creationId xmlns:a16="http://schemas.microsoft.com/office/drawing/2014/main" id="{0B0EC75E-13B1-398D-5007-24E3016D884A}"/>
                </a:ext>
              </a:extLst>
            </p:cNvPr>
            <p:cNvSpPr/>
            <p:nvPr/>
          </p:nvSpPr>
          <p:spPr>
            <a:xfrm>
              <a:off x="4777350" y="2384725"/>
              <a:ext cx="10650" cy="9000"/>
            </a:xfrm>
            <a:custGeom>
              <a:avLst/>
              <a:gdLst/>
              <a:ahLst/>
              <a:cxnLst/>
              <a:rect l="l" t="t" r="r" b="b"/>
              <a:pathLst>
                <a:path w="426" h="360" extrusionOk="0">
                  <a:moveTo>
                    <a:pt x="245" y="0"/>
                  </a:moveTo>
                  <a:cubicBezTo>
                    <a:pt x="79" y="0"/>
                    <a:pt x="0" y="195"/>
                    <a:pt x="115" y="310"/>
                  </a:cubicBezTo>
                  <a:cubicBezTo>
                    <a:pt x="152" y="344"/>
                    <a:pt x="197" y="360"/>
                    <a:pt x="241" y="360"/>
                  </a:cubicBezTo>
                  <a:cubicBezTo>
                    <a:pt x="335" y="360"/>
                    <a:pt x="426" y="289"/>
                    <a:pt x="426" y="180"/>
                  </a:cubicBezTo>
                  <a:cubicBezTo>
                    <a:pt x="426" y="79"/>
                    <a:pt x="339" y="0"/>
                    <a:pt x="2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8954;p127">
              <a:extLst>
                <a:ext uri="{FF2B5EF4-FFF2-40B4-BE49-F238E27FC236}">
                  <a16:creationId xmlns:a16="http://schemas.microsoft.com/office/drawing/2014/main" id="{EDCD01ED-3E44-4170-1628-0A7B067147A2}"/>
                </a:ext>
              </a:extLst>
            </p:cNvPr>
            <p:cNvSpPr/>
            <p:nvPr/>
          </p:nvSpPr>
          <p:spPr>
            <a:xfrm>
              <a:off x="4797725" y="2384725"/>
              <a:ext cx="10475" cy="9000"/>
            </a:xfrm>
            <a:custGeom>
              <a:avLst/>
              <a:gdLst/>
              <a:ahLst/>
              <a:cxnLst/>
              <a:rect l="l" t="t" r="r" b="b"/>
              <a:pathLst>
                <a:path w="419" h="360" extrusionOk="0">
                  <a:moveTo>
                    <a:pt x="238" y="0"/>
                  </a:moveTo>
                  <a:cubicBezTo>
                    <a:pt x="79" y="0"/>
                    <a:pt x="0" y="195"/>
                    <a:pt x="115" y="310"/>
                  </a:cubicBezTo>
                  <a:cubicBezTo>
                    <a:pt x="150" y="344"/>
                    <a:pt x="193" y="360"/>
                    <a:pt x="236" y="360"/>
                  </a:cubicBezTo>
                  <a:cubicBezTo>
                    <a:pt x="328" y="360"/>
                    <a:pt x="418" y="289"/>
                    <a:pt x="418" y="180"/>
                  </a:cubicBezTo>
                  <a:cubicBezTo>
                    <a:pt x="418" y="79"/>
                    <a:pt x="339" y="0"/>
                    <a:pt x="2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8955;p127">
              <a:extLst>
                <a:ext uri="{FF2B5EF4-FFF2-40B4-BE49-F238E27FC236}">
                  <a16:creationId xmlns:a16="http://schemas.microsoft.com/office/drawing/2014/main" id="{CF1FC660-0B27-0855-0498-DD1DFA573EA8}"/>
                </a:ext>
              </a:extLst>
            </p:cNvPr>
            <p:cNvSpPr/>
            <p:nvPr/>
          </p:nvSpPr>
          <p:spPr>
            <a:xfrm>
              <a:off x="4818100" y="2384725"/>
              <a:ext cx="10475" cy="9000"/>
            </a:xfrm>
            <a:custGeom>
              <a:avLst/>
              <a:gdLst/>
              <a:ahLst/>
              <a:cxnLst/>
              <a:rect l="l" t="t" r="r" b="b"/>
              <a:pathLst>
                <a:path w="419" h="360" extrusionOk="0">
                  <a:moveTo>
                    <a:pt x="238" y="0"/>
                  </a:moveTo>
                  <a:cubicBezTo>
                    <a:pt x="79" y="0"/>
                    <a:pt x="0" y="195"/>
                    <a:pt x="115" y="310"/>
                  </a:cubicBezTo>
                  <a:cubicBezTo>
                    <a:pt x="150" y="344"/>
                    <a:pt x="193" y="360"/>
                    <a:pt x="236" y="360"/>
                  </a:cubicBezTo>
                  <a:cubicBezTo>
                    <a:pt x="328" y="360"/>
                    <a:pt x="418" y="289"/>
                    <a:pt x="418" y="180"/>
                  </a:cubicBezTo>
                  <a:cubicBezTo>
                    <a:pt x="418" y="79"/>
                    <a:pt x="339" y="0"/>
                    <a:pt x="2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0" name="Google Shape;8956;p127">
            <a:extLst>
              <a:ext uri="{FF2B5EF4-FFF2-40B4-BE49-F238E27FC236}">
                <a16:creationId xmlns:a16="http://schemas.microsoft.com/office/drawing/2014/main" id="{45E93CF1-4AA8-6058-6425-935F656134C6}"/>
              </a:ext>
            </a:extLst>
          </p:cNvPr>
          <p:cNvGrpSpPr/>
          <p:nvPr/>
        </p:nvGrpSpPr>
        <p:grpSpPr>
          <a:xfrm>
            <a:off x="9616108" y="5535621"/>
            <a:ext cx="235767" cy="195008"/>
            <a:chOff x="4943575" y="2516350"/>
            <a:chExt cx="98675" cy="81700"/>
          </a:xfrm>
          <a:solidFill>
            <a:schemeClr val="accent1">
              <a:lumMod val="75000"/>
            </a:schemeClr>
          </a:solidFill>
        </p:grpSpPr>
        <p:sp>
          <p:nvSpPr>
            <p:cNvPr id="751" name="Google Shape;8957;p127">
              <a:extLst>
                <a:ext uri="{FF2B5EF4-FFF2-40B4-BE49-F238E27FC236}">
                  <a16:creationId xmlns:a16="http://schemas.microsoft.com/office/drawing/2014/main" id="{F87C1C81-490E-C6C8-7740-D92DBBA4FA32}"/>
                </a:ext>
              </a:extLst>
            </p:cNvPr>
            <p:cNvSpPr/>
            <p:nvPr/>
          </p:nvSpPr>
          <p:spPr>
            <a:xfrm>
              <a:off x="5036450" y="2554750"/>
              <a:ext cx="5800" cy="4825"/>
            </a:xfrm>
            <a:custGeom>
              <a:avLst/>
              <a:gdLst/>
              <a:ahLst/>
              <a:cxnLst/>
              <a:rect l="l" t="t" r="r" b="b"/>
              <a:pathLst>
                <a:path w="232" h="193" extrusionOk="0">
                  <a:moveTo>
                    <a:pt x="130" y="0"/>
                  </a:moveTo>
                  <a:cubicBezTo>
                    <a:pt x="51" y="0"/>
                    <a:pt x="0" y="101"/>
                    <a:pt x="65" y="166"/>
                  </a:cubicBezTo>
                  <a:cubicBezTo>
                    <a:pt x="83" y="184"/>
                    <a:pt x="106" y="192"/>
                    <a:pt x="129" y="192"/>
                  </a:cubicBezTo>
                  <a:cubicBezTo>
                    <a:pt x="179" y="192"/>
                    <a:pt x="229" y="153"/>
                    <a:pt x="224" y="94"/>
                  </a:cubicBezTo>
                  <a:cubicBezTo>
                    <a:pt x="231" y="44"/>
                    <a:pt x="188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8958;p127">
              <a:extLst>
                <a:ext uri="{FF2B5EF4-FFF2-40B4-BE49-F238E27FC236}">
                  <a16:creationId xmlns:a16="http://schemas.microsoft.com/office/drawing/2014/main" id="{CE4043C3-16F9-3C22-ABAA-FE1833D4797F}"/>
                </a:ext>
              </a:extLst>
            </p:cNvPr>
            <p:cNvSpPr/>
            <p:nvPr/>
          </p:nvSpPr>
          <p:spPr>
            <a:xfrm>
              <a:off x="5028150" y="2547175"/>
              <a:ext cx="5625" cy="4725"/>
            </a:xfrm>
            <a:custGeom>
              <a:avLst/>
              <a:gdLst/>
              <a:ahLst/>
              <a:cxnLst/>
              <a:rect l="l" t="t" r="r" b="b"/>
              <a:pathLst>
                <a:path w="225" h="189" extrusionOk="0">
                  <a:moveTo>
                    <a:pt x="123" y="0"/>
                  </a:moveTo>
                  <a:cubicBezTo>
                    <a:pt x="37" y="0"/>
                    <a:pt x="0" y="101"/>
                    <a:pt x="58" y="159"/>
                  </a:cubicBezTo>
                  <a:cubicBezTo>
                    <a:pt x="79" y="180"/>
                    <a:pt x="103" y="189"/>
                    <a:pt x="126" y="189"/>
                  </a:cubicBezTo>
                  <a:cubicBezTo>
                    <a:pt x="177" y="189"/>
                    <a:pt x="224" y="146"/>
                    <a:pt x="224" y="87"/>
                  </a:cubicBezTo>
                  <a:cubicBezTo>
                    <a:pt x="217" y="36"/>
                    <a:pt x="181" y="0"/>
                    <a:pt x="1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8959;p127">
              <a:extLst>
                <a:ext uri="{FF2B5EF4-FFF2-40B4-BE49-F238E27FC236}">
                  <a16:creationId xmlns:a16="http://schemas.microsoft.com/office/drawing/2014/main" id="{8C3DB187-146F-E9A5-C8D9-944DED05DE2C}"/>
                </a:ext>
              </a:extLst>
            </p:cNvPr>
            <p:cNvSpPr/>
            <p:nvPr/>
          </p:nvSpPr>
          <p:spPr>
            <a:xfrm>
              <a:off x="5028150" y="25547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23" y="0"/>
                  </a:moveTo>
                  <a:cubicBezTo>
                    <a:pt x="44" y="0"/>
                    <a:pt x="0" y="101"/>
                    <a:pt x="58" y="166"/>
                  </a:cubicBezTo>
                  <a:cubicBezTo>
                    <a:pt x="76" y="184"/>
                    <a:pt x="99" y="192"/>
                    <a:pt x="123" y="192"/>
                  </a:cubicBezTo>
                  <a:cubicBezTo>
                    <a:pt x="173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8960;p127">
              <a:extLst>
                <a:ext uri="{FF2B5EF4-FFF2-40B4-BE49-F238E27FC236}">
                  <a16:creationId xmlns:a16="http://schemas.microsoft.com/office/drawing/2014/main" id="{125B08C2-9E3F-8786-D14F-23687FF6FC7D}"/>
                </a:ext>
              </a:extLst>
            </p:cNvPr>
            <p:cNvSpPr/>
            <p:nvPr/>
          </p:nvSpPr>
          <p:spPr>
            <a:xfrm>
              <a:off x="5028150" y="2562500"/>
              <a:ext cx="5625" cy="4800"/>
            </a:xfrm>
            <a:custGeom>
              <a:avLst/>
              <a:gdLst/>
              <a:ahLst/>
              <a:cxnLst/>
              <a:rect l="l" t="t" r="r" b="b"/>
              <a:pathLst>
                <a:path w="225" h="192" extrusionOk="0">
                  <a:moveTo>
                    <a:pt x="123" y="0"/>
                  </a:moveTo>
                  <a:cubicBezTo>
                    <a:pt x="37" y="0"/>
                    <a:pt x="0" y="101"/>
                    <a:pt x="58" y="166"/>
                  </a:cubicBezTo>
                  <a:cubicBezTo>
                    <a:pt x="77" y="183"/>
                    <a:pt x="100" y="191"/>
                    <a:pt x="122" y="191"/>
                  </a:cubicBezTo>
                  <a:cubicBezTo>
                    <a:pt x="174" y="191"/>
                    <a:pt x="224" y="148"/>
                    <a:pt x="224" y="87"/>
                  </a:cubicBezTo>
                  <a:cubicBezTo>
                    <a:pt x="217" y="37"/>
                    <a:pt x="181" y="0"/>
                    <a:pt x="1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8961;p127">
              <a:extLst>
                <a:ext uri="{FF2B5EF4-FFF2-40B4-BE49-F238E27FC236}">
                  <a16:creationId xmlns:a16="http://schemas.microsoft.com/office/drawing/2014/main" id="{C18E8014-85C7-361D-B000-A14D7FFBA1B4}"/>
                </a:ext>
              </a:extLst>
            </p:cNvPr>
            <p:cNvSpPr/>
            <p:nvPr/>
          </p:nvSpPr>
          <p:spPr>
            <a:xfrm>
              <a:off x="5019725" y="2539400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20" y="1"/>
                  </a:moveTo>
                  <a:cubicBezTo>
                    <a:pt x="39" y="1"/>
                    <a:pt x="0" y="104"/>
                    <a:pt x="56" y="160"/>
                  </a:cubicBezTo>
                  <a:cubicBezTo>
                    <a:pt x="77" y="181"/>
                    <a:pt x="101" y="190"/>
                    <a:pt x="125" y="190"/>
                  </a:cubicBezTo>
                  <a:cubicBezTo>
                    <a:pt x="175" y="190"/>
                    <a:pt x="222" y="149"/>
                    <a:pt x="222" y="95"/>
                  </a:cubicBezTo>
                  <a:cubicBezTo>
                    <a:pt x="222" y="37"/>
                    <a:pt x="179" y="1"/>
                    <a:pt x="128" y="1"/>
                  </a:cubicBezTo>
                  <a:cubicBezTo>
                    <a:pt x="126" y="1"/>
                    <a:pt x="123" y="1"/>
                    <a:pt x="1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8962;p127">
              <a:extLst>
                <a:ext uri="{FF2B5EF4-FFF2-40B4-BE49-F238E27FC236}">
                  <a16:creationId xmlns:a16="http://schemas.microsoft.com/office/drawing/2014/main" id="{06D50694-F58E-A749-4C47-DA8BC51B7B41}"/>
                </a:ext>
              </a:extLst>
            </p:cNvPr>
            <p:cNvSpPr/>
            <p:nvPr/>
          </p:nvSpPr>
          <p:spPr>
            <a:xfrm>
              <a:off x="5019675" y="2547175"/>
              <a:ext cx="5625" cy="4725"/>
            </a:xfrm>
            <a:custGeom>
              <a:avLst/>
              <a:gdLst/>
              <a:ahLst/>
              <a:cxnLst/>
              <a:rect l="l" t="t" r="r" b="b"/>
              <a:pathLst>
                <a:path w="225" h="189" extrusionOk="0">
                  <a:moveTo>
                    <a:pt x="130" y="0"/>
                  </a:moveTo>
                  <a:cubicBezTo>
                    <a:pt x="44" y="0"/>
                    <a:pt x="0" y="101"/>
                    <a:pt x="58" y="159"/>
                  </a:cubicBezTo>
                  <a:cubicBezTo>
                    <a:pt x="79" y="180"/>
                    <a:pt x="103" y="189"/>
                    <a:pt x="126" y="189"/>
                  </a:cubicBezTo>
                  <a:cubicBezTo>
                    <a:pt x="177" y="189"/>
                    <a:pt x="224" y="146"/>
                    <a:pt x="224" y="87"/>
                  </a:cubicBezTo>
                  <a:cubicBezTo>
                    <a:pt x="217" y="36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8963;p127">
              <a:extLst>
                <a:ext uri="{FF2B5EF4-FFF2-40B4-BE49-F238E27FC236}">
                  <a16:creationId xmlns:a16="http://schemas.microsoft.com/office/drawing/2014/main" id="{C1D5CE78-D6E8-80C7-EAD3-5334F2A67239}"/>
                </a:ext>
              </a:extLst>
            </p:cNvPr>
            <p:cNvSpPr/>
            <p:nvPr/>
          </p:nvSpPr>
          <p:spPr>
            <a:xfrm>
              <a:off x="5019675" y="25547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0"/>
                  </a:moveTo>
                  <a:cubicBezTo>
                    <a:pt x="44" y="0"/>
                    <a:pt x="0" y="101"/>
                    <a:pt x="58" y="166"/>
                  </a:cubicBezTo>
                  <a:cubicBezTo>
                    <a:pt x="79" y="184"/>
                    <a:pt x="102" y="192"/>
                    <a:pt x="126" y="192"/>
                  </a:cubicBezTo>
                  <a:cubicBezTo>
                    <a:pt x="177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8964;p127">
              <a:extLst>
                <a:ext uri="{FF2B5EF4-FFF2-40B4-BE49-F238E27FC236}">
                  <a16:creationId xmlns:a16="http://schemas.microsoft.com/office/drawing/2014/main" id="{4B4A16D1-040B-C9AD-4E7F-E6441B19DC54}"/>
                </a:ext>
              </a:extLst>
            </p:cNvPr>
            <p:cNvSpPr/>
            <p:nvPr/>
          </p:nvSpPr>
          <p:spPr>
            <a:xfrm>
              <a:off x="5019675" y="2562500"/>
              <a:ext cx="5625" cy="4800"/>
            </a:xfrm>
            <a:custGeom>
              <a:avLst/>
              <a:gdLst/>
              <a:ahLst/>
              <a:cxnLst/>
              <a:rect l="l" t="t" r="r" b="b"/>
              <a:pathLst>
                <a:path w="225" h="192" extrusionOk="0">
                  <a:moveTo>
                    <a:pt x="130" y="0"/>
                  </a:moveTo>
                  <a:cubicBezTo>
                    <a:pt x="44" y="0"/>
                    <a:pt x="0" y="101"/>
                    <a:pt x="58" y="166"/>
                  </a:cubicBezTo>
                  <a:cubicBezTo>
                    <a:pt x="77" y="183"/>
                    <a:pt x="100" y="191"/>
                    <a:pt x="122" y="191"/>
                  </a:cubicBezTo>
                  <a:cubicBezTo>
                    <a:pt x="174" y="191"/>
                    <a:pt x="224" y="148"/>
                    <a:pt x="224" y="87"/>
                  </a:cubicBezTo>
                  <a:cubicBezTo>
                    <a:pt x="217" y="37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8965;p127">
              <a:extLst>
                <a:ext uri="{FF2B5EF4-FFF2-40B4-BE49-F238E27FC236}">
                  <a16:creationId xmlns:a16="http://schemas.microsoft.com/office/drawing/2014/main" id="{9B9DAA07-5704-379B-D9CB-2EC5AAE98710}"/>
                </a:ext>
              </a:extLst>
            </p:cNvPr>
            <p:cNvSpPr/>
            <p:nvPr/>
          </p:nvSpPr>
          <p:spPr>
            <a:xfrm>
              <a:off x="5019725" y="2570225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39" y="1"/>
                  </a:moveTo>
                  <a:cubicBezTo>
                    <a:pt x="136" y="1"/>
                    <a:pt x="132" y="1"/>
                    <a:pt x="128" y="2"/>
                  </a:cubicBezTo>
                  <a:cubicBezTo>
                    <a:pt x="126" y="1"/>
                    <a:pt x="123" y="1"/>
                    <a:pt x="120" y="1"/>
                  </a:cubicBezTo>
                  <a:cubicBezTo>
                    <a:pt x="39" y="1"/>
                    <a:pt x="0" y="104"/>
                    <a:pt x="56" y="160"/>
                  </a:cubicBezTo>
                  <a:cubicBezTo>
                    <a:pt x="77" y="181"/>
                    <a:pt x="101" y="190"/>
                    <a:pt x="124" y="190"/>
                  </a:cubicBezTo>
                  <a:cubicBezTo>
                    <a:pt x="175" y="190"/>
                    <a:pt x="222" y="147"/>
                    <a:pt x="222" y="88"/>
                  </a:cubicBezTo>
                  <a:cubicBezTo>
                    <a:pt x="215" y="41"/>
                    <a:pt x="184" y="1"/>
                    <a:pt x="1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8966;p127">
              <a:extLst>
                <a:ext uri="{FF2B5EF4-FFF2-40B4-BE49-F238E27FC236}">
                  <a16:creationId xmlns:a16="http://schemas.microsoft.com/office/drawing/2014/main" id="{D06296C4-98E5-1244-C4C4-F0B1295E6502}"/>
                </a:ext>
              </a:extLst>
            </p:cNvPr>
            <p:cNvSpPr/>
            <p:nvPr/>
          </p:nvSpPr>
          <p:spPr>
            <a:xfrm>
              <a:off x="5011200" y="2531675"/>
              <a:ext cx="5750" cy="4900"/>
            </a:xfrm>
            <a:custGeom>
              <a:avLst/>
              <a:gdLst/>
              <a:ahLst/>
              <a:cxnLst/>
              <a:rect l="l" t="t" r="r" b="b"/>
              <a:pathLst>
                <a:path w="230" h="196" extrusionOk="0">
                  <a:moveTo>
                    <a:pt x="130" y="0"/>
                  </a:moveTo>
                  <a:cubicBezTo>
                    <a:pt x="44" y="0"/>
                    <a:pt x="1" y="108"/>
                    <a:pt x="65" y="166"/>
                  </a:cubicBezTo>
                  <a:cubicBezTo>
                    <a:pt x="84" y="187"/>
                    <a:pt x="107" y="195"/>
                    <a:pt x="130" y="195"/>
                  </a:cubicBezTo>
                  <a:cubicBezTo>
                    <a:pt x="180" y="195"/>
                    <a:pt x="229" y="153"/>
                    <a:pt x="224" y="94"/>
                  </a:cubicBezTo>
                  <a:cubicBezTo>
                    <a:pt x="224" y="43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8967;p127">
              <a:extLst>
                <a:ext uri="{FF2B5EF4-FFF2-40B4-BE49-F238E27FC236}">
                  <a16:creationId xmlns:a16="http://schemas.microsoft.com/office/drawing/2014/main" id="{D9330257-3115-9C4E-F185-9AE8512E51DF}"/>
                </a:ext>
              </a:extLst>
            </p:cNvPr>
            <p:cNvSpPr/>
            <p:nvPr/>
          </p:nvSpPr>
          <p:spPr>
            <a:xfrm>
              <a:off x="5011250" y="2539400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20" y="1"/>
                  </a:moveTo>
                  <a:cubicBezTo>
                    <a:pt x="39" y="1"/>
                    <a:pt x="0" y="104"/>
                    <a:pt x="56" y="160"/>
                  </a:cubicBezTo>
                  <a:cubicBezTo>
                    <a:pt x="77" y="181"/>
                    <a:pt x="101" y="190"/>
                    <a:pt x="125" y="190"/>
                  </a:cubicBezTo>
                  <a:cubicBezTo>
                    <a:pt x="175" y="190"/>
                    <a:pt x="222" y="149"/>
                    <a:pt x="222" y="95"/>
                  </a:cubicBezTo>
                  <a:cubicBezTo>
                    <a:pt x="222" y="37"/>
                    <a:pt x="179" y="1"/>
                    <a:pt x="128" y="1"/>
                  </a:cubicBezTo>
                  <a:cubicBezTo>
                    <a:pt x="126" y="1"/>
                    <a:pt x="123" y="1"/>
                    <a:pt x="1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8968;p127">
              <a:extLst>
                <a:ext uri="{FF2B5EF4-FFF2-40B4-BE49-F238E27FC236}">
                  <a16:creationId xmlns:a16="http://schemas.microsoft.com/office/drawing/2014/main" id="{5B28991F-C367-6CB7-C207-32A5C8C07FB2}"/>
                </a:ext>
              </a:extLst>
            </p:cNvPr>
            <p:cNvSpPr/>
            <p:nvPr/>
          </p:nvSpPr>
          <p:spPr>
            <a:xfrm>
              <a:off x="5011200" y="2547175"/>
              <a:ext cx="5750" cy="4725"/>
            </a:xfrm>
            <a:custGeom>
              <a:avLst/>
              <a:gdLst/>
              <a:ahLst/>
              <a:cxnLst/>
              <a:rect l="l" t="t" r="r" b="b"/>
              <a:pathLst>
                <a:path w="230" h="189" extrusionOk="0">
                  <a:moveTo>
                    <a:pt x="130" y="0"/>
                  </a:moveTo>
                  <a:cubicBezTo>
                    <a:pt x="44" y="0"/>
                    <a:pt x="1" y="101"/>
                    <a:pt x="65" y="159"/>
                  </a:cubicBezTo>
                  <a:cubicBezTo>
                    <a:pt x="84" y="180"/>
                    <a:pt x="107" y="189"/>
                    <a:pt x="130" y="189"/>
                  </a:cubicBezTo>
                  <a:cubicBezTo>
                    <a:pt x="180" y="189"/>
                    <a:pt x="229" y="146"/>
                    <a:pt x="224" y="87"/>
                  </a:cubicBezTo>
                  <a:cubicBezTo>
                    <a:pt x="224" y="36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8969;p127">
              <a:extLst>
                <a:ext uri="{FF2B5EF4-FFF2-40B4-BE49-F238E27FC236}">
                  <a16:creationId xmlns:a16="http://schemas.microsoft.com/office/drawing/2014/main" id="{C4BB4EB1-D617-FB4A-BB13-4E12D43B2154}"/>
                </a:ext>
              </a:extLst>
            </p:cNvPr>
            <p:cNvSpPr/>
            <p:nvPr/>
          </p:nvSpPr>
          <p:spPr>
            <a:xfrm>
              <a:off x="5011200" y="25547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0"/>
                  </a:moveTo>
                  <a:cubicBezTo>
                    <a:pt x="44" y="0"/>
                    <a:pt x="1" y="101"/>
                    <a:pt x="58" y="166"/>
                  </a:cubicBezTo>
                  <a:cubicBezTo>
                    <a:pt x="79" y="184"/>
                    <a:pt x="103" y="192"/>
                    <a:pt x="126" y="192"/>
                  </a:cubicBezTo>
                  <a:cubicBezTo>
                    <a:pt x="177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8970;p127">
              <a:extLst>
                <a:ext uri="{FF2B5EF4-FFF2-40B4-BE49-F238E27FC236}">
                  <a16:creationId xmlns:a16="http://schemas.microsoft.com/office/drawing/2014/main" id="{48C1E2C3-9AC2-75A2-9ECD-77380F450A40}"/>
                </a:ext>
              </a:extLst>
            </p:cNvPr>
            <p:cNvSpPr/>
            <p:nvPr/>
          </p:nvSpPr>
          <p:spPr>
            <a:xfrm>
              <a:off x="5011200" y="2562500"/>
              <a:ext cx="5750" cy="4800"/>
            </a:xfrm>
            <a:custGeom>
              <a:avLst/>
              <a:gdLst/>
              <a:ahLst/>
              <a:cxnLst/>
              <a:rect l="l" t="t" r="r" b="b"/>
              <a:pathLst>
                <a:path w="230" h="192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2" y="183"/>
                    <a:pt x="104" y="191"/>
                    <a:pt x="126" y="191"/>
                  </a:cubicBezTo>
                  <a:cubicBezTo>
                    <a:pt x="177" y="191"/>
                    <a:pt x="229" y="148"/>
                    <a:pt x="224" y="87"/>
                  </a:cubicBezTo>
                  <a:cubicBezTo>
                    <a:pt x="224" y="37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8971;p127">
              <a:extLst>
                <a:ext uri="{FF2B5EF4-FFF2-40B4-BE49-F238E27FC236}">
                  <a16:creationId xmlns:a16="http://schemas.microsoft.com/office/drawing/2014/main" id="{CC55D865-3BFF-E72A-B494-4CB1DD89A8A4}"/>
                </a:ext>
              </a:extLst>
            </p:cNvPr>
            <p:cNvSpPr/>
            <p:nvPr/>
          </p:nvSpPr>
          <p:spPr>
            <a:xfrm>
              <a:off x="5011250" y="2570225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39" y="1"/>
                  </a:moveTo>
                  <a:cubicBezTo>
                    <a:pt x="136" y="1"/>
                    <a:pt x="132" y="1"/>
                    <a:pt x="128" y="2"/>
                  </a:cubicBezTo>
                  <a:cubicBezTo>
                    <a:pt x="126" y="1"/>
                    <a:pt x="123" y="1"/>
                    <a:pt x="120" y="1"/>
                  </a:cubicBezTo>
                  <a:cubicBezTo>
                    <a:pt x="39" y="1"/>
                    <a:pt x="1" y="104"/>
                    <a:pt x="63" y="160"/>
                  </a:cubicBezTo>
                  <a:cubicBezTo>
                    <a:pt x="82" y="181"/>
                    <a:pt x="105" y="190"/>
                    <a:pt x="128" y="190"/>
                  </a:cubicBezTo>
                  <a:cubicBezTo>
                    <a:pt x="178" y="190"/>
                    <a:pt x="227" y="147"/>
                    <a:pt x="222" y="88"/>
                  </a:cubicBezTo>
                  <a:cubicBezTo>
                    <a:pt x="222" y="41"/>
                    <a:pt x="185" y="1"/>
                    <a:pt x="1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8972;p127">
              <a:extLst>
                <a:ext uri="{FF2B5EF4-FFF2-40B4-BE49-F238E27FC236}">
                  <a16:creationId xmlns:a16="http://schemas.microsoft.com/office/drawing/2014/main" id="{B8F80FAB-3B90-1C5E-2AF0-A8C97B96E90C}"/>
                </a:ext>
              </a:extLst>
            </p:cNvPr>
            <p:cNvSpPr/>
            <p:nvPr/>
          </p:nvSpPr>
          <p:spPr>
            <a:xfrm>
              <a:off x="5011200" y="2577825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1"/>
                  </a:moveTo>
                  <a:cubicBezTo>
                    <a:pt x="44" y="1"/>
                    <a:pt x="1" y="101"/>
                    <a:pt x="58" y="166"/>
                  </a:cubicBezTo>
                  <a:cubicBezTo>
                    <a:pt x="79" y="185"/>
                    <a:pt x="103" y="193"/>
                    <a:pt x="126" y="193"/>
                  </a:cubicBezTo>
                  <a:cubicBezTo>
                    <a:pt x="177" y="193"/>
                    <a:pt x="224" y="154"/>
                    <a:pt x="224" y="94"/>
                  </a:cubicBezTo>
                  <a:cubicBezTo>
                    <a:pt x="224" y="44"/>
                    <a:pt x="181" y="1"/>
                    <a:pt x="1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8973;p127">
              <a:extLst>
                <a:ext uri="{FF2B5EF4-FFF2-40B4-BE49-F238E27FC236}">
                  <a16:creationId xmlns:a16="http://schemas.microsoft.com/office/drawing/2014/main" id="{A995941D-AAF7-D60D-58E6-4FD26C4CC01F}"/>
                </a:ext>
              </a:extLst>
            </p:cNvPr>
            <p:cNvSpPr/>
            <p:nvPr/>
          </p:nvSpPr>
          <p:spPr>
            <a:xfrm>
              <a:off x="5002725" y="2524100"/>
              <a:ext cx="5750" cy="4775"/>
            </a:xfrm>
            <a:custGeom>
              <a:avLst/>
              <a:gdLst/>
              <a:ahLst/>
              <a:cxnLst/>
              <a:rect l="l" t="t" r="r" b="b"/>
              <a:pathLst>
                <a:path w="230" h="191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3" y="183"/>
                    <a:pt x="104" y="191"/>
                    <a:pt x="126" y="191"/>
                  </a:cubicBezTo>
                  <a:cubicBezTo>
                    <a:pt x="177" y="191"/>
                    <a:pt x="229" y="148"/>
                    <a:pt x="224" y="87"/>
                  </a:cubicBezTo>
                  <a:cubicBezTo>
                    <a:pt x="224" y="36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8974;p127">
              <a:extLst>
                <a:ext uri="{FF2B5EF4-FFF2-40B4-BE49-F238E27FC236}">
                  <a16:creationId xmlns:a16="http://schemas.microsoft.com/office/drawing/2014/main" id="{6260F80B-4157-FD93-1A7F-477AEC0C2E96}"/>
                </a:ext>
              </a:extLst>
            </p:cNvPr>
            <p:cNvSpPr/>
            <p:nvPr/>
          </p:nvSpPr>
          <p:spPr>
            <a:xfrm>
              <a:off x="5002725" y="2531675"/>
              <a:ext cx="5750" cy="4900"/>
            </a:xfrm>
            <a:custGeom>
              <a:avLst/>
              <a:gdLst/>
              <a:ahLst/>
              <a:cxnLst/>
              <a:rect l="l" t="t" r="r" b="b"/>
              <a:pathLst>
                <a:path w="230" h="196" extrusionOk="0">
                  <a:moveTo>
                    <a:pt x="130" y="0"/>
                  </a:moveTo>
                  <a:cubicBezTo>
                    <a:pt x="44" y="0"/>
                    <a:pt x="1" y="108"/>
                    <a:pt x="65" y="166"/>
                  </a:cubicBezTo>
                  <a:cubicBezTo>
                    <a:pt x="84" y="187"/>
                    <a:pt x="107" y="195"/>
                    <a:pt x="130" y="195"/>
                  </a:cubicBezTo>
                  <a:cubicBezTo>
                    <a:pt x="180" y="195"/>
                    <a:pt x="229" y="153"/>
                    <a:pt x="224" y="94"/>
                  </a:cubicBezTo>
                  <a:cubicBezTo>
                    <a:pt x="224" y="43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8975;p127">
              <a:extLst>
                <a:ext uri="{FF2B5EF4-FFF2-40B4-BE49-F238E27FC236}">
                  <a16:creationId xmlns:a16="http://schemas.microsoft.com/office/drawing/2014/main" id="{E8BF0CA4-1F36-3134-DDD1-1B683947CF80}"/>
                </a:ext>
              </a:extLst>
            </p:cNvPr>
            <p:cNvSpPr/>
            <p:nvPr/>
          </p:nvSpPr>
          <p:spPr>
            <a:xfrm>
              <a:off x="5002775" y="2539400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20" y="1"/>
                  </a:moveTo>
                  <a:cubicBezTo>
                    <a:pt x="39" y="1"/>
                    <a:pt x="0" y="104"/>
                    <a:pt x="56" y="160"/>
                  </a:cubicBezTo>
                  <a:cubicBezTo>
                    <a:pt x="77" y="181"/>
                    <a:pt x="101" y="190"/>
                    <a:pt x="125" y="190"/>
                  </a:cubicBezTo>
                  <a:cubicBezTo>
                    <a:pt x="175" y="190"/>
                    <a:pt x="222" y="149"/>
                    <a:pt x="222" y="95"/>
                  </a:cubicBezTo>
                  <a:cubicBezTo>
                    <a:pt x="222" y="37"/>
                    <a:pt x="179" y="1"/>
                    <a:pt x="128" y="1"/>
                  </a:cubicBezTo>
                  <a:cubicBezTo>
                    <a:pt x="126" y="1"/>
                    <a:pt x="123" y="1"/>
                    <a:pt x="1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8976;p127">
              <a:extLst>
                <a:ext uri="{FF2B5EF4-FFF2-40B4-BE49-F238E27FC236}">
                  <a16:creationId xmlns:a16="http://schemas.microsoft.com/office/drawing/2014/main" id="{A1DE363D-D028-0B7D-572E-D82C82FCDFCA}"/>
                </a:ext>
              </a:extLst>
            </p:cNvPr>
            <p:cNvSpPr/>
            <p:nvPr/>
          </p:nvSpPr>
          <p:spPr>
            <a:xfrm>
              <a:off x="5002725" y="2547175"/>
              <a:ext cx="5750" cy="4725"/>
            </a:xfrm>
            <a:custGeom>
              <a:avLst/>
              <a:gdLst/>
              <a:ahLst/>
              <a:cxnLst/>
              <a:rect l="l" t="t" r="r" b="b"/>
              <a:pathLst>
                <a:path w="230" h="189" extrusionOk="0">
                  <a:moveTo>
                    <a:pt x="130" y="0"/>
                  </a:moveTo>
                  <a:cubicBezTo>
                    <a:pt x="44" y="0"/>
                    <a:pt x="1" y="101"/>
                    <a:pt x="65" y="159"/>
                  </a:cubicBezTo>
                  <a:cubicBezTo>
                    <a:pt x="84" y="180"/>
                    <a:pt x="107" y="189"/>
                    <a:pt x="130" y="189"/>
                  </a:cubicBezTo>
                  <a:cubicBezTo>
                    <a:pt x="180" y="189"/>
                    <a:pt x="229" y="146"/>
                    <a:pt x="224" y="87"/>
                  </a:cubicBezTo>
                  <a:cubicBezTo>
                    <a:pt x="224" y="36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8977;p127">
              <a:extLst>
                <a:ext uri="{FF2B5EF4-FFF2-40B4-BE49-F238E27FC236}">
                  <a16:creationId xmlns:a16="http://schemas.microsoft.com/office/drawing/2014/main" id="{48A30E25-A90C-0919-8574-5FBEB1C0D191}"/>
                </a:ext>
              </a:extLst>
            </p:cNvPr>
            <p:cNvSpPr/>
            <p:nvPr/>
          </p:nvSpPr>
          <p:spPr>
            <a:xfrm>
              <a:off x="5002725" y="25547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0"/>
                  </a:moveTo>
                  <a:cubicBezTo>
                    <a:pt x="44" y="0"/>
                    <a:pt x="1" y="101"/>
                    <a:pt x="58" y="166"/>
                  </a:cubicBezTo>
                  <a:cubicBezTo>
                    <a:pt x="79" y="184"/>
                    <a:pt x="103" y="192"/>
                    <a:pt x="126" y="192"/>
                  </a:cubicBezTo>
                  <a:cubicBezTo>
                    <a:pt x="177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8978;p127">
              <a:extLst>
                <a:ext uri="{FF2B5EF4-FFF2-40B4-BE49-F238E27FC236}">
                  <a16:creationId xmlns:a16="http://schemas.microsoft.com/office/drawing/2014/main" id="{2286309C-2E74-72BF-2A92-EFBAFB876496}"/>
                </a:ext>
              </a:extLst>
            </p:cNvPr>
            <p:cNvSpPr/>
            <p:nvPr/>
          </p:nvSpPr>
          <p:spPr>
            <a:xfrm>
              <a:off x="5002725" y="2562500"/>
              <a:ext cx="5750" cy="4800"/>
            </a:xfrm>
            <a:custGeom>
              <a:avLst/>
              <a:gdLst/>
              <a:ahLst/>
              <a:cxnLst/>
              <a:rect l="l" t="t" r="r" b="b"/>
              <a:pathLst>
                <a:path w="230" h="192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3" y="183"/>
                    <a:pt x="104" y="191"/>
                    <a:pt x="126" y="191"/>
                  </a:cubicBezTo>
                  <a:cubicBezTo>
                    <a:pt x="177" y="191"/>
                    <a:pt x="229" y="148"/>
                    <a:pt x="224" y="87"/>
                  </a:cubicBezTo>
                  <a:cubicBezTo>
                    <a:pt x="224" y="37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8979;p127">
              <a:extLst>
                <a:ext uri="{FF2B5EF4-FFF2-40B4-BE49-F238E27FC236}">
                  <a16:creationId xmlns:a16="http://schemas.microsoft.com/office/drawing/2014/main" id="{521E2C15-2A4F-4377-E0F0-AAEB65136592}"/>
                </a:ext>
              </a:extLst>
            </p:cNvPr>
            <p:cNvSpPr/>
            <p:nvPr/>
          </p:nvSpPr>
          <p:spPr>
            <a:xfrm>
              <a:off x="5002775" y="2570225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39" y="1"/>
                  </a:moveTo>
                  <a:cubicBezTo>
                    <a:pt x="136" y="1"/>
                    <a:pt x="132" y="1"/>
                    <a:pt x="128" y="2"/>
                  </a:cubicBezTo>
                  <a:cubicBezTo>
                    <a:pt x="126" y="1"/>
                    <a:pt x="123" y="1"/>
                    <a:pt x="120" y="1"/>
                  </a:cubicBezTo>
                  <a:cubicBezTo>
                    <a:pt x="39" y="1"/>
                    <a:pt x="1" y="104"/>
                    <a:pt x="63" y="160"/>
                  </a:cubicBezTo>
                  <a:cubicBezTo>
                    <a:pt x="82" y="181"/>
                    <a:pt x="105" y="190"/>
                    <a:pt x="128" y="190"/>
                  </a:cubicBezTo>
                  <a:cubicBezTo>
                    <a:pt x="178" y="190"/>
                    <a:pt x="227" y="147"/>
                    <a:pt x="222" y="88"/>
                  </a:cubicBezTo>
                  <a:cubicBezTo>
                    <a:pt x="222" y="41"/>
                    <a:pt x="185" y="1"/>
                    <a:pt x="1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8980;p127">
              <a:extLst>
                <a:ext uri="{FF2B5EF4-FFF2-40B4-BE49-F238E27FC236}">
                  <a16:creationId xmlns:a16="http://schemas.microsoft.com/office/drawing/2014/main" id="{910B5B10-438E-4879-43CC-40E57A3EE5D7}"/>
                </a:ext>
              </a:extLst>
            </p:cNvPr>
            <p:cNvSpPr/>
            <p:nvPr/>
          </p:nvSpPr>
          <p:spPr>
            <a:xfrm>
              <a:off x="5002725" y="2577825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1"/>
                  </a:moveTo>
                  <a:cubicBezTo>
                    <a:pt x="44" y="1"/>
                    <a:pt x="1" y="101"/>
                    <a:pt x="58" y="166"/>
                  </a:cubicBezTo>
                  <a:cubicBezTo>
                    <a:pt x="79" y="185"/>
                    <a:pt x="103" y="193"/>
                    <a:pt x="126" y="193"/>
                  </a:cubicBezTo>
                  <a:cubicBezTo>
                    <a:pt x="177" y="193"/>
                    <a:pt x="224" y="154"/>
                    <a:pt x="224" y="94"/>
                  </a:cubicBezTo>
                  <a:cubicBezTo>
                    <a:pt x="224" y="44"/>
                    <a:pt x="181" y="1"/>
                    <a:pt x="1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8981;p127">
              <a:extLst>
                <a:ext uri="{FF2B5EF4-FFF2-40B4-BE49-F238E27FC236}">
                  <a16:creationId xmlns:a16="http://schemas.microsoft.com/office/drawing/2014/main" id="{ECBC3275-C8B5-E4E9-4EEB-98E8753368EA}"/>
                </a:ext>
              </a:extLst>
            </p:cNvPr>
            <p:cNvSpPr/>
            <p:nvPr/>
          </p:nvSpPr>
          <p:spPr>
            <a:xfrm>
              <a:off x="5002725" y="2585575"/>
              <a:ext cx="5750" cy="4800"/>
            </a:xfrm>
            <a:custGeom>
              <a:avLst/>
              <a:gdLst/>
              <a:ahLst/>
              <a:cxnLst/>
              <a:rect l="l" t="t" r="r" b="b"/>
              <a:pathLst>
                <a:path w="230" h="192" extrusionOk="0">
                  <a:moveTo>
                    <a:pt x="130" y="1"/>
                  </a:moveTo>
                  <a:cubicBezTo>
                    <a:pt x="44" y="1"/>
                    <a:pt x="1" y="102"/>
                    <a:pt x="65" y="167"/>
                  </a:cubicBezTo>
                  <a:cubicBezTo>
                    <a:pt x="83" y="184"/>
                    <a:pt x="104" y="191"/>
                    <a:pt x="126" y="191"/>
                  </a:cubicBezTo>
                  <a:cubicBezTo>
                    <a:pt x="177" y="191"/>
                    <a:pt x="229" y="148"/>
                    <a:pt x="224" y="87"/>
                  </a:cubicBezTo>
                  <a:cubicBezTo>
                    <a:pt x="224" y="37"/>
                    <a:pt x="181" y="1"/>
                    <a:pt x="1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8982;p127">
              <a:extLst>
                <a:ext uri="{FF2B5EF4-FFF2-40B4-BE49-F238E27FC236}">
                  <a16:creationId xmlns:a16="http://schemas.microsoft.com/office/drawing/2014/main" id="{8ED38306-D0BC-74B9-6444-A9919B2D72DA}"/>
                </a:ext>
              </a:extLst>
            </p:cNvPr>
            <p:cNvSpPr/>
            <p:nvPr/>
          </p:nvSpPr>
          <p:spPr>
            <a:xfrm>
              <a:off x="4994250" y="25163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4" y="184"/>
                    <a:pt x="106" y="192"/>
                    <a:pt x="128" y="192"/>
                  </a:cubicBezTo>
                  <a:cubicBezTo>
                    <a:pt x="177" y="192"/>
                    <a:pt x="224" y="153"/>
                    <a:pt x="224" y="94"/>
                  </a:cubicBezTo>
                  <a:cubicBezTo>
                    <a:pt x="224" y="43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8983;p127">
              <a:extLst>
                <a:ext uri="{FF2B5EF4-FFF2-40B4-BE49-F238E27FC236}">
                  <a16:creationId xmlns:a16="http://schemas.microsoft.com/office/drawing/2014/main" id="{4C2B1BA9-9AB8-4270-8404-9AD0D9F765C0}"/>
                </a:ext>
              </a:extLst>
            </p:cNvPr>
            <p:cNvSpPr/>
            <p:nvPr/>
          </p:nvSpPr>
          <p:spPr>
            <a:xfrm>
              <a:off x="4994250" y="2524100"/>
              <a:ext cx="5750" cy="4775"/>
            </a:xfrm>
            <a:custGeom>
              <a:avLst/>
              <a:gdLst/>
              <a:ahLst/>
              <a:cxnLst/>
              <a:rect l="l" t="t" r="r" b="b"/>
              <a:pathLst>
                <a:path w="230" h="191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3" y="183"/>
                    <a:pt x="104" y="191"/>
                    <a:pt x="126" y="191"/>
                  </a:cubicBezTo>
                  <a:cubicBezTo>
                    <a:pt x="177" y="191"/>
                    <a:pt x="229" y="148"/>
                    <a:pt x="224" y="87"/>
                  </a:cubicBezTo>
                  <a:cubicBezTo>
                    <a:pt x="224" y="36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8984;p127">
              <a:extLst>
                <a:ext uri="{FF2B5EF4-FFF2-40B4-BE49-F238E27FC236}">
                  <a16:creationId xmlns:a16="http://schemas.microsoft.com/office/drawing/2014/main" id="{636E9870-DF92-1D74-2B65-E7EA5EF436FA}"/>
                </a:ext>
              </a:extLst>
            </p:cNvPr>
            <p:cNvSpPr/>
            <p:nvPr/>
          </p:nvSpPr>
          <p:spPr>
            <a:xfrm>
              <a:off x="4994250" y="2531675"/>
              <a:ext cx="5750" cy="4900"/>
            </a:xfrm>
            <a:custGeom>
              <a:avLst/>
              <a:gdLst/>
              <a:ahLst/>
              <a:cxnLst/>
              <a:rect l="l" t="t" r="r" b="b"/>
              <a:pathLst>
                <a:path w="230" h="196" extrusionOk="0">
                  <a:moveTo>
                    <a:pt x="130" y="0"/>
                  </a:moveTo>
                  <a:cubicBezTo>
                    <a:pt x="44" y="0"/>
                    <a:pt x="1" y="108"/>
                    <a:pt x="65" y="166"/>
                  </a:cubicBezTo>
                  <a:cubicBezTo>
                    <a:pt x="84" y="187"/>
                    <a:pt x="107" y="195"/>
                    <a:pt x="130" y="195"/>
                  </a:cubicBezTo>
                  <a:cubicBezTo>
                    <a:pt x="180" y="195"/>
                    <a:pt x="229" y="153"/>
                    <a:pt x="224" y="94"/>
                  </a:cubicBezTo>
                  <a:cubicBezTo>
                    <a:pt x="224" y="43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8985;p127">
              <a:extLst>
                <a:ext uri="{FF2B5EF4-FFF2-40B4-BE49-F238E27FC236}">
                  <a16:creationId xmlns:a16="http://schemas.microsoft.com/office/drawing/2014/main" id="{99034E19-0E94-1D1A-3ABF-0D2522F55AAC}"/>
                </a:ext>
              </a:extLst>
            </p:cNvPr>
            <p:cNvSpPr/>
            <p:nvPr/>
          </p:nvSpPr>
          <p:spPr>
            <a:xfrm>
              <a:off x="4994300" y="2539400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20" y="1"/>
                  </a:moveTo>
                  <a:cubicBezTo>
                    <a:pt x="39" y="1"/>
                    <a:pt x="1" y="104"/>
                    <a:pt x="63" y="160"/>
                  </a:cubicBezTo>
                  <a:cubicBezTo>
                    <a:pt x="82" y="181"/>
                    <a:pt x="105" y="190"/>
                    <a:pt x="127" y="190"/>
                  </a:cubicBezTo>
                  <a:cubicBezTo>
                    <a:pt x="175" y="190"/>
                    <a:pt x="222" y="149"/>
                    <a:pt x="222" y="95"/>
                  </a:cubicBezTo>
                  <a:cubicBezTo>
                    <a:pt x="222" y="37"/>
                    <a:pt x="179" y="1"/>
                    <a:pt x="128" y="1"/>
                  </a:cubicBezTo>
                  <a:cubicBezTo>
                    <a:pt x="126" y="1"/>
                    <a:pt x="123" y="1"/>
                    <a:pt x="1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8986;p127">
              <a:extLst>
                <a:ext uri="{FF2B5EF4-FFF2-40B4-BE49-F238E27FC236}">
                  <a16:creationId xmlns:a16="http://schemas.microsoft.com/office/drawing/2014/main" id="{308DF8D0-5598-E846-AB75-A90A9EDF64FE}"/>
                </a:ext>
              </a:extLst>
            </p:cNvPr>
            <p:cNvSpPr/>
            <p:nvPr/>
          </p:nvSpPr>
          <p:spPr>
            <a:xfrm>
              <a:off x="4994250" y="2547175"/>
              <a:ext cx="5750" cy="4725"/>
            </a:xfrm>
            <a:custGeom>
              <a:avLst/>
              <a:gdLst/>
              <a:ahLst/>
              <a:cxnLst/>
              <a:rect l="l" t="t" r="r" b="b"/>
              <a:pathLst>
                <a:path w="230" h="189" extrusionOk="0">
                  <a:moveTo>
                    <a:pt x="130" y="0"/>
                  </a:moveTo>
                  <a:cubicBezTo>
                    <a:pt x="44" y="0"/>
                    <a:pt x="1" y="101"/>
                    <a:pt x="65" y="159"/>
                  </a:cubicBezTo>
                  <a:cubicBezTo>
                    <a:pt x="84" y="180"/>
                    <a:pt x="107" y="189"/>
                    <a:pt x="130" y="189"/>
                  </a:cubicBezTo>
                  <a:cubicBezTo>
                    <a:pt x="180" y="189"/>
                    <a:pt x="229" y="146"/>
                    <a:pt x="224" y="87"/>
                  </a:cubicBezTo>
                  <a:cubicBezTo>
                    <a:pt x="224" y="36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8987;p127">
              <a:extLst>
                <a:ext uri="{FF2B5EF4-FFF2-40B4-BE49-F238E27FC236}">
                  <a16:creationId xmlns:a16="http://schemas.microsoft.com/office/drawing/2014/main" id="{D3E3A899-9D27-F859-02D3-B6A007202301}"/>
                </a:ext>
              </a:extLst>
            </p:cNvPr>
            <p:cNvSpPr/>
            <p:nvPr/>
          </p:nvSpPr>
          <p:spPr>
            <a:xfrm>
              <a:off x="4994250" y="25547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4" y="184"/>
                    <a:pt x="106" y="192"/>
                    <a:pt x="128" y="192"/>
                  </a:cubicBezTo>
                  <a:cubicBezTo>
                    <a:pt x="177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8988;p127">
              <a:extLst>
                <a:ext uri="{FF2B5EF4-FFF2-40B4-BE49-F238E27FC236}">
                  <a16:creationId xmlns:a16="http://schemas.microsoft.com/office/drawing/2014/main" id="{7B3D3C92-7EAF-9194-4AE5-515548202F6D}"/>
                </a:ext>
              </a:extLst>
            </p:cNvPr>
            <p:cNvSpPr/>
            <p:nvPr/>
          </p:nvSpPr>
          <p:spPr>
            <a:xfrm>
              <a:off x="4994250" y="2562500"/>
              <a:ext cx="5750" cy="4800"/>
            </a:xfrm>
            <a:custGeom>
              <a:avLst/>
              <a:gdLst/>
              <a:ahLst/>
              <a:cxnLst/>
              <a:rect l="l" t="t" r="r" b="b"/>
              <a:pathLst>
                <a:path w="230" h="192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3" y="183"/>
                    <a:pt x="104" y="191"/>
                    <a:pt x="126" y="191"/>
                  </a:cubicBezTo>
                  <a:cubicBezTo>
                    <a:pt x="177" y="191"/>
                    <a:pt x="229" y="148"/>
                    <a:pt x="224" y="87"/>
                  </a:cubicBezTo>
                  <a:cubicBezTo>
                    <a:pt x="224" y="37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8989;p127">
              <a:extLst>
                <a:ext uri="{FF2B5EF4-FFF2-40B4-BE49-F238E27FC236}">
                  <a16:creationId xmlns:a16="http://schemas.microsoft.com/office/drawing/2014/main" id="{3E5EB892-BCAD-46D8-3CFC-26EEAF625456}"/>
                </a:ext>
              </a:extLst>
            </p:cNvPr>
            <p:cNvSpPr/>
            <p:nvPr/>
          </p:nvSpPr>
          <p:spPr>
            <a:xfrm>
              <a:off x="4994300" y="2570225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39" y="1"/>
                  </a:moveTo>
                  <a:cubicBezTo>
                    <a:pt x="136" y="1"/>
                    <a:pt x="132" y="1"/>
                    <a:pt x="128" y="2"/>
                  </a:cubicBezTo>
                  <a:cubicBezTo>
                    <a:pt x="126" y="1"/>
                    <a:pt x="123" y="1"/>
                    <a:pt x="120" y="1"/>
                  </a:cubicBezTo>
                  <a:cubicBezTo>
                    <a:pt x="39" y="1"/>
                    <a:pt x="1" y="104"/>
                    <a:pt x="63" y="160"/>
                  </a:cubicBezTo>
                  <a:cubicBezTo>
                    <a:pt x="82" y="181"/>
                    <a:pt x="105" y="190"/>
                    <a:pt x="128" y="190"/>
                  </a:cubicBezTo>
                  <a:cubicBezTo>
                    <a:pt x="178" y="190"/>
                    <a:pt x="227" y="147"/>
                    <a:pt x="222" y="88"/>
                  </a:cubicBezTo>
                  <a:cubicBezTo>
                    <a:pt x="222" y="41"/>
                    <a:pt x="185" y="1"/>
                    <a:pt x="1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8990;p127">
              <a:extLst>
                <a:ext uri="{FF2B5EF4-FFF2-40B4-BE49-F238E27FC236}">
                  <a16:creationId xmlns:a16="http://schemas.microsoft.com/office/drawing/2014/main" id="{48B949A4-9582-5682-63F3-8E644F2144A4}"/>
                </a:ext>
              </a:extLst>
            </p:cNvPr>
            <p:cNvSpPr/>
            <p:nvPr/>
          </p:nvSpPr>
          <p:spPr>
            <a:xfrm>
              <a:off x="4994250" y="2577825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1"/>
                  </a:moveTo>
                  <a:cubicBezTo>
                    <a:pt x="44" y="1"/>
                    <a:pt x="1" y="101"/>
                    <a:pt x="65" y="166"/>
                  </a:cubicBezTo>
                  <a:cubicBezTo>
                    <a:pt x="84" y="185"/>
                    <a:pt x="106" y="193"/>
                    <a:pt x="128" y="193"/>
                  </a:cubicBezTo>
                  <a:cubicBezTo>
                    <a:pt x="177" y="193"/>
                    <a:pt x="224" y="154"/>
                    <a:pt x="224" y="94"/>
                  </a:cubicBezTo>
                  <a:cubicBezTo>
                    <a:pt x="224" y="44"/>
                    <a:pt x="181" y="1"/>
                    <a:pt x="1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8991;p127">
              <a:extLst>
                <a:ext uri="{FF2B5EF4-FFF2-40B4-BE49-F238E27FC236}">
                  <a16:creationId xmlns:a16="http://schemas.microsoft.com/office/drawing/2014/main" id="{F008825C-9193-1B59-A94D-62F2C258B468}"/>
                </a:ext>
              </a:extLst>
            </p:cNvPr>
            <p:cNvSpPr/>
            <p:nvPr/>
          </p:nvSpPr>
          <p:spPr>
            <a:xfrm>
              <a:off x="4994250" y="2585575"/>
              <a:ext cx="5750" cy="4800"/>
            </a:xfrm>
            <a:custGeom>
              <a:avLst/>
              <a:gdLst/>
              <a:ahLst/>
              <a:cxnLst/>
              <a:rect l="l" t="t" r="r" b="b"/>
              <a:pathLst>
                <a:path w="230" h="192" extrusionOk="0">
                  <a:moveTo>
                    <a:pt x="130" y="1"/>
                  </a:moveTo>
                  <a:cubicBezTo>
                    <a:pt x="44" y="1"/>
                    <a:pt x="1" y="102"/>
                    <a:pt x="65" y="167"/>
                  </a:cubicBezTo>
                  <a:cubicBezTo>
                    <a:pt x="83" y="184"/>
                    <a:pt x="104" y="191"/>
                    <a:pt x="126" y="191"/>
                  </a:cubicBezTo>
                  <a:cubicBezTo>
                    <a:pt x="177" y="191"/>
                    <a:pt x="229" y="148"/>
                    <a:pt x="224" y="87"/>
                  </a:cubicBezTo>
                  <a:cubicBezTo>
                    <a:pt x="224" y="37"/>
                    <a:pt x="181" y="1"/>
                    <a:pt x="1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8992;p127">
              <a:extLst>
                <a:ext uri="{FF2B5EF4-FFF2-40B4-BE49-F238E27FC236}">
                  <a16:creationId xmlns:a16="http://schemas.microsoft.com/office/drawing/2014/main" id="{D51520DF-4145-86C9-B5EB-53F2E27895CA}"/>
                </a:ext>
              </a:extLst>
            </p:cNvPr>
            <p:cNvSpPr/>
            <p:nvPr/>
          </p:nvSpPr>
          <p:spPr>
            <a:xfrm>
              <a:off x="4994250" y="2593150"/>
              <a:ext cx="5750" cy="4900"/>
            </a:xfrm>
            <a:custGeom>
              <a:avLst/>
              <a:gdLst/>
              <a:ahLst/>
              <a:cxnLst/>
              <a:rect l="l" t="t" r="r" b="b"/>
              <a:pathLst>
                <a:path w="230" h="196" extrusionOk="0">
                  <a:moveTo>
                    <a:pt x="130" y="1"/>
                  </a:moveTo>
                  <a:cubicBezTo>
                    <a:pt x="44" y="1"/>
                    <a:pt x="1" y="109"/>
                    <a:pt x="65" y="166"/>
                  </a:cubicBezTo>
                  <a:cubicBezTo>
                    <a:pt x="84" y="187"/>
                    <a:pt x="107" y="196"/>
                    <a:pt x="130" y="196"/>
                  </a:cubicBezTo>
                  <a:cubicBezTo>
                    <a:pt x="180" y="196"/>
                    <a:pt x="229" y="154"/>
                    <a:pt x="224" y="94"/>
                  </a:cubicBezTo>
                  <a:cubicBezTo>
                    <a:pt x="224" y="44"/>
                    <a:pt x="181" y="1"/>
                    <a:pt x="1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8993;p127">
              <a:extLst>
                <a:ext uri="{FF2B5EF4-FFF2-40B4-BE49-F238E27FC236}">
                  <a16:creationId xmlns:a16="http://schemas.microsoft.com/office/drawing/2014/main" id="{086DB901-0CBF-6F5A-B9F6-C416C4E26CC3}"/>
                </a:ext>
              </a:extLst>
            </p:cNvPr>
            <p:cNvSpPr/>
            <p:nvPr/>
          </p:nvSpPr>
          <p:spPr>
            <a:xfrm>
              <a:off x="4985775" y="2531675"/>
              <a:ext cx="5750" cy="4900"/>
            </a:xfrm>
            <a:custGeom>
              <a:avLst/>
              <a:gdLst/>
              <a:ahLst/>
              <a:cxnLst/>
              <a:rect l="l" t="t" r="r" b="b"/>
              <a:pathLst>
                <a:path w="230" h="196" extrusionOk="0">
                  <a:moveTo>
                    <a:pt x="130" y="0"/>
                  </a:moveTo>
                  <a:cubicBezTo>
                    <a:pt x="44" y="0"/>
                    <a:pt x="1" y="108"/>
                    <a:pt x="65" y="166"/>
                  </a:cubicBezTo>
                  <a:cubicBezTo>
                    <a:pt x="86" y="187"/>
                    <a:pt x="110" y="195"/>
                    <a:pt x="133" y="195"/>
                  </a:cubicBezTo>
                  <a:cubicBezTo>
                    <a:pt x="183" y="195"/>
                    <a:pt x="229" y="153"/>
                    <a:pt x="224" y="94"/>
                  </a:cubicBezTo>
                  <a:cubicBezTo>
                    <a:pt x="224" y="43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8994;p127">
              <a:extLst>
                <a:ext uri="{FF2B5EF4-FFF2-40B4-BE49-F238E27FC236}">
                  <a16:creationId xmlns:a16="http://schemas.microsoft.com/office/drawing/2014/main" id="{79C4837B-A33F-FE32-3273-8F76B2D10725}"/>
                </a:ext>
              </a:extLst>
            </p:cNvPr>
            <p:cNvSpPr/>
            <p:nvPr/>
          </p:nvSpPr>
          <p:spPr>
            <a:xfrm>
              <a:off x="4985825" y="2539400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20" y="1"/>
                  </a:moveTo>
                  <a:cubicBezTo>
                    <a:pt x="39" y="1"/>
                    <a:pt x="1" y="104"/>
                    <a:pt x="63" y="160"/>
                  </a:cubicBezTo>
                  <a:cubicBezTo>
                    <a:pt x="82" y="181"/>
                    <a:pt x="105" y="190"/>
                    <a:pt x="127" y="190"/>
                  </a:cubicBezTo>
                  <a:cubicBezTo>
                    <a:pt x="175" y="190"/>
                    <a:pt x="222" y="149"/>
                    <a:pt x="222" y="95"/>
                  </a:cubicBezTo>
                  <a:cubicBezTo>
                    <a:pt x="222" y="37"/>
                    <a:pt x="179" y="1"/>
                    <a:pt x="128" y="1"/>
                  </a:cubicBezTo>
                  <a:cubicBezTo>
                    <a:pt x="126" y="1"/>
                    <a:pt x="123" y="1"/>
                    <a:pt x="1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8995;p127">
              <a:extLst>
                <a:ext uri="{FF2B5EF4-FFF2-40B4-BE49-F238E27FC236}">
                  <a16:creationId xmlns:a16="http://schemas.microsoft.com/office/drawing/2014/main" id="{0480A9D8-F74E-5781-DD79-3A105A2640E8}"/>
                </a:ext>
              </a:extLst>
            </p:cNvPr>
            <p:cNvSpPr/>
            <p:nvPr/>
          </p:nvSpPr>
          <p:spPr>
            <a:xfrm>
              <a:off x="4985775" y="2547175"/>
              <a:ext cx="5750" cy="4725"/>
            </a:xfrm>
            <a:custGeom>
              <a:avLst/>
              <a:gdLst/>
              <a:ahLst/>
              <a:cxnLst/>
              <a:rect l="l" t="t" r="r" b="b"/>
              <a:pathLst>
                <a:path w="230" h="189" extrusionOk="0">
                  <a:moveTo>
                    <a:pt x="130" y="0"/>
                  </a:moveTo>
                  <a:cubicBezTo>
                    <a:pt x="44" y="0"/>
                    <a:pt x="1" y="101"/>
                    <a:pt x="65" y="159"/>
                  </a:cubicBezTo>
                  <a:cubicBezTo>
                    <a:pt x="86" y="180"/>
                    <a:pt x="110" y="189"/>
                    <a:pt x="133" y="189"/>
                  </a:cubicBezTo>
                  <a:cubicBezTo>
                    <a:pt x="183" y="189"/>
                    <a:pt x="229" y="146"/>
                    <a:pt x="224" y="87"/>
                  </a:cubicBezTo>
                  <a:cubicBezTo>
                    <a:pt x="224" y="36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8996;p127">
              <a:extLst>
                <a:ext uri="{FF2B5EF4-FFF2-40B4-BE49-F238E27FC236}">
                  <a16:creationId xmlns:a16="http://schemas.microsoft.com/office/drawing/2014/main" id="{3F35CB6E-D38A-43C6-2E8A-BF50BEB6BA7F}"/>
                </a:ext>
              </a:extLst>
            </p:cNvPr>
            <p:cNvSpPr/>
            <p:nvPr/>
          </p:nvSpPr>
          <p:spPr>
            <a:xfrm>
              <a:off x="4985775" y="25547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4" y="184"/>
                    <a:pt x="106" y="192"/>
                    <a:pt x="128" y="192"/>
                  </a:cubicBezTo>
                  <a:cubicBezTo>
                    <a:pt x="177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8997;p127">
              <a:extLst>
                <a:ext uri="{FF2B5EF4-FFF2-40B4-BE49-F238E27FC236}">
                  <a16:creationId xmlns:a16="http://schemas.microsoft.com/office/drawing/2014/main" id="{7CFF50DF-56BF-D982-548C-05B88AB57242}"/>
                </a:ext>
              </a:extLst>
            </p:cNvPr>
            <p:cNvSpPr/>
            <p:nvPr/>
          </p:nvSpPr>
          <p:spPr>
            <a:xfrm>
              <a:off x="4985775" y="2562500"/>
              <a:ext cx="5750" cy="4800"/>
            </a:xfrm>
            <a:custGeom>
              <a:avLst/>
              <a:gdLst/>
              <a:ahLst/>
              <a:cxnLst/>
              <a:rect l="l" t="t" r="r" b="b"/>
              <a:pathLst>
                <a:path w="230" h="192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5" y="183"/>
                    <a:pt x="107" y="191"/>
                    <a:pt x="129" y="191"/>
                  </a:cubicBezTo>
                  <a:cubicBezTo>
                    <a:pt x="181" y="191"/>
                    <a:pt x="229" y="148"/>
                    <a:pt x="224" y="87"/>
                  </a:cubicBezTo>
                  <a:cubicBezTo>
                    <a:pt x="224" y="37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8998;p127">
              <a:extLst>
                <a:ext uri="{FF2B5EF4-FFF2-40B4-BE49-F238E27FC236}">
                  <a16:creationId xmlns:a16="http://schemas.microsoft.com/office/drawing/2014/main" id="{97D7C59B-FC85-3AB9-DC4E-39CA2DC6CB50}"/>
                </a:ext>
              </a:extLst>
            </p:cNvPr>
            <p:cNvSpPr/>
            <p:nvPr/>
          </p:nvSpPr>
          <p:spPr>
            <a:xfrm>
              <a:off x="4985825" y="2570225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39" y="1"/>
                  </a:moveTo>
                  <a:cubicBezTo>
                    <a:pt x="136" y="1"/>
                    <a:pt x="132" y="1"/>
                    <a:pt x="128" y="2"/>
                  </a:cubicBezTo>
                  <a:cubicBezTo>
                    <a:pt x="126" y="1"/>
                    <a:pt x="123" y="1"/>
                    <a:pt x="120" y="1"/>
                  </a:cubicBezTo>
                  <a:cubicBezTo>
                    <a:pt x="39" y="1"/>
                    <a:pt x="1" y="104"/>
                    <a:pt x="63" y="160"/>
                  </a:cubicBezTo>
                  <a:cubicBezTo>
                    <a:pt x="84" y="181"/>
                    <a:pt x="108" y="190"/>
                    <a:pt x="131" y="190"/>
                  </a:cubicBezTo>
                  <a:cubicBezTo>
                    <a:pt x="181" y="190"/>
                    <a:pt x="227" y="147"/>
                    <a:pt x="222" y="88"/>
                  </a:cubicBezTo>
                  <a:cubicBezTo>
                    <a:pt x="222" y="41"/>
                    <a:pt x="185" y="1"/>
                    <a:pt x="1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8999;p127">
              <a:extLst>
                <a:ext uri="{FF2B5EF4-FFF2-40B4-BE49-F238E27FC236}">
                  <a16:creationId xmlns:a16="http://schemas.microsoft.com/office/drawing/2014/main" id="{A79380B6-1C6B-F35E-433B-A5D604A699A6}"/>
                </a:ext>
              </a:extLst>
            </p:cNvPr>
            <p:cNvSpPr/>
            <p:nvPr/>
          </p:nvSpPr>
          <p:spPr>
            <a:xfrm>
              <a:off x="4985775" y="2577825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1"/>
                  </a:moveTo>
                  <a:cubicBezTo>
                    <a:pt x="44" y="1"/>
                    <a:pt x="1" y="101"/>
                    <a:pt x="65" y="166"/>
                  </a:cubicBezTo>
                  <a:cubicBezTo>
                    <a:pt x="84" y="185"/>
                    <a:pt x="106" y="193"/>
                    <a:pt x="128" y="193"/>
                  </a:cubicBezTo>
                  <a:cubicBezTo>
                    <a:pt x="177" y="193"/>
                    <a:pt x="224" y="154"/>
                    <a:pt x="224" y="94"/>
                  </a:cubicBezTo>
                  <a:cubicBezTo>
                    <a:pt x="224" y="44"/>
                    <a:pt x="181" y="1"/>
                    <a:pt x="1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9000;p127">
              <a:extLst>
                <a:ext uri="{FF2B5EF4-FFF2-40B4-BE49-F238E27FC236}">
                  <a16:creationId xmlns:a16="http://schemas.microsoft.com/office/drawing/2014/main" id="{04F30D4B-6058-E5B4-5EE3-9A7AC3DF5399}"/>
                </a:ext>
              </a:extLst>
            </p:cNvPr>
            <p:cNvSpPr/>
            <p:nvPr/>
          </p:nvSpPr>
          <p:spPr>
            <a:xfrm>
              <a:off x="4977300" y="2531675"/>
              <a:ext cx="5750" cy="4900"/>
            </a:xfrm>
            <a:custGeom>
              <a:avLst/>
              <a:gdLst/>
              <a:ahLst/>
              <a:cxnLst/>
              <a:rect l="l" t="t" r="r" b="b"/>
              <a:pathLst>
                <a:path w="230" h="196" extrusionOk="0">
                  <a:moveTo>
                    <a:pt x="130" y="0"/>
                  </a:moveTo>
                  <a:cubicBezTo>
                    <a:pt x="44" y="0"/>
                    <a:pt x="1" y="108"/>
                    <a:pt x="65" y="166"/>
                  </a:cubicBezTo>
                  <a:cubicBezTo>
                    <a:pt x="86" y="187"/>
                    <a:pt x="110" y="195"/>
                    <a:pt x="133" y="195"/>
                  </a:cubicBezTo>
                  <a:cubicBezTo>
                    <a:pt x="183" y="195"/>
                    <a:pt x="229" y="153"/>
                    <a:pt x="224" y="94"/>
                  </a:cubicBezTo>
                  <a:cubicBezTo>
                    <a:pt x="224" y="43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9001;p127">
              <a:extLst>
                <a:ext uri="{FF2B5EF4-FFF2-40B4-BE49-F238E27FC236}">
                  <a16:creationId xmlns:a16="http://schemas.microsoft.com/office/drawing/2014/main" id="{1973FF89-3BF6-32C9-1760-1EA2D0BD8A66}"/>
                </a:ext>
              </a:extLst>
            </p:cNvPr>
            <p:cNvSpPr/>
            <p:nvPr/>
          </p:nvSpPr>
          <p:spPr>
            <a:xfrm>
              <a:off x="4977350" y="2539400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20" y="1"/>
                  </a:moveTo>
                  <a:cubicBezTo>
                    <a:pt x="39" y="1"/>
                    <a:pt x="1" y="104"/>
                    <a:pt x="63" y="160"/>
                  </a:cubicBezTo>
                  <a:cubicBezTo>
                    <a:pt x="82" y="181"/>
                    <a:pt x="105" y="190"/>
                    <a:pt x="127" y="190"/>
                  </a:cubicBezTo>
                  <a:cubicBezTo>
                    <a:pt x="175" y="190"/>
                    <a:pt x="222" y="149"/>
                    <a:pt x="222" y="95"/>
                  </a:cubicBezTo>
                  <a:cubicBezTo>
                    <a:pt x="222" y="37"/>
                    <a:pt x="179" y="1"/>
                    <a:pt x="128" y="1"/>
                  </a:cubicBezTo>
                  <a:cubicBezTo>
                    <a:pt x="126" y="1"/>
                    <a:pt x="123" y="1"/>
                    <a:pt x="1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9002;p127">
              <a:extLst>
                <a:ext uri="{FF2B5EF4-FFF2-40B4-BE49-F238E27FC236}">
                  <a16:creationId xmlns:a16="http://schemas.microsoft.com/office/drawing/2014/main" id="{3E85BC23-9110-313E-E460-D8B7B8944C6C}"/>
                </a:ext>
              </a:extLst>
            </p:cNvPr>
            <p:cNvSpPr/>
            <p:nvPr/>
          </p:nvSpPr>
          <p:spPr>
            <a:xfrm>
              <a:off x="4977300" y="2547175"/>
              <a:ext cx="5750" cy="4725"/>
            </a:xfrm>
            <a:custGeom>
              <a:avLst/>
              <a:gdLst/>
              <a:ahLst/>
              <a:cxnLst/>
              <a:rect l="l" t="t" r="r" b="b"/>
              <a:pathLst>
                <a:path w="230" h="189" extrusionOk="0">
                  <a:moveTo>
                    <a:pt x="130" y="0"/>
                  </a:moveTo>
                  <a:cubicBezTo>
                    <a:pt x="44" y="0"/>
                    <a:pt x="1" y="101"/>
                    <a:pt x="65" y="159"/>
                  </a:cubicBezTo>
                  <a:cubicBezTo>
                    <a:pt x="86" y="180"/>
                    <a:pt x="110" y="189"/>
                    <a:pt x="133" y="189"/>
                  </a:cubicBezTo>
                  <a:cubicBezTo>
                    <a:pt x="183" y="189"/>
                    <a:pt x="229" y="146"/>
                    <a:pt x="224" y="87"/>
                  </a:cubicBezTo>
                  <a:cubicBezTo>
                    <a:pt x="224" y="36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9003;p127">
              <a:extLst>
                <a:ext uri="{FF2B5EF4-FFF2-40B4-BE49-F238E27FC236}">
                  <a16:creationId xmlns:a16="http://schemas.microsoft.com/office/drawing/2014/main" id="{DA5395CF-ED43-9B18-2AE6-5B0B98A3937C}"/>
                </a:ext>
              </a:extLst>
            </p:cNvPr>
            <p:cNvSpPr/>
            <p:nvPr/>
          </p:nvSpPr>
          <p:spPr>
            <a:xfrm>
              <a:off x="4977300" y="25547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4" y="184"/>
                    <a:pt x="106" y="192"/>
                    <a:pt x="128" y="192"/>
                  </a:cubicBezTo>
                  <a:cubicBezTo>
                    <a:pt x="177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9004;p127">
              <a:extLst>
                <a:ext uri="{FF2B5EF4-FFF2-40B4-BE49-F238E27FC236}">
                  <a16:creationId xmlns:a16="http://schemas.microsoft.com/office/drawing/2014/main" id="{31367C42-A192-451F-C29B-287C1D494962}"/>
                </a:ext>
              </a:extLst>
            </p:cNvPr>
            <p:cNvSpPr/>
            <p:nvPr/>
          </p:nvSpPr>
          <p:spPr>
            <a:xfrm>
              <a:off x="4977300" y="2562500"/>
              <a:ext cx="5750" cy="4800"/>
            </a:xfrm>
            <a:custGeom>
              <a:avLst/>
              <a:gdLst/>
              <a:ahLst/>
              <a:cxnLst/>
              <a:rect l="l" t="t" r="r" b="b"/>
              <a:pathLst>
                <a:path w="230" h="192" extrusionOk="0">
                  <a:moveTo>
                    <a:pt x="130" y="0"/>
                  </a:moveTo>
                  <a:cubicBezTo>
                    <a:pt x="44" y="0"/>
                    <a:pt x="1" y="101"/>
                    <a:pt x="65" y="166"/>
                  </a:cubicBezTo>
                  <a:cubicBezTo>
                    <a:pt x="85" y="183"/>
                    <a:pt x="107" y="191"/>
                    <a:pt x="129" y="191"/>
                  </a:cubicBezTo>
                  <a:cubicBezTo>
                    <a:pt x="181" y="191"/>
                    <a:pt x="229" y="148"/>
                    <a:pt x="224" y="87"/>
                  </a:cubicBezTo>
                  <a:cubicBezTo>
                    <a:pt x="224" y="37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9005;p127">
              <a:extLst>
                <a:ext uri="{FF2B5EF4-FFF2-40B4-BE49-F238E27FC236}">
                  <a16:creationId xmlns:a16="http://schemas.microsoft.com/office/drawing/2014/main" id="{BD049FEC-7E23-B3AD-4956-61DD17951FC8}"/>
                </a:ext>
              </a:extLst>
            </p:cNvPr>
            <p:cNvSpPr/>
            <p:nvPr/>
          </p:nvSpPr>
          <p:spPr>
            <a:xfrm>
              <a:off x="4977350" y="2570225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39" y="1"/>
                  </a:moveTo>
                  <a:cubicBezTo>
                    <a:pt x="136" y="1"/>
                    <a:pt x="132" y="1"/>
                    <a:pt x="128" y="2"/>
                  </a:cubicBezTo>
                  <a:cubicBezTo>
                    <a:pt x="126" y="1"/>
                    <a:pt x="123" y="1"/>
                    <a:pt x="120" y="1"/>
                  </a:cubicBezTo>
                  <a:cubicBezTo>
                    <a:pt x="39" y="1"/>
                    <a:pt x="1" y="104"/>
                    <a:pt x="63" y="160"/>
                  </a:cubicBezTo>
                  <a:cubicBezTo>
                    <a:pt x="84" y="181"/>
                    <a:pt x="108" y="190"/>
                    <a:pt x="131" y="190"/>
                  </a:cubicBezTo>
                  <a:cubicBezTo>
                    <a:pt x="181" y="190"/>
                    <a:pt x="227" y="147"/>
                    <a:pt x="222" y="88"/>
                  </a:cubicBezTo>
                  <a:cubicBezTo>
                    <a:pt x="222" y="41"/>
                    <a:pt x="185" y="1"/>
                    <a:pt x="1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9006;p127">
              <a:extLst>
                <a:ext uri="{FF2B5EF4-FFF2-40B4-BE49-F238E27FC236}">
                  <a16:creationId xmlns:a16="http://schemas.microsoft.com/office/drawing/2014/main" id="{A1C7F840-C11C-7E5A-4694-4B47206393FE}"/>
                </a:ext>
              </a:extLst>
            </p:cNvPr>
            <p:cNvSpPr/>
            <p:nvPr/>
          </p:nvSpPr>
          <p:spPr>
            <a:xfrm>
              <a:off x="4977300" y="2577825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0" y="1"/>
                  </a:moveTo>
                  <a:cubicBezTo>
                    <a:pt x="44" y="1"/>
                    <a:pt x="1" y="101"/>
                    <a:pt x="65" y="166"/>
                  </a:cubicBezTo>
                  <a:cubicBezTo>
                    <a:pt x="84" y="185"/>
                    <a:pt x="106" y="193"/>
                    <a:pt x="128" y="193"/>
                  </a:cubicBezTo>
                  <a:cubicBezTo>
                    <a:pt x="177" y="193"/>
                    <a:pt x="224" y="154"/>
                    <a:pt x="224" y="94"/>
                  </a:cubicBezTo>
                  <a:cubicBezTo>
                    <a:pt x="224" y="44"/>
                    <a:pt x="181" y="1"/>
                    <a:pt x="1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9007;p127">
              <a:extLst>
                <a:ext uri="{FF2B5EF4-FFF2-40B4-BE49-F238E27FC236}">
                  <a16:creationId xmlns:a16="http://schemas.microsoft.com/office/drawing/2014/main" id="{14B1CEC4-125A-8ED2-BB24-844FCA1C8F3E}"/>
                </a:ext>
              </a:extLst>
            </p:cNvPr>
            <p:cNvSpPr/>
            <p:nvPr/>
          </p:nvSpPr>
          <p:spPr>
            <a:xfrm>
              <a:off x="4968825" y="2531675"/>
              <a:ext cx="5750" cy="4900"/>
            </a:xfrm>
            <a:custGeom>
              <a:avLst/>
              <a:gdLst/>
              <a:ahLst/>
              <a:cxnLst/>
              <a:rect l="l" t="t" r="r" b="b"/>
              <a:pathLst>
                <a:path w="230" h="196" extrusionOk="0">
                  <a:moveTo>
                    <a:pt x="130" y="0"/>
                  </a:moveTo>
                  <a:cubicBezTo>
                    <a:pt x="44" y="0"/>
                    <a:pt x="1" y="108"/>
                    <a:pt x="66" y="166"/>
                  </a:cubicBezTo>
                  <a:cubicBezTo>
                    <a:pt x="86" y="187"/>
                    <a:pt x="110" y="195"/>
                    <a:pt x="133" y="195"/>
                  </a:cubicBezTo>
                  <a:cubicBezTo>
                    <a:pt x="183" y="195"/>
                    <a:pt x="229" y="153"/>
                    <a:pt x="224" y="94"/>
                  </a:cubicBezTo>
                  <a:cubicBezTo>
                    <a:pt x="224" y="43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9008;p127">
              <a:extLst>
                <a:ext uri="{FF2B5EF4-FFF2-40B4-BE49-F238E27FC236}">
                  <a16:creationId xmlns:a16="http://schemas.microsoft.com/office/drawing/2014/main" id="{671B32D2-13F5-5956-2A87-B176EFEC3369}"/>
                </a:ext>
              </a:extLst>
            </p:cNvPr>
            <p:cNvSpPr/>
            <p:nvPr/>
          </p:nvSpPr>
          <p:spPr>
            <a:xfrm>
              <a:off x="4968875" y="2539400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21" y="1"/>
                  </a:moveTo>
                  <a:cubicBezTo>
                    <a:pt x="46" y="1"/>
                    <a:pt x="1" y="104"/>
                    <a:pt x="64" y="160"/>
                  </a:cubicBezTo>
                  <a:cubicBezTo>
                    <a:pt x="82" y="181"/>
                    <a:pt x="106" y="190"/>
                    <a:pt x="129" y="190"/>
                  </a:cubicBezTo>
                  <a:cubicBezTo>
                    <a:pt x="179" y="190"/>
                    <a:pt x="227" y="149"/>
                    <a:pt x="222" y="95"/>
                  </a:cubicBezTo>
                  <a:cubicBezTo>
                    <a:pt x="222" y="37"/>
                    <a:pt x="186" y="1"/>
                    <a:pt x="128" y="1"/>
                  </a:cubicBezTo>
                  <a:cubicBezTo>
                    <a:pt x="126" y="1"/>
                    <a:pt x="123" y="1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9009;p127">
              <a:extLst>
                <a:ext uri="{FF2B5EF4-FFF2-40B4-BE49-F238E27FC236}">
                  <a16:creationId xmlns:a16="http://schemas.microsoft.com/office/drawing/2014/main" id="{2BB9428E-55DD-E6C9-E88A-7E791AC4562D}"/>
                </a:ext>
              </a:extLst>
            </p:cNvPr>
            <p:cNvSpPr/>
            <p:nvPr/>
          </p:nvSpPr>
          <p:spPr>
            <a:xfrm>
              <a:off x="4968825" y="2547175"/>
              <a:ext cx="5750" cy="4725"/>
            </a:xfrm>
            <a:custGeom>
              <a:avLst/>
              <a:gdLst/>
              <a:ahLst/>
              <a:cxnLst/>
              <a:rect l="l" t="t" r="r" b="b"/>
              <a:pathLst>
                <a:path w="230" h="189" extrusionOk="0">
                  <a:moveTo>
                    <a:pt x="130" y="0"/>
                  </a:moveTo>
                  <a:cubicBezTo>
                    <a:pt x="44" y="0"/>
                    <a:pt x="1" y="101"/>
                    <a:pt x="66" y="159"/>
                  </a:cubicBezTo>
                  <a:cubicBezTo>
                    <a:pt x="86" y="180"/>
                    <a:pt x="110" y="189"/>
                    <a:pt x="133" y="189"/>
                  </a:cubicBezTo>
                  <a:cubicBezTo>
                    <a:pt x="183" y="189"/>
                    <a:pt x="229" y="146"/>
                    <a:pt x="224" y="87"/>
                  </a:cubicBezTo>
                  <a:cubicBezTo>
                    <a:pt x="224" y="36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9010;p127">
              <a:extLst>
                <a:ext uri="{FF2B5EF4-FFF2-40B4-BE49-F238E27FC236}">
                  <a16:creationId xmlns:a16="http://schemas.microsoft.com/office/drawing/2014/main" id="{5BD2A2ED-00C6-C734-B6C1-859BE695E141}"/>
                </a:ext>
              </a:extLst>
            </p:cNvPr>
            <p:cNvSpPr/>
            <p:nvPr/>
          </p:nvSpPr>
          <p:spPr>
            <a:xfrm>
              <a:off x="4968825" y="2554750"/>
              <a:ext cx="5800" cy="4825"/>
            </a:xfrm>
            <a:custGeom>
              <a:avLst/>
              <a:gdLst/>
              <a:ahLst/>
              <a:cxnLst/>
              <a:rect l="l" t="t" r="r" b="b"/>
              <a:pathLst>
                <a:path w="232" h="193" extrusionOk="0">
                  <a:moveTo>
                    <a:pt x="130" y="0"/>
                  </a:moveTo>
                  <a:cubicBezTo>
                    <a:pt x="51" y="0"/>
                    <a:pt x="1" y="101"/>
                    <a:pt x="66" y="166"/>
                  </a:cubicBezTo>
                  <a:cubicBezTo>
                    <a:pt x="84" y="184"/>
                    <a:pt x="107" y="192"/>
                    <a:pt x="130" y="192"/>
                  </a:cubicBezTo>
                  <a:cubicBezTo>
                    <a:pt x="180" y="192"/>
                    <a:pt x="229" y="153"/>
                    <a:pt x="224" y="94"/>
                  </a:cubicBezTo>
                  <a:cubicBezTo>
                    <a:pt x="231" y="44"/>
                    <a:pt x="188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9011;p127">
              <a:extLst>
                <a:ext uri="{FF2B5EF4-FFF2-40B4-BE49-F238E27FC236}">
                  <a16:creationId xmlns:a16="http://schemas.microsoft.com/office/drawing/2014/main" id="{85668361-AF2A-DDF1-3255-8CE6506E0F30}"/>
                </a:ext>
              </a:extLst>
            </p:cNvPr>
            <p:cNvSpPr/>
            <p:nvPr/>
          </p:nvSpPr>
          <p:spPr>
            <a:xfrm>
              <a:off x="4968825" y="2562500"/>
              <a:ext cx="5750" cy="4800"/>
            </a:xfrm>
            <a:custGeom>
              <a:avLst/>
              <a:gdLst/>
              <a:ahLst/>
              <a:cxnLst/>
              <a:rect l="l" t="t" r="r" b="b"/>
              <a:pathLst>
                <a:path w="230" h="192" extrusionOk="0">
                  <a:moveTo>
                    <a:pt x="130" y="0"/>
                  </a:moveTo>
                  <a:cubicBezTo>
                    <a:pt x="44" y="0"/>
                    <a:pt x="1" y="101"/>
                    <a:pt x="66" y="166"/>
                  </a:cubicBezTo>
                  <a:cubicBezTo>
                    <a:pt x="85" y="183"/>
                    <a:pt x="107" y="191"/>
                    <a:pt x="129" y="191"/>
                  </a:cubicBezTo>
                  <a:cubicBezTo>
                    <a:pt x="181" y="191"/>
                    <a:pt x="229" y="148"/>
                    <a:pt x="224" y="87"/>
                  </a:cubicBezTo>
                  <a:cubicBezTo>
                    <a:pt x="224" y="37"/>
                    <a:pt x="181" y="0"/>
                    <a:pt x="1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9012;p127">
              <a:extLst>
                <a:ext uri="{FF2B5EF4-FFF2-40B4-BE49-F238E27FC236}">
                  <a16:creationId xmlns:a16="http://schemas.microsoft.com/office/drawing/2014/main" id="{696752E0-A744-068A-D858-0560126E271C}"/>
                </a:ext>
              </a:extLst>
            </p:cNvPr>
            <p:cNvSpPr/>
            <p:nvPr/>
          </p:nvSpPr>
          <p:spPr>
            <a:xfrm>
              <a:off x="4968875" y="2570225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39" y="1"/>
                  </a:moveTo>
                  <a:cubicBezTo>
                    <a:pt x="136" y="1"/>
                    <a:pt x="132" y="1"/>
                    <a:pt x="128" y="2"/>
                  </a:cubicBezTo>
                  <a:cubicBezTo>
                    <a:pt x="126" y="1"/>
                    <a:pt x="123" y="1"/>
                    <a:pt x="120" y="1"/>
                  </a:cubicBezTo>
                  <a:cubicBezTo>
                    <a:pt x="39" y="1"/>
                    <a:pt x="1" y="104"/>
                    <a:pt x="64" y="160"/>
                  </a:cubicBezTo>
                  <a:cubicBezTo>
                    <a:pt x="84" y="181"/>
                    <a:pt x="108" y="190"/>
                    <a:pt x="131" y="190"/>
                  </a:cubicBezTo>
                  <a:cubicBezTo>
                    <a:pt x="181" y="190"/>
                    <a:pt x="227" y="147"/>
                    <a:pt x="222" y="88"/>
                  </a:cubicBezTo>
                  <a:cubicBezTo>
                    <a:pt x="222" y="41"/>
                    <a:pt x="185" y="1"/>
                    <a:pt x="1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9013;p127">
              <a:extLst>
                <a:ext uri="{FF2B5EF4-FFF2-40B4-BE49-F238E27FC236}">
                  <a16:creationId xmlns:a16="http://schemas.microsoft.com/office/drawing/2014/main" id="{E7289C4E-ACA9-A937-C024-D357F03CC8E4}"/>
                </a:ext>
              </a:extLst>
            </p:cNvPr>
            <p:cNvSpPr/>
            <p:nvPr/>
          </p:nvSpPr>
          <p:spPr>
            <a:xfrm>
              <a:off x="4968825" y="2577825"/>
              <a:ext cx="5800" cy="4825"/>
            </a:xfrm>
            <a:custGeom>
              <a:avLst/>
              <a:gdLst/>
              <a:ahLst/>
              <a:cxnLst/>
              <a:rect l="l" t="t" r="r" b="b"/>
              <a:pathLst>
                <a:path w="232" h="193" extrusionOk="0">
                  <a:moveTo>
                    <a:pt x="130" y="1"/>
                  </a:moveTo>
                  <a:cubicBezTo>
                    <a:pt x="51" y="1"/>
                    <a:pt x="1" y="101"/>
                    <a:pt x="66" y="166"/>
                  </a:cubicBezTo>
                  <a:cubicBezTo>
                    <a:pt x="84" y="185"/>
                    <a:pt x="107" y="193"/>
                    <a:pt x="130" y="193"/>
                  </a:cubicBezTo>
                  <a:cubicBezTo>
                    <a:pt x="180" y="193"/>
                    <a:pt x="229" y="154"/>
                    <a:pt x="224" y="94"/>
                  </a:cubicBezTo>
                  <a:cubicBezTo>
                    <a:pt x="231" y="44"/>
                    <a:pt x="188" y="1"/>
                    <a:pt x="1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9014;p127">
              <a:extLst>
                <a:ext uri="{FF2B5EF4-FFF2-40B4-BE49-F238E27FC236}">
                  <a16:creationId xmlns:a16="http://schemas.microsoft.com/office/drawing/2014/main" id="{02AC7DCF-439E-2E25-7D16-6AF4689267BE}"/>
                </a:ext>
              </a:extLst>
            </p:cNvPr>
            <p:cNvSpPr/>
            <p:nvPr/>
          </p:nvSpPr>
          <p:spPr>
            <a:xfrm>
              <a:off x="4960525" y="2531675"/>
              <a:ext cx="5625" cy="4900"/>
            </a:xfrm>
            <a:custGeom>
              <a:avLst/>
              <a:gdLst/>
              <a:ahLst/>
              <a:cxnLst/>
              <a:rect l="l" t="t" r="r" b="b"/>
              <a:pathLst>
                <a:path w="225" h="196" extrusionOk="0">
                  <a:moveTo>
                    <a:pt x="123" y="0"/>
                  </a:moveTo>
                  <a:cubicBezTo>
                    <a:pt x="37" y="0"/>
                    <a:pt x="1" y="108"/>
                    <a:pt x="59" y="166"/>
                  </a:cubicBezTo>
                  <a:cubicBezTo>
                    <a:pt x="79" y="187"/>
                    <a:pt x="103" y="195"/>
                    <a:pt x="126" y="195"/>
                  </a:cubicBezTo>
                  <a:cubicBezTo>
                    <a:pt x="177" y="195"/>
                    <a:pt x="224" y="153"/>
                    <a:pt x="224" y="94"/>
                  </a:cubicBezTo>
                  <a:cubicBezTo>
                    <a:pt x="217" y="43"/>
                    <a:pt x="181" y="0"/>
                    <a:pt x="1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9015;p127">
              <a:extLst>
                <a:ext uri="{FF2B5EF4-FFF2-40B4-BE49-F238E27FC236}">
                  <a16:creationId xmlns:a16="http://schemas.microsoft.com/office/drawing/2014/main" id="{D9164313-3FB0-1638-7CF4-ADFFDB761163}"/>
                </a:ext>
              </a:extLst>
            </p:cNvPr>
            <p:cNvSpPr/>
            <p:nvPr/>
          </p:nvSpPr>
          <p:spPr>
            <a:xfrm>
              <a:off x="4960575" y="2539400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14" y="1"/>
                  </a:moveTo>
                  <a:cubicBezTo>
                    <a:pt x="39" y="1"/>
                    <a:pt x="1" y="104"/>
                    <a:pt x="57" y="160"/>
                  </a:cubicBezTo>
                  <a:cubicBezTo>
                    <a:pt x="75" y="181"/>
                    <a:pt x="99" y="190"/>
                    <a:pt x="122" y="190"/>
                  </a:cubicBezTo>
                  <a:cubicBezTo>
                    <a:pt x="172" y="190"/>
                    <a:pt x="222" y="149"/>
                    <a:pt x="222" y="95"/>
                  </a:cubicBezTo>
                  <a:cubicBezTo>
                    <a:pt x="222" y="37"/>
                    <a:pt x="179" y="1"/>
                    <a:pt x="121" y="1"/>
                  </a:cubicBezTo>
                  <a:cubicBezTo>
                    <a:pt x="119" y="1"/>
                    <a:pt x="116" y="1"/>
                    <a:pt x="11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9016;p127">
              <a:extLst>
                <a:ext uri="{FF2B5EF4-FFF2-40B4-BE49-F238E27FC236}">
                  <a16:creationId xmlns:a16="http://schemas.microsoft.com/office/drawing/2014/main" id="{9886C6B9-6F8B-7766-8CAE-43391D777D9F}"/>
                </a:ext>
              </a:extLst>
            </p:cNvPr>
            <p:cNvSpPr/>
            <p:nvPr/>
          </p:nvSpPr>
          <p:spPr>
            <a:xfrm>
              <a:off x="4960525" y="2547175"/>
              <a:ext cx="5625" cy="4725"/>
            </a:xfrm>
            <a:custGeom>
              <a:avLst/>
              <a:gdLst/>
              <a:ahLst/>
              <a:cxnLst/>
              <a:rect l="l" t="t" r="r" b="b"/>
              <a:pathLst>
                <a:path w="225" h="189" extrusionOk="0">
                  <a:moveTo>
                    <a:pt x="123" y="0"/>
                  </a:moveTo>
                  <a:cubicBezTo>
                    <a:pt x="37" y="0"/>
                    <a:pt x="1" y="101"/>
                    <a:pt x="59" y="159"/>
                  </a:cubicBezTo>
                  <a:cubicBezTo>
                    <a:pt x="79" y="180"/>
                    <a:pt x="103" y="189"/>
                    <a:pt x="126" y="189"/>
                  </a:cubicBezTo>
                  <a:cubicBezTo>
                    <a:pt x="177" y="189"/>
                    <a:pt x="224" y="146"/>
                    <a:pt x="224" y="87"/>
                  </a:cubicBezTo>
                  <a:cubicBezTo>
                    <a:pt x="217" y="36"/>
                    <a:pt x="181" y="0"/>
                    <a:pt x="1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9017;p127">
              <a:extLst>
                <a:ext uri="{FF2B5EF4-FFF2-40B4-BE49-F238E27FC236}">
                  <a16:creationId xmlns:a16="http://schemas.microsoft.com/office/drawing/2014/main" id="{CA2644A3-8427-2EF2-D1ED-F762E82C5C49}"/>
                </a:ext>
              </a:extLst>
            </p:cNvPr>
            <p:cNvSpPr/>
            <p:nvPr/>
          </p:nvSpPr>
          <p:spPr>
            <a:xfrm>
              <a:off x="4960525" y="25547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23" y="0"/>
                  </a:moveTo>
                  <a:cubicBezTo>
                    <a:pt x="44" y="0"/>
                    <a:pt x="1" y="101"/>
                    <a:pt x="59" y="166"/>
                  </a:cubicBezTo>
                  <a:cubicBezTo>
                    <a:pt x="77" y="184"/>
                    <a:pt x="100" y="192"/>
                    <a:pt x="123" y="192"/>
                  </a:cubicBezTo>
                  <a:cubicBezTo>
                    <a:pt x="173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9018;p127">
              <a:extLst>
                <a:ext uri="{FF2B5EF4-FFF2-40B4-BE49-F238E27FC236}">
                  <a16:creationId xmlns:a16="http://schemas.microsoft.com/office/drawing/2014/main" id="{AC9B466E-C1F8-13AF-A10C-8AB8E432233A}"/>
                </a:ext>
              </a:extLst>
            </p:cNvPr>
            <p:cNvSpPr/>
            <p:nvPr/>
          </p:nvSpPr>
          <p:spPr>
            <a:xfrm>
              <a:off x="4960525" y="2562500"/>
              <a:ext cx="5625" cy="4800"/>
            </a:xfrm>
            <a:custGeom>
              <a:avLst/>
              <a:gdLst/>
              <a:ahLst/>
              <a:cxnLst/>
              <a:rect l="l" t="t" r="r" b="b"/>
              <a:pathLst>
                <a:path w="225" h="192" extrusionOk="0">
                  <a:moveTo>
                    <a:pt x="123" y="0"/>
                  </a:moveTo>
                  <a:cubicBezTo>
                    <a:pt x="37" y="0"/>
                    <a:pt x="1" y="101"/>
                    <a:pt x="59" y="166"/>
                  </a:cubicBezTo>
                  <a:cubicBezTo>
                    <a:pt x="78" y="183"/>
                    <a:pt x="100" y="191"/>
                    <a:pt x="122" y="191"/>
                  </a:cubicBezTo>
                  <a:cubicBezTo>
                    <a:pt x="174" y="191"/>
                    <a:pt x="224" y="148"/>
                    <a:pt x="224" y="87"/>
                  </a:cubicBezTo>
                  <a:cubicBezTo>
                    <a:pt x="217" y="37"/>
                    <a:pt x="181" y="0"/>
                    <a:pt x="1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9019;p127">
              <a:extLst>
                <a:ext uri="{FF2B5EF4-FFF2-40B4-BE49-F238E27FC236}">
                  <a16:creationId xmlns:a16="http://schemas.microsoft.com/office/drawing/2014/main" id="{3367220F-7A94-5130-ABDC-BABCA01F2AA0}"/>
                </a:ext>
              </a:extLst>
            </p:cNvPr>
            <p:cNvSpPr/>
            <p:nvPr/>
          </p:nvSpPr>
          <p:spPr>
            <a:xfrm>
              <a:off x="4960575" y="2570225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34" y="1"/>
                  </a:moveTo>
                  <a:cubicBezTo>
                    <a:pt x="130" y="1"/>
                    <a:pt x="126" y="1"/>
                    <a:pt x="121" y="2"/>
                  </a:cubicBezTo>
                  <a:cubicBezTo>
                    <a:pt x="119" y="1"/>
                    <a:pt x="116" y="1"/>
                    <a:pt x="113" y="1"/>
                  </a:cubicBezTo>
                  <a:cubicBezTo>
                    <a:pt x="33" y="1"/>
                    <a:pt x="1" y="104"/>
                    <a:pt x="57" y="160"/>
                  </a:cubicBezTo>
                  <a:cubicBezTo>
                    <a:pt x="77" y="181"/>
                    <a:pt x="101" y="190"/>
                    <a:pt x="124" y="190"/>
                  </a:cubicBezTo>
                  <a:cubicBezTo>
                    <a:pt x="175" y="190"/>
                    <a:pt x="222" y="147"/>
                    <a:pt x="222" y="88"/>
                  </a:cubicBezTo>
                  <a:cubicBezTo>
                    <a:pt x="216" y="41"/>
                    <a:pt x="184" y="1"/>
                    <a:pt x="13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9020;p127">
              <a:extLst>
                <a:ext uri="{FF2B5EF4-FFF2-40B4-BE49-F238E27FC236}">
                  <a16:creationId xmlns:a16="http://schemas.microsoft.com/office/drawing/2014/main" id="{76149932-8806-2361-0D17-E4E83A374EBE}"/>
                </a:ext>
              </a:extLst>
            </p:cNvPr>
            <p:cNvSpPr/>
            <p:nvPr/>
          </p:nvSpPr>
          <p:spPr>
            <a:xfrm>
              <a:off x="4960525" y="2577825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23" y="1"/>
                  </a:moveTo>
                  <a:cubicBezTo>
                    <a:pt x="44" y="1"/>
                    <a:pt x="1" y="101"/>
                    <a:pt x="59" y="166"/>
                  </a:cubicBezTo>
                  <a:cubicBezTo>
                    <a:pt x="77" y="185"/>
                    <a:pt x="100" y="193"/>
                    <a:pt x="123" y="193"/>
                  </a:cubicBezTo>
                  <a:cubicBezTo>
                    <a:pt x="173" y="193"/>
                    <a:pt x="224" y="154"/>
                    <a:pt x="224" y="94"/>
                  </a:cubicBezTo>
                  <a:cubicBezTo>
                    <a:pt x="224" y="44"/>
                    <a:pt x="181" y="1"/>
                    <a:pt x="1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9021;p127">
              <a:extLst>
                <a:ext uri="{FF2B5EF4-FFF2-40B4-BE49-F238E27FC236}">
                  <a16:creationId xmlns:a16="http://schemas.microsoft.com/office/drawing/2014/main" id="{C201B9E3-8482-6DEB-03E1-69F78DA2598D}"/>
                </a:ext>
              </a:extLst>
            </p:cNvPr>
            <p:cNvSpPr/>
            <p:nvPr/>
          </p:nvSpPr>
          <p:spPr>
            <a:xfrm>
              <a:off x="4952050" y="2531675"/>
              <a:ext cx="5625" cy="4900"/>
            </a:xfrm>
            <a:custGeom>
              <a:avLst/>
              <a:gdLst/>
              <a:ahLst/>
              <a:cxnLst/>
              <a:rect l="l" t="t" r="r" b="b"/>
              <a:pathLst>
                <a:path w="225" h="196" extrusionOk="0">
                  <a:moveTo>
                    <a:pt x="131" y="0"/>
                  </a:moveTo>
                  <a:cubicBezTo>
                    <a:pt x="44" y="0"/>
                    <a:pt x="1" y="108"/>
                    <a:pt x="59" y="166"/>
                  </a:cubicBezTo>
                  <a:cubicBezTo>
                    <a:pt x="79" y="187"/>
                    <a:pt x="103" y="195"/>
                    <a:pt x="126" y="195"/>
                  </a:cubicBezTo>
                  <a:cubicBezTo>
                    <a:pt x="177" y="195"/>
                    <a:pt x="224" y="153"/>
                    <a:pt x="224" y="94"/>
                  </a:cubicBezTo>
                  <a:cubicBezTo>
                    <a:pt x="217" y="43"/>
                    <a:pt x="181" y="0"/>
                    <a:pt x="1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9022;p127">
              <a:extLst>
                <a:ext uri="{FF2B5EF4-FFF2-40B4-BE49-F238E27FC236}">
                  <a16:creationId xmlns:a16="http://schemas.microsoft.com/office/drawing/2014/main" id="{EBCFA809-C29B-0B7A-5307-D36BB31D36F1}"/>
                </a:ext>
              </a:extLst>
            </p:cNvPr>
            <p:cNvSpPr/>
            <p:nvPr/>
          </p:nvSpPr>
          <p:spPr>
            <a:xfrm>
              <a:off x="4952100" y="2539400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20" y="1"/>
                  </a:moveTo>
                  <a:cubicBezTo>
                    <a:pt x="39" y="1"/>
                    <a:pt x="1" y="104"/>
                    <a:pt x="57" y="160"/>
                  </a:cubicBezTo>
                  <a:cubicBezTo>
                    <a:pt x="77" y="181"/>
                    <a:pt x="102" y="190"/>
                    <a:pt x="125" y="190"/>
                  </a:cubicBezTo>
                  <a:cubicBezTo>
                    <a:pt x="176" y="190"/>
                    <a:pt x="222" y="149"/>
                    <a:pt x="222" y="95"/>
                  </a:cubicBezTo>
                  <a:cubicBezTo>
                    <a:pt x="222" y="37"/>
                    <a:pt x="179" y="1"/>
                    <a:pt x="129" y="1"/>
                  </a:cubicBezTo>
                  <a:cubicBezTo>
                    <a:pt x="126" y="1"/>
                    <a:pt x="123" y="1"/>
                    <a:pt x="1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9023;p127">
              <a:extLst>
                <a:ext uri="{FF2B5EF4-FFF2-40B4-BE49-F238E27FC236}">
                  <a16:creationId xmlns:a16="http://schemas.microsoft.com/office/drawing/2014/main" id="{AB3C4474-7185-29AA-F503-C0C1CF220649}"/>
                </a:ext>
              </a:extLst>
            </p:cNvPr>
            <p:cNvSpPr/>
            <p:nvPr/>
          </p:nvSpPr>
          <p:spPr>
            <a:xfrm>
              <a:off x="4952050" y="2547175"/>
              <a:ext cx="5625" cy="4725"/>
            </a:xfrm>
            <a:custGeom>
              <a:avLst/>
              <a:gdLst/>
              <a:ahLst/>
              <a:cxnLst/>
              <a:rect l="l" t="t" r="r" b="b"/>
              <a:pathLst>
                <a:path w="225" h="189" extrusionOk="0">
                  <a:moveTo>
                    <a:pt x="131" y="0"/>
                  </a:moveTo>
                  <a:cubicBezTo>
                    <a:pt x="44" y="0"/>
                    <a:pt x="1" y="101"/>
                    <a:pt x="59" y="159"/>
                  </a:cubicBezTo>
                  <a:cubicBezTo>
                    <a:pt x="79" y="180"/>
                    <a:pt x="103" y="189"/>
                    <a:pt x="126" y="189"/>
                  </a:cubicBezTo>
                  <a:cubicBezTo>
                    <a:pt x="177" y="189"/>
                    <a:pt x="224" y="146"/>
                    <a:pt x="224" y="87"/>
                  </a:cubicBezTo>
                  <a:cubicBezTo>
                    <a:pt x="217" y="36"/>
                    <a:pt x="181" y="0"/>
                    <a:pt x="1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9024;p127">
              <a:extLst>
                <a:ext uri="{FF2B5EF4-FFF2-40B4-BE49-F238E27FC236}">
                  <a16:creationId xmlns:a16="http://schemas.microsoft.com/office/drawing/2014/main" id="{F8FEB02F-C376-7FD3-35C0-1A0AFA6C7E46}"/>
                </a:ext>
              </a:extLst>
            </p:cNvPr>
            <p:cNvSpPr/>
            <p:nvPr/>
          </p:nvSpPr>
          <p:spPr>
            <a:xfrm>
              <a:off x="4952050" y="25547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1" y="0"/>
                  </a:moveTo>
                  <a:cubicBezTo>
                    <a:pt x="44" y="0"/>
                    <a:pt x="1" y="101"/>
                    <a:pt x="59" y="166"/>
                  </a:cubicBezTo>
                  <a:cubicBezTo>
                    <a:pt x="79" y="184"/>
                    <a:pt x="103" y="192"/>
                    <a:pt x="126" y="192"/>
                  </a:cubicBezTo>
                  <a:cubicBezTo>
                    <a:pt x="177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9025;p127">
              <a:extLst>
                <a:ext uri="{FF2B5EF4-FFF2-40B4-BE49-F238E27FC236}">
                  <a16:creationId xmlns:a16="http://schemas.microsoft.com/office/drawing/2014/main" id="{0DAFAE50-99DA-06DC-CA48-2829D2E20CB2}"/>
                </a:ext>
              </a:extLst>
            </p:cNvPr>
            <p:cNvSpPr/>
            <p:nvPr/>
          </p:nvSpPr>
          <p:spPr>
            <a:xfrm>
              <a:off x="4952050" y="2562500"/>
              <a:ext cx="5625" cy="4800"/>
            </a:xfrm>
            <a:custGeom>
              <a:avLst/>
              <a:gdLst/>
              <a:ahLst/>
              <a:cxnLst/>
              <a:rect l="l" t="t" r="r" b="b"/>
              <a:pathLst>
                <a:path w="225" h="192" extrusionOk="0">
                  <a:moveTo>
                    <a:pt x="131" y="0"/>
                  </a:moveTo>
                  <a:cubicBezTo>
                    <a:pt x="44" y="0"/>
                    <a:pt x="1" y="101"/>
                    <a:pt x="59" y="166"/>
                  </a:cubicBezTo>
                  <a:cubicBezTo>
                    <a:pt x="78" y="183"/>
                    <a:pt x="100" y="191"/>
                    <a:pt x="122" y="191"/>
                  </a:cubicBezTo>
                  <a:cubicBezTo>
                    <a:pt x="174" y="191"/>
                    <a:pt x="224" y="148"/>
                    <a:pt x="224" y="87"/>
                  </a:cubicBezTo>
                  <a:cubicBezTo>
                    <a:pt x="217" y="37"/>
                    <a:pt x="181" y="0"/>
                    <a:pt x="1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9026;p127">
              <a:extLst>
                <a:ext uri="{FF2B5EF4-FFF2-40B4-BE49-F238E27FC236}">
                  <a16:creationId xmlns:a16="http://schemas.microsoft.com/office/drawing/2014/main" id="{AB5B52C3-C679-37F3-B616-34113F04BCA9}"/>
                </a:ext>
              </a:extLst>
            </p:cNvPr>
            <p:cNvSpPr/>
            <p:nvPr/>
          </p:nvSpPr>
          <p:spPr>
            <a:xfrm>
              <a:off x="4952100" y="2570225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40" y="1"/>
                  </a:moveTo>
                  <a:cubicBezTo>
                    <a:pt x="136" y="1"/>
                    <a:pt x="132" y="1"/>
                    <a:pt x="129" y="2"/>
                  </a:cubicBezTo>
                  <a:cubicBezTo>
                    <a:pt x="126" y="1"/>
                    <a:pt x="123" y="1"/>
                    <a:pt x="120" y="1"/>
                  </a:cubicBezTo>
                  <a:cubicBezTo>
                    <a:pt x="39" y="1"/>
                    <a:pt x="1" y="104"/>
                    <a:pt x="57" y="160"/>
                  </a:cubicBezTo>
                  <a:cubicBezTo>
                    <a:pt x="77" y="181"/>
                    <a:pt x="101" y="190"/>
                    <a:pt x="124" y="190"/>
                  </a:cubicBezTo>
                  <a:cubicBezTo>
                    <a:pt x="175" y="190"/>
                    <a:pt x="222" y="147"/>
                    <a:pt x="222" y="88"/>
                  </a:cubicBezTo>
                  <a:cubicBezTo>
                    <a:pt x="216" y="41"/>
                    <a:pt x="184" y="1"/>
                    <a:pt x="1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9027;p127">
              <a:extLst>
                <a:ext uri="{FF2B5EF4-FFF2-40B4-BE49-F238E27FC236}">
                  <a16:creationId xmlns:a16="http://schemas.microsoft.com/office/drawing/2014/main" id="{2984D5A1-7432-0C50-BF88-3B891BDF5235}"/>
                </a:ext>
              </a:extLst>
            </p:cNvPr>
            <p:cNvSpPr/>
            <p:nvPr/>
          </p:nvSpPr>
          <p:spPr>
            <a:xfrm>
              <a:off x="4952050" y="2577825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1" y="1"/>
                  </a:moveTo>
                  <a:cubicBezTo>
                    <a:pt x="44" y="1"/>
                    <a:pt x="1" y="101"/>
                    <a:pt x="59" y="166"/>
                  </a:cubicBezTo>
                  <a:cubicBezTo>
                    <a:pt x="79" y="185"/>
                    <a:pt x="103" y="193"/>
                    <a:pt x="126" y="193"/>
                  </a:cubicBezTo>
                  <a:cubicBezTo>
                    <a:pt x="177" y="193"/>
                    <a:pt x="224" y="154"/>
                    <a:pt x="224" y="94"/>
                  </a:cubicBezTo>
                  <a:cubicBezTo>
                    <a:pt x="224" y="44"/>
                    <a:pt x="181" y="1"/>
                    <a:pt x="1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9028;p127">
              <a:extLst>
                <a:ext uri="{FF2B5EF4-FFF2-40B4-BE49-F238E27FC236}">
                  <a16:creationId xmlns:a16="http://schemas.microsoft.com/office/drawing/2014/main" id="{AA32FC6E-A47D-4E38-CE75-18A5C6265B11}"/>
                </a:ext>
              </a:extLst>
            </p:cNvPr>
            <p:cNvSpPr/>
            <p:nvPr/>
          </p:nvSpPr>
          <p:spPr>
            <a:xfrm>
              <a:off x="4943575" y="2531675"/>
              <a:ext cx="5750" cy="4900"/>
            </a:xfrm>
            <a:custGeom>
              <a:avLst/>
              <a:gdLst/>
              <a:ahLst/>
              <a:cxnLst/>
              <a:rect l="l" t="t" r="r" b="b"/>
              <a:pathLst>
                <a:path w="230" h="196" extrusionOk="0">
                  <a:moveTo>
                    <a:pt x="131" y="0"/>
                  </a:moveTo>
                  <a:cubicBezTo>
                    <a:pt x="44" y="0"/>
                    <a:pt x="1" y="108"/>
                    <a:pt x="66" y="166"/>
                  </a:cubicBezTo>
                  <a:cubicBezTo>
                    <a:pt x="84" y="187"/>
                    <a:pt x="107" y="195"/>
                    <a:pt x="130" y="195"/>
                  </a:cubicBezTo>
                  <a:cubicBezTo>
                    <a:pt x="180" y="195"/>
                    <a:pt x="229" y="153"/>
                    <a:pt x="224" y="94"/>
                  </a:cubicBezTo>
                  <a:cubicBezTo>
                    <a:pt x="224" y="43"/>
                    <a:pt x="181" y="0"/>
                    <a:pt x="1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9029;p127">
              <a:extLst>
                <a:ext uri="{FF2B5EF4-FFF2-40B4-BE49-F238E27FC236}">
                  <a16:creationId xmlns:a16="http://schemas.microsoft.com/office/drawing/2014/main" id="{969DC5AB-D281-54D2-1F2C-6AE5C5F96E68}"/>
                </a:ext>
              </a:extLst>
            </p:cNvPr>
            <p:cNvSpPr/>
            <p:nvPr/>
          </p:nvSpPr>
          <p:spPr>
            <a:xfrm>
              <a:off x="4943625" y="2539400"/>
              <a:ext cx="5575" cy="4750"/>
            </a:xfrm>
            <a:custGeom>
              <a:avLst/>
              <a:gdLst/>
              <a:ahLst/>
              <a:cxnLst/>
              <a:rect l="l" t="t" r="r" b="b"/>
              <a:pathLst>
                <a:path w="223" h="190" extrusionOk="0">
                  <a:moveTo>
                    <a:pt x="121" y="1"/>
                  </a:moveTo>
                  <a:cubicBezTo>
                    <a:pt x="39" y="1"/>
                    <a:pt x="1" y="104"/>
                    <a:pt x="57" y="160"/>
                  </a:cubicBezTo>
                  <a:cubicBezTo>
                    <a:pt x="77" y="181"/>
                    <a:pt x="102" y="190"/>
                    <a:pt x="125" y="190"/>
                  </a:cubicBezTo>
                  <a:cubicBezTo>
                    <a:pt x="176" y="190"/>
                    <a:pt x="222" y="149"/>
                    <a:pt x="222" y="95"/>
                  </a:cubicBezTo>
                  <a:cubicBezTo>
                    <a:pt x="222" y="37"/>
                    <a:pt x="179" y="1"/>
                    <a:pt x="129" y="1"/>
                  </a:cubicBezTo>
                  <a:cubicBezTo>
                    <a:pt x="126" y="1"/>
                    <a:pt x="123" y="1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9030;p127">
              <a:extLst>
                <a:ext uri="{FF2B5EF4-FFF2-40B4-BE49-F238E27FC236}">
                  <a16:creationId xmlns:a16="http://schemas.microsoft.com/office/drawing/2014/main" id="{C0CEC081-6BD6-3207-8AA0-D4029E757481}"/>
                </a:ext>
              </a:extLst>
            </p:cNvPr>
            <p:cNvSpPr/>
            <p:nvPr/>
          </p:nvSpPr>
          <p:spPr>
            <a:xfrm>
              <a:off x="4943575" y="2547175"/>
              <a:ext cx="5750" cy="4725"/>
            </a:xfrm>
            <a:custGeom>
              <a:avLst/>
              <a:gdLst/>
              <a:ahLst/>
              <a:cxnLst/>
              <a:rect l="l" t="t" r="r" b="b"/>
              <a:pathLst>
                <a:path w="230" h="189" extrusionOk="0">
                  <a:moveTo>
                    <a:pt x="131" y="0"/>
                  </a:moveTo>
                  <a:cubicBezTo>
                    <a:pt x="44" y="0"/>
                    <a:pt x="1" y="101"/>
                    <a:pt x="66" y="159"/>
                  </a:cubicBezTo>
                  <a:cubicBezTo>
                    <a:pt x="84" y="180"/>
                    <a:pt x="107" y="189"/>
                    <a:pt x="130" y="189"/>
                  </a:cubicBezTo>
                  <a:cubicBezTo>
                    <a:pt x="180" y="189"/>
                    <a:pt x="229" y="146"/>
                    <a:pt x="224" y="87"/>
                  </a:cubicBezTo>
                  <a:cubicBezTo>
                    <a:pt x="224" y="36"/>
                    <a:pt x="181" y="0"/>
                    <a:pt x="1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9031;p127">
              <a:extLst>
                <a:ext uri="{FF2B5EF4-FFF2-40B4-BE49-F238E27FC236}">
                  <a16:creationId xmlns:a16="http://schemas.microsoft.com/office/drawing/2014/main" id="{EB70DDC6-2E94-A469-728D-3404AA21985C}"/>
                </a:ext>
              </a:extLst>
            </p:cNvPr>
            <p:cNvSpPr/>
            <p:nvPr/>
          </p:nvSpPr>
          <p:spPr>
            <a:xfrm>
              <a:off x="4943575" y="2554750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1" y="0"/>
                  </a:moveTo>
                  <a:cubicBezTo>
                    <a:pt x="44" y="0"/>
                    <a:pt x="1" y="101"/>
                    <a:pt x="59" y="166"/>
                  </a:cubicBezTo>
                  <a:cubicBezTo>
                    <a:pt x="79" y="184"/>
                    <a:pt x="103" y="192"/>
                    <a:pt x="126" y="192"/>
                  </a:cubicBezTo>
                  <a:cubicBezTo>
                    <a:pt x="177" y="192"/>
                    <a:pt x="224" y="153"/>
                    <a:pt x="224" y="94"/>
                  </a:cubicBezTo>
                  <a:cubicBezTo>
                    <a:pt x="224" y="44"/>
                    <a:pt x="181" y="0"/>
                    <a:pt x="1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9032;p127">
              <a:extLst>
                <a:ext uri="{FF2B5EF4-FFF2-40B4-BE49-F238E27FC236}">
                  <a16:creationId xmlns:a16="http://schemas.microsoft.com/office/drawing/2014/main" id="{233DF6E9-4157-EEB5-AB66-BA21E0ACE7C2}"/>
                </a:ext>
              </a:extLst>
            </p:cNvPr>
            <p:cNvSpPr/>
            <p:nvPr/>
          </p:nvSpPr>
          <p:spPr>
            <a:xfrm>
              <a:off x="4943575" y="2562500"/>
              <a:ext cx="5750" cy="4800"/>
            </a:xfrm>
            <a:custGeom>
              <a:avLst/>
              <a:gdLst/>
              <a:ahLst/>
              <a:cxnLst/>
              <a:rect l="l" t="t" r="r" b="b"/>
              <a:pathLst>
                <a:path w="230" h="192" extrusionOk="0">
                  <a:moveTo>
                    <a:pt x="131" y="0"/>
                  </a:moveTo>
                  <a:cubicBezTo>
                    <a:pt x="44" y="0"/>
                    <a:pt x="1" y="101"/>
                    <a:pt x="66" y="166"/>
                  </a:cubicBezTo>
                  <a:cubicBezTo>
                    <a:pt x="83" y="183"/>
                    <a:pt x="104" y="191"/>
                    <a:pt x="126" y="191"/>
                  </a:cubicBezTo>
                  <a:cubicBezTo>
                    <a:pt x="177" y="191"/>
                    <a:pt x="230" y="148"/>
                    <a:pt x="224" y="87"/>
                  </a:cubicBezTo>
                  <a:cubicBezTo>
                    <a:pt x="224" y="37"/>
                    <a:pt x="181" y="0"/>
                    <a:pt x="1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9033;p127">
              <a:extLst>
                <a:ext uri="{FF2B5EF4-FFF2-40B4-BE49-F238E27FC236}">
                  <a16:creationId xmlns:a16="http://schemas.microsoft.com/office/drawing/2014/main" id="{F9E0FFD7-005B-2E5B-0E27-ADC677B12AE4}"/>
                </a:ext>
              </a:extLst>
            </p:cNvPr>
            <p:cNvSpPr/>
            <p:nvPr/>
          </p:nvSpPr>
          <p:spPr>
            <a:xfrm>
              <a:off x="4943625" y="2570225"/>
              <a:ext cx="5700" cy="4750"/>
            </a:xfrm>
            <a:custGeom>
              <a:avLst/>
              <a:gdLst/>
              <a:ahLst/>
              <a:cxnLst/>
              <a:rect l="l" t="t" r="r" b="b"/>
              <a:pathLst>
                <a:path w="228" h="190" extrusionOk="0">
                  <a:moveTo>
                    <a:pt x="140" y="1"/>
                  </a:moveTo>
                  <a:cubicBezTo>
                    <a:pt x="136" y="1"/>
                    <a:pt x="132" y="1"/>
                    <a:pt x="129" y="2"/>
                  </a:cubicBezTo>
                  <a:cubicBezTo>
                    <a:pt x="126" y="1"/>
                    <a:pt x="123" y="1"/>
                    <a:pt x="121" y="1"/>
                  </a:cubicBezTo>
                  <a:cubicBezTo>
                    <a:pt x="39" y="1"/>
                    <a:pt x="1" y="104"/>
                    <a:pt x="64" y="160"/>
                  </a:cubicBezTo>
                  <a:cubicBezTo>
                    <a:pt x="82" y="181"/>
                    <a:pt x="105" y="190"/>
                    <a:pt x="128" y="190"/>
                  </a:cubicBezTo>
                  <a:cubicBezTo>
                    <a:pt x="178" y="190"/>
                    <a:pt x="227" y="147"/>
                    <a:pt x="222" y="88"/>
                  </a:cubicBezTo>
                  <a:cubicBezTo>
                    <a:pt x="222" y="41"/>
                    <a:pt x="185" y="1"/>
                    <a:pt x="1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9034;p127">
              <a:extLst>
                <a:ext uri="{FF2B5EF4-FFF2-40B4-BE49-F238E27FC236}">
                  <a16:creationId xmlns:a16="http://schemas.microsoft.com/office/drawing/2014/main" id="{F8FB48B1-2822-05DF-1D26-41485C5634EE}"/>
                </a:ext>
              </a:extLst>
            </p:cNvPr>
            <p:cNvSpPr/>
            <p:nvPr/>
          </p:nvSpPr>
          <p:spPr>
            <a:xfrm>
              <a:off x="4943575" y="2577825"/>
              <a:ext cx="5625" cy="4825"/>
            </a:xfrm>
            <a:custGeom>
              <a:avLst/>
              <a:gdLst/>
              <a:ahLst/>
              <a:cxnLst/>
              <a:rect l="l" t="t" r="r" b="b"/>
              <a:pathLst>
                <a:path w="225" h="193" extrusionOk="0">
                  <a:moveTo>
                    <a:pt x="131" y="1"/>
                  </a:moveTo>
                  <a:cubicBezTo>
                    <a:pt x="44" y="1"/>
                    <a:pt x="1" y="101"/>
                    <a:pt x="59" y="166"/>
                  </a:cubicBezTo>
                  <a:cubicBezTo>
                    <a:pt x="79" y="185"/>
                    <a:pt x="103" y="193"/>
                    <a:pt x="126" y="193"/>
                  </a:cubicBezTo>
                  <a:cubicBezTo>
                    <a:pt x="177" y="193"/>
                    <a:pt x="224" y="154"/>
                    <a:pt x="224" y="94"/>
                  </a:cubicBezTo>
                  <a:cubicBezTo>
                    <a:pt x="224" y="44"/>
                    <a:pt x="181" y="1"/>
                    <a:pt x="1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9" name="Google Shape;9035;p127">
            <a:extLst>
              <a:ext uri="{FF2B5EF4-FFF2-40B4-BE49-F238E27FC236}">
                <a16:creationId xmlns:a16="http://schemas.microsoft.com/office/drawing/2014/main" id="{73B61741-F210-247D-D66A-FD5CF11DE3C1}"/>
              </a:ext>
            </a:extLst>
          </p:cNvPr>
          <p:cNvGrpSpPr/>
          <p:nvPr/>
        </p:nvGrpSpPr>
        <p:grpSpPr>
          <a:xfrm>
            <a:off x="3245367" y="4677130"/>
            <a:ext cx="1071067" cy="149352"/>
            <a:chOff x="4411970" y="2962952"/>
            <a:chExt cx="706544" cy="104212"/>
          </a:xfrm>
        </p:grpSpPr>
        <p:sp>
          <p:nvSpPr>
            <p:cNvPr id="830" name="Google Shape;9036;p127">
              <a:extLst>
                <a:ext uri="{FF2B5EF4-FFF2-40B4-BE49-F238E27FC236}">
                  <a16:creationId xmlns:a16="http://schemas.microsoft.com/office/drawing/2014/main" id="{2353265A-E1B5-EF43-C130-CDE85E1CA262}"/>
                </a:ext>
              </a:extLst>
            </p:cNvPr>
            <p:cNvSpPr/>
            <p:nvPr/>
          </p:nvSpPr>
          <p:spPr>
            <a:xfrm>
              <a:off x="4583864" y="2962952"/>
              <a:ext cx="534651" cy="104077"/>
            </a:xfrm>
            <a:custGeom>
              <a:avLst/>
              <a:gdLst/>
              <a:ahLst/>
              <a:cxnLst/>
              <a:rect l="l" t="t" r="r" b="b"/>
              <a:pathLst>
                <a:path w="11841" h="2305" extrusionOk="0">
                  <a:moveTo>
                    <a:pt x="1155" y="0"/>
                  </a:moveTo>
                  <a:lnTo>
                    <a:pt x="0" y="2304"/>
                  </a:lnTo>
                  <a:lnTo>
                    <a:pt x="11410" y="2304"/>
                  </a:lnTo>
                  <a:lnTo>
                    <a:pt x="11840" y="1153"/>
                  </a:lnTo>
                  <a:lnTo>
                    <a:pt x="11410" y="0"/>
                  </a:lnTo>
                  <a:close/>
                </a:path>
              </a:pathLst>
            </a:custGeom>
            <a:solidFill>
              <a:srgbClr val="D7DF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9037;p127">
              <a:extLst>
                <a:ext uri="{FF2B5EF4-FFF2-40B4-BE49-F238E27FC236}">
                  <a16:creationId xmlns:a16="http://schemas.microsoft.com/office/drawing/2014/main" id="{648B57E2-1586-07B1-1D7A-21F688EFC75E}"/>
                </a:ext>
              </a:extLst>
            </p:cNvPr>
            <p:cNvSpPr/>
            <p:nvPr/>
          </p:nvSpPr>
          <p:spPr>
            <a:xfrm>
              <a:off x="4411970" y="2963088"/>
              <a:ext cx="124124" cy="104077"/>
            </a:xfrm>
            <a:custGeom>
              <a:avLst/>
              <a:gdLst/>
              <a:ahLst/>
              <a:cxnLst/>
              <a:rect l="l" t="t" r="r" b="b"/>
              <a:pathLst>
                <a:path w="2749" h="2305" extrusionOk="0">
                  <a:moveTo>
                    <a:pt x="2749" y="0"/>
                  </a:moveTo>
                  <a:lnTo>
                    <a:pt x="177" y="2"/>
                  </a:lnTo>
                  <a:cubicBezTo>
                    <a:pt x="79" y="2"/>
                    <a:pt x="1" y="79"/>
                    <a:pt x="1" y="176"/>
                  </a:cubicBezTo>
                  <a:lnTo>
                    <a:pt x="1" y="2130"/>
                  </a:lnTo>
                  <a:cubicBezTo>
                    <a:pt x="1" y="2226"/>
                    <a:pt x="79" y="2305"/>
                    <a:pt x="177" y="2305"/>
                  </a:cubicBezTo>
                  <a:lnTo>
                    <a:pt x="1522" y="2305"/>
                  </a:lnTo>
                  <a:lnTo>
                    <a:pt x="2749" y="0"/>
                  </a:lnTo>
                  <a:close/>
                </a:path>
              </a:pathLst>
            </a:custGeom>
            <a:solidFill>
              <a:srgbClr val="CCD6D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9038;p127">
              <a:extLst>
                <a:ext uri="{FF2B5EF4-FFF2-40B4-BE49-F238E27FC236}">
                  <a16:creationId xmlns:a16="http://schemas.microsoft.com/office/drawing/2014/main" id="{3C2F2A33-F777-E1A7-67D1-71E77491DF40}"/>
                </a:ext>
              </a:extLst>
            </p:cNvPr>
            <p:cNvSpPr/>
            <p:nvPr/>
          </p:nvSpPr>
          <p:spPr>
            <a:xfrm>
              <a:off x="4496946" y="2963133"/>
              <a:ext cx="79920" cy="104031"/>
            </a:xfrm>
            <a:custGeom>
              <a:avLst/>
              <a:gdLst/>
              <a:ahLst/>
              <a:cxnLst/>
              <a:rect l="l" t="t" r="r" b="b"/>
              <a:pathLst>
                <a:path w="1770" h="2304" extrusionOk="0">
                  <a:moveTo>
                    <a:pt x="1227" y="1"/>
                  </a:moveTo>
                  <a:lnTo>
                    <a:pt x="0" y="2304"/>
                  </a:lnTo>
                  <a:lnTo>
                    <a:pt x="542" y="2304"/>
                  </a:lnTo>
                  <a:lnTo>
                    <a:pt x="1770" y="1"/>
                  </a:lnTo>
                  <a:close/>
                </a:path>
              </a:pathLst>
            </a:custGeom>
            <a:solidFill>
              <a:srgbClr val="D7DF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9039;p127">
              <a:extLst>
                <a:ext uri="{FF2B5EF4-FFF2-40B4-BE49-F238E27FC236}">
                  <a16:creationId xmlns:a16="http://schemas.microsoft.com/office/drawing/2014/main" id="{ADBF0924-E359-0992-8B76-DB55F73AB044}"/>
                </a:ext>
              </a:extLst>
            </p:cNvPr>
            <p:cNvSpPr/>
            <p:nvPr/>
          </p:nvSpPr>
          <p:spPr>
            <a:xfrm>
              <a:off x="4537628" y="2963133"/>
              <a:ext cx="79965" cy="104031"/>
            </a:xfrm>
            <a:custGeom>
              <a:avLst/>
              <a:gdLst/>
              <a:ahLst/>
              <a:cxnLst/>
              <a:rect l="l" t="t" r="r" b="b"/>
              <a:pathLst>
                <a:path w="1771" h="2304" extrusionOk="0">
                  <a:moveTo>
                    <a:pt x="1229" y="1"/>
                  </a:moveTo>
                  <a:lnTo>
                    <a:pt x="1" y="2304"/>
                  </a:lnTo>
                  <a:lnTo>
                    <a:pt x="544" y="2304"/>
                  </a:lnTo>
                  <a:lnTo>
                    <a:pt x="1770" y="1"/>
                  </a:lnTo>
                  <a:close/>
                </a:path>
              </a:pathLst>
            </a:custGeom>
            <a:solidFill>
              <a:srgbClr val="E0E7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4" name="Google Shape;9040;p127">
            <a:extLst>
              <a:ext uri="{FF2B5EF4-FFF2-40B4-BE49-F238E27FC236}">
                <a16:creationId xmlns:a16="http://schemas.microsoft.com/office/drawing/2014/main" id="{62E462D1-19EA-575C-15AB-2FEED9272146}"/>
              </a:ext>
            </a:extLst>
          </p:cNvPr>
          <p:cNvGrpSpPr/>
          <p:nvPr/>
        </p:nvGrpSpPr>
        <p:grpSpPr>
          <a:xfrm>
            <a:off x="3245367" y="4221026"/>
            <a:ext cx="1065305" cy="320839"/>
            <a:chOff x="4411970" y="2726085"/>
            <a:chExt cx="643107" cy="193659"/>
          </a:xfrm>
        </p:grpSpPr>
        <p:sp>
          <p:nvSpPr>
            <p:cNvPr id="835" name="Google Shape;9041;p127">
              <a:extLst>
                <a:ext uri="{FF2B5EF4-FFF2-40B4-BE49-F238E27FC236}">
                  <a16:creationId xmlns:a16="http://schemas.microsoft.com/office/drawing/2014/main" id="{9D960539-973C-749B-B6F4-7A67DE79B72F}"/>
                </a:ext>
              </a:extLst>
            </p:cNvPr>
            <p:cNvSpPr/>
            <p:nvPr/>
          </p:nvSpPr>
          <p:spPr>
            <a:xfrm>
              <a:off x="4411970" y="2726085"/>
              <a:ext cx="118796" cy="193659"/>
            </a:xfrm>
            <a:custGeom>
              <a:avLst/>
              <a:gdLst/>
              <a:ahLst/>
              <a:cxnLst/>
              <a:rect l="l" t="t" r="r" b="b"/>
              <a:pathLst>
                <a:path w="2631" h="4289" extrusionOk="0">
                  <a:moveTo>
                    <a:pt x="450" y="0"/>
                  </a:moveTo>
                  <a:cubicBezTo>
                    <a:pt x="357" y="0"/>
                    <a:pt x="264" y="35"/>
                    <a:pt x="193" y="106"/>
                  </a:cubicBezTo>
                  <a:lnTo>
                    <a:pt x="1" y="298"/>
                  </a:lnTo>
                  <a:lnTo>
                    <a:pt x="1591" y="1886"/>
                  </a:lnTo>
                  <a:cubicBezTo>
                    <a:pt x="1732" y="2029"/>
                    <a:pt x="1732" y="2258"/>
                    <a:pt x="1591" y="2401"/>
                  </a:cubicBezTo>
                  <a:lnTo>
                    <a:pt x="1" y="3991"/>
                  </a:lnTo>
                  <a:lnTo>
                    <a:pt x="193" y="4183"/>
                  </a:lnTo>
                  <a:cubicBezTo>
                    <a:pt x="264" y="4253"/>
                    <a:pt x="357" y="4288"/>
                    <a:pt x="450" y="4288"/>
                  </a:cubicBezTo>
                  <a:cubicBezTo>
                    <a:pt x="543" y="4288"/>
                    <a:pt x="636" y="4253"/>
                    <a:pt x="707" y="4183"/>
                  </a:cubicBezTo>
                  <a:lnTo>
                    <a:pt x="2488" y="2401"/>
                  </a:lnTo>
                  <a:cubicBezTo>
                    <a:pt x="2630" y="2260"/>
                    <a:pt x="2630" y="2029"/>
                    <a:pt x="2488" y="1888"/>
                  </a:cubicBezTo>
                  <a:lnTo>
                    <a:pt x="707" y="106"/>
                  </a:lnTo>
                  <a:cubicBezTo>
                    <a:pt x="636" y="35"/>
                    <a:pt x="543" y="0"/>
                    <a:pt x="450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9042;p127">
              <a:extLst>
                <a:ext uri="{FF2B5EF4-FFF2-40B4-BE49-F238E27FC236}">
                  <a16:creationId xmlns:a16="http://schemas.microsoft.com/office/drawing/2014/main" id="{5C0EA995-91B8-0915-FA34-350CFC0DE6FC}"/>
                </a:ext>
              </a:extLst>
            </p:cNvPr>
            <p:cNvSpPr/>
            <p:nvPr/>
          </p:nvSpPr>
          <p:spPr>
            <a:xfrm>
              <a:off x="4426058" y="2791601"/>
              <a:ext cx="36167" cy="62627"/>
            </a:xfrm>
            <a:custGeom>
              <a:avLst/>
              <a:gdLst/>
              <a:ahLst/>
              <a:cxnLst/>
              <a:rect l="l" t="t" r="r" b="b"/>
              <a:pathLst>
                <a:path w="801" h="1387" extrusionOk="0">
                  <a:moveTo>
                    <a:pt x="176" y="0"/>
                  </a:moveTo>
                  <a:cubicBezTo>
                    <a:pt x="87" y="0"/>
                    <a:pt x="1" y="69"/>
                    <a:pt x="1" y="173"/>
                  </a:cubicBezTo>
                  <a:lnTo>
                    <a:pt x="1" y="1214"/>
                  </a:lnTo>
                  <a:cubicBezTo>
                    <a:pt x="1" y="1318"/>
                    <a:pt x="87" y="1386"/>
                    <a:pt x="176" y="1386"/>
                  </a:cubicBezTo>
                  <a:cubicBezTo>
                    <a:pt x="218" y="1386"/>
                    <a:pt x="262" y="1371"/>
                    <a:pt x="297" y="1335"/>
                  </a:cubicBezTo>
                  <a:lnTo>
                    <a:pt x="627" y="1006"/>
                  </a:lnTo>
                  <a:cubicBezTo>
                    <a:pt x="800" y="834"/>
                    <a:pt x="800" y="554"/>
                    <a:pt x="627" y="381"/>
                  </a:cubicBezTo>
                  <a:lnTo>
                    <a:pt x="297" y="51"/>
                  </a:lnTo>
                  <a:cubicBezTo>
                    <a:pt x="262" y="16"/>
                    <a:pt x="218" y="0"/>
                    <a:pt x="176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9043;p127">
              <a:extLst>
                <a:ext uri="{FF2B5EF4-FFF2-40B4-BE49-F238E27FC236}">
                  <a16:creationId xmlns:a16="http://schemas.microsoft.com/office/drawing/2014/main" id="{F85646A7-AD41-944B-8BA4-FC828D29CBD9}"/>
                </a:ext>
              </a:extLst>
            </p:cNvPr>
            <p:cNvSpPr/>
            <p:nvPr/>
          </p:nvSpPr>
          <p:spPr>
            <a:xfrm>
              <a:off x="4456806" y="2743875"/>
              <a:ext cx="598271" cy="157989"/>
            </a:xfrm>
            <a:custGeom>
              <a:avLst/>
              <a:gdLst/>
              <a:ahLst/>
              <a:cxnLst/>
              <a:rect l="l" t="t" r="r" b="b"/>
              <a:pathLst>
                <a:path w="13250" h="3499" extrusionOk="0">
                  <a:moveTo>
                    <a:pt x="1" y="0"/>
                  </a:moveTo>
                  <a:lnTo>
                    <a:pt x="1495" y="1494"/>
                  </a:lnTo>
                  <a:cubicBezTo>
                    <a:pt x="1635" y="1635"/>
                    <a:pt x="1635" y="1866"/>
                    <a:pt x="1495" y="2007"/>
                  </a:cubicBezTo>
                  <a:lnTo>
                    <a:pt x="2" y="3499"/>
                  </a:lnTo>
                  <a:lnTo>
                    <a:pt x="11527" y="3499"/>
                  </a:lnTo>
                  <a:lnTo>
                    <a:pt x="13250" y="1750"/>
                  </a:lnTo>
                  <a:lnTo>
                    <a:pt x="11527" y="0"/>
                  </a:lnTo>
                  <a:close/>
                </a:path>
              </a:pathLst>
            </a:custGeom>
            <a:solidFill>
              <a:srgbClr val="3760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838" name="Google Shape;9044;p127">
            <a:extLst>
              <a:ext uri="{FF2B5EF4-FFF2-40B4-BE49-F238E27FC236}">
                <a16:creationId xmlns:a16="http://schemas.microsoft.com/office/drawing/2014/main" id="{329C03DD-4BF9-899D-6BF0-119703E07EB7}"/>
              </a:ext>
            </a:extLst>
          </p:cNvPr>
          <p:cNvGrpSpPr/>
          <p:nvPr/>
        </p:nvGrpSpPr>
        <p:grpSpPr>
          <a:xfrm>
            <a:off x="2139065" y="4516277"/>
            <a:ext cx="924414" cy="287595"/>
            <a:chOff x="4411970" y="4340222"/>
            <a:chExt cx="779467" cy="242683"/>
          </a:xfrm>
        </p:grpSpPr>
        <p:sp>
          <p:nvSpPr>
            <p:cNvPr id="839" name="Google Shape;9045;p127">
              <a:extLst>
                <a:ext uri="{FF2B5EF4-FFF2-40B4-BE49-F238E27FC236}">
                  <a16:creationId xmlns:a16="http://schemas.microsoft.com/office/drawing/2014/main" id="{FBA0881C-CC44-78DE-0A4E-698306636BF8}"/>
                </a:ext>
              </a:extLst>
            </p:cNvPr>
            <p:cNvSpPr/>
            <p:nvPr/>
          </p:nvSpPr>
          <p:spPr>
            <a:xfrm>
              <a:off x="4411970" y="4340222"/>
              <a:ext cx="121370" cy="121370"/>
            </a:xfrm>
            <a:custGeom>
              <a:avLst/>
              <a:gdLst/>
              <a:ahLst/>
              <a:cxnLst/>
              <a:rect l="l" t="t" r="r" b="b"/>
              <a:pathLst>
                <a:path w="2688" h="2688" extrusionOk="0">
                  <a:moveTo>
                    <a:pt x="2688" y="1"/>
                  </a:moveTo>
                  <a:cubicBezTo>
                    <a:pt x="1205" y="1"/>
                    <a:pt x="1" y="1203"/>
                    <a:pt x="1" y="2688"/>
                  </a:cubicBezTo>
                  <a:lnTo>
                    <a:pt x="379" y="2688"/>
                  </a:lnTo>
                  <a:cubicBezTo>
                    <a:pt x="379" y="1411"/>
                    <a:pt x="1413" y="379"/>
                    <a:pt x="2688" y="379"/>
                  </a:cubicBezTo>
                  <a:lnTo>
                    <a:pt x="2688" y="1"/>
                  </a:ln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9046;p127">
              <a:extLst>
                <a:ext uri="{FF2B5EF4-FFF2-40B4-BE49-F238E27FC236}">
                  <a16:creationId xmlns:a16="http://schemas.microsoft.com/office/drawing/2014/main" id="{A5EB849E-2499-2218-F952-A88EA633D245}"/>
                </a:ext>
              </a:extLst>
            </p:cNvPr>
            <p:cNvSpPr/>
            <p:nvPr/>
          </p:nvSpPr>
          <p:spPr>
            <a:xfrm>
              <a:off x="4457032" y="4385284"/>
              <a:ext cx="152661" cy="152615"/>
            </a:xfrm>
            <a:custGeom>
              <a:avLst/>
              <a:gdLst/>
              <a:ahLst/>
              <a:cxnLst/>
              <a:rect l="l" t="t" r="r" b="b"/>
              <a:pathLst>
                <a:path w="3381" h="3380" extrusionOk="0">
                  <a:moveTo>
                    <a:pt x="1690" y="0"/>
                  </a:moveTo>
                  <a:cubicBezTo>
                    <a:pt x="756" y="0"/>
                    <a:pt x="0" y="756"/>
                    <a:pt x="0" y="1690"/>
                  </a:cubicBezTo>
                  <a:cubicBezTo>
                    <a:pt x="0" y="2623"/>
                    <a:pt x="756" y="3379"/>
                    <a:pt x="1690" y="3379"/>
                  </a:cubicBezTo>
                  <a:cubicBezTo>
                    <a:pt x="2623" y="3379"/>
                    <a:pt x="3381" y="2623"/>
                    <a:pt x="3381" y="1690"/>
                  </a:cubicBezTo>
                  <a:cubicBezTo>
                    <a:pt x="3381" y="756"/>
                    <a:pt x="2623" y="0"/>
                    <a:pt x="1690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9047;p127">
              <a:extLst>
                <a:ext uri="{FF2B5EF4-FFF2-40B4-BE49-F238E27FC236}">
                  <a16:creationId xmlns:a16="http://schemas.microsoft.com/office/drawing/2014/main" id="{09E9B4B1-A2C3-7187-82E5-C51F07562D66}"/>
                </a:ext>
              </a:extLst>
            </p:cNvPr>
            <p:cNvSpPr/>
            <p:nvPr/>
          </p:nvSpPr>
          <p:spPr>
            <a:xfrm>
              <a:off x="4533392" y="4383749"/>
              <a:ext cx="658046" cy="199155"/>
            </a:xfrm>
            <a:custGeom>
              <a:avLst/>
              <a:gdLst/>
              <a:ahLst/>
              <a:cxnLst/>
              <a:rect l="l" t="t" r="r" b="b"/>
              <a:pathLst>
                <a:path w="16511" h="4997" extrusionOk="0">
                  <a:moveTo>
                    <a:pt x="4619" y="1"/>
                  </a:moveTo>
                  <a:cubicBezTo>
                    <a:pt x="3342" y="1"/>
                    <a:pt x="2309" y="1035"/>
                    <a:pt x="2309" y="2310"/>
                  </a:cubicBezTo>
                  <a:cubicBezTo>
                    <a:pt x="2309" y="3586"/>
                    <a:pt x="1275" y="4619"/>
                    <a:pt x="0" y="4619"/>
                  </a:cubicBezTo>
                  <a:lnTo>
                    <a:pt x="0" y="4997"/>
                  </a:lnTo>
                  <a:cubicBezTo>
                    <a:pt x="482" y="4997"/>
                    <a:pt x="958" y="4867"/>
                    <a:pt x="1373" y="4619"/>
                  </a:cubicBezTo>
                  <a:lnTo>
                    <a:pt x="14185" y="4619"/>
                  </a:lnTo>
                  <a:cubicBezTo>
                    <a:pt x="15472" y="4619"/>
                    <a:pt x="16510" y="3567"/>
                    <a:pt x="16494" y="2279"/>
                  </a:cubicBezTo>
                  <a:cubicBezTo>
                    <a:pt x="16478" y="1006"/>
                    <a:pt x="15399" y="1"/>
                    <a:pt x="14126" y="1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842" name="Google Shape;9048;p127">
            <a:extLst>
              <a:ext uri="{FF2B5EF4-FFF2-40B4-BE49-F238E27FC236}">
                <a16:creationId xmlns:a16="http://schemas.microsoft.com/office/drawing/2014/main" id="{CC2C0573-2FA9-849E-51A2-E6527B6B092A}"/>
              </a:ext>
            </a:extLst>
          </p:cNvPr>
          <p:cNvGrpSpPr/>
          <p:nvPr/>
        </p:nvGrpSpPr>
        <p:grpSpPr>
          <a:xfrm>
            <a:off x="3245367" y="3845852"/>
            <a:ext cx="1070855" cy="239909"/>
            <a:chOff x="4411970" y="2468674"/>
            <a:chExt cx="747317" cy="167425"/>
          </a:xfrm>
        </p:grpSpPr>
        <p:sp>
          <p:nvSpPr>
            <p:cNvPr id="843" name="Google Shape;9049;p127">
              <a:extLst>
                <a:ext uri="{FF2B5EF4-FFF2-40B4-BE49-F238E27FC236}">
                  <a16:creationId xmlns:a16="http://schemas.microsoft.com/office/drawing/2014/main" id="{3DBF6DC6-ABAF-2BF1-0970-EEBFDF875A14}"/>
                </a:ext>
              </a:extLst>
            </p:cNvPr>
            <p:cNvSpPr/>
            <p:nvPr/>
          </p:nvSpPr>
          <p:spPr>
            <a:xfrm>
              <a:off x="4411970" y="2468674"/>
              <a:ext cx="216235" cy="167425"/>
            </a:xfrm>
            <a:custGeom>
              <a:avLst/>
              <a:gdLst/>
              <a:ahLst/>
              <a:cxnLst/>
              <a:rect l="l" t="t" r="r" b="b"/>
              <a:pathLst>
                <a:path w="4789" h="3708" extrusionOk="0">
                  <a:moveTo>
                    <a:pt x="1" y="0"/>
                  </a:moveTo>
                  <a:lnTo>
                    <a:pt x="1" y="3707"/>
                  </a:lnTo>
                  <a:lnTo>
                    <a:pt x="3381" y="3707"/>
                  </a:lnTo>
                  <a:lnTo>
                    <a:pt x="4789" y="1853"/>
                  </a:lnTo>
                  <a:lnTo>
                    <a:pt x="3381" y="0"/>
                  </a:ln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9050;p127">
              <a:extLst>
                <a:ext uri="{FF2B5EF4-FFF2-40B4-BE49-F238E27FC236}">
                  <a16:creationId xmlns:a16="http://schemas.microsoft.com/office/drawing/2014/main" id="{4715902B-DA91-3F39-DFE9-4362FAD0AD2C}"/>
                </a:ext>
              </a:extLst>
            </p:cNvPr>
            <p:cNvSpPr/>
            <p:nvPr/>
          </p:nvSpPr>
          <p:spPr>
            <a:xfrm>
              <a:off x="4564629" y="2468674"/>
              <a:ext cx="594658" cy="167425"/>
            </a:xfrm>
            <a:custGeom>
              <a:avLst/>
              <a:gdLst/>
              <a:ahLst/>
              <a:cxnLst/>
              <a:rect l="l" t="t" r="r" b="b"/>
              <a:pathLst>
                <a:path w="13170" h="3708" extrusionOk="0">
                  <a:moveTo>
                    <a:pt x="0" y="0"/>
                  </a:moveTo>
                  <a:lnTo>
                    <a:pt x="1408" y="1853"/>
                  </a:lnTo>
                  <a:lnTo>
                    <a:pt x="0" y="3707"/>
                  </a:lnTo>
                  <a:lnTo>
                    <a:pt x="13169" y="3707"/>
                  </a:lnTo>
                  <a:lnTo>
                    <a:pt x="13169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845" name="Google Shape;9051;p127">
            <a:extLst>
              <a:ext uri="{FF2B5EF4-FFF2-40B4-BE49-F238E27FC236}">
                <a16:creationId xmlns:a16="http://schemas.microsoft.com/office/drawing/2014/main" id="{ECBB3FB4-2921-CC5B-77CB-BE340E7B9718}"/>
              </a:ext>
            </a:extLst>
          </p:cNvPr>
          <p:cNvGrpSpPr/>
          <p:nvPr/>
        </p:nvGrpSpPr>
        <p:grpSpPr>
          <a:xfrm>
            <a:off x="2134466" y="3740134"/>
            <a:ext cx="899204" cy="354098"/>
            <a:chOff x="4411970" y="3686602"/>
            <a:chExt cx="797845" cy="314215"/>
          </a:xfrm>
        </p:grpSpPr>
        <p:sp>
          <p:nvSpPr>
            <p:cNvPr id="846" name="Google Shape;9052;p127">
              <a:extLst>
                <a:ext uri="{FF2B5EF4-FFF2-40B4-BE49-F238E27FC236}">
                  <a16:creationId xmlns:a16="http://schemas.microsoft.com/office/drawing/2014/main" id="{E33DFD62-1A17-F567-9DA0-81891C97868F}"/>
                </a:ext>
              </a:extLst>
            </p:cNvPr>
            <p:cNvSpPr/>
            <p:nvPr/>
          </p:nvSpPr>
          <p:spPr>
            <a:xfrm>
              <a:off x="4411970" y="3780383"/>
              <a:ext cx="797845" cy="220435"/>
            </a:xfrm>
            <a:custGeom>
              <a:avLst/>
              <a:gdLst/>
              <a:ahLst/>
              <a:cxnLst/>
              <a:rect l="l" t="t" r="r" b="b"/>
              <a:pathLst>
                <a:path w="17670" h="4882" extrusionOk="0">
                  <a:moveTo>
                    <a:pt x="356" y="1"/>
                  </a:moveTo>
                  <a:cubicBezTo>
                    <a:pt x="159" y="1"/>
                    <a:pt x="1" y="161"/>
                    <a:pt x="1" y="356"/>
                  </a:cubicBezTo>
                  <a:lnTo>
                    <a:pt x="1" y="4881"/>
                  </a:lnTo>
                  <a:lnTo>
                    <a:pt x="17316" y="4881"/>
                  </a:lnTo>
                  <a:cubicBezTo>
                    <a:pt x="17511" y="4881"/>
                    <a:pt x="17670" y="4723"/>
                    <a:pt x="17670" y="4528"/>
                  </a:cubicBezTo>
                  <a:lnTo>
                    <a:pt x="17670" y="1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47" name="Google Shape;9053;p127">
              <a:extLst>
                <a:ext uri="{FF2B5EF4-FFF2-40B4-BE49-F238E27FC236}">
                  <a16:creationId xmlns:a16="http://schemas.microsoft.com/office/drawing/2014/main" id="{7A40182E-E2ED-1652-4FF5-A6C3B2CFDFBD}"/>
                </a:ext>
              </a:extLst>
            </p:cNvPr>
            <p:cNvSpPr/>
            <p:nvPr/>
          </p:nvSpPr>
          <p:spPr>
            <a:xfrm>
              <a:off x="4411970" y="3940447"/>
              <a:ext cx="60414" cy="60369"/>
            </a:xfrm>
            <a:custGeom>
              <a:avLst/>
              <a:gdLst/>
              <a:ahLst/>
              <a:cxnLst/>
              <a:rect l="l" t="t" r="r" b="b"/>
              <a:pathLst>
                <a:path w="1338" h="1337" extrusionOk="0">
                  <a:moveTo>
                    <a:pt x="1" y="1"/>
                  </a:moveTo>
                  <a:lnTo>
                    <a:pt x="1" y="1336"/>
                  </a:lnTo>
                  <a:lnTo>
                    <a:pt x="1338" y="133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9054;p127">
              <a:extLst>
                <a:ext uri="{FF2B5EF4-FFF2-40B4-BE49-F238E27FC236}">
                  <a16:creationId xmlns:a16="http://schemas.microsoft.com/office/drawing/2014/main" id="{856F87CD-1BEA-B428-9675-2E821FF1A6A0}"/>
                </a:ext>
              </a:extLst>
            </p:cNvPr>
            <p:cNvSpPr/>
            <p:nvPr/>
          </p:nvSpPr>
          <p:spPr>
            <a:xfrm>
              <a:off x="4411970" y="3686602"/>
              <a:ext cx="228743" cy="228743"/>
            </a:xfrm>
            <a:custGeom>
              <a:avLst/>
              <a:gdLst/>
              <a:ahLst/>
              <a:cxnLst/>
              <a:rect l="l" t="t" r="r" b="b"/>
              <a:pathLst>
                <a:path w="5066" h="5066" extrusionOk="0">
                  <a:moveTo>
                    <a:pt x="2534" y="1"/>
                  </a:moveTo>
                  <a:cubicBezTo>
                    <a:pt x="1134" y="1"/>
                    <a:pt x="1" y="1134"/>
                    <a:pt x="1" y="2534"/>
                  </a:cubicBezTo>
                  <a:cubicBezTo>
                    <a:pt x="1" y="3932"/>
                    <a:pt x="1134" y="5066"/>
                    <a:pt x="2534" y="5066"/>
                  </a:cubicBezTo>
                  <a:cubicBezTo>
                    <a:pt x="3932" y="5066"/>
                    <a:pt x="5066" y="3932"/>
                    <a:pt x="5066" y="2534"/>
                  </a:cubicBezTo>
                  <a:cubicBezTo>
                    <a:pt x="5066" y="1134"/>
                    <a:pt x="3932" y="1"/>
                    <a:pt x="2534" y="1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49" name="Google Shape;9055;p127">
              <a:extLst>
                <a:ext uri="{FF2B5EF4-FFF2-40B4-BE49-F238E27FC236}">
                  <a16:creationId xmlns:a16="http://schemas.microsoft.com/office/drawing/2014/main" id="{5D0910EA-28B1-D6A9-D223-65F33FDBA4D4}"/>
                </a:ext>
              </a:extLst>
            </p:cNvPr>
            <p:cNvSpPr/>
            <p:nvPr/>
          </p:nvSpPr>
          <p:spPr>
            <a:xfrm>
              <a:off x="4442628" y="3717261"/>
              <a:ext cx="167425" cy="167425"/>
            </a:xfrm>
            <a:custGeom>
              <a:avLst/>
              <a:gdLst/>
              <a:ahLst/>
              <a:cxnLst/>
              <a:rect l="l" t="t" r="r" b="b"/>
              <a:pathLst>
                <a:path w="3708" h="3708" extrusionOk="0">
                  <a:moveTo>
                    <a:pt x="3708" y="1855"/>
                  </a:moveTo>
                  <a:cubicBezTo>
                    <a:pt x="3708" y="2878"/>
                    <a:pt x="2878" y="3708"/>
                    <a:pt x="1855" y="3708"/>
                  </a:cubicBezTo>
                  <a:cubicBezTo>
                    <a:pt x="832" y="3708"/>
                    <a:pt x="1" y="2878"/>
                    <a:pt x="1" y="1855"/>
                  </a:cubicBezTo>
                  <a:cubicBezTo>
                    <a:pt x="1" y="830"/>
                    <a:pt x="832" y="1"/>
                    <a:pt x="1855" y="1"/>
                  </a:cubicBezTo>
                  <a:cubicBezTo>
                    <a:pt x="2878" y="1"/>
                    <a:pt x="3708" y="830"/>
                    <a:pt x="3708" y="1855"/>
                  </a:cubicBezTo>
                  <a:close/>
                </a:path>
              </a:pathLst>
            </a:custGeom>
            <a:solidFill>
              <a:srgbClr val="222D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9056;p127">
              <a:extLst>
                <a:ext uri="{FF2B5EF4-FFF2-40B4-BE49-F238E27FC236}">
                  <a16:creationId xmlns:a16="http://schemas.microsoft.com/office/drawing/2014/main" id="{1CEE6494-F70D-9511-B8D9-8AA7ABF7E977}"/>
                </a:ext>
              </a:extLst>
            </p:cNvPr>
            <p:cNvSpPr/>
            <p:nvPr/>
          </p:nvSpPr>
          <p:spPr>
            <a:xfrm>
              <a:off x="4455090" y="3729723"/>
              <a:ext cx="142546" cy="142546"/>
            </a:xfrm>
            <a:custGeom>
              <a:avLst/>
              <a:gdLst/>
              <a:ahLst/>
              <a:cxnLst/>
              <a:rect l="l" t="t" r="r" b="b"/>
              <a:pathLst>
                <a:path w="3157" h="3157" extrusionOk="0">
                  <a:moveTo>
                    <a:pt x="1579" y="0"/>
                  </a:moveTo>
                  <a:cubicBezTo>
                    <a:pt x="706" y="0"/>
                    <a:pt x="0" y="706"/>
                    <a:pt x="0" y="1579"/>
                  </a:cubicBezTo>
                  <a:cubicBezTo>
                    <a:pt x="0" y="2450"/>
                    <a:pt x="706" y="3156"/>
                    <a:pt x="1579" y="3156"/>
                  </a:cubicBezTo>
                  <a:cubicBezTo>
                    <a:pt x="2450" y="3156"/>
                    <a:pt x="3156" y="2450"/>
                    <a:pt x="3156" y="1579"/>
                  </a:cubicBezTo>
                  <a:cubicBezTo>
                    <a:pt x="3156" y="706"/>
                    <a:pt x="2450" y="0"/>
                    <a:pt x="1579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51" name="Google Shape;9057;p127">
            <a:extLst>
              <a:ext uri="{FF2B5EF4-FFF2-40B4-BE49-F238E27FC236}">
                <a16:creationId xmlns:a16="http://schemas.microsoft.com/office/drawing/2014/main" id="{CD12F882-E954-9DD9-59D5-5ACB18B9B93E}"/>
              </a:ext>
            </a:extLst>
          </p:cNvPr>
          <p:cNvSpPr/>
          <p:nvPr/>
        </p:nvSpPr>
        <p:spPr>
          <a:xfrm>
            <a:off x="2126532" y="4193466"/>
            <a:ext cx="912622" cy="217279"/>
          </a:xfrm>
          <a:custGeom>
            <a:avLst/>
            <a:gdLst/>
            <a:ahLst/>
            <a:cxnLst/>
            <a:rect l="l" t="t" r="r" b="b"/>
            <a:pathLst>
              <a:path w="17936" h="4270" extrusionOk="0">
                <a:moveTo>
                  <a:pt x="2303" y="1110"/>
                </a:moveTo>
                <a:cubicBezTo>
                  <a:pt x="2883" y="1110"/>
                  <a:pt x="3355" y="1569"/>
                  <a:pt x="3355" y="2135"/>
                </a:cubicBezTo>
                <a:cubicBezTo>
                  <a:pt x="3353" y="2716"/>
                  <a:pt x="2883" y="3187"/>
                  <a:pt x="2303" y="3187"/>
                </a:cubicBezTo>
                <a:cubicBezTo>
                  <a:pt x="1722" y="3187"/>
                  <a:pt x="1251" y="2716"/>
                  <a:pt x="1251" y="2135"/>
                </a:cubicBezTo>
                <a:cubicBezTo>
                  <a:pt x="1251" y="1569"/>
                  <a:pt x="1722" y="1110"/>
                  <a:pt x="2303" y="1110"/>
                </a:cubicBezTo>
                <a:close/>
                <a:moveTo>
                  <a:pt x="2304" y="0"/>
                </a:moveTo>
                <a:cubicBezTo>
                  <a:pt x="1748" y="0"/>
                  <a:pt x="1201" y="218"/>
                  <a:pt x="793" y="626"/>
                </a:cubicBezTo>
                <a:cubicBezTo>
                  <a:pt x="183" y="1236"/>
                  <a:pt x="0" y="2154"/>
                  <a:pt x="330" y="2951"/>
                </a:cubicBezTo>
                <a:cubicBezTo>
                  <a:pt x="662" y="3749"/>
                  <a:pt x="1438" y="4269"/>
                  <a:pt x="2303" y="4269"/>
                </a:cubicBezTo>
                <a:cubicBezTo>
                  <a:pt x="3481" y="4269"/>
                  <a:pt x="4436" y="3313"/>
                  <a:pt x="4436" y="2135"/>
                </a:cubicBezTo>
                <a:lnTo>
                  <a:pt x="4436" y="3254"/>
                </a:lnTo>
                <a:cubicBezTo>
                  <a:pt x="4436" y="3814"/>
                  <a:pt x="4891" y="4269"/>
                  <a:pt x="5451" y="4269"/>
                </a:cubicBezTo>
                <a:lnTo>
                  <a:pt x="17600" y="4269"/>
                </a:lnTo>
                <a:cubicBezTo>
                  <a:pt x="17785" y="4269"/>
                  <a:pt x="17935" y="4119"/>
                  <a:pt x="17935" y="3936"/>
                </a:cubicBezTo>
                <a:lnTo>
                  <a:pt x="17935" y="333"/>
                </a:lnTo>
                <a:cubicBezTo>
                  <a:pt x="17934" y="149"/>
                  <a:pt x="17785" y="0"/>
                  <a:pt x="17602" y="0"/>
                </a:cubicBezTo>
                <a:lnTo>
                  <a:pt x="5451" y="0"/>
                </a:lnTo>
                <a:cubicBezTo>
                  <a:pt x="4891" y="0"/>
                  <a:pt x="4437" y="453"/>
                  <a:pt x="4437" y="1014"/>
                </a:cubicBezTo>
                <a:lnTo>
                  <a:pt x="4437" y="2133"/>
                </a:lnTo>
                <a:cubicBezTo>
                  <a:pt x="4436" y="1270"/>
                  <a:pt x="3915" y="492"/>
                  <a:pt x="3118" y="162"/>
                </a:cubicBezTo>
                <a:cubicBezTo>
                  <a:pt x="2855" y="53"/>
                  <a:pt x="2578" y="0"/>
                  <a:pt x="2304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2" name="Google Shape;9058;p127">
            <a:extLst>
              <a:ext uri="{FF2B5EF4-FFF2-40B4-BE49-F238E27FC236}">
                <a16:creationId xmlns:a16="http://schemas.microsoft.com/office/drawing/2014/main" id="{F32BF8CB-535F-3277-DDB7-83825BAD332B}"/>
              </a:ext>
            </a:extLst>
          </p:cNvPr>
          <p:cNvGrpSpPr/>
          <p:nvPr/>
        </p:nvGrpSpPr>
        <p:grpSpPr>
          <a:xfrm>
            <a:off x="2134574" y="3467776"/>
            <a:ext cx="2186105" cy="231648"/>
            <a:chOff x="6336019" y="3733725"/>
            <a:chExt cx="2566206" cy="351310"/>
          </a:xfrm>
        </p:grpSpPr>
        <p:sp>
          <p:nvSpPr>
            <p:cNvPr id="853" name="Google Shape;9059;p127">
              <a:extLst>
                <a:ext uri="{FF2B5EF4-FFF2-40B4-BE49-F238E27FC236}">
                  <a16:creationId xmlns:a16="http://schemas.microsoft.com/office/drawing/2014/main" id="{C3E86F58-66A8-EC68-9046-4A99C8EE1441}"/>
                </a:ext>
              </a:extLst>
            </p:cNvPr>
            <p:cNvSpPr/>
            <p:nvPr/>
          </p:nvSpPr>
          <p:spPr>
            <a:xfrm>
              <a:off x="6336019" y="3733735"/>
              <a:ext cx="1881300" cy="351300"/>
            </a:xfrm>
            <a:prstGeom prst="homePlate">
              <a:avLst>
                <a:gd name="adj" fmla="val 50000"/>
              </a:avLst>
            </a:pr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9060;p127">
              <a:extLst>
                <a:ext uri="{FF2B5EF4-FFF2-40B4-BE49-F238E27FC236}">
                  <a16:creationId xmlns:a16="http://schemas.microsoft.com/office/drawing/2014/main" id="{634A645E-80D5-8704-7A81-1B785180DE0C}"/>
                </a:ext>
              </a:extLst>
            </p:cNvPr>
            <p:cNvSpPr/>
            <p:nvPr/>
          </p:nvSpPr>
          <p:spPr>
            <a:xfrm>
              <a:off x="8098525" y="3733725"/>
              <a:ext cx="346500" cy="351300"/>
            </a:xfrm>
            <a:prstGeom prst="chevron">
              <a:avLst>
                <a:gd name="adj" fmla="val 50000"/>
              </a:avLst>
            </a:pr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9061;p127">
              <a:extLst>
                <a:ext uri="{FF2B5EF4-FFF2-40B4-BE49-F238E27FC236}">
                  <a16:creationId xmlns:a16="http://schemas.microsoft.com/office/drawing/2014/main" id="{4A7DA5C1-BD3B-C560-38B7-72474E8A2A29}"/>
                </a:ext>
              </a:extLst>
            </p:cNvPr>
            <p:cNvSpPr/>
            <p:nvPr/>
          </p:nvSpPr>
          <p:spPr>
            <a:xfrm>
              <a:off x="8327125" y="3733725"/>
              <a:ext cx="346500" cy="351300"/>
            </a:xfrm>
            <a:prstGeom prst="chevron">
              <a:avLst>
                <a:gd name="adj" fmla="val 50000"/>
              </a:avLst>
            </a:pr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9062;p127">
              <a:extLst>
                <a:ext uri="{FF2B5EF4-FFF2-40B4-BE49-F238E27FC236}">
                  <a16:creationId xmlns:a16="http://schemas.microsoft.com/office/drawing/2014/main" id="{3EF46799-49BB-DF53-0FF7-B2F87615982A}"/>
                </a:ext>
              </a:extLst>
            </p:cNvPr>
            <p:cNvSpPr/>
            <p:nvPr/>
          </p:nvSpPr>
          <p:spPr>
            <a:xfrm>
              <a:off x="8555725" y="3733725"/>
              <a:ext cx="346500" cy="351300"/>
            </a:xfrm>
            <a:prstGeom prst="chevron">
              <a:avLst>
                <a:gd name="adj" fmla="val 50000"/>
              </a:avLst>
            </a:pr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57" name="Google Shape;9063;p127">
            <a:extLst>
              <a:ext uri="{FF2B5EF4-FFF2-40B4-BE49-F238E27FC236}">
                <a16:creationId xmlns:a16="http://schemas.microsoft.com/office/drawing/2014/main" id="{5C607539-F450-8C01-AD26-87FA6AD206AD}"/>
              </a:ext>
            </a:extLst>
          </p:cNvPr>
          <p:cNvGrpSpPr/>
          <p:nvPr/>
        </p:nvGrpSpPr>
        <p:grpSpPr>
          <a:xfrm>
            <a:off x="3245367" y="5251375"/>
            <a:ext cx="1050208" cy="169977"/>
            <a:chOff x="4404545" y="3301592"/>
            <a:chExt cx="782403" cy="129272"/>
          </a:xfrm>
        </p:grpSpPr>
        <p:sp>
          <p:nvSpPr>
            <p:cNvPr id="858" name="Google Shape;9064;p127">
              <a:extLst>
                <a:ext uri="{FF2B5EF4-FFF2-40B4-BE49-F238E27FC236}">
                  <a16:creationId xmlns:a16="http://schemas.microsoft.com/office/drawing/2014/main" id="{8A3BDEAC-6996-0A6E-C5E6-F7B83913A0E7}"/>
                </a:ext>
              </a:extLst>
            </p:cNvPr>
            <p:cNvSpPr/>
            <p:nvPr/>
          </p:nvSpPr>
          <p:spPr>
            <a:xfrm>
              <a:off x="4404545" y="3301592"/>
              <a:ext cx="782403" cy="129272"/>
            </a:xfrm>
            <a:custGeom>
              <a:avLst/>
              <a:gdLst/>
              <a:ahLst/>
              <a:cxnLst/>
              <a:rect l="l" t="t" r="r" b="b"/>
              <a:pathLst>
                <a:path w="17328" h="2863" extrusionOk="0">
                  <a:moveTo>
                    <a:pt x="1432" y="1"/>
                  </a:moveTo>
                  <a:cubicBezTo>
                    <a:pt x="641" y="1"/>
                    <a:pt x="1" y="641"/>
                    <a:pt x="2" y="1431"/>
                  </a:cubicBezTo>
                  <a:cubicBezTo>
                    <a:pt x="1" y="2222"/>
                    <a:pt x="641" y="2861"/>
                    <a:pt x="1432" y="2862"/>
                  </a:cubicBezTo>
                  <a:lnTo>
                    <a:pt x="15897" y="2862"/>
                  </a:lnTo>
                  <a:cubicBezTo>
                    <a:pt x="16687" y="2861"/>
                    <a:pt x="17327" y="2222"/>
                    <a:pt x="17327" y="1431"/>
                  </a:cubicBezTo>
                  <a:cubicBezTo>
                    <a:pt x="17327" y="641"/>
                    <a:pt x="16687" y="1"/>
                    <a:pt x="15897" y="1"/>
                  </a:cubicBez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9065;p127">
              <a:extLst>
                <a:ext uri="{FF2B5EF4-FFF2-40B4-BE49-F238E27FC236}">
                  <a16:creationId xmlns:a16="http://schemas.microsoft.com/office/drawing/2014/main" id="{92FA028F-780B-3B81-3BFA-7C3D075ABE69}"/>
                </a:ext>
              </a:extLst>
            </p:cNvPr>
            <p:cNvSpPr/>
            <p:nvPr/>
          </p:nvSpPr>
          <p:spPr>
            <a:xfrm>
              <a:off x="4416034" y="3308320"/>
              <a:ext cx="120286" cy="115726"/>
            </a:xfrm>
            <a:custGeom>
              <a:avLst/>
              <a:gdLst/>
              <a:ahLst/>
              <a:cxnLst/>
              <a:rect l="l" t="t" r="r" b="b"/>
              <a:pathLst>
                <a:path w="2664" h="2563" extrusionOk="0">
                  <a:moveTo>
                    <a:pt x="1382" y="1"/>
                  </a:moveTo>
                  <a:cubicBezTo>
                    <a:pt x="864" y="1"/>
                    <a:pt x="398" y="313"/>
                    <a:pt x="199" y="792"/>
                  </a:cubicBezTo>
                  <a:cubicBezTo>
                    <a:pt x="0" y="1270"/>
                    <a:pt x="109" y="1821"/>
                    <a:pt x="476" y="2188"/>
                  </a:cubicBezTo>
                  <a:cubicBezTo>
                    <a:pt x="721" y="2433"/>
                    <a:pt x="1048" y="2563"/>
                    <a:pt x="1381" y="2563"/>
                  </a:cubicBezTo>
                  <a:cubicBezTo>
                    <a:pt x="1547" y="2563"/>
                    <a:pt x="1713" y="2531"/>
                    <a:pt x="1872" y="2465"/>
                  </a:cubicBezTo>
                  <a:cubicBezTo>
                    <a:pt x="2351" y="2268"/>
                    <a:pt x="2663" y="1800"/>
                    <a:pt x="2663" y="1282"/>
                  </a:cubicBezTo>
                  <a:cubicBezTo>
                    <a:pt x="2663" y="574"/>
                    <a:pt x="2090" y="1"/>
                    <a:pt x="1382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0" name="Google Shape;9066;p127">
            <a:extLst>
              <a:ext uri="{FF2B5EF4-FFF2-40B4-BE49-F238E27FC236}">
                <a16:creationId xmlns:a16="http://schemas.microsoft.com/office/drawing/2014/main" id="{1425E9DE-36A5-BA07-AFF8-9AB85980C916}"/>
              </a:ext>
            </a:extLst>
          </p:cNvPr>
          <p:cNvGrpSpPr/>
          <p:nvPr/>
        </p:nvGrpSpPr>
        <p:grpSpPr>
          <a:xfrm>
            <a:off x="3245367" y="4961747"/>
            <a:ext cx="1067634" cy="154363"/>
            <a:chOff x="4411970" y="3131459"/>
            <a:chExt cx="710520" cy="117397"/>
          </a:xfrm>
        </p:grpSpPr>
        <p:sp>
          <p:nvSpPr>
            <p:cNvPr id="861" name="Google Shape;9067;p127">
              <a:extLst>
                <a:ext uri="{FF2B5EF4-FFF2-40B4-BE49-F238E27FC236}">
                  <a16:creationId xmlns:a16="http://schemas.microsoft.com/office/drawing/2014/main" id="{0B703169-E179-E0B6-EE3A-721425516656}"/>
                </a:ext>
              </a:extLst>
            </p:cNvPr>
            <p:cNvSpPr/>
            <p:nvPr/>
          </p:nvSpPr>
          <p:spPr>
            <a:xfrm>
              <a:off x="4411970" y="3131459"/>
              <a:ext cx="710520" cy="117397"/>
            </a:xfrm>
            <a:custGeom>
              <a:avLst/>
              <a:gdLst/>
              <a:ahLst/>
              <a:cxnLst/>
              <a:rect l="l" t="t" r="r" b="b"/>
              <a:pathLst>
                <a:path w="15736" h="2600" extrusionOk="0">
                  <a:moveTo>
                    <a:pt x="201" y="1"/>
                  </a:moveTo>
                  <a:cubicBezTo>
                    <a:pt x="90" y="1"/>
                    <a:pt x="1" y="90"/>
                    <a:pt x="1" y="201"/>
                  </a:cubicBezTo>
                  <a:lnTo>
                    <a:pt x="1" y="2400"/>
                  </a:lnTo>
                  <a:cubicBezTo>
                    <a:pt x="1" y="2510"/>
                    <a:pt x="90" y="2600"/>
                    <a:pt x="201" y="2600"/>
                  </a:cubicBezTo>
                  <a:lnTo>
                    <a:pt x="15537" y="2600"/>
                  </a:lnTo>
                  <a:cubicBezTo>
                    <a:pt x="15646" y="2600"/>
                    <a:pt x="15735" y="2510"/>
                    <a:pt x="15735" y="2400"/>
                  </a:cubicBezTo>
                  <a:lnTo>
                    <a:pt x="15735" y="201"/>
                  </a:lnTo>
                  <a:cubicBezTo>
                    <a:pt x="15735" y="90"/>
                    <a:pt x="15646" y="1"/>
                    <a:pt x="15537" y="1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62" name="Google Shape;9068;p127">
              <a:extLst>
                <a:ext uri="{FF2B5EF4-FFF2-40B4-BE49-F238E27FC236}">
                  <a16:creationId xmlns:a16="http://schemas.microsoft.com/office/drawing/2014/main" id="{8E6F36B5-3E87-0AD6-ABB7-5BE36AA5544F}"/>
                </a:ext>
              </a:extLst>
            </p:cNvPr>
            <p:cNvSpPr/>
            <p:nvPr/>
          </p:nvSpPr>
          <p:spPr>
            <a:xfrm>
              <a:off x="4411970" y="3131459"/>
              <a:ext cx="168012" cy="117397"/>
            </a:xfrm>
            <a:custGeom>
              <a:avLst/>
              <a:gdLst/>
              <a:ahLst/>
              <a:cxnLst/>
              <a:rect l="l" t="t" r="r" b="b"/>
              <a:pathLst>
                <a:path w="3721" h="2600" extrusionOk="0">
                  <a:moveTo>
                    <a:pt x="201" y="1"/>
                  </a:moveTo>
                  <a:cubicBezTo>
                    <a:pt x="90" y="1"/>
                    <a:pt x="1" y="90"/>
                    <a:pt x="1" y="201"/>
                  </a:cubicBezTo>
                  <a:lnTo>
                    <a:pt x="1" y="2400"/>
                  </a:lnTo>
                  <a:cubicBezTo>
                    <a:pt x="1" y="2510"/>
                    <a:pt x="90" y="2600"/>
                    <a:pt x="201" y="2600"/>
                  </a:cubicBezTo>
                  <a:lnTo>
                    <a:pt x="3721" y="2600"/>
                  </a:lnTo>
                  <a:lnTo>
                    <a:pt x="2925" y="1693"/>
                  </a:lnTo>
                  <a:lnTo>
                    <a:pt x="2925" y="1"/>
                  </a:ln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63" name="Google Shape;9069;p127" descr="Timeline background shape">
            <a:extLst>
              <a:ext uri="{FF2B5EF4-FFF2-40B4-BE49-F238E27FC236}">
                <a16:creationId xmlns:a16="http://schemas.microsoft.com/office/drawing/2014/main" id="{594A0065-47D5-400E-91B8-44E766DD6167}"/>
              </a:ext>
            </a:extLst>
          </p:cNvPr>
          <p:cNvSpPr/>
          <p:nvPr/>
        </p:nvSpPr>
        <p:spPr>
          <a:xfrm>
            <a:off x="3245367" y="5556616"/>
            <a:ext cx="1065463" cy="169755"/>
          </a:xfrm>
          <a:prstGeom prst="homePlate">
            <a:avLst>
              <a:gd name="adj" fmla="val 50000"/>
            </a:avLst>
          </a:prstGeom>
          <a:solidFill>
            <a:srgbClr val="667E9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64" name="Google Shape;9070;p127">
            <a:extLst>
              <a:ext uri="{FF2B5EF4-FFF2-40B4-BE49-F238E27FC236}">
                <a16:creationId xmlns:a16="http://schemas.microsoft.com/office/drawing/2014/main" id="{ABE7E9D4-E6A7-00EA-7EDE-54EBC33364FA}"/>
              </a:ext>
            </a:extLst>
          </p:cNvPr>
          <p:cNvGrpSpPr/>
          <p:nvPr/>
        </p:nvGrpSpPr>
        <p:grpSpPr>
          <a:xfrm>
            <a:off x="2136017" y="4889400"/>
            <a:ext cx="914057" cy="509252"/>
            <a:chOff x="4411970" y="1801825"/>
            <a:chExt cx="734586" cy="409262"/>
          </a:xfrm>
        </p:grpSpPr>
        <p:sp>
          <p:nvSpPr>
            <p:cNvPr id="865" name="Google Shape;9071;p127">
              <a:extLst>
                <a:ext uri="{FF2B5EF4-FFF2-40B4-BE49-F238E27FC236}">
                  <a16:creationId xmlns:a16="http://schemas.microsoft.com/office/drawing/2014/main" id="{77D94869-2A71-AD30-CD23-D4E0C106B8B3}"/>
                </a:ext>
              </a:extLst>
            </p:cNvPr>
            <p:cNvSpPr/>
            <p:nvPr/>
          </p:nvSpPr>
          <p:spPr>
            <a:xfrm>
              <a:off x="4411970" y="1801825"/>
              <a:ext cx="734586" cy="409262"/>
            </a:xfrm>
            <a:custGeom>
              <a:avLst/>
              <a:gdLst/>
              <a:ahLst/>
              <a:cxnLst/>
              <a:rect l="l" t="t" r="r" b="b"/>
              <a:pathLst>
                <a:path w="16269" h="9064" extrusionOk="0">
                  <a:moveTo>
                    <a:pt x="428" y="0"/>
                  </a:moveTo>
                  <a:cubicBezTo>
                    <a:pt x="193" y="0"/>
                    <a:pt x="2" y="191"/>
                    <a:pt x="2" y="428"/>
                  </a:cubicBezTo>
                  <a:lnTo>
                    <a:pt x="2" y="6900"/>
                  </a:lnTo>
                  <a:cubicBezTo>
                    <a:pt x="1" y="7136"/>
                    <a:pt x="193" y="7328"/>
                    <a:pt x="428" y="7328"/>
                  </a:cubicBezTo>
                  <a:lnTo>
                    <a:pt x="12834" y="7328"/>
                  </a:lnTo>
                  <a:lnTo>
                    <a:pt x="13836" y="9064"/>
                  </a:lnTo>
                  <a:lnTo>
                    <a:pt x="14839" y="7328"/>
                  </a:lnTo>
                  <a:lnTo>
                    <a:pt x="15839" y="7328"/>
                  </a:lnTo>
                  <a:cubicBezTo>
                    <a:pt x="16076" y="7328"/>
                    <a:pt x="16269" y="7137"/>
                    <a:pt x="16269" y="6900"/>
                  </a:cubicBezTo>
                  <a:lnTo>
                    <a:pt x="16269" y="428"/>
                  </a:lnTo>
                  <a:cubicBezTo>
                    <a:pt x="16267" y="191"/>
                    <a:pt x="16076" y="0"/>
                    <a:pt x="15839" y="0"/>
                  </a:cubicBez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9072;p127">
              <a:extLst>
                <a:ext uri="{FF2B5EF4-FFF2-40B4-BE49-F238E27FC236}">
                  <a16:creationId xmlns:a16="http://schemas.microsoft.com/office/drawing/2014/main" id="{B0669F10-09D3-699A-13CC-9D79E14DCEC8}"/>
                </a:ext>
              </a:extLst>
            </p:cNvPr>
            <p:cNvSpPr/>
            <p:nvPr/>
          </p:nvSpPr>
          <p:spPr>
            <a:xfrm>
              <a:off x="4411970" y="1801825"/>
              <a:ext cx="184087" cy="330923"/>
            </a:xfrm>
            <a:custGeom>
              <a:avLst/>
              <a:gdLst/>
              <a:ahLst/>
              <a:cxnLst/>
              <a:rect l="l" t="t" r="r" b="b"/>
              <a:pathLst>
                <a:path w="4077" h="7329" extrusionOk="0">
                  <a:moveTo>
                    <a:pt x="428" y="0"/>
                  </a:moveTo>
                  <a:cubicBezTo>
                    <a:pt x="193" y="0"/>
                    <a:pt x="2" y="191"/>
                    <a:pt x="2" y="428"/>
                  </a:cubicBezTo>
                  <a:lnTo>
                    <a:pt x="2" y="6900"/>
                  </a:lnTo>
                  <a:cubicBezTo>
                    <a:pt x="1" y="7136"/>
                    <a:pt x="193" y="7328"/>
                    <a:pt x="428" y="7328"/>
                  </a:cubicBezTo>
                  <a:lnTo>
                    <a:pt x="4076" y="7328"/>
                  </a:lnTo>
                  <a:lnTo>
                    <a:pt x="4076" y="0"/>
                  </a:lnTo>
                  <a:close/>
                </a:path>
              </a:pathLst>
            </a:custGeom>
            <a:solidFill>
              <a:srgbClr val="3760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867" name="Google Shape;9073;p127">
            <a:extLst>
              <a:ext uri="{FF2B5EF4-FFF2-40B4-BE49-F238E27FC236}">
                <a16:creationId xmlns:a16="http://schemas.microsoft.com/office/drawing/2014/main" id="{85C7E82A-FA02-CF7C-BDE8-1529586ED4FD}"/>
              </a:ext>
            </a:extLst>
          </p:cNvPr>
          <p:cNvGrpSpPr/>
          <p:nvPr/>
        </p:nvGrpSpPr>
        <p:grpSpPr>
          <a:xfrm>
            <a:off x="2136017" y="5497884"/>
            <a:ext cx="950127" cy="235260"/>
            <a:chOff x="4411970" y="2233974"/>
            <a:chExt cx="763574" cy="189068"/>
          </a:xfrm>
        </p:grpSpPr>
        <p:sp>
          <p:nvSpPr>
            <p:cNvPr id="868" name="Google Shape;9074;p127">
              <a:extLst>
                <a:ext uri="{FF2B5EF4-FFF2-40B4-BE49-F238E27FC236}">
                  <a16:creationId xmlns:a16="http://schemas.microsoft.com/office/drawing/2014/main" id="{DCFF8E1C-2444-84D4-F88B-70C6F04F6039}"/>
                </a:ext>
              </a:extLst>
            </p:cNvPr>
            <p:cNvSpPr/>
            <p:nvPr/>
          </p:nvSpPr>
          <p:spPr>
            <a:xfrm>
              <a:off x="4411970" y="2278599"/>
              <a:ext cx="763574" cy="144443"/>
            </a:xfrm>
            <a:custGeom>
              <a:avLst/>
              <a:gdLst/>
              <a:ahLst/>
              <a:cxnLst/>
              <a:rect l="l" t="t" r="r" b="b"/>
              <a:pathLst>
                <a:path w="16911" h="3199" extrusionOk="0">
                  <a:moveTo>
                    <a:pt x="1" y="1"/>
                  </a:moveTo>
                  <a:lnTo>
                    <a:pt x="1" y="3198"/>
                  </a:lnTo>
                  <a:lnTo>
                    <a:pt x="16911" y="3198"/>
                  </a:lnTo>
                  <a:lnTo>
                    <a:pt x="16911" y="1"/>
                  </a:lnTo>
                  <a:close/>
                </a:path>
              </a:pathLst>
            </a:custGeom>
            <a:solidFill>
              <a:srgbClr val="3760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69" name="Google Shape;9075;p127">
              <a:extLst>
                <a:ext uri="{FF2B5EF4-FFF2-40B4-BE49-F238E27FC236}">
                  <a16:creationId xmlns:a16="http://schemas.microsoft.com/office/drawing/2014/main" id="{81B79BED-98F2-6897-EC11-BB59763D25A1}"/>
                </a:ext>
              </a:extLst>
            </p:cNvPr>
            <p:cNvSpPr/>
            <p:nvPr/>
          </p:nvSpPr>
          <p:spPr>
            <a:xfrm>
              <a:off x="4411970" y="2233974"/>
              <a:ext cx="262291" cy="144443"/>
            </a:xfrm>
            <a:custGeom>
              <a:avLst/>
              <a:gdLst/>
              <a:ahLst/>
              <a:cxnLst/>
              <a:rect l="l" t="t" r="r" b="b"/>
              <a:pathLst>
                <a:path w="5809" h="3199" extrusionOk="0">
                  <a:moveTo>
                    <a:pt x="1" y="1"/>
                  </a:moveTo>
                  <a:lnTo>
                    <a:pt x="1" y="3198"/>
                  </a:lnTo>
                  <a:lnTo>
                    <a:pt x="5809" y="3198"/>
                  </a:lnTo>
                  <a:lnTo>
                    <a:pt x="4195" y="1"/>
                  </a:lnTo>
                  <a:close/>
                </a:path>
              </a:pathLst>
            </a:custGeom>
            <a:solidFill>
              <a:srgbClr val="E3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70" name="Google Shape;9076;p127">
            <a:extLst>
              <a:ext uri="{FF2B5EF4-FFF2-40B4-BE49-F238E27FC236}">
                <a16:creationId xmlns:a16="http://schemas.microsoft.com/office/drawing/2014/main" id="{131F0D6A-83AD-6571-E9E4-9EA6FD2BF1AA}"/>
              </a:ext>
            </a:extLst>
          </p:cNvPr>
          <p:cNvGrpSpPr/>
          <p:nvPr/>
        </p:nvGrpSpPr>
        <p:grpSpPr>
          <a:xfrm>
            <a:off x="4477302" y="3473401"/>
            <a:ext cx="567628" cy="567628"/>
            <a:chOff x="5681300" y="2527788"/>
            <a:chExt cx="805800" cy="805800"/>
          </a:xfrm>
        </p:grpSpPr>
        <p:sp>
          <p:nvSpPr>
            <p:cNvPr id="871" name="Google Shape;9077;p127">
              <a:extLst>
                <a:ext uri="{FF2B5EF4-FFF2-40B4-BE49-F238E27FC236}">
                  <a16:creationId xmlns:a16="http://schemas.microsoft.com/office/drawing/2014/main" id="{1548874D-B4E1-147E-41B5-0A125F4375C3}"/>
                </a:ext>
              </a:extLst>
            </p:cNvPr>
            <p:cNvSpPr/>
            <p:nvPr/>
          </p:nvSpPr>
          <p:spPr>
            <a:xfrm>
              <a:off x="5681300" y="2527788"/>
              <a:ext cx="805800" cy="805800"/>
            </a:xfrm>
            <a:prstGeom prst="ellipse">
              <a:avLst/>
            </a:pr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9078;p127">
              <a:extLst>
                <a:ext uri="{FF2B5EF4-FFF2-40B4-BE49-F238E27FC236}">
                  <a16:creationId xmlns:a16="http://schemas.microsoft.com/office/drawing/2014/main" id="{1D84FDE1-8D9C-F594-4A1A-84276F3260E6}"/>
                </a:ext>
              </a:extLst>
            </p:cNvPr>
            <p:cNvSpPr/>
            <p:nvPr/>
          </p:nvSpPr>
          <p:spPr>
            <a:xfrm>
              <a:off x="5681300" y="2527788"/>
              <a:ext cx="805800" cy="805800"/>
            </a:xfrm>
            <a:prstGeom prst="pie">
              <a:avLst>
                <a:gd name="adj1" fmla="val 0"/>
                <a:gd name="adj2" fmla="val 16200000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873" name="Google Shape;9079;p127">
            <a:extLst>
              <a:ext uri="{FF2B5EF4-FFF2-40B4-BE49-F238E27FC236}">
                <a16:creationId xmlns:a16="http://schemas.microsoft.com/office/drawing/2014/main" id="{ABC4BC37-7946-4F33-8184-055D6BB458E3}"/>
              </a:ext>
            </a:extLst>
          </p:cNvPr>
          <p:cNvGrpSpPr/>
          <p:nvPr/>
        </p:nvGrpSpPr>
        <p:grpSpPr>
          <a:xfrm>
            <a:off x="4474189" y="4323933"/>
            <a:ext cx="569202" cy="569107"/>
            <a:chOff x="4049800" y="640400"/>
            <a:chExt cx="858900" cy="858900"/>
          </a:xfrm>
        </p:grpSpPr>
        <p:sp>
          <p:nvSpPr>
            <p:cNvPr id="874" name="Google Shape;9080;p127">
              <a:extLst>
                <a:ext uri="{FF2B5EF4-FFF2-40B4-BE49-F238E27FC236}">
                  <a16:creationId xmlns:a16="http://schemas.microsoft.com/office/drawing/2014/main" id="{56176228-CEFA-DBF3-28E4-3210FA994991}"/>
                </a:ext>
              </a:extLst>
            </p:cNvPr>
            <p:cNvSpPr/>
            <p:nvPr/>
          </p:nvSpPr>
          <p:spPr>
            <a:xfrm>
              <a:off x="4049800" y="640400"/>
              <a:ext cx="858900" cy="858900"/>
            </a:xfrm>
            <a:prstGeom prst="donut">
              <a:avLst>
                <a:gd name="adj" fmla="val 25000"/>
              </a:avLst>
            </a:pr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9081;p127">
              <a:extLst>
                <a:ext uri="{FF2B5EF4-FFF2-40B4-BE49-F238E27FC236}">
                  <a16:creationId xmlns:a16="http://schemas.microsoft.com/office/drawing/2014/main" id="{B3C3D0B3-96BD-8BAF-7802-8F7DA54DD582}"/>
                </a:ext>
              </a:extLst>
            </p:cNvPr>
            <p:cNvSpPr/>
            <p:nvPr/>
          </p:nvSpPr>
          <p:spPr>
            <a:xfrm>
              <a:off x="4049800" y="640400"/>
              <a:ext cx="858900" cy="858900"/>
            </a:xfrm>
            <a:prstGeom prst="blockArc">
              <a:avLst>
                <a:gd name="adj1" fmla="val 7914150"/>
                <a:gd name="adj2" fmla="val 0"/>
                <a:gd name="adj3" fmla="val 25000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876" name="Google Shape;9082;p127">
            <a:extLst>
              <a:ext uri="{FF2B5EF4-FFF2-40B4-BE49-F238E27FC236}">
                <a16:creationId xmlns:a16="http://schemas.microsoft.com/office/drawing/2014/main" id="{1BE7866D-A4F9-463D-891B-661E90A6AAE1}"/>
              </a:ext>
            </a:extLst>
          </p:cNvPr>
          <p:cNvGrpSpPr/>
          <p:nvPr/>
        </p:nvGrpSpPr>
        <p:grpSpPr>
          <a:xfrm>
            <a:off x="4478768" y="5144073"/>
            <a:ext cx="568352" cy="568030"/>
            <a:chOff x="5201898" y="1050116"/>
            <a:chExt cx="717242" cy="716737"/>
          </a:xfrm>
        </p:grpSpPr>
        <p:sp>
          <p:nvSpPr>
            <p:cNvPr id="877" name="Google Shape;9083;p127">
              <a:extLst>
                <a:ext uri="{FF2B5EF4-FFF2-40B4-BE49-F238E27FC236}">
                  <a16:creationId xmlns:a16="http://schemas.microsoft.com/office/drawing/2014/main" id="{92405F1E-9412-C9D4-EA65-4851D51AE2AD}"/>
                </a:ext>
              </a:extLst>
            </p:cNvPr>
            <p:cNvSpPr/>
            <p:nvPr/>
          </p:nvSpPr>
          <p:spPr>
            <a:xfrm>
              <a:off x="5201898" y="1050116"/>
              <a:ext cx="716700" cy="716700"/>
            </a:xfrm>
            <a:prstGeom prst="donut">
              <a:avLst>
                <a:gd name="adj" fmla="val 4716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78" name="Google Shape;9084;p127">
              <a:extLst>
                <a:ext uri="{FF2B5EF4-FFF2-40B4-BE49-F238E27FC236}">
                  <a16:creationId xmlns:a16="http://schemas.microsoft.com/office/drawing/2014/main" id="{919F54B5-904F-A934-D002-806F6F0FBC4E}"/>
                </a:ext>
              </a:extLst>
            </p:cNvPr>
            <p:cNvSpPr/>
            <p:nvPr/>
          </p:nvSpPr>
          <p:spPr>
            <a:xfrm>
              <a:off x="5269594" y="1117818"/>
              <a:ext cx="581100" cy="581100"/>
            </a:xfrm>
            <a:prstGeom prst="donut">
              <a:avLst>
                <a:gd name="adj" fmla="val 5814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9085;p127">
              <a:extLst>
                <a:ext uri="{FF2B5EF4-FFF2-40B4-BE49-F238E27FC236}">
                  <a16:creationId xmlns:a16="http://schemas.microsoft.com/office/drawing/2014/main" id="{1884F266-3E20-4000-4170-E28BB56F6258}"/>
                </a:ext>
              </a:extLst>
            </p:cNvPr>
            <p:cNvSpPr/>
            <p:nvPr/>
          </p:nvSpPr>
          <p:spPr>
            <a:xfrm>
              <a:off x="5339279" y="1187526"/>
              <a:ext cx="441900" cy="441600"/>
            </a:xfrm>
            <a:prstGeom prst="donut">
              <a:avLst>
                <a:gd name="adj" fmla="val 7648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9086;p127">
              <a:extLst>
                <a:ext uri="{FF2B5EF4-FFF2-40B4-BE49-F238E27FC236}">
                  <a16:creationId xmlns:a16="http://schemas.microsoft.com/office/drawing/2014/main" id="{8C0FC11A-8A83-549D-6EE0-EE73104DDE76}"/>
                </a:ext>
              </a:extLst>
            </p:cNvPr>
            <p:cNvSpPr/>
            <p:nvPr/>
          </p:nvSpPr>
          <p:spPr>
            <a:xfrm>
              <a:off x="5414892" y="1263155"/>
              <a:ext cx="290700" cy="290700"/>
            </a:xfrm>
            <a:prstGeom prst="donut">
              <a:avLst>
                <a:gd name="adj" fmla="val 10182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9087;p127">
              <a:extLst>
                <a:ext uri="{FF2B5EF4-FFF2-40B4-BE49-F238E27FC236}">
                  <a16:creationId xmlns:a16="http://schemas.microsoft.com/office/drawing/2014/main" id="{38894B07-8775-E43F-500E-B85BA1D0E1E0}"/>
                </a:ext>
              </a:extLst>
            </p:cNvPr>
            <p:cNvSpPr/>
            <p:nvPr/>
          </p:nvSpPr>
          <p:spPr>
            <a:xfrm rot="-3809958">
              <a:off x="5202435" y="1050148"/>
              <a:ext cx="716705" cy="716705"/>
            </a:xfrm>
            <a:prstGeom prst="blockArc">
              <a:avLst>
                <a:gd name="adj1" fmla="val 5266439"/>
                <a:gd name="adj2" fmla="val 19995741"/>
                <a:gd name="adj3" fmla="val 4692"/>
              </a:avLst>
            </a:prstGeom>
            <a:solidFill>
              <a:srgbClr val="E3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9088;p127">
              <a:extLst>
                <a:ext uri="{FF2B5EF4-FFF2-40B4-BE49-F238E27FC236}">
                  <a16:creationId xmlns:a16="http://schemas.microsoft.com/office/drawing/2014/main" id="{955BAA0D-A8E7-05EB-AD68-AA66572AE402}"/>
                </a:ext>
              </a:extLst>
            </p:cNvPr>
            <p:cNvSpPr/>
            <p:nvPr/>
          </p:nvSpPr>
          <p:spPr>
            <a:xfrm rot="-3906059">
              <a:off x="5269616" y="1117617"/>
              <a:ext cx="581445" cy="581445"/>
            </a:xfrm>
            <a:prstGeom prst="blockArc">
              <a:avLst>
                <a:gd name="adj1" fmla="val 3085776"/>
                <a:gd name="adj2" fmla="val 20100839"/>
                <a:gd name="adj3" fmla="val 5564"/>
              </a:avLst>
            </a:prstGeom>
            <a:solidFill>
              <a:srgbClr val="E3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9089;p127">
              <a:extLst>
                <a:ext uri="{FF2B5EF4-FFF2-40B4-BE49-F238E27FC236}">
                  <a16:creationId xmlns:a16="http://schemas.microsoft.com/office/drawing/2014/main" id="{AD39FBD7-641E-CE7E-CC97-CEDEE779DF08}"/>
                </a:ext>
              </a:extLst>
            </p:cNvPr>
            <p:cNvSpPr/>
            <p:nvPr/>
          </p:nvSpPr>
          <p:spPr>
            <a:xfrm rot="-4222340">
              <a:off x="5339825" y="1187386"/>
              <a:ext cx="442087" cy="442087"/>
            </a:xfrm>
            <a:prstGeom prst="blockArc">
              <a:avLst>
                <a:gd name="adj1" fmla="val 8884448"/>
                <a:gd name="adj2" fmla="val 20414899"/>
                <a:gd name="adj3" fmla="val 7688"/>
              </a:avLst>
            </a:prstGeom>
            <a:solidFill>
              <a:srgbClr val="E3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9090;p127">
              <a:extLst>
                <a:ext uri="{FF2B5EF4-FFF2-40B4-BE49-F238E27FC236}">
                  <a16:creationId xmlns:a16="http://schemas.microsoft.com/office/drawing/2014/main" id="{8D0FCF50-5559-0CDA-0F56-50679C3C5103}"/>
                </a:ext>
              </a:extLst>
            </p:cNvPr>
            <p:cNvSpPr/>
            <p:nvPr/>
          </p:nvSpPr>
          <p:spPr>
            <a:xfrm rot="-4538880">
              <a:off x="5414922" y="1262925"/>
              <a:ext cx="290465" cy="290465"/>
            </a:xfrm>
            <a:prstGeom prst="blockArc">
              <a:avLst>
                <a:gd name="adj1" fmla="val 6490304"/>
                <a:gd name="adj2" fmla="val 20700625"/>
                <a:gd name="adj3" fmla="val 10156"/>
              </a:avLst>
            </a:prstGeom>
            <a:solidFill>
              <a:srgbClr val="E3E9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85" name="Google Shape;9091;p127">
            <a:extLst>
              <a:ext uri="{FF2B5EF4-FFF2-40B4-BE49-F238E27FC236}">
                <a16:creationId xmlns:a16="http://schemas.microsoft.com/office/drawing/2014/main" id="{BF868251-01C6-41B8-EB5E-3E4D0D099C3F}"/>
              </a:ext>
            </a:extLst>
          </p:cNvPr>
          <p:cNvGrpSpPr/>
          <p:nvPr/>
        </p:nvGrpSpPr>
        <p:grpSpPr>
          <a:xfrm>
            <a:off x="5251235" y="5150098"/>
            <a:ext cx="566264" cy="566890"/>
            <a:chOff x="7508249" y="1522825"/>
            <a:chExt cx="1326332" cy="1322987"/>
          </a:xfrm>
        </p:grpSpPr>
        <p:sp>
          <p:nvSpPr>
            <p:cNvPr id="886" name="Google Shape;9092;p127">
              <a:extLst>
                <a:ext uri="{FF2B5EF4-FFF2-40B4-BE49-F238E27FC236}">
                  <a16:creationId xmlns:a16="http://schemas.microsoft.com/office/drawing/2014/main" id="{1E1B15BD-5939-6906-2E92-C6F1534F05E4}"/>
                </a:ext>
              </a:extLst>
            </p:cNvPr>
            <p:cNvSpPr/>
            <p:nvPr/>
          </p:nvSpPr>
          <p:spPr>
            <a:xfrm>
              <a:off x="8036275" y="1522825"/>
              <a:ext cx="568251" cy="419545"/>
            </a:xfrm>
            <a:custGeom>
              <a:avLst/>
              <a:gdLst/>
              <a:ahLst/>
              <a:cxnLst/>
              <a:rect l="l" t="t" r="r" b="b"/>
              <a:pathLst>
                <a:path w="77683" h="57354" extrusionOk="0">
                  <a:moveTo>
                    <a:pt x="18272" y="0"/>
                  </a:moveTo>
                  <a:cubicBezTo>
                    <a:pt x="17902" y="0"/>
                    <a:pt x="17532" y="2"/>
                    <a:pt x="17161" y="7"/>
                  </a:cubicBezTo>
                  <a:cubicBezTo>
                    <a:pt x="11496" y="71"/>
                    <a:pt x="5756" y="673"/>
                    <a:pt x="1" y="1850"/>
                  </a:cubicBezTo>
                  <a:lnTo>
                    <a:pt x="9295" y="47323"/>
                  </a:lnTo>
                  <a:lnTo>
                    <a:pt x="9299" y="47323"/>
                  </a:lnTo>
                  <a:cubicBezTo>
                    <a:pt x="12272" y="46715"/>
                    <a:pt x="13499" y="46536"/>
                    <a:pt x="16407" y="46536"/>
                  </a:cubicBezTo>
                  <a:cubicBezTo>
                    <a:pt x="16418" y="46536"/>
                    <a:pt x="16429" y="46536"/>
                    <a:pt x="16440" y="46536"/>
                  </a:cubicBezTo>
                  <a:lnTo>
                    <a:pt x="18189" y="46511"/>
                  </a:lnTo>
                  <a:lnTo>
                    <a:pt x="18193" y="46511"/>
                  </a:lnTo>
                  <a:cubicBezTo>
                    <a:pt x="27852" y="46511"/>
                    <a:pt x="36781" y="49623"/>
                    <a:pt x="44036" y="54905"/>
                  </a:cubicBezTo>
                  <a:lnTo>
                    <a:pt x="44057" y="54878"/>
                  </a:lnTo>
                  <a:cubicBezTo>
                    <a:pt x="45130" y="55658"/>
                    <a:pt x="46165" y="56484"/>
                    <a:pt x="47159" y="57353"/>
                  </a:cubicBezTo>
                  <a:lnTo>
                    <a:pt x="77683" y="22389"/>
                  </a:lnTo>
                  <a:cubicBezTo>
                    <a:pt x="73099" y="18379"/>
                    <a:pt x="68099" y="14821"/>
                    <a:pt x="62744" y="11787"/>
                  </a:cubicBezTo>
                  <a:lnTo>
                    <a:pt x="62752" y="11772"/>
                  </a:lnTo>
                  <a:cubicBezTo>
                    <a:pt x="49514" y="4246"/>
                    <a:pt x="34283" y="0"/>
                    <a:pt x="18272" y="0"/>
                  </a:cubicBezTo>
                  <a:close/>
                </a:path>
              </a:pathLst>
            </a:custGeom>
            <a:solidFill>
              <a:srgbClr val="BAC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9093;p127">
              <a:extLst>
                <a:ext uri="{FF2B5EF4-FFF2-40B4-BE49-F238E27FC236}">
                  <a16:creationId xmlns:a16="http://schemas.microsoft.com/office/drawing/2014/main" id="{22E9D7BE-1B98-AA1C-8BFE-BDBF919F9AFA}"/>
                </a:ext>
              </a:extLst>
            </p:cNvPr>
            <p:cNvSpPr/>
            <p:nvPr/>
          </p:nvSpPr>
          <p:spPr>
            <a:xfrm>
              <a:off x="8358375" y="1649762"/>
              <a:ext cx="456039" cy="463215"/>
            </a:xfrm>
            <a:custGeom>
              <a:avLst/>
              <a:gdLst/>
              <a:ahLst/>
              <a:cxnLst/>
              <a:rect l="l" t="t" r="r" b="b"/>
              <a:pathLst>
                <a:path w="62343" h="63324" extrusionOk="0">
                  <a:moveTo>
                    <a:pt x="27281" y="1"/>
                  </a:moveTo>
                  <a:lnTo>
                    <a:pt x="0" y="37551"/>
                  </a:lnTo>
                  <a:cubicBezTo>
                    <a:pt x="7426" y="42952"/>
                    <a:pt x="13092" y="50620"/>
                    <a:pt x="15988" y="59535"/>
                  </a:cubicBezTo>
                  <a:lnTo>
                    <a:pt x="16033" y="59519"/>
                  </a:lnTo>
                  <a:cubicBezTo>
                    <a:pt x="16439" y="60766"/>
                    <a:pt x="16790" y="62034"/>
                    <a:pt x="17084" y="63324"/>
                  </a:cubicBezTo>
                  <a:lnTo>
                    <a:pt x="62342" y="52975"/>
                  </a:lnTo>
                  <a:cubicBezTo>
                    <a:pt x="58048" y="34190"/>
                    <a:pt x="47853" y="17453"/>
                    <a:pt x="33650" y="5035"/>
                  </a:cubicBezTo>
                  <a:lnTo>
                    <a:pt x="33624" y="5063"/>
                  </a:lnTo>
                  <a:cubicBezTo>
                    <a:pt x="31588" y="3283"/>
                    <a:pt x="29473" y="1593"/>
                    <a:pt x="27281" y="1"/>
                  </a:cubicBez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8" name="Google Shape;9094;p127">
              <a:extLst>
                <a:ext uri="{FF2B5EF4-FFF2-40B4-BE49-F238E27FC236}">
                  <a16:creationId xmlns:a16="http://schemas.microsoft.com/office/drawing/2014/main" id="{A1C21663-7BFC-AF80-32FD-732A2EE32EF1}"/>
                </a:ext>
              </a:extLst>
            </p:cNvPr>
            <p:cNvSpPr/>
            <p:nvPr/>
          </p:nvSpPr>
          <p:spPr>
            <a:xfrm>
              <a:off x="8465584" y="1980292"/>
              <a:ext cx="368998" cy="464042"/>
            </a:xfrm>
            <a:custGeom>
              <a:avLst/>
              <a:gdLst/>
              <a:ahLst/>
              <a:cxnLst/>
              <a:rect l="l" t="t" r="r" b="b"/>
              <a:pathLst>
                <a:path w="50444" h="63437" extrusionOk="0">
                  <a:moveTo>
                    <a:pt x="45483" y="0"/>
                  </a:moveTo>
                  <a:lnTo>
                    <a:pt x="1331" y="14347"/>
                  </a:lnTo>
                  <a:cubicBezTo>
                    <a:pt x="2720" y="18628"/>
                    <a:pt x="3473" y="23193"/>
                    <a:pt x="3473" y="27937"/>
                  </a:cubicBezTo>
                  <a:cubicBezTo>
                    <a:pt x="3473" y="32680"/>
                    <a:pt x="2721" y="37247"/>
                    <a:pt x="1331" y="41526"/>
                  </a:cubicBezTo>
                  <a:lnTo>
                    <a:pt x="1331" y="41531"/>
                  </a:lnTo>
                  <a:lnTo>
                    <a:pt x="1373" y="41544"/>
                  </a:lnTo>
                  <a:cubicBezTo>
                    <a:pt x="968" y="42791"/>
                    <a:pt x="509" y="44013"/>
                    <a:pt x="1" y="45206"/>
                  </a:cubicBezTo>
                  <a:lnTo>
                    <a:pt x="1" y="45210"/>
                  </a:lnTo>
                  <a:lnTo>
                    <a:pt x="42698" y="63436"/>
                  </a:lnTo>
                  <a:cubicBezTo>
                    <a:pt x="46328" y="54928"/>
                    <a:pt x="48703" y="45713"/>
                    <a:pt x="49573" y="36003"/>
                  </a:cubicBezTo>
                  <a:cubicBezTo>
                    <a:pt x="50444" y="26293"/>
                    <a:pt x="49743" y="16805"/>
                    <a:pt x="47685" y="7787"/>
                  </a:cubicBezTo>
                  <a:lnTo>
                    <a:pt x="47630" y="7800"/>
                  </a:lnTo>
                  <a:cubicBezTo>
                    <a:pt x="47029" y="5154"/>
                    <a:pt x="46310" y="2552"/>
                    <a:pt x="45483" y="0"/>
                  </a:cubicBezTo>
                  <a:close/>
                </a:path>
              </a:pathLst>
            </a:custGeom>
            <a:solidFill>
              <a:srgbClr val="BAC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9095;p127">
              <a:extLst>
                <a:ext uri="{FF2B5EF4-FFF2-40B4-BE49-F238E27FC236}">
                  <a16:creationId xmlns:a16="http://schemas.microsoft.com/office/drawing/2014/main" id="{FAC6E83D-60D8-7644-E18A-F20F40132519}"/>
                </a:ext>
              </a:extLst>
            </p:cNvPr>
            <p:cNvSpPr/>
            <p:nvPr/>
          </p:nvSpPr>
          <p:spPr>
            <a:xfrm>
              <a:off x="8334786" y="2284073"/>
              <a:ext cx="463522" cy="468043"/>
            </a:xfrm>
            <a:custGeom>
              <a:avLst/>
              <a:gdLst/>
              <a:ahLst/>
              <a:cxnLst/>
              <a:rect l="l" t="t" r="r" b="b"/>
              <a:pathLst>
                <a:path w="63366" h="63984" extrusionOk="0">
                  <a:moveTo>
                    <a:pt x="19213" y="1"/>
                  </a:moveTo>
                  <a:cubicBezTo>
                    <a:pt x="16318" y="8917"/>
                    <a:pt x="10652" y="16583"/>
                    <a:pt x="3228" y="21984"/>
                  </a:cubicBezTo>
                  <a:lnTo>
                    <a:pt x="3243" y="22007"/>
                  </a:lnTo>
                  <a:cubicBezTo>
                    <a:pt x="2194" y="22766"/>
                    <a:pt x="1113" y="23483"/>
                    <a:pt x="0" y="24149"/>
                  </a:cubicBezTo>
                  <a:lnTo>
                    <a:pt x="23817" y="63984"/>
                  </a:lnTo>
                  <a:cubicBezTo>
                    <a:pt x="40003" y="54290"/>
                    <a:pt x="53013" y="39632"/>
                    <a:pt x="60578" y="21909"/>
                  </a:cubicBezTo>
                  <a:lnTo>
                    <a:pt x="60578" y="21907"/>
                  </a:lnTo>
                  <a:lnTo>
                    <a:pt x="60533" y="21888"/>
                  </a:lnTo>
                  <a:cubicBezTo>
                    <a:pt x="61585" y="19427"/>
                    <a:pt x="62530" y="16912"/>
                    <a:pt x="63363" y="14345"/>
                  </a:cubicBezTo>
                  <a:lnTo>
                    <a:pt x="63363" y="14344"/>
                  </a:lnTo>
                  <a:lnTo>
                    <a:pt x="63365" y="14344"/>
                  </a:lnTo>
                  <a:lnTo>
                    <a:pt x="19213" y="1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9096;p127">
              <a:extLst>
                <a:ext uri="{FF2B5EF4-FFF2-40B4-BE49-F238E27FC236}">
                  <a16:creationId xmlns:a16="http://schemas.microsoft.com/office/drawing/2014/main" id="{12852E85-76EF-AB6C-103F-1AFB37E948A0}"/>
                </a:ext>
              </a:extLst>
            </p:cNvPr>
            <p:cNvSpPr/>
            <p:nvPr/>
          </p:nvSpPr>
          <p:spPr>
            <a:xfrm>
              <a:off x="8110685" y="2444876"/>
              <a:ext cx="447276" cy="400935"/>
            </a:xfrm>
            <a:custGeom>
              <a:avLst/>
              <a:gdLst/>
              <a:ahLst/>
              <a:cxnLst/>
              <a:rect l="l" t="t" r="r" b="b"/>
              <a:pathLst>
                <a:path w="61145" h="54810" extrusionOk="0">
                  <a:moveTo>
                    <a:pt x="33866" y="0"/>
                  </a:moveTo>
                  <a:cubicBezTo>
                    <a:pt x="26611" y="5284"/>
                    <a:pt x="17677" y="8398"/>
                    <a:pt x="8020" y="8398"/>
                  </a:cubicBezTo>
                  <a:lnTo>
                    <a:pt x="8016" y="8398"/>
                  </a:lnTo>
                  <a:lnTo>
                    <a:pt x="8016" y="8399"/>
                  </a:lnTo>
                  <a:cubicBezTo>
                    <a:pt x="6736" y="8396"/>
                    <a:pt x="5444" y="8338"/>
                    <a:pt x="4145" y="8221"/>
                  </a:cubicBezTo>
                  <a:lnTo>
                    <a:pt x="4142" y="8221"/>
                  </a:lnTo>
                  <a:lnTo>
                    <a:pt x="1" y="54444"/>
                  </a:lnTo>
                  <a:lnTo>
                    <a:pt x="3" y="54444"/>
                  </a:lnTo>
                  <a:cubicBezTo>
                    <a:pt x="2745" y="54689"/>
                    <a:pt x="5470" y="54810"/>
                    <a:pt x="8171" y="54810"/>
                  </a:cubicBezTo>
                  <a:cubicBezTo>
                    <a:pt x="24948" y="54810"/>
                    <a:pt x="40828" y="50164"/>
                    <a:pt x="54456" y="42000"/>
                  </a:cubicBezTo>
                  <a:lnTo>
                    <a:pt x="54445" y="41982"/>
                  </a:lnTo>
                  <a:cubicBezTo>
                    <a:pt x="56748" y="40604"/>
                    <a:pt x="58982" y="39124"/>
                    <a:pt x="61144" y="37550"/>
                  </a:cubicBezTo>
                  <a:lnTo>
                    <a:pt x="33866" y="0"/>
                  </a:lnTo>
                  <a:close/>
                </a:path>
              </a:pathLst>
            </a:custGeom>
            <a:solidFill>
              <a:srgbClr val="BAC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9097;p127">
              <a:extLst>
                <a:ext uri="{FF2B5EF4-FFF2-40B4-BE49-F238E27FC236}">
                  <a16:creationId xmlns:a16="http://schemas.microsoft.com/office/drawing/2014/main" id="{B684DEEE-407F-624F-8685-9AC9024480EB}"/>
                </a:ext>
              </a:extLst>
            </p:cNvPr>
            <p:cNvSpPr/>
            <p:nvPr/>
          </p:nvSpPr>
          <p:spPr>
            <a:xfrm>
              <a:off x="7734911" y="2426963"/>
              <a:ext cx="434445" cy="418813"/>
            </a:xfrm>
            <a:custGeom>
              <a:avLst/>
              <a:gdLst/>
              <a:ahLst/>
              <a:cxnLst/>
              <a:rect l="l" t="t" r="r" b="b"/>
              <a:pathLst>
                <a:path w="59391" h="57254" extrusionOk="0">
                  <a:moveTo>
                    <a:pt x="30519" y="1"/>
                  </a:moveTo>
                  <a:lnTo>
                    <a:pt x="1" y="34961"/>
                  </a:lnTo>
                  <a:cubicBezTo>
                    <a:pt x="2014" y="36723"/>
                    <a:pt x="4109" y="38397"/>
                    <a:pt x="6278" y="39979"/>
                  </a:cubicBezTo>
                  <a:lnTo>
                    <a:pt x="6266" y="39995"/>
                  </a:lnTo>
                  <a:cubicBezTo>
                    <a:pt x="21176" y="50851"/>
                    <a:pt x="39536" y="57253"/>
                    <a:pt x="59390" y="57253"/>
                  </a:cubicBezTo>
                  <a:lnTo>
                    <a:pt x="59390" y="10847"/>
                  </a:lnTo>
                  <a:cubicBezTo>
                    <a:pt x="58084" y="10847"/>
                    <a:pt x="56791" y="10791"/>
                    <a:pt x="55514" y="10678"/>
                  </a:cubicBezTo>
                  <a:lnTo>
                    <a:pt x="55514" y="10671"/>
                  </a:lnTo>
                  <a:cubicBezTo>
                    <a:pt x="45890" y="9810"/>
                    <a:pt x="37274" y="5908"/>
                    <a:pt x="30519" y="1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9098;p127">
              <a:extLst>
                <a:ext uri="{FF2B5EF4-FFF2-40B4-BE49-F238E27FC236}">
                  <a16:creationId xmlns:a16="http://schemas.microsoft.com/office/drawing/2014/main" id="{40F61C8D-86BE-EC91-04F5-67A001C237C6}"/>
                </a:ext>
              </a:extLst>
            </p:cNvPr>
            <p:cNvSpPr/>
            <p:nvPr/>
          </p:nvSpPr>
          <p:spPr>
            <a:xfrm>
              <a:off x="7525051" y="2256329"/>
              <a:ext cx="455242" cy="463215"/>
            </a:xfrm>
            <a:custGeom>
              <a:avLst/>
              <a:gdLst/>
              <a:ahLst/>
              <a:cxnLst/>
              <a:rect l="l" t="t" r="r" b="b"/>
              <a:pathLst>
                <a:path w="62234" h="63324" extrusionOk="0">
                  <a:moveTo>
                    <a:pt x="45259" y="0"/>
                  </a:moveTo>
                  <a:lnTo>
                    <a:pt x="0" y="10349"/>
                  </a:lnTo>
                  <a:cubicBezTo>
                    <a:pt x="602" y="12981"/>
                    <a:pt x="1320" y="15573"/>
                    <a:pt x="2148" y="18119"/>
                  </a:cubicBezTo>
                  <a:lnTo>
                    <a:pt x="2101" y="18136"/>
                  </a:lnTo>
                  <a:cubicBezTo>
                    <a:pt x="8054" y="36464"/>
                    <a:pt x="19701" y="52224"/>
                    <a:pt x="34955" y="63323"/>
                  </a:cubicBezTo>
                  <a:lnTo>
                    <a:pt x="62234" y="25777"/>
                  </a:lnTo>
                  <a:cubicBezTo>
                    <a:pt x="61184" y="25014"/>
                    <a:pt x="60169" y="24203"/>
                    <a:pt x="59191" y="23352"/>
                  </a:cubicBezTo>
                  <a:lnTo>
                    <a:pt x="59211" y="23327"/>
                  </a:lnTo>
                  <a:cubicBezTo>
                    <a:pt x="52302" y="17286"/>
                    <a:pt x="47344" y="9145"/>
                    <a:pt x="45259" y="0"/>
                  </a:cubicBezTo>
                  <a:close/>
                </a:path>
              </a:pathLst>
            </a:custGeom>
            <a:solidFill>
              <a:srgbClr val="BAC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9099;p127">
              <a:extLst>
                <a:ext uri="{FF2B5EF4-FFF2-40B4-BE49-F238E27FC236}">
                  <a16:creationId xmlns:a16="http://schemas.microsoft.com/office/drawing/2014/main" id="{F4A1C98B-2C10-FF27-6DF1-98A156F753EA}"/>
                </a:ext>
              </a:extLst>
            </p:cNvPr>
            <p:cNvSpPr/>
            <p:nvPr/>
          </p:nvSpPr>
          <p:spPr>
            <a:xfrm>
              <a:off x="7508249" y="1924972"/>
              <a:ext cx="365633" cy="464042"/>
            </a:xfrm>
            <a:custGeom>
              <a:avLst/>
              <a:gdLst/>
              <a:ahLst/>
              <a:cxnLst/>
              <a:rect l="l" t="t" r="r" b="b"/>
              <a:pathLst>
                <a:path w="49984" h="63437" extrusionOk="0">
                  <a:moveTo>
                    <a:pt x="7285" y="1"/>
                  </a:moveTo>
                  <a:cubicBezTo>
                    <a:pt x="6231" y="2469"/>
                    <a:pt x="5284" y="4998"/>
                    <a:pt x="4449" y="7580"/>
                  </a:cubicBezTo>
                  <a:lnTo>
                    <a:pt x="4399" y="7563"/>
                  </a:lnTo>
                  <a:cubicBezTo>
                    <a:pt x="1543" y="16362"/>
                    <a:pt x="0" y="25750"/>
                    <a:pt x="0" y="35500"/>
                  </a:cubicBezTo>
                  <a:cubicBezTo>
                    <a:pt x="0" y="45248"/>
                    <a:pt x="1544" y="54639"/>
                    <a:pt x="4399" y="63437"/>
                  </a:cubicBezTo>
                  <a:lnTo>
                    <a:pt x="48589" y="49094"/>
                  </a:lnTo>
                  <a:cubicBezTo>
                    <a:pt x="48188" y="47857"/>
                    <a:pt x="47557" y="45303"/>
                    <a:pt x="47557" y="45303"/>
                  </a:cubicBezTo>
                  <a:cubicBezTo>
                    <a:pt x="46556" y="40915"/>
                    <a:pt x="46213" y="36301"/>
                    <a:pt x="46638" y="31576"/>
                  </a:cubicBezTo>
                  <a:cubicBezTo>
                    <a:pt x="47061" y="26851"/>
                    <a:pt x="48217" y="22370"/>
                    <a:pt x="49984" y="18231"/>
                  </a:cubicBezTo>
                  <a:lnTo>
                    <a:pt x="7285" y="1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9100;p127">
              <a:extLst>
                <a:ext uri="{FF2B5EF4-FFF2-40B4-BE49-F238E27FC236}">
                  <a16:creationId xmlns:a16="http://schemas.microsoft.com/office/drawing/2014/main" id="{17B4560C-55E5-8A82-DB6E-3D54A24C5D53}"/>
                </a:ext>
              </a:extLst>
            </p:cNvPr>
            <p:cNvSpPr/>
            <p:nvPr/>
          </p:nvSpPr>
          <p:spPr>
            <a:xfrm>
              <a:off x="7540418" y="1617212"/>
              <a:ext cx="464261" cy="468058"/>
            </a:xfrm>
            <a:custGeom>
              <a:avLst/>
              <a:gdLst/>
              <a:ahLst/>
              <a:cxnLst/>
              <a:rect l="l" t="t" r="r" b="b"/>
              <a:pathLst>
                <a:path w="63467" h="63986" extrusionOk="0">
                  <a:moveTo>
                    <a:pt x="39644" y="0"/>
                  </a:moveTo>
                  <a:cubicBezTo>
                    <a:pt x="37320" y="1393"/>
                    <a:pt x="35061" y="2888"/>
                    <a:pt x="32875" y="4480"/>
                  </a:cubicBezTo>
                  <a:lnTo>
                    <a:pt x="32854" y="4452"/>
                  </a:lnTo>
                  <a:cubicBezTo>
                    <a:pt x="17600" y="15554"/>
                    <a:pt x="5953" y="31315"/>
                    <a:pt x="1" y="49638"/>
                  </a:cubicBezTo>
                  <a:lnTo>
                    <a:pt x="44153" y="63985"/>
                  </a:lnTo>
                  <a:cubicBezTo>
                    <a:pt x="44561" y="62727"/>
                    <a:pt x="45025" y="61492"/>
                    <a:pt x="45542" y="60287"/>
                  </a:cubicBezTo>
                  <a:lnTo>
                    <a:pt x="45586" y="60306"/>
                  </a:lnTo>
                  <a:cubicBezTo>
                    <a:pt x="49265" y="51684"/>
                    <a:pt x="55592" y="44553"/>
                    <a:pt x="63466" y="39836"/>
                  </a:cubicBezTo>
                  <a:lnTo>
                    <a:pt x="39644" y="0"/>
                  </a:lnTo>
                  <a:close/>
                </a:path>
              </a:pathLst>
            </a:custGeom>
            <a:solidFill>
              <a:srgbClr val="BAC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9101;p127">
              <a:extLst>
                <a:ext uri="{FF2B5EF4-FFF2-40B4-BE49-F238E27FC236}">
                  <a16:creationId xmlns:a16="http://schemas.microsoft.com/office/drawing/2014/main" id="{018686DE-26F3-9AA9-DA41-8CA38609593E}"/>
                </a:ext>
              </a:extLst>
            </p:cNvPr>
            <p:cNvSpPr/>
            <p:nvPr/>
          </p:nvSpPr>
          <p:spPr>
            <a:xfrm>
              <a:off x="7780728" y="1524076"/>
              <a:ext cx="374828" cy="400379"/>
            </a:xfrm>
            <a:custGeom>
              <a:avLst/>
              <a:gdLst/>
              <a:ahLst/>
              <a:cxnLst/>
              <a:rect l="l" t="t" r="r" b="b"/>
              <a:pathLst>
                <a:path w="51241" h="54734" extrusionOk="0">
                  <a:moveTo>
                    <a:pt x="49286" y="0"/>
                  </a:moveTo>
                  <a:cubicBezTo>
                    <a:pt x="45747" y="149"/>
                    <a:pt x="42254" y="504"/>
                    <a:pt x="38820" y="1053"/>
                  </a:cubicBezTo>
                  <a:cubicBezTo>
                    <a:pt x="24474" y="3334"/>
                    <a:pt x="11256" y="8993"/>
                    <a:pt x="0" y="17185"/>
                  </a:cubicBezTo>
                  <a:lnTo>
                    <a:pt x="27281" y="54734"/>
                  </a:lnTo>
                  <a:cubicBezTo>
                    <a:pt x="27368" y="54663"/>
                    <a:pt x="27661" y="54495"/>
                    <a:pt x="28118" y="54252"/>
                  </a:cubicBezTo>
                  <a:cubicBezTo>
                    <a:pt x="33472" y="50543"/>
                    <a:pt x="39690" y="47993"/>
                    <a:pt x="46407" y="46962"/>
                  </a:cubicBezTo>
                  <a:cubicBezTo>
                    <a:pt x="47232" y="46770"/>
                    <a:pt x="47997" y="46633"/>
                    <a:pt x="48677" y="46563"/>
                  </a:cubicBezTo>
                  <a:lnTo>
                    <a:pt x="51241" y="46382"/>
                  </a:lnTo>
                  <a:lnTo>
                    <a:pt x="49286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6" name="Google Shape;9102;p127">
            <a:extLst>
              <a:ext uri="{FF2B5EF4-FFF2-40B4-BE49-F238E27FC236}">
                <a16:creationId xmlns:a16="http://schemas.microsoft.com/office/drawing/2014/main" id="{8F3A350F-CD20-A622-C797-8827FC25323D}"/>
              </a:ext>
            </a:extLst>
          </p:cNvPr>
          <p:cNvGrpSpPr/>
          <p:nvPr/>
        </p:nvGrpSpPr>
        <p:grpSpPr>
          <a:xfrm>
            <a:off x="6018564" y="5151657"/>
            <a:ext cx="546602" cy="558470"/>
            <a:chOff x="6039282" y="1042577"/>
            <a:chExt cx="734315" cy="731929"/>
          </a:xfrm>
        </p:grpSpPr>
        <p:sp>
          <p:nvSpPr>
            <p:cNvPr id="897" name="Google Shape;9103;p127">
              <a:extLst>
                <a:ext uri="{FF2B5EF4-FFF2-40B4-BE49-F238E27FC236}">
                  <a16:creationId xmlns:a16="http://schemas.microsoft.com/office/drawing/2014/main" id="{D41B452E-E551-EB5D-5810-82B10E4B3B39}"/>
                </a:ext>
              </a:extLst>
            </p:cNvPr>
            <p:cNvSpPr/>
            <p:nvPr/>
          </p:nvSpPr>
          <p:spPr>
            <a:xfrm>
              <a:off x="6045348" y="1300071"/>
              <a:ext cx="131951" cy="65352"/>
            </a:xfrm>
            <a:custGeom>
              <a:avLst/>
              <a:gdLst/>
              <a:ahLst/>
              <a:cxnLst/>
              <a:rect l="l" t="t" r="r" b="b"/>
              <a:pathLst>
                <a:path w="1414" h="701" extrusionOk="0">
                  <a:moveTo>
                    <a:pt x="108" y="0"/>
                  </a:moveTo>
                  <a:lnTo>
                    <a:pt x="51" y="224"/>
                  </a:lnTo>
                  <a:cubicBezTo>
                    <a:pt x="29" y="303"/>
                    <a:pt x="7" y="375"/>
                    <a:pt x="0" y="455"/>
                  </a:cubicBezTo>
                  <a:lnTo>
                    <a:pt x="1342" y="700"/>
                  </a:lnTo>
                  <a:cubicBezTo>
                    <a:pt x="1349" y="650"/>
                    <a:pt x="1363" y="599"/>
                    <a:pt x="1378" y="549"/>
                  </a:cubicBezTo>
                  <a:lnTo>
                    <a:pt x="1414" y="397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rgbClr val="5F7D95"/>
            </a:solidFill>
            <a:ln w="9525" cap="flat" cmpd="sng">
              <a:solidFill>
                <a:srgbClr val="5F7D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9104;p127">
              <a:extLst>
                <a:ext uri="{FF2B5EF4-FFF2-40B4-BE49-F238E27FC236}">
                  <a16:creationId xmlns:a16="http://schemas.microsoft.com/office/drawing/2014/main" id="{E212BE94-88F6-4627-BE35-3D371D7CC520}"/>
                </a:ext>
              </a:extLst>
            </p:cNvPr>
            <p:cNvSpPr/>
            <p:nvPr/>
          </p:nvSpPr>
          <p:spPr>
            <a:xfrm>
              <a:off x="6080342" y="1201250"/>
              <a:ext cx="127938" cy="96863"/>
            </a:xfrm>
            <a:custGeom>
              <a:avLst/>
              <a:gdLst/>
              <a:ahLst/>
              <a:cxnLst/>
              <a:rect l="l" t="t" r="r" b="b"/>
              <a:pathLst>
                <a:path w="1371" h="1039" extrusionOk="0">
                  <a:moveTo>
                    <a:pt x="245" y="0"/>
                  </a:moveTo>
                  <a:cubicBezTo>
                    <a:pt x="159" y="137"/>
                    <a:pt x="72" y="267"/>
                    <a:pt x="0" y="404"/>
                  </a:cubicBezTo>
                  <a:lnTo>
                    <a:pt x="1219" y="1039"/>
                  </a:lnTo>
                  <a:cubicBezTo>
                    <a:pt x="1262" y="945"/>
                    <a:pt x="1320" y="866"/>
                    <a:pt x="1371" y="772"/>
                  </a:cubicBezTo>
                  <a:lnTo>
                    <a:pt x="245" y="0"/>
                  </a:lnTo>
                  <a:close/>
                </a:path>
              </a:pathLst>
            </a:custGeom>
            <a:solidFill>
              <a:srgbClr val="5F7D95"/>
            </a:solidFill>
            <a:ln w="9525" cap="flat" cmpd="sng">
              <a:solidFill>
                <a:srgbClr val="5F7D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9105;p127">
              <a:extLst>
                <a:ext uri="{FF2B5EF4-FFF2-40B4-BE49-F238E27FC236}">
                  <a16:creationId xmlns:a16="http://schemas.microsoft.com/office/drawing/2014/main" id="{67229FE2-E351-3C02-0478-8BC6E3198FB7}"/>
                </a:ext>
              </a:extLst>
            </p:cNvPr>
            <p:cNvSpPr/>
            <p:nvPr/>
          </p:nvSpPr>
          <p:spPr>
            <a:xfrm>
              <a:off x="6144918" y="1121167"/>
              <a:ext cx="112541" cy="119145"/>
            </a:xfrm>
            <a:custGeom>
              <a:avLst/>
              <a:gdLst/>
              <a:ahLst/>
              <a:cxnLst/>
              <a:rect l="l" t="t" r="r" b="b"/>
              <a:pathLst>
                <a:path w="1206" h="1278" extrusionOk="0">
                  <a:moveTo>
                    <a:pt x="347" y="1"/>
                  </a:moveTo>
                  <a:cubicBezTo>
                    <a:pt x="224" y="95"/>
                    <a:pt x="116" y="210"/>
                    <a:pt x="1" y="318"/>
                  </a:cubicBezTo>
                  <a:lnTo>
                    <a:pt x="974" y="1278"/>
                  </a:lnTo>
                  <a:cubicBezTo>
                    <a:pt x="1046" y="1205"/>
                    <a:pt x="1126" y="1133"/>
                    <a:pt x="1205" y="1068"/>
                  </a:cubicBezTo>
                  <a:lnTo>
                    <a:pt x="347" y="1"/>
                  </a:lnTo>
                  <a:close/>
                </a:path>
              </a:pathLst>
            </a:custGeom>
            <a:solidFill>
              <a:srgbClr val="5F7D95"/>
            </a:solidFill>
            <a:ln w="9525" cap="flat" cmpd="sng">
              <a:solidFill>
                <a:srgbClr val="5F7D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106;p127">
              <a:extLst>
                <a:ext uri="{FF2B5EF4-FFF2-40B4-BE49-F238E27FC236}">
                  <a16:creationId xmlns:a16="http://schemas.microsoft.com/office/drawing/2014/main" id="{83060E25-0C97-B498-88DC-613B17F24C05}"/>
                </a:ext>
              </a:extLst>
            </p:cNvPr>
            <p:cNvSpPr/>
            <p:nvPr/>
          </p:nvSpPr>
          <p:spPr>
            <a:xfrm>
              <a:off x="6232449" y="1066723"/>
              <a:ext cx="86879" cy="130518"/>
            </a:xfrm>
            <a:custGeom>
              <a:avLst/>
              <a:gdLst/>
              <a:ahLst/>
              <a:cxnLst/>
              <a:rect l="l" t="t" r="r" b="b"/>
              <a:pathLst>
                <a:path w="931" h="1400" extrusionOk="0">
                  <a:moveTo>
                    <a:pt x="426" y="1"/>
                  </a:moveTo>
                  <a:cubicBezTo>
                    <a:pt x="354" y="22"/>
                    <a:pt x="282" y="58"/>
                    <a:pt x="209" y="94"/>
                  </a:cubicBezTo>
                  <a:lnTo>
                    <a:pt x="0" y="195"/>
                  </a:lnTo>
                  <a:lnTo>
                    <a:pt x="649" y="1400"/>
                  </a:lnTo>
                  <a:lnTo>
                    <a:pt x="786" y="1335"/>
                  </a:lnTo>
                  <a:cubicBezTo>
                    <a:pt x="830" y="1306"/>
                    <a:pt x="880" y="1285"/>
                    <a:pt x="931" y="1270"/>
                  </a:cubicBezTo>
                  <a:lnTo>
                    <a:pt x="426" y="1"/>
                  </a:lnTo>
                  <a:close/>
                </a:path>
              </a:pathLst>
            </a:custGeom>
            <a:solidFill>
              <a:srgbClr val="5F7D95"/>
            </a:solidFill>
            <a:ln w="9525" cap="flat" cmpd="sng">
              <a:solidFill>
                <a:srgbClr val="5F7D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107;p127">
              <a:extLst>
                <a:ext uri="{FF2B5EF4-FFF2-40B4-BE49-F238E27FC236}">
                  <a16:creationId xmlns:a16="http://schemas.microsoft.com/office/drawing/2014/main" id="{02EFB398-3A9C-FD02-34BD-41AFD0866762}"/>
                </a:ext>
              </a:extLst>
            </p:cNvPr>
            <p:cNvSpPr/>
            <p:nvPr/>
          </p:nvSpPr>
          <p:spPr>
            <a:xfrm>
              <a:off x="6335379" y="1042577"/>
              <a:ext cx="53284" cy="130518"/>
            </a:xfrm>
            <a:custGeom>
              <a:avLst/>
              <a:gdLst/>
              <a:ahLst/>
              <a:cxnLst/>
              <a:rect l="l" t="t" r="r" b="b"/>
              <a:pathLst>
                <a:path w="571" h="1400" extrusionOk="0">
                  <a:moveTo>
                    <a:pt x="470" y="0"/>
                  </a:moveTo>
                  <a:cubicBezTo>
                    <a:pt x="390" y="0"/>
                    <a:pt x="311" y="7"/>
                    <a:pt x="239" y="22"/>
                  </a:cubicBezTo>
                  <a:lnTo>
                    <a:pt x="1" y="58"/>
                  </a:lnTo>
                  <a:lnTo>
                    <a:pt x="268" y="1399"/>
                  </a:lnTo>
                  <a:lnTo>
                    <a:pt x="419" y="1378"/>
                  </a:lnTo>
                  <a:cubicBezTo>
                    <a:pt x="470" y="1370"/>
                    <a:pt x="520" y="1363"/>
                    <a:pt x="571" y="1363"/>
                  </a:cubicBezTo>
                  <a:lnTo>
                    <a:pt x="470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108;p127">
              <a:extLst>
                <a:ext uri="{FF2B5EF4-FFF2-40B4-BE49-F238E27FC236}">
                  <a16:creationId xmlns:a16="http://schemas.microsoft.com/office/drawing/2014/main" id="{F1CC2EA8-EB4F-A9C4-8AF2-E58E27C02184}"/>
                </a:ext>
              </a:extLst>
            </p:cNvPr>
            <p:cNvSpPr/>
            <p:nvPr/>
          </p:nvSpPr>
          <p:spPr>
            <a:xfrm>
              <a:off x="6431682" y="1043229"/>
              <a:ext cx="56550" cy="131824"/>
            </a:xfrm>
            <a:custGeom>
              <a:avLst/>
              <a:gdLst/>
              <a:ahLst/>
              <a:cxnLst/>
              <a:rect l="l" t="t" r="r" b="b"/>
              <a:pathLst>
                <a:path w="606" h="1414" extrusionOk="0">
                  <a:moveTo>
                    <a:pt x="144" y="0"/>
                  </a:moveTo>
                  <a:lnTo>
                    <a:pt x="0" y="1356"/>
                  </a:lnTo>
                  <a:cubicBezTo>
                    <a:pt x="101" y="1378"/>
                    <a:pt x="202" y="1385"/>
                    <a:pt x="303" y="1414"/>
                  </a:cubicBezTo>
                  <a:lnTo>
                    <a:pt x="606" y="80"/>
                  </a:lnTo>
                  <a:cubicBezTo>
                    <a:pt x="454" y="36"/>
                    <a:pt x="296" y="22"/>
                    <a:pt x="144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109;p127">
              <a:extLst>
                <a:ext uri="{FF2B5EF4-FFF2-40B4-BE49-F238E27FC236}">
                  <a16:creationId xmlns:a16="http://schemas.microsoft.com/office/drawing/2014/main" id="{F8E82698-DB7A-BA82-FE07-D6B2188E1E49}"/>
                </a:ext>
              </a:extLst>
            </p:cNvPr>
            <p:cNvSpPr/>
            <p:nvPr/>
          </p:nvSpPr>
          <p:spPr>
            <a:xfrm>
              <a:off x="6500924" y="1070731"/>
              <a:ext cx="89678" cy="130612"/>
            </a:xfrm>
            <a:custGeom>
              <a:avLst/>
              <a:gdLst/>
              <a:ahLst/>
              <a:cxnLst/>
              <a:rect l="l" t="t" r="r" b="b"/>
              <a:pathLst>
                <a:path w="961" h="1401" extrusionOk="0">
                  <a:moveTo>
                    <a:pt x="542" y="1"/>
                  </a:moveTo>
                  <a:lnTo>
                    <a:pt x="1" y="1256"/>
                  </a:lnTo>
                  <a:lnTo>
                    <a:pt x="138" y="1321"/>
                  </a:lnTo>
                  <a:cubicBezTo>
                    <a:pt x="181" y="1343"/>
                    <a:pt x="232" y="1371"/>
                    <a:pt x="275" y="1400"/>
                  </a:cubicBezTo>
                  <a:lnTo>
                    <a:pt x="960" y="210"/>
                  </a:lnTo>
                  <a:cubicBezTo>
                    <a:pt x="895" y="174"/>
                    <a:pt x="823" y="131"/>
                    <a:pt x="751" y="102"/>
                  </a:cubicBezTo>
                  <a:lnTo>
                    <a:pt x="542" y="1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110;p127">
              <a:extLst>
                <a:ext uri="{FF2B5EF4-FFF2-40B4-BE49-F238E27FC236}">
                  <a16:creationId xmlns:a16="http://schemas.microsoft.com/office/drawing/2014/main" id="{E65EC68A-3562-DA94-01A2-EA8C408EE222}"/>
                </a:ext>
              </a:extLst>
            </p:cNvPr>
            <p:cNvSpPr/>
            <p:nvPr/>
          </p:nvSpPr>
          <p:spPr>
            <a:xfrm>
              <a:off x="6561580" y="1127973"/>
              <a:ext cx="114501" cy="117746"/>
            </a:xfrm>
            <a:custGeom>
              <a:avLst/>
              <a:gdLst/>
              <a:ahLst/>
              <a:cxnLst/>
              <a:rect l="l" t="t" r="r" b="b"/>
              <a:pathLst>
                <a:path w="1227" h="1263" extrusionOk="0">
                  <a:moveTo>
                    <a:pt x="887" y="0"/>
                  </a:moveTo>
                  <a:lnTo>
                    <a:pt x="0" y="1046"/>
                  </a:lnTo>
                  <a:cubicBezTo>
                    <a:pt x="79" y="1111"/>
                    <a:pt x="152" y="1183"/>
                    <a:pt x="224" y="1262"/>
                  </a:cubicBezTo>
                  <a:lnTo>
                    <a:pt x="1226" y="332"/>
                  </a:lnTo>
                  <a:cubicBezTo>
                    <a:pt x="1118" y="209"/>
                    <a:pt x="1003" y="101"/>
                    <a:pt x="887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111;p127">
              <a:extLst>
                <a:ext uri="{FF2B5EF4-FFF2-40B4-BE49-F238E27FC236}">
                  <a16:creationId xmlns:a16="http://schemas.microsoft.com/office/drawing/2014/main" id="{94EA909C-1F16-D91A-262C-B8ACDDA7AD0F}"/>
                </a:ext>
              </a:extLst>
            </p:cNvPr>
            <p:cNvSpPr/>
            <p:nvPr/>
          </p:nvSpPr>
          <p:spPr>
            <a:xfrm>
              <a:off x="6636887" y="1310792"/>
              <a:ext cx="132697" cy="61996"/>
            </a:xfrm>
            <a:custGeom>
              <a:avLst/>
              <a:gdLst/>
              <a:ahLst/>
              <a:cxnLst/>
              <a:rect l="l" t="t" r="r" b="b"/>
              <a:pathLst>
                <a:path w="1422" h="665" extrusionOk="0">
                  <a:moveTo>
                    <a:pt x="1321" y="1"/>
                  </a:moveTo>
                  <a:lnTo>
                    <a:pt x="1" y="361"/>
                  </a:lnTo>
                  <a:lnTo>
                    <a:pt x="44" y="506"/>
                  </a:lnTo>
                  <a:cubicBezTo>
                    <a:pt x="51" y="556"/>
                    <a:pt x="59" y="614"/>
                    <a:pt x="66" y="664"/>
                  </a:cubicBezTo>
                  <a:lnTo>
                    <a:pt x="1422" y="462"/>
                  </a:lnTo>
                  <a:cubicBezTo>
                    <a:pt x="1407" y="383"/>
                    <a:pt x="1400" y="304"/>
                    <a:pt x="1378" y="232"/>
                  </a:cubicBezTo>
                  <a:lnTo>
                    <a:pt x="1321" y="1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112;p127">
              <a:extLst>
                <a:ext uri="{FF2B5EF4-FFF2-40B4-BE49-F238E27FC236}">
                  <a16:creationId xmlns:a16="http://schemas.microsoft.com/office/drawing/2014/main" id="{0860B431-F6E0-9BCB-114A-7E783DC839A2}"/>
                </a:ext>
              </a:extLst>
            </p:cNvPr>
            <p:cNvSpPr/>
            <p:nvPr/>
          </p:nvSpPr>
          <p:spPr>
            <a:xfrm>
              <a:off x="6642953" y="1415020"/>
              <a:ext cx="130645" cy="47826"/>
            </a:xfrm>
            <a:custGeom>
              <a:avLst/>
              <a:gdLst/>
              <a:ahLst/>
              <a:cxnLst/>
              <a:rect l="l" t="t" r="r" b="b"/>
              <a:pathLst>
                <a:path w="1400" h="513" extrusionOk="0">
                  <a:moveTo>
                    <a:pt x="30" y="1"/>
                  </a:moveTo>
                  <a:cubicBezTo>
                    <a:pt x="30" y="109"/>
                    <a:pt x="15" y="210"/>
                    <a:pt x="1" y="311"/>
                  </a:cubicBezTo>
                  <a:lnTo>
                    <a:pt x="1357" y="513"/>
                  </a:lnTo>
                  <a:cubicBezTo>
                    <a:pt x="1378" y="354"/>
                    <a:pt x="1393" y="203"/>
                    <a:pt x="1400" y="44"/>
                  </a:cubicBezTo>
                  <a:lnTo>
                    <a:pt x="30" y="1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113;p127">
              <a:extLst>
                <a:ext uri="{FF2B5EF4-FFF2-40B4-BE49-F238E27FC236}">
                  <a16:creationId xmlns:a16="http://schemas.microsoft.com/office/drawing/2014/main" id="{13349227-B406-0598-0FF2-7026A375904A}"/>
                </a:ext>
              </a:extLst>
            </p:cNvPr>
            <p:cNvSpPr/>
            <p:nvPr/>
          </p:nvSpPr>
          <p:spPr>
            <a:xfrm>
              <a:off x="6622143" y="1485687"/>
              <a:ext cx="131951" cy="81388"/>
            </a:xfrm>
            <a:custGeom>
              <a:avLst/>
              <a:gdLst/>
              <a:ahLst/>
              <a:cxnLst/>
              <a:rect l="l" t="t" r="r" b="b"/>
              <a:pathLst>
                <a:path w="1414" h="873" extrusionOk="0">
                  <a:moveTo>
                    <a:pt x="123" y="0"/>
                  </a:moveTo>
                  <a:lnTo>
                    <a:pt x="65" y="144"/>
                  </a:lnTo>
                  <a:cubicBezTo>
                    <a:pt x="51" y="195"/>
                    <a:pt x="22" y="238"/>
                    <a:pt x="0" y="281"/>
                  </a:cubicBezTo>
                  <a:lnTo>
                    <a:pt x="1234" y="873"/>
                  </a:lnTo>
                  <a:cubicBezTo>
                    <a:pt x="1270" y="801"/>
                    <a:pt x="1306" y="736"/>
                    <a:pt x="1335" y="664"/>
                  </a:cubicBezTo>
                  <a:lnTo>
                    <a:pt x="1414" y="440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114;p127">
              <a:extLst>
                <a:ext uri="{FF2B5EF4-FFF2-40B4-BE49-F238E27FC236}">
                  <a16:creationId xmlns:a16="http://schemas.microsoft.com/office/drawing/2014/main" id="{3D212AAE-D5A2-D352-7C08-E1E7D5C0E3AC}"/>
                </a:ext>
              </a:extLst>
            </p:cNvPr>
            <p:cNvSpPr/>
            <p:nvPr/>
          </p:nvSpPr>
          <p:spPr>
            <a:xfrm>
              <a:off x="6582390" y="1548895"/>
              <a:ext cx="121219" cy="108983"/>
            </a:xfrm>
            <a:custGeom>
              <a:avLst/>
              <a:gdLst/>
              <a:ahLst/>
              <a:cxnLst/>
              <a:rect l="l" t="t" r="r" b="b"/>
              <a:pathLst>
                <a:path w="1299" h="1169" extrusionOk="0">
                  <a:moveTo>
                    <a:pt x="195" y="0"/>
                  </a:moveTo>
                  <a:lnTo>
                    <a:pt x="102" y="123"/>
                  </a:lnTo>
                  <a:lnTo>
                    <a:pt x="1" y="238"/>
                  </a:lnTo>
                  <a:lnTo>
                    <a:pt x="1003" y="1168"/>
                  </a:lnTo>
                  <a:lnTo>
                    <a:pt x="1155" y="988"/>
                  </a:lnTo>
                  <a:lnTo>
                    <a:pt x="1299" y="801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115;p127">
              <a:extLst>
                <a:ext uri="{FF2B5EF4-FFF2-40B4-BE49-F238E27FC236}">
                  <a16:creationId xmlns:a16="http://schemas.microsoft.com/office/drawing/2014/main" id="{ACAB84B6-445D-3B70-3D34-402322E4CC46}"/>
                </a:ext>
              </a:extLst>
            </p:cNvPr>
            <p:cNvSpPr/>
            <p:nvPr/>
          </p:nvSpPr>
          <p:spPr>
            <a:xfrm>
              <a:off x="6526586" y="1599238"/>
              <a:ext cx="100316" cy="126510"/>
            </a:xfrm>
            <a:custGeom>
              <a:avLst/>
              <a:gdLst/>
              <a:ahLst/>
              <a:cxnLst/>
              <a:rect l="l" t="t" r="r" b="b"/>
              <a:pathLst>
                <a:path w="1075" h="1357" extrusionOk="0">
                  <a:moveTo>
                    <a:pt x="252" y="1"/>
                  </a:moveTo>
                  <a:cubicBezTo>
                    <a:pt x="209" y="37"/>
                    <a:pt x="173" y="66"/>
                    <a:pt x="130" y="95"/>
                  </a:cubicBezTo>
                  <a:lnTo>
                    <a:pt x="0" y="174"/>
                  </a:lnTo>
                  <a:lnTo>
                    <a:pt x="685" y="1357"/>
                  </a:lnTo>
                  <a:lnTo>
                    <a:pt x="880" y="1234"/>
                  </a:lnTo>
                  <a:cubicBezTo>
                    <a:pt x="952" y="1191"/>
                    <a:pt x="1010" y="1141"/>
                    <a:pt x="1075" y="1097"/>
                  </a:cubicBezTo>
                  <a:lnTo>
                    <a:pt x="252" y="1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16;p127">
              <a:extLst>
                <a:ext uri="{FF2B5EF4-FFF2-40B4-BE49-F238E27FC236}">
                  <a16:creationId xmlns:a16="http://schemas.microsoft.com/office/drawing/2014/main" id="{9CB1F51F-6210-498E-98BE-FB9D80792B90}"/>
                </a:ext>
              </a:extLst>
            </p:cNvPr>
            <p:cNvSpPr/>
            <p:nvPr/>
          </p:nvSpPr>
          <p:spPr>
            <a:xfrm>
              <a:off x="6459957" y="1632893"/>
              <a:ext cx="70735" cy="132570"/>
            </a:xfrm>
            <a:custGeom>
              <a:avLst/>
              <a:gdLst/>
              <a:ahLst/>
              <a:cxnLst/>
              <a:rect l="l" t="t" r="r" b="b"/>
              <a:pathLst>
                <a:path w="758" h="1422" extrusionOk="0">
                  <a:moveTo>
                    <a:pt x="296" y="1"/>
                  </a:moveTo>
                  <a:cubicBezTo>
                    <a:pt x="195" y="37"/>
                    <a:pt x="101" y="73"/>
                    <a:pt x="0" y="94"/>
                  </a:cubicBezTo>
                  <a:lnTo>
                    <a:pt x="303" y="1421"/>
                  </a:lnTo>
                  <a:cubicBezTo>
                    <a:pt x="454" y="1393"/>
                    <a:pt x="606" y="1342"/>
                    <a:pt x="757" y="1292"/>
                  </a:cubicBezTo>
                  <a:lnTo>
                    <a:pt x="296" y="1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7;p127">
              <a:extLst>
                <a:ext uri="{FF2B5EF4-FFF2-40B4-BE49-F238E27FC236}">
                  <a16:creationId xmlns:a16="http://schemas.microsoft.com/office/drawing/2014/main" id="{88DA1C86-0385-4F3B-EA04-68F6A73A888D}"/>
                </a:ext>
              </a:extLst>
            </p:cNvPr>
            <p:cNvSpPr/>
            <p:nvPr/>
          </p:nvSpPr>
          <p:spPr>
            <a:xfrm>
              <a:off x="6379145" y="1646318"/>
              <a:ext cx="43859" cy="128188"/>
            </a:xfrm>
            <a:custGeom>
              <a:avLst/>
              <a:gdLst/>
              <a:ahLst/>
              <a:cxnLst/>
              <a:rect l="l" t="t" r="r" b="b"/>
              <a:pathLst>
                <a:path w="470" h="1375" extrusionOk="0">
                  <a:moveTo>
                    <a:pt x="102" y="1"/>
                  </a:moveTo>
                  <a:lnTo>
                    <a:pt x="1" y="1364"/>
                  </a:lnTo>
                  <a:cubicBezTo>
                    <a:pt x="113" y="1369"/>
                    <a:pt x="221" y="1374"/>
                    <a:pt x="331" y="1374"/>
                  </a:cubicBezTo>
                  <a:cubicBezTo>
                    <a:pt x="377" y="1374"/>
                    <a:pt x="423" y="1373"/>
                    <a:pt x="469" y="1371"/>
                  </a:cubicBezTo>
                  <a:lnTo>
                    <a:pt x="412" y="1"/>
                  </a:lnTo>
                  <a:cubicBezTo>
                    <a:pt x="361" y="4"/>
                    <a:pt x="309" y="6"/>
                    <a:pt x="257" y="6"/>
                  </a:cubicBezTo>
                  <a:cubicBezTo>
                    <a:pt x="204" y="6"/>
                    <a:pt x="152" y="4"/>
                    <a:pt x="102" y="1"/>
                  </a:cubicBezTo>
                  <a:close/>
                </a:path>
              </a:pathLst>
            </a:custGeom>
            <a:solidFill>
              <a:srgbClr val="5F7D95"/>
            </a:solidFill>
            <a:ln w="9525" cap="flat" cmpd="sng">
              <a:solidFill>
                <a:srgbClr val="5F7D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18;p127">
              <a:extLst>
                <a:ext uri="{FF2B5EF4-FFF2-40B4-BE49-F238E27FC236}">
                  <a16:creationId xmlns:a16="http://schemas.microsoft.com/office/drawing/2014/main" id="{0979321A-1221-DA4B-25A7-679019C74C2E}"/>
                </a:ext>
              </a:extLst>
            </p:cNvPr>
            <p:cNvSpPr/>
            <p:nvPr/>
          </p:nvSpPr>
          <p:spPr>
            <a:xfrm>
              <a:off x="6272109" y="1630842"/>
              <a:ext cx="74187" cy="131917"/>
            </a:xfrm>
            <a:custGeom>
              <a:avLst/>
              <a:gdLst/>
              <a:ahLst/>
              <a:cxnLst/>
              <a:rect l="l" t="t" r="r" b="b"/>
              <a:pathLst>
                <a:path w="795" h="1415" extrusionOk="0">
                  <a:moveTo>
                    <a:pt x="506" y="1"/>
                  </a:moveTo>
                  <a:lnTo>
                    <a:pt x="1" y="1270"/>
                  </a:lnTo>
                  <a:cubicBezTo>
                    <a:pt x="145" y="1328"/>
                    <a:pt x="296" y="1379"/>
                    <a:pt x="448" y="1415"/>
                  </a:cubicBezTo>
                  <a:lnTo>
                    <a:pt x="794" y="95"/>
                  </a:lnTo>
                  <a:cubicBezTo>
                    <a:pt x="693" y="66"/>
                    <a:pt x="599" y="37"/>
                    <a:pt x="506" y="1"/>
                  </a:cubicBezTo>
                  <a:close/>
                </a:path>
              </a:pathLst>
            </a:custGeom>
            <a:solidFill>
              <a:srgbClr val="5F7D95"/>
            </a:solidFill>
            <a:ln w="9525" cap="flat" cmpd="sng">
              <a:solidFill>
                <a:srgbClr val="5F7D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19;p127">
              <a:extLst>
                <a:ext uri="{FF2B5EF4-FFF2-40B4-BE49-F238E27FC236}">
                  <a16:creationId xmlns:a16="http://schemas.microsoft.com/office/drawing/2014/main" id="{0700DAEE-589C-0A97-F433-D11F96AA534A}"/>
                </a:ext>
              </a:extLst>
            </p:cNvPr>
            <p:cNvSpPr/>
            <p:nvPr/>
          </p:nvSpPr>
          <p:spPr>
            <a:xfrm>
              <a:off x="6177205" y="1595229"/>
              <a:ext cx="103769" cy="125205"/>
            </a:xfrm>
            <a:custGeom>
              <a:avLst/>
              <a:gdLst/>
              <a:ahLst/>
              <a:cxnLst/>
              <a:rect l="l" t="t" r="r" b="b"/>
              <a:pathLst>
                <a:path w="1112" h="1343" extrusionOk="0">
                  <a:moveTo>
                    <a:pt x="859" y="1"/>
                  </a:moveTo>
                  <a:lnTo>
                    <a:pt x="1" y="1068"/>
                  </a:lnTo>
                  <a:cubicBezTo>
                    <a:pt x="123" y="1169"/>
                    <a:pt x="253" y="1256"/>
                    <a:pt x="390" y="1342"/>
                  </a:cubicBezTo>
                  <a:lnTo>
                    <a:pt x="1112" y="174"/>
                  </a:lnTo>
                  <a:cubicBezTo>
                    <a:pt x="1018" y="123"/>
                    <a:pt x="938" y="66"/>
                    <a:pt x="859" y="1"/>
                  </a:cubicBezTo>
                  <a:close/>
                </a:path>
              </a:pathLst>
            </a:custGeom>
            <a:solidFill>
              <a:srgbClr val="5F7D95"/>
            </a:solidFill>
            <a:ln w="9525" cap="flat" cmpd="sng">
              <a:solidFill>
                <a:srgbClr val="5F7D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20;p127">
              <a:extLst>
                <a:ext uri="{FF2B5EF4-FFF2-40B4-BE49-F238E27FC236}">
                  <a16:creationId xmlns:a16="http://schemas.microsoft.com/office/drawing/2014/main" id="{76639DFF-22E3-3270-0438-22A4FD996595}"/>
                </a:ext>
              </a:extLst>
            </p:cNvPr>
            <p:cNvSpPr/>
            <p:nvPr/>
          </p:nvSpPr>
          <p:spPr>
            <a:xfrm>
              <a:off x="6103205" y="1542835"/>
              <a:ext cx="123272" cy="106932"/>
            </a:xfrm>
            <a:custGeom>
              <a:avLst/>
              <a:gdLst/>
              <a:ahLst/>
              <a:cxnLst/>
              <a:rect l="l" t="t" r="r" b="b"/>
              <a:pathLst>
                <a:path w="1321" h="1147" extrusionOk="0">
                  <a:moveTo>
                    <a:pt x="1126" y="0"/>
                  </a:moveTo>
                  <a:lnTo>
                    <a:pt x="0" y="772"/>
                  </a:lnTo>
                  <a:lnTo>
                    <a:pt x="137" y="959"/>
                  </a:lnTo>
                  <a:lnTo>
                    <a:pt x="210" y="1053"/>
                  </a:lnTo>
                  <a:lnTo>
                    <a:pt x="289" y="1147"/>
                  </a:lnTo>
                  <a:lnTo>
                    <a:pt x="1320" y="245"/>
                  </a:lnTo>
                  <a:lnTo>
                    <a:pt x="1263" y="188"/>
                  </a:lnTo>
                  <a:lnTo>
                    <a:pt x="1219" y="123"/>
                  </a:lnTo>
                  <a:lnTo>
                    <a:pt x="1126" y="0"/>
                  </a:lnTo>
                  <a:close/>
                </a:path>
              </a:pathLst>
            </a:custGeom>
            <a:solidFill>
              <a:srgbClr val="5F7D95"/>
            </a:solidFill>
            <a:ln w="9525" cap="flat" cmpd="sng">
              <a:solidFill>
                <a:srgbClr val="5F7D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21;p127">
              <a:extLst>
                <a:ext uri="{FF2B5EF4-FFF2-40B4-BE49-F238E27FC236}">
                  <a16:creationId xmlns:a16="http://schemas.microsoft.com/office/drawing/2014/main" id="{414CB422-4CC2-3B32-045C-CCCF667129EE}"/>
                </a:ext>
              </a:extLst>
            </p:cNvPr>
            <p:cNvSpPr/>
            <p:nvPr/>
          </p:nvSpPr>
          <p:spPr>
            <a:xfrm>
              <a:off x="6055426" y="1478881"/>
              <a:ext cx="131951" cy="78777"/>
            </a:xfrm>
            <a:custGeom>
              <a:avLst/>
              <a:gdLst/>
              <a:ahLst/>
              <a:cxnLst/>
              <a:rect l="l" t="t" r="r" b="b"/>
              <a:pathLst>
                <a:path w="1414" h="845" extrusionOk="0">
                  <a:moveTo>
                    <a:pt x="1306" y="1"/>
                  </a:moveTo>
                  <a:lnTo>
                    <a:pt x="0" y="405"/>
                  </a:lnTo>
                  <a:cubicBezTo>
                    <a:pt x="51" y="549"/>
                    <a:pt x="101" y="701"/>
                    <a:pt x="166" y="845"/>
                  </a:cubicBezTo>
                  <a:lnTo>
                    <a:pt x="1414" y="282"/>
                  </a:lnTo>
                  <a:cubicBezTo>
                    <a:pt x="1371" y="196"/>
                    <a:pt x="1342" y="95"/>
                    <a:pt x="1306" y="1"/>
                  </a:cubicBezTo>
                  <a:close/>
                </a:path>
              </a:pathLst>
            </a:custGeom>
            <a:solidFill>
              <a:srgbClr val="5F7D95"/>
            </a:solidFill>
            <a:ln w="9525" cap="flat" cmpd="sng">
              <a:solidFill>
                <a:srgbClr val="5F7D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22;p127">
              <a:extLst>
                <a:ext uri="{FF2B5EF4-FFF2-40B4-BE49-F238E27FC236}">
                  <a16:creationId xmlns:a16="http://schemas.microsoft.com/office/drawing/2014/main" id="{1E295FB7-38CC-C07B-E121-CBC6646BE46B}"/>
                </a:ext>
              </a:extLst>
            </p:cNvPr>
            <p:cNvSpPr/>
            <p:nvPr/>
          </p:nvSpPr>
          <p:spPr>
            <a:xfrm>
              <a:off x="6039282" y="1408308"/>
              <a:ext cx="129338" cy="43817"/>
            </a:xfrm>
            <a:custGeom>
              <a:avLst/>
              <a:gdLst/>
              <a:ahLst/>
              <a:cxnLst/>
              <a:rect l="l" t="t" r="r" b="b"/>
              <a:pathLst>
                <a:path w="1386" h="470" extrusionOk="0">
                  <a:moveTo>
                    <a:pt x="0" y="1"/>
                  </a:moveTo>
                  <a:cubicBezTo>
                    <a:pt x="7" y="152"/>
                    <a:pt x="7" y="311"/>
                    <a:pt x="29" y="469"/>
                  </a:cubicBezTo>
                  <a:lnTo>
                    <a:pt x="1385" y="304"/>
                  </a:lnTo>
                  <a:cubicBezTo>
                    <a:pt x="1371" y="203"/>
                    <a:pt x="1378" y="102"/>
                    <a:pt x="1363" y="1"/>
                  </a:cubicBezTo>
                  <a:close/>
                </a:path>
              </a:pathLst>
            </a:custGeom>
            <a:solidFill>
              <a:srgbClr val="5F7D95"/>
            </a:solidFill>
            <a:ln w="9525" cap="flat" cmpd="sng">
              <a:solidFill>
                <a:srgbClr val="5F7D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23;p127">
              <a:extLst>
                <a:ext uri="{FF2B5EF4-FFF2-40B4-BE49-F238E27FC236}">
                  <a16:creationId xmlns:a16="http://schemas.microsoft.com/office/drawing/2014/main" id="{E6B347A1-4171-5901-B6DF-AF3520690272}"/>
                </a:ext>
              </a:extLst>
            </p:cNvPr>
            <p:cNvSpPr/>
            <p:nvPr/>
          </p:nvSpPr>
          <p:spPr>
            <a:xfrm>
              <a:off x="6608612" y="1210666"/>
              <a:ext cx="128685" cy="93507"/>
            </a:xfrm>
            <a:custGeom>
              <a:avLst/>
              <a:gdLst/>
              <a:ahLst/>
              <a:cxnLst/>
              <a:rect l="l" t="t" r="r" b="b"/>
              <a:pathLst>
                <a:path w="1379" h="1003" extrusionOk="0">
                  <a:moveTo>
                    <a:pt x="1155" y="0"/>
                  </a:moveTo>
                  <a:lnTo>
                    <a:pt x="1" y="736"/>
                  </a:lnTo>
                  <a:lnTo>
                    <a:pt x="80" y="866"/>
                  </a:lnTo>
                  <a:cubicBezTo>
                    <a:pt x="102" y="909"/>
                    <a:pt x="131" y="959"/>
                    <a:pt x="145" y="1003"/>
                  </a:cubicBezTo>
                  <a:lnTo>
                    <a:pt x="1379" y="411"/>
                  </a:lnTo>
                  <a:cubicBezTo>
                    <a:pt x="1342" y="339"/>
                    <a:pt x="1314" y="267"/>
                    <a:pt x="1278" y="202"/>
                  </a:cubicBezTo>
                  <a:lnTo>
                    <a:pt x="1155" y="0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18" name="Google Shape;9124;p127">
            <a:extLst>
              <a:ext uri="{FF2B5EF4-FFF2-40B4-BE49-F238E27FC236}">
                <a16:creationId xmlns:a16="http://schemas.microsoft.com/office/drawing/2014/main" id="{E5598F82-8AB2-3F7F-1841-FCDF6887181B}"/>
              </a:ext>
            </a:extLst>
          </p:cNvPr>
          <p:cNvGrpSpPr/>
          <p:nvPr/>
        </p:nvGrpSpPr>
        <p:grpSpPr>
          <a:xfrm>
            <a:off x="6729110" y="3482998"/>
            <a:ext cx="536231" cy="560194"/>
            <a:chOff x="1825800" y="1651625"/>
            <a:chExt cx="568125" cy="591775"/>
          </a:xfrm>
        </p:grpSpPr>
        <p:sp>
          <p:nvSpPr>
            <p:cNvPr id="919" name="Google Shape;9125;p127">
              <a:extLst>
                <a:ext uri="{FF2B5EF4-FFF2-40B4-BE49-F238E27FC236}">
                  <a16:creationId xmlns:a16="http://schemas.microsoft.com/office/drawing/2014/main" id="{C9239BFC-9941-B305-FA6B-8864DF30E5C3}"/>
                </a:ext>
              </a:extLst>
            </p:cNvPr>
            <p:cNvSpPr/>
            <p:nvPr/>
          </p:nvSpPr>
          <p:spPr>
            <a:xfrm>
              <a:off x="1898925" y="1777225"/>
              <a:ext cx="370875" cy="370500"/>
            </a:xfrm>
            <a:custGeom>
              <a:avLst/>
              <a:gdLst/>
              <a:ahLst/>
              <a:cxnLst/>
              <a:rect l="l" t="t" r="r" b="b"/>
              <a:pathLst>
                <a:path w="14835" h="14820" extrusionOk="0">
                  <a:moveTo>
                    <a:pt x="7417" y="0"/>
                  </a:moveTo>
                  <a:cubicBezTo>
                    <a:pt x="3338" y="0"/>
                    <a:pt x="23" y="3300"/>
                    <a:pt x="9" y="7382"/>
                  </a:cubicBezTo>
                  <a:cubicBezTo>
                    <a:pt x="1" y="9347"/>
                    <a:pt x="774" y="11235"/>
                    <a:pt x="2160" y="12630"/>
                  </a:cubicBezTo>
                  <a:cubicBezTo>
                    <a:pt x="3543" y="14025"/>
                    <a:pt x="5425" y="14811"/>
                    <a:pt x="7391" y="14819"/>
                  </a:cubicBezTo>
                  <a:cubicBezTo>
                    <a:pt x="7399" y="14819"/>
                    <a:pt x="7407" y="14819"/>
                    <a:pt x="7415" y="14819"/>
                  </a:cubicBezTo>
                  <a:cubicBezTo>
                    <a:pt x="9371" y="14819"/>
                    <a:pt x="11248" y="14046"/>
                    <a:pt x="12637" y="12668"/>
                  </a:cubicBezTo>
                  <a:cubicBezTo>
                    <a:pt x="14032" y="11283"/>
                    <a:pt x="14820" y="9402"/>
                    <a:pt x="14826" y="7437"/>
                  </a:cubicBezTo>
                  <a:cubicBezTo>
                    <a:pt x="14834" y="5472"/>
                    <a:pt x="14061" y="3584"/>
                    <a:pt x="12675" y="2189"/>
                  </a:cubicBezTo>
                  <a:cubicBezTo>
                    <a:pt x="11292" y="795"/>
                    <a:pt x="9410" y="8"/>
                    <a:pt x="7444" y="0"/>
                  </a:cubicBezTo>
                  <a:cubicBezTo>
                    <a:pt x="7435" y="0"/>
                    <a:pt x="7426" y="0"/>
                    <a:pt x="7417" y="0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126;p127">
              <a:extLst>
                <a:ext uri="{FF2B5EF4-FFF2-40B4-BE49-F238E27FC236}">
                  <a16:creationId xmlns:a16="http://schemas.microsoft.com/office/drawing/2014/main" id="{9CC47679-0990-84DD-0267-514B66C7A19B}"/>
                </a:ext>
              </a:extLst>
            </p:cNvPr>
            <p:cNvSpPr/>
            <p:nvPr/>
          </p:nvSpPr>
          <p:spPr>
            <a:xfrm>
              <a:off x="2121325" y="1651625"/>
              <a:ext cx="272600" cy="287950"/>
            </a:xfrm>
            <a:custGeom>
              <a:avLst/>
              <a:gdLst/>
              <a:ahLst/>
              <a:cxnLst/>
              <a:rect l="l" t="t" r="r" b="b"/>
              <a:pathLst>
                <a:path w="10904" h="11518" extrusionOk="0">
                  <a:moveTo>
                    <a:pt x="2" y="1"/>
                  </a:moveTo>
                  <a:lnTo>
                    <a:pt x="0" y="11518"/>
                  </a:lnTo>
                  <a:lnTo>
                    <a:pt x="10904" y="11518"/>
                  </a:lnTo>
                  <a:cubicBezTo>
                    <a:pt x="10391" y="5596"/>
                    <a:pt x="5836" y="826"/>
                    <a:pt x="2" y="1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21" name="Google Shape;9127;p127">
              <a:extLst>
                <a:ext uri="{FF2B5EF4-FFF2-40B4-BE49-F238E27FC236}">
                  <a16:creationId xmlns:a16="http://schemas.microsoft.com/office/drawing/2014/main" id="{4339B819-E518-7987-82EE-C4018B1AE3EC}"/>
                </a:ext>
              </a:extLst>
            </p:cNvPr>
            <p:cNvSpPr/>
            <p:nvPr/>
          </p:nvSpPr>
          <p:spPr>
            <a:xfrm>
              <a:off x="1825800" y="1987150"/>
              <a:ext cx="231900" cy="233575"/>
            </a:xfrm>
            <a:custGeom>
              <a:avLst/>
              <a:gdLst/>
              <a:ahLst/>
              <a:cxnLst/>
              <a:rect l="l" t="t" r="r" b="b"/>
              <a:pathLst>
                <a:path w="9276" h="9343" extrusionOk="0">
                  <a:moveTo>
                    <a:pt x="0" y="1"/>
                  </a:moveTo>
                  <a:cubicBezTo>
                    <a:pt x="465" y="4930"/>
                    <a:pt x="4350" y="8842"/>
                    <a:pt x="9275" y="9343"/>
                  </a:cubicBezTo>
                  <a:lnTo>
                    <a:pt x="9275" y="1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128;p127">
              <a:extLst>
                <a:ext uri="{FF2B5EF4-FFF2-40B4-BE49-F238E27FC236}">
                  <a16:creationId xmlns:a16="http://schemas.microsoft.com/office/drawing/2014/main" id="{4FD87F94-4C62-6C0B-F3D3-7DE00E8219C6}"/>
                </a:ext>
              </a:extLst>
            </p:cNvPr>
            <p:cNvSpPr/>
            <p:nvPr/>
          </p:nvSpPr>
          <p:spPr>
            <a:xfrm>
              <a:off x="2121325" y="1987150"/>
              <a:ext cx="244350" cy="256250"/>
            </a:xfrm>
            <a:custGeom>
              <a:avLst/>
              <a:gdLst/>
              <a:ahLst/>
              <a:cxnLst/>
              <a:rect l="l" t="t" r="r" b="b"/>
              <a:pathLst>
                <a:path w="9774" h="10250" extrusionOk="0">
                  <a:moveTo>
                    <a:pt x="0" y="1"/>
                  </a:moveTo>
                  <a:lnTo>
                    <a:pt x="0" y="10249"/>
                  </a:lnTo>
                  <a:cubicBezTo>
                    <a:pt x="5200" y="9514"/>
                    <a:pt x="9280" y="5280"/>
                    <a:pt x="9773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129;p127">
              <a:extLst>
                <a:ext uri="{FF2B5EF4-FFF2-40B4-BE49-F238E27FC236}">
                  <a16:creationId xmlns:a16="http://schemas.microsoft.com/office/drawing/2014/main" id="{9AD1A98B-02CE-35D2-4B23-EF9B71FB2F6C}"/>
                </a:ext>
              </a:extLst>
            </p:cNvPr>
            <p:cNvSpPr/>
            <p:nvPr/>
          </p:nvSpPr>
          <p:spPr>
            <a:xfrm>
              <a:off x="1851375" y="1730300"/>
              <a:ext cx="206325" cy="209275"/>
            </a:xfrm>
            <a:custGeom>
              <a:avLst/>
              <a:gdLst/>
              <a:ahLst/>
              <a:cxnLst/>
              <a:rect l="l" t="t" r="r" b="b"/>
              <a:pathLst>
                <a:path w="8253" h="8371" extrusionOk="0">
                  <a:moveTo>
                    <a:pt x="8252" y="1"/>
                  </a:moveTo>
                  <a:cubicBezTo>
                    <a:pt x="3865" y="441"/>
                    <a:pt x="383" y="3959"/>
                    <a:pt x="1" y="8371"/>
                  </a:cubicBezTo>
                  <a:lnTo>
                    <a:pt x="8252" y="8371"/>
                  </a:lnTo>
                  <a:lnTo>
                    <a:pt x="8252" y="1"/>
                  </a:ln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130;p127">
              <a:extLst>
                <a:ext uri="{FF2B5EF4-FFF2-40B4-BE49-F238E27FC236}">
                  <a16:creationId xmlns:a16="http://schemas.microsoft.com/office/drawing/2014/main" id="{34BE828D-7D6F-AC1C-B863-EE64BA187509}"/>
                </a:ext>
              </a:extLst>
            </p:cNvPr>
            <p:cNvSpPr/>
            <p:nvPr/>
          </p:nvSpPr>
          <p:spPr>
            <a:xfrm>
              <a:off x="1956875" y="1835225"/>
              <a:ext cx="254975" cy="254475"/>
            </a:xfrm>
            <a:custGeom>
              <a:avLst/>
              <a:gdLst/>
              <a:ahLst/>
              <a:cxnLst/>
              <a:rect l="l" t="t" r="r" b="b"/>
              <a:pathLst>
                <a:path w="10199" h="10179" extrusionOk="0">
                  <a:moveTo>
                    <a:pt x="5097" y="1"/>
                  </a:moveTo>
                  <a:cubicBezTo>
                    <a:pt x="2296" y="1"/>
                    <a:pt x="21" y="2267"/>
                    <a:pt x="10" y="5070"/>
                  </a:cubicBezTo>
                  <a:cubicBezTo>
                    <a:pt x="0" y="7882"/>
                    <a:pt x="2271" y="10169"/>
                    <a:pt x="5081" y="10179"/>
                  </a:cubicBezTo>
                  <a:cubicBezTo>
                    <a:pt x="5088" y="10179"/>
                    <a:pt x="5095" y="10179"/>
                    <a:pt x="5102" y="10179"/>
                  </a:cubicBezTo>
                  <a:cubicBezTo>
                    <a:pt x="7903" y="10179"/>
                    <a:pt x="10178" y="7912"/>
                    <a:pt x="10189" y="5109"/>
                  </a:cubicBezTo>
                  <a:cubicBezTo>
                    <a:pt x="10199" y="2297"/>
                    <a:pt x="7928" y="10"/>
                    <a:pt x="5118" y="1"/>
                  </a:cubicBezTo>
                  <a:cubicBezTo>
                    <a:pt x="5111" y="1"/>
                    <a:pt x="5104" y="1"/>
                    <a:pt x="5097" y="1"/>
                  </a:cubicBezTo>
                  <a:close/>
                </a:path>
              </a:pathLst>
            </a:custGeom>
            <a:solidFill>
              <a:srgbClr val="F3F5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25" name="Google Shape;9131;p127">
            <a:extLst>
              <a:ext uri="{FF2B5EF4-FFF2-40B4-BE49-F238E27FC236}">
                <a16:creationId xmlns:a16="http://schemas.microsoft.com/office/drawing/2014/main" id="{1EE162C0-DB31-43CF-C4A2-4D4E5BE2CB8C}"/>
              </a:ext>
            </a:extLst>
          </p:cNvPr>
          <p:cNvSpPr/>
          <p:nvPr/>
        </p:nvSpPr>
        <p:spPr>
          <a:xfrm>
            <a:off x="9633352" y="4680351"/>
            <a:ext cx="193429" cy="193429"/>
          </a:xfrm>
          <a:custGeom>
            <a:avLst/>
            <a:gdLst/>
            <a:ahLst/>
            <a:cxnLst/>
            <a:rect l="l" t="t" r="r" b="b"/>
            <a:pathLst>
              <a:path w="208163" h="208163" extrusionOk="0">
                <a:moveTo>
                  <a:pt x="79632" y="48546"/>
                </a:moveTo>
                <a:cubicBezTo>
                  <a:pt x="80399" y="48546"/>
                  <a:pt x="81191" y="48783"/>
                  <a:pt x="81877" y="49126"/>
                </a:cubicBezTo>
                <a:lnTo>
                  <a:pt x="158203" y="101306"/>
                </a:lnTo>
                <a:cubicBezTo>
                  <a:pt x="159036" y="101861"/>
                  <a:pt x="159591" y="102971"/>
                  <a:pt x="159591" y="104081"/>
                </a:cubicBezTo>
                <a:cubicBezTo>
                  <a:pt x="159591" y="105191"/>
                  <a:pt x="159036" y="106302"/>
                  <a:pt x="158203" y="106857"/>
                </a:cubicBezTo>
                <a:lnTo>
                  <a:pt x="81877" y="159036"/>
                </a:lnTo>
                <a:cubicBezTo>
                  <a:pt x="81045" y="159314"/>
                  <a:pt x="80489" y="159591"/>
                  <a:pt x="79934" y="159591"/>
                </a:cubicBezTo>
                <a:cubicBezTo>
                  <a:pt x="79379" y="159591"/>
                  <a:pt x="78547" y="159591"/>
                  <a:pt x="78269" y="159314"/>
                </a:cubicBezTo>
                <a:cubicBezTo>
                  <a:pt x="77159" y="158481"/>
                  <a:pt x="76326" y="157371"/>
                  <a:pt x="76326" y="156260"/>
                </a:cubicBezTo>
                <a:lnTo>
                  <a:pt x="76326" y="52179"/>
                </a:lnTo>
                <a:cubicBezTo>
                  <a:pt x="76326" y="50792"/>
                  <a:pt x="77159" y="49681"/>
                  <a:pt x="78269" y="48849"/>
                </a:cubicBezTo>
                <a:cubicBezTo>
                  <a:pt x="78693" y="48637"/>
                  <a:pt x="79158" y="48546"/>
                  <a:pt x="79632" y="48546"/>
                </a:cubicBezTo>
                <a:close/>
                <a:moveTo>
                  <a:pt x="104081" y="0"/>
                </a:moveTo>
                <a:cubicBezTo>
                  <a:pt x="46628" y="0"/>
                  <a:pt x="0" y="46628"/>
                  <a:pt x="0" y="104081"/>
                </a:cubicBezTo>
                <a:cubicBezTo>
                  <a:pt x="0" y="161534"/>
                  <a:pt x="46628" y="208162"/>
                  <a:pt x="104081" y="208162"/>
                </a:cubicBezTo>
                <a:cubicBezTo>
                  <a:pt x="161534" y="208162"/>
                  <a:pt x="208162" y="161534"/>
                  <a:pt x="208162" y="104081"/>
                </a:cubicBezTo>
                <a:cubicBezTo>
                  <a:pt x="208162" y="46628"/>
                  <a:pt x="161534" y="0"/>
                  <a:pt x="104081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6" name="Google Shape;9132;p127">
            <a:extLst>
              <a:ext uri="{FF2B5EF4-FFF2-40B4-BE49-F238E27FC236}">
                <a16:creationId xmlns:a16="http://schemas.microsoft.com/office/drawing/2014/main" id="{D87E4001-647E-FE8F-6D6A-65F3B9852D6F}"/>
              </a:ext>
            </a:extLst>
          </p:cNvPr>
          <p:cNvSpPr/>
          <p:nvPr/>
        </p:nvSpPr>
        <p:spPr>
          <a:xfrm>
            <a:off x="9984242" y="4712326"/>
            <a:ext cx="164762" cy="129480"/>
          </a:xfrm>
          <a:prstGeom prst="stripedRightArrow">
            <a:avLst>
              <a:gd name="adj1" fmla="val 50000"/>
              <a:gd name="adj2" fmla="val 5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7" name="Google Shape;9133;p127">
            <a:extLst>
              <a:ext uri="{FF2B5EF4-FFF2-40B4-BE49-F238E27FC236}">
                <a16:creationId xmlns:a16="http://schemas.microsoft.com/office/drawing/2014/main" id="{68DD33E3-C7B9-481C-CA5D-0101424508B1}"/>
              </a:ext>
            </a:extLst>
          </p:cNvPr>
          <p:cNvSpPr/>
          <p:nvPr/>
        </p:nvSpPr>
        <p:spPr>
          <a:xfrm>
            <a:off x="8988028" y="3958898"/>
            <a:ext cx="131144" cy="131144"/>
          </a:xfrm>
          <a:prstGeom prst="curvedRight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8" name="Google Shape;9134;p127">
            <a:extLst>
              <a:ext uri="{FF2B5EF4-FFF2-40B4-BE49-F238E27FC236}">
                <a16:creationId xmlns:a16="http://schemas.microsoft.com/office/drawing/2014/main" id="{AB408905-A237-9013-3FB0-9E0D4DFBF958}"/>
              </a:ext>
            </a:extLst>
          </p:cNvPr>
          <p:cNvSpPr/>
          <p:nvPr/>
        </p:nvSpPr>
        <p:spPr>
          <a:xfrm flipH="1">
            <a:off x="9329054" y="3958898"/>
            <a:ext cx="131144" cy="131144"/>
          </a:xfrm>
          <a:prstGeom prst="curvedRight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806502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9141;p128">
            <a:extLst>
              <a:ext uri="{FF2B5EF4-FFF2-40B4-BE49-F238E27FC236}">
                <a16:creationId xmlns:a16="http://schemas.microsoft.com/office/drawing/2014/main" id="{CC33317D-663B-6F39-8CB2-5A03680415A6}"/>
              </a:ext>
            </a:extLst>
          </p:cNvPr>
          <p:cNvGrpSpPr/>
          <p:nvPr/>
        </p:nvGrpSpPr>
        <p:grpSpPr>
          <a:xfrm>
            <a:off x="1820879" y="2407985"/>
            <a:ext cx="2558780" cy="1416360"/>
            <a:chOff x="2654821" y="2311071"/>
            <a:chExt cx="2279715" cy="1262120"/>
          </a:xfrm>
          <a:solidFill>
            <a:schemeClr val="accent1">
              <a:lumMod val="75000"/>
            </a:schemeClr>
          </a:solidFill>
        </p:grpSpPr>
        <p:grpSp>
          <p:nvGrpSpPr>
            <p:cNvPr id="3" name="Google Shape;9142;p128">
              <a:extLst>
                <a:ext uri="{FF2B5EF4-FFF2-40B4-BE49-F238E27FC236}">
                  <a16:creationId xmlns:a16="http://schemas.microsoft.com/office/drawing/2014/main" id="{CF77A4B3-92A3-A720-B25B-FC576269772F}"/>
                </a:ext>
              </a:extLst>
            </p:cNvPr>
            <p:cNvGrpSpPr/>
            <p:nvPr/>
          </p:nvGrpSpPr>
          <p:grpSpPr>
            <a:xfrm>
              <a:off x="4034269" y="2840745"/>
              <a:ext cx="40212" cy="36437"/>
              <a:chOff x="4293400" y="2574725"/>
              <a:chExt cx="84425" cy="80100"/>
            </a:xfrm>
            <a:grpFill/>
          </p:grpSpPr>
          <p:sp>
            <p:nvSpPr>
              <p:cNvPr id="515" name="Google Shape;9143;p128">
                <a:extLst>
                  <a:ext uri="{FF2B5EF4-FFF2-40B4-BE49-F238E27FC236}">
                    <a16:creationId xmlns:a16="http://schemas.microsoft.com/office/drawing/2014/main" id="{91ACFAE7-F7CE-8ECB-DDD5-B5FF50DEF2B5}"/>
                  </a:ext>
                </a:extLst>
              </p:cNvPr>
              <p:cNvSpPr/>
              <p:nvPr/>
            </p:nvSpPr>
            <p:spPr>
              <a:xfrm>
                <a:off x="4293400" y="2574725"/>
                <a:ext cx="57150" cy="45250"/>
              </a:xfrm>
              <a:custGeom>
                <a:avLst/>
                <a:gdLst/>
                <a:ahLst/>
                <a:cxnLst/>
                <a:rect l="l" t="t" r="r" b="b"/>
                <a:pathLst>
                  <a:path w="2286" h="1810" extrusionOk="0">
                    <a:moveTo>
                      <a:pt x="2286" y="905"/>
                    </a:moveTo>
                    <a:lnTo>
                      <a:pt x="1857" y="476"/>
                    </a:lnTo>
                    <a:lnTo>
                      <a:pt x="0" y="0"/>
                    </a:lnTo>
                    <a:lnTo>
                      <a:pt x="95" y="834"/>
                    </a:lnTo>
                    <a:lnTo>
                      <a:pt x="952" y="1476"/>
                    </a:lnTo>
                    <a:lnTo>
                      <a:pt x="1952" y="18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516" name="Google Shape;9144;p128">
                <a:extLst>
                  <a:ext uri="{FF2B5EF4-FFF2-40B4-BE49-F238E27FC236}">
                    <a16:creationId xmlns:a16="http://schemas.microsoft.com/office/drawing/2014/main" id="{7BB4AC2E-138F-6EAC-1754-3ED3F1987BB0}"/>
                  </a:ext>
                </a:extLst>
              </p:cNvPr>
              <p:cNvSpPr/>
              <p:nvPr/>
            </p:nvSpPr>
            <p:spPr>
              <a:xfrm>
                <a:off x="4299350" y="2589925"/>
                <a:ext cx="78475" cy="649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596" extrusionOk="0">
                    <a:moveTo>
                      <a:pt x="2009" y="1"/>
                    </a:moveTo>
                    <a:lnTo>
                      <a:pt x="1820" y="252"/>
                    </a:lnTo>
                    <a:lnTo>
                      <a:pt x="1632" y="314"/>
                    </a:lnTo>
                    <a:lnTo>
                      <a:pt x="1590" y="419"/>
                    </a:lnTo>
                    <a:lnTo>
                      <a:pt x="1318" y="398"/>
                    </a:lnTo>
                    <a:lnTo>
                      <a:pt x="1255" y="273"/>
                    </a:lnTo>
                    <a:lnTo>
                      <a:pt x="983" y="63"/>
                    </a:lnTo>
                    <a:lnTo>
                      <a:pt x="837" y="42"/>
                    </a:lnTo>
                    <a:lnTo>
                      <a:pt x="795" y="63"/>
                    </a:lnTo>
                    <a:lnTo>
                      <a:pt x="753" y="252"/>
                    </a:lnTo>
                    <a:lnTo>
                      <a:pt x="900" y="314"/>
                    </a:lnTo>
                    <a:lnTo>
                      <a:pt x="983" y="461"/>
                    </a:lnTo>
                    <a:lnTo>
                      <a:pt x="963" y="670"/>
                    </a:lnTo>
                    <a:lnTo>
                      <a:pt x="753" y="566"/>
                    </a:lnTo>
                    <a:lnTo>
                      <a:pt x="544" y="524"/>
                    </a:lnTo>
                    <a:lnTo>
                      <a:pt x="209" y="356"/>
                    </a:lnTo>
                    <a:lnTo>
                      <a:pt x="0" y="419"/>
                    </a:lnTo>
                    <a:lnTo>
                      <a:pt x="0" y="524"/>
                    </a:lnTo>
                    <a:lnTo>
                      <a:pt x="105" y="628"/>
                    </a:lnTo>
                    <a:lnTo>
                      <a:pt x="314" y="670"/>
                    </a:lnTo>
                    <a:lnTo>
                      <a:pt x="419" y="796"/>
                    </a:lnTo>
                    <a:lnTo>
                      <a:pt x="377" y="921"/>
                    </a:lnTo>
                    <a:lnTo>
                      <a:pt x="377" y="1026"/>
                    </a:lnTo>
                    <a:lnTo>
                      <a:pt x="628" y="1214"/>
                    </a:lnTo>
                    <a:lnTo>
                      <a:pt x="628" y="1340"/>
                    </a:lnTo>
                    <a:lnTo>
                      <a:pt x="544" y="1423"/>
                    </a:lnTo>
                    <a:lnTo>
                      <a:pt x="628" y="1612"/>
                    </a:lnTo>
                    <a:lnTo>
                      <a:pt x="879" y="1737"/>
                    </a:lnTo>
                    <a:lnTo>
                      <a:pt x="1067" y="1737"/>
                    </a:lnTo>
                    <a:lnTo>
                      <a:pt x="1193" y="1863"/>
                    </a:lnTo>
                    <a:lnTo>
                      <a:pt x="1046" y="1884"/>
                    </a:lnTo>
                    <a:lnTo>
                      <a:pt x="1109" y="2051"/>
                    </a:lnTo>
                    <a:lnTo>
                      <a:pt x="1088" y="2093"/>
                    </a:lnTo>
                    <a:lnTo>
                      <a:pt x="1088" y="2239"/>
                    </a:lnTo>
                    <a:lnTo>
                      <a:pt x="1172" y="2260"/>
                    </a:lnTo>
                    <a:lnTo>
                      <a:pt x="1276" y="2198"/>
                    </a:lnTo>
                    <a:lnTo>
                      <a:pt x="1276" y="2156"/>
                    </a:lnTo>
                    <a:lnTo>
                      <a:pt x="1318" y="2093"/>
                    </a:lnTo>
                    <a:lnTo>
                      <a:pt x="1381" y="2072"/>
                    </a:lnTo>
                    <a:lnTo>
                      <a:pt x="1486" y="1946"/>
                    </a:lnTo>
                    <a:lnTo>
                      <a:pt x="1569" y="1926"/>
                    </a:lnTo>
                    <a:lnTo>
                      <a:pt x="1611" y="1821"/>
                    </a:lnTo>
                    <a:lnTo>
                      <a:pt x="1695" y="1821"/>
                    </a:lnTo>
                    <a:lnTo>
                      <a:pt x="1820" y="1737"/>
                    </a:lnTo>
                    <a:lnTo>
                      <a:pt x="1883" y="1737"/>
                    </a:lnTo>
                    <a:lnTo>
                      <a:pt x="1883" y="1758"/>
                    </a:lnTo>
                    <a:lnTo>
                      <a:pt x="1925" y="1758"/>
                    </a:lnTo>
                    <a:lnTo>
                      <a:pt x="1988" y="1863"/>
                    </a:lnTo>
                    <a:lnTo>
                      <a:pt x="2051" y="1946"/>
                    </a:lnTo>
                    <a:lnTo>
                      <a:pt x="2009" y="1988"/>
                    </a:lnTo>
                    <a:lnTo>
                      <a:pt x="2030" y="2051"/>
                    </a:lnTo>
                    <a:lnTo>
                      <a:pt x="2155" y="2135"/>
                    </a:lnTo>
                    <a:lnTo>
                      <a:pt x="1988" y="2260"/>
                    </a:lnTo>
                    <a:lnTo>
                      <a:pt x="2155" y="2470"/>
                    </a:lnTo>
                    <a:lnTo>
                      <a:pt x="2260" y="2511"/>
                    </a:lnTo>
                    <a:lnTo>
                      <a:pt x="2302" y="2574"/>
                    </a:lnTo>
                    <a:lnTo>
                      <a:pt x="2406" y="2595"/>
                    </a:lnTo>
                    <a:lnTo>
                      <a:pt x="2448" y="2574"/>
                    </a:lnTo>
                    <a:lnTo>
                      <a:pt x="2448" y="2365"/>
                    </a:lnTo>
                    <a:lnTo>
                      <a:pt x="2427" y="2302"/>
                    </a:lnTo>
                    <a:lnTo>
                      <a:pt x="2427" y="2198"/>
                    </a:lnTo>
                    <a:lnTo>
                      <a:pt x="2406" y="2072"/>
                    </a:lnTo>
                    <a:lnTo>
                      <a:pt x="2427" y="1967"/>
                    </a:lnTo>
                    <a:lnTo>
                      <a:pt x="2469" y="1946"/>
                    </a:lnTo>
                    <a:lnTo>
                      <a:pt x="2553" y="2030"/>
                    </a:lnTo>
                    <a:lnTo>
                      <a:pt x="2511" y="2135"/>
                    </a:lnTo>
                    <a:lnTo>
                      <a:pt x="2553" y="2198"/>
                    </a:lnTo>
                    <a:lnTo>
                      <a:pt x="2574" y="2135"/>
                    </a:lnTo>
                    <a:lnTo>
                      <a:pt x="2574" y="1946"/>
                    </a:lnTo>
                    <a:lnTo>
                      <a:pt x="2636" y="1884"/>
                    </a:lnTo>
                    <a:lnTo>
                      <a:pt x="2636" y="1779"/>
                    </a:lnTo>
                    <a:lnTo>
                      <a:pt x="2574" y="1737"/>
                    </a:lnTo>
                    <a:lnTo>
                      <a:pt x="2616" y="1633"/>
                    </a:lnTo>
                    <a:lnTo>
                      <a:pt x="2657" y="1549"/>
                    </a:lnTo>
                    <a:lnTo>
                      <a:pt x="2636" y="1444"/>
                    </a:lnTo>
                    <a:lnTo>
                      <a:pt x="2636" y="1298"/>
                    </a:lnTo>
                    <a:lnTo>
                      <a:pt x="2783" y="1151"/>
                    </a:lnTo>
                    <a:lnTo>
                      <a:pt x="2950" y="1130"/>
                    </a:lnTo>
                    <a:lnTo>
                      <a:pt x="3034" y="1089"/>
                    </a:lnTo>
                    <a:lnTo>
                      <a:pt x="3139" y="1089"/>
                    </a:lnTo>
                    <a:lnTo>
                      <a:pt x="3034" y="984"/>
                    </a:lnTo>
                    <a:lnTo>
                      <a:pt x="2888" y="900"/>
                    </a:lnTo>
                    <a:lnTo>
                      <a:pt x="2741" y="921"/>
                    </a:lnTo>
                    <a:lnTo>
                      <a:pt x="2616" y="817"/>
                    </a:lnTo>
                    <a:lnTo>
                      <a:pt x="2574" y="712"/>
                    </a:lnTo>
                    <a:lnTo>
                      <a:pt x="2406" y="586"/>
                    </a:lnTo>
                    <a:lnTo>
                      <a:pt x="2323" y="419"/>
                    </a:lnTo>
                    <a:lnTo>
                      <a:pt x="2323" y="314"/>
                    </a:lnTo>
                    <a:lnTo>
                      <a:pt x="2134" y="84"/>
                    </a:lnTo>
                    <a:lnTo>
                      <a:pt x="200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" name="Google Shape;9145;p128">
              <a:extLst>
                <a:ext uri="{FF2B5EF4-FFF2-40B4-BE49-F238E27FC236}">
                  <a16:creationId xmlns:a16="http://schemas.microsoft.com/office/drawing/2014/main" id="{4930D341-D2DD-D3CE-0625-CD8C5C30A168}"/>
                </a:ext>
              </a:extLst>
            </p:cNvPr>
            <p:cNvGrpSpPr/>
            <p:nvPr/>
          </p:nvGrpSpPr>
          <p:grpSpPr>
            <a:xfrm>
              <a:off x="3894606" y="2334874"/>
              <a:ext cx="913198" cy="518984"/>
              <a:chOff x="4000175" y="1462675"/>
              <a:chExt cx="1917275" cy="1140875"/>
            </a:xfrm>
            <a:grpFill/>
          </p:grpSpPr>
          <p:sp>
            <p:nvSpPr>
              <p:cNvPr id="507" name="Google Shape;9146;p128">
                <a:extLst>
                  <a:ext uri="{FF2B5EF4-FFF2-40B4-BE49-F238E27FC236}">
                    <a16:creationId xmlns:a16="http://schemas.microsoft.com/office/drawing/2014/main" id="{D7100DCE-E893-9841-BE57-55140D31B3A5}"/>
                  </a:ext>
                </a:extLst>
              </p:cNvPr>
              <p:cNvSpPr/>
              <p:nvPr/>
            </p:nvSpPr>
            <p:spPr>
              <a:xfrm>
                <a:off x="4178050" y="2433300"/>
                <a:ext cx="60250" cy="65175"/>
              </a:xfrm>
              <a:custGeom>
                <a:avLst/>
                <a:gdLst/>
                <a:ahLst/>
                <a:cxnLst/>
                <a:rect l="l" t="t" r="r" b="b"/>
                <a:pathLst>
                  <a:path w="2410" h="2607" extrusionOk="0">
                    <a:moveTo>
                      <a:pt x="639" y="2410"/>
                    </a:moveTo>
                    <a:lnTo>
                      <a:pt x="1180" y="2607"/>
                    </a:lnTo>
                    <a:lnTo>
                      <a:pt x="2410" y="2017"/>
                    </a:lnTo>
                    <a:lnTo>
                      <a:pt x="2262" y="0"/>
                    </a:lnTo>
                    <a:lnTo>
                      <a:pt x="541" y="0"/>
                    </a:lnTo>
                    <a:lnTo>
                      <a:pt x="0" y="177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grpSp>
            <p:nvGrpSpPr>
              <p:cNvPr id="508" name="Google Shape;9147;p128">
                <a:extLst>
                  <a:ext uri="{FF2B5EF4-FFF2-40B4-BE49-F238E27FC236}">
                    <a16:creationId xmlns:a16="http://schemas.microsoft.com/office/drawing/2014/main" id="{6DCD5EF2-1021-BEB4-C113-7419F8C567ED}"/>
                  </a:ext>
                </a:extLst>
              </p:cNvPr>
              <p:cNvGrpSpPr/>
              <p:nvPr/>
            </p:nvGrpSpPr>
            <p:grpSpPr>
              <a:xfrm>
                <a:off x="4000175" y="1462675"/>
                <a:ext cx="1917275" cy="1140875"/>
                <a:chOff x="4000175" y="1462675"/>
                <a:chExt cx="1917275" cy="1140875"/>
              </a:xfrm>
              <a:grpFill/>
            </p:grpSpPr>
            <p:sp>
              <p:nvSpPr>
                <p:cNvPr id="509" name="Google Shape;9148;p128">
                  <a:extLst>
                    <a:ext uri="{FF2B5EF4-FFF2-40B4-BE49-F238E27FC236}">
                      <a16:creationId xmlns:a16="http://schemas.microsoft.com/office/drawing/2014/main" id="{8DC4CFA0-98DA-2CCD-1621-D6B3B5D37CE2}"/>
                    </a:ext>
                  </a:extLst>
                </p:cNvPr>
                <p:cNvSpPr/>
                <p:nvPr/>
              </p:nvSpPr>
              <p:spPr>
                <a:xfrm>
                  <a:off x="4000175" y="2000075"/>
                  <a:ext cx="1545875" cy="510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835" h="20400" extrusionOk="0">
                      <a:moveTo>
                        <a:pt x="1594" y="319"/>
                      </a:moveTo>
                      <a:lnTo>
                        <a:pt x="106" y="0"/>
                      </a:lnTo>
                      <a:lnTo>
                        <a:pt x="0" y="2444"/>
                      </a:lnTo>
                      <a:lnTo>
                        <a:pt x="1062" y="9031"/>
                      </a:lnTo>
                      <a:lnTo>
                        <a:pt x="3931" y="9775"/>
                      </a:lnTo>
                      <a:lnTo>
                        <a:pt x="2125" y="10200"/>
                      </a:lnTo>
                      <a:lnTo>
                        <a:pt x="531" y="10413"/>
                      </a:lnTo>
                      <a:lnTo>
                        <a:pt x="1487" y="13600"/>
                      </a:lnTo>
                      <a:lnTo>
                        <a:pt x="3931" y="17212"/>
                      </a:lnTo>
                      <a:lnTo>
                        <a:pt x="8393" y="18594"/>
                      </a:lnTo>
                      <a:lnTo>
                        <a:pt x="9987" y="18169"/>
                      </a:lnTo>
                      <a:lnTo>
                        <a:pt x="13281" y="20400"/>
                      </a:lnTo>
                      <a:lnTo>
                        <a:pt x="14343" y="18912"/>
                      </a:lnTo>
                      <a:lnTo>
                        <a:pt x="28793" y="17319"/>
                      </a:lnTo>
                      <a:lnTo>
                        <a:pt x="35699" y="16894"/>
                      </a:lnTo>
                      <a:lnTo>
                        <a:pt x="48342" y="16894"/>
                      </a:lnTo>
                      <a:lnTo>
                        <a:pt x="49617" y="15194"/>
                      </a:lnTo>
                      <a:lnTo>
                        <a:pt x="59285" y="20294"/>
                      </a:lnTo>
                      <a:lnTo>
                        <a:pt x="60135" y="19231"/>
                      </a:lnTo>
                      <a:lnTo>
                        <a:pt x="61835" y="18487"/>
                      </a:lnTo>
                      <a:lnTo>
                        <a:pt x="61092" y="13494"/>
                      </a:lnTo>
                      <a:lnTo>
                        <a:pt x="46323" y="3188"/>
                      </a:lnTo>
                      <a:lnTo>
                        <a:pt x="12962" y="10413"/>
                      </a:lnTo>
                      <a:lnTo>
                        <a:pt x="4569" y="7013"/>
                      </a:lnTo>
                      <a:lnTo>
                        <a:pt x="2444" y="3507"/>
                      </a:lnTo>
                      <a:lnTo>
                        <a:pt x="2019" y="1807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</p:sp>
            <p:sp>
              <p:nvSpPr>
                <p:cNvPr id="510" name="Google Shape;9149;p128">
                  <a:extLst>
                    <a:ext uri="{FF2B5EF4-FFF2-40B4-BE49-F238E27FC236}">
                      <a16:creationId xmlns:a16="http://schemas.microsoft.com/office/drawing/2014/main" id="{095D8DDC-FFEB-0C67-D925-B705AC70985D}"/>
                    </a:ext>
                  </a:extLst>
                </p:cNvPr>
                <p:cNvSpPr/>
                <p:nvPr/>
              </p:nvSpPr>
              <p:spPr>
                <a:xfrm>
                  <a:off x="4624175" y="1521775"/>
                  <a:ext cx="58100" cy="73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4" h="2951" extrusionOk="0">
                      <a:moveTo>
                        <a:pt x="210" y="1"/>
                      </a:moveTo>
                      <a:lnTo>
                        <a:pt x="126" y="84"/>
                      </a:lnTo>
                      <a:lnTo>
                        <a:pt x="147" y="189"/>
                      </a:lnTo>
                      <a:lnTo>
                        <a:pt x="252" y="252"/>
                      </a:lnTo>
                      <a:lnTo>
                        <a:pt x="335" y="356"/>
                      </a:lnTo>
                      <a:lnTo>
                        <a:pt x="273" y="419"/>
                      </a:lnTo>
                      <a:lnTo>
                        <a:pt x="210" y="419"/>
                      </a:lnTo>
                      <a:lnTo>
                        <a:pt x="147" y="335"/>
                      </a:lnTo>
                      <a:lnTo>
                        <a:pt x="63" y="293"/>
                      </a:lnTo>
                      <a:lnTo>
                        <a:pt x="22" y="293"/>
                      </a:lnTo>
                      <a:lnTo>
                        <a:pt x="42" y="356"/>
                      </a:lnTo>
                      <a:lnTo>
                        <a:pt x="22" y="545"/>
                      </a:lnTo>
                      <a:lnTo>
                        <a:pt x="1" y="565"/>
                      </a:lnTo>
                      <a:lnTo>
                        <a:pt x="1" y="712"/>
                      </a:lnTo>
                      <a:lnTo>
                        <a:pt x="42" y="754"/>
                      </a:lnTo>
                      <a:lnTo>
                        <a:pt x="126" y="775"/>
                      </a:lnTo>
                      <a:lnTo>
                        <a:pt x="189" y="858"/>
                      </a:lnTo>
                      <a:lnTo>
                        <a:pt x="147" y="963"/>
                      </a:lnTo>
                      <a:lnTo>
                        <a:pt x="294" y="1256"/>
                      </a:lnTo>
                      <a:lnTo>
                        <a:pt x="356" y="1340"/>
                      </a:lnTo>
                      <a:lnTo>
                        <a:pt x="461" y="1340"/>
                      </a:lnTo>
                      <a:lnTo>
                        <a:pt x="398" y="1402"/>
                      </a:lnTo>
                      <a:lnTo>
                        <a:pt x="294" y="1444"/>
                      </a:lnTo>
                      <a:lnTo>
                        <a:pt x="231" y="1612"/>
                      </a:lnTo>
                      <a:lnTo>
                        <a:pt x="335" y="1821"/>
                      </a:lnTo>
                      <a:lnTo>
                        <a:pt x="398" y="1988"/>
                      </a:lnTo>
                      <a:lnTo>
                        <a:pt x="398" y="2114"/>
                      </a:lnTo>
                      <a:lnTo>
                        <a:pt x="440" y="2177"/>
                      </a:lnTo>
                      <a:lnTo>
                        <a:pt x="461" y="2281"/>
                      </a:lnTo>
                      <a:lnTo>
                        <a:pt x="419" y="2323"/>
                      </a:lnTo>
                      <a:lnTo>
                        <a:pt x="503" y="2511"/>
                      </a:lnTo>
                      <a:lnTo>
                        <a:pt x="545" y="2679"/>
                      </a:lnTo>
                      <a:lnTo>
                        <a:pt x="649" y="2762"/>
                      </a:lnTo>
                      <a:lnTo>
                        <a:pt x="649" y="2867"/>
                      </a:lnTo>
                      <a:lnTo>
                        <a:pt x="733" y="2951"/>
                      </a:lnTo>
                      <a:lnTo>
                        <a:pt x="879" y="2909"/>
                      </a:lnTo>
                      <a:lnTo>
                        <a:pt x="963" y="2742"/>
                      </a:lnTo>
                      <a:lnTo>
                        <a:pt x="1089" y="2553"/>
                      </a:lnTo>
                      <a:lnTo>
                        <a:pt x="1172" y="2511"/>
                      </a:lnTo>
                      <a:lnTo>
                        <a:pt x="1151" y="2428"/>
                      </a:lnTo>
                      <a:lnTo>
                        <a:pt x="1172" y="2323"/>
                      </a:lnTo>
                      <a:lnTo>
                        <a:pt x="1423" y="2135"/>
                      </a:lnTo>
                      <a:lnTo>
                        <a:pt x="1528" y="2114"/>
                      </a:lnTo>
                      <a:lnTo>
                        <a:pt x="1612" y="2177"/>
                      </a:lnTo>
                      <a:lnTo>
                        <a:pt x="1695" y="2177"/>
                      </a:lnTo>
                      <a:lnTo>
                        <a:pt x="1737" y="2072"/>
                      </a:lnTo>
                      <a:lnTo>
                        <a:pt x="1800" y="1988"/>
                      </a:lnTo>
                      <a:lnTo>
                        <a:pt x="1926" y="1926"/>
                      </a:lnTo>
                      <a:lnTo>
                        <a:pt x="2114" y="1779"/>
                      </a:lnTo>
                      <a:lnTo>
                        <a:pt x="2135" y="1674"/>
                      </a:lnTo>
                      <a:lnTo>
                        <a:pt x="2219" y="1612"/>
                      </a:lnTo>
                      <a:lnTo>
                        <a:pt x="2323" y="1382"/>
                      </a:lnTo>
                      <a:lnTo>
                        <a:pt x="2302" y="1256"/>
                      </a:lnTo>
                      <a:lnTo>
                        <a:pt x="2135" y="1068"/>
                      </a:lnTo>
                      <a:lnTo>
                        <a:pt x="2051" y="942"/>
                      </a:lnTo>
                      <a:lnTo>
                        <a:pt x="2051" y="837"/>
                      </a:lnTo>
                      <a:lnTo>
                        <a:pt x="1884" y="712"/>
                      </a:lnTo>
                      <a:lnTo>
                        <a:pt x="1779" y="712"/>
                      </a:lnTo>
                      <a:lnTo>
                        <a:pt x="1716" y="733"/>
                      </a:lnTo>
                      <a:lnTo>
                        <a:pt x="1633" y="670"/>
                      </a:lnTo>
                      <a:lnTo>
                        <a:pt x="1507" y="628"/>
                      </a:lnTo>
                      <a:lnTo>
                        <a:pt x="1382" y="503"/>
                      </a:lnTo>
                      <a:lnTo>
                        <a:pt x="1319" y="461"/>
                      </a:lnTo>
                      <a:lnTo>
                        <a:pt x="1298" y="524"/>
                      </a:lnTo>
                      <a:lnTo>
                        <a:pt x="1214" y="503"/>
                      </a:lnTo>
                      <a:lnTo>
                        <a:pt x="1193" y="419"/>
                      </a:lnTo>
                      <a:lnTo>
                        <a:pt x="1110" y="314"/>
                      </a:lnTo>
                      <a:lnTo>
                        <a:pt x="1047" y="314"/>
                      </a:lnTo>
                      <a:lnTo>
                        <a:pt x="1005" y="419"/>
                      </a:lnTo>
                      <a:lnTo>
                        <a:pt x="963" y="419"/>
                      </a:lnTo>
                      <a:lnTo>
                        <a:pt x="858" y="252"/>
                      </a:lnTo>
                      <a:lnTo>
                        <a:pt x="775" y="210"/>
                      </a:lnTo>
                      <a:lnTo>
                        <a:pt x="775" y="252"/>
                      </a:lnTo>
                      <a:lnTo>
                        <a:pt x="858" y="356"/>
                      </a:lnTo>
                      <a:lnTo>
                        <a:pt x="858" y="440"/>
                      </a:lnTo>
                      <a:lnTo>
                        <a:pt x="775" y="503"/>
                      </a:lnTo>
                      <a:lnTo>
                        <a:pt x="775" y="607"/>
                      </a:lnTo>
                      <a:lnTo>
                        <a:pt x="733" y="607"/>
                      </a:lnTo>
                      <a:lnTo>
                        <a:pt x="670" y="524"/>
                      </a:lnTo>
                      <a:lnTo>
                        <a:pt x="649" y="147"/>
                      </a:lnTo>
                      <a:lnTo>
                        <a:pt x="545" y="105"/>
                      </a:lnTo>
                      <a:lnTo>
                        <a:pt x="440" y="84"/>
                      </a:lnTo>
                      <a:lnTo>
                        <a:pt x="273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1" name="Google Shape;9150;p128">
                  <a:extLst>
                    <a:ext uri="{FF2B5EF4-FFF2-40B4-BE49-F238E27FC236}">
                      <a16:creationId xmlns:a16="http://schemas.microsoft.com/office/drawing/2014/main" id="{8D570E6F-205B-D3F5-8AE1-6F730727891F}"/>
                    </a:ext>
                  </a:extLst>
                </p:cNvPr>
                <p:cNvSpPr/>
                <p:nvPr/>
              </p:nvSpPr>
              <p:spPr>
                <a:xfrm>
                  <a:off x="4499150" y="1462675"/>
                  <a:ext cx="117200" cy="10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8" h="4164" extrusionOk="0">
                      <a:moveTo>
                        <a:pt x="398" y="0"/>
                      </a:moveTo>
                      <a:lnTo>
                        <a:pt x="357" y="63"/>
                      </a:lnTo>
                      <a:lnTo>
                        <a:pt x="336" y="168"/>
                      </a:lnTo>
                      <a:lnTo>
                        <a:pt x="357" y="251"/>
                      </a:lnTo>
                      <a:lnTo>
                        <a:pt x="357" y="398"/>
                      </a:lnTo>
                      <a:lnTo>
                        <a:pt x="252" y="523"/>
                      </a:lnTo>
                      <a:lnTo>
                        <a:pt x="147" y="712"/>
                      </a:lnTo>
                      <a:lnTo>
                        <a:pt x="22" y="879"/>
                      </a:lnTo>
                      <a:lnTo>
                        <a:pt x="1" y="984"/>
                      </a:lnTo>
                      <a:lnTo>
                        <a:pt x="22" y="1423"/>
                      </a:lnTo>
                      <a:lnTo>
                        <a:pt x="105" y="1507"/>
                      </a:lnTo>
                      <a:lnTo>
                        <a:pt x="210" y="1549"/>
                      </a:lnTo>
                      <a:lnTo>
                        <a:pt x="231" y="1653"/>
                      </a:lnTo>
                      <a:lnTo>
                        <a:pt x="189" y="1967"/>
                      </a:lnTo>
                      <a:lnTo>
                        <a:pt x="126" y="2093"/>
                      </a:lnTo>
                      <a:lnTo>
                        <a:pt x="105" y="2197"/>
                      </a:lnTo>
                      <a:lnTo>
                        <a:pt x="126" y="2281"/>
                      </a:lnTo>
                      <a:lnTo>
                        <a:pt x="189" y="2260"/>
                      </a:lnTo>
                      <a:lnTo>
                        <a:pt x="273" y="2155"/>
                      </a:lnTo>
                      <a:lnTo>
                        <a:pt x="419" y="2093"/>
                      </a:lnTo>
                      <a:lnTo>
                        <a:pt x="482" y="2155"/>
                      </a:lnTo>
                      <a:lnTo>
                        <a:pt x="503" y="2260"/>
                      </a:lnTo>
                      <a:lnTo>
                        <a:pt x="650" y="2385"/>
                      </a:lnTo>
                      <a:lnTo>
                        <a:pt x="754" y="2385"/>
                      </a:lnTo>
                      <a:lnTo>
                        <a:pt x="817" y="2344"/>
                      </a:lnTo>
                      <a:lnTo>
                        <a:pt x="901" y="2365"/>
                      </a:lnTo>
                      <a:cubicBezTo>
                        <a:pt x="859" y="2448"/>
                        <a:pt x="859" y="2511"/>
                        <a:pt x="859" y="2595"/>
                      </a:cubicBezTo>
                      <a:lnTo>
                        <a:pt x="838" y="2595"/>
                      </a:lnTo>
                      <a:lnTo>
                        <a:pt x="733" y="2657"/>
                      </a:lnTo>
                      <a:lnTo>
                        <a:pt x="629" y="2595"/>
                      </a:lnTo>
                      <a:lnTo>
                        <a:pt x="545" y="2595"/>
                      </a:lnTo>
                      <a:lnTo>
                        <a:pt x="440" y="2678"/>
                      </a:lnTo>
                      <a:lnTo>
                        <a:pt x="315" y="2678"/>
                      </a:lnTo>
                      <a:lnTo>
                        <a:pt x="294" y="2699"/>
                      </a:lnTo>
                      <a:lnTo>
                        <a:pt x="336" y="2783"/>
                      </a:lnTo>
                      <a:lnTo>
                        <a:pt x="482" y="2804"/>
                      </a:lnTo>
                      <a:lnTo>
                        <a:pt x="524" y="2909"/>
                      </a:lnTo>
                      <a:lnTo>
                        <a:pt x="650" y="2971"/>
                      </a:lnTo>
                      <a:lnTo>
                        <a:pt x="733" y="3076"/>
                      </a:lnTo>
                      <a:lnTo>
                        <a:pt x="901" y="3118"/>
                      </a:lnTo>
                      <a:lnTo>
                        <a:pt x="1110" y="3118"/>
                      </a:lnTo>
                      <a:lnTo>
                        <a:pt x="1173" y="3139"/>
                      </a:lnTo>
                      <a:lnTo>
                        <a:pt x="1131" y="3181"/>
                      </a:lnTo>
                      <a:lnTo>
                        <a:pt x="963" y="3222"/>
                      </a:lnTo>
                      <a:lnTo>
                        <a:pt x="838" y="3222"/>
                      </a:lnTo>
                      <a:lnTo>
                        <a:pt x="838" y="3285"/>
                      </a:lnTo>
                      <a:lnTo>
                        <a:pt x="942" y="3327"/>
                      </a:lnTo>
                      <a:lnTo>
                        <a:pt x="1068" y="3327"/>
                      </a:lnTo>
                      <a:lnTo>
                        <a:pt x="1173" y="3243"/>
                      </a:lnTo>
                      <a:lnTo>
                        <a:pt x="1319" y="3139"/>
                      </a:lnTo>
                      <a:lnTo>
                        <a:pt x="1382" y="3097"/>
                      </a:lnTo>
                      <a:lnTo>
                        <a:pt x="1445" y="2929"/>
                      </a:lnTo>
                      <a:lnTo>
                        <a:pt x="1528" y="2762"/>
                      </a:lnTo>
                      <a:lnTo>
                        <a:pt x="1486" y="2678"/>
                      </a:lnTo>
                      <a:lnTo>
                        <a:pt x="1256" y="2532"/>
                      </a:lnTo>
                      <a:lnTo>
                        <a:pt x="1152" y="2511"/>
                      </a:lnTo>
                      <a:lnTo>
                        <a:pt x="1152" y="2385"/>
                      </a:lnTo>
                      <a:lnTo>
                        <a:pt x="1256" y="2406"/>
                      </a:lnTo>
                      <a:lnTo>
                        <a:pt x="1382" y="2385"/>
                      </a:lnTo>
                      <a:lnTo>
                        <a:pt x="1570" y="2281"/>
                      </a:lnTo>
                      <a:lnTo>
                        <a:pt x="1654" y="2176"/>
                      </a:lnTo>
                      <a:lnTo>
                        <a:pt x="1654" y="2072"/>
                      </a:lnTo>
                      <a:lnTo>
                        <a:pt x="1779" y="1946"/>
                      </a:lnTo>
                      <a:lnTo>
                        <a:pt x="1968" y="1800"/>
                      </a:lnTo>
                      <a:lnTo>
                        <a:pt x="2114" y="1967"/>
                      </a:lnTo>
                      <a:lnTo>
                        <a:pt x="2010" y="2009"/>
                      </a:lnTo>
                      <a:lnTo>
                        <a:pt x="1968" y="2093"/>
                      </a:lnTo>
                      <a:lnTo>
                        <a:pt x="1968" y="2176"/>
                      </a:lnTo>
                      <a:lnTo>
                        <a:pt x="1800" y="2197"/>
                      </a:lnTo>
                      <a:lnTo>
                        <a:pt x="1696" y="2281"/>
                      </a:lnTo>
                      <a:lnTo>
                        <a:pt x="1654" y="2469"/>
                      </a:lnTo>
                      <a:lnTo>
                        <a:pt x="1654" y="2574"/>
                      </a:lnTo>
                      <a:lnTo>
                        <a:pt x="1758" y="2637"/>
                      </a:lnTo>
                      <a:lnTo>
                        <a:pt x="1821" y="2637"/>
                      </a:lnTo>
                      <a:lnTo>
                        <a:pt x="1884" y="2720"/>
                      </a:lnTo>
                      <a:lnTo>
                        <a:pt x="1758" y="2867"/>
                      </a:lnTo>
                      <a:lnTo>
                        <a:pt x="1717" y="2971"/>
                      </a:lnTo>
                      <a:lnTo>
                        <a:pt x="1779" y="3139"/>
                      </a:lnTo>
                      <a:lnTo>
                        <a:pt x="1758" y="3222"/>
                      </a:lnTo>
                      <a:lnTo>
                        <a:pt x="1570" y="3327"/>
                      </a:lnTo>
                      <a:lnTo>
                        <a:pt x="1549" y="3390"/>
                      </a:lnTo>
                      <a:lnTo>
                        <a:pt x="1675" y="3453"/>
                      </a:lnTo>
                      <a:lnTo>
                        <a:pt x="1738" y="3515"/>
                      </a:lnTo>
                      <a:lnTo>
                        <a:pt x="1779" y="3494"/>
                      </a:lnTo>
                      <a:lnTo>
                        <a:pt x="1758" y="3411"/>
                      </a:lnTo>
                      <a:lnTo>
                        <a:pt x="1779" y="3348"/>
                      </a:lnTo>
                      <a:lnTo>
                        <a:pt x="1884" y="3411"/>
                      </a:lnTo>
                      <a:lnTo>
                        <a:pt x="1989" y="3494"/>
                      </a:lnTo>
                      <a:lnTo>
                        <a:pt x="2093" y="3432"/>
                      </a:lnTo>
                      <a:lnTo>
                        <a:pt x="2177" y="3432"/>
                      </a:lnTo>
                      <a:lnTo>
                        <a:pt x="2240" y="3536"/>
                      </a:lnTo>
                      <a:lnTo>
                        <a:pt x="2323" y="3746"/>
                      </a:lnTo>
                      <a:lnTo>
                        <a:pt x="2407" y="3829"/>
                      </a:lnTo>
                      <a:lnTo>
                        <a:pt x="2533" y="3850"/>
                      </a:lnTo>
                      <a:lnTo>
                        <a:pt x="2658" y="3934"/>
                      </a:lnTo>
                      <a:lnTo>
                        <a:pt x="2763" y="3955"/>
                      </a:lnTo>
                      <a:lnTo>
                        <a:pt x="2909" y="3871"/>
                      </a:lnTo>
                      <a:lnTo>
                        <a:pt x="3056" y="3829"/>
                      </a:lnTo>
                      <a:lnTo>
                        <a:pt x="3139" y="3871"/>
                      </a:lnTo>
                      <a:lnTo>
                        <a:pt x="3286" y="3955"/>
                      </a:lnTo>
                      <a:lnTo>
                        <a:pt x="3579" y="3976"/>
                      </a:lnTo>
                      <a:lnTo>
                        <a:pt x="3683" y="3955"/>
                      </a:lnTo>
                      <a:lnTo>
                        <a:pt x="3767" y="3976"/>
                      </a:lnTo>
                      <a:lnTo>
                        <a:pt x="3872" y="3976"/>
                      </a:lnTo>
                      <a:lnTo>
                        <a:pt x="3955" y="4059"/>
                      </a:lnTo>
                      <a:lnTo>
                        <a:pt x="4060" y="4164"/>
                      </a:lnTo>
                      <a:lnTo>
                        <a:pt x="4165" y="4164"/>
                      </a:lnTo>
                      <a:lnTo>
                        <a:pt x="4269" y="4080"/>
                      </a:lnTo>
                      <a:lnTo>
                        <a:pt x="4395" y="3955"/>
                      </a:lnTo>
                      <a:lnTo>
                        <a:pt x="4541" y="3913"/>
                      </a:lnTo>
                      <a:lnTo>
                        <a:pt x="4688" y="3725"/>
                      </a:lnTo>
                      <a:lnTo>
                        <a:pt x="4688" y="3620"/>
                      </a:lnTo>
                      <a:lnTo>
                        <a:pt x="4541" y="3453"/>
                      </a:lnTo>
                      <a:lnTo>
                        <a:pt x="4479" y="3432"/>
                      </a:lnTo>
                      <a:lnTo>
                        <a:pt x="4332" y="3285"/>
                      </a:lnTo>
                      <a:lnTo>
                        <a:pt x="4186" y="3243"/>
                      </a:lnTo>
                      <a:lnTo>
                        <a:pt x="4060" y="3181"/>
                      </a:lnTo>
                      <a:lnTo>
                        <a:pt x="4018" y="3034"/>
                      </a:lnTo>
                      <a:lnTo>
                        <a:pt x="4102" y="3034"/>
                      </a:lnTo>
                      <a:lnTo>
                        <a:pt x="4186" y="3097"/>
                      </a:lnTo>
                      <a:lnTo>
                        <a:pt x="4290" y="3097"/>
                      </a:lnTo>
                      <a:lnTo>
                        <a:pt x="4290" y="3013"/>
                      </a:lnTo>
                      <a:lnTo>
                        <a:pt x="4165" y="2825"/>
                      </a:lnTo>
                      <a:lnTo>
                        <a:pt x="3976" y="2657"/>
                      </a:lnTo>
                      <a:lnTo>
                        <a:pt x="3976" y="2490"/>
                      </a:lnTo>
                      <a:lnTo>
                        <a:pt x="3955" y="2344"/>
                      </a:lnTo>
                      <a:lnTo>
                        <a:pt x="3851" y="2281"/>
                      </a:lnTo>
                      <a:lnTo>
                        <a:pt x="3851" y="2155"/>
                      </a:lnTo>
                      <a:lnTo>
                        <a:pt x="3788" y="2093"/>
                      </a:lnTo>
                      <a:lnTo>
                        <a:pt x="3746" y="2093"/>
                      </a:lnTo>
                      <a:lnTo>
                        <a:pt x="3370" y="1821"/>
                      </a:lnTo>
                      <a:lnTo>
                        <a:pt x="3160" y="1779"/>
                      </a:lnTo>
                      <a:lnTo>
                        <a:pt x="2972" y="1821"/>
                      </a:lnTo>
                      <a:lnTo>
                        <a:pt x="2951" y="1883"/>
                      </a:lnTo>
                      <a:lnTo>
                        <a:pt x="2972" y="1967"/>
                      </a:lnTo>
                      <a:lnTo>
                        <a:pt x="3139" y="2155"/>
                      </a:lnTo>
                      <a:lnTo>
                        <a:pt x="3139" y="2239"/>
                      </a:lnTo>
                      <a:lnTo>
                        <a:pt x="3077" y="2344"/>
                      </a:lnTo>
                      <a:lnTo>
                        <a:pt x="3077" y="2448"/>
                      </a:lnTo>
                      <a:lnTo>
                        <a:pt x="3056" y="2574"/>
                      </a:lnTo>
                      <a:lnTo>
                        <a:pt x="2972" y="2720"/>
                      </a:lnTo>
                      <a:lnTo>
                        <a:pt x="2930" y="2783"/>
                      </a:lnTo>
                      <a:lnTo>
                        <a:pt x="2909" y="2699"/>
                      </a:lnTo>
                      <a:lnTo>
                        <a:pt x="2951" y="2595"/>
                      </a:lnTo>
                      <a:lnTo>
                        <a:pt x="2972" y="2490"/>
                      </a:lnTo>
                      <a:lnTo>
                        <a:pt x="2930" y="2448"/>
                      </a:lnTo>
                      <a:lnTo>
                        <a:pt x="2972" y="2260"/>
                      </a:lnTo>
                      <a:lnTo>
                        <a:pt x="2930" y="2155"/>
                      </a:lnTo>
                      <a:lnTo>
                        <a:pt x="2742" y="1883"/>
                      </a:lnTo>
                      <a:lnTo>
                        <a:pt x="2595" y="1779"/>
                      </a:lnTo>
                      <a:lnTo>
                        <a:pt x="2386" y="1758"/>
                      </a:lnTo>
                      <a:lnTo>
                        <a:pt x="2323" y="1779"/>
                      </a:lnTo>
                      <a:lnTo>
                        <a:pt x="2282" y="1925"/>
                      </a:lnTo>
                      <a:lnTo>
                        <a:pt x="2240" y="1946"/>
                      </a:lnTo>
                      <a:cubicBezTo>
                        <a:pt x="2198" y="1883"/>
                        <a:pt x="2114" y="1841"/>
                        <a:pt x="2072" y="1821"/>
                      </a:cubicBezTo>
                      <a:lnTo>
                        <a:pt x="2114" y="1779"/>
                      </a:lnTo>
                      <a:lnTo>
                        <a:pt x="2177" y="1674"/>
                      </a:lnTo>
                      <a:lnTo>
                        <a:pt x="2177" y="1549"/>
                      </a:lnTo>
                      <a:lnTo>
                        <a:pt x="1989" y="1444"/>
                      </a:lnTo>
                      <a:lnTo>
                        <a:pt x="1800" y="1297"/>
                      </a:lnTo>
                      <a:lnTo>
                        <a:pt x="1696" y="1109"/>
                      </a:lnTo>
                      <a:lnTo>
                        <a:pt x="1696" y="984"/>
                      </a:lnTo>
                      <a:lnTo>
                        <a:pt x="1758" y="837"/>
                      </a:lnTo>
                      <a:lnTo>
                        <a:pt x="1758" y="733"/>
                      </a:lnTo>
                      <a:lnTo>
                        <a:pt x="1696" y="712"/>
                      </a:lnTo>
                      <a:lnTo>
                        <a:pt x="1403" y="712"/>
                      </a:lnTo>
                      <a:lnTo>
                        <a:pt x="1194" y="628"/>
                      </a:lnTo>
                      <a:lnTo>
                        <a:pt x="1047" y="523"/>
                      </a:lnTo>
                      <a:lnTo>
                        <a:pt x="817" y="251"/>
                      </a:lnTo>
                      <a:lnTo>
                        <a:pt x="650" y="105"/>
                      </a:lnTo>
                      <a:lnTo>
                        <a:pt x="46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2" name="Google Shape;9151;p128">
                  <a:extLst>
                    <a:ext uri="{FF2B5EF4-FFF2-40B4-BE49-F238E27FC236}">
                      <a16:creationId xmlns:a16="http://schemas.microsoft.com/office/drawing/2014/main" id="{7006D5B6-5581-7D98-48CB-7F9ED0BEFB97}"/>
                    </a:ext>
                  </a:extLst>
                </p:cNvPr>
                <p:cNvSpPr/>
                <p:nvPr/>
              </p:nvSpPr>
              <p:spPr>
                <a:xfrm>
                  <a:off x="4241800" y="1706950"/>
                  <a:ext cx="130800" cy="246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2" h="9856" extrusionOk="0">
                      <a:moveTo>
                        <a:pt x="4750" y="1"/>
                      </a:moveTo>
                      <a:lnTo>
                        <a:pt x="4625" y="63"/>
                      </a:lnTo>
                      <a:lnTo>
                        <a:pt x="4604" y="126"/>
                      </a:lnTo>
                      <a:lnTo>
                        <a:pt x="4520" y="105"/>
                      </a:lnTo>
                      <a:lnTo>
                        <a:pt x="4436" y="42"/>
                      </a:lnTo>
                      <a:lnTo>
                        <a:pt x="4332" y="63"/>
                      </a:lnTo>
                      <a:lnTo>
                        <a:pt x="4206" y="168"/>
                      </a:lnTo>
                      <a:lnTo>
                        <a:pt x="4185" y="273"/>
                      </a:lnTo>
                      <a:lnTo>
                        <a:pt x="4101" y="335"/>
                      </a:lnTo>
                      <a:lnTo>
                        <a:pt x="4018" y="356"/>
                      </a:lnTo>
                      <a:lnTo>
                        <a:pt x="3934" y="440"/>
                      </a:lnTo>
                      <a:lnTo>
                        <a:pt x="3934" y="524"/>
                      </a:lnTo>
                      <a:lnTo>
                        <a:pt x="3871" y="628"/>
                      </a:lnTo>
                      <a:lnTo>
                        <a:pt x="3871" y="670"/>
                      </a:lnTo>
                      <a:lnTo>
                        <a:pt x="3934" y="775"/>
                      </a:lnTo>
                      <a:lnTo>
                        <a:pt x="3934" y="858"/>
                      </a:lnTo>
                      <a:lnTo>
                        <a:pt x="3829" y="858"/>
                      </a:lnTo>
                      <a:lnTo>
                        <a:pt x="3788" y="900"/>
                      </a:lnTo>
                      <a:lnTo>
                        <a:pt x="3788" y="984"/>
                      </a:lnTo>
                      <a:lnTo>
                        <a:pt x="3725" y="1047"/>
                      </a:lnTo>
                      <a:lnTo>
                        <a:pt x="3662" y="1109"/>
                      </a:lnTo>
                      <a:lnTo>
                        <a:pt x="3453" y="1256"/>
                      </a:lnTo>
                      <a:lnTo>
                        <a:pt x="3369" y="1298"/>
                      </a:lnTo>
                      <a:lnTo>
                        <a:pt x="3306" y="1277"/>
                      </a:lnTo>
                      <a:lnTo>
                        <a:pt x="3202" y="1277"/>
                      </a:lnTo>
                      <a:lnTo>
                        <a:pt x="3139" y="1319"/>
                      </a:lnTo>
                      <a:lnTo>
                        <a:pt x="3034" y="1486"/>
                      </a:lnTo>
                      <a:lnTo>
                        <a:pt x="2951" y="1528"/>
                      </a:lnTo>
                      <a:lnTo>
                        <a:pt x="2888" y="1507"/>
                      </a:lnTo>
                      <a:lnTo>
                        <a:pt x="2867" y="1423"/>
                      </a:lnTo>
                      <a:lnTo>
                        <a:pt x="2825" y="1423"/>
                      </a:lnTo>
                      <a:lnTo>
                        <a:pt x="2783" y="1507"/>
                      </a:lnTo>
                      <a:lnTo>
                        <a:pt x="2825" y="1633"/>
                      </a:lnTo>
                      <a:lnTo>
                        <a:pt x="2783" y="1695"/>
                      </a:lnTo>
                      <a:lnTo>
                        <a:pt x="2762" y="1591"/>
                      </a:lnTo>
                      <a:lnTo>
                        <a:pt x="2721" y="1486"/>
                      </a:lnTo>
                      <a:lnTo>
                        <a:pt x="2532" y="1507"/>
                      </a:lnTo>
                      <a:lnTo>
                        <a:pt x="2323" y="1570"/>
                      </a:lnTo>
                      <a:lnTo>
                        <a:pt x="2260" y="1612"/>
                      </a:lnTo>
                      <a:lnTo>
                        <a:pt x="2197" y="1633"/>
                      </a:lnTo>
                      <a:lnTo>
                        <a:pt x="2156" y="1695"/>
                      </a:lnTo>
                      <a:lnTo>
                        <a:pt x="2218" y="1842"/>
                      </a:lnTo>
                      <a:lnTo>
                        <a:pt x="2260" y="1905"/>
                      </a:lnTo>
                      <a:lnTo>
                        <a:pt x="2260" y="1946"/>
                      </a:lnTo>
                      <a:lnTo>
                        <a:pt x="2218" y="1988"/>
                      </a:lnTo>
                      <a:lnTo>
                        <a:pt x="2135" y="2093"/>
                      </a:lnTo>
                      <a:lnTo>
                        <a:pt x="2093" y="2051"/>
                      </a:lnTo>
                      <a:lnTo>
                        <a:pt x="2093" y="2009"/>
                      </a:lnTo>
                      <a:lnTo>
                        <a:pt x="2135" y="1946"/>
                      </a:lnTo>
                      <a:lnTo>
                        <a:pt x="2135" y="1884"/>
                      </a:lnTo>
                      <a:lnTo>
                        <a:pt x="2051" y="1884"/>
                      </a:lnTo>
                      <a:lnTo>
                        <a:pt x="1946" y="2009"/>
                      </a:lnTo>
                      <a:lnTo>
                        <a:pt x="1884" y="2051"/>
                      </a:lnTo>
                      <a:lnTo>
                        <a:pt x="1884" y="2135"/>
                      </a:lnTo>
                      <a:lnTo>
                        <a:pt x="1946" y="2156"/>
                      </a:lnTo>
                      <a:lnTo>
                        <a:pt x="1905" y="2218"/>
                      </a:lnTo>
                      <a:lnTo>
                        <a:pt x="1842" y="2323"/>
                      </a:lnTo>
                      <a:lnTo>
                        <a:pt x="1716" y="2323"/>
                      </a:lnTo>
                      <a:lnTo>
                        <a:pt x="1632" y="2365"/>
                      </a:lnTo>
                      <a:lnTo>
                        <a:pt x="1612" y="2449"/>
                      </a:lnTo>
                      <a:lnTo>
                        <a:pt x="1507" y="2470"/>
                      </a:lnTo>
                      <a:lnTo>
                        <a:pt x="1465" y="2553"/>
                      </a:lnTo>
                      <a:lnTo>
                        <a:pt x="1423" y="2721"/>
                      </a:lnTo>
                      <a:lnTo>
                        <a:pt x="1465" y="2742"/>
                      </a:lnTo>
                      <a:lnTo>
                        <a:pt x="1528" y="2742"/>
                      </a:lnTo>
                      <a:lnTo>
                        <a:pt x="1465" y="2825"/>
                      </a:lnTo>
                      <a:lnTo>
                        <a:pt x="1277" y="2825"/>
                      </a:lnTo>
                      <a:lnTo>
                        <a:pt x="1214" y="2867"/>
                      </a:lnTo>
                      <a:lnTo>
                        <a:pt x="1193" y="3034"/>
                      </a:lnTo>
                      <a:lnTo>
                        <a:pt x="1214" y="3097"/>
                      </a:lnTo>
                      <a:lnTo>
                        <a:pt x="1277" y="3097"/>
                      </a:lnTo>
                      <a:lnTo>
                        <a:pt x="1360" y="3076"/>
                      </a:lnTo>
                      <a:lnTo>
                        <a:pt x="1381" y="3139"/>
                      </a:lnTo>
                      <a:lnTo>
                        <a:pt x="1360" y="3181"/>
                      </a:lnTo>
                      <a:lnTo>
                        <a:pt x="1360" y="3286"/>
                      </a:lnTo>
                      <a:lnTo>
                        <a:pt x="1277" y="3348"/>
                      </a:lnTo>
                      <a:lnTo>
                        <a:pt x="1193" y="3306"/>
                      </a:lnTo>
                      <a:lnTo>
                        <a:pt x="1068" y="3286"/>
                      </a:lnTo>
                      <a:lnTo>
                        <a:pt x="942" y="3348"/>
                      </a:lnTo>
                      <a:lnTo>
                        <a:pt x="900" y="3411"/>
                      </a:lnTo>
                      <a:lnTo>
                        <a:pt x="900" y="3495"/>
                      </a:lnTo>
                      <a:lnTo>
                        <a:pt x="858" y="3599"/>
                      </a:lnTo>
                      <a:lnTo>
                        <a:pt x="754" y="3683"/>
                      </a:lnTo>
                      <a:lnTo>
                        <a:pt x="670" y="3620"/>
                      </a:lnTo>
                      <a:lnTo>
                        <a:pt x="628" y="3558"/>
                      </a:lnTo>
                      <a:lnTo>
                        <a:pt x="586" y="3474"/>
                      </a:lnTo>
                      <a:lnTo>
                        <a:pt x="544" y="3495"/>
                      </a:lnTo>
                      <a:lnTo>
                        <a:pt x="524" y="3662"/>
                      </a:lnTo>
                      <a:lnTo>
                        <a:pt x="544" y="3788"/>
                      </a:lnTo>
                      <a:lnTo>
                        <a:pt x="649" y="3871"/>
                      </a:lnTo>
                      <a:lnTo>
                        <a:pt x="733" y="3830"/>
                      </a:lnTo>
                      <a:lnTo>
                        <a:pt x="754" y="3871"/>
                      </a:lnTo>
                      <a:lnTo>
                        <a:pt x="754" y="3934"/>
                      </a:lnTo>
                      <a:lnTo>
                        <a:pt x="691" y="4081"/>
                      </a:lnTo>
                      <a:lnTo>
                        <a:pt x="733" y="4122"/>
                      </a:lnTo>
                      <a:lnTo>
                        <a:pt x="796" y="4143"/>
                      </a:lnTo>
                      <a:lnTo>
                        <a:pt x="858" y="4081"/>
                      </a:lnTo>
                      <a:lnTo>
                        <a:pt x="900" y="4081"/>
                      </a:lnTo>
                      <a:lnTo>
                        <a:pt x="963" y="4102"/>
                      </a:lnTo>
                      <a:lnTo>
                        <a:pt x="1068" y="4102"/>
                      </a:lnTo>
                      <a:lnTo>
                        <a:pt x="1151" y="4039"/>
                      </a:lnTo>
                      <a:lnTo>
                        <a:pt x="1172" y="4081"/>
                      </a:lnTo>
                      <a:lnTo>
                        <a:pt x="1109" y="4143"/>
                      </a:lnTo>
                      <a:lnTo>
                        <a:pt x="1047" y="4185"/>
                      </a:lnTo>
                      <a:lnTo>
                        <a:pt x="900" y="4185"/>
                      </a:lnTo>
                      <a:lnTo>
                        <a:pt x="858" y="4248"/>
                      </a:lnTo>
                      <a:lnTo>
                        <a:pt x="775" y="4227"/>
                      </a:lnTo>
                      <a:lnTo>
                        <a:pt x="733" y="4311"/>
                      </a:lnTo>
                      <a:lnTo>
                        <a:pt x="754" y="4436"/>
                      </a:lnTo>
                      <a:lnTo>
                        <a:pt x="837" y="4499"/>
                      </a:lnTo>
                      <a:lnTo>
                        <a:pt x="900" y="4520"/>
                      </a:lnTo>
                      <a:lnTo>
                        <a:pt x="984" y="4499"/>
                      </a:lnTo>
                      <a:lnTo>
                        <a:pt x="1005" y="4520"/>
                      </a:lnTo>
                      <a:lnTo>
                        <a:pt x="984" y="4562"/>
                      </a:lnTo>
                      <a:lnTo>
                        <a:pt x="858" y="4625"/>
                      </a:lnTo>
                      <a:lnTo>
                        <a:pt x="733" y="4625"/>
                      </a:lnTo>
                      <a:lnTo>
                        <a:pt x="649" y="4666"/>
                      </a:lnTo>
                      <a:lnTo>
                        <a:pt x="649" y="4729"/>
                      </a:lnTo>
                      <a:lnTo>
                        <a:pt x="691" y="4771"/>
                      </a:lnTo>
                      <a:lnTo>
                        <a:pt x="796" y="4750"/>
                      </a:lnTo>
                      <a:lnTo>
                        <a:pt x="900" y="4750"/>
                      </a:lnTo>
                      <a:lnTo>
                        <a:pt x="900" y="4813"/>
                      </a:lnTo>
                      <a:lnTo>
                        <a:pt x="837" y="4834"/>
                      </a:lnTo>
                      <a:lnTo>
                        <a:pt x="733" y="4855"/>
                      </a:lnTo>
                      <a:lnTo>
                        <a:pt x="733" y="4897"/>
                      </a:lnTo>
                      <a:lnTo>
                        <a:pt x="754" y="4938"/>
                      </a:lnTo>
                      <a:lnTo>
                        <a:pt x="879" y="4959"/>
                      </a:lnTo>
                      <a:lnTo>
                        <a:pt x="984" y="5043"/>
                      </a:lnTo>
                      <a:lnTo>
                        <a:pt x="984" y="5085"/>
                      </a:lnTo>
                      <a:lnTo>
                        <a:pt x="858" y="5085"/>
                      </a:lnTo>
                      <a:lnTo>
                        <a:pt x="754" y="5043"/>
                      </a:lnTo>
                      <a:lnTo>
                        <a:pt x="649" y="5043"/>
                      </a:lnTo>
                      <a:lnTo>
                        <a:pt x="565" y="5085"/>
                      </a:lnTo>
                      <a:lnTo>
                        <a:pt x="544" y="5169"/>
                      </a:lnTo>
                      <a:lnTo>
                        <a:pt x="482" y="5210"/>
                      </a:lnTo>
                      <a:lnTo>
                        <a:pt x="482" y="5273"/>
                      </a:lnTo>
                      <a:lnTo>
                        <a:pt x="544" y="5315"/>
                      </a:lnTo>
                      <a:lnTo>
                        <a:pt x="524" y="5378"/>
                      </a:lnTo>
                      <a:lnTo>
                        <a:pt x="461" y="5399"/>
                      </a:lnTo>
                      <a:lnTo>
                        <a:pt x="419" y="5399"/>
                      </a:lnTo>
                      <a:lnTo>
                        <a:pt x="335" y="5483"/>
                      </a:lnTo>
                      <a:lnTo>
                        <a:pt x="314" y="5566"/>
                      </a:lnTo>
                      <a:lnTo>
                        <a:pt x="335" y="5608"/>
                      </a:lnTo>
                      <a:lnTo>
                        <a:pt x="314" y="5671"/>
                      </a:lnTo>
                      <a:lnTo>
                        <a:pt x="210" y="5692"/>
                      </a:lnTo>
                      <a:lnTo>
                        <a:pt x="210" y="5713"/>
                      </a:lnTo>
                      <a:lnTo>
                        <a:pt x="335" y="5838"/>
                      </a:lnTo>
                      <a:lnTo>
                        <a:pt x="440" y="5901"/>
                      </a:lnTo>
                      <a:lnTo>
                        <a:pt x="482" y="5880"/>
                      </a:lnTo>
                      <a:lnTo>
                        <a:pt x="524" y="5796"/>
                      </a:lnTo>
                      <a:lnTo>
                        <a:pt x="586" y="5734"/>
                      </a:lnTo>
                      <a:lnTo>
                        <a:pt x="754" y="5629"/>
                      </a:lnTo>
                      <a:lnTo>
                        <a:pt x="858" y="5587"/>
                      </a:lnTo>
                      <a:lnTo>
                        <a:pt x="858" y="5629"/>
                      </a:lnTo>
                      <a:lnTo>
                        <a:pt x="837" y="5629"/>
                      </a:lnTo>
                      <a:lnTo>
                        <a:pt x="796" y="5713"/>
                      </a:lnTo>
                      <a:lnTo>
                        <a:pt x="649" y="5817"/>
                      </a:lnTo>
                      <a:lnTo>
                        <a:pt x="586" y="5922"/>
                      </a:lnTo>
                      <a:lnTo>
                        <a:pt x="565" y="6027"/>
                      </a:lnTo>
                      <a:lnTo>
                        <a:pt x="586" y="6131"/>
                      </a:lnTo>
                      <a:lnTo>
                        <a:pt x="565" y="6194"/>
                      </a:lnTo>
                      <a:lnTo>
                        <a:pt x="565" y="6236"/>
                      </a:lnTo>
                      <a:lnTo>
                        <a:pt x="754" y="6236"/>
                      </a:lnTo>
                      <a:lnTo>
                        <a:pt x="837" y="6194"/>
                      </a:lnTo>
                      <a:lnTo>
                        <a:pt x="837" y="6257"/>
                      </a:lnTo>
                      <a:lnTo>
                        <a:pt x="775" y="6299"/>
                      </a:lnTo>
                      <a:lnTo>
                        <a:pt x="586" y="6299"/>
                      </a:lnTo>
                      <a:lnTo>
                        <a:pt x="524" y="6340"/>
                      </a:lnTo>
                      <a:lnTo>
                        <a:pt x="356" y="6445"/>
                      </a:lnTo>
                      <a:lnTo>
                        <a:pt x="356" y="6571"/>
                      </a:lnTo>
                      <a:lnTo>
                        <a:pt x="335" y="6654"/>
                      </a:lnTo>
                      <a:lnTo>
                        <a:pt x="356" y="6759"/>
                      </a:lnTo>
                      <a:lnTo>
                        <a:pt x="461" y="6759"/>
                      </a:lnTo>
                      <a:lnTo>
                        <a:pt x="524" y="6822"/>
                      </a:lnTo>
                      <a:lnTo>
                        <a:pt x="482" y="6863"/>
                      </a:lnTo>
                      <a:lnTo>
                        <a:pt x="377" y="6863"/>
                      </a:lnTo>
                      <a:lnTo>
                        <a:pt x="252" y="6884"/>
                      </a:lnTo>
                      <a:lnTo>
                        <a:pt x="147" y="7052"/>
                      </a:lnTo>
                      <a:lnTo>
                        <a:pt x="147" y="7177"/>
                      </a:lnTo>
                      <a:lnTo>
                        <a:pt x="210" y="7240"/>
                      </a:lnTo>
                      <a:lnTo>
                        <a:pt x="272" y="7198"/>
                      </a:lnTo>
                      <a:lnTo>
                        <a:pt x="440" y="7135"/>
                      </a:lnTo>
                      <a:lnTo>
                        <a:pt x="461" y="7177"/>
                      </a:lnTo>
                      <a:lnTo>
                        <a:pt x="356" y="7261"/>
                      </a:lnTo>
                      <a:lnTo>
                        <a:pt x="335" y="7366"/>
                      </a:lnTo>
                      <a:lnTo>
                        <a:pt x="377" y="7366"/>
                      </a:lnTo>
                      <a:lnTo>
                        <a:pt x="461" y="7282"/>
                      </a:lnTo>
                      <a:lnTo>
                        <a:pt x="544" y="7261"/>
                      </a:lnTo>
                      <a:lnTo>
                        <a:pt x="565" y="7303"/>
                      </a:lnTo>
                      <a:lnTo>
                        <a:pt x="482" y="7387"/>
                      </a:lnTo>
                      <a:lnTo>
                        <a:pt x="461" y="7470"/>
                      </a:lnTo>
                      <a:lnTo>
                        <a:pt x="544" y="7554"/>
                      </a:lnTo>
                      <a:lnTo>
                        <a:pt x="649" y="7554"/>
                      </a:lnTo>
                      <a:lnTo>
                        <a:pt x="565" y="7575"/>
                      </a:lnTo>
                      <a:lnTo>
                        <a:pt x="482" y="7575"/>
                      </a:lnTo>
                      <a:lnTo>
                        <a:pt x="419" y="7659"/>
                      </a:lnTo>
                      <a:lnTo>
                        <a:pt x="419" y="7721"/>
                      </a:lnTo>
                      <a:lnTo>
                        <a:pt x="461" y="7826"/>
                      </a:lnTo>
                      <a:lnTo>
                        <a:pt x="419" y="7889"/>
                      </a:lnTo>
                      <a:lnTo>
                        <a:pt x="356" y="7868"/>
                      </a:lnTo>
                      <a:lnTo>
                        <a:pt x="252" y="7889"/>
                      </a:lnTo>
                      <a:lnTo>
                        <a:pt x="168" y="7826"/>
                      </a:lnTo>
                      <a:lnTo>
                        <a:pt x="105" y="7826"/>
                      </a:lnTo>
                      <a:lnTo>
                        <a:pt x="0" y="7972"/>
                      </a:lnTo>
                      <a:lnTo>
                        <a:pt x="0" y="8077"/>
                      </a:lnTo>
                      <a:lnTo>
                        <a:pt x="168" y="8265"/>
                      </a:lnTo>
                      <a:lnTo>
                        <a:pt x="147" y="8391"/>
                      </a:lnTo>
                      <a:lnTo>
                        <a:pt x="168" y="8496"/>
                      </a:lnTo>
                      <a:lnTo>
                        <a:pt x="335" y="8621"/>
                      </a:lnTo>
                      <a:lnTo>
                        <a:pt x="335" y="8705"/>
                      </a:lnTo>
                      <a:lnTo>
                        <a:pt x="482" y="8830"/>
                      </a:lnTo>
                      <a:lnTo>
                        <a:pt x="586" y="8872"/>
                      </a:lnTo>
                      <a:lnTo>
                        <a:pt x="649" y="8851"/>
                      </a:lnTo>
                      <a:lnTo>
                        <a:pt x="733" y="8830"/>
                      </a:lnTo>
                      <a:lnTo>
                        <a:pt x="837" y="8663"/>
                      </a:lnTo>
                      <a:lnTo>
                        <a:pt x="796" y="8516"/>
                      </a:lnTo>
                      <a:lnTo>
                        <a:pt x="837" y="8412"/>
                      </a:lnTo>
                      <a:lnTo>
                        <a:pt x="900" y="8307"/>
                      </a:lnTo>
                      <a:lnTo>
                        <a:pt x="858" y="8433"/>
                      </a:lnTo>
                      <a:lnTo>
                        <a:pt x="858" y="8516"/>
                      </a:lnTo>
                      <a:lnTo>
                        <a:pt x="900" y="8600"/>
                      </a:lnTo>
                      <a:lnTo>
                        <a:pt x="963" y="8747"/>
                      </a:lnTo>
                      <a:lnTo>
                        <a:pt x="1047" y="8788"/>
                      </a:lnTo>
                      <a:lnTo>
                        <a:pt x="1109" y="8726"/>
                      </a:lnTo>
                      <a:lnTo>
                        <a:pt x="1109" y="8642"/>
                      </a:lnTo>
                      <a:lnTo>
                        <a:pt x="1172" y="8537"/>
                      </a:lnTo>
                      <a:lnTo>
                        <a:pt x="1193" y="8600"/>
                      </a:lnTo>
                      <a:lnTo>
                        <a:pt x="1172" y="8642"/>
                      </a:lnTo>
                      <a:lnTo>
                        <a:pt x="1172" y="8747"/>
                      </a:lnTo>
                      <a:lnTo>
                        <a:pt x="1277" y="8935"/>
                      </a:lnTo>
                      <a:lnTo>
                        <a:pt x="1402" y="9019"/>
                      </a:lnTo>
                      <a:lnTo>
                        <a:pt x="1507" y="9019"/>
                      </a:lnTo>
                      <a:lnTo>
                        <a:pt x="1591" y="8956"/>
                      </a:lnTo>
                      <a:lnTo>
                        <a:pt x="1632" y="8998"/>
                      </a:lnTo>
                      <a:lnTo>
                        <a:pt x="1612" y="9040"/>
                      </a:lnTo>
                      <a:lnTo>
                        <a:pt x="1570" y="9040"/>
                      </a:lnTo>
                      <a:lnTo>
                        <a:pt x="1528" y="9123"/>
                      </a:lnTo>
                      <a:lnTo>
                        <a:pt x="1444" y="9165"/>
                      </a:lnTo>
                      <a:lnTo>
                        <a:pt x="1423" y="9249"/>
                      </a:lnTo>
                      <a:lnTo>
                        <a:pt x="1528" y="9332"/>
                      </a:lnTo>
                      <a:lnTo>
                        <a:pt x="1528" y="9416"/>
                      </a:lnTo>
                      <a:lnTo>
                        <a:pt x="1444" y="9416"/>
                      </a:lnTo>
                      <a:lnTo>
                        <a:pt x="1381" y="9374"/>
                      </a:lnTo>
                      <a:lnTo>
                        <a:pt x="1381" y="9458"/>
                      </a:lnTo>
                      <a:lnTo>
                        <a:pt x="1423" y="9521"/>
                      </a:lnTo>
                      <a:lnTo>
                        <a:pt x="1612" y="9542"/>
                      </a:lnTo>
                      <a:lnTo>
                        <a:pt x="1716" y="9584"/>
                      </a:lnTo>
                      <a:lnTo>
                        <a:pt x="1821" y="9563"/>
                      </a:lnTo>
                      <a:lnTo>
                        <a:pt x="1967" y="9604"/>
                      </a:lnTo>
                      <a:lnTo>
                        <a:pt x="1967" y="9521"/>
                      </a:lnTo>
                      <a:lnTo>
                        <a:pt x="2051" y="9542"/>
                      </a:lnTo>
                      <a:lnTo>
                        <a:pt x="2072" y="9625"/>
                      </a:lnTo>
                      <a:lnTo>
                        <a:pt x="2135" y="9772"/>
                      </a:lnTo>
                      <a:lnTo>
                        <a:pt x="2218" y="9856"/>
                      </a:lnTo>
                      <a:lnTo>
                        <a:pt x="2281" y="9856"/>
                      </a:lnTo>
                      <a:lnTo>
                        <a:pt x="2365" y="9751"/>
                      </a:lnTo>
                      <a:lnTo>
                        <a:pt x="2344" y="9625"/>
                      </a:lnTo>
                      <a:lnTo>
                        <a:pt x="2177" y="9542"/>
                      </a:lnTo>
                      <a:lnTo>
                        <a:pt x="2135" y="9521"/>
                      </a:lnTo>
                      <a:lnTo>
                        <a:pt x="2177" y="9479"/>
                      </a:lnTo>
                      <a:lnTo>
                        <a:pt x="2260" y="9521"/>
                      </a:lnTo>
                      <a:lnTo>
                        <a:pt x="2365" y="9584"/>
                      </a:lnTo>
                      <a:lnTo>
                        <a:pt x="2428" y="9667"/>
                      </a:lnTo>
                      <a:lnTo>
                        <a:pt x="2469" y="9772"/>
                      </a:lnTo>
                      <a:lnTo>
                        <a:pt x="2532" y="9772"/>
                      </a:lnTo>
                      <a:lnTo>
                        <a:pt x="2553" y="9667"/>
                      </a:lnTo>
                      <a:lnTo>
                        <a:pt x="2595" y="9646"/>
                      </a:lnTo>
                      <a:lnTo>
                        <a:pt x="2679" y="9751"/>
                      </a:lnTo>
                      <a:lnTo>
                        <a:pt x="2804" y="9793"/>
                      </a:lnTo>
                      <a:lnTo>
                        <a:pt x="2888" y="9793"/>
                      </a:lnTo>
                      <a:lnTo>
                        <a:pt x="2888" y="9730"/>
                      </a:lnTo>
                      <a:lnTo>
                        <a:pt x="2783" y="9646"/>
                      </a:lnTo>
                      <a:lnTo>
                        <a:pt x="2783" y="9584"/>
                      </a:lnTo>
                      <a:lnTo>
                        <a:pt x="2846" y="9563"/>
                      </a:lnTo>
                      <a:lnTo>
                        <a:pt x="2951" y="9604"/>
                      </a:lnTo>
                      <a:lnTo>
                        <a:pt x="2993" y="9667"/>
                      </a:lnTo>
                      <a:lnTo>
                        <a:pt x="3013" y="9667"/>
                      </a:lnTo>
                      <a:lnTo>
                        <a:pt x="3055" y="9772"/>
                      </a:lnTo>
                      <a:lnTo>
                        <a:pt x="3118" y="9814"/>
                      </a:lnTo>
                      <a:lnTo>
                        <a:pt x="3181" y="9793"/>
                      </a:lnTo>
                      <a:lnTo>
                        <a:pt x="3202" y="9688"/>
                      </a:lnTo>
                      <a:lnTo>
                        <a:pt x="3160" y="9604"/>
                      </a:lnTo>
                      <a:lnTo>
                        <a:pt x="3076" y="9604"/>
                      </a:lnTo>
                      <a:lnTo>
                        <a:pt x="3013" y="9563"/>
                      </a:lnTo>
                      <a:lnTo>
                        <a:pt x="3055" y="9500"/>
                      </a:lnTo>
                      <a:lnTo>
                        <a:pt x="3097" y="9542"/>
                      </a:lnTo>
                      <a:lnTo>
                        <a:pt x="3160" y="9542"/>
                      </a:lnTo>
                      <a:lnTo>
                        <a:pt x="3223" y="9437"/>
                      </a:lnTo>
                      <a:lnTo>
                        <a:pt x="3265" y="9353"/>
                      </a:lnTo>
                      <a:lnTo>
                        <a:pt x="3265" y="9312"/>
                      </a:lnTo>
                      <a:lnTo>
                        <a:pt x="3118" y="9207"/>
                      </a:lnTo>
                      <a:lnTo>
                        <a:pt x="3055" y="9228"/>
                      </a:lnTo>
                      <a:lnTo>
                        <a:pt x="2951" y="9207"/>
                      </a:lnTo>
                      <a:lnTo>
                        <a:pt x="2867" y="9040"/>
                      </a:lnTo>
                      <a:lnTo>
                        <a:pt x="2762" y="9040"/>
                      </a:lnTo>
                      <a:lnTo>
                        <a:pt x="2574" y="8872"/>
                      </a:lnTo>
                      <a:lnTo>
                        <a:pt x="2490" y="8788"/>
                      </a:lnTo>
                      <a:lnTo>
                        <a:pt x="2365" y="8788"/>
                      </a:lnTo>
                      <a:lnTo>
                        <a:pt x="2239" y="8516"/>
                      </a:lnTo>
                      <a:lnTo>
                        <a:pt x="2030" y="8286"/>
                      </a:lnTo>
                      <a:lnTo>
                        <a:pt x="1946" y="8014"/>
                      </a:lnTo>
                      <a:lnTo>
                        <a:pt x="1842" y="7847"/>
                      </a:lnTo>
                      <a:lnTo>
                        <a:pt x="1842" y="7554"/>
                      </a:lnTo>
                      <a:lnTo>
                        <a:pt x="1758" y="7387"/>
                      </a:lnTo>
                      <a:lnTo>
                        <a:pt x="1716" y="7073"/>
                      </a:lnTo>
                      <a:lnTo>
                        <a:pt x="1695" y="7010"/>
                      </a:lnTo>
                      <a:lnTo>
                        <a:pt x="1737" y="6905"/>
                      </a:lnTo>
                      <a:lnTo>
                        <a:pt x="1737" y="6822"/>
                      </a:lnTo>
                      <a:lnTo>
                        <a:pt x="1632" y="6801"/>
                      </a:lnTo>
                      <a:lnTo>
                        <a:pt x="1549" y="6843"/>
                      </a:lnTo>
                      <a:lnTo>
                        <a:pt x="1486" y="6801"/>
                      </a:lnTo>
                      <a:lnTo>
                        <a:pt x="1507" y="6759"/>
                      </a:lnTo>
                      <a:lnTo>
                        <a:pt x="1653" y="6759"/>
                      </a:lnTo>
                      <a:lnTo>
                        <a:pt x="1800" y="6696"/>
                      </a:lnTo>
                      <a:lnTo>
                        <a:pt x="1821" y="6487"/>
                      </a:lnTo>
                      <a:lnTo>
                        <a:pt x="1800" y="6382"/>
                      </a:lnTo>
                      <a:lnTo>
                        <a:pt x="1695" y="6403"/>
                      </a:lnTo>
                      <a:lnTo>
                        <a:pt x="1591" y="6424"/>
                      </a:lnTo>
                      <a:lnTo>
                        <a:pt x="1632" y="6382"/>
                      </a:lnTo>
                      <a:lnTo>
                        <a:pt x="1800" y="6319"/>
                      </a:lnTo>
                      <a:lnTo>
                        <a:pt x="1821" y="6236"/>
                      </a:lnTo>
                      <a:lnTo>
                        <a:pt x="1779" y="6194"/>
                      </a:lnTo>
                      <a:lnTo>
                        <a:pt x="1570" y="6194"/>
                      </a:lnTo>
                      <a:lnTo>
                        <a:pt x="1423" y="6173"/>
                      </a:lnTo>
                      <a:lnTo>
                        <a:pt x="1423" y="6110"/>
                      </a:lnTo>
                      <a:lnTo>
                        <a:pt x="1507" y="6068"/>
                      </a:lnTo>
                      <a:lnTo>
                        <a:pt x="1465" y="6006"/>
                      </a:lnTo>
                      <a:lnTo>
                        <a:pt x="1465" y="5922"/>
                      </a:lnTo>
                      <a:lnTo>
                        <a:pt x="1507" y="5964"/>
                      </a:lnTo>
                      <a:lnTo>
                        <a:pt x="1570" y="6068"/>
                      </a:lnTo>
                      <a:lnTo>
                        <a:pt x="1674" y="6110"/>
                      </a:lnTo>
                      <a:lnTo>
                        <a:pt x="1821" y="6110"/>
                      </a:lnTo>
                      <a:lnTo>
                        <a:pt x="1842" y="6068"/>
                      </a:lnTo>
                      <a:lnTo>
                        <a:pt x="1925" y="6027"/>
                      </a:lnTo>
                      <a:lnTo>
                        <a:pt x="1988" y="5901"/>
                      </a:lnTo>
                      <a:lnTo>
                        <a:pt x="1988" y="5775"/>
                      </a:lnTo>
                      <a:lnTo>
                        <a:pt x="2051" y="5650"/>
                      </a:lnTo>
                      <a:lnTo>
                        <a:pt x="2093" y="5545"/>
                      </a:lnTo>
                      <a:lnTo>
                        <a:pt x="2009" y="5462"/>
                      </a:lnTo>
                      <a:lnTo>
                        <a:pt x="1946" y="5336"/>
                      </a:lnTo>
                      <a:lnTo>
                        <a:pt x="1842" y="5294"/>
                      </a:lnTo>
                      <a:lnTo>
                        <a:pt x="1779" y="5294"/>
                      </a:lnTo>
                      <a:lnTo>
                        <a:pt x="1716" y="5252"/>
                      </a:lnTo>
                      <a:lnTo>
                        <a:pt x="1800" y="5231"/>
                      </a:lnTo>
                      <a:lnTo>
                        <a:pt x="1884" y="5252"/>
                      </a:lnTo>
                      <a:lnTo>
                        <a:pt x="1946" y="5231"/>
                      </a:lnTo>
                      <a:lnTo>
                        <a:pt x="2009" y="5294"/>
                      </a:lnTo>
                      <a:lnTo>
                        <a:pt x="2009" y="5378"/>
                      </a:lnTo>
                      <a:lnTo>
                        <a:pt x="2051" y="5399"/>
                      </a:lnTo>
                      <a:lnTo>
                        <a:pt x="2114" y="5336"/>
                      </a:lnTo>
                      <a:lnTo>
                        <a:pt x="2051" y="5148"/>
                      </a:lnTo>
                      <a:lnTo>
                        <a:pt x="1925" y="4980"/>
                      </a:lnTo>
                      <a:lnTo>
                        <a:pt x="1821" y="4834"/>
                      </a:lnTo>
                      <a:lnTo>
                        <a:pt x="1842" y="4771"/>
                      </a:lnTo>
                      <a:lnTo>
                        <a:pt x="1925" y="4855"/>
                      </a:lnTo>
                      <a:lnTo>
                        <a:pt x="1946" y="4938"/>
                      </a:lnTo>
                      <a:lnTo>
                        <a:pt x="2051" y="4980"/>
                      </a:lnTo>
                      <a:lnTo>
                        <a:pt x="2156" y="5022"/>
                      </a:lnTo>
                      <a:lnTo>
                        <a:pt x="2197" y="4938"/>
                      </a:lnTo>
                      <a:lnTo>
                        <a:pt x="2197" y="4855"/>
                      </a:lnTo>
                      <a:lnTo>
                        <a:pt x="2135" y="4813"/>
                      </a:lnTo>
                      <a:lnTo>
                        <a:pt x="2135" y="4729"/>
                      </a:lnTo>
                      <a:lnTo>
                        <a:pt x="2218" y="4625"/>
                      </a:lnTo>
                      <a:lnTo>
                        <a:pt x="2218" y="4520"/>
                      </a:lnTo>
                      <a:lnTo>
                        <a:pt x="2135" y="4415"/>
                      </a:lnTo>
                      <a:lnTo>
                        <a:pt x="2009" y="4248"/>
                      </a:lnTo>
                      <a:lnTo>
                        <a:pt x="2093" y="4248"/>
                      </a:lnTo>
                      <a:lnTo>
                        <a:pt x="2197" y="4332"/>
                      </a:lnTo>
                      <a:lnTo>
                        <a:pt x="2260" y="4311"/>
                      </a:lnTo>
                      <a:lnTo>
                        <a:pt x="2323" y="4185"/>
                      </a:lnTo>
                      <a:lnTo>
                        <a:pt x="2302" y="4143"/>
                      </a:lnTo>
                      <a:lnTo>
                        <a:pt x="2218" y="4143"/>
                      </a:lnTo>
                      <a:lnTo>
                        <a:pt x="2218" y="3997"/>
                      </a:lnTo>
                      <a:lnTo>
                        <a:pt x="2302" y="3976"/>
                      </a:lnTo>
                      <a:lnTo>
                        <a:pt x="2407" y="4039"/>
                      </a:lnTo>
                      <a:lnTo>
                        <a:pt x="2553" y="4102"/>
                      </a:lnTo>
                      <a:lnTo>
                        <a:pt x="2616" y="4018"/>
                      </a:lnTo>
                      <a:lnTo>
                        <a:pt x="2532" y="3976"/>
                      </a:lnTo>
                      <a:lnTo>
                        <a:pt x="2532" y="3913"/>
                      </a:lnTo>
                      <a:lnTo>
                        <a:pt x="2616" y="3913"/>
                      </a:lnTo>
                      <a:lnTo>
                        <a:pt x="2679" y="3934"/>
                      </a:lnTo>
                      <a:lnTo>
                        <a:pt x="2762" y="3871"/>
                      </a:lnTo>
                      <a:lnTo>
                        <a:pt x="2762" y="3767"/>
                      </a:lnTo>
                      <a:lnTo>
                        <a:pt x="2741" y="3704"/>
                      </a:lnTo>
                      <a:lnTo>
                        <a:pt x="2762" y="3662"/>
                      </a:lnTo>
                      <a:lnTo>
                        <a:pt x="2930" y="3578"/>
                      </a:lnTo>
                      <a:lnTo>
                        <a:pt x="2951" y="3495"/>
                      </a:lnTo>
                      <a:lnTo>
                        <a:pt x="2846" y="3453"/>
                      </a:lnTo>
                      <a:lnTo>
                        <a:pt x="2783" y="3369"/>
                      </a:lnTo>
                      <a:lnTo>
                        <a:pt x="2846" y="3265"/>
                      </a:lnTo>
                      <a:lnTo>
                        <a:pt x="2888" y="3369"/>
                      </a:lnTo>
                      <a:lnTo>
                        <a:pt x="2972" y="3306"/>
                      </a:lnTo>
                      <a:lnTo>
                        <a:pt x="3139" y="3097"/>
                      </a:lnTo>
                      <a:lnTo>
                        <a:pt x="3181" y="2972"/>
                      </a:lnTo>
                      <a:lnTo>
                        <a:pt x="3265" y="2930"/>
                      </a:lnTo>
                      <a:lnTo>
                        <a:pt x="3285" y="2783"/>
                      </a:lnTo>
                      <a:lnTo>
                        <a:pt x="3453" y="2679"/>
                      </a:lnTo>
                      <a:lnTo>
                        <a:pt x="3516" y="2532"/>
                      </a:lnTo>
                      <a:lnTo>
                        <a:pt x="3599" y="2323"/>
                      </a:lnTo>
                      <a:lnTo>
                        <a:pt x="3683" y="2323"/>
                      </a:lnTo>
                      <a:lnTo>
                        <a:pt x="3892" y="2156"/>
                      </a:lnTo>
                      <a:lnTo>
                        <a:pt x="4122" y="1905"/>
                      </a:lnTo>
                      <a:lnTo>
                        <a:pt x="4311" y="1737"/>
                      </a:lnTo>
                      <a:lnTo>
                        <a:pt x="4394" y="1737"/>
                      </a:lnTo>
                      <a:lnTo>
                        <a:pt x="4541" y="1612"/>
                      </a:lnTo>
                      <a:lnTo>
                        <a:pt x="4729" y="1570"/>
                      </a:lnTo>
                      <a:lnTo>
                        <a:pt x="4834" y="1486"/>
                      </a:lnTo>
                      <a:lnTo>
                        <a:pt x="4980" y="1277"/>
                      </a:lnTo>
                      <a:lnTo>
                        <a:pt x="5064" y="1214"/>
                      </a:lnTo>
                      <a:lnTo>
                        <a:pt x="5127" y="1214"/>
                      </a:lnTo>
                      <a:lnTo>
                        <a:pt x="5190" y="1193"/>
                      </a:lnTo>
                      <a:lnTo>
                        <a:pt x="5190" y="1109"/>
                      </a:lnTo>
                      <a:lnTo>
                        <a:pt x="5169" y="1068"/>
                      </a:lnTo>
                      <a:lnTo>
                        <a:pt x="5231" y="963"/>
                      </a:lnTo>
                      <a:lnTo>
                        <a:pt x="5190" y="858"/>
                      </a:lnTo>
                      <a:lnTo>
                        <a:pt x="5190" y="691"/>
                      </a:lnTo>
                      <a:lnTo>
                        <a:pt x="5169" y="670"/>
                      </a:lnTo>
                      <a:lnTo>
                        <a:pt x="5085" y="670"/>
                      </a:lnTo>
                      <a:lnTo>
                        <a:pt x="5085" y="524"/>
                      </a:lnTo>
                      <a:lnTo>
                        <a:pt x="5148" y="377"/>
                      </a:lnTo>
                      <a:lnTo>
                        <a:pt x="5127" y="335"/>
                      </a:lnTo>
                      <a:lnTo>
                        <a:pt x="5022" y="314"/>
                      </a:lnTo>
                      <a:lnTo>
                        <a:pt x="4959" y="252"/>
                      </a:lnTo>
                      <a:lnTo>
                        <a:pt x="4855" y="231"/>
                      </a:lnTo>
                      <a:lnTo>
                        <a:pt x="4813" y="147"/>
                      </a:lnTo>
                      <a:lnTo>
                        <a:pt x="4813" y="42"/>
                      </a:lnTo>
                      <a:lnTo>
                        <a:pt x="475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3" name="Google Shape;9152;p128">
                  <a:extLst>
                    <a:ext uri="{FF2B5EF4-FFF2-40B4-BE49-F238E27FC236}">
                      <a16:creationId xmlns:a16="http://schemas.microsoft.com/office/drawing/2014/main" id="{A4ED9567-450E-6308-D229-A2E01969F6ED}"/>
                    </a:ext>
                  </a:extLst>
                </p:cNvPr>
                <p:cNvSpPr/>
                <p:nvPr/>
              </p:nvSpPr>
              <p:spPr>
                <a:xfrm>
                  <a:off x="4015475" y="1586100"/>
                  <a:ext cx="1901975" cy="101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079" h="40698" extrusionOk="0">
                      <a:moveTo>
                        <a:pt x="27578" y="1"/>
                      </a:moveTo>
                      <a:lnTo>
                        <a:pt x="27431" y="126"/>
                      </a:lnTo>
                      <a:lnTo>
                        <a:pt x="27389" y="231"/>
                      </a:lnTo>
                      <a:lnTo>
                        <a:pt x="27285" y="273"/>
                      </a:lnTo>
                      <a:lnTo>
                        <a:pt x="27368" y="377"/>
                      </a:lnTo>
                      <a:lnTo>
                        <a:pt x="27264" y="482"/>
                      </a:lnTo>
                      <a:lnTo>
                        <a:pt x="27243" y="649"/>
                      </a:lnTo>
                      <a:lnTo>
                        <a:pt x="27285" y="796"/>
                      </a:lnTo>
                      <a:lnTo>
                        <a:pt x="27159" y="921"/>
                      </a:lnTo>
                      <a:lnTo>
                        <a:pt x="27138" y="1444"/>
                      </a:lnTo>
                      <a:lnTo>
                        <a:pt x="27264" y="1570"/>
                      </a:lnTo>
                      <a:lnTo>
                        <a:pt x="27264" y="1695"/>
                      </a:lnTo>
                      <a:lnTo>
                        <a:pt x="27159" y="1695"/>
                      </a:lnTo>
                      <a:lnTo>
                        <a:pt x="27180" y="1842"/>
                      </a:lnTo>
                      <a:lnTo>
                        <a:pt x="27285" y="1967"/>
                      </a:lnTo>
                      <a:lnTo>
                        <a:pt x="27389" y="1967"/>
                      </a:lnTo>
                      <a:lnTo>
                        <a:pt x="27536" y="2156"/>
                      </a:lnTo>
                      <a:lnTo>
                        <a:pt x="27682" y="2177"/>
                      </a:lnTo>
                      <a:lnTo>
                        <a:pt x="27536" y="2281"/>
                      </a:lnTo>
                      <a:lnTo>
                        <a:pt x="27578" y="2407"/>
                      </a:lnTo>
                      <a:lnTo>
                        <a:pt x="27578" y="2491"/>
                      </a:lnTo>
                      <a:lnTo>
                        <a:pt x="27787" y="2511"/>
                      </a:lnTo>
                      <a:lnTo>
                        <a:pt x="27912" y="2470"/>
                      </a:lnTo>
                      <a:lnTo>
                        <a:pt x="28101" y="2532"/>
                      </a:lnTo>
                      <a:lnTo>
                        <a:pt x="28289" y="2532"/>
                      </a:lnTo>
                      <a:lnTo>
                        <a:pt x="28331" y="2616"/>
                      </a:lnTo>
                      <a:lnTo>
                        <a:pt x="28226" y="2700"/>
                      </a:lnTo>
                      <a:lnTo>
                        <a:pt x="28122" y="2679"/>
                      </a:lnTo>
                      <a:lnTo>
                        <a:pt x="28059" y="2700"/>
                      </a:lnTo>
                      <a:lnTo>
                        <a:pt x="27933" y="2616"/>
                      </a:lnTo>
                      <a:lnTo>
                        <a:pt x="27661" y="2721"/>
                      </a:lnTo>
                      <a:lnTo>
                        <a:pt x="27578" y="2679"/>
                      </a:lnTo>
                      <a:lnTo>
                        <a:pt x="27473" y="2721"/>
                      </a:lnTo>
                      <a:lnTo>
                        <a:pt x="27368" y="2700"/>
                      </a:lnTo>
                      <a:lnTo>
                        <a:pt x="27264" y="2700"/>
                      </a:lnTo>
                      <a:lnTo>
                        <a:pt x="27201" y="2783"/>
                      </a:lnTo>
                      <a:lnTo>
                        <a:pt x="26950" y="2783"/>
                      </a:lnTo>
                      <a:lnTo>
                        <a:pt x="26887" y="2888"/>
                      </a:lnTo>
                      <a:lnTo>
                        <a:pt x="26908" y="2930"/>
                      </a:lnTo>
                      <a:lnTo>
                        <a:pt x="27034" y="2951"/>
                      </a:lnTo>
                      <a:lnTo>
                        <a:pt x="27054" y="3055"/>
                      </a:lnTo>
                      <a:lnTo>
                        <a:pt x="27201" y="3035"/>
                      </a:lnTo>
                      <a:lnTo>
                        <a:pt x="27264" y="3097"/>
                      </a:lnTo>
                      <a:lnTo>
                        <a:pt x="27410" y="3014"/>
                      </a:lnTo>
                      <a:lnTo>
                        <a:pt x="27515" y="3160"/>
                      </a:lnTo>
                      <a:lnTo>
                        <a:pt x="27661" y="3265"/>
                      </a:lnTo>
                      <a:lnTo>
                        <a:pt x="27787" y="3516"/>
                      </a:lnTo>
                      <a:lnTo>
                        <a:pt x="27682" y="3746"/>
                      </a:lnTo>
                      <a:lnTo>
                        <a:pt x="27410" y="4018"/>
                      </a:lnTo>
                      <a:lnTo>
                        <a:pt x="27515" y="3746"/>
                      </a:lnTo>
                      <a:lnTo>
                        <a:pt x="27431" y="3662"/>
                      </a:lnTo>
                      <a:lnTo>
                        <a:pt x="27431" y="3495"/>
                      </a:lnTo>
                      <a:lnTo>
                        <a:pt x="27243" y="3453"/>
                      </a:lnTo>
                      <a:lnTo>
                        <a:pt x="27180" y="3432"/>
                      </a:lnTo>
                      <a:lnTo>
                        <a:pt x="27180" y="3348"/>
                      </a:lnTo>
                      <a:lnTo>
                        <a:pt x="27117" y="3327"/>
                      </a:lnTo>
                      <a:lnTo>
                        <a:pt x="27013" y="3411"/>
                      </a:lnTo>
                      <a:lnTo>
                        <a:pt x="26845" y="3411"/>
                      </a:lnTo>
                      <a:lnTo>
                        <a:pt x="26720" y="3537"/>
                      </a:lnTo>
                      <a:lnTo>
                        <a:pt x="26845" y="3599"/>
                      </a:lnTo>
                      <a:lnTo>
                        <a:pt x="26803" y="3662"/>
                      </a:lnTo>
                      <a:lnTo>
                        <a:pt x="26657" y="3662"/>
                      </a:lnTo>
                      <a:lnTo>
                        <a:pt x="26741" y="3767"/>
                      </a:lnTo>
                      <a:lnTo>
                        <a:pt x="26720" y="3851"/>
                      </a:lnTo>
                      <a:lnTo>
                        <a:pt x="26552" y="3976"/>
                      </a:lnTo>
                      <a:lnTo>
                        <a:pt x="26531" y="3851"/>
                      </a:lnTo>
                      <a:lnTo>
                        <a:pt x="26490" y="3851"/>
                      </a:lnTo>
                      <a:lnTo>
                        <a:pt x="26406" y="3913"/>
                      </a:lnTo>
                      <a:lnTo>
                        <a:pt x="26448" y="4039"/>
                      </a:lnTo>
                      <a:lnTo>
                        <a:pt x="26406" y="4164"/>
                      </a:lnTo>
                      <a:lnTo>
                        <a:pt x="26301" y="4164"/>
                      </a:lnTo>
                      <a:lnTo>
                        <a:pt x="26280" y="3976"/>
                      </a:lnTo>
                      <a:lnTo>
                        <a:pt x="26176" y="3871"/>
                      </a:lnTo>
                      <a:lnTo>
                        <a:pt x="26134" y="3934"/>
                      </a:lnTo>
                      <a:lnTo>
                        <a:pt x="26176" y="4039"/>
                      </a:lnTo>
                      <a:lnTo>
                        <a:pt x="26071" y="4227"/>
                      </a:lnTo>
                      <a:lnTo>
                        <a:pt x="26008" y="4374"/>
                      </a:lnTo>
                      <a:lnTo>
                        <a:pt x="25883" y="4290"/>
                      </a:lnTo>
                      <a:lnTo>
                        <a:pt x="25883" y="4227"/>
                      </a:lnTo>
                      <a:lnTo>
                        <a:pt x="26008" y="3955"/>
                      </a:lnTo>
                      <a:lnTo>
                        <a:pt x="25966" y="3851"/>
                      </a:lnTo>
                      <a:lnTo>
                        <a:pt x="25820" y="3830"/>
                      </a:lnTo>
                      <a:lnTo>
                        <a:pt x="25506" y="3934"/>
                      </a:lnTo>
                      <a:lnTo>
                        <a:pt x="25401" y="3871"/>
                      </a:lnTo>
                      <a:lnTo>
                        <a:pt x="25255" y="4018"/>
                      </a:lnTo>
                      <a:lnTo>
                        <a:pt x="25150" y="3976"/>
                      </a:lnTo>
                      <a:lnTo>
                        <a:pt x="25046" y="3934"/>
                      </a:lnTo>
                      <a:lnTo>
                        <a:pt x="24878" y="3955"/>
                      </a:lnTo>
                      <a:lnTo>
                        <a:pt x="25025" y="4081"/>
                      </a:lnTo>
                      <a:lnTo>
                        <a:pt x="24941" y="4164"/>
                      </a:lnTo>
                      <a:lnTo>
                        <a:pt x="24920" y="4143"/>
                      </a:lnTo>
                      <a:lnTo>
                        <a:pt x="24878" y="4081"/>
                      </a:lnTo>
                      <a:lnTo>
                        <a:pt x="24837" y="4060"/>
                      </a:lnTo>
                      <a:lnTo>
                        <a:pt x="24774" y="4164"/>
                      </a:lnTo>
                      <a:lnTo>
                        <a:pt x="24732" y="4227"/>
                      </a:lnTo>
                      <a:lnTo>
                        <a:pt x="24732" y="4478"/>
                      </a:lnTo>
                      <a:lnTo>
                        <a:pt x="24816" y="4562"/>
                      </a:lnTo>
                      <a:lnTo>
                        <a:pt x="24941" y="4436"/>
                      </a:lnTo>
                      <a:lnTo>
                        <a:pt x="25025" y="4478"/>
                      </a:lnTo>
                      <a:lnTo>
                        <a:pt x="25192" y="4353"/>
                      </a:lnTo>
                      <a:lnTo>
                        <a:pt x="25276" y="4374"/>
                      </a:lnTo>
                      <a:lnTo>
                        <a:pt x="25255" y="4478"/>
                      </a:lnTo>
                      <a:lnTo>
                        <a:pt x="24941" y="4604"/>
                      </a:lnTo>
                      <a:lnTo>
                        <a:pt x="24878" y="4750"/>
                      </a:lnTo>
                      <a:lnTo>
                        <a:pt x="24753" y="4813"/>
                      </a:lnTo>
                      <a:lnTo>
                        <a:pt x="24502" y="4855"/>
                      </a:lnTo>
                      <a:lnTo>
                        <a:pt x="24460" y="4918"/>
                      </a:lnTo>
                      <a:lnTo>
                        <a:pt x="24523" y="5001"/>
                      </a:lnTo>
                      <a:lnTo>
                        <a:pt x="24313" y="5064"/>
                      </a:lnTo>
                      <a:lnTo>
                        <a:pt x="24209" y="5001"/>
                      </a:lnTo>
                      <a:lnTo>
                        <a:pt x="24146" y="5022"/>
                      </a:lnTo>
                      <a:lnTo>
                        <a:pt x="24125" y="5127"/>
                      </a:lnTo>
                      <a:lnTo>
                        <a:pt x="24041" y="5169"/>
                      </a:lnTo>
                      <a:lnTo>
                        <a:pt x="23895" y="5211"/>
                      </a:lnTo>
                      <a:lnTo>
                        <a:pt x="23832" y="5294"/>
                      </a:lnTo>
                      <a:lnTo>
                        <a:pt x="23916" y="5399"/>
                      </a:lnTo>
                      <a:lnTo>
                        <a:pt x="23874" y="5399"/>
                      </a:lnTo>
                      <a:lnTo>
                        <a:pt x="23832" y="5504"/>
                      </a:lnTo>
                      <a:lnTo>
                        <a:pt x="23790" y="5524"/>
                      </a:lnTo>
                      <a:lnTo>
                        <a:pt x="23728" y="5441"/>
                      </a:lnTo>
                      <a:lnTo>
                        <a:pt x="23686" y="5441"/>
                      </a:lnTo>
                      <a:lnTo>
                        <a:pt x="23581" y="5608"/>
                      </a:lnTo>
                      <a:lnTo>
                        <a:pt x="23602" y="5650"/>
                      </a:lnTo>
                      <a:lnTo>
                        <a:pt x="23560" y="5713"/>
                      </a:lnTo>
                      <a:lnTo>
                        <a:pt x="23560" y="5817"/>
                      </a:lnTo>
                      <a:lnTo>
                        <a:pt x="23456" y="5943"/>
                      </a:lnTo>
                      <a:lnTo>
                        <a:pt x="23477" y="6048"/>
                      </a:lnTo>
                      <a:lnTo>
                        <a:pt x="23309" y="6110"/>
                      </a:lnTo>
                      <a:lnTo>
                        <a:pt x="23142" y="6110"/>
                      </a:lnTo>
                      <a:lnTo>
                        <a:pt x="23037" y="6173"/>
                      </a:lnTo>
                      <a:lnTo>
                        <a:pt x="23037" y="6278"/>
                      </a:lnTo>
                      <a:lnTo>
                        <a:pt x="23100" y="6278"/>
                      </a:lnTo>
                      <a:lnTo>
                        <a:pt x="23163" y="6215"/>
                      </a:lnTo>
                      <a:lnTo>
                        <a:pt x="23414" y="6257"/>
                      </a:lnTo>
                      <a:lnTo>
                        <a:pt x="23372" y="6340"/>
                      </a:lnTo>
                      <a:lnTo>
                        <a:pt x="23246" y="6320"/>
                      </a:lnTo>
                      <a:lnTo>
                        <a:pt x="23204" y="6361"/>
                      </a:lnTo>
                      <a:lnTo>
                        <a:pt x="23288" y="6445"/>
                      </a:lnTo>
                      <a:lnTo>
                        <a:pt x="23267" y="6675"/>
                      </a:lnTo>
                      <a:lnTo>
                        <a:pt x="23163" y="6759"/>
                      </a:lnTo>
                      <a:lnTo>
                        <a:pt x="23184" y="6843"/>
                      </a:lnTo>
                      <a:lnTo>
                        <a:pt x="23163" y="6947"/>
                      </a:lnTo>
                      <a:lnTo>
                        <a:pt x="23037" y="6759"/>
                      </a:lnTo>
                      <a:lnTo>
                        <a:pt x="22932" y="6780"/>
                      </a:lnTo>
                      <a:lnTo>
                        <a:pt x="22786" y="6633"/>
                      </a:lnTo>
                      <a:lnTo>
                        <a:pt x="22723" y="6592"/>
                      </a:lnTo>
                      <a:lnTo>
                        <a:pt x="22681" y="6654"/>
                      </a:lnTo>
                      <a:lnTo>
                        <a:pt x="22765" y="6738"/>
                      </a:lnTo>
                      <a:lnTo>
                        <a:pt x="22765" y="6843"/>
                      </a:lnTo>
                      <a:lnTo>
                        <a:pt x="22723" y="6905"/>
                      </a:lnTo>
                      <a:lnTo>
                        <a:pt x="22786" y="7010"/>
                      </a:lnTo>
                      <a:lnTo>
                        <a:pt x="22891" y="6968"/>
                      </a:lnTo>
                      <a:lnTo>
                        <a:pt x="23079" y="7010"/>
                      </a:lnTo>
                      <a:lnTo>
                        <a:pt x="23204" y="7052"/>
                      </a:lnTo>
                      <a:lnTo>
                        <a:pt x="23246" y="7156"/>
                      </a:lnTo>
                      <a:lnTo>
                        <a:pt x="23351" y="7219"/>
                      </a:lnTo>
                      <a:lnTo>
                        <a:pt x="23456" y="7198"/>
                      </a:lnTo>
                      <a:lnTo>
                        <a:pt x="23497" y="7177"/>
                      </a:lnTo>
                      <a:lnTo>
                        <a:pt x="23560" y="7261"/>
                      </a:lnTo>
                      <a:lnTo>
                        <a:pt x="23414" y="7303"/>
                      </a:lnTo>
                      <a:lnTo>
                        <a:pt x="23288" y="7303"/>
                      </a:lnTo>
                      <a:lnTo>
                        <a:pt x="23184" y="7198"/>
                      </a:lnTo>
                      <a:lnTo>
                        <a:pt x="23142" y="7219"/>
                      </a:lnTo>
                      <a:lnTo>
                        <a:pt x="23100" y="7303"/>
                      </a:lnTo>
                      <a:lnTo>
                        <a:pt x="23058" y="7366"/>
                      </a:lnTo>
                      <a:lnTo>
                        <a:pt x="23184" y="7512"/>
                      </a:lnTo>
                      <a:lnTo>
                        <a:pt x="23267" y="7470"/>
                      </a:lnTo>
                      <a:lnTo>
                        <a:pt x="23456" y="7470"/>
                      </a:lnTo>
                      <a:lnTo>
                        <a:pt x="23497" y="7617"/>
                      </a:lnTo>
                      <a:lnTo>
                        <a:pt x="23581" y="7680"/>
                      </a:lnTo>
                      <a:lnTo>
                        <a:pt x="23623" y="7596"/>
                      </a:lnTo>
                      <a:lnTo>
                        <a:pt x="23811" y="7596"/>
                      </a:lnTo>
                      <a:lnTo>
                        <a:pt x="23790" y="7701"/>
                      </a:lnTo>
                      <a:lnTo>
                        <a:pt x="23937" y="7805"/>
                      </a:lnTo>
                      <a:lnTo>
                        <a:pt x="24083" y="7805"/>
                      </a:lnTo>
                      <a:lnTo>
                        <a:pt x="24146" y="7952"/>
                      </a:lnTo>
                      <a:lnTo>
                        <a:pt x="24083" y="8161"/>
                      </a:lnTo>
                      <a:lnTo>
                        <a:pt x="23832" y="8307"/>
                      </a:lnTo>
                      <a:lnTo>
                        <a:pt x="23769" y="8433"/>
                      </a:lnTo>
                      <a:lnTo>
                        <a:pt x="23769" y="8517"/>
                      </a:lnTo>
                      <a:lnTo>
                        <a:pt x="23979" y="8726"/>
                      </a:lnTo>
                      <a:lnTo>
                        <a:pt x="24104" y="8768"/>
                      </a:lnTo>
                      <a:lnTo>
                        <a:pt x="23895" y="8768"/>
                      </a:lnTo>
                      <a:lnTo>
                        <a:pt x="23665" y="8579"/>
                      </a:lnTo>
                      <a:lnTo>
                        <a:pt x="23665" y="8454"/>
                      </a:lnTo>
                      <a:lnTo>
                        <a:pt x="23769" y="8224"/>
                      </a:lnTo>
                      <a:lnTo>
                        <a:pt x="23832" y="8161"/>
                      </a:lnTo>
                      <a:lnTo>
                        <a:pt x="23832" y="8098"/>
                      </a:lnTo>
                      <a:lnTo>
                        <a:pt x="23895" y="7952"/>
                      </a:lnTo>
                      <a:lnTo>
                        <a:pt x="23832" y="7910"/>
                      </a:lnTo>
                      <a:lnTo>
                        <a:pt x="23456" y="8098"/>
                      </a:lnTo>
                      <a:lnTo>
                        <a:pt x="23246" y="8161"/>
                      </a:lnTo>
                      <a:lnTo>
                        <a:pt x="23184" y="8307"/>
                      </a:lnTo>
                      <a:lnTo>
                        <a:pt x="23058" y="8349"/>
                      </a:lnTo>
                      <a:lnTo>
                        <a:pt x="22953" y="8307"/>
                      </a:lnTo>
                      <a:lnTo>
                        <a:pt x="22828" y="8328"/>
                      </a:lnTo>
                      <a:lnTo>
                        <a:pt x="22660" y="8454"/>
                      </a:lnTo>
                      <a:lnTo>
                        <a:pt x="22221" y="8621"/>
                      </a:lnTo>
                      <a:lnTo>
                        <a:pt x="21907" y="8684"/>
                      </a:lnTo>
                      <a:lnTo>
                        <a:pt x="21782" y="8684"/>
                      </a:lnTo>
                      <a:lnTo>
                        <a:pt x="21614" y="8851"/>
                      </a:lnTo>
                      <a:lnTo>
                        <a:pt x="21468" y="8851"/>
                      </a:lnTo>
                      <a:lnTo>
                        <a:pt x="21384" y="8935"/>
                      </a:lnTo>
                      <a:lnTo>
                        <a:pt x="21510" y="9040"/>
                      </a:lnTo>
                      <a:lnTo>
                        <a:pt x="21510" y="9165"/>
                      </a:lnTo>
                      <a:lnTo>
                        <a:pt x="21489" y="9291"/>
                      </a:lnTo>
                      <a:lnTo>
                        <a:pt x="21572" y="9374"/>
                      </a:lnTo>
                      <a:lnTo>
                        <a:pt x="21677" y="9374"/>
                      </a:lnTo>
                      <a:lnTo>
                        <a:pt x="21698" y="9458"/>
                      </a:lnTo>
                      <a:lnTo>
                        <a:pt x="21635" y="9521"/>
                      </a:lnTo>
                      <a:lnTo>
                        <a:pt x="21844" y="9667"/>
                      </a:lnTo>
                      <a:lnTo>
                        <a:pt x="22012" y="9918"/>
                      </a:lnTo>
                      <a:lnTo>
                        <a:pt x="22012" y="10128"/>
                      </a:lnTo>
                      <a:lnTo>
                        <a:pt x="22054" y="10232"/>
                      </a:lnTo>
                      <a:lnTo>
                        <a:pt x="22116" y="10232"/>
                      </a:lnTo>
                      <a:lnTo>
                        <a:pt x="22137" y="10400"/>
                      </a:lnTo>
                      <a:lnTo>
                        <a:pt x="22305" y="10504"/>
                      </a:lnTo>
                      <a:lnTo>
                        <a:pt x="22430" y="10462"/>
                      </a:lnTo>
                      <a:lnTo>
                        <a:pt x="22828" y="10504"/>
                      </a:lnTo>
                      <a:lnTo>
                        <a:pt x="22953" y="10421"/>
                      </a:lnTo>
                      <a:lnTo>
                        <a:pt x="22953" y="10504"/>
                      </a:lnTo>
                      <a:lnTo>
                        <a:pt x="22995" y="10609"/>
                      </a:lnTo>
                      <a:lnTo>
                        <a:pt x="22995" y="10755"/>
                      </a:lnTo>
                      <a:lnTo>
                        <a:pt x="23184" y="10839"/>
                      </a:lnTo>
                      <a:lnTo>
                        <a:pt x="23288" y="10986"/>
                      </a:lnTo>
                      <a:lnTo>
                        <a:pt x="23581" y="10986"/>
                      </a:lnTo>
                      <a:lnTo>
                        <a:pt x="23790" y="11132"/>
                      </a:lnTo>
                      <a:lnTo>
                        <a:pt x="23874" y="11132"/>
                      </a:lnTo>
                      <a:lnTo>
                        <a:pt x="23979" y="11258"/>
                      </a:lnTo>
                      <a:lnTo>
                        <a:pt x="24000" y="11550"/>
                      </a:lnTo>
                      <a:lnTo>
                        <a:pt x="24041" y="11676"/>
                      </a:lnTo>
                      <a:lnTo>
                        <a:pt x="24000" y="11864"/>
                      </a:lnTo>
                      <a:lnTo>
                        <a:pt x="24125" y="12011"/>
                      </a:lnTo>
                      <a:lnTo>
                        <a:pt x="24230" y="12094"/>
                      </a:lnTo>
                      <a:lnTo>
                        <a:pt x="24418" y="12346"/>
                      </a:lnTo>
                      <a:lnTo>
                        <a:pt x="24502" y="12618"/>
                      </a:lnTo>
                      <a:lnTo>
                        <a:pt x="24648" y="12743"/>
                      </a:lnTo>
                      <a:lnTo>
                        <a:pt x="24711" y="12869"/>
                      </a:lnTo>
                      <a:lnTo>
                        <a:pt x="24585" y="13141"/>
                      </a:lnTo>
                      <a:lnTo>
                        <a:pt x="24502" y="13162"/>
                      </a:lnTo>
                      <a:lnTo>
                        <a:pt x="24418" y="13141"/>
                      </a:lnTo>
                      <a:lnTo>
                        <a:pt x="24418" y="13141"/>
                      </a:lnTo>
                      <a:lnTo>
                        <a:pt x="24523" y="13287"/>
                      </a:lnTo>
                      <a:lnTo>
                        <a:pt x="24732" y="13329"/>
                      </a:lnTo>
                      <a:lnTo>
                        <a:pt x="24837" y="13392"/>
                      </a:lnTo>
                      <a:lnTo>
                        <a:pt x="25046" y="13643"/>
                      </a:lnTo>
                      <a:lnTo>
                        <a:pt x="25255" y="13706"/>
                      </a:lnTo>
                      <a:lnTo>
                        <a:pt x="25276" y="13685"/>
                      </a:lnTo>
                      <a:lnTo>
                        <a:pt x="25360" y="13706"/>
                      </a:lnTo>
                      <a:lnTo>
                        <a:pt x="25548" y="13559"/>
                      </a:lnTo>
                      <a:lnTo>
                        <a:pt x="25736" y="13517"/>
                      </a:lnTo>
                      <a:lnTo>
                        <a:pt x="25945" y="13685"/>
                      </a:lnTo>
                      <a:lnTo>
                        <a:pt x="26092" y="13747"/>
                      </a:lnTo>
                      <a:lnTo>
                        <a:pt x="26197" y="13747"/>
                      </a:lnTo>
                      <a:lnTo>
                        <a:pt x="26280" y="13894"/>
                      </a:lnTo>
                      <a:lnTo>
                        <a:pt x="26301" y="14124"/>
                      </a:lnTo>
                      <a:lnTo>
                        <a:pt x="26238" y="13915"/>
                      </a:lnTo>
                      <a:lnTo>
                        <a:pt x="26176" y="13810"/>
                      </a:lnTo>
                      <a:lnTo>
                        <a:pt x="25987" y="13810"/>
                      </a:lnTo>
                      <a:lnTo>
                        <a:pt x="25757" y="13643"/>
                      </a:lnTo>
                      <a:lnTo>
                        <a:pt x="25611" y="13643"/>
                      </a:lnTo>
                      <a:lnTo>
                        <a:pt x="25443" y="13810"/>
                      </a:lnTo>
                      <a:lnTo>
                        <a:pt x="25443" y="13978"/>
                      </a:lnTo>
                      <a:lnTo>
                        <a:pt x="25464" y="14061"/>
                      </a:lnTo>
                      <a:lnTo>
                        <a:pt x="25234" y="13810"/>
                      </a:lnTo>
                      <a:lnTo>
                        <a:pt x="24983" y="13810"/>
                      </a:lnTo>
                      <a:lnTo>
                        <a:pt x="24857" y="13706"/>
                      </a:lnTo>
                      <a:lnTo>
                        <a:pt x="24857" y="13580"/>
                      </a:lnTo>
                      <a:lnTo>
                        <a:pt x="24753" y="13434"/>
                      </a:lnTo>
                      <a:lnTo>
                        <a:pt x="24565" y="13371"/>
                      </a:lnTo>
                      <a:lnTo>
                        <a:pt x="24397" y="13371"/>
                      </a:lnTo>
                      <a:lnTo>
                        <a:pt x="24188" y="13245"/>
                      </a:lnTo>
                      <a:lnTo>
                        <a:pt x="24230" y="13182"/>
                      </a:lnTo>
                      <a:lnTo>
                        <a:pt x="24230" y="13057"/>
                      </a:lnTo>
                      <a:lnTo>
                        <a:pt x="24313" y="13015"/>
                      </a:lnTo>
                      <a:lnTo>
                        <a:pt x="24272" y="12910"/>
                      </a:lnTo>
                      <a:lnTo>
                        <a:pt x="24230" y="12638"/>
                      </a:lnTo>
                      <a:lnTo>
                        <a:pt x="24167" y="12429"/>
                      </a:lnTo>
                      <a:lnTo>
                        <a:pt x="24083" y="12387"/>
                      </a:lnTo>
                      <a:lnTo>
                        <a:pt x="24021" y="12555"/>
                      </a:lnTo>
                      <a:lnTo>
                        <a:pt x="23958" y="12597"/>
                      </a:lnTo>
                      <a:lnTo>
                        <a:pt x="23979" y="12743"/>
                      </a:lnTo>
                      <a:lnTo>
                        <a:pt x="23895" y="12827"/>
                      </a:lnTo>
                      <a:lnTo>
                        <a:pt x="23916" y="12910"/>
                      </a:lnTo>
                      <a:lnTo>
                        <a:pt x="23895" y="13036"/>
                      </a:lnTo>
                      <a:lnTo>
                        <a:pt x="23811" y="13036"/>
                      </a:lnTo>
                      <a:lnTo>
                        <a:pt x="23769" y="12659"/>
                      </a:lnTo>
                      <a:lnTo>
                        <a:pt x="23853" y="12555"/>
                      </a:lnTo>
                      <a:lnTo>
                        <a:pt x="23811" y="12429"/>
                      </a:lnTo>
                      <a:lnTo>
                        <a:pt x="23644" y="12283"/>
                      </a:lnTo>
                      <a:lnTo>
                        <a:pt x="23644" y="12094"/>
                      </a:lnTo>
                      <a:lnTo>
                        <a:pt x="23560" y="11969"/>
                      </a:lnTo>
                      <a:lnTo>
                        <a:pt x="23560" y="11802"/>
                      </a:lnTo>
                      <a:lnTo>
                        <a:pt x="23707" y="11697"/>
                      </a:lnTo>
                      <a:lnTo>
                        <a:pt x="23707" y="11613"/>
                      </a:lnTo>
                      <a:lnTo>
                        <a:pt x="23686" y="11509"/>
                      </a:lnTo>
                      <a:lnTo>
                        <a:pt x="23707" y="11299"/>
                      </a:lnTo>
                      <a:lnTo>
                        <a:pt x="23581" y="11278"/>
                      </a:lnTo>
                      <a:lnTo>
                        <a:pt x="23539" y="11299"/>
                      </a:lnTo>
                      <a:lnTo>
                        <a:pt x="23456" y="11216"/>
                      </a:lnTo>
                      <a:lnTo>
                        <a:pt x="23225" y="11383"/>
                      </a:lnTo>
                      <a:lnTo>
                        <a:pt x="22912" y="11425"/>
                      </a:lnTo>
                      <a:lnTo>
                        <a:pt x="22744" y="11425"/>
                      </a:lnTo>
                      <a:lnTo>
                        <a:pt x="22514" y="11195"/>
                      </a:lnTo>
                      <a:lnTo>
                        <a:pt x="22388" y="11111"/>
                      </a:lnTo>
                      <a:lnTo>
                        <a:pt x="22347" y="11006"/>
                      </a:lnTo>
                      <a:lnTo>
                        <a:pt x="22012" y="10965"/>
                      </a:lnTo>
                      <a:lnTo>
                        <a:pt x="21886" y="10860"/>
                      </a:lnTo>
                      <a:lnTo>
                        <a:pt x="21761" y="10693"/>
                      </a:lnTo>
                      <a:lnTo>
                        <a:pt x="21363" y="10693"/>
                      </a:lnTo>
                      <a:lnTo>
                        <a:pt x="21259" y="10651"/>
                      </a:lnTo>
                      <a:lnTo>
                        <a:pt x="21133" y="10734"/>
                      </a:lnTo>
                      <a:lnTo>
                        <a:pt x="20987" y="10944"/>
                      </a:lnTo>
                      <a:lnTo>
                        <a:pt x="20966" y="11069"/>
                      </a:lnTo>
                      <a:lnTo>
                        <a:pt x="20924" y="11111"/>
                      </a:lnTo>
                      <a:lnTo>
                        <a:pt x="20861" y="11090"/>
                      </a:lnTo>
                      <a:lnTo>
                        <a:pt x="20840" y="11174"/>
                      </a:lnTo>
                      <a:lnTo>
                        <a:pt x="20924" y="11258"/>
                      </a:lnTo>
                      <a:lnTo>
                        <a:pt x="21091" y="11132"/>
                      </a:lnTo>
                      <a:lnTo>
                        <a:pt x="21300" y="11174"/>
                      </a:lnTo>
                      <a:lnTo>
                        <a:pt x="21405" y="11383"/>
                      </a:lnTo>
                      <a:lnTo>
                        <a:pt x="21280" y="11613"/>
                      </a:lnTo>
                      <a:lnTo>
                        <a:pt x="21133" y="11655"/>
                      </a:lnTo>
                      <a:lnTo>
                        <a:pt x="20861" y="11550"/>
                      </a:lnTo>
                      <a:lnTo>
                        <a:pt x="20715" y="11362"/>
                      </a:lnTo>
                      <a:lnTo>
                        <a:pt x="20610" y="11362"/>
                      </a:lnTo>
                      <a:lnTo>
                        <a:pt x="20443" y="11467"/>
                      </a:lnTo>
                      <a:lnTo>
                        <a:pt x="20401" y="11550"/>
                      </a:lnTo>
                      <a:lnTo>
                        <a:pt x="20317" y="11571"/>
                      </a:lnTo>
                      <a:lnTo>
                        <a:pt x="20505" y="11822"/>
                      </a:lnTo>
                      <a:lnTo>
                        <a:pt x="20568" y="11822"/>
                      </a:lnTo>
                      <a:lnTo>
                        <a:pt x="20631" y="11969"/>
                      </a:lnTo>
                      <a:lnTo>
                        <a:pt x="20840" y="12136"/>
                      </a:lnTo>
                      <a:lnTo>
                        <a:pt x="21028" y="12136"/>
                      </a:lnTo>
                      <a:lnTo>
                        <a:pt x="21112" y="12220"/>
                      </a:lnTo>
                      <a:lnTo>
                        <a:pt x="21405" y="12241"/>
                      </a:lnTo>
                      <a:lnTo>
                        <a:pt x="21489" y="12178"/>
                      </a:lnTo>
                      <a:lnTo>
                        <a:pt x="21531" y="12178"/>
                      </a:lnTo>
                      <a:lnTo>
                        <a:pt x="21572" y="12283"/>
                      </a:lnTo>
                      <a:lnTo>
                        <a:pt x="21782" y="12283"/>
                      </a:lnTo>
                      <a:lnTo>
                        <a:pt x="21824" y="12429"/>
                      </a:lnTo>
                      <a:lnTo>
                        <a:pt x="21907" y="12450"/>
                      </a:lnTo>
                      <a:lnTo>
                        <a:pt x="21928" y="12555"/>
                      </a:lnTo>
                      <a:lnTo>
                        <a:pt x="22158" y="12597"/>
                      </a:lnTo>
                      <a:lnTo>
                        <a:pt x="22263" y="12513"/>
                      </a:lnTo>
                      <a:lnTo>
                        <a:pt x="22200" y="12618"/>
                      </a:lnTo>
                      <a:lnTo>
                        <a:pt x="21949" y="12659"/>
                      </a:lnTo>
                      <a:lnTo>
                        <a:pt x="21803" y="12576"/>
                      </a:lnTo>
                      <a:lnTo>
                        <a:pt x="21698" y="12555"/>
                      </a:lnTo>
                      <a:lnTo>
                        <a:pt x="21531" y="12366"/>
                      </a:lnTo>
                      <a:lnTo>
                        <a:pt x="21426" y="12346"/>
                      </a:lnTo>
                      <a:lnTo>
                        <a:pt x="21321" y="12408"/>
                      </a:lnTo>
                      <a:lnTo>
                        <a:pt x="21196" y="12408"/>
                      </a:lnTo>
                      <a:lnTo>
                        <a:pt x="21091" y="12534"/>
                      </a:lnTo>
                      <a:lnTo>
                        <a:pt x="21049" y="12429"/>
                      </a:lnTo>
                      <a:lnTo>
                        <a:pt x="20945" y="12346"/>
                      </a:lnTo>
                      <a:lnTo>
                        <a:pt x="20840" y="12408"/>
                      </a:lnTo>
                      <a:lnTo>
                        <a:pt x="20631" y="12408"/>
                      </a:lnTo>
                      <a:lnTo>
                        <a:pt x="20464" y="12304"/>
                      </a:lnTo>
                      <a:lnTo>
                        <a:pt x="20338" y="12325"/>
                      </a:lnTo>
                      <a:lnTo>
                        <a:pt x="20296" y="12220"/>
                      </a:lnTo>
                      <a:lnTo>
                        <a:pt x="20401" y="12136"/>
                      </a:lnTo>
                      <a:lnTo>
                        <a:pt x="20401" y="12053"/>
                      </a:lnTo>
                      <a:lnTo>
                        <a:pt x="20296" y="11990"/>
                      </a:lnTo>
                      <a:lnTo>
                        <a:pt x="20296" y="11885"/>
                      </a:lnTo>
                      <a:lnTo>
                        <a:pt x="20108" y="11718"/>
                      </a:lnTo>
                      <a:lnTo>
                        <a:pt x="20024" y="11592"/>
                      </a:lnTo>
                      <a:lnTo>
                        <a:pt x="20087" y="11425"/>
                      </a:lnTo>
                      <a:lnTo>
                        <a:pt x="19982" y="11278"/>
                      </a:lnTo>
                      <a:lnTo>
                        <a:pt x="19982" y="11006"/>
                      </a:lnTo>
                      <a:lnTo>
                        <a:pt x="19836" y="10881"/>
                      </a:lnTo>
                      <a:lnTo>
                        <a:pt x="19836" y="10693"/>
                      </a:lnTo>
                      <a:lnTo>
                        <a:pt x="19794" y="10651"/>
                      </a:lnTo>
                      <a:lnTo>
                        <a:pt x="19710" y="10630"/>
                      </a:lnTo>
                      <a:lnTo>
                        <a:pt x="19689" y="10462"/>
                      </a:lnTo>
                      <a:lnTo>
                        <a:pt x="19522" y="10337"/>
                      </a:lnTo>
                      <a:lnTo>
                        <a:pt x="19459" y="10379"/>
                      </a:lnTo>
                      <a:lnTo>
                        <a:pt x="19689" y="10860"/>
                      </a:lnTo>
                      <a:lnTo>
                        <a:pt x="19752" y="11174"/>
                      </a:lnTo>
                      <a:lnTo>
                        <a:pt x="19710" y="11425"/>
                      </a:lnTo>
                      <a:lnTo>
                        <a:pt x="19522" y="11676"/>
                      </a:lnTo>
                      <a:lnTo>
                        <a:pt x="19396" y="11802"/>
                      </a:lnTo>
                      <a:lnTo>
                        <a:pt x="19396" y="11885"/>
                      </a:lnTo>
                      <a:lnTo>
                        <a:pt x="19480" y="11948"/>
                      </a:lnTo>
                      <a:lnTo>
                        <a:pt x="19501" y="12136"/>
                      </a:lnTo>
                      <a:lnTo>
                        <a:pt x="19417" y="12346"/>
                      </a:lnTo>
                      <a:lnTo>
                        <a:pt x="19417" y="12471"/>
                      </a:lnTo>
                      <a:lnTo>
                        <a:pt x="19627" y="12618"/>
                      </a:lnTo>
                      <a:lnTo>
                        <a:pt x="19899" y="12848"/>
                      </a:lnTo>
                      <a:lnTo>
                        <a:pt x="19940" y="12994"/>
                      </a:lnTo>
                      <a:lnTo>
                        <a:pt x="20108" y="12994"/>
                      </a:lnTo>
                      <a:lnTo>
                        <a:pt x="20233" y="13141"/>
                      </a:lnTo>
                      <a:lnTo>
                        <a:pt x="20338" y="13371"/>
                      </a:lnTo>
                      <a:lnTo>
                        <a:pt x="20317" y="13727"/>
                      </a:lnTo>
                      <a:lnTo>
                        <a:pt x="20275" y="13894"/>
                      </a:lnTo>
                      <a:lnTo>
                        <a:pt x="20422" y="14103"/>
                      </a:lnTo>
                      <a:lnTo>
                        <a:pt x="20380" y="14354"/>
                      </a:lnTo>
                      <a:lnTo>
                        <a:pt x="20464" y="14501"/>
                      </a:lnTo>
                      <a:lnTo>
                        <a:pt x="20673" y="14731"/>
                      </a:lnTo>
                      <a:lnTo>
                        <a:pt x="20715" y="14856"/>
                      </a:lnTo>
                      <a:lnTo>
                        <a:pt x="20673" y="15024"/>
                      </a:lnTo>
                      <a:lnTo>
                        <a:pt x="20736" y="15087"/>
                      </a:lnTo>
                      <a:lnTo>
                        <a:pt x="20882" y="15149"/>
                      </a:lnTo>
                      <a:lnTo>
                        <a:pt x="21070" y="15045"/>
                      </a:lnTo>
                      <a:lnTo>
                        <a:pt x="21280" y="15087"/>
                      </a:lnTo>
                      <a:lnTo>
                        <a:pt x="21363" y="15045"/>
                      </a:lnTo>
                      <a:lnTo>
                        <a:pt x="21384" y="14877"/>
                      </a:lnTo>
                      <a:lnTo>
                        <a:pt x="21510" y="14752"/>
                      </a:lnTo>
                      <a:lnTo>
                        <a:pt x="21677" y="14815"/>
                      </a:lnTo>
                      <a:lnTo>
                        <a:pt x="21782" y="14773"/>
                      </a:lnTo>
                      <a:lnTo>
                        <a:pt x="21991" y="14919"/>
                      </a:lnTo>
                      <a:lnTo>
                        <a:pt x="22116" y="14856"/>
                      </a:lnTo>
                      <a:lnTo>
                        <a:pt x="22200" y="14982"/>
                      </a:lnTo>
                      <a:lnTo>
                        <a:pt x="22451" y="15087"/>
                      </a:lnTo>
                      <a:lnTo>
                        <a:pt x="22640" y="15087"/>
                      </a:lnTo>
                      <a:lnTo>
                        <a:pt x="22765" y="15275"/>
                      </a:lnTo>
                      <a:lnTo>
                        <a:pt x="22765" y="15379"/>
                      </a:lnTo>
                      <a:lnTo>
                        <a:pt x="22953" y="15484"/>
                      </a:lnTo>
                      <a:lnTo>
                        <a:pt x="23016" y="15589"/>
                      </a:lnTo>
                      <a:lnTo>
                        <a:pt x="23037" y="15610"/>
                      </a:lnTo>
                      <a:lnTo>
                        <a:pt x="23058" y="15693"/>
                      </a:lnTo>
                      <a:lnTo>
                        <a:pt x="23142" y="15777"/>
                      </a:lnTo>
                      <a:lnTo>
                        <a:pt x="23058" y="15861"/>
                      </a:lnTo>
                      <a:lnTo>
                        <a:pt x="22953" y="15882"/>
                      </a:lnTo>
                      <a:lnTo>
                        <a:pt x="22953" y="16070"/>
                      </a:lnTo>
                      <a:lnTo>
                        <a:pt x="23037" y="16216"/>
                      </a:lnTo>
                      <a:lnTo>
                        <a:pt x="23121" y="16279"/>
                      </a:lnTo>
                      <a:lnTo>
                        <a:pt x="23079" y="16384"/>
                      </a:lnTo>
                      <a:lnTo>
                        <a:pt x="23163" y="16488"/>
                      </a:lnTo>
                      <a:lnTo>
                        <a:pt x="23288" y="16488"/>
                      </a:lnTo>
                      <a:lnTo>
                        <a:pt x="23372" y="16593"/>
                      </a:lnTo>
                      <a:lnTo>
                        <a:pt x="23518" y="16593"/>
                      </a:lnTo>
                      <a:lnTo>
                        <a:pt x="23602" y="16426"/>
                      </a:lnTo>
                      <a:lnTo>
                        <a:pt x="23665" y="16509"/>
                      </a:lnTo>
                      <a:lnTo>
                        <a:pt x="23769" y="16488"/>
                      </a:lnTo>
                      <a:lnTo>
                        <a:pt x="23832" y="16509"/>
                      </a:lnTo>
                      <a:lnTo>
                        <a:pt x="23790" y="16530"/>
                      </a:lnTo>
                      <a:lnTo>
                        <a:pt x="23728" y="16593"/>
                      </a:lnTo>
                      <a:lnTo>
                        <a:pt x="23560" y="16614"/>
                      </a:lnTo>
                      <a:lnTo>
                        <a:pt x="23456" y="16635"/>
                      </a:lnTo>
                      <a:lnTo>
                        <a:pt x="23288" y="16656"/>
                      </a:lnTo>
                      <a:lnTo>
                        <a:pt x="23142" y="16551"/>
                      </a:lnTo>
                      <a:lnTo>
                        <a:pt x="22995" y="16551"/>
                      </a:lnTo>
                      <a:lnTo>
                        <a:pt x="22932" y="16426"/>
                      </a:lnTo>
                      <a:lnTo>
                        <a:pt x="22974" y="16384"/>
                      </a:lnTo>
                      <a:lnTo>
                        <a:pt x="22953" y="16237"/>
                      </a:lnTo>
                      <a:lnTo>
                        <a:pt x="22849" y="16112"/>
                      </a:lnTo>
                      <a:lnTo>
                        <a:pt x="22828" y="15986"/>
                      </a:lnTo>
                      <a:lnTo>
                        <a:pt x="22723" y="15923"/>
                      </a:lnTo>
                      <a:lnTo>
                        <a:pt x="22744" y="15798"/>
                      </a:lnTo>
                      <a:lnTo>
                        <a:pt x="22619" y="15610"/>
                      </a:lnTo>
                      <a:lnTo>
                        <a:pt x="22556" y="15610"/>
                      </a:lnTo>
                      <a:lnTo>
                        <a:pt x="22430" y="15526"/>
                      </a:lnTo>
                      <a:lnTo>
                        <a:pt x="22242" y="15421"/>
                      </a:lnTo>
                      <a:lnTo>
                        <a:pt x="22242" y="15254"/>
                      </a:lnTo>
                      <a:lnTo>
                        <a:pt x="22054" y="15066"/>
                      </a:lnTo>
                      <a:lnTo>
                        <a:pt x="21907" y="15066"/>
                      </a:lnTo>
                      <a:lnTo>
                        <a:pt x="21677" y="15317"/>
                      </a:lnTo>
                      <a:lnTo>
                        <a:pt x="21510" y="15338"/>
                      </a:lnTo>
                      <a:lnTo>
                        <a:pt x="21405" y="15463"/>
                      </a:lnTo>
                      <a:lnTo>
                        <a:pt x="21217" y="15589"/>
                      </a:lnTo>
                      <a:lnTo>
                        <a:pt x="21259" y="15944"/>
                      </a:lnTo>
                      <a:lnTo>
                        <a:pt x="21321" y="16049"/>
                      </a:lnTo>
                      <a:lnTo>
                        <a:pt x="21572" y="16175"/>
                      </a:lnTo>
                      <a:lnTo>
                        <a:pt x="21761" y="16593"/>
                      </a:lnTo>
                      <a:lnTo>
                        <a:pt x="21719" y="16698"/>
                      </a:lnTo>
                      <a:lnTo>
                        <a:pt x="21531" y="17012"/>
                      </a:lnTo>
                      <a:lnTo>
                        <a:pt x="21510" y="17179"/>
                      </a:lnTo>
                      <a:lnTo>
                        <a:pt x="21614" y="17367"/>
                      </a:lnTo>
                      <a:lnTo>
                        <a:pt x="21510" y="17639"/>
                      </a:lnTo>
                      <a:lnTo>
                        <a:pt x="21510" y="17744"/>
                      </a:lnTo>
                      <a:lnTo>
                        <a:pt x="21363" y="17890"/>
                      </a:lnTo>
                      <a:lnTo>
                        <a:pt x="21363" y="17974"/>
                      </a:lnTo>
                      <a:lnTo>
                        <a:pt x="21259" y="18016"/>
                      </a:lnTo>
                      <a:lnTo>
                        <a:pt x="21175" y="18120"/>
                      </a:lnTo>
                      <a:lnTo>
                        <a:pt x="21175" y="18267"/>
                      </a:lnTo>
                      <a:lnTo>
                        <a:pt x="21259" y="18330"/>
                      </a:lnTo>
                      <a:lnTo>
                        <a:pt x="21259" y="18434"/>
                      </a:lnTo>
                      <a:lnTo>
                        <a:pt x="21070" y="18539"/>
                      </a:lnTo>
                      <a:lnTo>
                        <a:pt x="20840" y="18497"/>
                      </a:lnTo>
                      <a:lnTo>
                        <a:pt x="20798" y="18434"/>
                      </a:lnTo>
                      <a:lnTo>
                        <a:pt x="20589" y="18434"/>
                      </a:lnTo>
                      <a:lnTo>
                        <a:pt x="20380" y="18476"/>
                      </a:lnTo>
                      <a:lnTo>
                        <a:pt x="20212" y="18413"/>
                      </a:lnTo>
                      <a:lnTo>
                        <a:pt x="19794" y="18330"/>
                      </a:lnTo>
                      <a:lnTo>
                        <a:pt x="19627" y="18183"/>
                      </a:lnTo>
                      <a:lnTo>
                        <a:pt x="19585" y="18079"/>
                      </a:lnTo>
                      <a:lnTo>
                        <a:pt x="19396" y="18100"/>
                      </a:lnTo>
                      <a:lnTo>
                        <a:pt x="19334" y="18204"/>
                      </a:lnTo>
                      <a:lnTo>
                        <a:pt x="19313" y="18162"/>
                      </a:lnTo>
                      <a:lnTo>
                        <a:pt x="19229" y="18120"/>
                      </a:lnTo>
                      <a:lnTo>
                        <a:pt x="19313" y="17974"/>
                      </a:lnTo>
                      <a:lnTo>
                        <a:pt x="19480" y="17953"/>
                      </a:lnTo>
                      <a:lnTo>
                        <a:pt x="19794" y="17890"/>
                      </a:lnTo>
                      <a:lnTo>
                        <a:pt x="19836" y="17807"/>
                      </a:lnTo>
                      <a:lnTo>
                        <a:pt x="20108" y="17974"/>
                      </a:lnTo>
                      <a:lnTo>
                        <a:pt x="20171" y="17974"/>
                      </a:lnTo>
                      <a:lnTo>
                        <a:pt x="20212" y="17890"/>
                      </a:lnTo>
                      <a:lnTo>
                        <a:pt x="20338" y="17890"/>
                      </a:lnTo>
                      <a:lnTo>
                        <a:pt x="20338" y="17974"/>
                      </a:lnTo>
                      <a:lnTo>
                        <a:pt x="20150" y="18079"/>
                      </a:lnTo>
                      <a:lnTo>
                        <a:pt x="20254" y="18183"/>
                      </a:lnTo>
                      <a:lnTo>
                        <a:pt x="20464" y="18162"/>
                      </a:lnTo>
                      <a:lnTo>
                        <a:pt x="20547" y="18058"/>
                      </a:lnTo>
                      <a:lnTo>
                        <a:pt x="20673" y="17995"/>
                      </a:lnTo>
                      <a:lnTo>
                        <a:pt x="20673" y="17911"/>
                      </a:lnTo>
                      <a:lnTo>
                        <a:pt x="20568" y="17786"/>
                      </a:lnTo>
                      <a:lnTo>
                        <a:pt x="20568" y="17702"/>
                      </a:lnTo>
                      <a:lnTo>
                        <a:pt x="20694" y="17786"/>
                      </a:lnTo>
                      <a:lnTo>
                        <a:pt x="20756" y="17702"/>
                      </a:lnTo>
                      <a:lnTo>
                        <a:pt x="20756" y="17472"/>
                      </a:lnTo>
                      <a:lnTo>
                        <a:pt x="20882" y="17388"/>
                      </a:lnTo>
                      <a:lnTo>
                        <a:pt x="20861" y="17325"/>
                      </a:lnTo>
                      <a:lnTo>
                        <a:pt x="20777" y="17346"/>
                      </a:lnTo>
                      <a:lnTo>
                        <a:pt x="20756" y="17284"/>
                      </a:lnTo>
                      <a:lnTo>
                        <a:pt x="20882" y="17242"/>
                      </a:lnTo>
                      <a:lnTo>
                        <a:pt x="20882" y="17012"/>
                      </a:lnTo>
                      <a:lnTo>
                        <a:pt x="20840" y="16928"/>
                      </a:lnTo>
                      <a:lnTo>
                        <a:pt x="20903" y="16823"/>
                      </a:lnTo>
                      <a:lnTo>
                        <a:pt x="20903" y="16760"/>
                      </a:lnTo>
                      <a:lnTo>
                        <a:pt x="21008" y="16698"/>
                      </a:lnTo>
                      <a:lnTo>
                        <a:pt x="20987" y="16509"/>
                      </a:lnTo>
                      <a:lnTo>
                        <a:pt x="20861" y="16384"/>
                      </a:lnTo>
                      <a:lnTo>
                        <a:pt x="20777" y="16175"/>
                      </a:lnTo>
                      <a:lnTo>
                        <a:pt x="20798" y="16007"/>
                      </a:lnTo>
                      <a:lnTo>
                        <a:pt x="20798" y="15882"/>
                      </a:lnTo>
                      <a:lnTo>
                        <a:pt x="20861" y="15903"/>
                      </a:lnTo>
                      <a:lnTo>
                        <a:pt x="20861" y="15819"/>
                      </a:lnTo>
                      <a:lnTo>
                        <a:pt x="20673" y="15651"/>
                      </a:lnTo>
                      <a:lnTo>
                        <a:pt x="20589" y="15610"/>
                      </a:lnTo>
                      <a:lnTo>
                        <a:pt x="20526" y="15505"/>
                      </a:lnTo>
                      <a:lnTo>
                        <a:pt x="20338" y="15463"/>
                      </a:lnTo>
                      <a:lnTo>
                        <a:pt x="20108" y="15170"/>
                      </a:lnTo>
                      <a:lnTo>
                        <a:pt x="20045" y="14940"/>
                      </a:lnTo>
                      <a:lnTo>
                        <a:pt x="20003" y="14877"/>
                      </a:lnTo>
                      <a:lnTo>
                        <a:pt x="20045" y="14794"/>
                      </a:lnTo>
                      <a:lnTo>
                        <a:pt x="19919" y="14710"/>
                      </a:lnTo>
                      <a:lnTo>
                        <a:pt x="19836" y="14563"/>
                      </a:lnTo>
                      <a:lnTo>
                        <a:pt x="19899" y="14417"/>
                      </a:lnTo>
                      <a:lnTo>
                        <a:pt x="19710" y="14145"/>
                      </a:lnTo>
                      <a:lnTo>
                        <a:pt x="19710" y="13978"/>
                      </a:lnTo>
                      <a:lnTo>
                        <a:pt x="19585" y="13831"/>
                      </a:lnTo>
                      <a:lnTo>
                        <a:pt x="19606" y="13768"/>
                      </a:lnTo>
                      <a:lnTo>
                        <a:pt x="19606" y="13685"/>
                      </a:lnTo>
                      <a:lnTo>
                        <a:pt x="19501" y="13580"/>
                      </a:lnTo>
                      <a:lnTo>
                        <a:pt x="19438" y="13224"/>
                      </a:lnTo>
                      <a:lnTo>
                        <a:pt x="19375" y="13078"/>
                      </a:lnTo>
                      <a:lnTo>
                        <a:pt x="19229" y="12973"/>
                      </a:lnTo>
                      <a:lnTo>
                        <a:pt x="19292" y="12910"/>
                      </a:lnTo>
                      <a:lnTo>
                        <a:pt x="19250" y="12848"/>
                      </a:lnTo>
                      <a:lnTo>
                        <a:pt x="19166" y="12869"/>
                      </a:lnTo>
                      <a:lnTo>
                        <a:pt x="19166" y="12848"/>
                      </a:lnTo>
                      <a:lnTo>
                        <a:pt x="19041" y="12806"/>
                      </a:lnTo>
                      <a:lnTo>
                        <a:pt x="18957" y="12638"/>
                      </a:lnTo>
                      <a:lnTo>
                        <a:pt x="18831" y="12534"/>
                      </a:lnTo>
                      <a:lnTo>
                        <a:pt x="18769" y="12408"/>
                      </a:lnTo>
                      <a:lnTo>
                        <a:pt x="18852" y="12387"/>
                      </a:lnTo>
                      <a:lnTo>
                        <a:pt x="18873" y="12283"/>
                      </a:lnTo>
                      <a:lnTo>
                        <a:pt x="18831" y="12178"/>
                      </a:lnTo>
                      <a:lnTo>
                        <a:pt x="18852" y="12094"/>
                      </a:lnTo>
                      <a:lnTo>
                        <a:pt x="18790" y="11990"/>
                      </a:lnTo>
                      <a:lnTo>
                        <a:pt x="18852" y="11676"/>
                      </a:lnTo>
                      <a:lnTo>
                        <a:pt x="18769" y="11488"/>
                      </a:lnTo>
                      <a:lnTo>
                        <a:pt x="18769" y="11278"/>
                      </a:lnTo>
                      <a:lnTo>
                        <a:pt x="18727" y="11195"/>
                      </a:lnTo>
                      <a:lnTo>
                        <a:pt x="18727" y="11069"/>
                      </a:lnTo>
                      <a:lnTo>
                        <a:pt x="18643" y="10944"/>
                      </a:lnTo>
                      <a:lnTo>
                        <a:pt x="18748" y="10881"/>
                      </a:lnTo>
                      <a:lnTo>
                        <a:pt x="18685" y="10776"/>
                      </a:lnTo>
                      <a:lnTo>
                        <a:pt x="18559" y="10755"/>
                      </a:lnTo>
                      <a:lnTo>
                        <a:pt x="18413" y="10755"/>
                      </a:lnTo>
                      <a:lnTo>
                        <a:pt x="18057" y="10630"/>
                      </a:lnTo>
                      <a:lnTo>
                        <a:pt x="17932" y="10630"/>
                      </a:lnTo>
                      <a:lnTo>
                        <a:pt x="17890" y="10672"/>
                      </a:lnTo>
                      <a:lnTo>
                        <a:pt x="17785" y="10630"/>
                      </a:lnTo>
                      <a:lnTo>
                        <a:pt x="17681" y="10630"/>
                      </a:lnTo>
                      <a:lnTo>
                        <a:pt x="17534" y="10714"/>
                      </a:lnTo>
                      <a:lnTo>
                        <a:pt x="17388" y="10714"/>
                      </a:lnTo>
                      <a:lnTo>
                        <a:pt x="17262" y="10755"/>
                      </a:lnTo>
                      <a:lnTo>
                        <a:pt x="17220" y="10714"/>
                      </a:lnTo>
                      <a:lnTo>
                        <a:pt x="17262" y="10651"/>
                      </a:lnTo>
                      <a:lnTo>
                        <a:pt x="17158" y="10609"/>
                      </a:lnTo>
                      <a:lnTo>
                        <a:pt x="17053" y="10630"/>
                      </a:lnTo>
                      <a:lnTo>
                        <a:pt x="17074" y="10860"/>
                      </a:lnTo>
                      <a:lnTo>
                        <a:pt x="17053" y="11069"/>
                      </a:lnTo>
                      <a:lnTo>
                        <a:pt x="17158" y="11195"/>
                      </a:lnTo>
                      <a:lnTo>
                        <a:pt x="17116" y="11258"/>
                      </a:lnTo>
                      <a:lnTo>
                        <a:pt x="17074" y="11467"/>
                      </a:lnTo>
                      <a:lnTo>
                        <a:pt x="17158" y="11550"/>
                      </a:lnTo>
                      <a:lnTo>
                        <a:pt x="17158" y="11676"/>
                      </a:lnTo>
                      <a:lnTo>
                        <a:pt x="17199" y="11760"/>
                      </a:lnTo>
                      <a:lnTo>
                        <a:pt x="17158" y="11822"/>
                      </a:lnTo>
                      <a:lnTo>
                        <a:pt x="17158" y="12011"/>
                      </a:lnTo>
                      <a:lnTo>
                        <a:pt x="17220" y="12136"/>
                      </a:lnTo>
                      <a:lnTo>
                        <a:pt x="17158" y="12304"/>
                      </a:lnTo>
                      <a:lnTo>
                        <a:pt x="17158" y="12408"/>
                      </a:lnTo>
                      <a:lnTo>
                        <a:pt x="17199" y="12534"/>
                      </a:lnTo>
                      <a:lnTo>
                        <a:pt x="17178" y="12618"/>
                      </a:lnTo>
                      <a:lnTo>
                        <a:pt x="17053" y="12701"/>
                      </a:lnTo>
                      <a:lnTo>
                        <a:pt x="16844" y="13015"/>
                      </a:lnTo>
                      <a:lnTo>
                        <a:pt x="16760" y="13057"/>
                      </a:lnTo>
                      <a:lnTo>
                        <a:pt x="16781" y="13162"/>
                      </a:lnTo>
                      <a:lnTo>
                        <a:pt x="16865" y="13266"/>
                      </a:lnTo>
                      <a:lnTo>
                        <a:pt x="16802" y="13371"/>
                      </a:lnTo>
                      <a:lnTo>
                        <a:pt x="16781" y="13559"/>
                      </a:lnTo>
                      <a:lnTo>
                        <a:pt x="16906" y="13685"/>
                      </a:lnTo>
                      <a:lnTo>
                        <a:pt x="16990" y="13643"/>
                      </a:lnTo>
                      <a:lnTo>
                        <a:pt x="17074" y="13706"/>
                      </a:lnTo>
                      <a:lnTo>
                        <a:pt x="17158" y="13915"/>
                      </a:lnTo>
                      <a:lnTo>
                        <a:pt x="17283" y="13915"/>
                      </a:lnTo>
                      <a:lnTo>
                        <a:pt x="17388" y="14019"/>
                      </a:lnTo>
                      <a:lnTo>
                        <a:pt x="17304" y="13999"/>
                      </a:lnTo>
                      <a:lnTo>
                        <a:pt x="17220" y="14103"/>
                      </a:lnTo>
                      <a:lnTo>
                        <a:pt x="17220" y="14271"/>
                      </a:lnTo>
                      <a:lnTo>
                        <a:pt x="17409" y="14396"/>
                      </a:lnTo>
                      <a:lnTo>
                        <a:pt x="17409" y="14522"/>
                      </a:lnTo>
                      <a:lnTo>
                        <a:pt x="17325" y="14605"/>
                      </a:lnTo>
                      <a:lnTo>
                        <a:pt x="17262" y="14543"/>
                      </a:lnTo>
                      <a:lnTo>
                        <a:pt x="17262" y="14626"/>
                      </a:lnTo>
                      <a:lnTo>
                        <a:pt x="17367" y="14898"/>
                      </a:lnTo>
                      <a:lnTo>
                        <a:pt x="17430" y="14961"/>
                      </a:lnTo>
                      <a:lnTo>
                        <a:pt x="17492" y="15149"/>
                      </a:lnTo>
                      <a:lnTo>
                        <a:pt x="17534" y="15066"/>
                      </a:lnTo>
                      <a:lnTo>
                        <a:pt x="17639" y="15149"/>
                      </a:lnTo>
                      <a:lnTo>
                        <a:pt x="17764" y="15149"/>
                      </a:lnTo>
                      <a:lnTo>
                        <a:pt x="17911" y="15233"/>
                      </a:lnTo>
                      <a:lnTo>
                        <a:pt x="18015" y="15066"/>
                      </a:lnTo>
                      <a:lnTo>
                        <a:pt x="18057" y="15128"/>
                      </a:lnTo>
                      <a:lnTo>
                        <a:pt x="18057" y="15338"/>
                      </a:lnTo>
                      <a:lnTo>
                        <a:pt x="18141" y="15442"/>
                      </a:lnTo>
                      <a:lnTo>
                        <a:pt x="18183" y="15463"/>
                      </a:lnTo>
                      <a:lnTo>
                        <a:pt x="18434" y="15756"/>
                      </a:lnTo>
                      <a:lnTo>
                        <a:pt x="18559" y="15777"/>
                      </a:lnTo>
                      <a:lnTo>
                        <a:pt x="18643" y="15735"/>
                      </a:lnTo>
                      <a:lnTo>
                        <a:pt x="18748" y="15735"/>
                      </a:lnTo>
                      <a:lnTo>
                        <a:pt x="18769" y="15777"/>
                      </a:lnTo>
                      <a:lnTo>
                        <a:pt x="18873" y="15777"/>
                      </a:lnTo>
                      <a:lnTo>
                        <a:pt x="18769" y="15861"/>
                      </a:lnTo>
                      <a:lnTo>
                        <a:pt x="18769" y="16175"/>
                      </a:lnTo>
                      <a:lnTo>
                        <a:pt x="18748" y="16258"/>
                      </a:lnTo>
                      <a:lnTo>
                        <a:pt x="18811" y="16384"/>
                      </a:lnTo>
                      <a:lnTo>
                        <a:pt x="18790" y="16426"/>
                      </a:lnTo>
                      <a:lnTo>
                        <a:pt x="18706" y="16426"/>
                      </a:lnTo>
                      <a:lnTo>
                        <a:pt x="18748" y="16593"/>
                      </a:lnTo>
                      <a:lnTo>
                        <a:pt x="18748" y="16677"/>
                      </a:lnTo>
                      <a:lnTo>
                        <a:pt x="18601" y="16635"/>
                      </a:lnTo>
                      <a:lnTo>
                        <a:pt x="18476" y="16384"/>
                      </a:lnTo>
                      <a:lnTo>
                        <a:pt x="18329" y="16258"/>
                      </a:lnTo>
                      <a:lnTo>
                        <a:pt x="18141" y="16216"/>
                      </a:lnTo>
                      <a:lnTo>
                        <a:pt x="18057" y="16070"/>
                      </a:lnTo>
                      <a:lnTo>
                        <a:pt x="17932" y="15965"/>
                      </a:lnTo>
                      <a:lnTo>
                        <a:pt x="17618" y="15944"/>
                      </a:lnTo>
                      <a:lnTo>
                        <a:pt x="17304" y="15756"/>
                      </a:lnTo>
                      <a:lnTo>
                        <a:pt x="17116" y="15735"/>
                      </a:lnTo>
                      <a:lnTo>
                        <a:pt x="17095" y="15631"/>
                      </a:lnTo>
                      <a:lnTo>
                        <a:pt x="17011" y="15631"/>
                      </a:lnTo>
                      <a:lnTo>
                        <a:pt x="16906" y="15547"/>
                      </a:lnTo>
                      <a:lnTo>
                        <a:pt x="16760" y="15589"/>
                      </a:lnTo>
                      <a:lnTo>
                        <a:pt x="16655" y="15693"/>
                      </a:lnTo>
                      <a:lnTo>
                        <a:pt x="16593" y="15568"/>
                      </a:lnTo>
                      <a:lnTo>
                        <a:pt x="16614" y="15526"/>
                      </a:lnTo>
                      <a:lnTo>
                        <a:pt x="16593" y="15442"/>
                      </a:lnTo>
                      <a:lnTo>
                        <a:pt x="16237" y="15317"/>
                      </a:lnTo>
                      <a:lnTo>
                        <a:pt x="16070" y="15212"/>
                      </a:lnTo>
                      <a:lnTo>
                        <a:pt x="15526" y="15170"/>
                      </a:lnTo>
                      <a:lnTo>
                        <a:pt x="15086" y="15233"/>
                      </a:lnTo>
                      <a:lnTo>
                        <a:pt x="14982" y="15191"/>
                      </a:lnTo>
                      <a:lnTo>
                        <a:pt x="14877" y="15233"/>
                      </a:lnTo>
                      <a:lnTo>
                        <a:pt x="14772" y="15170"/>
                      </a:lnTo>
                      <a:lnTo>
                        <a:pt x="14710" y="15212"/>
                      </a:lnTo>
                      <a:lnTo>
                        <a:pt x="14605" y="15170"/>
                      </a:lnTo>
                      <a:lnTo>
                        <a:pt x="14521" y="15233"/>
                      </a:lnTo>
                      <a:lnTo>
                        <a:pt x="14584" y="15359"/>
                      </a:lnTo>
                      <a:lnTo>
                        <a:pt x="14584" y="15463"/>
                      </a:lnTo>
                      <a:lnTo>
                        <a:pt x="14458" y="15505"/>
                      </a:lnTo>
                      <a:lnTo>
                        <a:pt x="14458" y="15568"/>
                      </a:lnTo>
                      <a:lnTo>
                        <a:pt x="14521" y="15693"/>
                      </a:lnTo>
                      <a:lnTo>
                        <a:pt x="14605" y="15756"/>
                      </a:lnTo>
                      <a:lnTo>
                        <a:pt x="14668" y="15965"/>
                      </a:lnTo>
                      <a:lnTo>
                        <a:pt x="14710" y="16070"/>
                      </a:lnTo>
                      <a:lnTo>
                        <a:pt x="14751" y="15965"/>
                      </a:lnTo>
                      <a:lnTo>
                        <a:pt x="14814" y="15965"/>
                      </a:lnTo>
                      <a:lnTo>
                        <a:pt x="14919" y="16133"/>
                      </a:lnTo>
                      <a:lnTo>
                        <a:pt x="14919" y="16237"/>
                      </a:lnTo>
                      <a:lnTo>
                        <a:pt x="15044" y="16279"/>
                      </a:lnTo>
                      <a:lnTo>
                        <a:pt x="15212" y="16447"/>
                      </a:lnTo>
                      <a:lnTo>
                        <a:pt x="15044" y="16426"/>
                      </a:lnTo>
                      <a:lnTo>
                        <a:pt x="15002" y="16384"/>
                      </a:lnTo>
                      <a:lnTo>
                        <a:pt x="14919" y="16384"/>
                      </a:lnTo>
                      <a:lnTo>
                        <a:pt x="14877" y="16551"/>
                      </a:lnTo>
                      <a:lnTo>
                        <a:pt x="14772" y="16635"/>
                      </a:lnTo>
                      <a:lnTo>
                        <a:pt x="14605" y="16551"/>
                      </a:lnTo>
                      <a:lnTo>
                        <a:pt x="14521" y="16614"/>
                      </a:lnTo>
                      <a:lnTo>
                        <a:pt x="14521" y="16656"/>
                      </a:lnTo>
                      <a:lnTo>
                        <a:pt x="14668" y="16823"/>
                      </a:lnTo>
                      <a:lnTo>
                        <a:pt x="14710" y="16865"/>
                      </a:lnTo>
                      <a:lnTo>
                        <a:pt x="14710" y="16949"/>
                      </a:lnTo>
                      <a:lnTo>
                        <a:pt x="14668" y="17032"/>
                      </a:lnTo>
                      <a:lnTo>
                        <a:pt x="14375" y="17032"/>
                      </a:lnTo>
                      <a:lnTo>
                        <a:pt x="14291" y="16949"/>
                      </a:lnTo>
                      <a:lnTo>
                        <a:pt x="14312" y="16865"/>
                      </a:lnTo>
                      <a:lnTo>
                        <a:pt x="14270" y="16760"/>
                      </a:lnTo>
                      <a:lnTo>
                        <a:pt x="14375" y="16698"/>
                      </a:lnTo>
                      <a:lnTo>
                        <a:pt x="14375" y="16635"/>
                      </a:lnTo>
                      <a:lnTo>
                        <a:pt x="14270" y="16530"/>
                      </a:lnTo>
                      <a:lnTo>
                        <a:pt x="14186" y="16509"/>
                      </a:lnTo>
                      <a:lnTo>
                        <a:pt x="14270" y="16405"/>
                      </a:lnTo>
                      <a:lnTo>
                        <a:pt x="14249" y="16384"/>
                      </a:lnTo>
                      <a:lnTo>
                        <a:pt x="14165" y="16426"/>
                      </a:lnTo>
                      <a:lnTo>
                        <a:pt x="14103" y="16426"/>
                      </a:lnTo>
                      <a:lnTo>
                        <a:pt x="13956" y="16593"/>
                      </a:lnTo>
                      <a:lnTo>
                        <a:pt x="13873" y="16614"/>
                      </a:lnTo>
                      <a:lnTo>
                        <a:pt x="13768" y="16719"/>
                      </a:lnTo>
                      <a:lnTo>
                        <a:pt x="13768" y="16760"/>
                      </a:lnTo>
                      <a:lnTo>
                        <a:pt x="13642" y="16760"/>
                      </a:lnTo>
                      <a:lnTo>
                        <a:pt x="13580" y="16844"/>
                      </a:lnTo>
                      <a:lnTo>
                        <a:pt x="13580" y="16928"/>
                      </a:lnTo>
                      <a:lnTo>
                        <a:pt x="13517" y="16970"/>
                      </a:lnTo>
                      <a:lnTo>
                        <a:pt x="13245" y="16970"/>
                      </a:lnTo>
                      <a:lnTo>
                        <a:pt x="13161" y="16949"/>
                      </a:lnTo>
                      <a:lnTo>
                        <a:pt x="13119" y="16970"/>
                      </a:lnTo>
                      <a:lnTo>
                        <a:pt x="13036" y="16970"/>
                      </a:lnTo>
                      <a:lnTo>
                        <a:pt x="12952" y="16928"/>
                      </a:lnTo>
                      <a:lnTo>
                        <a:pt x="12805" y="17032"/>
                      </a:lnTo>
                      <a:lnTo>
                        <a:pt x="12785" y="17074"/>
                      </a:lnTo>
                      <a:lnTo>
                        <a:pt x="12680" y="17116"/>
                      </a:lnTo>
                      <a:lnTo>
                        <a:pt x="12575" y="17221"/>
                      </a:lnTo>
                      <a:lnTo>
                        <a:pt x="12575" y="17263"/>
                      </a:lnTo>
                      <a:lnTo>
                        <a:pt x="12638" y="17325"/>
                      </a:lnTo>
                      <a:lnTo>
                        <a:pt x="12617" y="17388"/>
                      </a:lnTo>
                      <a:lnTo>
                        <a:pt x="12638" y="17472"/>
                      </a:lnTo>
                      <a:lnTo>
                        <a:pt x="12617" y="17535"/>
                      </a:lnTo>
                      <a:lnTo>
                        <a:pt x="12513" y="17451"/>
                      </a:lnTo>
                      <a:lnTo>
                        <a:pt x="12471" y="17367"/>
                      </a:lnTo>
                      <a:lnTo>
                        <a:pt x="12408" y="17367"/>
                      </a:lnTo>
                      <a:lnTo>
                        <a:pt x="12282" y="17493"/>
                      </a:lnTo>
                      <a:lnTo>
                        <a:pt x="12220" y="17639"/>
                      </a:lnTo>
                      <a:lnTo>
                        <a:pt x="12220" y="17493"/>
                      </a:lnTo>
                      <a:lnTo>
                        <a:pt x="12094" y="17451"/>
                      </a:lnTo>
                      <a:lnTo>
                        <a:pt x="12010" y="17493"/>
                      </a:lnTo>
                      <a:lnTo>
                        <a:pt x="11948" y="17493"/>
                      </a:lnTo>
                      <a:lnTo>
                        <a:pt x="11864" y="17535"/>
                      </a:lnTo>
                      <a:lnTo>
                        <a:pt x="11759" y="17493"/>
                      </a:lnTo>
                      <a:lnTo>
                        <a:pt x="11738" y="17388"/>
                      </a:lnTo>
                      <a:lnTo>
                        <a:pt x="11864" y="17284"/>
                      </a:lnTo>
                      <a:lnTo>
                        <a:pt x="11969" y="17284"/>
                      </a:lnTo>
                      <a:lnTo>
                        <a:pt x="12010" y="17221"/>
                      </a:lnTo>
                      <a:lnTo>
                        <a:pt x="11948" y="17074"/>
                      </a:lnTo>
                      <a:lnTo>
                        <a:pt x="11969" y="17032"/>
                      </a:lnTo>
                      <a:lnTo>
                        <a:pt x="12052" y="16970"/>
                      </a:lnTo>
                      <a:lnTo>
                        <a:pt x="11906" y="16844"/>
                      </a:lnTo>
                      <a:lnTo>
                        <a:pt x="11864" y="16865"/>
                      </a:lnTo>
                      <a:lnTo>
                        <a:pt x="11780" y="16844"/>
                      </a:lnTo>
                      <a:lnTo>
                        <a:pt x="11759" y="16802"/>
                      </a:lnTo>
                      <a:lnTo>
                        <a:pt x="11969" y="16698"/>
                      </a:lnTo>
                      <a:lnTo>
                        <a:pt x="12052" y="16698"/>
                      </a:lnTo>
                      <a:lnTo>
                        <a:pt x="12157" y="16635"/>
                      </a:lnTo>
                      <a:lnTo>
                        <a:pt x="12115" y="16593"/>
                      </a:lnTo>
                      <a:lnTo>
                        <a:pt x="11906" y="16614"/>
                      </a:lnTo>
                      <a:lnTo>
                        <a:pt x="11592" y="16740"/>
                      </a:lnTo>
                      <a:lnTo>
                        <a:pt x="11529" y="16823"/>
                      </a:lnTo>
                      <a:lnTo>
                        <a:pt x="11571" y="16886"/>
                      </a:lnTo>
                      <a:lnTo>
                        <a:pt x="11592" y="16970"/>
                      </a:lnTo>
                      <a:lnTo>
                        <a:pt x="11655" y="17053"/>
                      </a:lnTo>
                      <a:lnTo>
                        <a:pt x="11592" y="17137"/>
                      </a:lnTo>
                      <a:lnTo>
                        <a:pt x="11529" y="17158"/>
                      </a:lnTo>
                      <a:lnTo>
                        <a:pt x="11425" y="17053"/>
                      </a:lnTo>
                      <a:lnTo>
                        <a:pt x="11445" y="17012"/>
                      </a:lnTo>
                      <a:lnTo>
                        <a:pt x="11487" y="16991"/>
                      </a:lnTo>
                      <a:lnTo>
                        <a:pt x="11466" y="16907"/>
                      </a:lnTo>
                      <a:lnTo>
                        <a:pt x="11445" y="16907"/>
                      </a:lnTo>
                      <a:lnTo>
                        <a:pt x="11236" y="17116"/>
                      </a:lnTo>
                      <a:lnTo>
                        <a:pt x="11236" y="17158"/>
                      </a:lnTo>
                      <a:lnTo>
                        <a:pt x="11320" y="17242"/>
                      </a:lnTo>
                      <a:lnTo>
                        <a:pt x="11383" y="17263"/>
                      </a:lnTo>
                      <a:lnTo>
                        <a:pt x="11383" y="17346"/>
                      </a:lnTo>
                      <a:lnTo>
                        <a:pt x="11257" y="17472"/>
                      </a:lnTo>
                      <a:lnTo>
                        <a:pt x="11215" y="17430"/>
                      </a:lnTo>
                      <a:lnTo>
                        <a:pt x="11257" y="17346"/>
                      </a:lnTo>
                      <a:lnTo>
                        <a:pt x="11236" y="17263"/>
                      </a:lnTo>
                      <a:lnTo>
                        <a:pt x="11173" y="17263"/>
                      </a:lnTo>
                      <a:lnTo>
                        <a:pt x="11173" y="17200"/>
                      </a:lnTo>
                      <a:lnTo>
                        <a:pt x="10943" y="17263"/>
                      </a:lnTo>
                      <a:lnTo>
                        <a:pt x="10922" y="17346"/>
                      </a:lnTo>
                      <a:lnTo>
                        <a:pt x="10755" y="17430"/>
                      </a:lnTo>
                      <a:lnTo>
                        <a:pt x="10629" y="17409"/>
                      </a:lnTo>
                      <a:lnTo>
                        <a:pt x="10546" y="17430"/>
                      </a:lnTo>
                      <a:lnTo>
                        <a:pt x="10546" y="17472"/>
                      </a:lnTo>
                      <a:lnTo>
                        <a:pt x="10316" y="17765"/>
                      </a:lnTo>
                      <a:lnTo>
                        <a:pt x="10274" y="17786"/>
                      </a:lnTo>
                      <a:lnTo>
                        <a:pt x="10064" y="18058"/>
                      </a:lnTo>
                      <a:lnTo>
                        <a:pt x="9960" y="18100"/>
                      </a:lnTo>
                      <a:lnTo>
                        <a:pt x="9876" y="18037"/>
                      </a:lnTo>
                      <a:lnTo>
                        <a:pt x="9813" y="18037"/>
                      </a:lnTo>
                      <a:lnTo>
                        <a:pt x="9876" y="18141"/>
                      </a:lnTo>
                      <a:lnTo>
                        <a:pt x="10023" y="18246"/>
                      </a:lnTo>
                      <a:lnTo>
                        <a:pt x="10064" y="18309"/>
                      </a:lnTo>
                      <a:lnTo>
                        <a:pt x="10064" y="18309"/>
                      </a:lnTo>
                      <a:lnTo>
                        <a:pt x="9876" y="18246"/>
                      </a:lnTo>
                      <a:lnTo>
                        <a:pt x="9813" y="18288"/>
                      </a:lnTo>
                      <a:lnTo>
                        <a:pt x="9500" y="18309"/>
                      </a:lnTo>
                      <a:lnTo>
                        <a:pt x="9458" y="18372"/>
                      </a:lnTo>
                      <a:lnTo>
                        <a:pt x="9541" y="18476"/>
                      </a:lnTo>
                      <a:lnTo>
                        <a:pt x="9541" y="18581"/>
                      </a:lnTo>
                      <a:lnTo>
                        <a:pt x="9458" y="18706"/>
                      </a:lnTo>
                      <a:lnTo>
                        <a:pt x="9500" y="18895"/>
                      </a:lnTo>
                      <a:lnTo>
                        <a:pt x="9458" y="19020"/>
                      </a:lnTo>
                      <a:lnTo>
                        <a:pt x="9248" y="19104"/>
                      </a:lnTo>
                      <a:lnTo>
                        <a:pt x="9228" y="19146"/>
                      </a:lnTo>
                      <a:lnTo>
                        <a:pt x="9081" y="19146"/>
                      </a:lnTo>
                      <a:lnTo>
                        <a:pt x="9039" y="19229"/>
                      </a:lnTo>
                      <a:lnTo>
                        <a:pt x="8956" y="19104"/>
                      </a:lnTo>
                      <a:lnTo>
                        <a:pt x="8809" y="19208"/>
                      </a:lnTo>
                      <a:lnTo>
                        <a:pt x="8579" y="19208"/>
                      </a:lnTo>
                      <a:lnTo>
                        <a:pt x="8328" y="18916"/>
                      </a:lnTo>
                      <a:lnTo>
                        <a:pt x="8098" y="18706"/>
                      </a:lnTo>
                      <a:lnTo>
                        <a:pt x="8014" y="18644"/>
                      </a:lnTo>
                      <a:lnTo>
                        <a:pt x="8014" y="18476"/>
                      </a:lnTo>
                      <a:lnTo>
                        <a:pt x="8056" y="18413"/>
                      </a:lnTo>
                      <a:lnTo>
                        <a:pt x="8098" y="18455"/>
                      </a:lnTo>
                      <a:lnTo>
                        <a:pt x="8160" y="18372"/>
                      </a:lnTo>
                      <a:lnTo>
                        <a:pt x="8119" y="18309"/>
                      </a:lnTo>
                      <a:lnTo>
                        <a:pt x="8181" y="18267"/>
                      </a:lnTo>
                      <a:lnTo>
                        <a:pt x="8370" y="18267"/>
                      </a:lnTo>
                      <a:lnTo>
                        <a:pt x="8412" y="18183"/>
                      </a:lnTo>
                      <a:lnTo>
                        <a:pt x="8621" y="18183"/>
                      </a:lnTo>
                      <a:lnTo>
                        <a:pt x="8642" y="18100"/>
                      </a:lnTo>
                      <a:lnTo>
                        <a:pt x="8495" y="17890"/>
                      </a:lnTo>
                      <a:lnTo>
                        <a:pt x="8474" y="17807"/>
                      </a:lnTo>
                      <a:lnTo>
                        <a:pt x="8328" y="17786"/>
                      </a:lnTo>
                      <a:lnTo>
                        <a:pt x="8202" y="17660"/>
                      </a:lnTo>
                      <a:lnTo>
                        <a:pt x="8202" y="17556"/>
                      </a:lnTo>
                      <a:lnTo>
                        <a:pt x="8077" y="17451"/>
                      </a:lnTo>
                      <a:lnTo>
                        <a:pt x="7763" y="17430"/>
                      </a:lnTo>
                      <a:lnTo>
                        <a:pt x="7554" y="17451"/>
                      </a:lnTo>
                      <a:lnTo>
                        <a:pt x="7449" y="17493"/>
                      </a:lnTo>
                      <a:lnTo>
                        <a:pt x="7323" y="17493"/>
                      </a:lnTo>
                      <a:lnTo>
                        <a:pt x="7072" y="17346"/>
                      </a:lnTo>
                      <a:lnTo>
                        <a:pt x="6947" y="17346"/>
                      </a:lnTo>
                      <a:lnTo>
                        <a:pt x="6947" y="17388"/>
                      </a:lnTo>
                      <a:lnTo>
                        <a:pt x="7240" y="17639"/>
                      </a:lnTo>
                      <a:lnTo>
                        <a:pt x="7386" y="17744"/>
                      </a:lnTo>
                      <a:lnTo>
                        <a:pt x="7470" y="17974"/>
                      </a:lnTo>
                      <a:lnTo>
                        <a:pt x="7470" y="18100"/>
                      </a:lnTo>
                      <a:lnTo>
                        <a:pt x="7533" y="18183"/>
                      </a:lnTo>
                      <a:lnTo>
                        <a:pt x="7470" y="18225"/>
                      </a:lnTo>
                      <a:lnTo>
                        <a:pt x="7470" y="18330"/>
                      </a:lnTo>
                      <a:lnTo>
                        <a:pt x="7491" y="18413"/>
                      </a:lnTo>
                      <a:lnTo>
                        <a:pt x="7449" y="18434"/>
                      </a:lnTo>
                      <a:lnTo>
                        <a:pt x="7449" y="18706"/>
                      </a:lnTo>
                      <a:lnTo>
                        <a:pt x="7386" y="18853"/>
                      </a:lnTo>
                      <a:lnTo>
                        <a:pt x="7449" y="18999"/>
                      </a:lnTo>
                      <a:lnTo>
                        <a:pt x="7595" y="18999"/>
                      </a:lnTo>
                      <a:lnTo>
                        <a:pt x="7742" y="19062"/>
                      </a:lnTo>
                      <a:lnTo>
                        <a:pt x="7805" y="19167"/>
                      </a:lnTo>
                      <a:lnTo>
                        <a:pt x="7784" y="19229"/>
                      </a:lnTo>
                      <a:lnTo>
                        <a:pt x="7805" y="19313"/>
                      </a:lnTo>
                      <a:lnTo>
                        <a:pt x="7784" y="19355"/>
                      </a:lnTo>
                      <a:lnTo>
                        <a:pt x="7784" y="19418"/>
                      </a:lnTo>
                      <a:lnTo>
                        <a:pt x="7847" y="19460"/>
                      </a:lnTo>
                      <a:lnTo>
                        <a:pt x="7784" y="19543"/>
                      </a:lnTo>
                      <a:lnTo>
                        <a:pt x="7784" y="19794"/>
                      </a:lnTo>
                      <a:lnTo>
                        <a:pt x="7742" y="19857"/>
                      </a:lnTo>
                      <a:lnTo>
                        <a:pt x="7805" y="20004"/>
                      </a:lnTo>
                      <a:lnTo>
                        <a:pt x="7847" y="20213"/>
                      </a:lnTo>
                      <a:lnTo>
                        <a:pt x="7763" y="20171"/>
                      </a:lnTo>
                      <a:lnTo>
                        <a:pt x="7700" y="20045"/>
                      </a:lnTo>
                      <a:lnTo>
                        <a:pt x="7575" y="19941"/>
                      </a:lnTo>
                      <a:lnTo>
                        <a:pt x="7449" y="20066"/>
                      </a:lnTo>
                      <a:lnTo>
                        <a:pt x="7470" y="19941"/>
                      </a:lnTo>
                      <a:lnTo>
                        <a:pt x="7428" y="19857"/>
                      </a:lnTo>
                      <a:lnTo>
                        <a:pt x="7240" y="19836"/>
                      </a:lnTo>
                      <a:lnTo>
                        <a:pt x="7072" y="19857"/>
                      </a:lnTo>
                      <a:lnTo>
                        <a:pt x="6968" y="19773"/>
                      </a:lnTo>
                      <a:lnTo>
                        <a:pt x="6821" y="19753"/>
                      </a:lnTo>
                      <a:lnTo>
                        <a:pt x="6738" y="19794"/>
                      </a:lnTo>
                      <a:lnTo>
                        <a:pt x="6612" y="20087"/>
                      </a:lnTo>
                      <a:lnTo>
                        <a:pt x="6424" y="20255"/>
                      </a:lnTo>
                      <a:lnTo>
                        <a:pt x="6298" y="20276"/>
                      </a:lnTo>
                      <a:lnTo>
                        <a:pt x="6194" y="20380"/>
                      </a:lnTo>
                      <a:lnTo>
                        <a:pt x="6173" y="20527"/>
                      </a:lnTo>
                      <a:lnTo>
                        <a:pt x="6026" y="20694"/>
                      </a:lnTo>
                      <a:lnTo>
                        <a:pt x="5963" y="20757"/>
                      </a:lnTo>
                      <a:lnTo>
                        <a:pt x="5963" y="20841"/>
                      </a:lnTo>
                      <a:lnTo>
                        <a:pt x="6005" y="21029"/>
                      </a:lnTo>
                      <a:lnTo>
                        <a:pt x="6277" y="21301"/>
                      </a:lnTo>
                      <a:lnTo>
                        <a:pt x="6424" y="21531"/>
                      </a:lnTo>
                      <a:lnTo>
                        <a:pt x="6340" y="21636"/>
                      </a:lnTo>
                      <a:lnTo>
                        <a:pt x="6277" y="21636"/>
                      </a:lnTo>
                      <a:lnTo>
                        <a:pt x="6277" y="21761"/>
                      </a:lnTo>
                      <a:lnTo>
                        <a:pt x="6173" y="21845"/>
                      </a:lnTo>
                      <a:lnTo>
                        <a:pt x="6110" y="21949"/>
                      </a:lnTo>
                      <a:lnTo>
                        <a:pt x="5963" y="21782"/>
                      </a:lnTo>
                      <a:lnTo>
                        <a:pt x="5587" y="21615"/>
                      </a:lnTo>
                      <a:lnTo>
                        <a:pt x="5461" y="21615"/>
                      </a:lnTo>
                      <a:lnTo>
                        <a:pt x="5398" y="21531"/>
                      </a:lnTo>
                      <a:lnTo>
                        <a:pt x="5189" y="21531"/>
                      </a:lnTo>
                      <a:lnTo>
                        <a:pt x="5085" y="21447"/>
                      </a:lnTo>
                      <a:lnTo>
                        <a:pt x="5022" y="21322"/>
                      </a:lnTo>
                      <a:lnTo>
                        <a:pt x="4854" y="21301"/>
                      </a:lnTo>
                      <a:lnTo>
                        <a:pt x="4729" y="21217"/>
                      </a:lnTo>
                      <a:lnTo>
                        <a:pt x="4603" y="21217"/>
                      </a:lnTo>
                      <a:lnTo>
                        <a:pt x="4562" y="21301"/>
                      </a:lnTo>
                      <a:lnTo>
                        <a:pt x="4603" y="21364"/>
                      </a:lnTo>
                      <a:lnTo>
                        <a:pt x="4562" y="21426"/>
                      </a:lnTo>
                      <a:lnTo>
                        <a:pt x="4603" y="21468"/>
                      </a:lnTo>
                      <a:lnTo>
                        <a:pt x="4520" y="21552"/>
                      </a:lnTo>
                      <a:lnTo>
                        <a:pt x="4415" y="21552"/>
                      </a:lnTo>
                      <a:lnTo>
                        <a:pt x="4499" y="21719"/>
                      </a:lnTo>
                      <a:lnTo>
                        <a:pt x="4520" y="21845"/>
                      </a:lnTo>
                      <a:lnTo>
                        <a:pt x="4666" y="21929"/>
                      </a:lnTo>
                      <a:lnTo>
                        <a:pt x="4771" y="22054"/>
                      </a:lnTo>
                      <a:lnTo>
                        <a:pt x="4917" y="22138"/>
                      </a:lnTo>
                      <a:lnTo>
                        <a:pt x="5022" y="22075"/>
                      </a:lnTo>
                      <a:lnTo>
                        <a:pt x="5085" y="22075"/>
                      </a:lnTo>
                      <a:lnTo>
                        <a:pt x="5168" y="22033"/>
                      </a:lnTo>
                      <a:lnTo>
                        <a:pt x="5189" y="22096"/>
                      </a:lnTo>
                      <a:lnTo>
                        <a:pt x="5336" y="22159"/>
                      </a:lnTo>
                      <a:lnTo>
                        <a:pt x="5336" y="22201"/>
                      </a:lnTo>
                      <a:lnTo>
                        <a:pt x="5273" y="22263"/>
                      </a:lnTo>
                      <a:lnTo>
                        <a:pt x="5357" y="22347"/>
                      </a:lnTo>
                      <a:lnTo>
                        <a:pt x="5357" y="22514"/>
                      </a:lnTo>
                      <a:lnTo>
                        <a:pt x="5273" y="22556"/>
                      </a:lnTo>
                      <a:lnTo>
                        <a:pt x="5168" y="22556"/>
                      </a:lnTo>
                      <a:lnTo>
                        <a:pt x="5043" y="22682"/>
                      </a:lnTo>
                      <a:lnTo>
                        <a:pt x="4980" y="22682"/>
                      </a:lnTo>
                      <a:lnTo>
                        <a:pt x="4875" y="22577"/>
                      </a:lnTo>
                      <a:lnTo>
                        <a:pt x="4729" y="22577"/>
                      </a:lnTo>
                      <a:lnTo>
                        <a:pt x="4645" y="22514"/>
                      </a:lnTo>
                      <a:lnTo>
                        <a:pt x="4457" y="22514"/>
                      </a:lnTo>
                      <a:lnTo>
                        <a:pt x="4415" y="22473"/>
                      </a:lnTo>
                      <a:lnTo>
                        <a:pt x="4415" y="22347"/>
                      </a:lnTo>
                      <a:lnTo>
                        <a:pt x="4310" y="22284"/>
                      </a:lnTo>
                      <a:lnTo>
                        <a:pt x="4227" y="22180"/>
                      </a:lnTo>
                      <a:lnTo>
                        <a:pt x="4185" y="22180"/>
                      </a:lnTo>
                      <a:lnTo>
                        <a:pt x="4080" y="22263"/>
                      </a:lnTo>
                      <a:lnTo>
                        <a:pt x="3829" y="22180"/>
                      </a:lnTo>
                      <a:lnTo>
                        <a:pt x="3787" y="22075"/>
                      </a:lnTo>
                      <a:lnTo>
                        <a:pt x="3725" y="22033"/>
                      </a:lnTo>
                      <a:lnTo>
                        <a:pt x="3787" y="21949"/>
                      </a:lnTo>
                      <a:lnTo>
                        <a:pt x="3766" y="21824"/>
                      </a:lnTo>
                      <a:lnTo>
                        <a:pt x="3766" y="21719"/>
                      </a:lnTo>
                      <a:lnTo>
                        <a:pt x="3662" y="21636"/>
                      </a:lnTo>
                      <a:lnTo>
                        <a:pt x="3662" y="21531"/>
                      </a:lnTo>
                      <a:lnTo>
                        <a:pt x="3494" y="21385"/>
                      </a:lnTo>
                      <a:lnTo>
                        <a:pt x="3494" y="21238"/>
                      </a:lnTo>
                      <a:lnTo>
                        <a:pt x="3411" y="21217"/>
                      </a:lnTo>
                      <a:lnTo>
                        <a:pt x="3453" y="21113"/>
                      </a:lnTo>
                      <a:lnTo>
                        <a:pt x="3515" y="21092"/>
                      </a:lnTo>
                      <a:lnTo>
                        <a:pt x="3557" y="20903"/>
                      </a:lnTo>
                      <a:lnTo>
                        <a:pt x="3557" y="20799"/>
                      </a:lnTo>
                      <a:lnTo>
                        <a:pt x="3515" y="20778"/>
                      </a:lnTo>
                      <a:lnTo>
                        <a:pt x="3515" y="20694"/>
                      </a:lnTo>
                      <a:lnTo>
                        <a:pt x="3578" y="20610"/>
                      </a:lnTo>
                      <a:lnTo>
                        <a:pt x="3515" y="20589"/>
                      </a:lnTo>
                      <a:lnTo>
                        <a:pt x="3390" y="20401"/>
                      </a:lnTo>
                      <a:lnTo>
                        <a:pt x="3139" y="20297"/>
                      </a:lnTo>
                      <a:lnTo>
                        <a:pt x="3055" y="20359"/>
                      </a:lnTo>
                      <a:lnTo>
                        <a:pt x="2992" y="20297"/>
                      </a:lnTo>
                      <a:lnTo>
                        <a:pt x="2930" y="20297"/>
                      </a:lnTo>
                      <a:lnTo>
                        <a:pt x="2867" y="20338"/>
                      </a:lnTo>
                      <a:lnTo>
                        <a:pt x="2741" y="20297"/>
                      </a:lnTo>
                      <a:lnTo>
                        <a:pt x="2783" y="20255"/>
                      </a:lnTo>
                      <a:lnTo>
                        <a:pt x="2888" y="20234"/>
                      </a:lnTo>
                      <a:lnTo>
                        <a:pt x="2930" y="20150"/>
                      </a:lnTo>
                      <a:lnTo>
                        <a:pt x="2783" y="20108"/>
                      </a:lnTo>
                      <a:lnTo>
                        <a:pt x="2783" y="20087"/>
                      </a:lnTo>
                      <a:lnTo>
                        <a:pt x="2867" y="20066"/>
                      </a:lnTo>
                      <a:lnTo>
                        <a:pt x="2783" y="20004"/>
                      </a:lnTo>
                      <a:lnTo>
                        <a:pt x="2720" y="20066"/>
                      </a:lnTo>
                      <a:lnTo>
                        <a:pt x="2532" y="20108"/>
                      </a:lnTo>
                      <a:lnTo>
                        <a:pt x="2511" y="20087"/>
                      </a:lnTo>
                      <a:lnTo>
                        <a:pt x="2553" y="20004"/>
                      </a:lnTo>
                      <a:lnTo>
                        <a:pt x="2658" y="19962"/>
                      </a:lnTo>
                      <a:lnTo>
                        <a:pt x="2637" y="19941"/>
                      </a:lnTo>
                      <a:lnTo>
                        <a:pt x="2448" y="19899"/>
                      </a:lnTo>
                      <a:lnTo>
                        <a:pt x="2427" y="19836"/>
                      </a:lnTo>
                      <a:lnTo>
                        <a:pt x="2302" y="19753"/>
                      </a:lnTo>
                      <a:lnTo>
                        <a:pt x="2260" y="19585"/>
                      </a:lnTo>
                      <a:lnTo>
                        <a:pt x="2134" y="19522"/>
                      </a:lnTo>
                      <a:lnTo>
                        <a:pt x="2155" y="19481"/>
                      </a:lnTo>
                      <a:lnTo>
                        <a:pt x="2260" y="19481"/>
                      </a:lnTo>
                      <a:lnTo>
                        <a:pt x="2302" y="19522"/>
                      </a:lnTo>
                      <a:lnTo>
                        <a:pt x="2448" y="19543"/>
                      </a:lnTo>
                      <a:lnTo>
                        <a:pt x="2469" y="19648"/>
                      </a:lnTo>
                      <a:lnTo>
                        <a:pt x="2720" y="19857"/>
                      </a:lnTo>
                      <a:lnTo>
                        <a:pt x="2783" y="19857"/>
                      </a:lnTo>
                      <a:lnTo>
                        <a:pt x="2825" y="19794"/>
                      </a:lnTo>
                      <a:lnTo>
                        <a:pt x="2950" y="19878"/>
                      </a:lnTo>
                      <a:lnTo>
                        <a:pt x="3139" y="19878"/>
                      </a:lnTo>
                      <a:lnTo>
                        <a:pt x="3160" y="19836"/>
                      </a:lnTo>
                      <a:lnTo>
                        <a:pt x="3243" y="19899"/>
                      </a:lnTo>
                      <a:lnTo>
                        <a:pt x="3160" y="19962"/>
                      </a:lnTo>
                      <a:lnTo>
                        <a:pt x="3202" y="19983"/>
                      </a:lnTo>
                      <a:lnTo>
                        <a:pt x="3202" y="20045"/>
                      </a:lnTo>
                      <a:lnTo>
                        <a:pt x="3306" y="20045"/>
                      </a:lnTo>
                      <a:lnTo>
                        <a:pt x="3369" y="19983"/>
                      </a:lnTo>
                      <a:lnTo>
                        <a:pt x="3557" y="19983"/>
                      </a:lnTo>
                      <a:lnTo>
                        <a:pt x="3494" y="20004"/>
                      </a:lnTo>
                      <a:lnTo>
                        <a:pt x="3599" y="20004"/>
                      </a:lnTo>
                      <a:lnTo>
                        <a:pt x="3704" y="19983"/>
                      </a:lnTo>
                      <a:lnTo>
                        <a:pt x="3704" y="20066"/>
                      </a:lnTo>
                      <a:lnTo>
                        <a:pt x="3871" y="20192"/>
                      </a:lnTo>
                      <a:lnTo>
                        <a:pt x="3934" y="20150"/>
                      </a:lnTo>
                      <a:lnTo>
                        <a:pt x="4038" y="20171"/>
                      </a:lnTo>
                      <a:lnTo>
                        <a:pt x="4080" y="20213"/>
                      </a:lnTo>
                      <a:lnTo>
                        <a:pt x="4227" y="20213"/>
                      </a:lnTo>
                      <a:lnTo>
                        <a:pt x="4331" y="20255"/>
                      </a:lnTo>
                      <a:lnTo>
                        <a:pt x="4415" y="20192"/>
                      </a:lnTo>
                      <a:lnTo>
                        <a:pt x="4541" y="20297"/>
                      </a:lnTo>
                      <a:lnTo>
                        <a:pt x="4729" y="20359"/>
                      </a:lnTo>
                      <a:lnTo>
                        <a:pt x="5064" y="20380"/>
                      </a:lnTo>
                      <a:lnTo>
                        <a:pt x="5336" y="20359"/>
                      </a:lnTo>
                      <a:lnTo>
                        <a:pt x="5357" y="20297"/>
                      </a:lnTo>
                      <a:lnTo>
                        <a:pt x="5545" y="20297"/>
                      </a:lnTo>
                      <a:lnTo>
                        <a:pt x="5608" y="20255"/>
                      </a:lnTo>
                      <a:lnTo>
                        <a:pt x="5796" y="20213"/>
                      </a:lnTo>
                      <a:lnTo>
                        <a:pt x="5963" y="20150"/>
                      </a:lnTo>
                      <a:lnTo>
                        <a:pt x="6173" y="19857"/>
                      </a:lnTo>
                      <a:lnTo>
                        <a:pt x="6194" y="19773"/>
                      </a:lnTo>
                      <a:lnTo>
                        <a:pt x="6319" y="19627"/>
                      </a:lnTo>
                      <a:lnTo>
                        <a:pt x="6319" y="19543"/>
                      </a:lnTo>
                      <a:lnTo>
                        <a:pt x="6340" y="19460"/>
                      </a:lnTo>
                      <a:lnTo>
                        <a:pt x="6382" y="19313"/>
                      </a:lnTo>
                      <a:lnTo>
                        <a:pt x="6382" y="19167"/>
                      </a:lnTo>
                      <a:lnTo>
                        <a:pt x="6382" y="19041"/>
                      </a:lnTo>
                      <a:lnTo>
                        <a:pt x="6319" y="18999"/>
                      </a:lnTo>
                      <a:lnTo>
                        <a:pt x="6277" y="18999"/>
                      </a:lnTo>
                      <a:lnTo>
                        <a:pt x="6173" y="18832"/>
                      </a:lnTo>
                      <a:lnTo>
                        <a:pt x="6089" y="18790"/>
                      </a:lnTo>
                      <a:lnTo>
                        <a:pt x="6068" y="18644"/>
                      </a:lnTo>
                      <a:lnTo>
                        <a:pt x="5963" y="18392"/>
                      </a:lnTo>
                      <a:lnTo>
                        <a:pt x="5859" y="18372"/>
                      </a:lnTo>
                      <a:lnTo>
                        <a:pt x="5817" y="18413"/>
                      </a:lnTo>
                      <a:lnTo>
                        <a:pt x="5691" y="18372"/>
                      </a:lnTo>
                      <a:lnTo>
                        <a:pt x="5691" y="18288"/>
                      </a:lnTo>
                      <a:lnTo>
                        <a:pt x="5461" y="18120"/>
                      </a:lnTo>
                      <a:lnTo>
                        <a:pt x="5461" y="18016"/>
                      </a:lnTo>
                      <a:lnTo>
                        <a:pt x="5336" y="17890"/>
                      </a:lnTo>
                      <a:lnTo>
                        <a:pt x="5273" y="17890"/>
                      </a:lnTo>
                      <a:lnTo>
                        <a:pt x="5294" y="17953"/>
                      </a:lnTo>
                      <a:lnTo>
                        <a:pt x="5378" y="18079"/>
                      </a:lnTo>
                      <a:lnTo>
                        <a:pt x="5294" y="18100"/>
                      </a:lnTo>
                      <a:lnTo>
                        <a:pt x="5168" y="17974"/>
                      </a:lnTo>
                      <a:lnTo>
                        <a:pt x="5085" y="17974"/>
                      </a:lnTo>
                      <a:lnTo>
                        <a:pt x="4938" y="17807"/>
                      </a:lnTo>
                      <a:lnTo>
                        <a:pt x="4875" y="17807"/>
                      </a:lnTo>
                      <a:lnTo>
                        <a:pt x="4875" y="17869"/>
                      </a:lnTo>
                      <a:lnTo>
                        <a:pt x="4917" y="17911"/>
                      </a:lnTo>
                      <a:lnTo>
                        <a:pt x="4834" y="17890"/>
                      </a:lnTo>
                      <a:lnTo>
                        <a:pt x="4708" y="17681"/>
                      </a:lnTo>
                      <a:lnTo>
                        <a:pt x="4603" y="17660"/>
                      </a:lnTo>
                      <a:lnTo>
                        <a:pt x="4520" y="17556"/>
                      </a:lnTo>
                      <a:lnTo>
                        <a:pt x="4122" y="17284"/>
                      </a:lnTo>
                      <a:lnTo>
                        <a:pt x="3515" y="16970"/>
                      </a:lnTo>
                      <a:lnTo>
                        <a:pt x="3390" y="16928"/>
                      </a:lnTo>
                      <a:lnTo>
                        <a:pt x="3369" y="16970"/>
                      </a:lnTo>
                      <a:lnTo>
                        <a:pt x="3243" y="16907"/>
                      </a:lnTo>
                      <a:lnTo>
                        <a:pt x="3097" y="16865"/>
                      </a:lnTo>
                      <a:lnTo>
                        <a:pt x="3097" y="16928"/>
                      </a:lnTo>
                      <a:lnTo>
                        <a:pt x="3034" y="16970"/>
                      </a:lnTo>
                      <a:lnTo>
                        <a:pt x="2930" y="16928"/>
                      </a:lnTo>
                      <a:lnTo>
                        <a:pt x="2762" y="16928"/>
                      </a:lnTo>
                      <a:lnTo>
                        <a:pt x="2678" y="16823"/>
                      </a:lnTo>
                      <a:lnTo>
                        <a:pt x="2574" y="16760"/>
                      </a:lnTo>
                      <a:lnTo>
                        <a:pt x="2574" y="16802"/>
                      </a:lnTo>
                      <a:lnTo>
                        <a:pt x="2637" y="16865"/>
                      </a:lnTo>
                      <a:lnTo>
                        <a:pt x="2616" y="16928"/>
                      </a:lnTo>
                      <a:lnTo>
                        <a:pt x="2532" y="16865"/>
                      </a:lnTo>
                      <a:lnTo>
                        <a:pt x="2406" y="16907"/>
                      </a:lnTo>
                      <a:lnTo>
                        <a:pt x="2344" y="16949"/>
                      </a:lnTo>
                      <a:lnTo>
                        <a:pt x="2365" y="17032"/>
                      </a:lnTo>
                      <a:lnTo>
                        <a:pt x="2302" y="17158"/>
                      </a:lnTo>
                      <a:lnTo>
                        <a:pt x="2155" y="17158"/>
                      </a:lnTo>
                      <a:lnTo>
                        <a:pt x="2239" y="17053"/>
                      </a:lnTo>
                      <a:lnTo>
                        <a:pt x="2323" y="17012"/>
                      </a:lnTo>
                      <a:lnTo>
                        <a:pt x="2260" y="16949"/>
                      </a:lnTo>
                      <a:lnTo>
                        <a:pt x="2197" y="16949"/>
                      </a:lnTo>
                      <a:lnTo>
                        <a:pt x="2218" y="16907"/>
                      </a:lnTo>
                      <a:lnTo>
                        <a:pt x="2239" y="16844"/>
                      </a:lnTo>
                      <a:lnTo>
                        <a:pt x="2197" y="16823"/>
                      </a:lnTo>
                      <a:lnTo>
                        <a:pt x="2134" y="16886"/>
                      </a:lnTo>
                      <a:lnTo>
                        <a:pt x="2030" y="17012"/>
                      </a:lnTo>
                      <a:lnTo>
                        <a:pt x="2030" y="16928"/>
                      </a:lnTo>
                      <a:lnTo>
                        <a:pt x="2030" y="16886"/>
                      </a:lnTo>
                      <a:lnTo>
                        <a:pt x="2009" y="16844"/>
                      </a:lnTo>
                      <a:lnTo>
                        <a:pt x="1946" y="16928"/>
                      </a:lnTo>
                      <a:lnTo>
                        <a:pt x="1925" y="16928"/>
                      </a:lnTo>
                      <a:lnTo>
                        <a:pt x="1925" y="16844"/>
                      </a:lnTo>
                      <a:lnTo>
                        <a:pt x="1821" y="16823"/>
                      </a:lnTo>
                      <a:lnTo>
                        <a:pt x="1716" y="16907"/>
                      </a:lnTo>
                      <a:lnTo>
                        <a:pt x="1695" y="16802"/>
                      </a:lnTo>
                      <a:lnTo>
                        <a:pt x="1632" y="16760"/>
                      </a:lnTo>
                      <a:lnTo>
                        <a:pt x="1569" y="16844"/>
                      </a:lnTo>
                      <a:lnTo>
                        <a:pt x="1528" y="16740"/>
                      </a:lnTo>
                      <a:lnTo>
                        <a:pt x="1528" y="16614"/>
                      </a:lnTo>
                      <a:lnTo>
                        <a:pt x="1590" y="16530"/>
                      </a:lnTo>
                      <a:lnTo>
                        <a:pt x="1590" y="16614"/>
                      </a:lnTo>
                      <a:lnTo>
                        <a:pt x="1674" y="16698"/>
                      </a:lnTo>
                      <a:lnTo>
                        <a:pt x="1800" y="16656"/>
                      </a:lnTo>
                      <a:lnTo>
                        <a:pt x="1883" y="16719"/>
                      </a:lnTo>
                      <a:lnTo>
                        <a:pt x="1988" y="16635"/>
                      </a:lnTo>
                      <a:lnTo>
                        <a:pt x="1988" y="16593"/>
                      </a:lnTo>
                      <a:lnTo>
                        <a:pt x="1904" y="16530"/>
                      </a:lnTo>
                      <a:lnTo>
                        <a:pt x="1883" y="16509"/>
                      </a:lnTo>
                      <a:lnTo>
                        <a:pt x="1800" y="16488"/>
                      </a:lnTo>
                      <a:lnTo>
                        <a:pt x="1737" y="16530"/>
                      </a:lnTo>
                      <a:lnTo>
                        <a:pt x="1695" y="16488"/>
                      </a:lnTo>
                      <a:lnTo>
                        <a:pt x="1632" y="16405"/>
                      </a:lnTo>
                      <a:lnTo>
                        <a:pt x="1528" y="16342"/>
                      </a:lnTo>
                      <a:lnTo>
                        <a:pt x="1423" y="16342"/>
                      </a:lnTo>
                      <a:lnTo>
                        <a:pt x="1402" y="16384"/>
                      </a:lnTo>
                      <a:lnTo>
                        <a:pt x="1465" y="16426"/>
                      </a:lnTo>
                      <a:lnTo>
                        <a:pt x="1486" y="16426"/>
                      </a:lnTo>
                      <a:lnTo>
                        <a:pt x="1486" y="16488"/>
                      </a:lnTo>
                      <a:lnTo>
                        <a:pt x="1402" y="16509"/>
                      </a:lnTo>
                      <a:lnTo>
                        <a:pt x="1360" y="16509"/>
                      </a:lnTo>
                      <a:lnTo>
                        <a:pt x="1360" y="16551"/>
                      </a:lnTo>
                      <a:lnTo>
                        <a:pt x="1465" y="16635"/>
                      </a:lnTo>
                      <a:lnTo>
                        <a:pt x="1402" y="16656"/>
                      </a:lnTo>
                      <a:lnTo>
                        <a:pt x="1318" y="16656"/>
                      </a:lnTo>
                      <a:lnTo>
                        <a:pt x="1277" y="16740"/>
                      </a:lnTo>
                      <a:lnTo>
                        <a:pt x="1256" y="16886"/>
                      </a:lnTo>
                      <a:lnTo>
                        <a:pt x="1193" y="16802"/>
                      </a:lnTo>
                      <a:lnTo>
                        <a:pt x="1193" y="16698"/>
                      </a:lnTo>
                      <a:lnTo>
                        <a:pt x="1151" y="16635"/>
                      </a:lnTo>
                      <a:lnTo>
                        <a:pt x="1005" y="16614"/>
                      </a:lnTo>
                      <a:lnTo>
                        <a:pt x="1005" y="16740"/>
                      </a:lnTo>
                      <a:lnTo>
                        <a:pt x="942" y="16823"/>
                      </a:lnTo>
                      <a:lnTo>
                        <a:pt x="795" y="16781"/>
                      </a:lnTo>
                      <a:lnTo>
                        <a:pt x="691" y="16781"/>
                      </a:lnTo>
                      <a:lnTo>
                        <a:pt x="691" y="16928"/>
                      </a:lnTo>
                      <a:lnTo>
                        <a:pt x="628" y="17053"/>
                      </a:lnTo>
                      <a:lnTo>
                        <a:pt x="481" y="17095"/>
                      </a:lnTo>
                      <a:lnTo>
                        <a:pt x="335" y="17242"/>
                      </a:lnTo>
                      <a:lnTo>
                        <a:pt x="335" y="17451"/>
                      </a:lnTo>
                      <a:lnTo>
                        <a:pt x="251" y="17451"/>
                      </a:lnTo>
                      <a:lnTo>
                        <a:pt x="105" y="17514"/>
                      </a:lnTo>
                      <a:lnTo>
                        <a:pt x="0" y="17556"/>
                      </a:lnTo>
                      <a:lnTo>
                        <a:pt x="105" y="17576"/>
                      </a:lnTo>
                      <a:lnTo>
                        <a:pt x="63" y="17744"/>
                      </a:lnTo>
                      <a:lnTo>
                        <a:pt x="21" y="17932"/>
                      </a:lnTo>
                      <a:lnTo>
                        <a:pt x="105" y="18037"/>
                      </a:lnTo>
                      <a:lnTo>
                        <a:pt x="209" y="18288"/>
                      </a:lnTo>
                      <a:lnTo>
                        <a:pt x="272" y="18288"/>
                      </a:lnTo>
                      <a:lnTo>
                        <a:pt x="440" y="18372"/>
                      </a:lnTo>
                      <a:lnTo>
                        <a:pt x="523" y="18497"/>
                      </a:lnTo>
                      <a:lnTo>
                        <a:pt x="565" y="18602"/>
                      </a:lnTo>
                      <a:lnTo>
                        <a:pt x="837" y="18769"/>
                      </a:lnTo>
                      <a:lnTo>
                        <a:pt x="900" y="18832"/>
                      </a:lnTo>
                      <a:lnTo>
                        <a:pt x="858" y="19020"/>
                      </a:lnTo>
                      <a:lnTo>
                        <a:pt x="753" y="19208"/>
                      </a:lnTo>
                      <a:lnTo>
                        <a:pt x="649" y="19460"/>
                      </a:lnTo>
                      <a:lnTo>
                        <a:pt x="774" y="19627"/>
                      </a:lnTo>
                      <a:lnTo>
                        <a:pt x="837" y="19773"/>
                      </a:lnTo>
                      <a:lnTo>
                        <a:pt x="1067" y="20234"/>
                      </a:lnTo>
                      <a:lnTo>
                        <a:pt x="1318" y="20820"/>
                      </a:lnTo>
                      <a:lnTo>
                        <a:pt x="1214" y="20861"/>
                      </a:lnTo>
                      <a:lnTo>
                        <a:pt x="1193" y="21217"/>
                      </a:lnTo>
                      <a:lnTo>
                        <a:pt x="1193" y="21322"/>
                      </a:lnTo>
                      <a:lnTo>
                        <a:pt x="1297" y="21343"/>
                      </a:lnTo>
                      <a:lnTo>
                        <a:pt x="1214" y="21447"/>
                      </a:lnTo>
                      <a:lnTo>
                        <a:pt x="1214" y="21636"/>
                      </a:lnTo>
                      <a:lnTo>
                        <a:pt x="1297" y="21740"/>
                      </a:lnTo>
                      <a:lnTo>
                        <a:pt x="1423" y="21761"/>
                      </a:lnTo>
                      <a:lnTo>
                        <a:pt x="1486" y="21866"/>
                      </a:lnTo>
                      <a:lnTo>
                        <a:pt x="1423" y="21929"/>
                      </a:lnTo>
                      <a:lnTo>
                        <a:pt x="1423" y="22138"/>
                      </a:lnTo>
                      <a:lnTo>
                        <a:pt x="1486" y="22263"/>
                      </a:lnTo>
                      <a:lnTo>
                        <a:pt x="1674" y="22389"/>
                      </a:lnTo>
                      <a:lnTo>
                        <a:pt x="1674" y="22577"/>
                      </a:lnTo>
                      <a:lnTo>
                        <a:pt x="1569" y="22745"/>
                      </a:lnTo>
                      <a:lnTo>
                        <a:pt x="1507" y="22912"/>
                      </a:lnTo>
                      <a:lnTo>
                        <a:pt x="1779" y="23289"/>
                      </a:lnTo>
                      <a:lnTo>
                        <a:pt x="1925" y="23330"/>
                      </a:lnTo>
                      <a:lnTo>
                        <a:pt x="2197" y="23623"/>
                      </a:lnTo>
                      <a:lnTo>
                        <a:pt x="2218" y="23812"/>
                      </a:lnTo>
                      <a:lnTo>
                        <a:pt x="2051" y="24230"/>
                      </a:lnTo>
                      <a:lnTo>
                        <a:pt x="1821" y="24628"/>
                      </a:lnTo>
                      <a:lnTo>
                        <a:pt x="1695" y="24900"/>
                      </a:lnTo>
                      <a:lnTo>
                        <a:pt x="1528" y="25151"/>
                      </a:lnTo>
                      <a:lnTo>
                        <a:pt x="1381" y="25402"/>
                      </a:lnTo>
                      <a:lnTo>
                        <a:pt x="1256" y="25486"/>
                      </a:lnTo>
                      <a:lnTo>
                        <a:pt x="984" y="25737"/>
                      </a:lnTo>
                      <a:lnTo>
                        <a:pt x="1005" y="25904"/>
                      </a:lnTo>
                      <a:cubicBezTo>
                        <a:pt x="1005" y="25883"/>
                        <a:pt x="1046" y="25883"/>
                        <a:pt x="1046" y="25883"/>
                      </a:cubicBezTo>
                      <a:cubicBezTo>
                        <a:pt x="1067" y="25883"/>
                        <a:pt x="1193" y="25799"/>
                        <a:pt x="1193" y="25799"/>
                      </a:cubicBezTo>
                      <a:lnTo>
                        <a:pt x="1318" y="25779"/>
                      </a:lnTo>
                      <a:lnTo>
                        <a:pt x="1256" y="25841"/>
                      </a:lnTo>
                      <a:lnTo>
                        <a:pt x="1297" y="25925"/>
                      </a:lnTo>
                      <a:lnTo>
                        <a:pt x="1297" y="26030"/>
                      </a:lnTo>
                      <a:lnTo>
                        <a:pt x="1172" y="25925"/>
                      </a:lnTo>
                      <a:lnTo>
                        <a:pt x="1151" y="26009"/>
                      </a:lnTo>
                      <a:lnTo>
                        <a:pt x="1277" y="26155"/>
                      </a:lnTo>
                      <a:lnTo>
                        <a:pt x="1402" y="26155"/>
                      </a:lnTo>
                      <a:lnTo>
                        <a:pt x="1486" y="26260"/>
                      </a:lnTo>
                      <a:lnTo>
                        <a:pt x="1611" y="26260"/>
                      </a:lnTo>
                      <a:lnTo>
                        <a:pt x="1674" y="26239"/>
                      </a:lnTo>
                      <a:lnTo>
                        <a:pt x="1779" y="26239"/>
                      </a:lnTo>
                      <a:lnTo>
                        <a:pt x="1883" y="26364"/>
                      </a:lnTo>
                      <a:lnTo>
                        <a:pt x="1800" y="26448"/>
                      </a:lnTo>
                      <a:lnTo>
                        <a:pt x="1611" y="26406"/>
                      </a:lnTo>
                      <a:lnTo>
                        <a:pt x="1528" y="26427"/>
                      </a:lnTo>
                      <a:lnTo>
                        <a:pt x="1507" y="26532"/>
                      </a:lnTo>
                      <a:lnTo>
                        <a:pt x="1381" y="26636"/>
                      </a:lnTo>
                      <a:lnTo>
                        <a:pt x="1277" y="26553"/>
                      </a:lnTo>
                      <a:lnTo>
                        <a:pt x="1214" y="26615"/>
                      </a:lnTo>
                      <a:lnTo>
                        <a:pt x="1214" y="26720"/>
                      </a:lnTo>
                      <a:lnTo>
                        <a:pt x="1109" y="26741"/>
                      </a:lnTo>
                      <a:lnTo>
                        <a:pt x="1067" y="26636"/>
                      </a:lnTo>
                      <a:lnTo>
                        <a:pt x="1005" y="26657"/>
                      </a:lnTo>
                      <a:lnTo>
                        <a:pt x="1005" y="26720"/>
                      </a:lnTo>
                      <a:lnTo>
                        <a:pt x="1067" y="26783"/>
                      </a:lnTo>
                      <a:lnTo>
                        <a:pt x="1046" y="26929"/>
                      </a:lnTo>
                      <a:lnTo>
                        <a:pt x="1088" y="26992"/>
                      </a:lnTo>
                      <a:lnTo>
                        <a:pt x="1088" y="27034"/>
                      </a:lnTo>
                      <a:lnTo>
                        <a:pt x="1067" y="27055"/>
                      </a:lnTo>
                      <a:lnTo>
                        <a:pt x="984" y="27159"/>
                      </a:lnTo>
                      <a:lnTo>
                        <a:pt x="942" y="27306"/>
                      </a:lnTo>
                      <a:lnTo>
                        <a:pt x="858" y="27369"/>
                      </a:lnTo>
                      <a:lnTo>
                        <a:pt x="795" y="27808"/>
                      </a:lnTo>
                      <a:lnTo>
                        <a:pt x="1067" y="28289"/>
                      </a:lnTo>
                      <a:lnTo>
                        <a:pt x="1067" y="28394"/>
                      </a:lnTo>
                      <a:lnTo>
                        <a:pt x="984" y="28457"/>
                      </a:lnTo>
                      <a:lnTo>
                        <a:pt x="1005" y="28561"/>
                      </a:lnTo>
                      <a:lnTo>
                        <a:pt x="942" y="28708"/>
                      </a:lnTo>
                      <a:lnTo>
                        <a:pt x="1046" y="28729"/>
                      </a:lnTo>
                      <a:lnTo>
                        <a:pt x="1067" y="28833"/>
                      </a:lnTo>
                      <a:lnTo>
                        <a:pt x="1046" y="28875"/>
                      </a:lnTo>
                      <a:lnTo>
                        <a:pt x="1088" y="28938"/>
                      </a:lnTo>
                      <a:lnTo>
                        <a:pt x="1109" y="29043"/>
                      </a:lnTo>
                      <a:lnTo>
                        <a:pt x="1088" y="29126"/>
                      </a:lnTo>
                      <a:lnTo>
                        <a:pt x="1172" y="29252"/>
                      </a:lnTo>
                      <a:lnTo>
                        <a:pt x="1193" y="29294"/>
                      </a:lnTo>
                      <a:lnTo>
                        <a:pt x="1256" y="29461"/>
                      </a:lnTo>
                      <a:lnTo>
                        <a:pt x="1318" y="29566"/>
                      </a:lnTo>
                      <a:lnTo>
                        <a:pt x="1360" y="29712"/>
                      </a:lnTo>
                      <a:lnTo>
                        <a:pt x="1402" y="29712"/>
                      </a:lnTo>
                      <a:lnTo>
                        <a:pt x="1507" y="29796"/>
                      </a:lnTo>
                      <a:lnTo>
                        <a:pt x="1632" y="29712"/>
                      </a:lnTo>
                      <a:lnTo>
                        <a:pt x="1737" y="29900"/>
                      </a:lnTo>
                      <a:lnTo>
                        <a:pt x="1883" y="29817"/>
                      </a:lnTo>
                      <a:lnTo>
                        <a:pt x="2009" y="29859"/>
                      </a:lnTo>
                      <a:lnTo>
                        <a:pt x="2113" y="30026"/>
                      </a:lnTo>
                      <a:lnTo>
                        <a:pt x="2260" y="29921"/>
                      </a:lnTo>
                      <a:lnTo>
                        <a:pt x="2427" y="29880"/>
                      </a:lnTo>
                      <a:lnTo>
                        <a:pt x="2511" y="29963"/>
                      </a:lnTo>
                      <a:lnTo>
                        <a:pt x="2574" y="29963"/>
                      </a:lnTo>
                      <a:lnTo>
                        <a:pt x="2846" y="30026"/>
                      </a:lnTo>
                      <a:lnTo>
                        <a:pt x="2867" y="30172"/>
                      </a:lnTo>
                      <a:lnTo>
                        <a:pt x="2825" y="30319"/>
                      </a:lnTo>
                      <a:lnTo>
                        <a:pt x="2930" y="30424"/>
                      </a:lnTo>
                      <a:lnTo>
                        <a:pt x="2930" y="30612"/>
                      </a:lnTo>
                      <a:lnTo>
                        <a:pt x="3055" y="30737"/>
                      </a:lnTo>
                      <a:lnTo>
                        <a:pt x="3139" y="30905"/>
                      </a:lnTo>
                      <a:lnTo>
                        <a:pt x="3285" y="31114"/>
                      </a:lnTo>
                      <a:lnTo>
                        <a:pt x="3390" y="31177"/>
                      </a:lnTo>
                      <a:lnTo>
                        <a:pt x="3453" y="31365"/>
                      </a:lnTo>
                      <a:lnTo>
                        <a:pt x="3620" y="31428"/>
                      </a:lnTo>
                      <a:lnTo>
                        <a:pt x="3829" y="31595"/>
                      </a:lnTo>
                      <a:lnTo>
                        <a:pt x="3871" y="31700"/>
                      </a:lnTo>
                      <a:lnTo>
                        <a:pt x="4018" y="31805"/>
                      </a:lnTo>
                      <a:lnTo>
                        <a:pt x="3934" y="31867"/>
                      </a:lnTo>
                      <a:lnTo>
                        <a:pt x="3829" y="32056"/>
                      </a:lnTo>
                      <a:lnTo>
                        <a:pt x="3557" y="32097"/>
                      </a:lnTo>
                      <a:lnTo>
                        <a:pt x="3411" y="31993"/>
                      </a:lnTo>
                      <a:lnTo>
                        <a:pt x="3369" y="32097"/>
                      </a:lnTo>
                      <a:lnTo>
                        <a:pt x="3369" y="32223"/>
                      </a:lnTo>
                      <a:lnTo>
                        <a:pt x="3474" y="32411"/>
                      </a:lnTo>
                      <a:lnTo>
                        <a:pt x="3453" y="32579"/>
                      </a:lnTo>
                      <a:lnTo>
                        <a:pt x="3578" y="32725"/>
                      </a:lnTo>
                      <a:lnTo>
                        <a:pt x="3578" y="32893"/>
                      </a:lnTo>
                      <a:lnTo>
                        <a:pt x="3683" y="32913"/>
                      </a:lnTo>
                      <a:lnTo>
                        <a:pt x="3808" y="32893"/>
                      </a:lnTo>
                      <a:lnTo>
                        <a:pt x="3808" y="32746"/>
                      </a:lnTo>
                      <a:lnTo>
                        <a:pt x="3892" y="32683"/>
                      </a:lnTo>
                      <a:lnTo>
                        <a:pt x="4185" y="32788"/>
                      </a:lnTo>
                      <a:lnTo>
                        <a:pt x="4457" y="32788"/>
                      </a:lnTo>
                      <a:lnTo>
                        <a:pt x="4624" y="32704"/>
                      </a:lnTo>
                      <a:lnTo>
                        <a:pt x="4750" y="32704"/>
                      </a:lnTo>
                      <a:lnTo>
                        <a:pt x="4834" y="32955"/>
                      </a:lnTo>
                      <a:lnTo>
                        <a:pt x="4959" y="33060"/>
                      </a:lnTo>
                      <a:lnTo>
                        <a:pt x="4875" y="33206"/>
                      </a:lnTo>
                      <a:lnTo>
                        <a:pt x="5043" y="33416"/>
                      </a:lnTo>
                      <a:lnTo>
                        <a:pt x="5357" y="33353"/>
                      </a:lnTo>
                      <a:lnTo>
                        <a:pt x="5461" y="33457"/>
                      </a:lnTo>
                      <a:lnTo>
                        <a:pt x="5482" y="33583"/>
                      </a:lnTo>
                      <a:lnTo>
                        <a:pt x="5587" y="33625"/>
                      </a:lnTo>
                      <a:lnTo>
                        <a:pt x="5587" y="33771"/>
                      </a:lnTo>
                      <a:lnTo>
                        <a:pt x="5650" y="33960"/>
                      </a:lnTo>
                      <a:lnTo>
                        <a:pt x="5901" y="34211"/>
                      </a:lnTo>
                      <a:lnTo>
                        <a:pt x="6005" y="34106"/>
                      </a:lnTo>
                      <a:lnTo>
                        <a:pt x="6173" y="34190"/>
                      </a:lnTo>
                      <a:lnTo>
                        <a:pt x="6298" y="34169"/>
                      </a:lnTo>
                      <a:lnTo>
                        <a:pt x="6424" y="34190"/>
                      </a:lnTo>
                      <a:lnTo>
                        <a:pt x="6612" y="34043"/>
                      </a:lnTo>
                      <a:lnTo>
                        <a:pt x="6696" y="34043"/>
                      </a:lnTo>
                      <a:lnTo>
                        <a:pt x="6821" y="34315"/>
                      </a:lnTo>
                      <a:lnTo>
                        <a:pt x="7010" y="34420"/>
                      </a:lnTo>
                      <a:lnTo>
                        <a:pt x="7051" y="34525"/>
                      </a:lnTo>
                      <a:lnTo>
                        <a:pt x="7135" y="34462"/>
                      </a:lnTo>
                      <a:lnTo>
                        <a:pt x="7344" y="34504"/>
                      </a:lnTo>
                      <a:lnTo>
                        <a:pt x="7491" y="34504"/>
                      </a:lnTo>
                      <a:lnTo>
                        <a:pt x="7595" y="34587"/>
                      </a:lnTo>
                      <a:lnTo>
                        <a:pt x="7742" y="34566"/>
                      </a:lnTo>
                      <a:lnTo>
                        <a:pt x="7888" y="34671"/>
                      </a:lnTo>
                      <a:lnTo>
                        <a:pt x="8077" y="34692"/>
                      </a:lnTo>
                      <a:lnTo>
                        <a:pt x="8160" y="34608"/>
                      </a:lnTo>
                      <a:lnTo>
                        <a:pt x="8202" y="34734"/>
                      </a:lnTo>
                      <a:lnTo>
                        <a:pt x="8286" y="34797"/>
                      </a:lnTo>
                      <a:lnTo>
                        <a:pt x="8286" y="34943"/>
                      </a:lnTo>
                      <a:lnTo>
                        <a:pt x="8181" y="35090"/>
                      </a:lnTo>
                      <a:lnTo>
                        <a:pt x="8056" y="35110"/>
                      </a:lnTo>
                      <a:lnTo>
                        <a:pt x="8014" y="35362"/>
                      </a:lnTo>
                      <a:lnTo>
                        <a:pt x="8181" y="35466"/>
                      </a:lnTo>
                      <a:lnTo>
                        <a:pt x="8202" y="35634"/>
                      </a:lnTo>
                      <a:lnTo>
                        <a:pt x="8119" y="35843"/>
                      </a:lnTo>
                      <a:lnTo>
                        <a:pt x="8160" y="35989"/>
                      </a:lnTo>
                      <a:lnTo>
                        <a:pt x="8056" y="36073"/>
                      </a:lnTo>
                      <a:lnTo>
                        <a:pt x="7763" y="36094"/>
                      </a:lnTo>
                      <a:lnTo>
                        <a:pt x="7637" y="36303"/>
                      </a:lnTo>
                      <a:lnTo>
                        <a:pt x="7554" y="36345"/>
                      </a:lnTo>
                      <a:lnTo>
                        <a:pt x="7533" y="36596"/>
                      </a:lnTo>
                      <a:lnTo>
                        <a:pt x="7554" y="36596"/>
                      </a:lnTo>
                      <a:lnTo>
                        <a:pt x="7658" y="36617"/>
                      </a:lnTo>
                      <a:lnTo>
                        <a:pt x="7784" y="36554"/>
                      </a:lnTo>
                      <a:lnTo>
                        <a:pt x="7951" y="36512"/>
                      </a:lnTo>
                      <a:lnTo>
                        <a:pt x="7972" y="36575"/>
                      </a:lnTo>
                      <a:lnTo>
                        <a:pt x="7951" y="36659"/>
                      </a:lnTo>
                      <a:lnTo>
                        <a:pt x="7637" y="36805"/>
                      </a:lnTo>
                      <a:lnTo>
                        <a:pt x="7491" y="36889"/>
                      </a:lnTo>
                      <a:lnTo>
                        <a:pt x="7554" y="36931"/>
                      </a:lnTo>
                      <a:lnTo>
                        <a:pt x="7637" y="36931"/>
                      </a:lnTo>
                      <a:lnTo>
                        <a:pt x="7554" y="37014"/>
                      </a:lnTo>
                      <a:lnTo>
                        <a:pt x="7428" y="36994"/>
                      </a:lnTo>
                      <a:lnTo>
                        <a:pt x="7240" y="37014"/>
                      </a:lnTo>
                      <a:lnTo>
                        <a:pt x="7323" y="37203"/>
                      </a:lnTo>
                      <a:lnTo>
                        <a:pt x="7386" y="37286"/>
                      </a:lnTo>
                      <a:lnTo>
                        <a:pt x="7449" y="37224"/>
                      </a:lnTo>
                      <a:lnTo>
                        <a:pt x="7470" y="37286"/>
                      </a:lnTo>
                      <a:lnTo>
                        <a:pt x="7575" y="37307"/>
                      </a:lnTo>
                      <a:lnTo>
                        <a:pt x="7575" y="37349"/>
                      </a:lnTo>
                      <a:lnTo>
                        <a:pt x="7491" y="37391"/>
                      </a:lnTo>
                      <a:lnTo>
                        <a:pt x="7449" y="37454"/>
                      </a:lnTo>
                      <a:lnTo>
                        <a:pt x="7365" y="37454"/>
                      </a:lnTo>
                      <a:lnTo>
                        <a:pt x="7323" y="37517"/>
                      </a:lnTo>
                      <a:lnTo>
                        <a:pt x="7323" y="37559"/>
                      </a:lnTo>
                      <a:lnTo>
                        <a:pt x="7177" y="37705"/>
                      </a:lnTo>
                      <a:lnTo>
                        <a:pt x="7177" y="37831"/>
                      </a:lnTo>
                      <a:lnTo>
                        <a:pt x="7240" y="37851"/>
                      </a:lnTo>
                      <a:lnTo>
                        <a:pt x="7219" y="38019"/>
                      </a:lnTo>
                      <a:lnTo>
                        <a:pt x="7114" y="37977"/>
                      </a:lnTo>
                      <a:lnTo>
                        <a:pt x="7072" y="38019"/>
                      </a:lnTo>
                      <a:lnTo>
                        <a:pt x="6968" y="37935"/>
                      </a:lnTo>
                      <a:lnTo>
                        <a:pt x="6842" y="37914"/>
                      </a:lnTo>
                      <a:lnTo>
                        <a:pt x="6842" y="37956"/>
                      </a:lnTo>
                      <a:lnTo>
                        <a:pt x="6905" y="38040"/>
                      </a:lnTo>
                      <a:lnTo>
                        <a:pt x="6821" y="38061"/>
                      </a:lnTo>
                      <a:lnTo>
                        <a:pt x="6738" y="38144"/>
                      </a:lnTo>
                      <a:lnTo>
                        <a:pt x="6863" y="38165"/>
                      </a:lnTo>
                      <a:lnTo>
                        <a:pt x="6947" y="38165"/>
                      </a:lnTo>
                      <a:lnTo>
                        <a:pt x="7114" y="38291"/>
                      </a:lnTo>
                      <a:lnTo>
                        <a:pt x="7114" y="38375"/>
                      </a:lnTo>
                      <a:lnTo>
                        <a:pt x="7240" y="38500"/>
                      </a:lnTo>
                      <a:lnTo>
                        <a:pt x="7449" y="38479"/>
                      </a:lnTo>
                      <a:lnTo>
                        <a:pt x="7679" y="38605"/>
                      </a:lnTo>
                      <a:lnTo>
                        <a:pt x="7847" y="38647"/>
                      </a:lnTo>
                      <a:lnTo>
                        <a:pt x="8202" y="38898"/>
                      </a:lnTo>
                      <a:lnTo>
                        <a:pt x="8286" y="39023"/>
                      </a:lnTo>
                      <a:lnTo>
                        <a:pt x="8391" y="39065"/>
                      </a:lnTo>
                      <a:lnTo>
                        <a:pt x="8412" y="39128"/>
                      </a:lnTo>
                      <a:lnTo>
                        <a:pt x="8516" y="39211"/>
                      </a:lnTo>
                      <a:lnTo>
                        <a:pt x="8600" y="39211"/>
                      </a:lnTo>
                      <a:lnTo>
                        <a:pt x="8621" y="39295"/>
                      </a:lnTo>
                      <a:lnTo>
                        <a:pt x="8725" y="39337"/>
                      </a:lnTo>
                      <a:lnTo>
                        <a:pt x="8788" y="39337"/>
                      </a:lnTo>
                      <a:lnTo>
                        <a:pt x="8893" y="39483"/>
                      </a:lnTo>
                      <a:lnTo>
                        <a:pt x="8997" y="39504"/>
                      </a:lnTo>
                      <a:lnTo>
                        <a:pt x="9039" y="39525"/>
                      </a:lnTo>
                      <a:lnTo>
                        <a:pt x="9102" y="39504"/>
                      </a:lnTo>
                      <a:lnTo>
                        <a:pt x="9248" y="39630"/>
                      </a:lnTo>
                      <a:lnTo>
                        <a:pt x="9248" y="39714"/>
                      </a:lnTo>
                      <a:lnTo>
                        <a:pt x="9374" y="39735"/>
                      </a:lnTo>
                      <a:lnTo>
                        <a:pt x="9520" y="39923"/>
                      </a:lnTo>
                      <a:lnTo>
                        <a:pt x="9583" y="40007"/>
                      </a:lnTo>
                      <a:lnTo>
                        <a:pt x="9625" y="40237"/>
                      </a:lnTo>
                      <a:lnTo>
                        <a:pt x="9730" y="40425"/>
                      </a:lnTo>
                      <a:lnTo>
                        <a:pt x="9688" y="40488"/>
                      </a:lnTo>
                      <a:lnTo>
                        <a:pt x="9730" y="40572"/>
                      </a:lnTo>
                      <a:cubicBezTo>
                        <a:pt x="9939" y="40572"/>
                        <a:pt x="10483" y="40572"/>
                        <a:pt x="10462" y="40446"/>
                      </a:cubicBezTo>
                      <a:lnTo>
                        <a:pt x="10420" y="40279"/>
                      </a:lnTo>
                      <a:lnTo>
                        <a:pt x="11090" y="40258"/>
                      </a:lnTo>
                      <a:cubicBezTo>
                        <a:pt x="11090" y="40258"/>
                        <a:pt x="11215" y="40383"/>
                        <a:pt x="11320" y="40383"/>
                      </a:cubicBezTo>
                      <a:cubicBezTo>
                        <a:pt x="11425" y="40383"/>
                        <a:pt x="11948" y="40153"/>
                        <a:pt x="11948" y="40153"/>
                      </a:cubicBezTo>
                      <a:cubicBezTo>
                        <a:pt x="11948" y="40153"/>
                        <a:pt x="12073" y="40174"/>
                        <a:pt x="12136" y="40279"/>
                      </a:cubicBezTo>
                      <a:cubicBezTo>
                        <a:pt x="12159" y="40337"/>
                        <a:pt x="12208" y="40350"/>
                        <a:pt x="12254" y="40350"/>
                      </a:cubicBezTo>
                      <a:cubicBezTo>
                        <a:pt x="12291" y="40350"/>
                        <a:pt x="12327" y="40341"/>
                        <a:pt x="12345" y="40341"/>
                      </a:cubicBezTo>
                      <a:lnTo>
                        <a:pt x="12345" y="40320"/>
                      </a:lnTo>
                      <a:lnTo>
                        <a:pt x="12492" y="40341"/>
                      </a:lnTo>
                      <a:lnTo>
                        <a:pt x="12764" y="40551"/>
                      </a:lnTo>
                      <a:lnTo>
                        <a:pt x="12826" y="40676"/>
                      </a:lnTo>
                      <a:lnTo>
                        <a:pt x="13098" y="40697"/>
                      </a:lnTo>
                      <a:lnTo>
                        <a:pt x="13140" y="40592"/>
                      </a:lnTo>
                      <a:lnTo>
                        <a:pt x="13308" y="40488"/>
                      </a:lnTo>
                      <a:lnTo>
                        <a:pt x="13496" y="40258"/>
                      </a:lnTo>
                      <a:lnTo>
                        <a:pt x="13433" y="40237"/>
                      </a:lnTo>
                      <a:lnTo>
                        <a:pt x="13119" y="39965"/>
                      </a:lnTo>
                      <a:lnTo>
                        <a:pt x="12910" y="39714"/>
                      </a:lnTo>
                      <a:lnTo>
                        <a:pt x="12889" y="39546"/>
                      </a:lnTo>
                      <a:lnTo>
                        <a:pt x="12805" y="39442"/>
                      </a:lnTo>
                      <a:lnTo>
                        <a:pt x="12805" y="39295"/>
                      </a:lnTo>
                      <a:lnTo>
                        <a:pt x="12785" y="39211"/>
                      </a:lnTo>
                      <a:lnTo>
                        <a:pt x="12764" y="39170"/>
                      </a:lnTo>
                      <a:lnTo>
                        <a:pt x="12680" y="39170"/>
                      </a:lnTo>
                      <a:lnTo>
                        <a:pt x="12680" y="39065"/>
                      </a:lnTo>
                      <a:lnTo>
                        <a:pt x="12722" y="39086"/>
                      </a:lnTo>
                      <a:lnTo>
                        <a:pt x="12764" y="38981"/>
                      </a:lnTo>
                      <a:lnTo>
                        <a:pt x="12805" y="38877"/>
                      </a:lnTo>
                      <a:lnTo>
                        <a:pt x="12722" y="38877"/>
                      </a:lnTo>
                      <a:lnTo>
                        <a:pt x="12680" y="38919"/>
                      </a:lnTo>
                      <a:lnTo>
                        <a:pt x="12554" y="38856"/>
                      </a:lnTo>
                      <a:lnTo>
                        <a:pt x="12554" y="38667"/>
                      </a:lnTo>
                      <a:lnTo>
                        <a:pt x="12450" y="38647"/>
                      </a:lnTo>
                      <a:lnTo>
                        <a:pt x="12366" y="38563"/>
                      </a:lnTo>
                      <a:lnTo>
                        <a:pt x="12282" y="38584"/>
                      </a:lnTo>
                      <a:lnTo>
                        <a:pt x="12178" y="38584"/>
                      </a:lnTo>
                      <a:lnTo>
                        <a:pt x="12136" y="38375"/>
                      </a:lnTo>
                      <a:lnTo>
                        <a:pt x="12157" y="38270"/>
                      </a:lnTo>
                      <a:lnTo>
                        <a:pt x="12199" y="38228"/>
                      </a:lnTo>
                      <a:lnTo>
                        <a:pt x="12199" y="38019"/>
                      </a:lnTo>
                      <a:lnTo>
                        <a:pt x="12261" y="37914"/>
                      </a:lnTo>
                      <a:lnTo>
                        <a:pt x="12282" y="37768"/>
                      </a:lnTo>
                      <a:lnTo>
                        <a:pt x="12345" y="37726"/>
                      </a:lnTo>
                      <a:lnTo>
                        <a:pt x="12366" y="37600"/>
                      </a:lnTo>
                      <a:lnTo>
                        <a:pt x="12408" y="37517"/>
                      </a:lnTo>
                      <a:lnTo>
                        <a:pt x="12408" y="37433"/>
                      </a:lnTo>
                      <a:lnTo>
                        <a:pt x="12471" y="37454"/>
                      </a:lnTo>
                      <a:lnTo>
                        <a:pt x="12513" y="37517"/>
                      </a:lnTo>
                      <a:lnTo>
                        <a:pt x="12575" y="37496"/>
                      </a:lnTo>
                      <a:lnTo>
                        <a:pt x="12596" y="37412"/>
                      </a:lnTo>
                      <a:lnTo>
                        <a:pt x="12659" y="37454"/>
                      </a:lnTo>
                      <a:lnTo>
                        <a:pt x="12701" y="37412"/>
                      </a:lnTo>
                      <a:lnTo>
                        <a:pt x="12785" y="37412"/>
                      </a:lnTo>
                      <a:lnTo>
                        <a:pt x="12868" y="37349"/>
                      </a:lnTo>
                      <a:lnTo>
                        <a:pt x="12826" y="37307"/>
                      </a:lnTo>
                      <a:lnTo>
                        <a:pt x="12764" y="37286"/>
                      </a:lnTo>
                      <a:lnTo>
                        <a:pt x="12805" y="37286"/>
                      </a:lnTo>
                      <a:cubicBezTo>
                        <a:pt x="12805" y="37286"/>
                        <a:pt x="12826" y="37307"/>
                        <a:pt x="12868" y="37307"/>
                      </a:cubicBezTo>
                      <a:cubicBezTo>
                        <a:pt x="12889" y="37307"/>
                        <a:pt x="12931" y="37286"/>
                        <a:pt x="12931" y="37286"/>
                      </a:cubicBezTo>
                      <a:lnTo>
                        <a:pt x="12994" y="37328"/>
                      </a:lnTo>
                      <a:lnTo>
                        <a:pt x="13036" y="37307"/>
                      </a:lnTo>
                      <a:lnTo>
                        <a:pt x="13015" y="37245"/>
                      </a:lnTo>
                      <a:lnTo>
                        <a:pt x="12847" y="37140"/>
                      </a:lnTo>
                      <a:lnTo>
                        <a:pt x="12931" y="37119"/>
                      </a:lnTo>
                      <a:lnTo>
                        <a:pt x="13036" y="37140"/>
                      </a:lnTo>
                      <a:lnTo>
                        <a:pt x="13098" y="37119"/>
                      </a:lnTo>
                      <a:lnTo>
                        <a:pt x="13161" y="37140"/>
                      </a:lnTo>
                      <a:lnTo>
                        <a:pt x="13161" y="37077"/>
                      </a:lnTo>
                      <a:lnTo>
                        <a:pt x="13119" y="37035"/>
                      </a:lnTo>
                      <a:lnTo>
                        <a:pt x="13161" y="37035"/>
                      </a:lnTo>
                      <a:lnTo>
                        <a:pt x="13161" y="36994"/>
                      </a:lnTo>
                      <a:lnTo>
                        <a:pt x="13119" y="36931"/>
                      </a:lnTo>
                      <a:lnTo>
                        <a:pt x="13203" y="36910"/>
                      </a:lnTo>
                      <a:lnTo>
                        <a:pt x="13203" y="36868"/>
                      </a:lnTo>
                      <a:lnTo>
                        <a:pt x="13203" y="36805"/>
                      </a:lnTo>
                      <a:lnTo>
                        <a:pt x="13057" y="36722"/>
                      </a:lnTo>
                      <a:lnTo>
                        <a:pt x="12910" y="36784"/>
                      </a:lnTo>
                      <a:lnTo>
                        <a:pt x="12701" y="36659"/>
                      </a:lnTo>
                      <a:lnTo>
                        <a:pt x="12701" y="36554"/>
                      </a:lnTo>
                      <a:lnTo>
                        <a:pt x="12910" y="36554"/>
                      </a:lnTo>
                      <a:lnTo>
                        <a:pt x="12680" y="36157"/>
                      </a:lnTo>
                      <a:lnTo>
                        <a:pt x="12408" y="35885"/>
                      </a:lnTo>
                      <a:lnTo>
                        <a:pt x="12052" y="35780"/>
                      </a:lnTo>
                      <a:lnTo>
                        <a:pt x="11989" y="35864"/>
                      </a:lnTo>
                      <a:lnTo>
                        <a:pt x="11822" y="35717"/>
                      </a:lnTo>
                      <a:lnTo>
                        <a:pt x="11843" y="35634"/>
                      </a:lnTo>
                      <a:lnTo>
                        <a:pt x="11738" y="35466"/>
                      </a:lnTo>
                      <a:lnTo>
                        <a:pt x="11508" y="35403"/>
                      </a:lnTo>
                      <a:lnTo>
                        <a:pt x="11571" y="35194"/>
                      </a:lnTo>
                      <a:lnTo>
                        <a:pt x="11634" y="34818"/>
                      </a:lnTo>
                      <a:lnTo>
                        <a:pt x="11550" y="34734"/>
                      </a:lnTo>
                      <a:lnTo>
                        <a:pt x="11529" y="34462"/>
                      </a:lnTo>
                      <a:lnTo>
                        <a:pt x="11634" y="34399"/>
                      </a:lnTo>
                      <a:lnTo>
                        <a:pt x="11780" y="34211"/>
                      </a:lnTo>
                      <a:lnTo>
                        <a:pt x="11780" y="34064"/>
                      </a:lnTo>
                      <a:lnTo>
                        <a:pt x="11864" y="33960"/>
                      </a:lnTo>
                      <a:lnTo>
                        <a:pt x="12178" y="34253"/>
                      </a:lnTo>
                      <a:lnTo>
                        <a:pt x="12199" y="34357"/>
                      </a:lnTo>
                      <a:lnTo>
                        <a:pt x="12387" y="34462"/>
                      </a:lnTo>
                      <a:lnTo>
                        <a:pt x="12575" y="34420"/>
                      </a:lnTo>
                      <a:lnTo>
                        <a:pt x="12554" y="34253"/>
                      </a:lnTo>
                      <a:lnTo>
                        <a:pt x="12617" y="34190"/>
                      </a:lnTo>
                      <a:lnTo>
                        <a:pt x="12492" y="33729"/>
                      </a:lnTo>
                      <a:lnTo>
                        <a:pt x="12680" y="33688"/>
                      </a:lnTo>
                      <a:lnTo>
                        <a:pt x="12868" y="33688"/>
                      </a:lnTo>
                      <a:lnTo>
                        <a:pt x="12868" y="33562"/>
                      </a:lnTo>
                      <a:lnTo>
                        <a:pt x="12785" y="33457"/>
                      </a:lnTo>
                      <a:lnTo>
                        <a:pt x="12805" y="33332"/>
                      </a:lnTo>
                      <a:lnTo>
                        <a:pt x="12994" y="33227"/>
                      </a:lnTo>
                      <a:lnTo>
                        <a:pt x="13077" y="33227"/>
                      </a:lnTo>
                      <a:lnTo>
                        <a:pt x="13119" y="33060"/>
                      </a:lnTo>
                      <a:lnTo>
                        <a:pt x="13203" y="32997"/>
                      </a:lnTo>
                      <a:lnTo>
                        <a:pt x="13329" y="33018"/>
                      </a:lnTo>
                      <a:lnTo>
                        <a:pt x="13349" y="32913"/>
                      </a:lnTo>
                      <a:lnTo>
                        <a:pt x="13329" y="32809"/>
                      </a:lnTo>
                      <a:lnTo>
                        <a:pt x="13349" y="32725"/>
                      </a:lnTo>
                      <a:lnTo>
                        <a:pt x="13538" y="32830"/>
                      </a:lnTo>
                      <a:lnTo>
                        <a:pt x="13663" y="32893"/>
                      </a:lnTo>
                      <a:lnTo>
                        <a:pt x="13642" y="32955"/>
                      </a:lnTo>
                      <a:lnTo>
                        <a:pt x="13559" y="33060"/>
                      </a:lnTo>
                      <a:lnTo>
                        <a:pt x="13621" y="33123"/>
                      </a:lnTo>
                      <a:lnTo>
                        <a:pt x="13726" y="33060"/>
                      </a:lnTo>
                      <a:lnTo>
                        <a:pt x="13747" y="32997"/>
                      </a:lnTo>
                      <a:lnTo>
                        <a:pt x="13831" y="32934"/>
                      </a:lnTo>
                      <a:lnTo>
                        <a:pt x="13831" y="33039"/>
                      </a:lnTo>
                      <a:lnTo>
                        <a:pt x="13914" y="32955"/>
                      </a:lnTo>
                      <a:lnTo>
                        <a:pt x="13935" y="32893"/>
                      </a:lnTo>
                      <a:lnTo>
                        <a:pt x="14040" y="32893"/>
                      </a:lnTo>
                      <a:lnTo>
                        <a:pt x="14165" y="32809"/>
                      </a:lnTo>
                      <a:lnTo>
                        <a:pt x="14270" y="32809"/>
                      </a:lnTo>
                      <a:lnTo>
                        <a:pt x="14312" y="32955"/>
                      </a:lnTo>
                      <a:lnTo>
                        <a:pt x="14458" y="33039"/>
                      </a:lnTo>
                      <a:lnTo>
                        <a:pt x="14668" y="32955"/>
                      </a:lnTo>
                      <a:lnTo>
                        <a:pt x="14772" y="32955"/>
                      </a:lnTo>
                      <a:lnTo>
                        <a:pt x="14814" y="33039"/>
                      </a:lnTo>
                      <a:lnTo>
                        <a:pt x="14898" y="33039"/>
                      </a:lnTo>
                      <a:lnTo>
                        <a:pt x="15002" y="33206"/>
                      </a:lnTo>
                      <a:lnTo>
                        <a:pt x="15128" y="33206"/>
                      </a:lnTo>
                      <a:lnTo>
                        <a:pt x="15233" y="33332"/>
                      </a:lnTo>
                      <a:lnTo>
                        <a:pt x="15400" y="33457"/>
                      </a:lnTo>
                      <a:lnTo>
                        <a:pt x="15463" y="33457"/>
                      </a:lnTo>
                      <a:lnTo>
                        <a:pt x="15526" y="33541"/>
                      </a:lnTo>
                      <a:lnTo>
                        <a:pt x="15526" y="33667"/>
                      </a:lnTo>
                      <a:lnTo>
                        <a:pt x="15609" y="33688"/>
                      </a:lnTo>
                      <a:lnTo>
                        <a:pt x="15672" y="33583"/>
                      </a:lnTo>
                      <a:lnTo>
                        <a:pt x="15672" y="33437"/>
                      </a:lnTo>
                      <a:lnTo>
                        <a:pt x="15777" y="33353"/>
                      </a:lnTo>
                      <a:lnTo>
                        <a:pt x="15860" y="33457"/>
                      </a:lnTo>
                      <a:lnTo>
                        <a:pt x="16070" y="33478"/>
                      </a:lnTo>
                      <a:lnTo>
                        <a:pt x="16153" y="33583"/>
                      </a:lnTo>
                      <a:lnTo>
                        <a:pt x="16258" y="33625"/>
                      </a:lnTo>
                      <a:lnTo>
                        <a:pt x="16383" y="33520"/>
                      </a:lnTo>
                      <a:lnTo>
                        <a:pt x="16383" y="33311"/>
                      </a:lnTo>
                      <a:lnTo>
                        <a:pt x="16509" y="33311"/>
                      </a:lnTo>
                      <a:lnTo>
                        <a:pt x="16509" y="33206"/>
                      </a:lnTo>
                      <a:lnTo>
                        <a:pt x="16614" y="33165"/>
                      </a:lnTo>
                      <a:lnTo>
                        <a:pt x="16697" y="33248"/>
                      </a:lnTo>
                      <a:lnTo>
                        <a:pt x="16760" y="33144"/>
                      </a:lnTo>
                      <a:lnTo>
                        <a:pt x="16886" y="33123"/>
                      </a:lnTo>
                      <a:lnTo>
                        <a:pt x="17032" y="33269"/>
                      </a:lnTo>
                      <a:lnTo>
                        <a:pt x="17074" y="33332"/>
                      </a:lnTo>
                      <a:lnTo>
                        <a:pt x="17220" y="33311"/>
                      </a:lnTo>
                      <a:lnTo>
                        <a:pt x="17199" y="33165"/>
                      </a:lnTo>
                      <a:lnTo>
                        <a:pt x="17283" y="33144"/>
                      </a:lnTo>
                      <a:lnTo>
                        <a:pt x="17409" y="33144"/>
                      </a:lnTo>
                      <a:lnTo>
                        <a:pt x="17451" y="33060"/>
                      </a:lnTo>
                      <a:lnTo>
                        <a:pt x="17597" y="33144"/>
                      </a:lnTo>
                      <a:lnTo>
                        <a:pt x="17660" y="33206"/>
                      </a:lnTo>
                      <a:lnTo>
                        <a:pt x="17639" y="33269"/>
                      </a:lnTo>
                      <a:lnTo>
                        <a:pt x="17555" y="33332"/>
                      </a:lnTo>
                      <a:lnTo>
                        <a:pt x="17660" y="33457"/>
                      </a:lnTo>
                      <a:lnTo>
                        <a:pt x="17764" y="33478"/>
                      </a:lnTo>
                      <a:lnTo>
                        <a:pt x="17827" y="33457"/>
                      </a:lnTo>
                      <a:lnTo>
                        <a:pt x="17911" y="33520"/>
                      </a:lnTo>
                      <a:lnTo>
                        <a:pt x="18078" y="33520"/>
                      </a:lnTo>
                      <a:lnTo>
                        <a:pt x="18287" y="33625"/>
                      </a:lnTo>
                      <a:lnTo>
                        <a:pt x="18434" y="33583"/>
                      </a:lnTo>
                      <a:lnTo>
                        <a:pt x="18476" y="33457"/>
                      </a:lnTo>
                      <a:lnTo>
                        <a:pt x="18476" y="33353"/>
                      </a:lnTo>
                      <a:lnTo>
                        <a:pt x="18539" y="33311"/>
                      </a:lnTo>
                      <a:lnTo>
                        <a:pt x="18706" y="33416"/>
                      </a:lnTo>
                      <a:lnTo>
                        <a:pt x="18873" y="33437"/>
                      </a:lnTo>
                      <a:lnTo>
                        <a:pt x="19062" y="33353"/>
                      </a:lnTo>
                      <a:lnTo>
                        <a:pt x="19103" y="33248"/>
                      </a:lnTo>
                      <a:lnTo>
                        <a:pt x="19083" y="32809"/>
                      </a:lnTo>
                      <a:lnTo>
                        <a:pt x="19020" y="32746"/>
                      </a:lnTo>
                      <a:lnTo>
                        <a:pt x="18852" y="32746"/>
                      </a:lnTo>
                      <a:lnTo>
                        <a:pt x="18748" y="32683"/>
                      </a:lnTo>
                      <a:lnTo>
                        <a:pt x="18706" y="32621"/>
                      </a:lnTo>
                      <a:lnTo>
                        <a:pt x="18580" y="32600"/>
                      </a:lnTo>
                      <a:lnTo>
                        <a:pt x="18497" y="32516"/>
                      </a:lnTo>
                      <a:lnTo>
                        <a:pt x="18371" y="32516"/>
                      </a:lnTo>
                      <a:lnTo>
                        <a:pt x="18371" y="32432"/>
                      </a:lnTo>
                      <a:lnTo>
                        <a:pt x="18350" y="32369"/>
                      </a:lnTo>
                      <a:lnTo>
                        <a:pt x="18371" y="32307"/>
                      </a:lnTo>
                      <a:lnTo>
                        <a:pt x="18476" y="32307"/>
                      </a:lnTo>
                      <a:lnTo>
                        <a:pt x="18497" y="32181"/>
                      </a:lnTo>
                      <a:lnTo>
                        <a:pt x="18580" y="32077"/>
                      </a:lnTo>
                      <a:lnTo>
                        <a:pt x="18559" y="31951"/>
                      </a:lnTo>
                      <a:lnTo>
                        <a:pt x="18476" y="31951"/>
                      </a:lnTo>
                      <a:lnTo>
                        <a:pt x="18476" y="31805"/>
                      </a:lnTo>
                      <a:lnTo>
                        <a:pt x="18601" y="31637"/>
                      </a:lnTo>
                      <a:lnTo>
                        <a:pt x="18748" y="31491"/>
                      </a:lnTo>
                      <a:lnTo>
                        <a:pt x="18978" y="31470"/>
                      </a:lnTo>
                      <a:lnTo>
                        <a:pt x="19083" y="31491"/>
                      </a:lnTo>
                      <a:lnTo>
                        <a:pt x="19166" y="31449"/>
                      </a:lnTo>
                      <a:lnTo>
                        <a:pt x="19166" y="31344"/>
                      </a:lnTo>
                      <a:lnTo>
                        <a:pt x="19062" y="31323"/>
                      </a:lnTo>
                      <a:lnTo>
                        <a:pt x="18978" y="31219"/>
                      </a:lnTo>
                      <a:lnTo>
                        <a:pt x="18873" y="31219"/>
                      </a:lnTo>
                      <a:lnTo>
                        <a:pt x="18790" y="31260"/>
                      </a:lnTo>
                      <a:lnTo>
                        <a:pt x="18685" y="31219"/>
                      </a:lnTo>
                      <a:lnTo>
                        <a:pt x="18539" y="31219"/>
                      </a:lnTo>
                      <a:lnTo>
                        <a:pt x="18539" y="31135"/>
                      </a:lnTo>
                      <a:lnTo>
                        <a:pt x="18580" y="31072"/>
                      </a:lnTo>
                      <a:lnTo>
                        <a:pt x="18748" y="31072"/>
                      </a:lnTo>
                      <a:lnTo>
                        <a:pt x="18685" y="30947"/>
                      </a:lnTo>
                      <a:lnTo>
                        <a:pt x="18539" y="30968"/>
                      </a:lnTo>
                      <a:lnTo>
                        <a:pt x="18434" y="30947"/>
                      </a:lnTo>
                      <a:lnTo>
                        <a:pt x="18476" y="30905"/>
                      </a:lnTo>
                      <a:lnTo>
                        <a:pt x="18434" y="30758"/>
                      </a:lnTo>
                      <a:lnTo>
                        <a:pt x="18476" y="30737"/>
                      </a:lnTo>
                      <a:lnTo>
                        <a:pt x="18601" y="30737"/>
                      </a:lnTo>
                      <a:lnTo>
                        <a:pt x="18664" y="30654"/>
                      </a:lnTo>
                      <a:lnTo>
                        <a:pt x="18748" y="30654"/>
                      </a:lnTo>
                      <a:lnTo>
                        <a:pt x="18769" y="30716"/>
                      </a:lnTo>
                      <a:lnTo>
                        <a:pt x="18894" y="30696"/>
                      </a:lnTo>
                      <a:lnTo>
                        <a:pt x="18999" y="30758"/>
                      </a:lnTo>
                      <a:lnTo>
                        <a:pt x="19062" y="30716"/>
                      </a:lnTo>
                      <a:lnTo>
                        <a:pt x="19062" y="30633"/>
                      </a:lnTo>
                      <a:lnTo>
                        <a:pt x="19166" y="30591"/>
                      </a:lnTo>
                      <a:lnTo>
                        <a:pt x="19271" y="30591"/>
                      </a:lnTo>
                      <a:lnTo>
                        <a:pt x="19334" y="30696"/>
                      </a:lnTo>
                      <a:lnTo>
                        <a:pt x="19396" y="30612"/>
                      </a:lnTo>
                      <a:lnTo>
                        <a:pt x="19396" y="30528"/>
                      </a:lnTo>
                      <a:lnTo>
                        <a:pt x="19606" y="30486"/>
                      </a:lnTo>
                      <a:lnTo>
                        <a:pt x="19731" y="30486"/>
                      </a:lnTo>
                      <a:lnTo>
                        <a:pt x="19899" y="30403"/>
                      </a:lnTo>
                      <a:lnTo>
                        <a:pt x="20045" y="30403"/>
                      </a:lnTo>
                      <a:lnTo>
                        <a:pt x="20066" y="30340"/>
                      </a:lnTo>
                      <a:lnTo>
                        <a:pt x="20233" y="30235"/>
                      </a:lnTo>
                      <a:lnTo>
                        <a:pt x="20359" y="30235"/>
                      </a:lnTo>
                      <a:lnTo>
                        <a:pt x="20443" y="30193"/>
                      </a:lnTo>
                      <a:lnTo>
                        <a:pt x="20526" y="30193"/>
                      </a:lnTo>
                      <a:lnTo>
                        <a:pt x="20589" y="30214"/>
                      </a:lnTo>
                      <a:lnTo>
                        <a:pt x="20652" y="30172"/>
                      </a:lnTo>
                      <a:lnTo>
                        <a:pt x="20652" y="30026"/>
                      </a:lnTo>
                      <a:lnTo>
                        <a:pt x="20736" y="29984"/>
                      </a:lnTo>
                      <a:lnTo>
                        <a:pt x="20861" y="29984"/>
                      </a:lnTo>
                      <a:lnTo>
                        <a:pt x="20882" y="29900"/>
                      </a:lnTo>
                      <a:lnTo>
                        <a:pt x="20966" y="29859"/>
                      </a:lnTo>
                      <a:lnTo>
                        <a:pt x="21008" y="29900"/>
                      </a:lnTo>
                      <a:lnTo>
                        <a:pt x="21091" y="29921"/>
                      </a:lnTo>
                      <a:lnTo>
                        <a:pt x="21196" y="29880"/>
                      </a:lnTo>
                      <a:lnTo>
                        <a:pt x="21321" y="29817"/>
                      </a:lnTo>
                      <a:lnTo>
                        <a:pt x="21572" y="29670"/>
                      </a:lnTo>
                      <a:lnTo>
                        <a:pt x="21614" y="29670"/>
                      </a:lnTo>
                      <a:lnTo>
                        <a:pt x="21677" y="29649"/>
                      </a:lnTo>
                      <a:lnTo>
                        <a:pt x="21803" y="29608"/>
                      </a:lnTo>
                      <a:lnTo>
                        <a:pt x="21886" y="29503"/>
                      </a:lnTo>
                      <a:lnTo>
                        <a:pt x="21949" y="29545"/>
                      </a:lnTo>
                      <a:lnTo>
                        <a:pt x="22116" y="29503"/>
                      </a:lnTo>
                      <a:lnTo>
                        <a:pt x="22116" y="29440"/>
                      </a:lnTo>
                      <a:lnTo>
                        <a:pt x="22054" y="29356"/>
                      </a:lnTo>
                      <a:lnTo>
                        <a:pt x="22116" y="29336"/>
                      </a:lnTo>
                      <a:lnTo>
                        <a:pt x="22284" y="29336"/>
                      </a:lnTo>
                      <a:lnTo>
                        <a:pt x="22305" y="29231"/>
                      </a:lnTo>
                      <a:lnTo>
                        <a:pt x="22409" y="29168"/>
                      </a:lnTo>
                      <a:lnTo>
                        <a:pt x="22472" y="29168"/>
                      </a:lnTo>
                      <a:lnTo>
                        <a:pt x="22556" y="29147"/>
                      </a:lnTo>
                      <a:lnTo>
                        <a:pt x="22681" y="29189"/>
                      </a:lnTo>
                      <a:lnTo>
                        <a:pt x="22849" y="29168"/>
                      </a:lnTo>
                      <a:lnTo>
                        <a:pt x="22974" y="29273"/>
                      </a:lnTo>
                      <a:lnTo>
                        <a:pt x="23100" y="29273"/>
                      </a:lnTo>
                      <a:lnTo>
                        <a:pt x="23246" y="29210"/>
                      </a:lnTo>
                      <a:lnTo>
                        <a:pt x="23372" y="29210"/>
                      </a:lnTo>
                      <a:lnTo>
                        <a:pt x="23414" y="29356"/>
                      </a:lnTo>
                      <a:lnTo>
                        <a:pt x="23477" y="29377"/>
                      </a:lnTo>
                      <a:lnTo>
                        <a:pt x="23539" y="29503"/>
                      </a:lnTo>
                      <a:lnTo>
                        <a:pt x="23602" y="29608"/>
                      </a:lnTo>
                      <a:lnTo>
                        <a:pt x="23686" y="29670"/>
                      </a:lnTo>
                      <a:lnTo>
                        <a:pt x="23686" y="29712"/>
                      </a:lnTo>
                      <a:lnTo>
                        <a:pt x="23665" y="29817"/>
                      </a:lnTo>
                      <a:lnTo>
                        <a:pt x="23686" y="29921"/>
                      </a:lnTo>
                      <a:lnTo>
                        <a:pt x="23686" y="29984"/>
                      </a:lnTo>
                      <a:lnTo>
                        <a:pt x="23602" y="30005"/>
                      </a:lnTo>
                      <a:lnTo>
                        <a:pt x="23665" y="30110"/>
                      </a:lnTo>
                      <a:lnTo>
                        <a:pt x="23749" y="30152"/>
                      </a:lnTo>
                      <a:lnTo>
                        <a:pt x="23874" y="30089"/>
                      </a:lnTo>
                      <a:lnTo>
                        <a:pt x="23937" y="30152"/>
                      </a:lnTo>
                      <a:lnTo>
                        <a:pt x="24000" y="30131"/>
                      </a:lnTo>
                      <a:lnTo>
                        <a:pt x="24021" y="30026"/>
                      </a:lnTo>
                      <a:lnTo>
                        <a:pt x="24104" y="30005"/>
                      </a:lnTo>
                      <a:lnTo>
                        <a:pt x="24125" y="30110"/>
                      </a:lnTo>
                      <a:lnTo>
                        <a:pt x="24209" y="30110"/>
                      </a:lnTo>
                      <a:lnTo>
                        <a:pt x="24230" y="30026"/>
                      </a:lnTo>
                      <a:lnTo>
                        <a:pt x="24188" y="29921"/>
                      </a:lnTo>
                      <a:lnTo>
                        <a:pt x="24209" y="29900"/>
                      </a:lnTo>
                      <a:lnTo>
                        <a:pt x="24418" y="30026"/>
                      </a:lnTo>
                      <a:lnTo>
                        <a:pt x="24439" y="30214"/>
                      </a:lnTo>
                      <a:lnTo>
                        <a:pt x="24523" y="30340"/>
                      </a:lnTo>
                      <a:lnTo>
                        <a:pt x="24606" y="30340"/>
                      </a:lnTo>
                      <a:lnTo>
                        <a:pt x="24669" y="30256"/>
                      </a:lnTo>
                      <a:lnTo>
                        <a:pt x="24627" y="30235"/>
                      </a:lnTo>
                      <a:lnTo>
                        <a:pt x="24606" y="30193"/>
                      </a:lnTo>
                      <a:lnTo>
                        <a:pt x="24732" y="30152"/>
                      </a:lnTo>
                      <a:lnTo>
                        <a:pt x="24941" y="30256"/>
                      </a:lnTo>
                      <a:lnTo>
                        <a:pt x="25025" y="30256"/>
                      </a:lnTo>
                      <a:lnTo>
                        <a:pt x="25088" y="30193"/>
                      </a:lnTo>
                      <a:lnTo>
                        <a:pt x="25150" y="30214"/>
                      </a:lnTo>
                      <a:lnTo>
                        <a:pt x="25088" y="30319"/>
                      </a:lnTo>
                      <a:lnTo>
                        <a:pt x="25025" y="30361"/>
                      </a:lnTo>
                      <a:lnTo>
                        <a:pt x="25025" y="30528"/>
                      </a:lnTo>
                      <a:lnTo>
                        <a:pt x="25088" y="30633"/>
                      </a:lnTo>
                      <a:lnTo>
                        <a:pt x="25171" y="30633"/>
                      </a:lnTo>
                      <a:lnTo>
                        <a:pt x="25255" y="30549"/>
                      </a:lnTo>
                      <a:lnTo>
                        <a:pt x="25381" y="30528"/>
                      </a:lnTo>
                      <a:lnTo>
                        <a:pt x="25611" y="30570"/>
                      </a:lnTo>
                      <a:lnTo>
                        <a:pt x="25673" y="30612"/>
                      </a:lnTo>
                      <a:lnTo>
                        <a:pt x="25757" y="30549"/>
                      </a:lnTo>
                      <a:lnTo>
                        <a:pt x="25715" y="30424"/>
                      </a:lnTo>
                      <a:lnTo>
                        <a:pt x="25820" y="30361"/>
                      </a:lnTo>
                      <a:lnTo>
                        <a:pt x="25987" y="30340"/>
                      </a:lnTo>
                      <a:lnTo>
                        <a:pt x="26092" y="30256"/>
                      </a:lnTo>
                      <a:lnTo>
                        <a:pt x="26134" y="30152"/>
                      </a:lnTo>
                      <a:lnTo>
                        <a:pt x="26217" y="30089"/>
                      </a:lnTo>
                      <a:lnTo>
                        <a:pt x="26217" y="30005"/>
                      </a:lnTo>
                      <a:lnTo>
                        <a:pt x="26343" y="29880"/>
                      </a:lnTo>
                      <a:lnTo>
                        <a:pt x="26448" y="29838"/>
                      </a:lnTo>
                      <a:lnTo>
                        <a:pt x="26531" y="29733"/>
                      </a:lnTo>
                      <a:lnTo>
                        <a:pt x="26657" y="29712"/>
                      </a:lnTo>
                      <a:lnTo>
                        <a:pt x="26824" y="29670"/>
                      </a:lnTo>
                      <a:lnTo>
                        <a:pt x="26866" y="29712"/>
                      </a:lnTo>
                      <a:lnTo>
                        <a:pt x="26866" y="29817"/>
                      </a:lnTo>
                      <a:lnTo>
                        <a:pt x="27138" y="29900"/>
                      </a:lnTo>
                      <a:lnTo>
                        <a:pt x="27054" y="29921"/>
                      </a:lnTo>
                      <a:lnTo>
                        <a:pt x="27117" y="30005"/>
                      </a:lnTo>
                      <a:lnTo>
                        <a:pt x="28163" y="30800"/>
                      </a:lnTo>
                      <a:lnTo>
                        <a:pt x="29565" y="32579"/>
                      </a:lnTo>
                      <a:lnTo>
                        <a:pt x="29712" y="32537"/>
                      </a:lnTo>
                      <a:lnTo>
                        <a:pt x="29816" y="32495"/>
                      </a:lnTo>
                      <a:lnTo>
                        <a:pt x="29837" y="32411"/>
                      </a:lnTo>
                      <a:lnTo>
                        <a:pt x="29816" y="32390"/>
                      </a:lnTo>
                      <a:lnTo>
                        <a:pt x="29816" y="32265"/>
                      </a:lnTo>
                      <a:lnTo>
                        <a:pt x="29879" y="32202"/>
                      </a:lnTo>
                      <a:lnTo>
                        <a:pt x="30047" y="32286"/>
                      </a:lnTo>
                      <a:lnTo>
                        <a:pt x="30026" y="32369"/>
                      </a:lnTo>
                      <a:lnTo>
                        <a:pt x="30026" y="32432"/>
                      </a:lnTo>
                      <a:lnTo>
                        <a:pt x="30151" y="32474"/>
                      </a:lnTo>
                      <a:lnTo>
                        <a:pt x="30214" y="32537"/>
                      </a:lnTo>
                      <a:lnTo>
                        <a:pt x="30319" y="32537"/>
                      </a:lnTo>
                      <a:lnTo>
                        <a:pt x="30402" y="32495"/>
                      </a:lnTo>
                      <a:lnTo>
                        <a:pt x="30507" y="32474"/>
                      </a:lnTo>
                      <a:lnTo>
                        <a:pt x="30674" y="32537"/>
                      </a:lnTo>
                      <a:lnTo>
                        <a:pt x="30800" y="32495"/>
                      </a:lnTo>
                      <a:lnTo>
                        <a:pt x="30904" y="32516"/>
                      </a:lnTo>
                      <a:lnTo>
                        <a:pt x="31009" y="32474"/>
                      </a:lnTo>
                      <a:lnTo>
                        <a:pt x="31030" y="32411"/>
                      </a:lnTo>
                      <a:lnTo>
                        <a:pt x="31009" y="32369"/>
                      </a:lnTo>
                      <a:lnTo>
                        <a:pt x="31030" y="32307"/>
                      </a:lnTo>
                      <a:lnTo>
                        <a:pt x="31218" y="32286"/>
                      </a:lnTo>
                      <a:lnTo>
                        <a:pt x="31427" y="32286"/>
                      </a:lnTo>
                      <a:lnTo>
                        <a:pt x="31616" y="32328"/>
                      </a:lnTo>
                      <a:lnTo>
                        <a:pt x="31783" y="32474"/>
                      </a:lnTo>
                      <a:lnTo>
                        <a:pt x="31888" y="32621"/>
                      </a:lnTo>
                      <a:lnTo>
                        <a:pt x="31951" y="32746"/>
                      </a:lnTo>
                      <a:lnTo>
                        <a:pt x="32013" y="32746"/>
                      </a:lnTo>
                      <a:lnTo>
                        <a:pt x="32139" y="32788"/>
                      </a:lnTo>
                      <a:lnTo>
                        <a:pt x="32264" y="32851"/>
                      </a:lnTo>
                      <a:lnTo>
                        <a:pt x="32327" y="32851"/>
                      </a:lnTo>
                      <a:lnTo>
                        <a:pt x="32390" y="32913"/>
                      </a:lnTo>
                      <a:lnTo>
                        <a:pt x="32390" y="32997"/>
                      </a:lnTo>
                      <a:lnTo>
                        <a:pt x="32369" y="33039"/>
                      </a:lnTo>
                      <a:lnTo>
                        <a:pt x="32369" y="33144"/>
                      </a:lnTo>
                      <a:lnTo>
                        <a:pt x="32390" y="33227"/>
                      </a:lnTo>
                      <a:lnTo>
                        <a:pt x="32453" y="33269"/>
                      </a:lnTo>
                      <a:lnTo>
                        <a:pt x="32474" y="33311"/>
                      </a:lnTo>
                      <a:lnTo>
                        <a:pt x="32536" y="33311"/>
                      </a:lnTo>
                      <a:lnTo>
                        <a:pt x="32641" y="33353"/>
                      </a:lnTo>
                      <a:lnTo>
                        <a:pt x="32704" y="33416"/>
                      </a:lnTo>
                      <a:lnTo>
                        <a:pt x="32746" y="33353"/>
                      </a:lnTo>
                      <a:lnTo>
                        <a:pt x="32850" y="33311"/>
                      </a:lnTo>
                      <a:lnTo>
                        <a:pt x="33101" y="33269"/>
                      </a:lnTo>
                      <a:lnTo>
                        <a:pt x="33227" y="33248"/>
                      </a:lnTo>
                      <a:lnTo>
                        <a:pt x="33290" y="33144"/>
                      </a:lnTo>
                      <a:lnTo>
                        <a:pt x="33394" y="33102"/>
                      </a:lnTo>
                      <a:lnTo>
                        <a:pt x="33436" y="33123"/>
                      </a:lnTo>
                      <a:lnTo>
                        <a:pt x="33394" y="33248"/>
                      </a:lnTo>
                      <a:lnTo>
                        <a:pt x="33415" y="33353"/>
                      </a:lnTo>
                      <a:lnTo>
                        <a:pt x="33499" y="33374"/>
                      </a:lnTo>
                      <a:lnTo>
                        <a:pt x="33624" y="33478"/>
                      </a:lnTo>
                      <a:lnTo>
                        <a:pt x="33792" y="33541"/>
                      </a:lnTo>
                      <a:lnTo>
                        <a:pt x="33813" y="33562"/>
                      </a:lnTo>
                      <a:lnTo>
                        <a:pt x="33896" y="33562"/>
                      </a:lnTo>
                      <a:lnTo>
                        <a:pt x="34001" y="33625"/>
                      </a:lnTo>
                      <a:lnTo>
                        <a:pt x="34043" y="33625"/>
                      </a:lnTo>
                      <a:lnTo>
                        <a:pt x="34043" y="33583"/>
                      </a:lnTo>
                      <a:lnTo>
                        <a:pt x="34127" y="33374"/>
                      </a:lnTo>
                      <a:lnTo>
                        <a:pt x="34231" y="33332"/>
                      </a:lnTo>
                      <a:lnTo>
                        <a:pt x="34482" y="33332"/>
                      </a:lnTo>
                      <a:lnTo>
                        <a:pt x="34524" y="33269"/>
                      </a:lnTo>
                      <a:lnTo>
                        <a:pt x="34629" y="33165"/>
                      </a:lnTo>
                      <a:lnTo>
                        <a:pt x="34796" y="33102"/>
                      </a:lnTo>
                      <a:lnTo>
                        <a:pt x="34796" y="32997"/>
                      </a:lnTo>
                      <a:lnTo>
                        <a:pt x="34859" y="32893"/>
                      </a:lnTo>
                      <a:lnTo>
                        <a:pt x="35005" y="32809"/>
                      </a:lnTo>
                      <a:lnTo>
                        <a:pt x="35005" y="32725"/>
                      </a:lnTo>
                      <a:lnTo>
                        <a:pt x="35110" y="32621"/>
                      </a:lnTo>
                      <a:lnTo>
                        <a:pt x="35215" y="32600"/>
                      </a:lnTo>
                      <a:lnTo>
                        <a:pt x="35298" y="32495"/>
                      </a:lnTo>
                      <a:lnTo>
                        <a:pt x="35361" y="32432"/>
                      </a:lnTo>
                      <a:lnTo>
                        <a:pt x="35298" y="32390"/>
                      </a:lnTo>
                      <a:lnTo>
                        <a:pt x="35298" y="32307"/>
                      </a:lnTo>
                      <a:lnTo>
                        <a:pt x="35319" y="32265"/>
                      </a:lnTo>
                      <a:lnTo>
                        <a:pt x="35508" y="32307"/>
                      </a:lnTo>
                      <a:lnTo>
                        <a:pt x="35591" y="32265"/>
                      </a:lnTo>
                      <a:lnTo>
                        <a:pt x="35633" y="32097"/>
                      </a:lnTo>
                      <a:lnTo>
                        <a:pt x="35717" y="32077"/>
                      </a:lnTo>
                      <a:lnTo>
                        <a:pt x="35926" y="32056"/>
                      </a:lnTo>
                      <a:lnTo>
                        <a:pt x="36031" y="32014"/>
                      </a:lnTo>
                      <a:lnTo>
                        <a:pt x="36261" y="32014"/>
                      </a:lnTo>
                      <a:lnTo>
                        <a:pt x="36345" y="31972"/>
                      </a:lnTo>
                      <a:lnTo>
                        <a:pt x="36365" y="31972"/>
                      </a:lnTo>
                      <a:lnTo>
                        <a:pt x="36449" y="32077"/>
                      </a:lnTo>
                      <a:lnTo>
                        <a:pt x="36449" y="32160"/>
                      </a:lnTo>
                      <a:lnTo>
                        <a:pt x="36533" y="32223"/>
                      </a:lnTo>
                      <a:lnTo>
                        <a:pt x="36658" y="32223"/>
                      </a:lnTo>
                      <a:lnTo>
                        <a:pt x="36700" y="32202"/>
                      </a:lnTo>
                      <a:lnTo>
                        <a:pt x="36805" y="32202"/>
                      </a:lnTo>
                      <a:lnTo>
                        <a:pt x="36889" y="32160"/>
                      </a:lnTo>
                      <a:lnTo>
                        <a:pt x="37077" y="32160"/>
                      </a:lnTo>
                      <a:lnTo>
                        <a:pt x="37098" y="32223"/>
                      </a:lnTo>
                      <a:lnTo>
                        <a:pt x="37119" y="32328"/>
                      </a:lnTo>
                      <a:lnTo>
                        <a:pt x="37161" y="32411"/>
                      </a:lnTo>
                      <a:lnTo>
                        <a:pt x="37453" y="32579"/>
                      </a:lnTo>
                      <a:lnTo>
                        <a:pt x="37537" y="32641"/>
                      </a:lnTo>
                      <a:lnTo>
                        <a:pt x="37746" y="32746"/>
                      </a:lnTo>
                      <a:lnTo>
                        <a:pt x="37830" y="32704"/>
                      </a:lnTo>
                      <a:lnTo>
                        <a:pt x="37935" y="32641"/>
                      </a:lnTo>
                      <a:lnTo>
                        <a:pt x="38060" y="32579"/>
                      </a:lnTo>
                      <a:lnTo>
                        <a:pt x="38165" y="32579"/>
                      </a:lnTo>
                      <a:lnTo>
                        <a:pt x="38269" y="32600"/>
                      </a:lnTo>
                      <a:lnTo>
                        <a:pt x="38353" y="32641"/>
                      </a:lnTo>
                      <a:lnTo>
                        <a:pt x="38437" y="32621"/>
                      </a:lnTo>
                      <a:lnTo>
                        <a:pt x="38688" y="32621"/>
                      </a:lnTo>
                      <a:lnTo>
                        <a:pt x="38793" y="32683"/>
                      </a:lnTo>
                      <a:lnTo>
                        <a:pt x="38897" y="32683"/>
                      </a:lnTo>
                      <a:lnTo>
                        <a:pt x="38939" y="32641"/>
                      </a:lnTo>
                      <a:lnTo>
                        <a:pt x="39044" y="32683"/>
                      </a:lnTo>
                      <a:lnTo>
                        <a:pt x="39211" y="32641"/>
                      </a:lnTo>
                      <a:lnTo>
                        <a:pt x="39316" y="32474"/>
                      </a:lnTo>
                      <a:lnTo>
                        <a:pt x="39274" y="32390"/>
                      </a:lnTo>
                      <a:lnTo>
                        <a:pt x="39169" y="32307"/>
                      </a:lnTo>
                      <a:lnTo>
                        <a:pt x="39169" y="32118"/>
                      </a:lnTo>
                      <a:lnTo>
                        <a:pt x="39190" y="31951"/>
                      </a:lnTo>
                      <a:lnTo>
                        <a:pt x="39169" y="31867"/>
                      </a:lnTo>
                      <a:lnTo>
                        <a:pt x="39065" y="31846"/>
                      </a:lnTo>
                      <a:lnTo>
                        <a:pt x="39002" y="31763"/>
                      </a:lnTo>
                      <a:lnTo>
                        <a:pt x="38834" y="31700"/>
                      </a:lnTo>
                      <a:lnTo>
                        <a:pt x="38772" y="31574"/>
                      </a:lnTo>
                      <a:lnTo>
                        <a:pt x="38772" y="31281"/>
                      </a:lnTo>
                      <a:lnTo>
                        <a:pt x="38876" y="31156"/>
                      </a:lnTo>
                      <a:lnTo>
                        <a:pt x="38876" y="31072"/>
                      </a:lnTo>
                      <a:lnTo>
                        <a:pt x="38939" y="30968"/>
                      </a:lnTo>
                      <a:lnTo>
                        <a:pt x="39044" y="30947"/>
                      </a:lnTo>
                      <a:lnTo>
                        <a:pt x="39086" y="30968"/>
                      </a:lnTo>
                      <a:lnTo>
                        <a:pt x="39148" y="30863"/>
                      </a:lnTo>
                      <a:lnTo>
                        <a:pt x="39106" y="30758"/>
                      </a:lnTo>
                      <a:lnTo>
                        <a:pt x="39148" y="30696"/>
                      </a:lnTo>
                      <a:lnTo>
                        <a:pt x="39211" y="30633"/>
                      </a:lnTo>
                      <a:lnTo>
                        <a:pt x="39316" y="30633"/>
                      </a:lnTo>
                      <a:lnTo>
                        <a:pt x="39399" y="30696"/>
                      </a:lnTo>
                      <a:lnTo>
                        <a:pt x="39567" y="30737"/>
                      </a:lnTo>
                      <a:lnTo>
                        <a:pt x="39713" y="30821"/>
                      </a:lnTo>
                      <a:lnTo>
                        <a:pt x="39734" y="30863"/>
                      </a:lnTo>
                      <a:lnTo>
                        <a:pt x="39881" y="30926"/>
                      </a:lnTo>
                      <a:lnTo>
                        <a:pt x="40236" y="30926"/>
                      </a:lnTo>
                      <a:lnTo>
                        <a:pt x="40320" y="30968"/>
                      </a:lnTo>
                      <a:lnTo>
                        <a:pt x="40362" y="31030"/>
                      </a:lnTo>
                      <a:lnTo>
                        <a:pt x="40529" y="31051"/>
                      </a:lnTo>
                      <a:lnTo>
                        <a:pt x="40613" y="31114"/>
                      </a:lnTo>
                      <a:lnTo>
                        <a:pt x="40718" y="31135"/>
                      </a:lnTo>
                      <a:lnTo>
                        <a:pt x="40948" y="31135"/>
                      </a:lnTo>
                      <a:lnTo>
                        <a:pt x="41031" y="31156"/>
                      </a:lnTo>
                      <a:lnTo>
                        <a:pt x="41073" y="31240"/>
                      </a:lnTo>
                      <a:lnTo>
                        <a:pt x="41073" y="31323"/>
                      </a:lnTo>
                      <a:lnTo>
                        <a:pt x="41136" y="31386"/>
                      </a:lnTo>
                      <a:lnTo>
                        <a:pt x="41136" y="31470"/>
                      </a:lnTo>
                      <a:lnTo>
                        <a:pt x="41178" y="31533"/>
                      </a:lnTo>
                      <a:lnTo>
                        <a:pt x="41241" y="31658"/>
                      </a:lnTo>
                      <a:lnTo>
                        <a:pt x="41241" y="31763"/>
                      </a:lnTo>
                      <a:lnTo>
                        <a:pt x="41303" y="31805"/>
                      </a:lnTo>
                      <a:lnTo>
                        <a:pt x="41387" y="31805"/>
                      </a:lnTo>
                      <a:lnTo>
                        <a:pt x="41492" y="31909"/>
                      </a:lnTo>
                      <a:lnTo>
                        <a:pt x="41513" y="31972"/>
                      </a:lnTo>
                      <a:lnTo>
                        <a:pt x="41680" y="32014"/>
                      </a:lnTo>
                      <a:lnTo>
                        <a:pt x="41868" y="32118"/>
                      </a:lnTo>
                      <a:lnTo>
                        <a:pt x="41931" y="32118"/>
                      </a:lnTo>
                      <a:lnTo>
                        <a:pt x="41994" y="32077"/>
                      </a:lnTo>
                      <a:lnTo>
                        <a:pt x="42182" y="32077"/>
                      </a:lnTo>
                      <a:lnTo>
                        <a:pt x="42245" y="32014"/>
                      </a:lnTo>
                      <a:lnTo>
                        <a:pt x="42329" y="32014"/>
                      </a:lnTo>
                      <a:lnTo>
                        <a:pt x="42412" y="32056"/>
                      </a:lnTo>
                      <a:lnTo>
                        <a:pt x="42496" y="32014"/>
                      </a:lnTo>
                      <a:lnTo>
                        <a:pt x="42601" y="31909"/>
                      </a:lnTo>
                      <a:lnTo>
                        <a:pt x="42747" y="31867"/>
                      </a:lnTo>
                      <a:lnTo>
                        <a:pt x="42977" y="31846"/>
                      </a:lnTo>
                      <a:lnTo>
                        <a:pt x="43124" y="31763"/>
                      </a:lnTo>
                      <a:lnTo>
                        <a:pt x="43270" y="31763"/>
                      </a:lnTo>
                      <a:lnTo>
                        <a:pt x="43396" y="31700"/>
                      </a:lnTo>
                      <a:lnTo>
                        <a:pt x="43542" y="31784"/>
                      </a:lnTo>
                      <a:lnTo>
                        <a:pt x="43710" y="31805"/>
                      </a:lnTo>
                      <a:lnTo>
                        <a:pt x="43961" y="31805"/>
                      </a:lnTo>
                      <a:lnTo>
                        <a:pt x="44065" y="31972"/>
                      </a:lnTo>
                      <a:lnTo>
                        <a:pt x="44275" y="32056"/>
                      </a:lnTo>
                      <a:lnTo>
                        <a:pt x="44421" y="32056"/>
                      </a:lnTo>
                      <a:lnTo>
                        <a:pt x="44547" y="32014"/>
                      </a:lnTo>
                      <a:lnTo>
                        <a:pt x="44609" y="32077"/>
                      </a:lnTo>
                      <a:lnTo>
                        <a:pt x="44651" y="32265"/>
                      </a:lnTo>
                      <a:lnTo>
                        <a:pt x="44756" y="32328"/>
                      </a:lnTo>
                      <a:lnTo>
                        <a:pt x="44840" y="32390"/>
                      </a:lnTo>
                      <a:lnTo>
                        <a:pt x="44923" y="32411"/>
                      </a:lnTo>
                      <a:lnTo>
                        <a:pt x="45028" y="32516"/>
                      </a:lnTo>
                      <a:lnTo>
                        <a:pt x="45112" y="32516"/>
                      </a:lnTo>
                      <a:lnTo>
                        <a:pt x="45363" y="32495"/>
                      </a:lnTo>
                      <a:lnTo>
                        <a:pt x="45593" y="32579"/>
                      </a:lnTo>
                      <a:lnTo>
                        <a:pt x="45948" y="32579"/>
                      </a:lnTo>
                      <a:lnTo>
                        <a:pt x="46095" y="32537"/>
                      </a:lnTo>
                      <a:lnTo>
                        <a:pt x="46158" y="32495"/>
                      </a:lnTo>
                      <a:lnTo>
                        <a:pt x="46283" y="32495"/>
                      </a:lnTo>
                      <a:lnTo>
                        <a:pt x="46388" y="32537"/>
                      </a:lnTo>
                      <a:lnTo>
                        <a:pt x="46472" y="32537"/>
                      </a:lnTo>
                      <a:lnTo>
                        <a:pt x="46534" y="32411"/>
                      </a:lnTo>
                      <a:lnTo>
                        <a:pt x="46744" y="32286"/>
                      </a:lnTo>
                      <a:lnTo>
                        <a:pt x="46890" y="32286"/>
                      </a:lnTo>
                      <a:lnTo>
                        <a:pt x="46953" y="32181"/>
                      </a:lnTo>
                      <a:lnTo>
                        <a:pt x="47329" y="32181"/>
                      </a:lnTo>
                      <a:lnTo>
                        <a:pt x="47434" y="32077"/>
                      </a:lnTo>
                      <a:lnTo>
                        <a:pt x="47455" y="31972"/>
                      </a:lnTo>
                      <a:lnTo>
                        <a:pt x="47455" y="31909"/>
                      </a:lnTo>
                      <a:lnTo>
                        <a:pt x="47539" y="31805"/>
                      </a:lnTo>
                      <a:lnTo>
                        <a:pt x="47664" y="31763"/>
                      </a:lnTo>
                      <a:lnTo>
                        <a:pt x="47748" y="31679"/>
                      </a:lnTo>
                      <a:lnTo>
                        <a:pt x="47790" y="31553"/>
                      </a:lnTo>
                      <a:lnTo>
                        <a:pt x="47873" y="31470"/>
                      </a:lnTo>
                      <a:lnTo>
                        <a:pt x="47978" y="31470"/>
                      </a:lnTo>
                      <a:lnTo>
                        <a:pt x="47999" y="31491"/>
                      </a:lnTo>
                      <a:lnTo>
                        <a:pt x="48187" y="31449"/>
                      </a:lnTo>
                      <a:lnTo>
                        <a:pt x="48292" y="31449"/>
                      </a:lnTo>
                      <a:lnTo>
                        <a:pt x="48417" y="31533"/>
                      </a:lnTo>
                      <a:lnTo>
                        <a:pt x="48501" y="31637"/>
                      </a:lnTo>
                      <a:lnTo>
                        <a:pt x="48585" y="31658"/>
                      </a:lnTo>
                      <a:lnTo>
                        <a:pt x="48689" y="31595"/>
                      </a:lnTo>
                      <a:lnTo>
                        <a:pt x="48731" y="31658"/>
                      </a:lnTo>
                      <a:lnTo>
                        <a:pt x="48836" y="31658"/>
                      </a:lnTo>
                      <a:lnTo>
                        <a:pt x="48982" y="31574"/>
                      </a:lnTo>
                      <a:lnTo>
                        <a:pt x="48982" y="31533"/>
                      </a:lnTo>
                      <a:lnTo>
                        <a:pt x="49150" y="31491"/>
                      </a:lnTo>
                      <a:lnTo>
                        <a:pt x="49359" y="31574"/>
                      </a:lnTo>
                      <a:lnTo>
                        <a:pt x="49422" y="31637"/>
                      </a:lnTo>
                      <a:lnTo>
                        <a:pt x="49464" y="31595"/>
                      </a:lnTo>
                      <a:lnTo>
                        <a:pt x="49547" y="31595"/>
                      </a:lnTo>
                      <a:lnTo>
                        <a:pt x="49568" y="31658"/>
                      </a:lnTo>
                      <a:lnTo>
                        <a:pt x="49673" y="31637"/>
                      </a:lnTo>
                      <a:lnTo>
                        <a:pt x="49840" y="31658"/>
                      </a:lnTo>
                      <a:lnTo>
                        <a:pt x="49924" y="31742"/>
                      </a:lnTo>
                      <a:lnTo>
                        <a:pt x="49966" y="31742"/>
                      </a:lnTo>
                      <a:lnTo>
                        <a:pt x="50259" y="31470"/>
                      </a:lnTo>
                      <a:lnTo>
                        <a:pt x="50384" y="31365"/>
                      </a:lnTo>
                      <a:lnTo>
                        <a:pt x="50594" y="31344"/>
                      </a:lnTo>
                      <a:lnTo>
                        <a:pt x="50677" y="31260"/>
                      </a:lnTo>
                      <a:lnTo>
                        <a:pt x="50698" y="31156"/>
                      </a:lnTo>
                      <a:lnTo>
                        <a:pt x="50677" y="31030"/>
                      </a:lnTo>
                      <a:lnTo>
                        <a:pt x="50614" y="31009"/>
                      </a:lnTo>
                      <a:lnTo>
                        <a:pt x="50573" y="31030"/>
                      </a:lnTo>
                      <a:lnTo>
                        <a:pt x="50510" y="31009"/>
                      </a:lnTo>
                      <a:lnTo>
                        <a:pt x="50468" y="31009"/>
                      </a:lnTo>
                      <a:lnTo>
                        <a:pt x="50468" y="30842"/>
                      </a:lnTo>
                      <a:lnTo>
                        <a:pt x="50489" y="30800"/>
                      </a:lnTo>
                      <a:lnTo>
                        <a:pt x="50489" y="30633"/>
                      </a:lnTo>
                      <a:lnTo>
                        <a:pt x="50447" y="30528"/>
                      </a:lnTo>
                      <a:lnTo>
                        <a:pt x="50468" y="30444"/>
                      </a:lnTo>
                      <a:lnTo>
                        <a:pt x="50552" y="30424"/>
                      </a:lnTo>
                      <a:lnTo>
                        <a:pt x="50552" y="30319"/>
                      </a:lnTo>
                      <a:lnTo>
                        <a:pt x="50468" y="30235"/>
                      </a:lnTo>
                      <a:lnTo>
                        <a:pt x="50447" y="30110"/>
                      </a:lnTo>
                      <a:lnTo>
                        <a:pt x="50468" y="30068"/>
                      </a:lnTo>
                      <a:lnTo>
                        <a:pt x="50405" y="29963"/>
                      </a:lnTo>
                      <a:lnTo>
                        <a:pt x="50405" y="29859"/>
                      </a:lnTo>
                      <a:lnTo>
                        <a:pt x="50489" y="29754"/>
                      </a:lnTo>
                      <a:lnTo>
                        <a:pt x="50573" y="29691"/>
                      </a:lnTo>
                      <a:lnTo>
                        <a:pt x="50594" y="29566"/>
                      </a:lnTo>
                      <a:lnTo>
                        <a:pt x="50677" y="29461"/>
                      </a:lnTo>
                      <a:lnTo>
                        <a:pt x="50761" y="29398"/>
                      </a:lnTo>
                      <a:lnTo>
                        <a:pt x="50761" y="29273"/>
                      </a:lnTo>
                      <a:lnTo>
                        <a:pt x="50719" y="29189"/>
                      </a:lnTo>
                      <a:lnTo>
                        <a:pt x="50719" y="29126"/>
                      </a:lnTo>
                      <a:lnTo>
                        <a:pt x="50656" y="29064"/>
                      </a:lnTo>
                      <a:lnTo>
                        <a:pt x="50594" y="28959"/>
                      </a:lnTo>
                      <a:lnTo>
                        <a:pt x="50510" y="28833"/>
                      </a:lnTo>
                      <a:lnTo>
                        <a:pt x="50447" y="28812"/>
                      </a:lnTo>
                      <a:lnTo>
                        <a:pt x="50363" y="28833"/>
                      </a:lnTo>
                      <a:lnTo>
                        <a:pt x="50238" y="28917"/>
                      </a:lnTo>
                      <a:lnTo>
                        <a:pt x="50175" y="28917"/>
                      </a:lnTo>
                      <a:lnTo>
                        <a:pt x="50154" y="28854"/>
                      </a:lnTo>
                      <a:lnTo>
                        <a:pt x="50154" y="28603"/>
                      </a:lnTo>
                      <a:lnTo>
                        <a:pt x="50175" y="28540"/>
                      </a:lnTo>
                      <a:lnTo>
                        <a:pt x="50175" y="28499"/>
                      </a:lnTo>
                      <a:lnTo>
                        <a:pt x="50238" y="28436"/>
                      </a:lnTo>
                      <a:lnTo>
                        <a:pt x="50259" y="28331"/>
                      </a:lnTo>
                      <a:lnTo>
                        <a:pt x="50342" y="28227"/>
                      </a:lnTo>
                      <a:lnTo>
                        <a:pt x="50342" y="28143"/>
                      </a:lnTo>
                      <a:lnTo>
                        <a:pt x="50384" y="28101"/>
                      </a:lnTo>
                      <a:lnTo>
                        <a:pt x="50552" y="28080"/>
                      </a:lnTo>
                      <a:lnTo>
                        <a:pt x="50614" y="28038"/>
                      </a:lnTo>
                      <a:lnTo>
                        <a:pt x="50698" y="28038"/>
                      </a:lnTo>
                      <a:lnTo>
                        <a:pt x="50719" y="28017"/>
                      </a:lnTo>
                      <a:lnTo>
                        <a:pt x="50803" y="28017"/>
                      </a:lnTo>
                      <a:lnTo>
                        <a:pt x="50886" y="27996"/>
                      </a:lnTo>
                      <a:lnTo>
                        <a:pt x="50928" y="27913"/>
                      </a:lnTo>
                      <a:lnTo>
                        <a:pt x="51033" y="27913"/>
                      </a:lnTo>
                      <a:lnTo>
                        <a:pt x="51117" y="27829"/>
                      </a:lnTo>
                      <a:lnTo>
                        <a:pt x="51242" y="27871"/>
                      </a:lnTo>
                      <a:lnTo>
                        <a:pt x="51451" y="27871"/>
                      </a:lnTo>
                      <a:lnTo>
                        <a:pt x="51514" y="27808"/>
                      </a:lnTo>
                      <a:lnTo>
                        <a:pt x="51556" y="27808"/>
                      </a:lnTo>
                      <a:lnTo>
                        <a:pt x="51598" y="27724"/>
                      </a:lnTo>
                      <a:lnTo>
                        <a:pt x="51744" y="27703"/>
                      </a:lnTo>
                      <a:lnTo>
                        <a:pt x="51765" y="27683"/>
                      </a:lnTo>
                      <a:lnTo>
                        <a:pt x="51849" y="27703"/>
                      </a:lnTo>
                      <a:lnTo>
                        <a:pt x="51933" y="27703"/>
                      </a:lnTo>
                      <a:lnTo>
                        <a:pt x="52016" y="27745"/>
                      </a:lnTo>
                      <a:lnTo>
                        <a:pt x="52184" y="27787"/>
                      </a:lnTo>
                      <a:lnTo>
                        <a:pt x="52267" y="27829"/>
                      </a:lnTo>
                      <a:lnTo>
                        <a:pt x="52288" y="27892"/>
                      </a:lnTo>
                      <a:lnTo>
                        <a:pt x="52435" y="27892"/>
                      </a:lnTo>
                      <a:lnTo>
                        <a:pt x="52498" y="27850"/>
                      </a:lnTo>
                      <a:lnTo>
                        <a:pt x="52539" y="27892"/>
                      </a:lnTo>
                      <a:lnTo>
                        <a:pt x="52644" y="27934"/>
                      </a:lnTo>
                      <a:lnTo>
                        <a:pt x="52686" y="27913"/>
                      </a:lnTo>
                      <a:lnTo>
                        <a:pt x="52686" y="27829"/>
                      </a:lnTo>
                      <a:lnTo>
                        <a:pt x="52749" y="27808"/>
                      </a:lnTo>
                      <a:lnTo>
                        <a:pt x="52790" y="27829"/>
                      </a:lnTo>
                      <a:lnTo>
                        <a:pt x="52874" y="27829"/>
                      </a:lnTo>
                      <a:lnTo>
                        <a:pt x="52916" y="27808"/>
                      </a:lnTo>
                      <a:lnTo>
                        <a:pt x="52979" y="27892"/>
                      </a:lnTo>
                      <a:lnTo>
                        <a:pt x="53021" y="27892"/>
                      </a:lnTo>
                      <a:lnTo>
                        <a:pt x="53104" y="27913"/>
                      </a:lnTo>
                      <a:lnTo>
                        <a:pt x="53125" y="27955"/>
                      </a:lnTo>
                      <a:lnTo>
                        <a:pt x="53104" y="28017"/>
                      </a:lnTo>
                      <a:lnTo>
                        <a:pt x="53125" y="28059"/>
                      </a:lnTo>
                      <a:lnTo>
                        <a:pt x="53188" y="28059"/>
                      </a:lnTo>
                      <a:lnTo>
                        <a:pt x="53209" y="28122"/>
                      </a:lnTo>
                      <a:lnTo>
                        <a:pt x="53272" y="28059"/>
                      </a:lnTo>
                      <a:lnTo>
                        <a:pt x="53335" y="28101"/>
                      </a:lnTo>
                      <a:lnTo>
                        <a:pt x="53376" y="28143"/>
                      </a:lnTo>
                      <a:lnTo>
                        <a:pt x="53335" y="28206"/>
                      </a:lnTo>
                      <a:lnTo>
                        <a:pt x="53376" y="28247"/>
                      </a:lnTo>
                      <a:lnTo>
                        <a:pt x="53481" y="28268"/>
                      </a:lnTo>
                      <a:lnTo>
                        <a:pt x="53523" y="28268"/>
                      </a:lnTo>
                      <a:lnTo>
                        <a:pt x="53586" y="28310"/>
                      </a:lnTo>
                      <a:lnTo>
                        <a:pt x="53586" y="28352"/>
                      </a:lnTo>
                      <a:lnTo>
                        <a:pt x="53627" y="28373"/>
                      </a:lnTo>
                      <a:lnTo>
                        <a:pt x="53690" y="28457"/>
                      </a:lnTo>
                      <a:lnTo>
                        <a:pt x="53690" y="28540"/>
                      </a:lnTo>
                      <a:lnTo>
                        <a:pt x="53711" y="28624"/>
                      </a:lnTo>
                      <a:lnTo>
                        <a:pt x="53711" y="28666"/>
                      </a:lnTo>
                      <a:lnTo>
                        <a:pt x="53732" y="28687"/>
                      </a:lnTo>
                      <a:lnTo>
                        <a:pt x="53899" y="28687"/>
                      </a:lnTo>
                      <a:lnTo>
                        <a:pt x="53920" y="28750"/>
                      </a:lnTo>
                      <a:lnTo>
                        <a:pt x="53899" y="28833"/>
                      </a:lnTo>
                      <a:lnTo>
                        <a:pt x="53899" y="28875"/>
                      </a:lnTo>
                      <a:lnTo>
                        <a:pt x="54025" y="28959"/>
                      </a:lnTo>
                      <a:lnTo>
                        <a:pt x="54067" y="29064"/>
                      </a:lnTo>
                      <a:lnTo>
                        <a:pt x="54151" y="29147"/>
                      </a:lnTo>
                      <a:lnTo>
                        <a:pt x="54171" y="29210"/>
                      </a:lnTo>
                      <a:lnTo>
                        <a:pt x="54234" y="29252"/>
                      </a:lnTo>
                      <a:lnTo>
                        <a:pt x="54255" y="29356"/>
                      </a:lnTo>
                      <a:lnTo>
                        <a:pt x="54339" y="29398"/>
                      </a:lnTo>
                      <a:lnTo>
                        <a:pt x="54339" y="29461"/>
                      </a:lnTo>
                      <a:lnTo>
                        <a:pt x="54318" y="29503"/>
                      </a:lnTo>
                      <a:lnTo>
                        <a:pt x="54339" y="29524"/>
                      </a:lnTo>
                      <a:lnTo>
                        <a:pt x="54381" y="29503"/>
                      </a:lnTo>
                      <a:lnTo>
                        <a:pt x="54443" y="29587"/>
                      </a:lnTo>
                      <a:lnTo>
                        <a:pt x="54464" y="29670"/>
                      </a:lnTo>
                      <a:lnTo>
                        <a:pt x="54569" y="29817"/>
                      </a:lnTo>
                      <a:lnTo>
                        <a:pt x="54778" y="29963"/>
                      </a:lnTo>
                      <a:lnTo>
                        <a:pt x="54799" y="30047"/>
                      </a:lnTo>
                      <a:lnTo>
                        <a:pt x="54841" y="30152"/>
                      </a:lnTo>
                      <a:lnTo>
                        <a:pt x="54883" y="30193"/>
                      </a:lnTo>
                      <a:lnTo>
                        <a:pt x="54883" y="30298"/>
                      </a:lnTo>
                      <a:lnTo>
                        <a:pt x="54967" y="30319"/>
                      </a:lnTo>
                      <a:lnTo>
                        <a:pt x="55008" y="30319"/>
                      </a:lnTo>
                      <a:lnTo>
                        <a:pt x="55050" y="30424"/>
                      </a:lnTo>
                      <a:lnTo>
                        <a:pt x="55050" y="30507"/>
                      </a:lnTo>
                      <a:lnTo>
                        <a:pt x="55092" y="30612"/>
                      </a:lnTo>
                      <a:lnTo>
                        <a:pt x="55218" y="30737"/>
                      </a:lnTo>
                      <a:lnTo>
                        <a:pt x="55322" y="30758"/>
                      </a:lnTo>
                      <a:lnTo>
                        <a:pt x="55385" y="30842"/>
                      </a:lnTo>
                      <a:lnTo>
                        <a:pt x="55469" y="30842"/>
                      </a:lnTo>
                      <a:lnTo>
                        <a:pt x="55511" y="30821"/>
                      </a:lnTo>
                      <a:lnTo>
                        <a:pt x="55573" y="30842"/>
                      </a:lnTo>
                      <a:lnTo>
                        <a:pt x="55615" y="30821"/>
                      </a:lnTo>
                      <a:lnTo>
                        <a:pt x="55741" y="30842"/>
                      </a:lnTo>
                      <a:lnTo>
                        <a:pt x="55803" y="30779"/>
                      </a:lnTo>
                      <a:lnTo>
                        <a:pt x="55887" y="30779"/>
                      </a:lnTo>
                      <a:lnTo>
                        <a:pt x="55887" y="30821"/>
                      </a:lnTo>
                      <a:lnTo>
                        <a:pt x="55824" y="30863"/>
                      </a:lnTo>
                      <a:lnTo>
                        <a:pt x="55845" y="30905"/>
                      </a:lnTo>
                      <a:lnTo>
                        <a:pt x="55992" y="30905"/>
                      </a:lnTo>
                      <a:lnTo>
                        <a:pt x="56034" y="30926"/>
                      </a:lnTo>
                      <a:lnTo>
                        <a:pt x="56055" y="30968"/>
                      </a:lnTo>
                      <a:lnTo>
                        <a:pt x="56138" y="31030"/>
                      </a:lnTo>
                      <a:lnTo>
                        <a:pt x="56159" y="30968"/>
                      </a:lnTo>
                      <a:lnTo>
                        <a:pt x="56222" y="30947"/>
                      </a:lnTo>
                      <a:lnTo>
                        <a:pt x="56264" y="30968"/>
                      </a:lnTo>
                      <a:lnTo>
                        <a:pt x="56306" y="30905"/>
                      </a:lnTo>
                      <a:lnTo>
                        <a:pt x="56348" y="30905"/>
                      </a:lnTo>
                      <a:lnTo>
                        <a:pt x="56410" y="30947"/>
                      </a:lnTo>
                      <a:lnTo>
                        <a:pt x="56431" y="31009"/>
                      </a:lnTo>
                      <a:lnTo>
                        <a:pt x="56473" y="31072"/>
                      </a:lnTo>
                      <a:lnTo>
                        <a:pt x="56536" y="31072"/>
                      </a:lnTo>
                      <a:lnTo>
                        <a:pt x="56557" y="31135"/>
                      </a:lnTo>
                      <a:lnTo>
                        <a:pt x="56620" y="31177"/>
                      </a:lnTo>
                      <a:lnTo>
                        <a:pt x="56640" y="31177"/>
                      </a:lnTo>
                      <a:lnTo>
                        <a:pt x="56682" y="31240"/>
                      </a:lnTo>
                      <a:lnTo>
                        <a:pt x="56724" y="31281"/>
                      </a:lnTo>
                      <a:lnTo>
                        <a:pt x="56850" y="31344"/>
                      </a:lnTo>
                      <a:lnTo>
                        <a:pt x="56871" y="31365"/>
                      </a:lnTo>
                      <a:lnTo>
                        <a:pt x="56933" y="31365"/>
                      </a:lnTo>
                      <a:lnTo>
                        <a:pt x="56975" y="31407"/>
                      </a:lnTo>
                      <a:lnTo>
                        <a:pt x="57059" y="31449"/>
                      </a:lnTo>
                      <a:lnTo>
                        <a:pt x="57122" y="31407"/>
                      </a:lnTo>
                      <a:lnTo>
                        <a:pt x="57184" y="31407"/>
                      </a:lnTo>
                      <a:lnTo>
                        <a:pt x="57247" y="31365"/>
                      </a:lnTo>
                      <a:lnTo>
                        <a:pt x="57289" y="31365"/>
                      </a:lnTo>
                      <a:lnTo>
                        <a:pt x="57352" y="31386"/>
                      </a:lnTo>
                      <a:lnTo>
                        <a:pt x="57352" y="31470"/>
                      </a:lnTo>
                      <a:lnTo>
                        <a:pt x="57289" y="31553"/>
                      </a:lnTo>
                      <a:lnTo>
                        <a:pt x="57289" y="31637"/>
                      </a:lnTo>
                      <a:lnTo>
                        <a:pt x="57289" y="31700"/>
                      </a:lnTo>
                      <a:lnTo>
                        <a:pt x="57394" y="31700"/>
                      </a:lnTo>
                      <a:lnTo>
                        <a:pt x="57436" y="31805"/>
                      </a:lnTo>
                      <a:lnTo>
                        <a:pt x="57456" y="31909"/>
                      </a:lnTo>
                      <a:lnTo>
                        <a:pt x="57436" y="32014"/>
                      </a:lnTo>
                      <a:lnTo>
                        <a:pt x="57394" y="32056"/>
                      </a:lnTo>
                      <a:lnTo>
                        <a:pt x="57394" y="32118"/>
                      </a:lnTo>
                      <a:lnTo>
                        <a:pt x="57498" y="32265"/>
                      </a:lnTo>
                      <a:lnTo>
                        <a:pt x="57561" y="32286"/>
                      </a:lnTo>
                      <a:lnTo>
                        <a:pt x="57645" y="32390"/>
                      </a:lnTo>
                      <a:lnTo>
                        <a:pt x="57666" y="32432"/>
                      </a:lnTo>
                      <a:lnTo>
                        <a:pt x="57749" y="32411"/>
                      </a:lnTo>
                      <a:lnTo>
                        <a:pt x="57812" y="32369"/>
                      </a:lnTo>
                      <a:lnTo>
                        <a:pt x="57896" y="32369"/>
                      </a:lnTo>
                      <a:lnTo>
                        <a:pt x="57938" y="32432"/>
                      </a:lnTo>
                      <a:lnTo>
                        <a:pt x="57980" y="32516"/>
                      </a:lnTo>
                      <a:lnTo>
                        <a:pt x="58042" y="32495"/>
                      </a:lnTo>
                      <a:lnTo>
                        <a:pt x="58105" y="32432"/>
                      </a:lnTo>
                      <a:lnTo>
                        <a:pt x="58189" y="32474"/>
                      </a:lnTo>
                      <a:lnTo>
                        <a:pt x="58231" y="32432"/>
                      </a:lnTo>
                      <a:lnTo>
                        <a:pt x="58398" y="32411"/>
                      </a:lnTo>
                      <a:lnTo>
                        <a:pt x="58461" y="32328"/>
                      </a:lnTo>
                      <a:lnTo>
                        <a:pt x="58524" y="32307"/>
                      </a:lnTo>
                      <a:lnTo>
                        <a:pt x="58524" y="32244"/>
                      </a:lnTo>
                      <a:lnTo>
                        <a:pt x="58544" y="32160"/>
                      </a:lnTo>
                      <a:lnTo>
                        <a:pt x="58628" y="32097"/>
                      </a:lnTo>
                      <a:lnTo>
                        <a:pt x="58628" y="31993"/>
                      </a:lnTo>
                      <a:lnTo>
                        <a:pt x="58649" y="31909"/>
                      </a:lnTo>
                      <a:lnTo>
                        <a:pt x="58837" y="31909"/>
                      </a:lnTo>
                      <a:lnTo>
                        <a:pt x="58858" y="31805"/>
                      </a:lnTo>
                      <a:lnTo>
                        <a:pt x="58921" y="31805"/>
                      </a:lnTo>
                      <a:lnTo>
                        <a:pt x="58963" y="31784"/>
                      </a:lnTo>
                      <a:lnTo>
                        <a:pt x="59005" y="31700"/>
                      </a:lnTo>
                      <a:lnTo>
                        <a:pt x="59047" y="31658"/>
                      </a:lnTo>
                      <a:lnTo>
                        <a:pt x="59151" y="31658"/>
                      </a:lnTo>
                      <a:lnTo>
                        <a:pt x="59214" y="31595"/>
                      </a:lnTo>
                      <a:lnTo>
                        <a:pt x="59319" y="31658"/>
                      </a:lnTo>
                      <a:lnTo>
                        <a:pt x="59361" y="31700"/>
                      </a:lnTo>
                      <a:lnTo>
                        <a:pt x="59465" y="31700"/>
                      </a:lnTo>
                      <a:lnTo>
                        <a:pt x="59486" y="31763"/>
                      </a:lnTo>
                      <a:lnTo>
                        <a:pt x="59549" y="31867"/>
                      </a:lnTo>
                      <a:lnTo>
                        <a:pt x="59486" y="31909"/>
                      </a:lnTo>
                      <a:lnTo>
                        <a:pt x="59528" y="31972"/>
                      </a:lnTo>
                      <a:lnTo>
                        <a:pt x="59633" y="32077"/>
                      </a:lnTo>
                      <a:lnTo>
                        <a:pt x="59633" y="32139"/>
                      </a:lnTo>
                      <a:lnTo>
                        <a:pt x="59674" y="32202"/>
                      </a:lnTo>
                      <a:lnTo>
                        <a:pt x="59758" y="32244"/>
                      </a:lnTo>
                      <a:lnTo>
                        <a:pt x="59737" y="32390"/>
                      </a:lnTo>
                      <a:lnTo>
                        <a:pt x="59737" y="32495"/>
                      </a:lnTo>
                      <a:lnTo>
                        <a:pt x="59695" y="32537"/>
                      </a:lnTo>
                      <a:lnTo>
                        <a:pt x="59633" y="32558"/>
                      </a:lnTo>
                      <a:lnTo>
                        <a:pt x="59549" y="32662"/>
                      </a:lnTo>
                      <a:lnTo>
                        <a:pt x="59549" y="32725"/>
                      </a:lnTo>
                      <a:lnTo>
                        <a:pt x="59591" y="32809"/>
                      </a:lnTo>
                      <a:lnTo>
                        <a:pt x="59633" y="32830"/>
                      </a:lnTo>
                      <a:lnTo>
                        <a:pt x="59633" y="32934"/>
                      </a:lnTo>
                      <a:lnTo>
                        <a:pt x="59591" y="33018"/>
                      </a:lnTo>
                      <a:lnTo>
                        <a:pt x="59633" y="33060"/>
                      </a:lnTo>
                      <a:lnTo>
                        <a:pt x="59674" y="33081"/>
                      </a:lnTo>
                      <a:lnTo>
                        <a:pt x="59674" y="33144"/>
                      </a:lnTo>
                      <a:lnTo>
                        <a:pt x="59695" y="33185"/>
                      </a:lnTo>
                      <a:lnTo>
                        <a:pt x="59695" y="33248"/>
                      </a:lnTo>
                      <a:lnTo>
                        <a:pt x="59674" y="33269"/>
                      </a:lnTo>
                      <a:lnTo>
                        <a:pt x="59653" y="33290"/>
                      </a:lnTo>
                      <a:lnTo>
                        <a:pt x="59653" y="33437"/>
                      </a:lnTo>
                      <a:lnTo>
                        <a:pt x="59695" y="33562"/>
                      </a:lnTo>
                      <a:lnTo>
                        <a:pt x="59737" y="33604"/>
                      </a:lnTo>
                      <a:lnTo>
                        <a:pt x="59737" y="33667"/>
                      </a:lnTo>
                      <a:lnTo>
                        <a:pt x="59674" y="33709"/>
                      </a:lnTo>
                      <a:lnTo>
                        <a:pt x="59653" y="33792"/>
                      </a:lnTo>
                      <a:lnTo>
                        <a:pt x="59674" y="33855"/>
                      </a:lnTo>
                      <a:lnTo>
                        <a:pt x="59674" y="33897"/>
                      </a:lnTo>
                      <a:lnTo>
                        <a:pt x="59695" y="33960"/>
                      </a:lnTo>
                      <a:lnTo>
                        <a:pt x="59633" y="34001"/>
                      </a:lnTo>
                      <a:lnTo>
                        <a:pt x="59591" y="34022"/>
                      </a:lnTo>
                      <a:lnTo>
                        <a:pt x="59633" y="34085"/>
                      </a:lnTo>
                      <a:lnTo>
                        <a:pt x="59653" y="34169"/>
                      </a:lnTo>
                      <a:lnTo>
                        <a:pt x="59633" y="34211"/>
                      </a:lnTo>
                      <a:lnTo>
                        <a:pt x="59570" y="34315"/>
                      </a:lnTo>
                      <a:lnTo>
                        <a:pt x="59591" y="34378"/>
                      </a:lnTo>
                      <a:lnTo>
                        <a:pt x="59633" y="34420"/>
                      </a:lnTo>
                      <a:lnTo>
                        <a:pt x="59591" y="34483"/>
                      </a:lnTo>
                      <a:lnTo>
                        <a:pt x="59591" y="34525"/>
                      </a:lnTo>
                      <a:lnTo>
                        <a:pt x="59633" y="34587"/>
                      </a:lnTo>
                      <a:lnTo>
                        <a:pt x="59653" y="34650"/>
                      </a:lnTo>
                      <a:lnTo>
                        <a:pt x="59591" y="34713"/>
                      </a:lnTo>
                      <a:lnTo>
                        <a:pt x="59549" y="34713"/>
                      </a:lnTo>
                      <a:lnTo>
                        <a:pt x="59486" y="34692"/>
                      </a:lnTo>
                      <a:lnTo>
                        <a:pt x="59130" y="34608"/>
                      </a:lnTo>
                      <a:lnTo>
                        <a:pt x="59047" y="34587"/>
                      </a:lnTo>
                      <a:lnTo>
                        <a:pt x="58942" y="34546"/>
                      </a:lnTo>
                      <a:lnTo>
                        <a:pt x="58900" y="34546"/>
                      </a:lnTo>
                      <a:lnTo>
                        <a:pt x="58796" y="34713"/>
                      </a:lnTo>
                      <a:lnTo>
                        <a:pt x="58754" y="34797"/>
                      </a:lnTo>
                      <a:lnTo>
                        <a:pt x="58712" y="34859"/>
                      </a:lnTo>
                      <a:lnTo>
                        <a:pt x="58628" y="34859"/>
                      </a:lnTo>
                      <a:lnTo>
                        <a:pt x="58544" y="34922"/>
                      </a:lnTo>
                      <a:lnTo>
                        <a:pt x="58524" y="34964"/>
                      </a:lnTo>
                      <a:lnTo>
                        <a:pt x="58586" y="35069"/>
                      </a:lnTo>
                      <a:lnTo>
                        <a:pt x="58712" y="35278"/>
                      </a:lnTo>
                      <a:lnTo>
                        <a:pt x="58733" y="35362"/>
                      </a:lnTo>
                      <a:lnTo>
                        <a:pt x="58754" y="35445"/>
                      </a:lnTo>
                      <a:lnTo>
                        <a:pt x="58837" y="35550"/>
                      </a:lnTo>
                      <a:lnTo>
                        <a:pt x="58837" y="35654"/>
                      </a:lnTo>
                      <a:lnTo>
                        <a:pt x="58837" y="35780"/>
                      </a:lnTo>
                      <a:lnTo>
                        <a:pt x="58837" y="35885"/>
                      </a:lnTo>
                      <a:lnTo>
                        <a:pt x="58837" y="36094"/>
                      </a:lnTo>
                      <a:lnTo>
                        <a:pt x="58921" y="36157"/>
                      </a:lnTo>
                      <a:lnTo>
                        <a:pt x="58921" y="36261"/>
                      </a:lnTo>
                      <a:lnTo>
                        <a:pt x="58921" y="36366"/>
                      </a:lnTo>
                      <a:lnTo>
                        <a:pt x="58900" y="36408"/>
                      </a:lnTo>
                      <a:lnTo>
                        <a:pt x="58900" y="36491"/>
                      </a:lnTo>
                      <a:lnTo>
                        <a:pt x="58921" y="36533"/>
                      </a:lnTo>
                      <a:lnTo>
                        <a:pt x="58921" y="36638"/>
                      </a:lnTo>
                      <a:lnTo>
                        <a:pt x="58858" y="36638"/>
                      </a:lnTo>
                      <a:lnTo>
                        <a:pt x="58733" y="36617"/>
                      </a:lnTo>
                      <a:lnTo>
                        <a:pt x="58649" y="36680"/>
                      </a:lnTo>
                      <a:lnTo>
                        <a:pt x="58649" y="36722"/>
                      </a:lnTo>
                      <a:lnTo>
                        <a:pt x="58691" y="36826"/>
                      </a:lnTo>
                      <a:lnTo>
                        <a:pt x="58733" y="36847"/>
                      </a:lnTo>
                      <a:lnTo>
                        <a:pt x="58733" y="36931"/>
                      </a:lnTo>
                      <a:lnTo>
                        <a:pt x="58733" y="36952"/>
                      </a:lnTo>
                      <a:lnTo>
                        <a:pt x="58837" y="37098"/>
                      </a:lnTo>
                      <a:lnTo>
                        <a:pt x="58858" y="37098"/>
                      </a:lnTo>
                      <a:lnTo>
                        <a:pt x="58921" y="36931"/>
                      </a:lnTo>
                      <a:lnTo>
                        <a:pt x="59068" y="36910"/>
                      </a:lnTo>
                      <a:lnTo>
                        <a:pt x="59130" y="36952"/>
                      </a:lnTo>
                      <a:lnTo>
                        <a:pt x="59172" y="36784"/>
                      </a:lnTo>
                      <a:lnTo>
                        <a:pt x="59256" y="36722"/>
                      </a:lnTo>
                      <a:lnTo>
                        <a:pt x="59256" y="36512"/>
                      </a:lnTo>
                      <a:lnTo>
                        <a:pt x="59361" y="36429"/>
                      </a:lnTo>
                      <a:lnTo>
                        <a:pt x="59361" y="36324"/>
                      </a:lnTo>
                      <a:lnTo>
                        <a:pt x="59381" y="36282"/>
                      </a:lnTo>
                      <a:lnTo>
                        <a:pt x="59528" y="36366"/>
                      </a:lnTo>
                      <a:lnTo>
                        <a:pt x="59653" y="36303"/>
                      </a:lnTo>
                      <a:lnTo>
                        <a:pt x="59695" y="36366"/>
                      </a:lnTo>
                      <a:lnTo>
                        <a:pt x="59695" y="36575"/>
                      </a:lnTo>
                      <a:lnTo>
                        <a:pt x="59884" y="36617"/>
                      </a:lnTo>
                      <a:lnTo>
                        <a:pt x="60072" y="36722"/>
                      </a:lnTo>
                      <a:lnTo>
                        <a:pt x="60114" y="36680"/>
                      </a:lnTo>
                      <a:lnTo>
                        <a:pt x="60197" y="36742"/>
                      </a:lnTo>
                      <a:lnTo>
                        <a:pt x="60323" y="36617"/>
                      </a:lnTo>
                      <a:lnTo>
                        <a:pt x="60490" y="36596"/>
                      </a:lnTo>
                      <a:lnTo>
                        <a:pt x="60511" y="36512"/>
                      </a:lnTo>
                      <a:lnTo>
                        <a:pt x="60595" y="36512"/>
                      </a:lnTo>
                      <a:lnTo>
                        <a:pt x="60679" y="36366"/>
                      </a:lnTo>
                      <a:lnTo>
                        <a:pt x="60846" y="36115"/>
                      </a:lnTo>
                      <a:lnTo>
                        <a:pt x="60825" y="36073"/>
                      </a:lnTo>
                      <a:lnTo>
                        <a:pt x="60951" y="36010"/>
                      </a:lnTo>
                      <a:lnTo>
                        <a:pt x="60951" y="35926"/>
                      </a:lnTo>
                      <a:lnTo>
                        <a:pt x="60909" y="35780"/>
                      </a:lnTo>
                      <a:lnTo>
                        <a:pt x="60993" y="35822"/>
                      </a:lnTo>
                      <a:lnTo>
                        <a:pt x="60993" y="35843"/>
                      </a:lnTo>
                      <a:lnTo>
                        <a:pt x="61118" y="35654"/>
                      </a:lnTo>
                      <a:lnTo>
                        <a:pt x="61055" y="35550"/>
                      </a:lnTo>
                      <a:lnTo>
                        <a:pt x="61118" y="35529"/>
                      </a:lnTo>
                      <a:lnTo>
                        <a:pt x="61118" y="35341"/>
                      </a:lnTo>
                      <a:lnTo>
                        <a:pt x="61223" y="35299"/>
                      </a:lnTo>
                      <a:lnTo>
                        <a:pt x="61223" y="35194"/>
                      </a:lnTo>
                      <a:lnTo>
                        <a:pt x="61369" y="35090"/>
                      </a:lnTo>
                      <a:lnTo>
                        <a:pt x="61411" y="35027"/>
                      </a:lnTo>
                      <a:lnTo>
                        <a:pt x="61348" y="34985"/>
                      </a:lnTo>
                      <a:lnTo>
                        <a:pt x="61369" y="34838"/>
                      </a:lnTo>
                      <a:lnTo>
                        <a:pt x="61453" y="34818"/>
                      </a:lnTo>
                      <a:lnTo>
                        <a:pt x="61557" y="34315"/>
                      </a:lnTo>
                      <a:lnTo>
                        <a:pt x="61683" y="34169"/>
                      </a:lnTo>
                      <a:lnTo>
                        <a:pt x="61683" y="34064"/>
                      </a:lnTo>
                      <a:lnTo>
                        <a:pt x="61829" y="33960"/>
                      </a:lnTo>
                      <a:lnTo>
                        <a:pt x="61850" y="33834"/>
                      </a:lnTo>
                      <a:lnTo>
                        <a:pt x="61976" y="33667"/>
                      </a:lnTo>
                      <a:lnTo>
                        <a:pt x="61976" y="33541"/>
                      </a:lnTo>
                      <a:lnTo>
                        <a:pt x="61934" y="33520"/>
                      </a:lnTo>
                      <a:lnTo>
                        <a:pt x="61892" y="33353"/>
                      </a:lnTo>
                      <a:lnTo>
                        <a:pt x="62039" y="33227"/>
                      </a:lnTo>
                      <a:lnTo>
                        <a:pt x="61976" y="32955"/>
                      </a:lnTo>
                      <a:lnTo>
                        <a:pt x="62081" y="32830"/>
                      </a:lnTo>
                      <a:lnTo>
                        <a:pt x="62081" y="32746"/>
                      </a:lnTo>
                      <a:lnTo>
                        <a:pt x="62039" y="32746"/>
                      </a:lnTo>
                      <a:lnTo>
                        <a:pt x="62101" y="32579"/>
                      </a:lnTo>
                      <a:lnTo>
                        <a:pt x="62101" y="32411"/>
                      </a:lnTo>
                      <a:lnTo>
                        <a:pt x="62206" y="32307"/>
                      </a:lnTo>
                      <a:lnTo>
                        <a:pt x="62206" y="32118"/>
                      </a:lnTo>
                      <a:lnTo>
                        <a:pt x="62185" y="32097"/>
                      </a:lnTo>
                      <a:lnTo>
                        <a:pt x="62164" y="31909"/>
                      </a:lnTo>
                      <a:lnTo>
                        <a:pt x="62248" y="31742"/>
                      </a:lnTo>
                      <a:lnTo>
                        <a:pt x="62248" y="31574"/>
                      </a:lnTo>
                      <a:lnTo>
                        <a:pt x="62394" y="31386"/>
                      </a:lnTo>
                      <a:lnTo>
                        <a:pt x="62394" y="31240"/>
                      </a:lnTo>
                      <a:lnTo>
                        <a:pt x="62353" y="31135"/>
                      </a:lnTo>
                      <a:lnTo>
                        <a:pt x="62353" y="30947"/>
                      </a:lnTo>
                      <a:lnTo>
                        <a:pt x="62394" y="30905"/>
                      </a:lnTo>
                      <a:lnTo>
                        <a:pt x="62394" y="30758"/>
                      </a:lnTo>
                      <a:lnTo>
                        <a:pt x="62311" y="30758"/>
                      </a:lnTo>
                      <a:lnTo>
                        <a:pt x="62269" y="30486"/>
                      </a:lnTo>
                      <a:lnTo>
                        <a:pt x="62269" y="30403"/>
                      </a:lnTo>
                      <a:lnTo>
                        <a:pt x="62248" y="30319"/>
                      </a:lnTo>
                      <a:lnTo>
                        <a:pt x="62248" y="30110"/>
                      </a:lnTo>
                      <a:lnTo>
                        <a:pt x="62081" y="29921"/>
                      </a:lnTo>
                      <a:lnTo>
                        <a:pt x="62039" y="29921"/>
                      </a:lnTo>
                      <a:lnTo>
                        <a:pt x="61976" y="29817"/>
                      </a:lnTo>
                      <a:lnTo>
                        <a:pt x="62039" y="29775"/>
                      </a:lnTo>
                      <a:lnTo>
                        <a:pt x="62101" y="29608"/>
                      </a:lnTo>
                      <a:lnTo>
                        <a:pt x="62101" y="29566"/>
                      </a:lnTo>
                      <a:lnTo>
                        <a:pt x="61997" y="29649"/>
                      </a:lnTo>
                      <a:lnTo>
                        <a:pt x="61892" y="29608"/>
                      </a:lnTo>
                      <a:lnTo>
                        <a:pt x="61788" y="29231"/>
                      </a:lnTo>
                      <a:lnTo>
                        <a:pt x="61788" y="29126"/>
                      </a:lnTo>
                      <a:lnTo>
                        <a:pt x="61767" y="29043"/>
                      </a:lnTo>
                      <a:lnTo>
                        <a:pt x="61746" y="28833"/>
                      </a:lnTo>
                      <a:lnTo>
                        <a:pt x="61788" y="28750"/>
                      </a:lnTo>
                      <a:lnTo>
                        <a:pt x="61683" y="28457"/>
                      </a:lnTo>
                      <a:lnTo>
                        <a:pt x="61767" y="28394"/>
                      </a:lnTo>
                      <a:lnTo>
                        <a:pt x="61725" y="28352"/>
                      </a:lnTo>
                      <a:lnTo>
                        <a:pt x="61746" y="28310"/>
                      </a:lnTo>
                      <a:lnTo>
                        <a:pt x="61746" y="28227"/>
                      </a:lnTo>
                      <a:lnTo>
                        <a:pt x="61683" y="28185"/>
                      </a:lnTo>
                      <a:lnTo>
                        <a:pt x="61746" y="28080"/>
                      </a:lnTo>
                      <a:lnTo>
                        <a:pt x="61683" y="27975"/>
                      </a:lnTo>
                      <a:lnTo>
                        <a:pt x="61683" y="27892"/>
                      </a:lnTo>
                      <a:lnTo>
                        <a:pt x="61767" y="27829"/>
                      </a:lnTo>
                      <a:lnTo>
                        <a:pt x="61662" y="27766"/>
                      </a:lnTo>
                      <a:lnTo>
                        <a:pt x="61641" y="27620"/>
                      </a:lnTo>
                      <a:lnTo>
                        <a:pt x="61683" y="27557"/>
                      </a:lnTo>
                      <a:lnTo>
                        <a:pt x="61662" y="27452"/>
                      </a:lnTo>
                      <a:lnTo>
                        <a:pt x="61578" y="27515"/>
                      </a:lnTo>
                      <a:lnTo>
                        <a:pt x="61474" y="27494"/>
                      </a:lnTo>
                      <a:lnTo>
                        <a:pt x="61348" y="27390"/>
                      </a:lnTo>
                      <a:lnTo>
                        <a:pt x="61348" y="27264"/>
                      </a:lnTo>
                      <a:lnTo>
                        <a:pt x="61411" y="27180"/>
                      </a:lnTo>
                      <a:lnTo>
                        <a:pt x="61411" y="27076"/>
                      </a:lnTo>
                      <a:lnTo>
                        <a:pt x="61244" y="26887"/>
                      </a:lnTo>
                      <a:lnTo>
                        <a:pt x="61160" y="26887"/>
                      </a:lnTo>
                      <a:lnTo>
                        <a:pt x="61055" y="26762"/>
                      </a:lnTo>
                      <a:lnTo>
                        <a:pt x="61139" y="26720"/>
                      </a:lnTo>
                      <a:lnTo>
                        <a:pt x="61139" y="26615"/>
                      </a:lnTo>
                      <a:lnTo>
                        <a:pt x="61202" y="26511"/>
                      </a:lnTo>
                      <a:lnTo>
                        <a:pt x="61097" y="26323"/>
                      </a:lnTo>
                      <a:lnTo>
                        <a:pt x="61013" y="26323"/>
                      </a:lnTo>
                      <a:lnTo>
                        <a:pt x="60930" y="26239"/>
                      </a:lnTo>
                      <a:lnTo>
                        <a:pt x="60825" y="26218"/>
                      </a:lnTo>
                      <a:lnTo>
                        <a:pt x="60804" y="26134"/>
                      </a:lnTo>
                      <a:lnTo>
                        <a:pt x="60532" y="26051"/>
                      </a:lnTo>
                      <a:lnTo>
                        <a:pt x="60490" y="25988"/>
                      </a:lnTo>
                      <a:lnTo>
                        <a:pt x="60323" y="25946"/>
                      </a:lnTo>
                      <a:lnTo>
                        <a:pt x="60260" y="25904"/>
                      </a:lnTo>
                      <a:lnTo>
                        <a:pt x="60197" y="25779"/>
                      </a:lnTo>
                      <a:lnTo>
                        <a:pt x="60114" y="25695"/>
                      </a:lnTo>
                      <a:lnTo>
                        <a:pt x="59988" y="25695"/>
                      </a:lnTo>
                      <a:lnTo>
                        <a:pt x="59863" y="25590"/>
                      </a:lnTo>
                      <a:lnTo>
                        <a:pt x="59737" y="25695"/>
                      </a:lnTo>
                      <a:lnTo>
                        <a:pt x="59633" y="25695"/>
                      </a:lnTo>
                      <a:lnTo>
                        <a:pt x="59570" y="25779"/>
                      </a:lnTo>
                      <a:lnTo>
                        <a:pt x="59486" y="25779"/>
                      </a:lnTo>
                      <a:lnTo>
                        <a:pt x="59444" y="25716"/>
                      </a:lnTo>
                      <a:lnTo>
                        <a:pt x="59444" y="25674"/>
                      </a:lnTo>
                      <a:lnTo>
                        <a:pt x="59340" y="25611"/>
                      </a:lnTo>
                      <a:lnTo>
                        <a:pt x="59235" y="25611"/>
                      </a:lnTo>
                      <a:lnTo>
                        <a:pt x="59277" y="25799"/>
                      </a:lnTo>
                      <a:lnTo>
                        <a:pt x="59381" y="25904"/>
                      </a:lnTo>
                      <a:lnTo>
                        <a:pt x="59340" y="26009"/>
                      </a:lnTo>
                      <a:lnTo>
                        <a:pt x="59381" y="26197"/>
                      </a:lnTo>
                      <a:lnTo>
                        <a:pt x="59340" y="26343"/>
                      </a:lnTo>
                      <a:lnTo>
                        <a:pt x="59256" y="26406"/>
                      </a:lnTo>
                      <a:lnTo>
                        <a:pt x="59256" y="26239"/>
                      </a:lnTo>
                      <a:lnTo>
                        <a:pt x="59277" y="26113"/>
                      </a:lnTo>
                      <a:lnTo>
                        <a:pt x="59214" y="25946"/>
                      </a:lnTo>
                      <a:lnTo>
                        <a:pt x="59151" y="26030"/>
                      </a:lnTo>
                      <a:lnTo>
                        <a:pt x="59172" y="26134"/>
                      </a:lnTo>
                      <a:lnTo>
                        <a:pt x="59130" y="26323"/>
                      </a:lnTo>
                      <a:lnTo>
                        <a:pt x="59005" y="26406"/>
                      </a:lnTo>
                      <a:lnTo>
                        <a:pt x="58733" y="26427"/>
                      </a:lnTo>
                      <a:lnTo>
                        <a:pt x="58712" y="26364"/>
                      </a:lnTo>
                      <a:lnTo>
                        <a:pt x="58816" y="26302"/>
                      </a:lnTo>
                      <a:lnTo>
                        <a:pt x="58858" y="26302"/>
                      </a:lnTo>
                      <a:lnTo>
                        <a:pt x="58858" y="26134"/>
                      </a:lnTo>
                      <a:lnTo>
                        <a:pt x="58921" y="26051"/>
                      </a:lnTo>
                      <a:lnTo>
                        <a:pt x="58963" y="26009"/>
                      </a:lnTo>
                      <a:lnTo>
                        <a:pt x="58837" y="26009"/>
                      </a:lnTo>
                      <a:lnTo>
                        <a:pt x="58796" y="26051"/>
                      </a:lnTo>
                      <a:lnTo>
                        <a:pt x="58733" y="26009"/>
                      </a:lnTo>
                      <a:lnTo>
                        <a:pt x="58649" y="26030"/>
                      </a:lnTo>
                      <a:lnTo>
                        <a:pt x="58607" y="26134"/>
                      </a:lnTo>
                      <a:lnTo>
                        <a:pt x="58524" y="26197"/>
                      </a:lnTo>
                      <a:lnTo>
                        <a:pt x="58503" y="26197"/>
                      </a:lnTo>
                      <a:lnTo>
                        <a:pt x="58419" y="26302"/>
                      </a:lnTo>
                      <a:lnTo>
                        <a:pt x="58272" y="26155"/>
                      </a:lnTo>
                      <a:lnTo>
                        <a:pt x="58293" y="26009"/>
                      </a:lnTo>
                      <a:lnTo>
                        <a:pt x="58231" y="25820"/>
                      </a:lnTo>
                      <a:lnTo>
                        <a:pt x="58105" y="25632"/>
                      </a:lnTo>
                      <a:lnTo>
                        <a:pt x="58105" y="25339"/>
                      </a:lnTo>
                      <a:lnTo>
                        <a:pt x="57980" y="25381"/>
                      </a:lnTo>
                      <a:lnTo>
                        <a:pt x="57917" y="25381"/>
                      </a:lnTo>
                      <a:lnTo>
                        <a:pt x="57812" y="25423"/>
                      </a:lnTo>
                      <a:lnTo>
                        <a:pt x="57749" y="25465"/>
                      </a:lnTo>
                      <a:lnTo>
                        <a:pt x="57603" y="25548"/>
                      </a:lnTo>
                      <a:lnTo>
                        <a:pt x="57498" y="25548"/>
                      </a:lnTo>
                      <a:lnTo>
                        <a:pt x="57394" y="25486"/>
                      </a:lnTo>
                      <a:lnTo>
                        <a:pt x="57289" y="25527"/>
                      </a:lnTo>
                      <a:lnTo>
                        <a:pt x="57184" y="25444"/>
                      </a:lnTo>
                      <a:lnTo>
                        <a:pt x="57143" y="25339"/>
                      </a:lnTo>
                      <a:lnTo>
                        <a:pt x="57184" y="25255"/>
                      </a:lnTo>
                      <a:lnTo>
                        <a:pt x="57226" y="25109"/>
                      </a:lnTo>
                      <a:lnTo>
                        <a:pt x="57331" y="24942"/>
                      </a:lnTo>
                      <a:lnTo>
                        <a:pt x="57477" y="24774"/>
                      </a:lnTo>
                      <a:lnTo>
                        <a:pt x="57477" y="24586"/>
                      </a:lnTo>
                      <a:lnTo>
                        <a:pt x="57666" y="24439"/>
                      </a:lnTo>
                      <a:lnTo>
                        <a:pt x="57666" y="24272"/>
                      </a:lnTo>
                      <a:lnTo>
                        <a:pt x="57708" y="24251"/>
                      </a:lnTo>
                      <a:lnTo>
                        <a:pt x="57708" y="24188"/>
                      </a:lnTo>
                      <a:lnTo>
                        <a:pt x="57812" y="24021"/>
                      </a:lnTo>
                      <a:lnTo>
                        <a:pt x="57854" y="23874"/>
                      </a:lnTo>
                      <a:lnTo>
                        <a:pt x="57917" y="23749"/>
                      </a:lnTo>
                      <a:lnTo>
                        <a:pt x="57875" y="23623"/>
                      </a:lnTo>
                      <a:lnTo>
                        <a:pt x="57917" y="23540"/>
                      </a:lnTo>
                      <a:lnTo>
                        <a:pt x="57917" y="23330"/>
                      </a:lnTo>
                      <a:lnTo>
                        <a:pt x="57980" y="23038"/>
                      </a:lnTo>
                      <a:lnTo>
                        <a:pt x="58021" y="23038"/>
                      </a:lnTo>
                      <a:lnTo>
                        <a:pt x="58063" y="22828"/>
                      </a:lnTo>
                      <a:lnTo>
                        <a:pt x="58168" y="22786"/>
                      </a:lnTo>
                      <a:lnTo>
                        <a:pt x="58126" y="22661"/>
                      </a:lnTo>
                      <a:lnTo>
                        <a:pt x="58293" y="22473"/>
                      </a:lnTo>
                      <a:lnTo>
                        <a:pt x="58314" y="22305"/>
                      </a:lnTo>
                      <a:lnTo>
                        <a:pt x="58419" y="22242"/>
                      </a:lnTo>
                      <a:lnTo>
                        <a:pt x="58377" y="22033"/>
                      </a:lnTo>
                      <a:lnTo>
                        <a:pt x="58419" y="21970"/>
                      </a:lnTo>
                      <a:lnTo>
                        <a:pt x="58419" y="21845"/>
                      </a:lnTo>
                      <a:lnTo>
                        <a:pt x="58503" y="21782"/>
                      </a:lnTo>
                      <a:lnTo>
                        <a:pt x="58544" y="21782"/>
                      </a:lnTo>
                      <a:lnTo>
                        <a:pt x="58544" y="21657"/>
                      </a:lnTo>
                      <a:lnTo>
                        <a:pt x="58503" y="21573"/>
                      </a:lnTo>
                      <a:lnTo>
                        <a:pt x="58503" y="21343"/>
                      </a:lnTo>
                      <a:lnTo>
                        <a:pt x="58482" y="21217"/>
                      </a:lnTo>
                      <a:lnTo>
                        <a:pt x="58544" y="21029"/>
                      </a:lnTo>
                      <a:lnTo>
                        <a:pt x="58712" y="20841"/>
                      </a:lnTo>
                      <a:lnTo>
                        <a:pt x="58754" y="20631"/>
                      </a:lnTo>
                      <a:lnTo>
                        <a:pt x="58607" y="20401"/>
                      </a:lnTo>
                      <a:lnTo>
                        <a:pt x="58628" y="20276"/>
                      </a:lnTo>
                      <a:lnTo>
                        <a:pt x="58733" y="20171"/>
                      </a:lnTo>
                      <a:lnTo>
                        <a:pt x="58754" y="20045"/>
                      </a:lnTo>
                      <a:lnTo>
                        <a:pt x="58963" y="19878"/>
                      </a:lnTo>
                      <a:lnTo>
                        <a:pt x="59005" y="19773"/>
                      </a:lnTo>
                      <a:lnTo>
                        <a:pt x="59068" y="19773"/>
                      </a:lnTo>
                      <a:lnTo>
                        <a:pt x="59151" y="19857"/>
                      </a:lnTo>
                      <a:lnTo>
                        <a:pt x="59277" y="19836"/>
                      </a:lnTo>
                      <a:lnTo>
                        <a:pt x="59486" y="19669"/>
                      </a:lnTo>
                      <a:lnTo>
                        <a:pt x="59674" y="19669"/>
                      </a:lnTo>
                      <a:lnTo>
                        <a:pt x="59842" y="19564"/>
                      </a:lnTo>
                      <a:lnTo>
                        <a:pt x="59967" y="19564"/>
                      </a:lnTo>
                      <a:lnTo>
                        <a:pt x="60072" y="19481"/>
                      </a:lnTo>
                      <a:lnTo>
                        <a:pt x="60177" y="19481"/>
                      </a:lnTo>
                      <a:lnTo>
                        <a:pt x="60281" y="19460"/>
                      </a:lnTo>
                      <a:lnTo>
                        <a:pt x="60323" y="19376"/>
                      </a:lnTo>
                      <a:lnTo>
                        <a:pt x="60428" y="19460"/>
                      </a:lnTo>
                      <a:lnTo>
                        <a:pt x="60386" y="19585"/>
                      </a:lnTo>
                      <a:lnTo>
                        <a:pt x="60469" y="19627"/>
                      </a:lnTo>
                      <a:lnTo>
                        <a:pt x="60574" y="19732"/>
                      </a:lnTo>
                      <a:lnTo>
                        <a:pt x="60616" y="19627"/>
                      </a:lnTo>
                      <a:lnTo>
                        <a:pt x="60721" y="19543"/>
                      </a:lnTo>
                      <a:lnTo>
                        <a:pt x="60574" y="19418"/>
                      </a:lnTo>
                      <a:lnTo>
                        <a:pt x="60574" y="19355"/>
                      </a:lnTo>
                      <a:lnTo>
                        <a:pt x="60700" y="19271"/>
                      </a:lnTo>
                      <a:lnTo>
                        <a:pt x="60909" y="19313"/>
                      </a:lnTo>
                      <a:lnTo>
                        <a:pt x="61013" y="19250"/>
                      </a:lnTo>
                      <a:lnTo>
                        <a:pt x="61244" y="19250"/>
                      </a:lnTo>
                      <a:lnTo>
                        <a:pt x="61306" y="19334"/>
                      </a:lnTo>
                      <a:lnTo>
                        <a:pt x="61348" y="19334"/>
                      </a:lnTo>
                      <a:lnTo>
                        <a:pt x="61432" y="19250"/>
                      </a:lnTo>
                      <a:lnTo>
                        <a:pt x="61516" y="19250"/>
                      </a:lnTo>
                      <a:lnTo>
                        <a:pt x="61474" y="19146"/>
                      </a:lnTo>
                      <a:lnTo>
                        <a:pt x="61557" y="19104"/>
                      </a:lnTo>
                      <a:lnTo>
                        <a:pt x="61746" y="19104"/>
                      </a:lnTo>
                      <a:lnTo>
                        <a:pt x="61829" y="19208"/>
                      </a:lnTo>
                      <a:lnTo>
                        <a:pt x="62039" y="19125"/>
                      </a:lnTo>
                      <a:lnTo>
                        <a:pt x="62039" y="19041"/>
                      </a:lnTo>
                      <a:lnTo>
                        <a:pt x="61955" y="18999"/>
                      </a:lnTo>
                      <a:lnTo>
                        <a:pt x="61892" y="19041"/>
                      </a:lnTo>
                      <a:lnTo>
                        <a:pt x="61767" y="18957"/>
                      </a:lnTo>
                      <a:lnTo>
                        <a:pt x="61850" y="18832"/>
                      </a:lnTo>
                      <a:lnTo>
                        <a:pt x="61871" y="18916"/>
                      </a:lnTo>
                      <a:lnTo>
                        <a:pt x="62039" y="18853"/>
                      </a:lnTo>
                      <a:lnTo>
                        <a:pt x="61871" y="18748"/>
                      </a:lnTo>
                      <a:lnTo>
                        <a:pt x="61871" y="18685"/>
                      </a:lnTo>
                      <a:lnTo>
                        <a:pt x="61955" y="18685"/>
                      </a:lnTo>
                      <a:lnTo>
                        <a:pt x="62101" y="18497"/>
                      </a:lnTo>
                      <a:lnTo>
                        <a:pt x="62269" y="18497"/>
                      </a:lnTo>
                      <a:lnTo>
                        <a:pt x="62353" y="18581"/>
                      </a:lnTo>
                      <a:lnTo>
                        <a:pt x="62457" y="18518"/>
                      </a:lnTo>
                      <a:lnTo>
                        <a:pt x="62666" y="18581"/>
                      </a:lnTo>
                      <a:lnTo>
                        <a:pt x="62813" y="18581"/>
                      </a:lnTo>
                      <a:lnTo>
                        <a:pt x="62813" y="18623"/>
                      </a:lnTo>
                      <a:lnTo>
                        <a:pt x="62897" y="18685"/>
                      </a:lnTo>
                      <a:lnTo>
                        <a:pt x="62959" y="18644"/>
                      </a:lnTo>
                      <a:lnTo>
                        <a:pt x="62918" y="18581"/>
                      </a:lnTo>
                      <a:lnTo>
                        <a:pt x="63106" y="18581"/>
                      </a:lnTo>
                      <a:lnTo>
                        <a:pt x="63252" y="18602"/>
                      </a:lnTo>
                      <a:lnTo>
                        <a:pt x="63357" y="18602"/>
                      </a:lnTo>
                      <a:lnTo>
                        <a:pt x="63462" y="18685"/>
                      </a:lnTo>
                      <a:lnTo>
                        <a:pt x="63462" y="18727"/>
                      </a:lnTo>
                      <a:lnTo>
                        <a:pt x="63629" y="18748"/>
                      </a:lnTo>
                      <a:lnTo>
                        <a:pt x="63734" y="18664"/>
                      </a:lnTo>
                      <a:lnTo>
                        <a:pt x="63796" y="18685"/>
                      </a:lnTo>
                      <a:lnTo>
                        <a:pt x="63838" y="18769"/>
                      </a:lnTo>
                      <a:lnTo>
                        <a:pt x="63629" y="18916"/>
                      </a:lnTo>
                      <a:lnTo>
                        <a:pt x="63441" y="18916"/>
                      </a:lnTo>
                      <a:lnTo>
                        <a:pt x="63378" y="18978"/>
                      </a:lnTo>
                      <a:lnTo>
                        <a:pt x="63378" y="19083"/>
                      </a:lnTo>
                      <a:lnTo>
                        <a:pt x="63273" y="19083"/>
                      </a:lnTo>
                      <a:lnTo>
                        <a:pt x="63252" y="19125"/>
                      </a:lnTo>
                      <a:lnTo>
                        <a:pt x="63315" y="19146"/>
                      </a:lnTo>
                      <a:lnTo>
                        <a:pt x="63378" y="19146"/>
                      </a:lnTo>
                      <a:lnTo>
                        <a:pt x="63545" y="19355"/>
                      </a:lnTo>
                      <a:lnTo>
                        <a:pt x="63587" y="19313"/>
                      </a:lnTo>
                      <a:lnTo>
                        <a:pt x="63775" y="19250"/>
                      </a:lnTo>
                      <a:lnTo>
                        <a:pt x="63859" y="19146"/>
                      </a:lnTo>
                      <a:lnTo>
                        <a:pt x="63838" y="19104"/>
                      </a:lnTo>
                      <a:lnTo>
                        <a:pt x="63964" y="19041"/>
                      </a:lnTo>
                      <a:lnTo>
                        <a:pt x="63880" y="18916"/>
                      </a:lnTo>
                      <a:lnTo>
                        <a:pt x="63964" y="18916"/>
                      </a:lnTo>
                      <a:lnTo>
                        <a:pt x="64089" y="19083"/>
                      </a:lnTo>
                      <a:lnTo>
                        <a:pt x="64173" y="19104"/>
                      </a:lnTo>
                      <a:lnTo>
                        <a:pt x="64215" y="19020"/>
                      </a:lnTo>
                      <a:lnTo>
                        <a:pt x="64173" y="18978"/>
                      </a:lnTo>
                      <a:lnTo>
                        <a:pt x="64257" y="18916"/>
                      </a:lnTo>
                      <a:lnTo>
                        <a:pt x="64298" y="18832"/>
                      </a:lnTo>
                      <a:lnTo>
                        <a:pt x="64319" y="18832"/>
                      </a:lnTo>
                      <a:lnTo>
                        <a:pt x="64319" y="18727"/>
                      </a:lnTo>
                      <a:lnTo>
                        <a:pt x="64298" y="18664"/>
                      </a:lnTo>
                      <a:lnTo>
                        <a:pt x="64382" y="18623"/>
                      </a:lnTo>
                      <a:lnTo>
                        <a:pt x="64466" y="18685"/>
                      </a:lnTo>
                      <a:lnTo>
                        <a:pt x="64529" y="18623"/>
                      </a:lnTo>
                      <a:lnTo>
                        <a:pt x="64591" y="18685"/>
                      </a:lnTo>
                      <a:lnTo>
                        <a:pt x="64612" y="18769"/>
                      </a:lnTo>
                      <a:lnTo>
                        <a:pt x="64696" y="18811"/>
                      </a:lnTo>
                      <a:lnTo>
                        <a:pt x="64842" y="18664"/>
                      </a:lnTo>
                      <a:lnTo>
                        <a:pt x="64780" y="18602"/>
                      </a:lnTo>
                      <a:lnTo>
                        <a:pt x="64780" y="18581"/>
                      </a:lnTo>
                      <a:lnTo>
                        <a:pt x="64842" y="18518"/>
                      </a:lnTo>
                      <a:lnTo>
                        <a:pt x="64926" y="18560"/>
                      </a:lnTo>
                      <a:lnTo>
                        <a:pt x="65010" y="18497"/>
                      </a:lnTo>
                      <a:lnTo>
                        <a:pt x="65094" y="18497"/>
                      </a:lnTo>
                      <a:lnTo>
                        <a:pt x="65114" y="18455"/>
                      </a:lnTo>
                      <a:lnTo>
                        <a:pt x="65010" y="18351"/>
                      </a:lnTo>
                      <a:lnTo>
                        <a:pt x="65031" y="18288"/>
                      </a:lnTo>
                      <a:lnTo>
                        <a:pt x="65031" y="18246"/>
                      </a:lnTo>
                      <a:lnTo>
                        <a:pt x="64926" y="18183"/>
                      </a:lnTo>
                      <a:lnTo>
                        <a:pt x="64884" y="18141"/>
                      </a:lnTo>
                      <a:lnTo>
                        <a:pt x="64884" y="18162"/>
                      </a:lnTo>
                      <a:lnTo>
                        <a:pt x="64884" y="18204"/>
                      </a:lnTo>
                      <a:lnTo>
                        <a:pt x="64822" y="18204"/>
                      </a:lnTo>
                      <a:lnTo>
                        <a:pt x="64717" y="18162"/>
                      </a:lnTo>
                      <a:lnTo>
                        <a:pt x="64696" y="18183"/>
                      </a:lnTo>
                      <a:lnTo>
                        <a:pt x="64696" y="18246"/>
                      </a:lnTo>
                      <a:lnTo>
                        <a:pt x="64591" y="18246"/>
                      </a:lnTo>
                      <a:lnTo>
                        <a:pt x="64529" y="18288"/>
                      </a:lnTo>
                      <a:lnTo>
                        <a:pt x="64466" y="18246"/>
                      </a:lnTo>
                      <a:lnTo>
                        <a:pt x="64487" y="18141"/>
                      </a:lnTo>
                      <a:lnTo>
                        <a:pt x="64529" y="18100"/>
                      </a:lnTo>
                      <a:lnTo>
                        <a:pt x="64382" y="17890"/>
                      </a:lnTo>
                      <a:lnTo>
                        <a:pt x="64487" y="17828"/>
                      </a:lnTo>
                      <a:lnTo>
                        <a:pt x="64382" y="17660"/>
                      </a:lnTo>
                      <a:lnTo>
                        <a:pt x="64424" y="17451"/>
                      </a:lnTo>
                      <a:lnTo>
                        <a:pt x="64424" y="17325"/>
                      </a:lnTo>
                      <a:lnTo>
                        <a:pt x="64508" y="17221"/>
                      </a:lnTo>
                      <a:lnTo>
                        <a:pt x="64508" y="17032"/>
                      </a:lnTo>
                      <a:lnTo>
                        <a:pt x="64612" y="16928"/>
                      </a:lnTo>
                      <a:lnTo>
                        <a:pt x="64612" y="16802"/>
                      </a:lnTo>
                      <a:lnTo>
                        <a:pt x="64591" y="16781"/>
                      </a:lnTo>
                      <a:lnTo>
                        <a:pt x="64717" y="16719"/>
                      </a:lnTo>
                      <a:lnTo>
                        <a:pt x="64591" y="16572"/>
                      </a:lnTo>
                      <a:lnTo>
                        <a:pt x="64633" y="16175"/>
                      </a:lnTo>
                      <a:lnTo>
                        <a:pt x="64738" y="16091"/>
                      </a:lnTo>
                      <a:lnTo>
                        <a:pt x="64633" y="15944"/>
                      </a:lnTo>
                      <a:lnTo>
                        <a:pt x="64612" y="15777"/>
                      </a:lnTo>
                      <a:lnTo>
                        <a:pt x="64529" y="15735"/>
                      </a:lnTo>
                      <a:lnTo>
                        <a:pt x="64529" y="15672"/>
                      </a:lnTo>
                      <a:lnTo>
                        <a:pt x="64633" y="15589"/>
                      </a:lnTo>
                      <a:lnTo>
                        <a:pt x="64612" y="15442"/>
                      </a:lnTo>
                      <a:lnTo>
                        <a:pt x="64696" y="15379"/>
                      </a:lnTo>
                      <a:lnTo>
                        <a:pt x="64822" y="15170"/>
                      </a:lnTo>
                      <a:lnTo>
                        <a:pt x="64947" y="15212"/>
                      </a:lnTo>
                      <a:lnTo>
                        <a:pt x="65031" y="15149"/>
                      </a:lnTo>
                      <a:lnTo>
                        <a:pt x="65114" y="15170"/>
                      </a:lnTo>
                      <a:lnTo>
                        <a:pt x="65156" y="15107"/>
                      </a:lnTo>
                      <a:lnTo>
                        <a:pt x="65366" y="15107"/>
                      </a:lnTo>
                      <a:lnTo>
                        <a:pt x="65407" y="15045"/>
                      </a:lnTo>
                      <a:lnTo>
                        <a:pt x="65470" y="15024"/>
                      </a:lnTo>
                      <a:lnTo>
                        <a:pt x="65512" y="14919"/>
                      </a:lnTo>
                      <a:lnTo>
                        <a:pt x="65554" y="14919"/>
                      </a:lnTo>
                      <a:lnTo>
                        <a:pt x="65617" y="14898"/>
                      </a:lnTo>
                      <a:lnTo>
                        <a:pt x="65742" y="14898"/>
                      </a:lnTo>
                      <a:lnTo>
                        <a:pt x="65763" y="15003"/>
                      </a:lnTo>
                      <a:lnTo>
                        <a:pt x="65826" y="14961"/>
                      </a:lnTo>
                      <a:lnTo>
                        <a:pt x="65868" y="14961"/>
                      </a:lnTo>
                      <a:lnTo>
                        <a:pt x="65951" y="15107"/>
                      </a:lnTo>
                      <a:lnTo>
                        <a:pt x="65993" y="15107"/>
                      </a:lnTo>
                      <a:lnTo>
                        <a:pt x="66098" y="14961"/>
                      </a:lnTo>
                      <a:lnTo>
                        <a:pt x="66098" y="14835"/>
                      </a:lnTo>
                      <a:lnTo>
                        <a:pt x="66182" y="14815"/>
                      </a:lnTo>
                      <a:lnTo>
                        <a:pt x="66203" y="14689"/>
                      </a:lnTo>
                      <a:lnTo>
                        <a:pt x="66265" y="14689"/>
                      </a:lnTo>
                      <a:lnTo>
                        <a:pt x="66286" y="14794"/>
                      </a:lnTo>
                      <a:lnTo>
                        <a:pt x="66412" y="14856"/>
                      </a:lnTo>
                      <a:lnTo>
                        <a:pt x="66412" y="15003"/>
                      </a:lnTo>
                      <a:lnTo>
                        <a:pt x="66391" y="15045"/>
                      </a:lnTo>
                      <a:lnTo>
                        <a:pt x="66454" y="15107"/>
                      </a:lnTo>
                      <a:lnTo>
                        <a:pt x="66475" y="15212"/>
                      </a:lnTo>
                      <a:lnTo>
                        <a:pt x="66391" y="15275"/>
                      </a:lnTo>
                      <a:lnTo>
                        <a:pt x="66454" y="15317"/>
                      </a:lnTo>
                      <a:lnTo>
                        <a:pt x="66475" y="15442"/>
                      </a:lnTo>
                      <a:lnTo>
                        <a:pt x="66454" y="15442"/>
                      </a:lnTo>
                      <a:lnTo>
                        <a:pt x="66454" y="15526"/>
                      </a:lnTo>
                      <a:lnTo>
                        <a:pt x="66475" y="15568"/>
                      </a:lnTo>
                      <a:lnTo>
                        <a:pt x="66412" y="15651"/>
                      </a:lnTo>
                      <a:lnTo>
                        <a:pt x="66391" y="15693"/>
                      </a:lnTo>
                      <a:lnTo>
                        <a:pt x="66412" y="15756"/>
                      </a:lnTo>
                      <a:lnTo>
                        <a:pt x="66516" y="15651"/>
                      </a:lnTo>
                      <a:lnTo>
                        <a:pt x="66558" y="15735"/>
                      </a:lnTo>
                      <a:lnTo>
                        <a:pt x="66663" y="15756"/>
                      </a:lnTo>
                      <a:lnTo>
                        <a:pt x="66684" y="15965"/>
                      </a:lnTo>
                      <a:lnTo>
                        <a:pt x="66726" y="15903"/>
                      </a:lnTo>
                      <a:lnTo>
                        <a:pt x="66726" y="15840"/>
                      </a:lnTo>
                      <a:lnTo>
                        <a:pt x="66830" y="15735"/>
                      </a:lnTo>
                      <a:lnTo>
                        <a:pt x="66914" y="15735"/>
                      </a:lnTo>
                      <a:lnTo>
                        <a:pt x="66977" y="15777"/>
                      </a:lnTo>
                      <a:lnTo>
                        <a:pt x="66872" y="15944"/>
                      </a:lnTo>
                      <a:lnTo>
                        <a:pt x="66977" y="16049"/>
                      </a:lnTo>
                      <a:lnTo>
                        <a:pt x="66998" y="16175"/>
                      </a:lnTo>
                      <a:lnTo>
                        <a:pt x="67081" y="15986"/>
                      </a:lnTo>
                      <a:lnTo>
                        <a:pt x="67144" y="15944"/>
                      </a:lnTo>
                      <a:lnTo>
                        <a:pt x="67144" y="15861"/>
                      </a:lnTo>
                      <a:lnTo>
                        <a:pt x="67207" y="15777"/>
                      </a:lnTo>
                      <a:lnTo>
                        <a:pt x="67207" y="15484"/>
                      </a:lnTo>
                      <a:lnTo>
                        <a:pt x="67291" y="15421"/>
                      </a:lnTo>
                      <a:lnTo>
                        <a:pt x="67207" y="15338"/>
                      </a:lnTo>
                      <a:lnTo>
                        <a:pt x="67311" y="15254"/>
                      </a:lnTo>
                      <a:lnTo>
                        <a:pt x="67311" y="15149"/>
                      </a:lnTo>
                      <a:lnTo>
                        <a:pt x="67249" y="15128"/>
                      </a:lnTo>
                      <a:lnTo>
                        <a:pt x="67249" y="15066"/>
                      </a:lnTo>
                      <a:lnTo>
                        <a:pt x="67311" y="15045"/>
                      </a:lnTo>
                      <a:lnTo>
                        <a:pt x="67332" y="14856"/>
                      </a:lnTo>
                      <a:lnTo>
                        <a:pt x="67249" y="14794"/>
                      </a:lnTo>
                      <a:lnTo>
                        <a:pt x="67311" y="14605"/>
                      </a:lnTo>
                      <a:lnTo>
                        <a:pt x="67395" y="14522"/>
                      </a:lnTo>
                      <a:lnTo>
                        <a:pt x="67542" y="14501"/>
                      </a:lnTo>
                      <a:lnTo>
                        <a:pt x="67604" y="14584"/>
                      </a:lnTo>
                      <a:lnTo>
                        <a:pt x="67667" y="14647"/>
                      </a:lnTo>
                      <a:lnTo>
                        <a:pt x="67730" y="14584"/>
                      </a:lnTo>
                      <a:lnTo>
                        <a:pt x="67646" y="14501"/>
                      </a:lnTo>
                      <a:lnTo>
                        <a:pt x="67688" y="14375"/>
                      </a:lnTo>
                      <a:lnTo>
                        <a:pt x="67521" y="14291"/>
                      </a:lnTo>
                      <a:lnTo>
                        <a:pt x="67479" y="14061"/>
                      </a:lnTo>
                      <a:lnTo>
                        <a:pt x="67395" y="13999"/>
                      </a:lnTo>
                      <a:lnTo>
                        <a:pt x="67395" y="13957"/>
                      </a:lnTo>
                      <a:lnTo>
                        <a:pt x="67291" y="13873"/>
                      </a:lnTo>
                      <a:lnTo>
                        <a:pt x="67270" y="13706"/>
                      </a:lnTo>
                      <a:lnTo>
                        <a:pt x="67311" y="13664"/>
                      </a:lnTo>
                      <a:lnTo>
                        <a:pt x="67291" y="13538"/>
                      </a:lnTo>
                      <a:lnTo>
                        <a:pt x="67165" y="13434"/>
                      </a:lnTo>
                      <a:lnTo>
                        <a:pt x="67186" y="13329"/>
                      </a:lnTo>
                      <a:lnTo>
                        <a:pt x="67123" y="13266"/>
                      </a:lnTo>
                      <a:lnTo>
                        <a:pt x="67291" y="13141"/>
                      </a:lnTo>
                      <a:lnTo>
                        <a:pt x="67416" y="13141"/>
                      </a:lnTo>
                      <a:lnTo>
                        <a:pt x="67521" y="13015"/>
                      </a:lnTo>
                      <a:lnTo>
                        <a:pt x="67688" y="13015"/>
                      </a:lnTo>
                      <a:lnTo>
                        <a:pt x="67730" y="12952"/>
                      </a:lnTo>
                      <a:lnTo>
                        <a:pt x="67897" y="13078"/>
                      </a:lnTo>
                      <a:lnTo>
                        <a:pt x="68044" y="13078"/>
                      </a:lnTo>
                      <a:lnTo>
                        <a:pt x="68107" y="13120"/>
                      </a:lnTo>
                      <a:lnTo>
                        <a:pt x="68211" y="13141"/>
                      </a:lnTo>
                      <a:lnTo>
                        <a:pt x="68274" y="13120"/>
                      </a:lnTo>
                      <a:lnTo>
                        <a:pt x="68127" y="13182"/>
                      </a:lnTo>
                      <a:lnTo>
                        <a:pt x="68211" y="13245"/>
                      </a:lnTo>
                      <a:lnTo>
                        <a:pt x="68065" y="13287"/>
                      </a:lnTo>
                      <a:lnTo>
                        <a:pt x="67939" y="13266"/>
                      </a:lnTo>
                      <a:lnTo>
                        <a:pt x="67793" y="13434"/>
                      </a:lnTo>
                      <a:lnTo>
                        <a:pt x="67793" y="13496"/>
                      </a:lnTo>
                      <a:lnTo>
                        <a:pt x="67835" y="13643"/>
                      </a:lnTo>
                      <a:lnTo>
                        <a:pt x="67835" y="13768"/>
                      </a:lnTo>
                      <a:lnTo>
                        <a:pt x="67918" y="13810"/>
                      </a:lnTo>
                      <a:lnTo>
                        <a:pt x="67939" y="13894"/>
                      </a:lnTo>
                      <a:lnTo>
                        <a:pt x="68065" y="14061"/>
                      </a:lnTo>
                      <a:lnTo>
                        <a:pt x="68065" y="14103"/>
                      </a:lnTo>
                      <a:lnTo>
                        <a:pt x="68107" y="14103"/>
                      </a:lnTo>
                      <a:lnTo>
                        <a:pt x="68065" y="14166"/>
                      </a:lnTo>
                      <a:lnTo>
                        <a:pt x="68211" y="14208"/>
                      </a:lnTo>
                      <a:lnTo>
                        <a:pt x="68232" y="14333"/>
                      </a:lnTo>
                      <a:lnTo>
                        <a:pt x="68232" y="14396"/>
                      </a:lnTo>
                      <a:lnTo>
                        <a:pt x="68169" y="14438"/>
                      </a:lnTo>
                      <a:lnTo>
                        <a:pt x="68211" y="14710"/>
                      </a:lnTo>
                      <a:lnTo>
                        <a:pt x="68253" y="14731"/>
                      </a:lnTo>
                      <a:lnTo>
                        <a:pt x="68316" y="14647"/>
                      </a:lnTo>
                      <a:lnTo>
                        <a:pt x="68358" y="14647"/>
                      </a:lnTo>
                      <a:lnTo>
                        <a:pt x="68441" y="14752"/>
                      </a:lnTo>
                      <a:lnTo>
                        <a:pt x="68483" y="14835"/>
                      </a:lnTo>
                      <a:lnTo>
                        <a:pt x="68420" y="15024"/>
                      </a:lnTo>
                      <a:lnTo>
                        <a:pt x="68420" y="15233"/>
                      </a:lnTo>
                      <a:lnTo>
                        <a:pt x="68483" y="15317"/>
                      </a:lnTo>
                      <a:lnTo>
                        <a:pt x="68567" y="15254"/>
                      </a:lnTo>
                      <a:lnTo>
                        <a:pt x="68672" y="15275"/>
                      </a:lnTo>
                      <a:lnTo>
                        <a:pt x="68692" y="15338"/>
                      </a:lnTo>
                      <a:lnTo>
                        <a:pt x="68672" y="15421"/>
                      </a:lnTo>
                      <a:lnTo>
                        <a:pt x="68588" y="15421"/>
                      </a:lnTo>
                      <a:lnTo>
                        <a:pt x="68483" y="15484"/>
                      </a:lnTo>
                      <a:lnTo>
                        <a:pt x="68462" y="15484"/>
                      </a:lnTo>
                      <a:lnTo>
                        <a:pt x="68337" y="15631"/>
                      </a:lnTo>
                      <a:lnTo>
                        <a:pt x="68316" y="15735"/>
                      </a:lnTo>
                      <a:lnTo>
                        <a:pt x="68169" y="15798"/>
                      </a:lnTo>
                      <a:lnTo>
                        <a:pt x="68148" y="15861"/>
                      </a:lnTo>
                      <a:lnTo>
                        <a:pt x="68065" y="15882"/>
                      </a:lnTo>
                      <a:lnTo>
                        <a:pt x="68065" y="15986"/>
                      </a:lnTo>
                      <a:lnTo>
                        <a:pt x="68023" y="16070"/>
                      </a:lnTo>
                      <a:lnTo>
                        <a:pt x="68065" y="16195"/>
                      </a:lnTo>
                      <a:lnTo>
                        <a:pt x="68148" y="16175"/>
                      </a:lnTo>
                      <a:lnTo>
                        <a:pt x="68148" y="16321"/>
                      </a:lnTo>
                      <a:lnTo>
                        <a:pt x="68044" y="16509"/>
                      </a:lnTo>
                      <a:lnTo>
                        <a:pt x="68065" y="16593"/>
                      </a:lnTo>
                      <a:lnTo>
                        <a:pt x="68127" y="16614"/>
                      </a:lnTo>
                      <a:lnTo>
                        <a:pt x="68107" y="16844"/>
                      </a:lnTo>
                      <a:lnTo>
                        <a:pt x="68127" y="17032"/>
                      </a:lnTo>
                      <a:lnTo>
                        <a:pt x="68065" y="17116"/>
                      </a:lnTo>
                      <a:lnTo>
                        <a:pt x="67939" y="17158"/>
                      </a:lnTo>
                      <a:lnTo>
                        <a:pt x="67918" y="17263"/>
                      </a:lnTo>
                      <a:lnTo>
                        <a:pt x="67960" y="17325"/>
                      </a:lnTo>
                      <a:lnTo>
                        <a:pt x="67939" y="17535"/>
                      </a:lnTo>
                      <a:lnTo>
                        <a:pt x="67918" y="17576"/>
                      </a:lnTo>
                      <a:lnTo>
                        <a:pt x="67939" y="17660"/>
                      </a:lnTo>
                      <a:lnTo>
                        <a:pt x="68044" y="17765"/>
                      </a:lnTo>
                      <a:lnTo>
                        <a:pt x="67960" y="17765"/>
                      </a:lnTo>
                      <a:lnTo>
                        <a:pt x="67939" y="17953"/>
                      </a:lnTo>
                      <a:lnTo>
                        <a:pt x="67960" y="17995"/>
                      </a:lnTo>
                      <a:lnTo>
                        <a:pt x="67960" y="18141"/>
                      </a:lnTo>
                      <a:lnTo>
                        <a:pt x="67855" y="18246"/>
                      </a:lnTo>
                      <a:lnTo>
                        <a:pt x="67939" y="18372"/>
                      </a:lnTo>
                      <a:lnTo>
                        <a:pt x="67939" y="18602"/>
                      </a:lnTo>
                      <a:lnTo>
                        <a:pt x="68023" y="18811"/>
                      </a:lnTo>
                      <a:lnTo>
                        <a:pt x="67835" y="19146"/>
                      </a:lnTo>
                      <a:lnTo>
                        <a:pt x="67939" y="19292"/>
                      </a:lnTo>
                      <a:lnTo>
                        <a:pt x="67835" y="19250"/>
                      </a:lnTo>
                      <a:lnTo>
                        <a:pt x="67625" y="19292"/>
                      </a:lnTo>
                      <a:lnTo>
                        <a:pt x="67625" y="19501"/>
                      </a:lnTo>
                      <a:lnTo>
                        <a:pt x="67646" y="19564"/>
                      </a:lnTo>
                      <a:lnTo>
                        <a:pt x="67521" y="19711"/>
                      </a:lnTo>
                      <a:lnTo>
                        <a:pt x="67291" y="19606"/>
                      </a:lnTo>
                      <a:lnTo>
                        <a:pt x="67186" y="19711"/>
                      </a:lnTo>
                      <a:lnTo>
                        <a:pt x="67186" y="19773"/>
                      </a:lnTo>
                      <a:lnTo>
                        <a:pt x="67332" y="19773"/>
                      </a:lnTo>
                      <a:lnTo>
                        <a:pt x="67542" y="20087"/>
                      </a:lnTo>
                      <a:lnTo>
                        <a:pt x="67542" y="20380"/>
                      </a:lnTo>
                      <a:lnTo>
                        <a:pt x="67500" y="20464"/>
                      </a:lnTo>
                      <a:lnTo>
                        <a:pt x="67542" y="20548"/>
                      </a:lnTo>
                      <a:lnTo>
                        <a:pt x="67437" y="20569"/>
                      </a:lnTo>
                      <a:lnTo>
                        <a:pt x="67416" y="20778"/>
                      </a:lnTo>
                      <a:lnTo>
                        <a:pt x="67291" y="20924"/>
                      </a:lnTo>
                      <a:lnTo>
                        <a:pt x="67270" y="21175"/>
                      </a:lnTo>
                      <a:lnTo>
                        <a:pt x="67374" y="21385"/>
                      </a:lnTo>
                      <a:lnTo>
                        <a:pt x="67416" y="21761"/>
                      </a:lnTo>
                      <a:lnTo>
                        <a:pt x="67583" y="22033"/>
                      </a:lnTo>
                      <a:lnTo>
                        <a:pt x="67583" y="22242"/>
                      </a:lnTo>
                      <a:lnTo>
                        <a:pt x="67835" y="22807"/>
                      </a:lnTo>
                      <a:lnTo>
                        <a:pt x="68148" y="23414"/>
                      </a:lnTo>
                      <a:lnTo>
                        <a:pt x="68462" y="23916"/>
                      </a:lnTo>
                      <a:lnTo>
                        <a:pt x="68630" y="24063"/>
                      </a:lnTo>
                      <a:lnTo>
                        <a:pt x="68630" y="24251"/>
                      </a:lnTo>
                      <a:lnTo>
                        <a:pt x="69048" y="24732"/>
                      </a:lnTo>
                      <a:lnTo>
                        <a:pt x="69488" y="25527"/>
                      </a:lnTo>
                      <a:lnTo>
                        <a:pt x="69697" y="25632"/>
                      </a:lnTo>
                      <a:lnTo>
                        <a:pt x="69843" y="25632"/>
                      </a:lnTo>
                      <a:lnTo>
                        <a:pt x="69927" y="25590"/>
                      </a:lnTo>
                      <a:lnTo>
                        <a:pt x="69927" y="25590"/>
                      </a:lnTo>
                      <a:lnTo>
                        <a:pt x="69885" y="25695"/>
                      </a:lnTo>
                      <a:lnTo>
                        <a:pt x="69780" y="25737"/>
                      </a:lnTo>
                      <a:lnTo>
                        <a:pt x="69697" y="25737"/>
                      </a:lnTo>
                      <a:lnTo>
                        <a:pt x="69843" y="25988"/>
                      </a:lnTo>
                      <a:lnTo>
                        <a:pt x="70052" y="26469"/>
                      </a:lnTo>
                      <a:lnTo>
                        <a:pt x="70094" y="26678"/>
                      </a:lnTo>
                      <a:lnTo>
                        <a:pt x="70220" y="26867"/>
                      </a:lnTo>
                      <a:lnTo>
                        <a:pt x="70450" y="26887"/>
                      </a:lnTo>
                      <a:lnTo>
                        <a:pt x="70471" y="26971"/>
                      </a:lnTo>
                      <a:lnTo>
                        <a:pt x="70471" y="27076"/>
                      </a:lnTo>
                      <a:lnTo>
                        <a:pt x="70513" y="27159"/>
                      </a:lnTo>
                      <a:lnTo>
                        <a:pt x="70471" y="27285"/>
                      </a:lnTo>
                      <a:lnTo>
                        <a:pt x="70617" y="27034"/>
                      </a:lnTo>
                      <a:lnTo>
                        <a:pt x="70659" y="26762"/>
                      </a:lnTo>
                      <a:lnTo>
                        <a:pt x="70680" y="26741"/>
                      </a:lnTo>
                      <a:lnTo>
                        <a:pt x="70680" y="26636"/>
                      </a:lnTo>
                      <a:lnTo>
                        <a:pt x="70827" y="26511"/>
                      </a:lnTo>
                      <a:lnTo>
                        <a:pt x="70848" y="26406"/>
                      </a:lnTo>
                      <a:lnTo>
                        <a:pt x="70827" y="26343"/>
                      </a:lnTo>
                      <a:lnTo>
                        <a:pt x="70868" y="26239"/>
                      </a:lnTo>
                      <a:lnTo>
                        <a:pt x="70931" y="25988"/>
                      </a:lnTo>
                      <a:lnTo>
                        <a:pt x="70868" y="25883"/>
                      </a:lnTo>
                      <a:lnTo>
                        <a:pt x="70889" y="25695"/>
                      </a:lnTo>
                      <a:lnTo>
                        <a:pt x="70994" y="25611"/>
                      </a:lnTo>
                      <a:lnTo>
                        <a:pt x="70889" y="25507"/>
                      </a:lnTo>
                      <a:lnTo>
                        <a:pt x="70848" y="25527"/>
                      </a:lnTo>
                      <a:lnTo>
                        <a:pt x="70764" y="25507"/>
                      </a:lnTo>
                      <a:lnTo>
                        <a:pt x="70827" y="25423"/>
                      </a:lnTo>
                      <a:lnTo>
                        <a:pt x="70743" y="25276"/>
                      </a:lnTo>
                      <a:lnTo>
                        <a:pt x="70785" y="25297"/>
                      </a:lnTo>
                      <a:lnTo>
                        <a:pt x="70848" y="25255"/>
                      </a:lnTo>
                      <a:lnTo>
                        <a:pt x="70743" y="25151"/>
                      </a:lnTo>
                      <a:lnTo>
                        <a:pt x="70764" y="25067"/>
                      </a:lnTo>
                      <a:lnTo>
                        <a:pt x="70785" y="24942"/>
                      </a:lnTo>
                      <a:lnTo>
                        <a:pt x="70659" y="24942"/>
                      </a:lnTo>
                      <a:lnTo>
                        <a:pt x="70576" y="24879"/>
                      </a:lnTo>
                      <a:lnTo>
                        <a:pt x="70638" y="24774"/>
                      </a:lnTo>
                      <a:lnTo>
                        <a:pt x="70743" y="24879"/>
                      </a:lnTo>
                      <a:lnTo>
                        <a:pt x="70889" y="24732"/>
                      </a:lnTo>
                      <a:lnTo>
                        <a:pt x="70973" y="24753"/>
                      </a:lnTo>
                      <a:lnTo>
                        <a:pt x="71078" y="24649"/>
                      </a:lnTo>
                      <a:lnTo>
                        <a:pt x="71182" y="24565"/>
                      </a:lnTo>
                      <a:lnTo>
                        <a:pt x="71203" y="24586"/>
                      </a:lnTo>
                      <a:lnTo>
                        <a:pt x="71350" y="24628"/>
                      </a:lnTo>
                      <a:lnTo>
                        <a:pt x="71266" y="24523"/>
                      </a:lnTo>
                      <a:lnTo>
                        <a:pt x="71099" y="24439"/>
                      </a:lnTo>
                      <a:lnTo>
                        <a:pt x="71099" y="24314"/>
                      </a:lnTo>
                      <a:lnTo>
                        <a:pt x="70952" y="24230"/>
                      </a:lnTo>
                      <a:lnTo>
                        <a:pt x="70848" y="23895"/>
                      </a:lnTo>
                      <a:lnTo>
                        <a:pt x="70931" y="23602"/>
                      </a:lnTo>
                      <a:lnTo>
                        <a:pt x="70827" y="23498"/>
                      </a:lnTo>
                      <a:lnTo>
                        <a:pt x="70889" y="23414"/>
                      </a:lnTo>
                      <a:lnTo>
                        <a:pt x="70931" y="23268"/>
                      </a:lnTo>
                      <a:lnTo>
                        <a:pt x="71036" y="23058"/>
                      </a:lnTo>
                      <a:lnTo>
                        <a:pt x="71078" y="23372"/>
                      </a:lnTo>
                      <a:lnTo>
                        <a:pt x="71161" y="23393"/>
                      </a:lnTo>
                      <a:lnTo>
                        <a:pt x="71350" y="23289"/>
                      </a:lnTo>
                      <a:lnTo>
                        <a:pt x="71371" y="23330"/>
                      </a:lnTo>
                      <a:lnTo>
                        <a:pt x="71705" y="23205"/>
                      </a:lnTo>
                      <a:lnTo>
                        <a:pt x="71705" y="23058"/>
                      </a:lnTo>
                      <a:lnTo>
                        <a:pt x="71789" y="22975"/>
                      </a:lnTo>
                      <a:lnTo>
                        <a:pt x="71664" y="22891"/>
                      </a:lnTo>
                      <a:lnTo>
                        <a:pt x="71454" y="22598"/>
                      </a:lnTo>
                      <a:lnTo>
                        <a:pt x="71371" y="22598"/>
                      </a:lnTo>
                      <a:lnTo>
                        <a:pt x="71078" y="22159"/>
                      </a:lnTo>
                      <a:lnTo>
                        <a:pt x="71078" y="22054"/>
                      </a:lnTo>
                      <a:lnTo>
                        <a:pt x="70994" y="21970"/>
                      </a:lnTo>
                      <a:lnTo>
                        <a:pt x="70973" y="21594"/>
                      </a:lnTo>
                      <a:lnTo>
                        <a:pt x="70994" y="21531"/>
                      </a:lnTo>
                      <a:lnTo>
                        <a:pt x="70952" y="21343"/>
                      </a:lnTo>
                      <a:lnTo>
                        <a:pt x="71036" y="21217"/>
                      </a:lnTo>
                      <a:lnTo>
                        <a:pt x="71036" y="21092"/>
                      </a:lnTo>
                      <a:lnTo>
                        <a:pt x="70889" y="21113"/>
                      </a:lnTo>
                      <a:lnTo>
                        <a:pt x="70868" y="21029"/>
                      </a:lnTo>
                      <a:lnTo>
                        <a:pt x="70973" y="20882"/>
                      </a:lnTo>
                      <a:lnTo>
                        <a:pt x="71078" y="20841"/>
                      </a:lnTo>
                      <a:lnTo>
                        <a:pt x="71078" y="20778"/>
                      </a:lnTo>
                      <a:lnTo>
                        <a:pt x="71078" y="20757"/>
                      </a:lnTo>
                      <a:lnTo>
                        <a:pt x="71161" y="20673"/>
                      </a:lnTo>
                      <a:lnTo>
                        <a:pt x="71182" y="20778"/>
                      </a:lnTo>
                      <a:lnTo>
                        <a:pt x="71182" y="20903"/>
                      </a:lnTo>
                      <a:lnTo>
                        <a:pt x="71140" y="21029"/>
                      </a:lnTo>
                      <a:lnTo>
                        <a:pt x="71140" y="21196"/>
                      </a:lnTo>
                      <a:lnTo>
                        <a:pt x="71308" y="21238"/>
                      </a:lnTo>
                      <a:lnTo>
                        <a:pt x="71475" y="21343"/>
                      </a:lnTo>
                      <a:lnTo>
                        <a:pt x="71559" y="21322"/>
                      </a:lnTo>
                      <a:lnTo>
                        <a:pt x="71559" y="21154"/>
                      </a:lnTo>
                      <a:lnTo>
                        <a:pt x="71601" y="21092"/>
                      </a:lnTo>
                      <a:lnTo>
                        <a:pt x="71496" y="20903"/>
                      </a:lnTo>
                      <a:lnTo>
                        <a:pt x="71245" y="20673"/>
                      </a:lnTo>
                      <a:lnTo>
                        <a:pt x="71245" y="20401"/>
                      </a:lnTo>
                      <a:lnTo>
                        <a:pt x="71099" y="20359"/>
                      </a:lnTo>
                      <a:lnTo>
                        <a:pt x="71078" y="20317"/>
                      </a:lnTo>
                      <a:lnTo>
                        <a:pt x="71057" y="20380"/>
                      </a:lnTo>
                      <a:lnTo>
                        <a:pt x="70973" y="20464"/>
                      </a:lnTo>
                      <a:lnTo>
                        <a:pt x="70973" y="20506"/>
                      </a:lnTo>
                      <a:lnTo>
                        <a:pt x="70931" y="20569"/>
                      </a:lnTo>
                      <a:lnTo>
                        <a:pt x="70785" y="20485"/>
                      </a:lnTo>
                      <a:lnTo>
                        <a:pt x="70785" y="20276"/>
                      </a:lnTo>
                      <a:lnTo>
                        <a:pt x="70722" y="20150"/>
                      </a:lnTo>
                      <a:lnTo>
                        <a:pt x="70617" y="19941"/>
                      </a:lnTo>
                      <a:lnTo>
                        <a:pt x="70680" y="19836"/>
                      </a:lnTo>
                      <a:lnTo>
                        <a:pt x="70743" y="19794"/>
                      </a:lnTo>
                      <a:lnTo>
                        <a:pt x="70722" y="19690"/>
                      </a:lnTo>
                      <a:lnTo>
                        <a:pt x="70785" y="19585"/>
                      </a:lnTo>
                      <a:lnTo>
                        <a:pt x="70722" y="19522"/>
                      </a:lnTo>
                      <a:lnTo>
                        <a:pt x="70743" y="19439"/>
                      </a:lnTo>
                      <a:lnTo>
                        <a:pt x="70743" y="19334"/>
                      </a:lnTo>
                      <a:lnTo>
                        <a:pt x="70659" y="19271"/>
                      </a:lnTo>
                      <a:lnTo>
                        <a:pt x="70555" y="19313"/>
                      </a:lnTo>
                      <a:lnTo>
                        <a:pt x="70366" y="19146"/>
                      </a:lnTo>
                      <a:lnTo>
                        <a:pt x="70241" y="19146"/>
                      </a:lnTo>
                      <a:lnTo>
                        <a:pt x="70157" y="19229"/>
                      </a:lnTo>
                      <a:lnTo>
                        <a:pt x="70157" y="19313"/>
                      </a:lnTo>
                      <a:lnTo>
                        <a:pt x="70304" y="19460"/>
                      </a:lnTo>
                      <a:lnTo>
                        <a:pt x="70262" y="19564"/>
                      </a:lnTo>
                      <a:lnTo>
                        <a:pt x="70220" y="19627"/>
                      </a:lnTo>
                      <a:lnTo>
                        <a:pt x="70094" y="19564"/>
                      </a:lnTo>
                      <a:lnTo>
                        <a:pt x="69927" y="19355"/>
                      </a:lnTo>
                      <a:lnTo>
                        <a:pt x="69822" y="19250"/>
                      </a:lnTo>
                      <a:lnTo>
                        <a:pt x="69739" y="19208"/>
                      </a:lnTo>
                      <a:lnTo>
                        <a:pt x="69801" y="19146"/>
                      </a:lnTo>
                      <a:lnTo>
                        <a:pt x="69697" y="18936"/>
                      </a:lnTo>
                      <a:lnTo>
                        <a:pt x="69697" y="18811"/>
                      </a:lnTo>
                      <a:lnTo>
                        <a:pt x="69697" y="18727"/>
                      </a:lnTo>
                      <a:lnTo>
                        <a:pt x="69634" y="18623"/>
                      </a:lnTo>
                      <a:lnTo>
                        <a:pt x="69697" y="18539"/>
                      </a:lnTo>
                      <a:lnTo>
                        <a:pt x="69634" y="18372"/>
                      </a:lnTo>
                      <a:lnTo>
                        <a:pt x="69718" y="18267"/>
                      </a:lnTo>
                      <a:lnTo>
                        <a:pt x="69718" y="18162"/>
                      </a:lnTo>
                      <a:lnTo>
                        <a:pt x="69739" y="18037"/>
                      </a:lnTo>
                      <a:lnTo>
                        <a:pt x="69739" y="17890"/>
                      </a:lnTo>
                      <a:lnTo>
                        <a:pt x="69697" y="17932"/>
                      </a:lnTo>
                      <a:lnTo>
                        <a:pt x="69592" y="17786"/>
                      </a:lnTo>
                      <a:lnTo>
                        <a:pt x="69613" y="17744"/>
                      </a:lnTo>
                      <a:lnTo>
                        <a:pt x="69697" y="17723"/>
                      </a:lnTo>
                      <a:lnTo>
                        <a:pt x="69801" y="17786"/>
                      </a:lnTo>
                      <a:lnTo>
                        <a:pt x="69801" y="17744"/>
                      </a:lnTo>
                      <a:lnTo>
                        <a:pt x="69718" y="17660"/>
                      </a:lnTo>
                      <a:lnTo>
                        <a:pt x="69634" y="17576"/>
                      </a:lnTo>
                      <a:lnTo>
                        <a:pt x="69676" y="17514"/>
                      </a:lnTo>
                      <a:lnTo>
                        <a:pt x="69718" y="17514"/>
                      </a:lnTo>
                      <a:lnTo>
                        <a:pt x="69697" y="17430"/>
                      </a:lnTo>
                      <a:lnTo>
                        <a:pt x="69613" y="17346"/>
                      </a:lnTo>
                      <a:lnTo>
                        <a:pt x="69488" y="17325"/>
                      </a:lnTo>
                      <a:lnTo>
                        <a:pt x="69467" y="17242"/>
                      </a:lnTo>
                      <a:lnTo>
                        <a:pt x="69508" y="17221"/>
                      </a:lnTo>
                      <a:lnTo>
                        <a:pt x="69488" y="17074"/>
                      </a:lnTo>
                      <a:lnTo>
                        <a:pt x="69383" y="16970"/>
                      </a:lnTo>
                      <a:lnTo>
                        <a:pt x="69404" y="16886"/>
                      </a:lnTo>
                      <a:lnTo>
                        <a:pt x="69425" y="16781"/>
                      </a:lnTo>
                      <a:lnTo>
                        <a:pt x="69488" y="16719"/>
                      </a:lnTo>
                      <a:lnTo>
                        <a:pt x="69404" y="16614"/>
                      </a:lnTo>
                      <a:lnTo>
                        <a:pt x="69425" y="16530"/>
                      </a:lnTo>
                      <a:lnTo>
                        <a:pt x="69508" y="16530"/>
                      </a:lnTo>
                      <a:lnTo>
                        <a:pt x="69613" y="16593"/>
                      </a:lnTo>
                      <a:lnTo>
                        <a:pt x="69697" y="16572"/>
                      </a:lnTo>
                      <a:lnTo>
                        <a:pt x="69739" y="16405"/>
                      </a:lnTo>
                      <a:lnTo>
                        <a:pt x="69822" y="16405"/>
                      </a:lnTo>
                      <a:lnTo>
                        <a:pt x="69885" y="16488"/>
                      </a:lnTo>
                      <a:lnTo>
                        <a:pt x="69927" y="16488"/>
                      </a:lnTo>
                      <a:lnTo>
                        <a:pt x="70011" y="16614"/>
                      </a:lnTo>
                      <a:lnTo>
                        <a:pt x="70136" y="16363"/>
                      </a:lnTo>
                      <a:lnTo>
                        <a:pt x="70011" y="16300"/>
                      </a:lnTo>
                      <a:lnTo>
                        <a:pt x="70032" y="16195"/>
                      </a:lnTo>
                      <a:lnTo>
                        <a:pt x="70115" y="16154"/>
                      </a:lnTo>
                      <a:lnTo>
                        <a:pt x="70241" y="15903"/>
                      </a:lnTo>
                      <a:lnTo>
                        <a:pt x="70241" y="15777"/>
                      </a:lnTo>
                      <a:lnTo>
                        <a:pt x="70324" y="15882"/>
                      </a:lnTo>
                      <a:lnTo>
                        <a:pt x="70429" y="15944"/>
                      </a:lnTo>
                      <a:lnTo>
                        <a:pt x="70429" y="16070"/>
                      </a:lnTo>
                      <a:lnTo>
                        <a:pt x="70555" y="16426"/>
                      </a:lnTo>
                      <a:lnTo>
                        <a:pt x="70638" y="16509"/>
                      </a:lnTo>
                      <a:lnTo>
                        <a:pt x="70680" y="16468"/>
                      </a:lnTo>
                      <a:lnTo>
                        <a:pt x="70722" y="16154"/>
                      </a:lnTo>
                      <a:lnTo>
                        <a:pt x="70743" y="16049"/>
                      </a:lnTo>
                      <a:lnTo>
                        <a:pt x="70722" y="15903"/>
                      </a:lnTo>
                      <a:lnTo>
                        <a:pt x="70785" y="15798"/>
                      </a:lnTo>
                      <a:lnTo>
                        <a:pt x="70722" y="15651"/>
                      </a:lnTo>
                      <a:lnTo>
                        <a:pt x="70827" y="15693"/>
                      </a:lnTo>
                      <a:lnTo>
                        <a:pt x="70889" y="15631"/>
                      </a:lnTo>
                      <a:lnTo>
                        <a:pt x="70952" y="15421"/>
                      </a:lnTo>
                      <a:lnTo>
                        <a:pt x="71057" y="15421"/>
                      </a:lnTo>
                      <a:lnTo>
                        <a:pt x="71182" y="15254"/>
                      </a:lnTo>
                      <a:lnTo>
                        <a:pt x="71308" y="15233"/>
                      </a:lnTo>
                      <a:lnTo>
                        <a:pt x="71371" y="15275"/>
                      </a:lnTo>
                      <a:lnTo>
                        <a:pt x="71559" y="15149"/>
                      </a:lnTo>
                      <a:lnTo>
                        <a:pt x="71705" y="15170"/>
                      </a:lnTo>
                      <a:lnTo>
                        <a:pt x="72019" y="15359"/>
                      </a:lnTo>
                      <a:lnTo>
                        <a:pt x="72040" y="15463"/>
                      </a:lnTo>
                      <a:lnTo>
                        <a:pt x="72124" y="15484"/>
                      </a:lnTo>
                      <a:lnTo>
                        <a:pt x="72229" y="15463"/>
                      </a:lnTo>
                      <a:lnTo>
                        <a:pt x="72291" y="15484"/>
                      </a:lnTo>
                      <a:lnTo>
                        <a:pt x="72229" y="15547"/>
                      </a:lnTo>
                      <a:lnTo>
                        <a:pt x="72396" y="15714"/>
                      </a:lnTo>
                      <a:lnTo>
                        <a:pt x="72438" y="15672"/>
                      </a:lnTo>
                      <a:lnTo>
                        <a:pt x="72542" y="15777"/>
                      </a:lnTo>
                      <a:lnTo>
                        <a:pt x="72668" y="15756"/>
                      </a:lnTo>
                      <a:lnTo>
                        <a:pt x="72752" y="15777"/>
                      </a:lnTo>
                      <a:lnTo>
                        <a:pt x="72752" y="15672"/>
                      </a:lnTo>
                      <a:lnTo>
                        <a:pt x="72647" y="15526"/>
                      </a:lnTo>
                      <a:lnTo>
                        <a:pt x="72710" y="15442"/>
                      </a:lnTo>
                      <a:lnTo>
                        <a:pt x="72668" y="15359"/>
                      </a:lnTo>
                      <a:lnTo>
                        <a:pt x="72605" y="15338"/>
                      </a:lnTo>
                      <a:lnTo>
                        <a:pt x="72605" y="15233"/>
                      </a:lnTo>
                      <a:lnTo>
                        <a:pt x="72668" y="15128"/>
                      </a:lnTo>
                      <a:lnTo>
                        <a:pt x="72731" y="14856"/>
                      </a:lnTo>
                      <a:lnTo>
                        <a:pt x="72814" y="14647"/>
                      </a:lnTo>
                      <a:lnTo>
                        <a:pt x="72773" y="14543"/>
                      </a:lnTo>
                      <a:lnTo>
                        <a:pt x="72919" y="14375"/>
                      </a:lnTo>
                      <a:lnTo>
                        <a:pt x="72856" y="14291"/>
                      </a:lnTo>
                      <a:lnTo>
                        <a:pt x="72940" y="14229"/>
                      </a:lnTo>
                      <a:lnTo>
                        <a:pt x="72856" y="14061"/>
                      </a:lnTo>
                      <a:lnTo>
                        <a:pt x="72773" y="13999"/>
                      </a:lnTo>
                      <a:lnTo>
                        <a:pt x="72773" y="13957"/>
                      </a:lnTo>
                      <a:lnTo>
                        <a:pt x="72940" y="13957"/>
                      </a:lnTo>
                      <a:lnTo>
                        <a:pt x="72982" y="13810"/>
                      </a:lnTo>
                      <a:lnTo>
                        <a:pt x="72814" y="13747"/>
                      </a:lnTo>
                      <a:lnTo>
                        <a:pt x="72752" y="13643"/>
                      </a:lnTo>
                      <a:lnTo>
                        <a:pt x="72835" y="13601"/>
                      </a:lnTo>
                      <a:lnTo>
                        <a:pt x="72877" y="13664"/>
                      </a:lnTo>
                      <a:lnTo>
                        <a:pt x="72961" y="13643"/>
                      </a:lnTo>
                      <a:lnTo>
                        <a:pt x="72982" y="13559"/>
                      </a:lnTo>
                      <a:lnTo>
                        <a:pt x="72940" y="13475"/>
                      </a:lnTo>
                      <a:lnTo>
                        <a:pt x="73065" y="13371"/>
                      </a:lnTo>
                      <a:lnTo>
                        <a:pt x="73065" y="13287"/>
                      </a:lnTo>
                      <a:lnTo>
                        <a:pt x="72982" y="13224"/>
                      </a:lnTo>
                      <a:lnTo>
                        <a:pt x="73065" y="13162"/>
                      </a:lnTo>
                      <a:lnTo>
                        <a:pt x="73149" y="13182"/>
                      </a:lnTo>
                      <a:lnTo>
                        <a:pt x="73191" y="13078"/>
                      </a:lnTo>
                      <a:lnTo>
                        <a:pt x="73233" y="13036"/>
                      </a:lnTo>
                      <a:lnTo>
                        <a:pt x="73170" y="12973"/>
                      </a:lnTo>
                      <a:lnTo>
                        <a:pt x="73275" y="12952"/>
                      </a:lnTo>
                      <a:lnTo>
                        <a:pt x="73400" y="12827"/>
                      </a:lnTo>
                      <a:lnTo>
                        <a:pt x="73358" y="12743"/>
                      </a:lnTo>
                      <a:lnTo>
                        <a:pt x="73379" y="12638"/>
                      </a:lnTo>
                      <a:lnTo>
                        <a:pt x="73421" y="12722"/>
                      </a:lnTo>
                      <a:lnTo>
                        <a:pt x="73526" y="12618"/>
                      </a:lnTo>
                      <a:lnTo>
                        <a:pt x="73463" y="12450"/>
                      </a:lnTo>
                      <a:lnTo>
                        <a:pt x="73463" y="12304"/>
                      </a:lnTo>
                      <a:lnTo>
                        <a:pt x="73568" y="12304"/>
                      </a:lnTo>
                      <a:lnTo>
                        <a:pt x="73589" y="12325"/>
                      </a:lnTo>
                      <a:lnTo>
                        <a:pt x="73651" y="12283"/>
                      </a:lnTo>
                      <a:lnTo>
                        <a:pt x="73819" y="12074"/>
                      </a:lnTo>
                      <a:lnTo>
                        <a:pt x="73756" y="12032"/>
                      </a:lnTo>
                      <a:lnTo>
                        <a:pt x="73756" y="11927"/>
                      </a:lnTo>
                      <a:lnTo>
                        <a:pt x="73861" y="11927"/>
                      </a:lnTo>
                      <a:lnTo>
                        <a:pt x="74070" y="11760"/>
                      </a:lnTo>
                      <a:lnTo>
                        <a:pt x="73986" y="11697"/>
                      </a:lnTo>
                      <a:lnTo>
                        <a:pt x="74028" y="11655"/>
                      </a:lnTo>
                      <a:lnTo>
                        <a:pt x="74174" y="11655"/>
                      </a:lnTo>
                      <a:lnTo>
                        <a:pt x="74342" y="11550"/>
                      </a:lnTo>
                      <a:lnTo>
                        <a:pt x="74300" y="11467"/>
                      </a:lnTo>
                      <a:lnTo>
                        <a:pt x="74321" y="11404"/>
                      </a:lnTo>
                      <a:lnTo>
                        <a:pt x="74405" y="11467"/>
                      </a:lnTo>
                      <a:lnTo>
                        <a:pt x="74426" y="11571"/>
                      </a:lnTo>
                      <a:lnTo>
                        <a:pt x="74530" y="11592"/>
                      </a:lnTo>
                      <a:lnTo>
                        <a:pt x="74614" y="11550"/>
                      </a:lnTo>
                      <a:lnTo>
                        <a:pt x="74739" y="11613"/>
                      </a:lnTo>
                      <a:lnTo>
                        <a:pt x="75158" y="11613"/>
                      </a:lnTo>
                      <a:lnTo>
                        <a:pt x="75242" y="11676"/>
                      </a:lnTo>
                      <a:lnTo>
                        <a:pt x="75283" y="11655"/>
                      </a:lnTo>
                      <a:lnTo>
                        <a:pt x="75242" y="11488"/>
                      </a:lnTo>
                      <a:lnTo>
                        <a:pt x="75137" y="11404"/>
                      </a:lnTo>
                      <a:lnTo>
                        <a:pt x="75137" y="11362"/>
                      </a:lnTo>
                      <a:lnTo>
                        <a:pt x="75221" y="11341"/>
                      </a:lnTo>
                      <a:lnTo>
                        <a:pt x="75221" y="10986"/>
                      </a:lnTo>
                      <a:lnTo>
                        <a:pt x="75053" y="10755"/>
                      </a:lnTo>
                      <a:lnTo>
                        <a:pt x="74928" y="10734"/>
                      </a:lnTo>
                      <a:lnTo>
                        <a:pt x="74760" y="10525"/>
                      </a:lnTo>
                      <a:lnTo>
                        <a:pt x="74844" y="10442"/>
                      </a:lnTo>
                      <a:lnTo>
                        <a:pt x="74677" y="10316"/>
                      </a:lnTo>
                      <a:lnTo>
                        <a:pt x="74426" y="10253"/>
                      </a:lnTo>
                      <a:lnTo>
                        <a:pt x="74153" y="10086"/>
                      </a:lnTo>
                      <a:lnTo>
                        <a:pt x="74049" y="9918"/>
                      </a:lnTo>
                      <a:lnTo>
                        <a:pt x="74028" y="10023"/>
                      </a:lnTo>
                      <a:lnTo>
                        <a:pt x="73944" y="10002"/>
                      </a:lnTo>
                      <a:lnTo>
                        <a:pt x="73902" y="10023"/>
                      </a:lnTo>
                      <a:lnTo>
                        <a:pt x="73881" y="10149"/>
                      </a:lnTo>
                      <a:lnTo>
                        <a:pt x="73735" y="10190"/>
                      </a:lnTo>
                      <a:lnTo>
                        <a:pt x="73693" y="10107"/>
                      </a:lnTo>
                      <a:lnTo>
                        <a:pt x="73693" y="9981"/>
                      </a:lnTo>
                      <a:lnTo>
                        <a:pt x="73819" y="9897"/>
                      </a:lnTo>
                      <a:lnTo>
                        <a:pt x="73735" y="9793"/>
                      </a:lnTo>
                      <a:lnTo>
                        <a:pt x="73777" y="9730"/>
                      </a:lnTo>
                      <a:lnTo>
                        <a:pt x="73840" y="9730"/>
                      </a:lnTo>
                      <a:lnTo>
                        <a:pt x="73923" y="9814"/>
                      </a:lnTo>
                      <a:lnTo>
                        <a:pt x="73693" y="9458"/>
                      </a:lnTo>
                      <a:lnTo>
                        <a:pt x="73526" y="9312"/>
                      </a:lnTo>
                      <a:lnTo>
                        <a:pt x="73526" y="9479"/>
                      </a:lnTo>
                      <a:lnTo>
                        <a:pt x="73526" y="9521"/>
                      </a:lnTo>
                      <a:lnTo>
                        <a:pt x="73463" y="9521"/>
                      </a:lnTo>
                      <a:lnTo>
                        <a:pt x="73254" y="9312"/>
                      </a:lnTo>
                      <a:lnTo>
                        <a:pt x="73254" y="9207"/>
                      </a:lnTo>
                      <a:lnTo>
                        <a:pt x="73358" y="9249"/>
                      </a:lnTo>
                      <a:lnTo>
                        <a:pt x="73296" y="9144"/>
                      </a:lnTo>
                      <a:lnTo>
                        <a:pt x="73003" y="8893"/>
                      </a:lnTo>
                      <a:lnTo>
                        <a:pt x="72961" y="8893"/>
                      </a:lnTo>
                      <a:lnTo>
                        <a:pt x="72982" y="8977"/>
                      </a:lnTo>
                      <a:lnTo>
                        <a:pt x="72940" y="9081"/>
                      </a:lnTo>
                      <a:lnTo>
                        <a:pt x="72773" y="9102"/>
                      </a:lnTo>
                      <a:lnTo>
                        <a:pt x="72647" y="8977"/>
                      </a:lnTo>
                      <a:lnTo>
                        <a:pt x="72521" y="8956"/>
                      </a:lnTo>
                      <a:lnTo>
                        <a:pt x="72375" y="8726"/>
                      </a:lnTo>
                      <a:lnTo>
                        <a:pt x="72375" y="8642"/>
                      </a:lnTo>
                      <a:lnTo>
                        <a:pt x="72312" y="8579"/>
                      </a:lnTo>
                      <a:lnTo>
                        <a:pt x="72208" y="8621"/>
                      </a:lnTo>
                      <a:lnTo>
                        <a:pt x="72019" y="8768"/>
                      </a:lnTo>
                      <a:lnTo>
                        <a:pt x="72019" y="8830"/>
                      </a:lnTo>
                      <a:lnTo>
                        <a:pt x="71915" y="8789"/>
                      </a:lnTo>
                      <a:lnTo>
                        <a:pt x="71831" y="8851"/>
                      </a:lnTo>
                      <a:lnTo>
                        <a:pt x="71831" y="9081"/>
                      </a:lnTo>
                      <a:lnTo>
                        <a:pt x="71894" y="9144"/>
                      </a:lnTo>
                      <a:lnTo>
                        <a:pt x="71894" y="9144"/>
                      </a:lnTo>
                      <a:lnTo>
                        <a:pt x="71789" y="9081"/>
                      </a:lnTo>
                      <a:lnTo>
                        <a:pt x="71705" y="8872"/>
                      </a:lnTo>
                      <a:lnTo>
                        <a:pt x="71747" y="8726"/>
                      </a:lnTo>
                      <a:lnTo>
                        <a:pt x="71580" y="8621"/>
                      </a:lnTo>
                      <a:lnTo>
                        <a:pt x="71517" y="8454"/>
                      </a:lnTo>
                      <a:lnTo>
                        <a:pt x="71475" y="8454"/>
                      </a:lnTo>
                      <a:lnTo>
                        <a:pt x="71580" y="8433"/>
                      </a:lnTo>
                      <a:lnTo>
                        <a:pt x="71685" y="8558"/>
                      </a:lnTo>
                      <a:lnTo>
                        <a:pt x="71685" y="8433"/>
                      </a:lnTo>
                      <a:lnTo>
                        <a:pt x="71810" y="8433"/>
                      </a:lnTo>
                      <a:lnTo>
                        <a:pt x="71915" y="8475"/>
                      </a:lnTo>
                      <a:lnTo>
                        <a:pt x="72061" y="8370"/>
                      </a:lnTo>
                      <a:lnTo>
                        <a:pt x="72019" y="8265"/>
                      </a:lnTo>
                      <a:lnTo>
                        <a:pt x="71705" y="8140"/>
                      </a:lnTo>
                      <a:lnTo>
                        <a:pt x="71622" y="8265"/>
                      </a:lnTo>
                      <a:lnTo>
                        <a:pt x="71475" y="8265"/>
                      </a:lnTo>
                      <a:lnTo>
                        <a:pt x="71329" y="8224"/>
                      </a:lnTo>
                      <a:lnTo>
                        <a:pt x="71475" y="8224"/>
                      </a:lnTo>
                      <a:lnTo>
                        <a:pt x="71580" y="8098"/>
                      </a:lnTo>
                      <a:lnTo>
                        <a:pt x="71685" y="8056"/>
                      </a:lnTo>
                      <a:lnTo>
                        <a:pt x="71789" y="8119"/>
                      </a:lnTo>
                      <a:lnTo>
                        <a:pt x="71936" y="8140"/>
                      </a:lnTo>
                      <a:lnTo>
                        <a:pt x="72061" y="8245"/>
                      </a:lnTo>
                      <a:lnTo>
                        <a:pt x="72229" y="8433"/>
                      </a:lnTo>
                      <a:lnTo>
                        <a:pt x="72354" y="8433"/>
                      </a:lnTo>
                      <a:lnTo>
                        <a:pt x="72417" y="8537"/>
                      </a:lnTo>
                      <a:lnTo>
                        <a:pt x="72480" y="8558"/>
                      </a:lnTo>
                      <a:lnTo>
                        <a:pt x="72626" y="8475"/>
                      </a:lnTo>
                      <a:lnTo>
                        <a:pt x="72668" y="8558"/>
                      </a:lnTo>
                      <a:lnTo>
                        <a:pt x="72940" y="8349"/>
                      </a:lnTo>
                      <a:lnTo>
                        <a:pt x="72961" y="8391"/>
                      </a:lnTo>
                      <a:lnTo>
                        <a:pt x="72940" y="8496"/>
                      </a:lnTo>
                      <a:lnTo>
                        <a:pt x="73045" y="8433"/>
                      </a:lnTo>
                      <a:lnTo>
                        <a:pt x="73045" y="8286"/>
                      </a:lnTo>
                      <a:lnTo>
                        <a:pt x="73170" y="8077"/>
                      </a:lnTo>
                      <a:lnTo>
                        <a:pt x="73149" y="8014"/>
                      </a:lnTo>
                      <a:lnTo>
                        <a:pt x="73149" y="7847"/>
                      </a:lnTo>
                      <a:lnTo>
                        <a:pt x="73086" y="7617"/>
                      </a:lnTo>
                      <a:lnTo>
                        <a:pt x="73191" y="7240"/>
                      </a:lnTo>
                      <a:lnTo>
                        <a:pt x="73191" y="7010"/>
                      </a:lnTo>
                      <a:lnTo>
                        <a:pt x="73086" y="6884"/>
                      </a:lnTo>
                      <a:lnTo>
                        <a:pt x="73045" y="6759"/>
                      </a:lnTo>
                      <a:lnTo>
                        <a:pt x="72877" y="6612"/>
                      </a:lnTo>
                      <a:lnTo>
                        <a:pt x="72793" y="6445"/>
                      </a:lnTo>
                      <a:lnTo>
                        <a:pt x="72856" y="6445"/>
                      </a:lnTo>
                      <a:lnTo>
                        <a:pt x="72961" y="6571"/>
                      </a:lnTo>
                      <a:lnTo>
                        <a:pt x="72982" y="6571"/>
                      </a:lnTo>
                      <a:lnTo>
                        <a:pt x="72940" y="6403"/>
                      </a:lnTo>
                      <a:lnTo>
                        <a:pt x="72773" y="6340"/>
                      </a:lnTo>
                      <a:lnTo>
                        <a:pt x="72647" y="6382"/>
                      </a:lnTo>
                      <a:lnTo>
                        <a:pt x="72417" y="6340"/>
                      </a:lnTo>
                      <a:lnTo>
                        <a:pt x="72103" y="5943"/>
                      </a:lnTo>
                      <a:lnTo>
                        <a:pt x="72019" y="5880"/>
                      </a:lnTo>
                      <a:lnTo>
                        <a:pt x="72040" y="5817"/>
                      </a:lnTo>
                      <a:lnTo>
                        <a:pt x="72208" y="5817"/>
                      </a:lnTo>
                      <a:lnTo>
                        <a:pt x="72249" y="5671"/>
                      </a:lnTo>
                      <a:lnTo>
                        <a:pt x="72166" y="5608"/>
                      </a:lnTo>
                      <a:lnTo>
                        <a:pt x="72040" y="5608"/>
                      </a:lnTo>
                      <a:lnTo>
                        <a:pt x="71998" y="5545"/>
                      </a:lnTo>
                      <a:lnTo>
                        <a:pt x="72061" y="5504"/>
                      </a:lnTo>
                      <a:lnTo>
                        <a:pt x="72019" y="5336"/>
                      </a:lnTo>
                      <a:lnTo>
                        <a:pt x="72040" y="5315"/>
                      </a:lnTo>
                      <a:lnTo>
                        <a:pt x="72166" y="5462"/>
                      </a:lnTo>
                      <a:lnTo>
                        <a:pt x="72354" y="5566"/>
                      </a:lnTo>
                      <a:lnTo>
                        <a:pt x="72375" y="5504"/>
                      </a:lnTo>
                      <a:lnTo>
                        <a:pt x="72312" y="5420"/>
                      </a:lnTo>
                      <a:lnTo>
                        <a:pt x="72312" y="5315"/>
                      </a:lnTo>
                      <a:lnTo>
                        <a:pt x="72270" y="5232"/>
                      </a:lnTo>
                      <a:lnTo>
                        <a:pt x="72333" y="5190"/>
                      </a:lnTo>
                      <a:lnTo>
                        <a:pt x="72375" y="5252"/>
                      </a:lnTo>
                      <a:lnTo>
                        <a:pt x="72417" y="5336"/>
                      </a:lnTo>
                      <a:lnTo>
                        <a:pt x="72521" y="5357"/>
                      </a:lnTo>
                      <a:lnTo>
                        <a:pt x="72563" y="5650"/>
                      </a:lnTo>
                      <a:lnTo>
                        <a:pt x="72542" y="5734"/>
                      </a:lnTo>
                      <a:lnTo>
                        <a:pt x="72835" y="5943"/>
                      </a:lnTo>
                      <a:lnTo>
                        <a:pt x="72940" y="5880"/>
                      </a:lnTo>
                      <a:lnTo>
                        <a:pt x="73065" y="5943"/>
                      </a:lnTo>
                      <a:lnTo>
                        <a:pt x="73065" y="6152"/>
                      </a:lnTo>
                      <a:lnTo>
                        <a:pt x="73170" y="6152"/>
                      </a:lnTo>
                      <a:lnTo>
                        <a:pt x="73379" y="5859"/>
                      </a:lnTo>
                      <a:lnTo>
                        <a:pt x="73421" y="5734"/>
                      </a:lnTo>
                      <a:lnTo>
                        <a:pt x="73379" y="5608"/>
                      </a:lnTo>
                      <a:lnTo>
                        <a:pt x="73400" y="5357"/>
                      </a:lnTo>
                      <a:lnTo>
                        <a:pt x="73379" y="5252"/>
                      </a:lnTo>
                      <a:lnTo>
                        <a:pt x="73421" y="5357"/>
                      </a:lnTo>
                      <a:lnTo>
                        <a:pt x="73421" y="5524"/>
                      </a:lnTo>
                      <a:lnTo>
                        <a:pt x="73505" y="5524"/>
                      </a:lnTo>
                      <a:lnTo>
                        <a:pt x="73609" y="5420"/>
                      </a:lnTo>
                      <a:lnTo>
                        <a:pt x="73798" y="5357"/>
                      </a:lnTo>
                      <a:lnTo>
                        <a:pt x="73819" y="5232"/>
                      </a:lnTo>
                      <a:lnTo>
                        <a:pt x="74007" y="5294"/>
                      </a:lnTo>
                      <a:lnTo>
                        <a:pt x="73986" y="5336"/>
                      </a:lnTo>
                      <a:lnTo>
                        <a:pt x="74007" y="5399"/>
                      </a:lnTo>
                      <a:lnTo>
                        <a:pt x="74300" y="5608"/>
                      </a:lnTo>
                      <a:lnTo>
                        <a:pt x="74342" y="5629"/>
                      </a:lnTo>
                      <a:lnTo>
                        <a:pt x="74405" y="5776"/>
                      </a:lnTo>
                      <a:lnTo>
                        <a:pt x="74405" y="5838"/>
                      </a:lnTo>
                      <a:lnTo>
                        <a:pt x="74446" y="5859"/>
                      </a:lnTo>
                      <a:lnTo>
                        <a:pt x="74698" y="5817"/>
                      </a:lnTo>
                      <a:lnTo>
                        <a:pt x="74739" y="5838"/>
                      </a:lnTo>
                      <a:lnTo>
                        <a:pt x="74739" y="5880"/>
                      </a:lnTo>
                      <a:lnTo>
                        <a:pt x="74760" y="5880"/>
                      </a:lnTo>
                      <a:lnTo>
                        <a:pt x="74865" y="5776"/>
                      </a:lnTo>
                      <a:lnTo>
                        <a:pt x="74823" y="5671"/>
                      </a:lnTo>
                      <a:lnTo>
                        <a:pt x="74844" y="5650"/>
                      </a:lnTo>
                      <a:lnTo>
                        <a:pt x="74928" y="5650"/>
                      </a:lnTo>
                      <a:lnTo>
                        <a:pt x="74886" y="5504"/>
                      </a:lnTo>
                      <a:lnTo>
                        <a:pt x="74970" y="5524"/>
                      </a:lnTo>
                      <a:lnTo>
                        <a:pt x="75032" y="5608"/>
                      </a:lnTo>
                      <a:lnTo>
                        <a:pt x="74990" y="5671"/>
                      </a:lnTo>
                      <a:lnTo>
                        <a:pt x="75095" y="5671"/>
                      </a:lnTo>
                      <a:lnTo>
                        <a:pt x="75200" y="5629"/>
                      </a:lnTo>
                      <a:lnTo>
                        <a:pt x="75472" y="5650"/>
                      </a:lnTo>
                      <a:lnTo>
                        <a:pt x="75555" y="5713"/>
                      </a:lnTo>
                      <a:lnTo>
                        <a:pt x="75618" y="5713"/>
                      </a:lnTo>
                      <a:lnTo>
                        <a:pt x="75660" y="5755"/>
                      </a:lnTo>
                      <a:lnTo>
                        <a:pt x="75702" y="5755"/>
                      </a:lnTo>
                      <a:lnTo>
                        <a:pt x="75786" y="5671"/>
                      </a:lnTo>
                      <a:lnTo>
                        <a:pt x="75723" y="5462"/>
                      </a:lnTo>
                      <a:lnTo>
                        <a:pt x="75786" y="5504"/>
                      </a:lnTo>
                      <a:lnTo>
                        <a:pt x="75911" y="5671"/>
                      </a:lnTo>
                      <a:lnTo>
                        <a:pt x="76078" y="5608"/>
                      </a:lnTo>
                      <a:lnTo>
                        <a:pt x="76078" y="5524"/>
                      </a:lnTo>
                      <a:lnTo>
                        <a:pt x="75995" y="5357"/>
                      </a:lnTo>
                      <a:lnTo>
                        <a:pt x="75869" y="5378"/>
                      </a:lnTo>
                      <a:lnTo>
                        <a:pt x="75744" y="5294"/>
                      </a:lnTo>
                      <a:lnTo>
                        <a:pt x="75806" y="5190"/>
                      </a:lnTo>
                      <a:lnTo>
                        <a:pt x="75911" y="5232"/>
                      </a:lnTo>
                      <a:lnTo>
                        <a:pt x="75995" y="5211"/>
                      </a:lnTo>
                      <a:lnTo>
                        <a:pt x="75995" y="5064"/>
                      </a:lnTo>
                      <a:lnTo>
                        <a:pt x="75890" y="5022"/>
                      </a:lnTo>
                      <a:lnTo>
                        <a:pt x="75806" y="4980"/>
                      </a:lnTo>
                      <a:lnTo>
                        <a:pt x="75744" y="5022"/>
                      </a:lnTo>
                      <a:lnTo>
                        <a:pt x="75744" y="5127"/>
                      </a:lnTo>
                      <a:lnTo>
                        <a:pt x="75681" y="5064"/>
                      </a:lnTo>
                      <a:lnTo>
                        <a:pt x="75555" y="5085"/>
                      </a:lnTo>
                      <a:lnTo>
                        <a:pt x="75576" y="4918"/>
                      </a:lnTo>
                      <a:lnTo>
                        <a:pt x="75493" y="4855"/>
                      </a:lnTo>
                      <a:lnTo>
                        <a:pt x="75388" y="4876"/>
                      </a:lnTo>
                      <a:lnTo>
                        <a:pt x="75388" y="4980"/>
                      </a:lnTo>
                      <a:lnTo>
                        <a:pt x="75346" y="4897"/>
                      </a:lnTo>
                      <a:lnTo>
                        <a:pt x="75346" y="4813"/>
                      </a:lnTo>
                      <a:lnTo>
                        <a:pt x="75472" y="4771"/>
                      </a:lnTo>
                      <a:lnTo>
                        <a:pt x="75451" y="4583"/>
                      </a:lnTo>
                      <a:lnTo>
                        <a:pt x="75367" y="4562"/>
                      </a:lnTo>
                      <a:lnTo>
                        <a:pt x="75493" y="4457"/>
                      </a:lnTo>
                      <a:lnTo>
                        <a:pt x="75430" y="4290"/>
                      </a:lnTo>
                      <a:lnTo>
                        <a:pt x="75451" y="4227"/>
                      </a:lnTo>
                      <a:lnTo>
                        <a:pt x="75283" y="4081"/>
                      </a:lnTo>
                      <a:lnTo>
                        <a:pt x="75158" y="4102"/>
                      </a:lnTo>
                      <a:lnTo>
                        <a:pt x="75032" y="4248"/>
                      </a:lnTo>
                      <a:lnTo>
                        <a:pt x="75053" y="4060"/>
                      </a:lnTo>
                      <a:lnTo>
                        <a:pt x="75158" y="4018"/>
                      </a:lnTo>
                      <a:lnTo>
                        <a:pt x="75053" y="3851"/>
                      </a:lnTo>
                      <a:lnTo>
                        <a:pt x="75053" y="3746"/>
                      </a:lnTo>
                      <a:lnTo>
                        <a:pt x="75011" y="3746"/>
                      </a:lnTo>
                      <a:lnTo>
                        <a:pt x="74928" y="3830"/>
                      </a:lnTo>
                      <a:lnTo>
                        <a:pt x="74865" y="3746"/>
                      </a:lnTo>
                      <a:lnTo>
                        <a:pt x="74739" y="3746"/>
                      </a:lnTo>
                      <a:lnTo>
                        <a:pt x="74593" y="3767"/>
                      </a:lnTo>
                      <a:lnTo>
                        <a:pt x="74718" y="3662"/>
                      </a:lnTo>
                      <a:lnTo>
                        <a:pt x="74865" y="3662"/>
                      </a:lnTo>
                      <a:lnTo>
                        <a:pt x="75011" y="3558"/>
                      </a:lnTo>
                      <a:lnTo>
                        <a:pt x="75053" y="3620"/>
                      </a:lnTo>
                      <a:lnTo>
                        <a:pt x="75158" y="3432"/>
                      </a:lnTo>
                      <a:lnTo>
                        <a:pt x="75283" y="3411"/>
                      </a:lnTo>
                      <a:lnTo>
                        <a:pt x="75325" y="3307"/>
                      </a:lnTo>
                      <a:lnTo>
                        <a:pt x="75242" y="3202"/>
                      </a:lnTo>
                      <a:lnTo>
                        <a:pt x="74970" y="3139"/>
                      </a:lnTo>
                      <a:lnTo>
                        <a:pt x="75158" y="3118"/>
                      </a:lnTo>
                      <a:lnTo>
                        <a:pt x="75346" y="3118"/>
                      </a:lnTo>
                      <a:lnTo>
                        <a:pt x="75388" y="3035"/>
                      </a:lnTo>
                      <a:lnTo>
                        <a:pt x="75346" y="2909"/>
                      </a:lnTo>
                      <a:lnTo>
                        <a:pt x="75221" y="2867"/>
                      </a:lnTo>
                      <a:lnTo>
                        <a:pt x="75137" y="2721"/>
                      </a:lnTo>
                      <a:lnTo>
                        <a:pt x="75032" y="2763"/>
                      </a:lnTo>
                      <a:lnTo>
                        <a:pt x="75011" y="2679"/>
                      </a:lnTo>
                      <a:lnTo>
                        <a:pt x="75053" y="2511"/>
                      </a:lnTo>
                      <a:lnTo>
                        <a:pt x="74949" y="2198"/>
                      </a:lnTo>
                      <a:lnTo>
                        <a:pt x="74970" y="2135"/>
                      </a:lnTo>
                      <a:lnTo>
                        <a:pt x="75032" y="2051"/>
                      </a:lnTo>
                      <a:lnTo>
                        <a:pt x="75032" y="1967"/>
                      </a:lnTo>
                      <a:lnTo>
                        <a:pt x="74928" y="1905"/>
                      </a:lnTo>
                      <a:lnTo>
                        <a:pt x="74823" y="2051"/>
                      </a:lnTo>
                      <a:lnTo>
                        <a:pt x="74718" y="2135"/>
                      </a:lnTo>
                      <a:lnTo>
                        <a:pt x="74718" y="1967"/>
                      </a:lnTo>
                      <a:lnTo>
                        <a:pt x="74614" y="1967"/>
                      </a:lnTo>
                      <a:lnTo>
                        <a:pt x="74614" y="2051"/>
                      </a:lnTo>
                      <a:lnTo>
                        <a:pt x="74530" y="2072"/>
                      </a:lnTo>
                      <a:lnTo>
                        <a:pt x="74509" y="2030"/>
                      </a:lnTo>
                      <a:lnTo>
                        <a:pt x="74530" y="1884"/>
                      </a:lnTo>
                      <a:lnTo>
                        <a:pt x="74174" y="1842"/>
                      </a:lnTo>
                      <a:lnTo>
                        <a:pt x="74091" y="1884"/>
                      </a:lnTo>
                      <a:lnTo>
                        <a:pt x="73923" y="1863"/>
                      </a:lnTo>
                      <a:lnTo>
                        <a:pt x="73819" y="1758"/>
                      </a:lnTo>
                      <a:lnTo>
                        <a:pt x="73798" y="1716"/>
                      </a:lnTo>
                      <a:lnTo>
                        <a:pt x="73693" y="1675"/>
                      </a:lnTo>
                      <a:lnTo>
                        <a:pt x="73651" y="1716"/>
                      </a:lnTo>
                      <a:lnTo>
                        <a:pt x="73589" y="1633"/>
                      </a:lnTo>
                      <a:lnTo>
                        <a:pt x="73484" y="1633"/>
                      </a:lnTo>
                      <a:lnTo>
                        <a:pt x="73379" y="1779"/>
                      </a:lnTo>
                      <a:lnTo>
                        <a:pt x="73275" y="1821"/>
                      </a:lnTo>
                      <a:lnTo>
                        <a:pt x="73233" y="1842"/>
                      </a:lnTo>
                      <a:lnTo>
                        <a:pt x="73170" y="1884"/>
                      </a:lnTo>
                      <a:lnTo>
                        <a:pt x="73296" y="1884"/>
                      </a:lnTo>
                      <a:lnTo>
                        <a:pt x="73254" y="1967"/>
                      </a:lnTo>
                      <a:lnTo>
                        <a:pt x="73128" y="2051"/>
                      </a:lnTo>
                      <a:lnTo>
                        <a:pt x="73065" y="2051"/>
                      </a:lnTo>
                      <a:lnTo>
                        <a:pt x="73086" y="2156"/>
                      </a:lnTo>
                      <a:lnTo>
                        <a:pt x="73191" y="2239"/>
                      </a:lnTo>
                      <a:lnTo>
                        <a:pt x="73170" y="2281"/>
                      </a:lnTo>
                      <a:lnTo>
                        <a:pt x="73065" y="2260"/>
                      </a:lnTo>
                      <a:lnTo>
                        <a:pt x="72982" y="2051"/>
                      </a:lnTo>
                      <a:lnTo>
                        <a:pt x="73024" y="1988"/>
                      </a:lnTo>
                      <a:lnTo>
                        <a:pt x="73024" y="1988"/>
                      </a:lnTo>
                      <a:lnTo>
                        <a:pt x="72940" y="2030"/>
                      </a:lnTo>
                      <a:lnTo>
                        <a:pt x="72773" y="2239"/>
                      </a:lnTo>
                      <a:lnTo>
                        <a:pt x="72710" y="2386"/>
                      </a:lnTo>
                      <a:lnTo>
                        <a:pt x="72605" y="2491"/>
                      </a:lnTo>
                      <a:lnTo>
                        <a:pt x="72626" y="2553"/>
                      </a:lnTo>
                      <a:lnTo>
                        <a:pt x="72773" y="2407"/>
                      </a:lnTo>
                      <a:lnTo>
                        <a:pt x="72856" y="2407"/>
                      </a:lnTo>
                      <a:lnTo>
                        <a:pt x="72919" y="2511"/>
                      </a:lnTo>
                      <a:lnTo>
                        <a:pt x="73024" y="2616"/>
                      </a:lnTo>
                      <a:lnTo>
                        <a:pt x="73233" y="2783"/>
                      </a:lnTo>
                      <a:lnTo>
                        <a:pt x="73254" y="2909"/>
                      </a:lnTo>
                      <a:lnTo>
                        <a:pt x="73170" y="2993"/>
                      </a:lnTo>
                      <a:lnTo>
                        <a:pt x="73191" y="3097"/>
                      </a:lnTo>
                      <a:lnTo>
                        <a:pt x="73358" y="3076"/>
                      </a:lnTo>
                      <a:lnTo>
                        <a:pt x="73505" y="2993"/>
                      </a:lnTo>
                      <a:lnTo>
                        <a:pt x="73589" y="3097"/>
                      </a:lnTo>
                      <a:lnTo>
                        <a:pt x="73589" y="3202"/>
                      </a:lnTo>
                      <a:lnTo>
                        <a:pt x="73672" y="3390"/>
                      </a:lnTo>
                      <a:lnTo>
                        <a:pt x="73672" y="3432"/>
                      </a:lnTo>
                      <a:lnTo>
                        <a:pt x="73568" y="3327"/>
                      </a:lnTo>
                      <a:lnTo>
                        <a:pt x="73484" y="3181"/>
                      </a:lnTo>
                      <a:lnTo>
                        <a:pt x="73400" y="3139"/>
                      </a:lnTo>
                      <a:lnTo>
                        <a:pt x="73358" y="3244"/>
                      </a:lnTo>
                      <a:lnTo>
                        <a:pt x="73379" y="3348"/>
                      </a:lnTo>
                      <a:lnTo>
                        <a:pt x="73442" y="3390"/>
                      </a:lnTo>
                      <a:lnTo>
                        <a:pt x="73400" y="3411"/>
                      </a:lnTo>
                      <a:lnTo>
                        <a:pt x="73296" y="3390"/>
                      </a:lnTo>
                      <a:lnTo>
                        <a:pt x="73191" y="3223"/>
                      </a:lnTo>
                      <a:lnTo>
                        <a:pt x="73045" y="3202"/>
                      </a:lnTo>
                      <a:lnTo>
                        <a:pt x="72940" y="3307"/>
                      </a:lnTo>
                      <a:lnTo>
                        <a:pt x="72856" y="3286"/>
                      </a:lnTo>
                      <a:lnTo>
                        <a:pt x="72835" y="3139"/>
                      </a:lnTo>
                      <a:lnTo>
                        <a:pt x="72877" y="3097"/>
                      </a:lnTo>
                      <a:lnTo>
                        <a:pt x="72814" y="2972"/>
                      </a:lnTo>
                      <a:lnTo>
                        <a:pt x="72710" y="2888"/>
                      </a:lnTo>
                      <a:lnTo>
                        <a:pt x="72668" y="2763"/>
                      </a:lnTo>
                      <a:lnTo>
                        <a:pt x="72459" y="2700"/>
                      </a:lnTo>
                      <a:lnTo>
                        <a:pt x="72291" y="2365"/>
                      </a:lnTo>
                      <a:lnTo>
                        <a:pt x="72187" y="2239"/>
                      </a:lnTo>
                      <a:lnTo>
                        <a:pt x="72208" y="2177"/>
                      </a:lnTo>
                      <a:lnTo>
                        <a:pt x="72124" y="2093"/>
                      </a:lnTo>
                      <a:lnTo>
                        <a:pt x="72019" y="2072"/>
                      </a:lnTo>
                      <a:lnTo>
                        <a:pt x="72019" y="2072"/>
                      </a:lnTo>
                      <a:lnTo>
                        <a:pt x="72040" y="2135"/>
                      </a:lnTo>
                      <a:lnTo>
                        <a:pt x="72019" y="2239"/>
                      </a:lnTo>
                      <a:lnTo>
                        <a:pt x="71977" y="2198"/>
                      </a:lnTo>
                      <a:lnTo>
                        <a:pt x="71915" y="2072"/>
                      </a:lnTo>
                      <a:lnTo>
                        <a:pt x="71685" y="1947"/>
                      </a:lnTo>
                      <a:lnTo>
                        <a:pt x="71559" y="1926"/>
                      </a:lnTo>
                      <a:lnTo>
                        <a:pt x="71454" y="1947"/>
                      </a:lnTo>
                      <a:lnTo>
                        <a:pt x="71475" y="2030"/>
                      </a:lnTo>
                      <a:lnTo>
                        <a:pt x="71580" y="2072"/>
                      </a:lnTo>
                      <a:lnTo>
                        <a:pt x="71789" y="2156"/>
                      </a:lnTo>
                      <a:lnTo>
                        <a:pt x="71622" y="2198"/>
                      </a:lnTo>
                      <a:lnTo>
                        <a:pt x="71413" y="2135"/>
                      </a:lnTo>
                      <a:lnTo>
                        <a:pt x="71308" y="2030"/>
                      </a:lnTo>
                      <a:lnTo>
                        <a:pt x="71350" y="1947"/>
                      </a:lnTo>
                      <a:lnTo>
                        <a:pt x="71287" y="1926"/>
                      </a:lnTo>
                      <a:lnTo>
                        <a:pt x="71099" y="1926"/>
                      </a:lnTo>
                      <a:lnTo>
                        <a:pt x="71161" y="1947"/>
                      </a:lnTo>
                      <a:lnTo>
                        <a:pt x="71161" y="1988"/>
                      </a:lnTo>
                      <a:lnTo>
                        <a:pt x="70994" y="2051"/>
                      </a:lnTo>
                      <a:lnTo>
                        <a:pt x="70931" y="1947"/>
                      </a:lnTo>
                      <a:lnTo>
                        <a:pt x="70952" y="1884"/>
                      </a:lnTo>
                      <a:lnTo>
                        <a:pt x="70764" y="1863"/>
                      </a:lnTo>
                      <a:lnTo>
                        <a:pt x="70722" y="1884"/>
                      </a:lnTo>
                      <a:lnTo>
                        <a:pt x="70743" y="1988"/>
                      </a:lnTo>
                      <a:lnTo>
                        <a:pt x="70638" y="1967"/>
                      </a:lnTo>
                      <a:lnTo>
                        <a:pt x="70576" y="1863"/>
                      </a:lnTo>
                      <a:lnTo>
                        <a:pt x="70429" y="1863"/>
                      </a:lnTo>
                      <a:lnTo>
                        <a:pt x="70471" y="1967"/>
                      </a:lnTo>
                      <a:lnTo>
                        <a:pt x="70471" y="1967"/>
                      </a:lnTo>
                      <a:lnTo>
                        <a:pt x="69990" y="1863"/>
                      </a:lnTo>
                      <a:lnTo>
                        <a:pt x="69843" y="1926"/>
                      </a:lnTo>
                      <a:lnTo>
                        <a:pt x="69676" y="1842"/>
                      </a:lnTo>
                      <a:lnTo>
                        <a:pt x="69676" y="1758"/>
                      </a:lnTo>
                      <a:lnTo>
                        <a:pt x="69508" y="1716"/>
                      </a:lnTo>
                      <a:lnTo>
                        <a:pt x="69488" y="1737"/>
                      </a:lnTo>
                      <a:lnTo>
                        <a:pt x="69488" y="1779"/>
                      </a:lnTo>
                      <a:lnTo>
                        <a:pt x="69425" y="1737"/>
                      </a:lnTo>
                      <a:lnTo>
                        <a:pt x="69320" y="1716"/>
                      </a:lnTo>
                      <a:lnTo>
                        <a:pt x="69216" y="1633"/>
                      </a:lnTo>
                      <a:lnTo>
                        <a:pt x="69153" y="1654"/>
                      </a:lnTo>
                      <a:lnTo>
                        <a:pt x="69174" y="1758"/>
                      </a:lnTo>
                      <a:lnTo>
                        <a:pt x="69006" y="1758"/>
                      </a:lnTo>
                      <a:lnTo>
                        <a:pt x="68860" y="1779"/>
                      </a:lnTo>
                      <a:lnTo>
                        <a:pt x="68839" y="1884"/>
                      </a:lnTo>
                      <a:lnTo>
                        <a:pt x="68651" y="1884"/>
                      </a:lnTo>
                      <a:lnTo>
                        <a:pt x="68316" y="1758"/>
                      </a:lnTo>
                      <a:lnTo>
                        <a:pt x="68337" y="1716"/>
                      </a:lnTo>
                      <a:lnTo>
                        <a:pt x="68546" y="1779"/>
                      </a:lnTo>
                      <a:lnTo>
                        <a:pt x="68651" y="1842"/>
                      </a:lnTo>
                      <a:lnTo>
                        <a:pt x="68672" y="1779"/>
                      </a:lnTo>
                      <a:lnTo>
                        <a:pt x="68337" y="1549"/>
                      </a:lnTo>
                      <a:lnTo>
                        <a:pt x="67939" y="1507"/>
                      </a:lnTo>
                      <a:lnTo>
                        <a:pt x="67793" y="1549"/>
                      </a:lnTo>
                      <a:lnTo>
                        <a:pt x="67730" y="1507"/>
                      </a:lnTo>
                      <a:lnTo>
                        <a:pt x="67793" y="1444"/>
                      </a:lnTo>
                      <a:lnTo>
                        <a:pt x="67688" y="1402"/>
                      </a:lnTo>
                      <a:lnTo>
                        <a:pt x="67542" y="1423"/>
                      </a:lnTo>
                      <a:lnTo>
                        <a:pt x="67604" y="1444"/>
                      </a:lnTo>
                      <a:lnTo>
                        <a:pt x="67521" y="1465"/>
                      </a:lnTo>
                      <a:lnTo>
                        <a:pt x="67395" y="1423"/>
                      </a:lnTo>
                      <a:lnTo>
                        <a:pt x="67019" y="1319"/>
                      </a:lnTo>
                      <a:lnTo>
                        <a:pt x="66851" y="1340"/>
                      </a:lnTo>
                      <a:lnTo>
                        <a:pt x="66788" y="1423"/>
                      </a:lnTo>
                      <a:lnTo>
                        <a:pt x="66705" y="1402"/>
                      </a:lnTo>
                      <a:lnTo>
                        <a:pt x="66663" y="1319"/>
                      </a:lnTo>
                      <a:lnTo>
                        <a:pt x="66558" y="1361"/>
                      </a:lnTo>
                      <a:lnTo>
                        <a:pt x="66349" y="1361"/>
                      </a:lnTo>
                      <a:lnTo>
                        <a:pt x="66244" y="1298"/>
                      </a:lnTo>
                      <a:lnTo>
                        <a:pt x="66161" y="1319"/>
                      </a:lnTo>
                      <a:lnTo>
                        <a:pt x="66014" y="1340"/>
                      </a:lnTo>
                      <a:lnTo>
                        <a:pt x="65951" y="1319"/>
                      </a:lnTo>
                      <a:lnTo>
                        <a:pt x="65847" y="1402"/>
                      </a:lnTo>
                      <a:lnTo>
                        <a:pt x="65826" y="1507"/>
                      </a:lnTo>
                      <a:lnTo>
                        <a:pt x="65763" y="1402"/>
                      </a:lnTo>
                      <a:lnTo>
                        <a:pt x="65303" y="1528"/>
                      </a:lnTo>
                      <a:lnTo>
                        <a:pt x="65303" y="1633"/>
                      </a:lnTo>
                      <a:lnTo>
                        <a:pt x="65198" y="1612"/>
                      </a:lnTo>
                      <a:lnTo>
                        <a:pt x="65135" y="1737"/>
                      </a:lnTo>
                      <a:lnTo>
                        <a:pt x="65094" y="1737"/>
                      </a:lnTo>
                      <a:lnTo>
                        <a:pt x="65031" y="1654"/>
                      </a:lnTo>
                      <a:lnTo>
                        <a:pt x="64884" y="1675"/>
                      </a:lnTo>
                      <a:lnTo>
                        <a:pt x="64884" y="1779"/>
                      </a:lnTo>
                      <a:lnTo>
                        <a:pt x="64801" y="1779"/>
                      </a:lnTo>
                      <a:lnTo>
                        <a:pt x="64696" y="1842"/>
                      </a:lnTo>
                      <a:lnTo>
                        <a:pt x="64529" y="1737"/>
                      </a:lnTo>
                      <a:lnTo>
                        <a:pt x="64403" y="1779"/>
                      </a:lnTo>
                      <a:lnTo>
                        <a:pt x="64403" y="1863"/>
                      </a:lnTo>
                      <a:lnTo>
                        <a:pt x="64152" y="1863"/>
                      </a:lnTo>
                      <a:lnTo>
                        <a:pt x="63838" y="1884"/>
                      </a:lnTo>
                      <a:lnTo>
                        <a:pt x="63754" y="1842"/>
                      </a:lnTo>
                      <a:lnTo>
                        <a:pt x="63482" y="1884"/>
                      </a:lnTo>
                      <a:lnTo>
                        <a:pt x="63462" y="1905"/>
                      </a:lnTo>
                      <a:lnTo>
                        <a:pt x="63629" y="2009"/>
                      </a:lnTo>
                      <a:lnTo>
                        <a:pt x="63692" y="2198"/>
                      </a:lnTo>
                      <a:lnTo>
                        <a:pt x="63775" y="2260"/>
                      </a:lnTo>
                      <a:lnTo>
                        <a:pt x="63796" y="2386"/>
                      </a:lnTo>
                      <a:lnTo>
                        <a:pt x="63880" y="2574"/>
                      </a:lnTo>
                      <a:lnTo>
                        <a:pt x="63838" y="2637"/>
                      </a:lnTo>
                      <a:lnTo>
                        <a:pt x="63838" y="2804"/>
                      </a:lnTo>
                      <a:lnTo>
                        <a:pt x="63880" y="2804"/>
                      </a:lnTo>
                      <a:lnTo>
                        <a:pt x="63985" y="2700"/>
                      </a:lnTo>
                      <a:lnTo>
                        <a:pt x="64194" y="2804"/>
                      </a:lnTo>
                      <a:lnTo>
                        <a:pt x="64257" y="2888"/>
                      </a:lnTo>
                      <a:lnTo>
                        <a:pt x="64319" y="2909"/>
                      </a:lnTo>
                      <a:lnTo>
                        <a:pt x="64529" y="3118"/>
                      </a:lnTo>
                      <a:lnTo>
                        <a:pt x="64570" y="3307"/>
                      </a:lnTo>
                      <a:lnTo>
                        <a:pt x="64717" y="3348"/>
                      </a:lnTo>
                      <a:lnTo>
                        <a:pt x="64822" y="3516"/>
                      </a:lnTo>
                      <a:lnTo>
                        <a:pt x="64822" y="3579"/>
                      </a:lnTo>
                      <a:lnTo>
                        <a:pt x="64842" y="3662"/>
                      </a:lnTo>
                      <a:lnTo>
                        <a:pt x="64801" y="3725"/>
                      </a:lnTo>
                      <a:lnTo>
                        <a:pt x="64884" y="3830"/>
                      </a:lnTo>
                      <a:lnTo>
                        <a:pt x="64822" y="3871"/>
                      </a:lnTo>
                      <a:lnTo>
                        <a:pt x="64738" y="3851"/>
                      </a:lnTo>
                      <a:lnTo>
                        <a:pt x="64612" y="3934"/>
                      </a:lnTo>
                      <a:lnTo>
                        <a:pt x="64633" y="4039"/>
                      </a:lnTo>
                      <a:lnTo>
                        <a:pt x="64508" y="4060"/>
                      </a:lnTo>
                      <a:lnTo>
                        <a:pt x="64403" y="4143"/>
                      </a:lnTo>
                      <a:lnTo>
                        <a:pt x="64215" y="4102"/>
                      </a:lnTo>
                      <a:lnTo>
                        <a:pt x="64152" y="4039"/>
                      </a:lnTo>
                      <a:lnTo>
                        <a:pt x="64152" y="3892"/>
                      </a:lnTo>
                      <a:lnTo>
                        <a:pt x="63964" y="3641"/>
                      </a:lnTo>
                      <a:lnTo>
                        <a:pt x="63880" y="3641"/>
                      </a:lnTo>
                      <a:lnTo>
                        <a:pt x="63838" y="3662"/>
                      </a:lnTo>
                      <a:lnTo>
                        <a:pt x="63566" y="3620"/>
                      </a:lnTo>
                      <a:lnTo>
                        <a:pt x="63378" y="3641"/>
                      </a:lnTo>
                      <a:lnTo>
                        <a:pt x="63315" y="3579"/>
                      </a:lnTo>
                      <a:lnTo>
                        <a:pt x="63148" y="3411"/>
                      </a:lnTo>
                      <a:lnTo>
                        <a:pt x="63148" y="3286"/>
                      </a:lnTo>
                      <a:lnTo>
                        <a:pt x="63043" y="3202"/>
                      </a:lnTo>
                      <a:lnTo>
                        <a:pt x="62897" y="3181"/>
                      </a:lnTo>
                      <a:lnTo>
                        <a:pt x="62855" y="3097"/>
                      </a:lnTo>
                      <a:lnTo>
                        <a:pt x="62813" y="2951"/>
                      </a:lnTo>
                      <a:lnTo>
                        <a:pt x="62625" y="2909"/>
                      </a:lnTo>
                      <a:lnTo>
                        <a:pt x="62583" y="2951"/>
                      </a:lnTo>
                      <a:lnTo>
                        <a:pt x="62583" y="3097"/>
                      </a:lnTo>
                      <a:lnTo>
                        <a:pt x="62583" y="3244"/>
                      </a:lnTo>
                      <a:lnTo>
                        <a:pt x="62604" y="3327"/>
                      </a:lnTo>
                      <a:lnTo>
                        <a:pt x="62478" y="3516"/>
                      </a:lnTo>
                      <a:lnTo>
                        <a:pt x="62415" y="3641"/>
                      </a:lnTo>
                      <a:lnTo>
                        <a:pt x="62332" y="3558"/>
                      </a:lnTo>
                      <a:lnTo>
                        <a:pt x="62311" y="3474"/>
                      </a:lnTo>
                      <a:lnTo>
                        <a:pt x="62269" y="3474"/>
                      </a:lnTo>
                      <a:lnTo>
                        <a:pt x="62164" y="3558"/>
                      </a:lnTo>
                      <a:lnTo>
                        <a:pt x="61913" y="3537"/>
                      </a:lnTo>
                      <a:lnTo>
                        <a:pt x="61704" y="3620"/>
                      </a:lnTo>
                      <a:lnTo>
                        <a:pt x="61641" y="3579"/>
                      </a:lnTo>
                      <a:lnTo>
                        <a:pt x="61474" y="3725"/>
                      </a:lnTo>
                      <a:lnTo>
                        <a:pt x="61327" y="3746"/>
                      </a:lnTo>
                      <a:lnTo>
                        <a:pt x="61223" y="3725"/>
                      </a:lnTo>
                      <a:lnTo>
                        <a:pt x="61118" y="3620"/>
                      </a:lnTo>
                      <a:lnTo>
                        <a:pt x="61034" y="3620"/>
                      </a:lnTo>
                      <a:lnTo>
                        <a:pt x="60972" y="3662"/>
                      </a:lnTo>
                      <a:lnTo>
                        <a:pt x="61013" y="3746"/>
                      </a:lnTo>
                      <a:lnTo>
                        <a:pt x="60804" y="3830"/>
                      </a:lnTo>
                      <a:lnTo>
                        <a:pt x="60700" y="3913"/>
                      </a:lnTo>
                      <a:lnTo>
                        <a:pt x="60449" y="3934"/>
                      </a:lnTo>
                      <a:lnTo>
                        <a:pt x="60323" y="4081"/>
                      </a:lnTo>
                      <a:lnTo>
                        <a:pt x="60323" y="4290"/>
                      </a:lnTo>
                      <a:lnTo>
                        <a:pt x="60323" y="4562"/>
                      </a:lnTo>
                      <a:lnTo>
                        <a:pt x="60532" y="4855"/>
                      </a:lnTo>
                      <a:lnTo>
                        <a:pt x="60553" y="5022"/>
                      </a:lnTo>
                      <a:lnTo>
                        <a:pt x="60407" y="4813"/>
                      </a:lnTo>
                      <a:lnTo>
                        <a:pt x="60281" y="4688"/>
                      </a:lnTo>
                      <a:lnTo>
                        <a:pt x="60177" y="4708"/>
                      </a:lnTo>
                      <a:lnTo>
                        <a:pt x="60030" y="4625"/>
                      </a:lnTo>
                      <a:lnTo>
                        <a:pt x="60072" y="4729"/>
                      </a:lnTo>
                      <a:lnTo>
                        <a:pt x="60177" y="4792"/>
                      </a:lnTo>
                      <a:lnTo>
                        <a:pt x="60218" y="4980"/>
                      </a:lnTo>
                      <a:lnTo>
                        <a:pt x="60218" y="5022"/>
                      </a:lnTo>
                      <a:lnTo>
                        <a:pt x="60072" y="4813"/>
                      </a:lnTo>
                      <a:lnTo>
                        <a:pt x="59967" y="4813"/>
                      </a:lnTo>
                      <a:lnTo>
                        <a:pt x="59925" y="4604"/>
                      </a:lnTo>
                      <a:lnTo>
                        <a:pt x="59758" y="4415"/>
                      </a:lnTo>
                      <a:lnTo>
                        <a:pt x="59674" y="4269"/>
                      </a:lnTo>
                      <a:lnTo>
                        <a:pt x="59570" y="4269"/>
                      </a:lnTo>
                      <a:lnTo>
                        <a:pt x="59612" y="4457"/>
                      </a:lnTo>
                      <a:lnTo>
                        <a:pt x="59591" y="4562"/>
                      </a:lnTo>
                      <a:lnTo>
                        <a:pt x="59549" y="4415"/>
                      </a:lnTo>
                      <a:lnTo>
                        <a:pt x="59402" y="4353"/>
                      </a:lnTo>
                      <a:lnTo>
                        <a:pt x="59256" y="4374"/>
                      </a:lnTo>
                      <a:lnTo>
                        <a:pt x="59256" y="4457"/>
                      </a:lnTo>
                      <a:lnTo>
                        <a:pt x="59172" y="4374"/>
                      </a:lnTo>
                      <a:lnTo>
                        <a:pt x="59026" y="4374"/>
                      </a:lnTo>
                      <a:lnTo>
                        <a:pt x="58879" y="4520"/>
                      </a:lnTo>
                      <a:lnTo>
                        <a:pt x="58754" y="4562"/>
                      </a:lnTo>
                      <a:lnTo>
                        <a:pt x="58837" y="4415"/>
                      </a:lnTo>
                      <a:lnTo>
                        <a:pt x="58837" y="4311"/>
                      </a:lnTo>
                      <a:lnTo>
                        <a:pt x="58712" y="4081"/>
                      </a:lnTo>
                      <a:lnTo>
                        <a:pt x="58712" y="3934"/>
                      </a:lnTo>
                      <a:lnTo>
                        <a:pt x="58649" y="3871"/>
                      </a:lnTo>
                      <a:lnTo>
                        <a:pt x="58649" y="3767"/>
                      </a:lnTo>
                      <a:lnTo>
                        <a:pt x="58544" y="3558"/>
                      </a:lnTo>
                      <a:lnTo>
                        <a:pt x="58335" y="3327"/>
                      </a:lnTo>
                      <a:lnTo>
                        <a:pt x="58105" y="3202"/>
                      </a:lnTo>
                      <a:lnTo>
                        <a:pt x="57875" y="2930"/>
                      </a:lnTo>
                      <a:lnTo>
                        <a:pt x="57310" y="2742"/>
                      </a:lnTo>
                      <a:lnTo>
                        <a:pt x="57038" y="2742"/>
                      </a:lnTo>
                      <a:lnTo>
                        <a:pt x="56892" y="2783"/>
                      </a:lnTo>
                      <a:lnTo>
                        <a:pt x="56661" y="2930"/>
                      </a:lnTo>
                      <a:lnTo>
                        <a:pt x="56661" y="2993"/>
                      </a:lnTo>
                      <a:lnTo>
                        <a:pt x="56536" y="2951"/>
                      </a:lnTo>
                      <a:lnTo>
                        <a:pt x="56327" y="3035"/>
                      </a:lnTo>
                      <a:lnTo>
                        <a:pt x="55887" y="3244"/>
                      </a:lnTo>
                      <a:lnTo>
                        <a:pt x="55720" y="3265"/>
                      </a:lnTo>
                      <a:lnTo>
                        <a:pt x="55531" y="3453"/>
                      </a:lnTo>
                      <a:lnTo>
                        <a:pt x="55427" y="3516"/>
                      </a:lnTo>
                      <a:lnTo>
                        <a:pt x="55197" y="3683"/>
                      </a:lnTo>
                      <a:lnTo>
                        <a:pt x="55071" y="3746"/>
                      </a:lnTo>
                      <a:lnTo>
                        <a:pt x="54946" y="3871"/>
                      </a:lnTo>
                      <a:lnTo>
                        <a:pt x="54757" y="3934"/>
                      </a:lnTo>
                      <a:lnTo>
                        <a:pt x="54590" y="3871"/>
                      </a:lnTo>
                      <a:lnTo>
                        <a:pt x="54360" y="3934"/>
                      </a:lnTo>
                      <a:lnTo>
                        <a:pt x="54213" y="3997"/>
                      </a:lnTo>
                      <a:lnTo>
                        <a:pt x="54339" y="3871"/>
                      </a:lnTo>
                      <a:lnTo>
                        <a:pt x="54527" y="3767"/>
                      </a:lnTo>
                      <a:lnTo>
                        <a:pt x="54548" y="3662"/>
                      </a:lnTo>
                      <a:lnTo>
                        <a:pt x="54381" y="3474"/>
                      </a:lnTo>
                      <a:lnTo>
                        <a:pt x="54109" y="3411"/>
                      </a:lnTo>
                      <a:lnTo>
                        <a:pt x="53837" y="3223"/>
                      </a:lnTo>
                      <a:lnTo>
                        <a:pt x="53753" y="3160"/>
                      </a:lnTo>
                      <a:lnTo>
                        <a:pt x="53711" y="3223"/>
                      </a:lnTo>
                      <a:lnTo>
                        <a:pt x="53607" y="3453"/>
                      </a:lnTo>
                      <a:lnTo>
                        <a:pt x="53607" y="3579"/>
                      </a:lnTo>
                      <a:lnTo>
                        <a:pt x="53544" y="3516"/>
                      </a:lnTo>
                      <a:lnTo>
                        <a:pt x="53502" y="3537"/>
                      </a:lnTo>
                      <a:lnTo>
                        <a:pt x="53439" y="3662"/>
                      </a:lnTo>
                      <a:lnTo>
                        <a:pt x="53376" y="3725"/>
                      </a:lnTo>
                      <a:lnTo>
                        <a:pt x="53335" y="3662"/>
                      </a:lnTo>
                      <a:lnTo>
                        <a:pt x="53397" y="3516"/>
                      </a:lnTo>
                      <a:lnTo>
                        <a:pt x="53439" y="3432"/>
                      </a:lnTo>
                      <a:lnTo>
                        <a:pt x="53397" y="3265"/>
                      </a:lnTo>
                      <a:lnTo>
                        <a:pt x="53272" y="3202"/>
                      </a:lnTo>
                      <a:lnTo>
                        <a:pt x="53125" y="3327"/>
                      </a:lnTo>
                      <a:lnTo>
                        <a:pt x="53167" y="3411"/>
                      </a:lnTo>
                      <a:lnTo>
                        <a:pt x="53083" y="3537"/>
                      </a:lnTo>
                      <a:lnTo>
                        <a:pt x="53000" y="3453"/>
                      </a:lnTo>
                      <a:lnTo>
                        <a:pt x="52979" y="3307"/>
                      </a:lnTo>
                      <a:lnTo>
                        <a:pt x="52916" y="3160"/>
                      </a:lnTo>
                      <a:lnTo>
                        <a:pt x="52874" y="3014"/>
                      </a:lnTo>
                      <a:lnTo>
                        <a:pt x="52770" y="3118"/>
                      </a:lnTo>
                      <a:lnTo>
                        <a:pt x="52560" y="3139"/>
                      </a:lnTo>
                      <a:lnTo>
                        <a:pt x="52246" y="3223"/>
                      </a:lnTo>
                      <a:lnTo>
                        <a:pt x="52163" y="3202"/>
                      </a:lnTo>
                      <a:lnTo>
                        <a:pt x="52267" y="3118"/>
                      </a:lnTo>
                      <a:lnTo>
                        <a:pt x="52246" y="3014"/>
                      </a:lnTo>
                      <a:lnTo>
                        <a:pt x="52246" y="2909"/>
                      </a:lnTo>
                      <a:lnTo>
                        <a:pt x="52226" y="2783"/>
                      </a:lnTo>
                      <a:lnTo>
                        <a:pt x="52246" y="2763"/>
                      </a:lnTo>
                      <a:lnTo>
                        <a:pt x="52456" y="2909"/>
                      </a:lnTo>
                      <a:lnTo>
                        <a:pt x="52560" y="2825"/>
                      </a:lnTo>
                      <a:lnTo>
                        <a:pt x="52581" y="2700"/>
                      </a:lnTo>
                      <a:lnTo>
                        <a:pt x="52393" y="2428"/>
                      </a:lnTo>
                      <a:lnTo>
                        <a:pt x="52016" y="2302"/>
                      </a:lnTo>
                      <a:lnTo>
                        <a:pt x="51702" y="2281"/>
                      </a:lnTo>
                      <a:lnTo>
                        <a:pt x="51347" y="2365"/>
                      </a:lnTo>
                      <a:lnTo>
                        <a:pt x="51033" y="2407"/>
                      </a:lnTo>
                      <a:lnTo>
                        <a:pt x="50824" y="2574"/>
                      </a:lnTo>
                      <a:lnTo>
                        <a:pt x="50886" y="3139"/>
                      </a:lnTo>
                      <a:lnTo>
                        <a:pt x="50866" y="3307"/>
                      </a:lnTo>
                      <a:lnTo>
                        <a:pt x="50907" y="3411"/>
                      </a:lnTo>
                      <a:lnTo>
                        <a:pt x="50803" y="3579"/>
                      </a:lnTo>
                      <a:lnTo>
                        <a:pt x="50803" y="3746"/>
                      </a:lnTo>
                      <a:lnTo>
                        <a:pt x="50656" y="3851"/>
                      </a:lnTo>
                      <a:lnTo>
                        <a:pt x="50552" y="3851"/>
                      </a:lnTo>
                      <a:lnTo>
                        <a:pt x="50489" y="3788"/>
                      </a:lnTo>
                      <a:lnTo>
                        <a:pt x="50489" y="3725"/>
                      </a:lnTo>
                      <a:lnTo>
                        <a:pt x="50363" y="3620"/>
                      </a:lnTo>
                      <a:lnTo>
                        <a:pt x="50447" y="3537"/>
                      </a:lnTo>
                      <a:lnTo>
                        <a:pt x="50510" y="3558"/>
                      </a:lnTo>
                      <a:lnTo>
                        <a:pt x="50594" y="3369"/>
                      </a:lnTo>
                      <a:lnTo>
                        <a:pt x="50552" y="3139"/>
                      </a:lnTo>
                      <a:lnTo>
                        <a:pt x="50405" y="3097"/>
                      </a:lnTo>
                      <a:lnTo>
                        <a:pt x="50342" y="2888"/>
                      </a:lnTo>
                      <a:lnTo>
                        <a:pt x="50405" y="2909"/>
                      </a:lnTo>
                      <a:lnTo>
                        <a:pt x="50510" y="2804"/>
                      </a:lnTo>
                      <a:lnTo>
                        <a:pt x="50510" y="2930"/>
                      </a:lnTo>
                      <a:lnTo>
                        <a:pt x="50614" y="3035"/>
                      </a:lnTo>
                      <a:lnTo>
                        <a:pt x="50698" y="3223"/>
                      </a:lnTo>
                      <a:lnTo>
                        <a:pt x="50719" y="3160"/>
                      </a:lnTo>
                      <a:lnTo>
                        <a:pt x="50698" y="2888"/>
                      </a:lnTo>
                      <a:lnTo>
                        <a:pt x="50656" y="2679"/>
                      </a:lnTo>
                      <a:lnTo>
                        <a:pt x="50259" y="2825"/>
                      </a:lnTo>
                      <a:lnTo>
                        <a:pt x="49945" y="3035"/>
                      </a:lnTo>
                      <a:lnTo>
                        <a:pt x="49945" y="3160"/>
                      </a:lnTo>
                      <a:lnTo>
                        <a:pt x="49757" y="3307"/>
                      </a:lnTo>
                      <a:lnTo>
                        <a:pt x="49652" y="3223"/>
                      </a:lnTo>
                      <a:lnTo>
                        <a:pt x="49673" y="3139"/>
                      </a:lnTo>
                      <a:lnTo>
                        <a:pt x="49777" y="3118"/>
                      </a:lnTo>
                      <a:lnTo>
                        <a:pt x="49673" y="2993"/>
                      </a:lnTo>
                      <a:lnTo>
                        <a:pt x="49757" y="2742"/>
                      </a:lnTo>
                      <a:lnTo>
                        <a:pt x="49882" y="2804"/>
                      </a:lnTo>
                      <a:lnTo>
                        <a:pt x="49945" y="2783"/>
                      </a:lnTo>
                      <a:lnTo>
                        <a:pt x="50070" y="2825"/>
                      </a:lnTo>
                      <a:lnTo>
                        <a:pt x="50468" y="2637"/>
                      </a:lnTo>
                      <a:lnTo>
                        <a:pt x="50614" y="2595"/>
                      </a:lnTo>
                      <a:lnTo>
                        <a:pt x="50342" y="2595"/>
                      </a:lnTo>
                      <a:lnTo>
                        <a:pt x="50175" y="2616"/>
                      </a:lnTo>
                      <a:lnTo>
                        <a:pt x="49945" y="2595"/>
                      </a:lnTo>
                      <a:lnTo>
                        <a:pt x="49443" y="2595"/>
                      </a:lnTo>
                      <a:lnTo>
                        <a:pt x="49338" y="2637"/>
                      </a:lnTo>
                      <a:lnTo>
                        <a:pt x="48669" y="2700"/>
                      </a:lnTo>
                      <a:lnTo>
                        <a:pt x="48271" y="2700"/>
                      </a:lnTo>
                      <a:lnTo>
                        <a:pt x="48041" y="2742"/>
                      </a:lnTo>
                      <a:lnTo>
                        <a:pt x="47769" y="2637"/>
                      </a:lnTo>
                      <a:lnTo>
                        <a:pt x="47539" y="2679"/>
                      </a:lnTo>
                      <a:lnTo>
                        <a:pt x="47371" y="2742"/>
                      </a:lnTo>
                      <a:lnTo>
                        <a:pt x="47518" y="2909"/>
                      </a:lnTo>
                      <a:lnTo>
                        <a:pt x="47685" y="2909"/>
                      </a:lnTo>
                      <a:lnTo>
                        <a:pt x="47790" y="2951"/>
                      </a:lnTo>
                      <a:lnTo>
                        <a:pt x="47894" y="2930"/>
                      </a:lnTo>
                      <a:lnTo>
                        <a:pt x="48041" y="3055"/>
                      </a:lnTo>
                      <a:lnTo>
                        <a:pt x="48041" y="3139"/>
                      </a:lnTo>
                      <a:lnTo>
                        <a:pt x="47832" y="3327"/>
                      </a:lnTo>
                      <a:lnTo>
                        <a:pt x="47685" y="3307"/>
                      </a:lnTo>
                      <a:lnTo>
                        <a:pt x="47518" y="3369"/>
                      </a:lnTo>
                      <a:lnTo>
                        <a:pt x="47476" y="3537"/>
                      </a:lnTo>
                      <a:lnTo>
                        <a:pt x="47434" y="3641"/>
                      </a:lnTo>
                      <a:lnTo>
                        <a:pt x="47560" y="3871"/>
                      </a:lnTo>
                      <a:lnTo>
                        <a:pt x="47769" y="3934"/>
                      </a:lnTo>
                      <a:lnTo>
                        <a:pt x="47790" y="3788"/>
                      </a:lnTo>
                      <a:lnTo>
                        <a:pt x="47936" y="3662"/>
                      </a:lnTo>
                      <a:lnTo>
                        <a:pt x="48145" y="3579"/>
                      </a:lnTo>
                      <a:lnTo>
                        <a:pt x="48104" y="3788"/>
                      </a:lnTo>
                      <a:lnTo>
                        <a:pt x="47894" y="3788"/>
                      </a:lnTo>
                      <a:lnTo>
                        <a:pt x="47999" y="3934"/>
                      </a:lnTo>
                      <a:lnTo>
                        <a:pt x="47978" y="3955"/>
                      </a:lnTo>
                      <a:lnTo>
                        <a:pt x="48041" y="4060"/>
                      </a:lnTo>
                      <a:lnTo>
                        <a:pt x="47894" y="4143"/>
                      </a:lnTo>
                      <a:lnTo>
                        <a:pt x="48041" y="4164"/>
                      </a:lnTo>
                      <a:lnTo>
                        <a:pt x="48166" y="4102"/>
                      </a:lnTo>
                      <a:lnTo>
                        <a:pt x="48208" y="4206"/>
                      </a:lnTo>
                      <a:lnTo>
                        <a:pt x="48187" y="4353"/>
                      </a:lnTo>
                      <a:lnTo>
                        <a:pt x="48313" y="4478"/>
                      </a:lnTo>
                      <a:lnTo>
                        <a:pt x="48459" y="4499"/>
                      </a:lnTo>
                      <a:lnTo>
                        <a:pt x="48627" y="4708"/>
                      </a:lnTo>
                      <a:lnTo>
                        <a:pt x="48606" y="4813"/>
                      </a:lnTo>
                      <a:lnTo>
                        <a:pt x="48522" y="4771"/>
                      </a:lnTo>
                      <a:lnTo>
                        <a:pt x="48397" y="4813"/>
                      </a:lnTo>
                      <a:lnTo>
                        <a:pt x="48459" y="4939"/>
                      </a:lnTo>
                      <a:lnTo>
                        <a:pt x="48376" y="5001"/>
                      </a:lnTo>
                      <a:lnTo>
                        <a:pt x="48313" y="4939"/>
                      </a:lnTo>
                      <a:lnTo>
                        <a:pt x="48250" y="4980"/>
                      </a:lnTo>
                      <a:lnTo>
                        <a:pt x="48187" y="4834"/>
                      </a:lnTo>
                      <a:lnTo>
                        <a:pt x="47999" y="4708"/>
                      </a:lnTo>
                      <a:lnTo>
                        <a:pt x="47936" y="4729"/>
                      </a:lnTo>
                      <a:lnTo>
                        <a:pt x="47978" y="4813"/>
                      </a:lnTo>
                      <a:lnTo>
                        <a:pt x="47873" y="4897"/>
                      </a:lnTo>
                      <a:lnTo>
                        <a:pt x="47790" y="4834"/>
                      </a:lnTo>
                      <a:lnTo>
                        <a:pt x="47727" y="4897"/>
                      </a:lnTo>
                      <a:lnTo>
                        <a:pt x="47769" y="5022"/>
                      </a:lnTo>
                      <a:lnTo>
                        <a:pt x="47790" y="5211"/>
                      </a:lnTo>
                      <a:lnTo>
                        <a:pt x="47936" y="5232"/>
                      </a:lnTo>
                      <a:lnTo>
                        <a:pt x="48083" y="5148"/>
                      </a:lnTo>
                      <a:lnTo>
                        <a:pt x="48187" y="5252"/>
                      </a:lnTo>
                      <a:lnTo>
                        <a:pt x="48104" y="5336"/>
                      </a:lnTo>
                      <a:lnTo>
                        <a:pt x="48250" y="5399"/>
                      </a:lnTo>
                      <a:lnTo>
                        <a:pt x="48145" y="5462"/>
                      </a:lnTo>
                      <a:lnTo>
                        <a:pt x="47978" y="5420"/>
                      </a:lnTo>
                      <a:lnTo>
                        <a:pt x="47978" y="5462"/>
                      </a:lnTo>
                      <a:lnTo>
                        <a:pt x="48145" y="5566"/>
                      </a:lnTo>
                      <a:lnTo>
                        <a:pt x="47873" y="5566"/>
                      </a:lnTo>
                      <a:lnTo>
                        <a:pt x="47832" y="5462"/>
                      </a:lnTo>
                      <a:lnTo>
                        <a:pt x="47643" y="5462"/>
                      </a:lnTo>
                      <a:lnTo>
                        <a:pt x="47560" y="5336"/>
                      </a:lnTo>
                      <a:lnTo>
                        <a:pt x="47434" y="5315"/>
                      </a:lnTo>
                      <a:lnTo>
                        <a:pt x="47308" y="5190"/>
                      </a:lnTo>
                      <a:lnTo>
                        <a:pt x="47120" y="5190"/>
                      </a:lnTo>
                      <a:lnTo>
                        <a:pt x="46995" y="5106"/>
                      </a:lnTo>
                      <a:lnTo>
                        <a:pt x="46890" y="5127"/>
                      </a:lnTo>
                      <a:lnTo>
                        <a:pt x="46827" y="5106"/>
                      </a:lnTo>
                      <a:lnTo>
                        <a:pt x="46430" y="5252"/>
                      </a:lnTo>
                      <a:lnTo>
                        <a:pt x="46409" y="5357"/>
                      </a:lnTo>
                      <a:lnTo>
                        <a:pt x="46367" y="5420"/>
                      </a:lnTo>
                      <a:lnTo>
                        <a:pt x="46430" y="5504"/>
                      </a:lnTo>
                      <a:lnTo>
                        <a:pt x="46409" y="5566"/>
                      </a:lnTo>
                      <a:lnTo>
                        <a:pt x="46492" y="5713"/>
                      </a:lnTo>
                      <a:lnTo>
                        <a:pt x="46472" y="5734"/>
                      </a:lnTo>
                      <a:lnTo>
                        <a:pt x="46367" y="5629"/>
                      </a:lnTo>
                      <a:lnTo>
                        <a:pt x="46283" y="5671"/>
                      </a:lnTo>
                      <a:lnTo>
                        <a:pt x="46179" y="5629"/>
                      </a:lnTo>
                      <a:lnTo>
                        <a:pt x="45739" y="5671"/>
                      </a:lnTo>
                      <a:lnTo>
                        <a:pt x="45530" y="5650"/>
                      </a:lnTo>
                      <a:lnTo>
                        <a:pt x="45384" y="5524"/>
                      </a:lnTo>
                      <a:lnTo>
                        <a:pt x="45258" y="5504"/>
                      </a:lnTo>
                      <a:lnTo>
                        <a:pt x="45132" y="5357"/>
                      </a:lnTo>
                      <a:lnTo>
                        <a:pt x="45049" y="5211"/>
                      </a:lnTo>
                      <a:lnTo>
                        <a:pt x="44944" y="5148"/>
                      </a:lnTo>
                      <a:lnTo>
                        <a:pt x="44944" y="5232"/>
                      </a:lnTo>
                      <a:lnTo>
                        <a:pt x="45028" y="5420"/>
                      </a:lnTo>
                      <a:lnTo>
                        <a:pt x="45049" y="5734"/>
                      </a:lnTo>
                      <a:lnTo>
                        <a:pt x="45216" y="6068"/>
                      </a:lnTo>
                      <a:lnTo>
                        <a:pt x="45342" y="6340"/>
                      </a:lnTo>
                      <a:lnTo>
                        <a:pt x="45446" y="6926"/>
                      </a:lnTo>
                      <a:lnTo>
                        <a:pt x="45425" y="7073"/>
                      </a:lnTo>
                      <a:lnTo>
                        <a:pt x="45342" y="7073"/>
                      </a:lnTo>
                      <a:lnTo>
                        <a:pt x="45258" y="6968"/>
                      </a:lnTo>
                      <a:lnTo>
                        <a:pt x="45237" y="6864"/>
                      </a:lnTo>
                      <a:lnTo>
                        <a:pt x="45132" y="6759"/>
                      </a:lnTo>
                      <a:lnTo>
                        <a:pt x="45070" y="6801"/>
                      </a:lnTo>
                      <a:lnTo>
                        <a:pt x="45132" y="6884"/>
                      </a:lnTo>
                      <a:lnTo>
                        <a:pt x="45112" y="6968"/>
                      </a:lnTo>
                      <a:lnTo>
                        <a:pt x="44923" y="6905"/>
                      </a:lnTo>
                      <a:lnTo>
                        <a:pt x="44756" y="6717"/>
                      </a:lnTo>
                      <a:lnTo>
                        <a:pt x="44505" y="6696"/>
                      </a:lnTo>
                      <a:lnTo>
                        <a:pt x="44379" y="6550"/>
                      </a:lnTo>
                      <a:lnTo>
                        <a:pt x="44275" y="6508"/>
                      </a:lnTo>
                      <a:lnTo>
                        <a:pt x="43898" y="6173"/>
                      </a:lnTo>
                      <a:lnTo>
                        <a:pt x="43877" y="6173"/>
                      </a:lnTo>
                      <a:lnTo>
                        <a:pt x="43793" y="6236"/>
                      </a:lnTo>
                      <a:lnTo>
                        <a:pt x="43689" y="6236"/>
                      </a:lnTo>
                      <a:lnTo>
                        <a:pt x="43647" y="6152"/>
                      </a:lnTo>
                      <a:lnTo>
                        <a:pt x="43877" y="5943"/>
                      </a:lnTo>
                      <a:lnTo>
                        <a:pt x="43982" y="5943"/>
                      </a:lnTo>
                      <a:lnTo>
                        <a:pt x="43898" y="5880"/>
                      </a:lnTo>
                      <a:lnTo>
                        <a:pt x="43772" y="5817"/>
                      </a:lnTo>
                      <a:lnTo>
                        <a:pt x="43647" y="5671"/>
                      </a:lnTo>
                      <a:lnTo>
                        <a:pt x="43626" y="5671"/>
                      </a:lnTo>
                      <a:lnTo>
                        <a:pt x="43647" y="5755"/>
                      </a:lnTo>
                      <a:lnTo>
                        <a:pt x="43751" y="5859"/>
                      </a:lnTo>
                      <a:lnTo>
                        <a:pt x="43751" y="5964"/>
                      </a:lnTo>
                      <a:lnTo>
                        <a:pt x="43626" y="6048"/>
                      </a:lnTo>
                      <a:lnTo>
                        <a:pt x="43417" y="5985"/>
                      </a:lnTo>
                      <a:lnTo>
                        <a:pt x="43207" y="5838"/>
                      </a:lnTo>
                      <a:lnTo>
                        <a:pt x="43145" y="5755"/>
                      </a:lnTo>
                      <a:lnTo>
                        <a:pt x="42935" y="5734"/>
                      </a:lnTo>
                      <a:lnTo>
                        <a:pt x="42894" y="5608"/>
                      </a:lnTo>
                      <a:lnTo>
                        <a:pt x="42789" y="5545"/>
                      </a:lnTo>
                      <a:lnTo>
                        <a:pt x="43040" y="5545"/>
                      </a:lnTo>
                      <a:lnTo>
                        <a:pt x="43270" y="5608"/>
                      </a:lnTo>
                      <a:lnTo>
                        <a:pt x="43375" y="5671"/>
                      </a:lnTo>
                      <a:lnTo>
                        <a:pt x="43521" y="5629"/>
                      </a:lnTo>
                      <a:lnTo>
                        <a:pt x="43626" y="5441"/>
                      </a:lnTo>
                      <a:lnTo>
                        <a:pt x="43626" y="5378"/>
                      </a:lnTo>
                      <a:lnTo>
                        <a:pt x="43542" y="5420"/>
                      </a:lnTo>
                      <a:lnTo>
                        <a:pt x="43521" y="5336"/>
                      </a:lnTo>
                      <a:lnTo>
                        <a:pt x="43417" y="5357"/>
                      </a:lnTo>
                      <a:lnTo>
                        <a:pt x="43459" y="5190"/>
                      </a:lnTo>
                      <a:lnTo>
                        <a:pt x="43333" y="5043"/>
                      </a:lnTo>
                      <a:lnTo>
                        <a:pt x="43249" y="5106"/>
                      </a:lnTo>
                      <a:lnTo>
                        <a:pt x="43228" y="5001"/>
                      </a:lnTo>
                      <a:lnTo>
                        <a:pt x="43145" y="4980"/>
                      </a:lnTo>
                      <a:lnTo>
                        <a:pt x="43061" y="5022"/>
                      </a:lnTo>
                      <a:lnTo>
                        <a:pt x="43019" y="5085"/>
                      </a:lnTo>
                      <a:lnTo>
                        <a:pt x="42831" y="5043"/>
                      </a:lnTo>
                      <a:lnTo>
                        <a:pt x="42810" y="4897"/>
                      </a:lnTo>
                      <a:lnTo>
                        <a:pt x="43019" y="4708"/>
                      </a:lnTo>
                      <a:lnTo>
                        <a:pt x="42998" y="4625"/>
                      </a:lnTo>
                      <a:lnTo>
                        <a:pt x="42894" y="4625"/>
                      </a:lnTo>
                      <a:lnTo>
                        <a:pt x="42726" y="4792"/>
                      </a:lnTo>
                      <a:lnTo>
                        <a:pt x="42705" y="4667"/>
                      </a:lnTo>
                      <a:lnTo>
                        <a:pt x="42768" y="4562"/>
                      </a:lnTo>
                      <a:lnTo>
                        <a:pt x="42726" y="4415"/>
                      </a:lnTo>
                      <a:lnTo>
                        <a:pt x="42663" y="4457"/>
                      </a:lnTo>
                      <a:lnTo>
                        <a:pt x="42622" y="4499"/>
                      </a:lnTo>
                      <a:lnTo>
                        <a:pt x="42601" y="4395"/>
                      </a:lnTo>
                      <a:lnTo>
                        <a:pt x="42496" y="4395"/>
                      </a:lnTo>
                      <a:lnTo>
                        <a:pt x="42454" y="4353"/>
                      </a:lnTo>
                      <a:lnTo>
                        <a:pt x="42391" y="4269"/>
                      </a:lnTo>
                      <a:lnTo>
                        <a:pt x="42433" y="4102"/>
                      </a:lnTo>
                      <a:lnTo>
                        <a:pt x="42391" y="4060"/>
                      </a:lnTo>
                      <a:lnTo>
                        <a:pt x="42308" y="4102"/>
                      </a:lnTo>
                      <a:lnTo>
                        <a:pt x="42224" y="4248"/>
                      </a:lnTo>
                      <a:lnTo>
                        <a:pt x="42203" y="4039"/>
                      </a:lnTo>
                      <a:lnTo>
                        <a:pt x="42099" y="3955"/>
                      </a:lnTo>
                      <a:lnTo>
                        <a:pt x="41994" y="4039"/>
                      </a:lnTo>
                      <a:lnTo>
                        <a:pt x="41910" y="4039"/>
                      </a:lnTo>
                      <a:lnTo>
                        <a:pt x="41868" y="3871"/>
                      </a:lnTo>
                      <a:lnTo>
                        <a:pt x="41764" y="3976"/>
                      </a:lnTo>
                      <a:lnTo>
                        <a:pt x="41701" y="3976"/>
                      </a:lnTo>
                      <a:lnTo>
                        <a:pt x="41680" y="4060"/>
                      </a:lnTo>
                      <a:lnTo>
                        <a:pt x="41659" y="3892"/>
                      </a:lnTo>
                      <a:lnTo>
                        <a:pt x="41659" y="3830"/>
                      </a:lnTo>
                      <a:lnTo>
                        <a:pt x="41492" y="3830"/>
                      </a:lnTo>
                      <a:lnTo>
                        <a:pt x="41408" y="3851"/>
                      </a:lnTo>
                      <a:lnTo>
                        <a:pt x="41366" y="3788"/>
                      </a:lnTo>
                      <a:lnTo>
                        <a:pt x="41199" y="3851"/>
                      </a:lnTo>
                      <a:lnTo>
                        <a:pt x="41094" y="3851"/>
                      </a:lnTo>
                      <a:lnTo>
                        <a:pt x="41073" y="3892"/>
                      </a:lnTo>
                      <a:lnTo>
                        <a:pt x="41136" y="3955"/>
                      </a:lnTo>
                      <a:lnTo>
                        <a:pt x="41178" y="4081"/>
                      </a:lnTo>
                      <a:lnTo>
                        <a:pt x="41115" y="4060"/>
                      </a:lnTo>
                      <a:lnTo>
                        <a:pt x="41052" y="4081"/>
                      </a:lnTo>
                      <a:lnTo>
                        <a:pt x="41052" y="4164"/>
                      </a:lnTo>
                      <a:lnTo>
                        <a:pt x="41031" y="4143"/>
                      </a:lnTo>
                      <a:lnTo>
                        <a:pt x="40885" y="4164"/>
                      </a:lnTo>
                      <a:lnTo>
                        <a:pt x="40843" y="4143"/>
                      </a:lnTo>
                      <a:lnTo>
                        <a:pt x="40885" y="4039"/>
                      </a:lnTo>
                      <a:lnTo>
                        <a:pt x="40969" y="3976"/>
                      </a:lnTo>
                      <a:lnTo>
                        <a:pt x="40927" y="3871"/>
                      </a:lnTo>
                      <a:lnTo>
                        <a:pt x="40822" y="3851"/>
                      </a:lnTo>
                      <a:lnTo>
                        <a:pt x="40822" y="3955"/>
                      </a:lnTo>
                      <a:lnTo>
                        <a:pt x="40738" y="3997"/>
                      </a:lnTo>
                      <a:lnTo>
                        <a:pt x="40655" y="3892"/>
                      </a:lnTo>
                      <a:lnTo>
                        <a:pt x="40550" y="3871"/>
                      </a:lnTo>
                      <a:lnTo>
                        <a:pt x="40446" y="3767"/>
                      </a:lnTo>
                      <a:lnTo>
                        <a:pt x="40425" y="3851"/>
                      </a:lnTo>
                      <a:lnTo>
                        <a:pt x="40341" y="3871"/>
                      </a:lnTo>
                      <a:lnTo>
                        <a:pt x="40194" y="3871"/>
                      </a:lnTo>
                      <a:lnTo>
                        <a:pt x="40132" y="3788"/>
                      </a:lnTo>
                      <a:lnTo>
                        <a:pt x="40111" y="3892"/>
                      </a:lnTo>
                      <a:lnTo>
                        <a:pt x="40027" y="3955"/>
                      </a:lnTo>
                      <a:lnTo>
                        <a:pt x="39902" y="3851"/>
                      </a:lnTo>
                      <a:lnTo>
                        <a:pt x="39818" y="3851"/>
                      </a:lnTo>
                      <a:lnTo>
                        <a:pt x="39860" y="3955"/>
                      </a:lnTo>
                      <a:lnTo>
                        <a:pt x="39881" y="3997"/>
                      </a:lnTo>
                      <a:lnTo>
                        <a:pt x="39755" y="4102"/>
                      </a:lnTo>
                      <a:lnTo>
                        <a:pt x="39692" y="4081"/>
                      </a:lnTo>
                      <a:lnTo>
                        <a:pt x="39671" y="3997"/>
                      </a:lnTo>
                      <a:lnTo>
                        <a:pt x="39609" y="4102"/>
                      </a:lnTo>
                      <a:lnTo>
                        <a:pt x="39630" y="4269"/>
                      </a:lnTo>
                      <a:lnTo>
                        <a:pt x="39713" y="4353"/>
                      </a:lnTo>
                      <a:lnTo>
                        <a:pt x="39734" y="4457"/>
                      </a:lnTo>
                      <a:lnTo>
                        <a:pt x="39797" y="4478"/>
                      </a:lnTo>
                      <a:lnTo>
                        <a:pt x="39818" y="4625"/>
                      </a:lnTo>
                      <a:lnTo>
                        <a:pt x="39964" y="4667"/>
                      </a:lnTo>
                      <a:lnTo>
                        <a:pt x="40006" y="4729"/>
                      </a:lnTo>
                      <a:lnTo>
                        <a:pt x="40006" y="4834"/>
                      </a:lnTo>
                      <a:lnTo>
                        <a:pt x="40111" y="4918"/>
                      </a:lnTo>
                      <a:lnTo>
                        <a:pt x="40132" y="5001"/>
                      </a:lnTo>
                      <a:lnTo>
                        <a:pt x="40069" y="5106"/>
                      </a:lnTo>
                      <a:lnTo>
                        <a:pt x="40006" y="5085"/>
                      </a:lnTo>
                      <a:lnTo>
                        <a:pt x="39985" y="5001"/>
                      </a:lnTo>
                      <a:lnTo>
                        <a:pt x="39818" y="5043"/>
                      </a:lnTo>
                      <a:lnTo>
                        <a:pt x="39713" y="5022"/>
                      </a:lnTo>
                      <a:lnTo>
                        <a:pt x="39609" y="5043"/>
                      </a:lnTo>
                      <a:lnTo>
                        <a:pt x="39671" y="5127"/>
                      </a:lnTo>
                      <a:lnTo>
                        <a:pt x="39588" y="5232"/>
                      </a:lnTo>
                      <a:lnTo>
                        <a:pt x="39462" y="5232"/>
                      </a:lnTo>
                      <a:lnTo>
                        <a:pt x="39378" y="5211"/>
                      </a:lnTo>
                      <a:lnTo>
                        <a:pt x="39127" y="5336"/>
                      </a:lnTo>
                      <a:lnTo>
                        <a:pt x="38751" y="5399"/>
                      </a:lnTo>
                      <a:lnTo>
                        <a:pt x="38625" y="5336"/>
                      </a:lnTo>
                      <a:lnTo>
                        <a:pt x="38437" y="5336"/>
                      </a:lnTo>
                      <a:lnTo>
                        <a:pt x="38416" y="5357"/>
                      </a:lnTo>
                      <a:lnTo>
                        <a:pt x="38311" y="5336"/>
                      </a:lnTo>
                      <a:lnTo>
                        <a:pt x="37788" y="5315"/>
                      </a:lnTo>
                      <a:lnTo>
                        <a:pt x="37621" y="5190"/>
                      </a:lnTo>
                      <a:lnTo>
                        <a:pt x="37579" y="4980"/>
                      </a:lnTo>
                      <a:lnTo>
                        <a:pt x="37663" y="4834"/>
                      </a:lnTo>
                      <a:lnTo>
                        <a:pt x="37705" y="4813"/>
                      </a:lnTo>
                      <a:lnTo>
                        <a:pt x="37705" y="4729"/>
                      </a:lnTo>
                      <a:lnTo>
                        <a:pt x="37558" y="4688"/>
                      </a:lnTo>
                      <a:lnTo>
                        <a:pt x="37370" y="4688"/>
                      </a:lnTo>
                      <a:lnTo>
                        <a:pt x="37035" y="4834"/>
                      </a:lnTo>
                      <a:lnTo>
                        <a:pt x="36554" y="4876"/>
                      </a:lnTo>
                      <a:lnTo>
                        <a:pt x="36156" y="4980"/>
                      </a:lnTo>
                      <a:lnTo>
                        <a:pt x="35926" y="5022"/>
                      </a:lnTo>
                      <a:lnTo>
                        <a:pt x="35884" y="5106"/>
                      </a:lnTo>
                      <a:lnTo>
                        <a:pt x="35801" y="5106"/>
                      </a:lnTo>
                      <a:lnTo>
                        <a:pt x="35738" y="5190"/>
                      </a:lnTo>
                      <a:lnTo>
                        <a:pt x="35612" y="5252"/>
                      </a:lnTo>
                      <a:lnTo>
                        <a:pt x="35466" y="5399"/>
                      </a:lnTo>
                      <a:lnTo>
                        <a:pt x="35529" y="5545"/>
                      </a:lnTo>
                      <a:lnTo>
                        <a:pt x="35612" y="5566"/>
                      </a:lnTo>
                      <a:lnTo>
                        <a:pt x="35717" y="5524"/>
                      </a:lnTo>
                      <a:lnTo>
                        <a:pt x="35780" y="5545"/>
                      </a:lnTo>
                      <a:lnTo>
                        <a:pt x="35717" y="5629"/>
                      </a:lnTo>
                      <a:lnTo>
                        <a:pt x="35654" y="5650"/>
                      </a:lnTo>
                      <a:lnTo>
                        <a:pt x="35549" y="5755"/>
                      </a:lnTo>
                      <a:lnTo>
                        <a:pt x="35549" y="5817"/>
                      </a:lnTo>
                      <a:lnTo>
                        <a:pt x="35508" y="5755"/>
                      </a:lnTo>
                      <a:lnTo>
                        <a:pt x="35487" y="5545"/>
                      </a:lnTo>
                      <a:lnTo>
                        <a:pt x="35319" y="5420"/>
                      </a:lnTo>
                      <a:lnTo>
                        <a:pt x="35298" y="5336"/>
                      </a:lnTo>
                      <a:lnTo>
                        <a:pt x="35319" y="5252"/>
                      </a:lnTo>
                      <a:lnTo>
                        <a:pt x="35194" y="5148"/>
                      </a:lnTo>
                      <a:lnTo>
                        <a:pt x="35110" y="5148"/>
                      </a:lnTo>
                      <a:lnTo>
                        <a:pt x="34880" y="4939"/>
                      </a:lnTo>
                      <a:lnTo>
                        <a:pt x="34817" y="4939"/>
                      </a:lnTo>
                      <a:lnTo>
                        <a:pt x="34817" y="5022"/>
                      </a:lnTo>
                      <a:lnTo>
                        <a:pt x="35005" y="5232"/>
                      </a:lnTo>
                      <a:lnTo>
                        <a:pt x="35026" y="5357"/>
                      </a:lnTo>
                      <a:lnTo>
                        <a:pt x="34922" y="5462"/>
                      </a:lnTo>
                      <a:lnTo>
                        <a:pt x="34733" y="5504"/>
                      </a:lnTo>
                      <a:lnTo>
                        <a:pt x="34650" y="5545"/>
                      </a:lnTo>
                      <a:lnTo>
                        <a:pt x="34482" y="5545"/>
                      </a:lnTo>
                      <a:lnTo>
                        <a:pt x="34168" y="5294"/>
                      </a:lnTo>
                      <a:lnTo>
                        <a:pt x="34168" y="5190"/>
                      </a:lnTo>
                      <a:lnTo>
                        <a:pt x="34231" y="5106"/>
                      </a:lnTo>
                      <a:lnTo>
                        <a:pt x="34210" y="5022"/>
                      </a:lnTo>
                      <a:lnTo>
                        <a:pt x="34043" y="5085"/>
                      </a:lnTo>
                      <a:lnTo>
                        <a:pt x="34043" y="5211"/>
                      </a:lnTo>
                      <a:lnTo>
                        <a:pt x="33959" y="5294"/>
                      </a:lnTo>
                      <a:lnTo>
                        <a:pt x="33750" y="5148"/>
                      </a:lnTo>
                      <a:lnTo>
                        <a:pt x="33604" y="5148"/>
                      </a:lnTo>
                      <a:lnTo>
                        <a:pt x="33499" y="5252"/>
                      </a:lnTo>
                      <a:lnTo>
                        <a:pt x="33520" y="5441"/>
                      </a:lnTo>
                      <a:lnTo>
                        <a:pt x="33436" y="5566"/>
                      </a:lnTo>
                      <a:lnTo>
                        <a:pt x="33520" y="5734"/>
                      </a:lnTo>
                      <a:lnTo>
                        <a:pt x="33645" y="5776"/>
                      </a:lnTo>
                      <a:lnTo>
                        <a:pt x="33813" y="5650"/>
                      </a:lnTo>
                      <a:lnTo>
                        <a:pt x="33834" y="5566"/>
                      </a:lnTo>
                      <a:lnTo>
                        <a:pt x="34043" y="5441"/>
                      </a:lnTo>
                      <a:lnTo>
                        <a:pt x="34106" y="5524"/>
                      </a:lnTo>
                      <a:lnTo>
                        <a:pt x="34064" y="5650"/>
                      </a:lnTo>
                      <a:lnTo>
                        <a:pt x="33855" y="5817"/>
                      </a:lnTo>
                      <a:lnTo>
                        <a:pt x="33938" y="5880"/>
                      </a:lnTo>
                      <a:lnTo>
                        <a:pt x="33855" y="6027"/>
                      </a:lnTo>
                      <a:lnTo>
                        <a:pt x="33729" y="6068"/>
                      </a:lnTo>
                      <a:lnTo>
                        <a:pt x="33604" y="5985"/>
                      </a:lnTo>
                      <a:lnTo>
                        <a:pt x="33604" y="6048"/>
                      </a:lnTo>
                      <a:lnTo>
                        <a:pt x="33645" y="6173"/>
                      </a:lnTo>
                      <a:lnTo>
                        <a:pt x="33583" y="6299"/>
                      </a:lnTo>
                      <a:lnTo>
                        <a:pt x="33394" y="6445"/>
                      </a:lnTo>
                      <a:lnTo>
                        <a:pt x="33436" y="6550"/>
                      </a:lnTo>
                      <a:lnTo>
                        <a:pt x="33394" y="6592"/>
                      </a:lnTo>
                      <a:lnTo>
                        <a:pt x="33311" y="6592"/>
                      </a:lnTo>
                      <a:lnTo>
                        <a:pt x="33164" y="6759"/>
                      </a:lnTo>
                      <a:lnTo>
                        <a:pt x="32955" y="6780"/>
                      </a:lnTo>
                      <a:lnTo>
                        <a:pt x="32746" y="6801"/>
                      </a:lnTo>
                      <a:lnTo>
                        <a:pt x="32683" y="6926"/>
                      </a:lnTo>
                      <a:lnTo>
                        <a:pt x="32746" y="7094"/>
                      </a:lnTo>
                      <a:lnTo>
                        <a:pt x="32913" y="7303"/>
                      </a:lnTo>
                      <a:lnTo>
                        <a:pt x="32997" y="7324"/>
                      </a:lnTo>
                      <a:lnTo>
                        <a:pt x="32913" y="7345"/>
                      </a:lnTo>
                      <a:lnTo>
                        <a:pt x="32767" y="7345"/>
                      </a:lnTo>
                      <a:lnTo>
                        <a:pt x="32746" y="7429"/>
                      </a:lnTo>
                      <a:lnTo>
                        <a:pt x="32767" y="7491"/>
                      </a:lnTo>
                      <a:lnTo>
                        <a:pt x="32704" y="7596"/>
                      </a:lnTo>
                      <a:lnTo>
                        <a:pt x="32599" y="7701"/>
                      </a:lnTo>
                      <a:lnTo>
                        <a:pt x="32495" y="7701"/>
                      </a:lnTo>
                      <a:lnTo>
                        <a:pt x="32474" y="7763"/>
                      </a:lnTo>
                      <a:lnTo>
                        <a:pt x="32495" y="7659"/>
                      </a:lnTo>
                      <a:lnTo>
                        <a:pt x="32599" y="7596"/>
                      </a:lnTo>
                      <a:lnTo>
                        <a:pt x="32683" y="7282"/>
                      </a:lnTo>
                      <a:lnTo>
                        <a:pt x="32599" y="7219"/>
                      </a:lnTo>
                      <a:lnTo>
                        <a:pt x="32599" y="7115"/>
                      </a:lnTo>
                      <a:lnTo>
                        <a:pt x="32662" y="7073"/>
                      </a:lnTo>
                      <a:lnTo>
                        <a:pt x="32662" y="6926"/>
                      </a:lnTo>
                      <a:lnTo>
                        <a:pt x="32599" y="6780"/>
                      </a:lnTo>
                      <a:lnTo>
                        <a:pt x="32662" y="6612"/>
                      </a:lnTo>
                      <a:lnTo>
                        <a:pt x="32767" y="6550"/>
                      </a:lnTo>
                      <a:lnTo>
                        <a:pt x="32808" y="6445"/>
                      </a:lnTo>
                      <a:lnTo>
                        <a:pt x="32767" y="6194"/>
                      </a:lnTo>
                      <a:lnTo>
                        <a:pt x="32746" y="6152"/>
                      </a:lnTo>
                      <a:lnTo>
                        <a:pt x="32788" y="6068"/>
                      </a:lnTo>
                      <a:lnTo>
                        <a:pt x="32871" y="6068"/>
                      </a:lnTo>
                      <a:lnTo>
                        <a:pt x="32913" y="6089"/>
                      </a:lnTo>
                      <a:lnTo>
                        <a:pt x="33080" y="6048"/>
                      </a:lnTo>
                      <a:lnTo>
                        <a:pt x="33185" y="5776"/>
                      </a:lnTo>
                      <a:lnTo>
                        <a:pt x="33164" y="5671"/>
                      </a:lnTo>
                      <a:lnTo>
                        <a:pt x="33101" y="5545"/>
                      </a:lnTo>
                      <a:lnTo>
                        <a:pt x="33185" y="5252"/>
                      </a:lnTo>
                      <a:lnTo>
                        <a:pt x="33269" y="5127"/>
                      </a:lnTo>
                      <a:lnTo>
                        <a:pt x="33373" y="4939"/>
                      </a:lnTo>
                      <a:lnTo>
                        <a:pt x="33311" y="4792"/>
                      </a:lnTo>
                      <a:lnTo>
                        <a:pt x="33290" y="4792"/>
                      </a:lnTo>
                      <a:lnTo>
                        <a:pt x="33206" y="4876"/>
                      </a:lnTo>
                      <a:lnTo>
                        <a:pt x="33122" y="4876"/>
                      </a:lnTo>
                      <a:lnTo>
                        <a:pt x="32997" y="4813"/>
                      </a:lnTo>
                      <a:lnTo>
                        <a:pt x="33122" y="4813"/>
                      </a:lnTo>
                      <a:lnTo>
                        <a:pt x="33269" y="4708"/>
                      </a:lnTo>
                      <a:lnTo>
                        <a:pt x="33373" y="4667"/>
                      </a:lnTo>
                      <a:lnTo>
                        <a:pt x="33415" y="4562"/>
                      </a:lnTo>
                      <a:lnTo>
                        <a:pt x="33394" y="4499"/>
                      </a:lnTo>
                      <a:lnTo>
                        <a:pt x="33436" y="4415"/>
                      </a:lnTo>
                      <a:lnTo>
                        <a:pt x="33520" y="4248"/>
                      </a:lnTo>
                      <a:lnTo>
                        <a:pt x="33499" y="4185"/>
                      </a:lnTo>
                      <a:lnTo>
                        <a:pt x="33541" y="4081"/>
                      </a:lnTo>
                      <a:lnTo>
                        <a:pt x="33708" y="3997"/>
                      </a:lnTo>
                      <a:lnTo>
                        <a:pt x="33708" y="3892"/>
                      </a:lnTo>
                      <a:lnTo>
                        <a:pt x="33624" y="3830"/>
                      </a:lnTo>
                      <a:lnTo>
                        <a:pt x="33624" y="3767"/>
                      </a:lnTo>
                      <a:lnTo>
                        <a:pt x="33708" y="3641"/>
                      </a:lnTo>
                      <a:lnTo>
                        <a:pt x="33687" y="3537"/>
                      </a:lnTo>
                      <a:lnTo>
                        <a:pt x="33729" y="3432"/>
                      </a:lnTo>
                      <a:lnTo>
                        <a:pt x="33792" y="3411"/>
                      </a:lnTo>
                      <a:lnTo>
                        <a:pt x="33855" y="3223"/>
                      </a:lnTo>
                      <a:lnTo>
                        <a:pt x="33855" y="3014"/>
                      </a:lnTo>
                      <a:lnTo>
                        <a:pt x="33813" y="2804"/>
                      </a:lnTo>
                      <a:lnTo>
                        <a:pt x="33708" y="2616"/>
                      </a:lnTo>
                      <a:lnTo>
                        <a:pt x="33729" y="2574"/>
                      </a:lnTo>
                      <a:lnTo>
                        <a:pt x="33708" y="2491"/>
                      </a:lnTo>
                      <a:lnTo>
                        <a:pt x="33645" y="2470"/>
                      </a:lnTo>
                      <a:lnTo>
                        <a:pt x="33604" y="2491"/>
                      </a:lnTo>
                      <a:lnTo>
                        <a:pt x="33520" y="2428"/>
                      </a:lnTo>
                      <a:lnTo>
                        <a:pt x="33478" y="2365"/>
                      </a:lnTo>
                      <a:lnTo>
                        <a:pt x="33436" y="2365"/>
                      </a:lnTo>
                      <a:lnTo>
                        <a:pt x="33394" y="2491"/>
                      </a:lnTo>
                      <a:lnTo>
                        <a:pt x="33332" y="2532"/>
                      </a:lnTo>
                      <a:lnTo>
                        <a:pt x="33290" y="2491"/>
                      </a:lnTo>
                      <a:lnTo>
                        <a:pt x="33206" y="2365"/>
                      </a:lnTo>
                      <a:lnTo>
                        <a:pt x="33227" y="2323"/>
                      </a:lnTo>
                      <a:lnTo>
                        <a:pt x="33185" y="2302"/>
                      </a:lnTo>
                      <a:lnTo>
                        <a:pt x="33018" y="2281"/>
                      </a:lnTo>
                      <a:lnTo>
                        <a:pt x="32955" y="2177"/>
                      </a:lnTo>
                      <a:lnTo>
                        <a:pt x="32976" y="2156"/>
                      </a:lnTo>
                      <a:lnTo>
                        <a:pt x="33122" y="2156"/>
                      </a:lnTo>
                      <a:lnTo>
                        <a:pt x="33332" y="2219"/>
                      </a:lnTo>
                      <a:lnTo>
                        <a:pt x="33415" y="2302"/>
                      </a:lnTo>
                      <a:lnTo>
                        <a:pt x="33478" y="2260"/>
                      </a:lnTo>
                      <a:lnTo>
                        <a:pt x="33520" y="2260"/>
                      </a:lnTo>
                      <a:lnTo>
                        <a:pt x="33583" y="2323"/>
                      </a:lnTo>
                      <a:lnTo>
                        <a:pt x="33604" y="2386"/>
                      </a:lnTo>
                      <a:lnTo>
                        <a:pt x="33645" y="2386"/>
                      </a:lnTo>
                      <a:lnTo>
                        <a:pt x="33645" y="2302"/>
                      </a:lnTo>
                      <a:lnTo>
                        <a:pt x="33541" y="2177"/>
                      </a:lnTo>
                      <a:lnTo>
                        <a:pt x="33541" y="2072"/>
                      </a:lnTo>
                      <a:lnTo>
                        <a:pt x="33478" y="1967"/>
                      </a:lnTo>
                      <a:lnTo>
                        <a:pt x="33394" y="1905"/>
                      </a:lnTo>
                      <a:lnTo>
                        <a:pt x="33332" y="1905"/>
                      </a:lnTo>
                      <a:lnTo>
                        <a:pt x="33290" y="1967"/>
                      </a:lnTo>
                      <a:lnTo>
                        <a:pt x="33206" y="1947"/>
                      </a:lnTo>
                      <a:lnTo>
                        <a:pt x="33185" y="1800"/>
                      </a:lnTo>
                      <a:lnTo>
                        <a:pt x="33018" y="1654"/>
                      </a:lnTo>
                      <a:lnTo>
                        <a:pt x="33018" y="1549"/>
                      </a:lnTo>
                      <a:lnTo>
                        <a:pt x="32955" y="1465"/>
                      </a:lnTo>
                      <a:lnTo>
                        <a:pt x="32892" y="1382"/>
                      </a:lnTo>
                      <a:lnTo>
                        <a:pt x="32808" y="1382"/>
                      </a:lnTo>
                      <a:lnTo>
                        <a:pt x="32704" y="1444"/>
                      </a:lnTo>
                      <a:lnTo>
                        <a:pt x="32704" y="1549"/>
                      </a:lnTo>
                      <a:lnTo>
                        <a:pt x="32808" y="1549"/>
                      </a:lnTo>
                      <a:lnTo>
                        <a:pt x="32892" y="1591"/>
                      </a:lnTo>
                      <a:lnTo>
                        <a:pt x="32871" y="1654"/>
                      </a:lnTo>
                      <a:lnTo>
                        <a:pt x="32788" y="1695"/>
                      </a:lnTo>
                      <a:lnTo>
                        <a:pt x="32788" y="1779"/>
                      </a:lnTo>
                      <a:lnTo>
                        <a:pt x="32746" y="1800"/>
                      </a:lnTo>
                      <a:lnTo>
                        <a:pt x="32536" y="1570"/>
                      </a:lnTo>
                      <a:lnTo>
                        <a:pt x="32536" y="1486"/>
                      </a:lnTo>
                      <a:lnTo>
                        <a:pt x="32474" y="1361"/>
                      </a:lnTo>
                      <a:lnTo>
                        <a:pt x="32369" y="1340"/>
                      </a:lnTo>
                      <a:lnTo>
                        <a:pt x="31930" y="1068"/>
                      </a:lnTo>
                      <a:lnTo>
                        <a:pt x="31825" y="1026"/>
                      </a:lnTo>
                      <a:lnTo>
                        <a:pt x="31804" y="1005"/>
                      </a:lnTo>
                      <a:lnTo>
                        <a:pt x="31532" y="1026"/>
                      </a:lnTo>
                      <a:lnTo>
                        <a:pt x="31511" y="921"/>
                      </a:lnTo>
                      <a:lnTo>
                        <a:pt x="31553" y="858"/>
                      </a:lnTo>
                      <a:lnTo>
                        <a:pt x="31532" y="796"/>
                      </a:lnTo>
                      <a:lnTo>
                        <a:pt x="31407" y="817"/>
                      </a:lnTo>
                      <a:lnTo>
                        <a:pt x="31344" y="754"/>
                      </a:lnTo>
                      <a:lnTo>
                        <a:pt x="31218" y="796"/>
                      </a:lnTo>
                      <a:lnTo>
                        <a:pt x="31135" y="858"/>
                      </a:lnTo>
                      <a:lnTo>
                        <a:pt x="31093" y="838"/>
                      </a:lnTo>
                      <a:lnTo>
                        <a:pt x="30988" y="942"/>
                      </a:lnTo>
                      <a:lnTo>
                        <a:pt x="30925" y="1047"/>
                      </a:lnTo>
                      <a:lnTo>
                        <a:pt x="30779" y="1047"/>
                      </a:lnTo>
                      <a:lnTo>
                        <a:pt x="30695" y="1026"/>
                      </a:lnTo>
                      <a:lnTo>
                        <a:pt x="30570" y="1172"/>
                      </a:lnTo>
                      <a:lnTo>
                        <a:pt x="30381" y="1235"/>
                      </a:lnTo>
                      <a:lnTo>
                        <a:pt x="30298" y="1256"/>
                      </a:lnTo>
                      <a:lnTo>
                        <a:pt x="30256" y="1214"/>
                      </a:lnTo>
                      <a:lnTo>
                        <a:pt x="30172" y="1214"/>
                      </a:lnTo>
                      <a:lnTo>
                        <a:pt x="30130" y="1256"/>
                      </a:lnTo>
                      <a:lnTo>
                        <a:pt x="30130" y="1361"/>
                      </a:lnTo>
                      <a:lnTo>
                        <a:pt x="30193" y="1382"/>
                      </a:lnTo>
                      <a:lnTo>
                        <a:pt x="30256" y="1382"/>
                      </a:lnTo>
                      <a:lnTo>
                        <a:pt x="30298" y="1549"/>
                      </a:lnTo>
                      <a:lnTo>
                        <a:pt x="30339" y="1758"/>
                      </a:lnTo>
                      <a:lnTo>
                        <a:pt x="30256" y="1905"/>
                      </a:lnTo>
                      <a:lnTo>
                        <a:pt x="30067" y="1905"/>
                      </a:lnTo>
                      <a:lnTo>
                        <a:pt x="29942" y="2051"/>
                      </a:lnTo>
                      <a:lnTo>
                        <a:pt x="29733" y="2093"/>
                      </a:lnTo>
                      <a:lnTo>
                        <a:pt x="29649" y="2072"/>
                      </a:lnTo>
                      <a:lnTo>
                        <a:pt x="29754" y="1988"/>
                      </a:lnTo>
                      <a:lnTo>
                        <a:pt x="29837" y="1967"/>
                      </a:lnTo>
                      <a:lnTo>
                        <a:pt x="29858" y="1842"/>
                      </a:lnTo>
                      <a:lnTo>
                        <a:pt x="29733" y="1591"/>
                      </a:lnTo>
                      <a:lnTo>
                        <a:pt x="29816" y="1444"/>
                      </a:lnTo>
                      <a:lnTo>
                        <a:pt x="29816" y="1340"/>
                      </a:lnTo>
                      <a:lnTo>
                        <a:pt x="29858" y="1256"/>
                      </a:lnTo>
                      <a:lnTo>
                        <a:pt x="29775" y="1068"/>
                      </a:lnTo>
                      <a:lnTo>
                        <a:pt x="29775" y="963"/>
                      </a:lnTo>
                      <a:lnTo>
                        <a:pt x="29628" y="817"/>
                      </a:lnTo>
                      <a:lnTo>
                        <a:pt x="29523" y="858"/>
                      </a:lnTo>
                      <a:lnTo>
                        <a:pt x="29440" y="817"/>
                      </a:lnTo>
                      <a:lnTo>
                        <a:pt x="29398" y="817"/>
                      </a:lnTo>
                      <a:lnTo>
                        <a:pt x="29356" y="942"/>
                      </a:lnTo>
                      <a:lnTo>
                        <a:pt x="29210" y="963"/>
                      </a:lnTo>
                      <a:lnTo>
                        <a:pt x="29147" y="921"/>
                      </a:lnTo>
                      <a:lnTo>
                        <a:pt x="29042" y="963"/>
                      </a:lnTo>
                      <a:lnTo>
                        <a:pt x="28938" y="1130"/>
                      </a:lnTo>
                      <a:lnTo>
                        <a:pt x="28707" y="1130"/>
                      </a:lnTo>
                      <a:lnTo>
                        <a:pt x="28707" y="1047"/>
                      </a:lnTo>
                      <a:lnTo>
                        <a:pt x="28791" y="921"/>
                      </a:lnTo>
                      <a:lnTo>
                        <a:pt x="28791" y="838"/>
                      </a:lnTo>
                      <a:lnTo>
                        <a:pt x="28707" y="817"/>
                      </a:lnTo>
                      <a:lnTo>
                        <a:pt x="28519" y="1110"/>
                      </a:lnTo>
                      <a:lnTo>
                        <a:pt x="28268" y="1214"/>
                      </a:lnTo>
                      <a:lnTo>
                        <a:pt x="28163" y="1172"/>
                      </a:lnTo>
                      <a:lnTo>
                        <a:pt x="28268" y="1026"/>
                      </a:lnTo>
                      <a:lnTo>
                        <a:pt x="28394" y="1005"/>
                      </a:lnTo>
                      <a:lnTo>
                        <a:pt x="28519" y="817"/>
                      </a:lnTo>
                      <a:lnTo>
                        <a:pt x="28498" y="691"/>
                      </a:lnTo>
                      <a:lnTo>
                        <a:pt x="28561" y="586"/>
                      </a:lnTo>
                      <a:lnTo>
                        <a:pt x="28561" y="524"/>
                      </a:lnTo>
                      <a:lnTo>
                        <a:pt x="28645" y="440"/>
                      </a:lnTo>
                      <a:lnTo>
                        <a:pt x="28645" y="398"/>
                      </a:lnTo>
                      <a:lnTo>
                        <a:pt x="28477" y="335"/>
                      </a:lnTo>
                      <a:lnTo>
                        <a:pt x="28414" y="294"/>
                      </a:lnTo>
                      <a:lnTo>
                        <a:pt x="28414" y="126"/>
                      </a:lnTo>
                      <a:lnTo>
                        <a:pt x="28373" y="105"/>
                      </a:lnTo>
                      <a:lnTo>
                        <a:pt x="28205" y="231"/>
                      </a:lnTo>
                      <a:lnTo>
                        <a:pt x="28059" y="210"/>
                      </a:lnTo>
                      <a:lnTo>
                        <a:pt x="27996" y="63"/>
                      </a:lnTo>
                      <a:lnTo>
                        <a:pt x="27891" y="63"/>
                      </a:lnTo>
                      <a:lnTo>
                        <a:pt x="27787" y="168"/>
                      </a:lnTo>
                      <a:lnTo>
                        <a:pt x="2766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rgbClr val="A6CBC2"/>
                    </a:solidFill>
                  </a:endParaRPr>
                </a:p>
              </p:txBody>
            </p:sp>
            <p:sp>
              <p:nvSpPr>
                <p:cNvPr id="514" name="Google Shape;9153;p128">
                  <a:extLst>
                    <a:ext uri="{FF2B5EF4-FFF2-40B4-BE49-F238E27FC236}">
                      <a16:creationId xmlns:a16="http://schemas.microsoft.com/office/drawing/2014/main" id="{8C6E4908-6BEB-8319-73CB-3A42E8719E1A}"/>
                    </a:ext>
                  </a:extLst>
                </p:cNvPr>
                <p:cNvSpPr/>
                <p:nvPr/>
              </p:nvSpPr>
              <p:spPr>
                <a:xfrm>
                  <a:off x="5538025" y="2213300"/>
                  <a:ext cx="94175" cy="20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7" h="8350" extrusionOk="0">
                      <a:moveTo>
                        <a:pt x="251" y="1"/>
                      </a:moveTo>
                      <a:lnTo>
                        <a:pt x="209" y="63"/>
                      </a:lnTo>
                      <a:lnTo>
                        <a:pt x="251" y="105"/>
                      </a:lnTo>
                      <a:lnTo>
                        <a:pt x="251" y="189"/>
                      </a:lnTo>
                      <a:lnTo>
                        <a:pt x="188" y="210"/>
                      </a:lnTo>
                      <a:lnTo>
                        <a:pt x="105" y="168"/>
                      </a:lnTo>
                      <a:lnTo>
                        <a:pt x="0" y="168"/>
                      </a:lnTo>
                      <a:lnTo>
                        <a:pt x="168" y="314"/>
                      </a:lnTo>
                      <a:lnTo>
                        <a:pt x="356" y="461"/>
                      </a:lnTo>
                      <a:lnTo>
                        <a:pt x="419" y="524"/>
                      </a:lnTo>
                      <a:lnTo>
                        <a:pt x="398" y="670"/>
                      </a:lnTo>
                      <a:lnTo>
                        <a:pt x="460" y="607"/>
                      </a:lnTo>
                      <a:lnTo>
                        <a:pt x="502" y="607"/>
                      </a:lnTo>
                      <a:lnTo>
                        <a:pt x="565" y="691"/>
                      </a:lnTo>
                      <a:lnTo>
                        <a:pt x="502" y="733"/>
                      </a:lnTo>
                      <a:lnTo>
                        <a:pt x="419" y="775"/>
                      </a:lnTo>
                      <a:lnTo>
                        <a:pt x="460" y="838"/>
                      </a:lnTo>
                      <a:lnTo>
                        <a:pt x="523" y="838"/>
                      </a:lnTo>
                      <a:lnTo>
                        <a:pt x="565" y="984"/>
                      </a:lnTo>
                      <a:lnTo>
                        <a:pt x="481" y="1026"/>
                      </a:lnTo>
                      <a:lnTo>
                        <a:pt x="377" y="1005"/>
                      </a:lnTo>
                      <a:lnTo>
                        <a:pt x="314" y="900"/>
                      </a:lnTo>
                      <a:lnTo>
                        <a:pt x="251" y="984"/>
                      </a:lnTo>
                      <a:lnTo>
                        <a:pt x="168" y="1130"/>
                      </a:lnTo>
                      <a:lnTo>
                        <a:pt x="272" y="1235"/>
                      </a:lnTo>
                      <a:lnTo>
                        <a:pt x="314" y="1382"/>
                      </a:lnTo>
                      <a:lnTo>
                        <a:pt x="419" y="1528"/>
                      </a:lnTo>
                      <a:lnTo>
                        <a:pt x="523" y="1716"/>
                      </a:lnTo>
                      <a:lnTo>
                        <a:pt x="523" y="1946"/>
                      </a:lnTo>
                      <a:lnTo>
                        <a:pt x="586" y="1988"/>
                      </a:lnTo>
                      <a:lnTo>
                        <a:pt x="607" y="2177"/>
                      </a:lnTo>
                      <a:lnTo>
                        <a:pt x="691" y="2470"/>
                      </a:lnTo>
                      <a:lnTo>
                        <a:pt x="774" y="2658"/>
                      </a:lnTo>
                      <a:lnTo>
                        <a:pt x="900" y="2700"/>
                      </a:lnTo>
                      <a:lnTo>
                        <a:pt x="900" y="2762"/>
                      </a:lnTo>
                      <a:lnTo>
                        <a:pt x="837" y="2804"/>
                      </a:lnTo>
                      <a:lnTo>
                        <a:pt x="1130" y="3097"/>
                      </a:lnTo>
                      <a:lnTo>
                        <a:pt x="1235" y="3118"/>
                      </a:lnTo>
                      <a:lnTo>
                        <a:pt x="1360" y="3307"/>
                      </a:lnTo>
                      <a:lnTo>
                        <a:pt x="1402" y="3516"/>
                      </a:lnTo>
                      <a:lnTo>
                        <a:pt x="1402" y="3641"/>
                      </a:lnTo>
                      <a:lnTo>
                        <a:pt x="1465" y="3809"/>
                      </a:lnTo>
                      <a:lnTo>
                        <a:pt x="1465" y="3934"/>
                      </a:lnTo>
                      <a:lnTo>
                        <a:pt x="1569" y="3976"/>
                      </a:lnTo>
                      <a:lnTo>
                        <a:pt x="1674" y="4123"/>
                      </a:lnTo>
                      <a:lnTo>
                        <a:pt x="1653" y="4143"/>
                      </a:lnTo>
                      <a:lnTo>
                        <a:pt x="1653" y="4227"/>
                      </a:lnTo>
                      <a:lnTo>
                        <a:pt x="1779" y="4436"/>
                      </a:lnTo>
                      <a:lnTo>
                        <a:pt x="1821" y="4562"/>
                      </a:lnTo>
                      <a:lnTo>
                        <a:pt x="1883" y="4708"/>
                      </a:lnTo>
                      <a:lnTo>
                        <a:pt x="1883" y="4918"/>
                      </a:lnTo>
                      <a:lnTo>
                        <a:pt x="1946" y="5001"/>
                      </a:lnTo>
                      <a:lnTo>
                        <a:pt x="1925" y="5106"/>
                      </a:lnTo>
                      <a:lnTo>
                        <a:pt x="1946" y="5315"/>
                      </a:lnTo>
                      <a:lnTo>
                        <a:pt x="2051" y="5524"/>
                      </a:lnTo>
                      <a:lnTo>
                        <a:pt x="2030" y="5608"/>
                      </a:lnTo>
                      <a:lnTo>
                        <a:pt x="2030" y="5755"/>
                      </a:lnTo>
                      <a:lnTo>
                        <a:pt x="2155" y="5859"/>
                      </a:lnTo>
                      <a:lnTo>
                        <a:pt x="2365" y="6131"/>
                      </a:lnTo>
                      <a:lnTo>
                        <a:pt x="2365" y="6257"/>
                      </a:lnTo>
                      <a:lnTo>
                        <a:pt x="2448" y="6424"/>
                      </a:lnTo>
                      <a:lnTo>
                        <a:pt x="2406" y="6654"/>
                      </a:lnTo>
                      <a:lnTo>
                        <a:pt x="2448" y="6843"/>
                      </a:lnTo>
                      <a:lnTo>
                        <a:pt x="2553" y="7010"/>
                      </a:lnTo>
                      <a:lnTo>
                        <a:pt x="2574" y="7156"/>
                      </a:lnTo>
                      <a:lnTo>
                        <a:pt x="2720" y="7324"/>
                      </a:lnTo>
                      <a:lnTo>
                        <a:pt x="2762" y="7408"/>
                      </a:lnTo>
                      <a:lnTo>
                        <a:pt x="2699" y="7596"/>
                      </a:lnTo>
                      <a:lnTo>
                        <a:pt x="2699" y="7847"/>
                      </a:lnTo>
                      <a:lnTo>
                        <a:pt x="2762" y="7993"/>
                      </a:lnTo>
                      <a:lnTo>
                        <a:pt x="2867" y="8098"/>
                      </a:lnTo>
                      <a:lnTo>
                        <a:pt x="2929" y="8244"/>
                      </a:lnTo>
                      <a:lnTo>
                        <a:pt x="3097" y="8349"/>
                      </a:lnTo>
                      <a:lnTo>
                        <a:pt x="3097" y="8349"/>
                      </a:lnTo>
                      <a:lnTo>
                        <a:pt x="3076" y="8224"/>
                      </a:lnTo>
                      <a:lnTo>
                        <a:pt x="3097" y="8098"/>
                      </a:lnTo>
                      <a:lnTo>
                        <a:pt x="3034" y="7993"/>
                      </a:lnTo>
                      <a:lnTo>
                        <a:pt x="3013" y="7847"/>
                      </a:lnTo>
                      <a:lnTo>
                        <a:pt x="3034" y="7680"/>
                      </a:lnTo>
                      <a:lnTo>
                        <a:pt x="3139" y="7575"/>
                      </a:lnTo>
                      <a:lnTo>
                        <a:pt x="3201" y="7596"/>
                      </a:lnTo>
                      <a:lnTo>
                        <a:pt x="3201" y="7680"/>
                      </a:lnTo>
                      <a:lnTo>
                        <a:pt x="3243" y="7721"/>
                      </a:lnTo>
                      <a:lnTo>
                        <a:pt x="3494" y="7700"/>
                      </a:lnTo>
                      <a:lnTo>
                        <a:pt x="3515" y="7638"/>
                      </a:lnTo>
                      <a:lnTo>
                        <a:pt x="3557" y="7638"/>
                      </a:lnTo>
                      <a:lnTo>
                        <a:pt x="3599" y="7700"/>
                      </a:lnTo>
                      <a:lnTo>
                        <a:pt x="3557" y="7721"/>
                      </a:lnTo>
                      <a:lnTo>
                        <a:pt x="3557" y="7826"/>
                      </a:lnTo>
                      <a:lnTo>
                        <a:pt x="3704" y="7952"/>
                      </a:lnTo>
                      <a:lnTo>
                        <a:pt x="3725" y="8056"/>
                      </a:lnTo>
                      <a:lnTo>
                        <a:pt x="3766" y="8119"/>
                      </a:lnTo>
                      <a:lnTo>
                        <a:pt x="3766" y="8035"/>
                      </a:lnTo>
                      <a:lnTo>
                        <a:pt x="3745" y="7993"/>
                      </a:lnTo>
                      <a:lnTo>
                        <a:pt x="3766" y="7847"/>
                      </a:lnTo>
                      <a:lnTo>
                        <a:pt x="3766" y="7721"/>
                      </a:lnTo>
                      <a:lnTo>
                        <a:pt x="3662" y="7638"/>
                      </a:lnTo>
                      <a:lnTo>
                        <a:pt x="3641" y="7491"/>
                      </a:lnTo>
                      <a:lnTo>
                        <a:pt x="3599" y="7387"/>
                      </a:lnTo>
                      <a:lnTo>
                        <a:pt x="3515" y="7428"/>
                      </a:lnTo>
                      <a:lnTo>
                        <a:pt x="3432" y="7428"/>
                      </a:lnTo>
                      <a:lnTo>
                        <a:pt x="3285" y="7324"/>
                      </a:lnTo>
                      <a:lnTo>
                        <a:pt x="3243" y="7156"/>
                      </a:lnTo>
                      <a:lnTo>
                        <a:pt x="3181" y="7010"/>
                      </a:lnTo>
                      <a:lnTo>
                        <a:pt x="3034" y="6905"/>
                      </a:lnTo>
                      <a:lnTo>
                        <a:pt x="2929" y="6884"/>
                      </a:lnTo>
                      <a:lnTo>
                        <a:pt x="2867" y="6780"/>
                      </a:lnTo>
                      <a:lnTo>
                        <a:pt x="2804" y="6571"/>
                      </a:lnTo>
                      <a:lnTo>
                        <a:pt x="2720" y="6424"/>
                      </a:lnTo>
                      <a:lnTo>
                        <a:pt x="2678" y="6278"/>
                      </a:lnTo>
                      <a:lnTo>
                        <a:pt x="2678" y="6089"/>
                      </a:lnTo>
                      <a:lnTo>
                        <a:pt x="2657" y="5859"/>
                      </a:lnTo>
                      <a:lnTo>
                        <a:pt x="2595" y="5755"/>
                      </a:lnTo>
                      <a:lnTo>
                        <a:pt x="2616" y="5545"/>
                      </a:lnTo>
                      <a:lnTo>
                        <a:pt x="2595" y="5441"/>
                      </a:lnTo>
                      <a:lnTo>
                        <a:pt x="2511" y="5294"/>
                      </a:lnTo>
                      <a:lnTo>
                        <a:pt x="2574" y="5211"/>
                      </a:lnTo>
                      <a:lnTo>
                        <a:pt x="2595" y="5127"/>
                      </a:lnTo>
                      <a:lnTo>
                        <a:pt x="2595" y="5085"/>
                      </a:lnTo>
                      <a:lnTo>
                        <a:pt x="2657" y="5043"/>
                      </a:lnTo>
                      <a:lnTo>
                        <a:pt x="2720" y="5085"/>
                      </a:lnTo>
                      <a:lnTo>
                        <a:pt x="2867" y="5043"/>
                      </a:lnTo>
                      <a:lnTo>
                        <a:pt x="2992" y="5043"/>
                      </a:lnTo>
                      <a:lnTo>
                        <a:pt x="3118" y="5127"/>
                      </a:lnTo>
                      <a:lnTo>
                        <a:pt x="3201" y="5315"/>
                      </a:lnTo>
                      <a:lnTo>
                        <a:pt x="3306" y="5336"/>
                      </a:lnTo>
                      <a:lnTo>
                        <a:pt x="3411" y="5420"/>
                      </a:lnTo>
                      <a:lnTo>
                        <a:pt x="3515" y="5566"/>
                      </a:lnTo>
                      <a:lnTo>
                        <a:pt x="3599" y="5608"/>
                      </a:lnTo>
                      <a:lnTo>
                        <a:pt x="3536" y="5483"/>
                      </a:lnTo>
                      <a:lnTo>
                        <a:pt x="3411" y="5315"/>
                      </a:lnTo>
                      <a:lnTo>
                        <a:pt x="3243" y="5211"/>
                      </a:lnTo>
                      <a:lnTo>
                        <a:pt x="3139" y="5022"/>
                      </a:lnTo>
                      <a:lnTo>
                        <a:pt x="3034" y="4897"/>
                      </a:lnTo>
                      <a:lnTo>
                        <a:pt x="3034" y="4813"/>
                      </a:lnTo>
                      <a:lnTo>
                        <a:pt x="2992" y="4771"/>
                      </a:lnTo>
                      <a:lnTo>
                        <a:pt x="2888" y="4562"/>
                      </a:lnTo>
                      <a:lnTo>
                        <a:pt x="2825" y="4436"/>
                      </a:lnTo>
                      <a:lnTo>
                        <a:pt x="2762" y="4395"/>
                      </a:lnTo>
                      <a:lnTo>
                        <a:pt x="2720" y="4269"/>
                      </a:lnTo>
                      <a:lnTo>
                        <a:pt x="2574" y="4060"/>
                      </a:lnTo>
                      <a:lnTo>
                        <a:pt x="2406" y="3809"/>
                      </a:lnTo>
                      <a:lnTo>
                        <a:pt x="2365" y="3641"/>
                      </a:lnTo>
                      <a:lnTo>
                        <a:pt x="2155" y="3390"/>
                      </a:lnTo>
                      <a:lnTo>
                        <a:pt x="2072" y="3181"/>
                      </a:lnTo>
                      <a:lnTo>
                        <a:pt x="1967" y="3118"/>
                      </a:lnTo>
                      <a:lnTo>
                        <a:pt x="1967" y="3014"/>
                      </a:lnTo>
                      <a:lnTo>
                        <a:pt x="1925" y="2888"/>
                      </a:lnTo>
                      <a:lnTo>
                        <a:pt x="1841" y="2867"/>
                      </a:lnTo>
                      <a:lnTo>
                        <a:pt x="1841" y="2909"/>
                      </a:lnTo>
                      <a:lnTo>
                        <a:pt x="1758" y="2909"/>
                      </a:lnTo>
                      <a:lnTo>
                        <a:pt x="1737" y="2867"/>
                      </a:lnTo>
                      <a:lnTo>
                        <a:pt x="1758" y="2762"/>
                      </a:lnTo>
                      <a:lnTo>
                        <a:pt x="1737" y="2679"/>
                      </a:lnTo>
                      <a:lnTo>
                        <a:pt x="1632" y="2616"/>
                      </a:lnTo>
                      <a:lnTo>
                        <a:pt x="1528" y="2490"/>
                      </a:lnTo>
                      <a:lnTo>
                        <a:pt x="1465" y="2344"/>
                      </a:lnTo>
                      <a:lnTo>
                        <a:pt x="1402" y="2260"/>
                      </a:lnTo>
                      <a:lnTo>
                        <a:pt x="1402" y="2135"/>
                      </a:lnTo>
                      <a:lnTo>
                        <a:pt x="1423" y="2030"/>
                      </a:lnTo>
                      <a:lnTo>
                        <a:pt x="1444" y="2051"/>
                      </a:lnTo>
                      <a:lnTo>
                        <a:pt x="1423" y="1884"/>
                      </a:lnTo>
                      <a:lnTo>
                        <a:pt x="1402" y="1716"/>
                      </a:lnTo>
                      <a:lnTo>
                        <a:pt x="1360" y="1570"/>
                      </a:lnTo>
                      <a:lnTo>
                        <a:pt x="1235" y="1528"/>
                      </a:lnTo>
                      <a:lnTo>
                        <a:pt x="1109" y="1382"/>
                      </a:lnTo>
                      <a:lnTo>
                        <a:pt x="1109" y="1319"/>
                      </a:lnTo>
                      <a:lnTo>
                        <a:pt x="1046" y="1256"/>
                      </a:lnTo>
                      <a:lnTo>
                        <a:pt x="1046" y="1193"/>
                      </a:lnTo>
                      <a:lnTo>
                        <a:pt x="1109" y="1193"/>
                      </a:lnTo>
                      <a:lnTo>
                        <a:pt x="1214" y="1298"/>
                      </a:lnTo>
                      <a:lnTo>
                        <a:pt x="1318" y="1444"/>
                      </a:lnTo>
                      <a:lnTo>
                        <a:pt x="1318" y="1444"/>
                      </a:lnTo>
                      <a:lnTo>
                        <a:pt x="1256" y="1298"/>
                      </a:lnTo>
                      <a:lnTo>
                        <a:pt x="1130" y="1110"/>
                      </a:lnTo>
                      <a:lnTo>
                        <a:pt x="1005" y="942"/>
                      </a:lnTo>
                      <a:lnTo>
                        <a:pt x="942" y="942"/>
                      </a:lnTo>
                      <a:lnTo>
                        <a:pt x="921" y="858"/>
                      </a:lnTo>
                      <a:lnTo>
                        <a:pt x="691" y="670"/>
                      </a:lnTo>
                      <a:lnTo>
                        <a:pt x="607" y="566"/>
                      </a:lnTo>
                      <a:lnTo>
                        <a:pt x="607" y="335"/>
                      </a:lnTo>
                      <a:lnTo>
                        <a:pt x="523" y="273"/>
                      </a:lnTo>
                      <a:lnTo>
                        <a:pt x="377" y="210"/>
                      </a:lnTo>
                      <a:lnTo>
                        <a:pt x="293" y="63"/>
                      </a:lnTo>
                      <a:lnTo>
                        <a:pt x="25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5" name="Google Shape;9154;p128">
              <a:extLst>
                <a:ext uri="{FF2B5EF4-FFF2-40B4-BE49-F238E27FC236}">
                  <a16:creationId xmlns:a16="http://schemas.microsoft.com/office/drawing/2014/main" id="{4DBB7A72-FCC5-FFEF-D325-635B30C434BC}"/>
                </a:ext>
              </a:extLst>
            </p:cNvPr>
            <p:cNvGrpSpPr/>
            <p:nvPr/>
          </p:nvGrpSpPr>
          <p:grpSpPr>
            <a:xfrm>
              <a:off x="3875768" y="2846704"/>
              <a:ext cx="44796" cy="47366"/>
              <a:chOff x="3960625" y="2587825"/>
              <a:chExt cx="94050" cy="104125"/>
            </a:xfrm>
            <a:grpFill/>
          </p:grpSpPr>
          <p:sp>
            <p:nvSpPr>
              <p:cNvPr id="505" name="Google Shape;9155;p128">
                <a:extLst>
                  <a:ext uri="{FF2B5EF4-FFF2-40B4-BE49-F238E27FC236}">
                    <a16:creationId xmlns:a16="http://schemas.microsoft.com/office/drawing/2014/main" id="{32D62007-FE20-7D25-1BBB-E415DE0E6994}"/>
                  </a:ext>
                </a:extLst>
              </p:cNvPr>
              <p:cNvSpPr/>
              <p:nvPr/>
            </p:nvSpPr>
            <p:spPr>
              <a:xfrm>
                <a:off x="3960625" y="2587825"/>
                <a:ext cx="94050" cy="51200"/>
              </a:xfrm>
              <a:custGeom>
                <a:avLst/>
                <a:gdLst/>
                <a:ahLst/>
                <a:cxnLst/>
                <a:rect l="l" t="t" r="r" b="b"/>
                <a:pathLst>
                  <a:path w="3762" h="2048" extrusionOk="0">
                    <a:moveTo>
                      <a:pt x="190" y="2048"/>
                    </a:moveTo>
                    <a:lnTo>
                      <a:pt x="0" y="1762"/>
                    </a:lnTo>
                    <a:lnTo>
                      <a:pt x="309" y="1048"/>
                    </a:lnTo>
                    <a:lnTo>
                      <a:pt x="3762" y="0"/>
                    </a:lnTo>
                    <a:lnTo>
                      <a:pt x="3714" y="1072"/>
                    </a:lnTo>
                    <a:lnTo>
                      <a:pt x="2929" y="1143"/>
                    </a:lnTo>
                    <a:lnTo>
                      <a:pt x="2167" y="10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506" name="Google Shape;9156;p128">
                <a:extLst>
                  <a:ext uri="{FF2B5EF4-FFF2-40B4-BE49-F238E27FC236}">
                    <a16:creationId xmlns:a16="http://schemas.microsoft.com/office/drawing/2014/main" id="{4ED0D74E-226D-AD33-88B3-1FF1953AA0AF}"/>
                  </a:ext>
                </a:extLst>
              </p:cNvPr>
              <p:cNvSpPr/>
              <p:nvPr/>
            </p:nvSpPr>
            <p:spPr>
              <a:xfrm>
                <a:off x="3963000" y="2596725"/>
                <a:ext cx="86850" cy="95225"/>
              </a:xfrm>
              <a:custGeom>
                <a:avLst/>
                <a:gdLst/>
                <a:ahLst/>
                <a:cxnLst/>
                <a:rect l="l" t="t" r="r" b="b"/>
                <a:pathLst>
                  <a:path w="3474" h="3809" extrusionOk="0">
                    <a:moveTo>
                      <a:pt x="1549" y="2009"/>
                    </a:moveTo>
                    <a:lnTo>
                      <a:pt x="1632" y="2030"/>
                    </a:lnTo>
                    <a:lnTo>
                      <a:pt x="1695" y="2093"/>
                    </a:lnTo>
                    <a:lnTo>
                      <a:pt x="1674" y="2135"/>
                    </a:lnTo>
                    <a:lnTo>
                      <a:pt x="1674" y="2189"/>
                    </a:lnTo>
                    <a:lnTo>
                      <a:pt x="1674" y="2189"/>
                    </a:lnTo>
                    <a:cubicBezTo>
                      <a:pt x="1645" y="2167"/>
                      <a:pt x="1613" y="2146"/>
                      <a:pt x="1569" y="2135"/>
                    </a:cubicBezTo>
                    <a:cubicBezTo>
                      <a:pt x="1549" y="2114"/>
                      <a:pt x="1528" y="2114"/>
                      <a:pt x="1486" y="2114"/>
                    </a:cubicBezTo>
                    <a:lnTo>
                      <a:pt x="1549" y="2072"/>
                    </a:lnTo>
                    <a:lnTo>
                      <a:pt x="1549" y="2009"/>
                    </a:lnTo>
                    <a:close/>
                    <a:moveTo>
                      <a:pt x="3327" y="1"/>
                    </a:moveTo>
                    <a:lnTo>
                      <a:pt x="3201" y="105"/>
                    </a:lnTo>
                    <a:lnTo>
                      <a:pt x="3201" y="231"/>
                    </a:lnTo>
                    <a:lnTo>
                      <a:pt x="3243" y="335"/>
                    </a:lnTo>
                    <a:lnTo>
                      <a:pt x="3160" y="377"/>
                    </a:lnTo>
                    <a:lnTo>
                      <a:pt x="2929" y="356"/>
                    </a:lnTo>
                    <a:lnTo>
                      <a:pt x="2825" y="419"/>
                    </a:lnTo>
                    <a:lnTo>
                      <a:pt x="2720" y="356"/>
                    </a:lnTo>
                    <a:lnTo>
                      <a:pt x="2616" y="356"/>
                    </a:lnTo>
                    <a:lnTo>
                      <a:pt x="2532" y="419"/>
                    </a:lnTo>
                    <a:lnTo>
                      <a:pt x="2427" y="419"/>
                    </a:lnTo>
                    <a:lnTo>
                      <a:pt x="2406" y="314"/>
                    </a:lnTo>
                    <a:lnTo>
                      <a:pt x="2260" y="314"/>
                    </a:lnTo>
                    <a:lnTo>
                      <a:pt x="2113" y="273"/>
                    </a:lnTo>
                    <a:lnTo>
                      <a:pt x="2009" y="377"/>
                    </a:lnTo>
                    <a:lnTo>
                      <a:pt x="1862" y="419"/>
                    </a:lnTo>
                    <a:lnTo>
                      <a:pt x="1674" y="419"/>
                    </a:lnTo>
                    <a:lnTo>
                      <a:pt x="1632" y="377"/>
                    </a:lnTo>
                    <a:lnTo>
                      <a:pt x="1549" y="440"/>
                    </a:lnTo>
                    <a:lnTo>
                      <a:pt x="1444" y="440"/>
                    </a:lnTo>
                    <a:lnTo>
                      <a:pt x="1318" y="524"/>
                    </a:lnTo>
                    <a:lnTo>
                      <a:pt x="1025" y="524"/>
                    </a:lnTo>
                    <a:lnTo>
                      <a:pt x="900" y="586"/>
                    </a:lnTo>
                    <a:lnTo>
                      <a:pt x="900" y="649"/>
                    </a:lnTo>
                    <a:lnTo>
                      <a:pt x="732" y="691"/>
                    </a:lnTo>
                    <a:lnTo>
                      <a:pt x="502" y="838"/>
                    </a:lnTo>
                    <a:lnTo>
                      <a:pt x="481" y="984"/>
                    </a:lnTo>
                    <a:lnTo>
                      <a:pt x="398" y="1151"/>
                    </a:lnTo>
                    <a:lnTo>
                      <a:pt x="168" y="1214"/>
                    </a:lnTo>
                    <a:lnTo>
                      <a:pt x="168" y="1361"/>
                    </a:lnTo>
                    <a:lnTo>
                      <a:pt x="84" y="1507"/>
                    </a:lnTo>
                    <a:lnTo>
                      <a:pt x="0" y="1570"/>
                    </a:lnTo>
                    <a:lnTo>
                      <a:pt x="0" y="1716"/>
                    </a:lnTo>
                    <a:lnTo>
                      <a:pt x="209" y="1884"/>
                    </a:lnTo>
                    <a:lnTo>
                      <a:pt x="335" y="2072"/>
                    </a:lnTo>
                    <a:lnTo>
                      <a:pt x="398" y="2093"/>
                    </a:lnTo>
                    <a:lnTo>
                      <a:pt x="398" y="2135"/>
                    </a:lnTo>
                    <a:lnTo>
                      <a:pt x="544" y="2365"/>
                    </a:lnTo>
                    <a:lnTo>
                      <a:pt x="586" y="2532"/>
                    </a:lnTo>
                    <a:lnTo>
                      <a:pt x="649" y="2553"/>
                    </a:lnTo>
                    <a:lnTo>
                      <a:pt x="753" y="2449"/>
                    </a:lnTo>
                    <a:lnTo>
                      <a:pt x="837" y="2553"/>
                    </a:lnTo>
                    <a:lnTo>
                      <a:pt x="963" y="2595"/>
                    </a:lnTo>
                    <a:lnTo>
                      <a:pt x="1025" y="2511"/>
                    </a:lnTo>
                    <a:lnTo>
                      <a:pt x="1130" y="2511"/>
                    </a:lnTo>
                    <a:lnTo>
                      <a:pt x="1277" y="2595"/>
                    </a:lnTo>
                    <a:lnTo>
                      <a:pt x="1360" y="2532"/>
                    </a:lnTo>
                    <a:lnTo>
                      <a:pt x="1381" y="2616"/>
                    </a:lnTo>
                    <a:lnTo>
                      <a:pt x="1465" y="2616"/>
                    </a:lnTo>
                    <a:lnTo>
                      <a:pt x="1528" y="2658"/>
                    </a:lnTo>
                    <a:lnTo>
                      <a:pt x="1653" y="2700"/>
                    </a:lnTo>
                    <a:lnTo>
                      <a:pt x="1569" y="2742"/>
                    </a:lnTo>
                    <a:lnTo>
                      <a:pt x="1486" y="2825"/>
                    </a:lnTo>
                    <a:lnTo>
                      <a:pt x="1423" y="2762"/>
                    </a:lnTo>
                    <a:lnTo>
                      <a:pt x="1318" y="2742"/>
                    </a:lnTo>
                    <a:lnTo>
                      <a:pt x="1067" y="2595"/>
                    </a:lnTo>
                    <a:lnTo>
                      <a:pt x="963" y="2616"/>
                    </a:lnTo>
                    <a:lnTo>
                      <a:pt x="858" y="2658"/>
                    </a:lnTo>
                    <a:lnTo>
                      <a:pt x="753" y="2616"/>
                    </a:lnTo>
                    <a:lnTo>
                      <a:pt x="691" y="2721"/>
                    </a:lnTo>
                    <a:lnTo>
                      <a:pt x="628" y="2742"/>
                    </a:lnTo>
                    <a:lnTo>
                      <a:pt x="607" y="2846"/>
                    </a:lnTo>
                    <a:lnTo>
                      <a:pt x="732" y="2972"/>
                    </a:lnTo>
                    <a:lnTo>
                      <a:pt x="858" y="3035"/>
                    </a:lnTo>
                    <a:lnTo>
                      <a:pt x="1004" y="3139"/>
                    </a:lnTo>
                    <a:lnTo>
                      <a:pt x="1004" y="3223"/>
                    </a:lnTo>
                    <a:lnTo>
                      <a:pt x="942" y="3265"/>
                    </a:lnTo>
                    <a:lnTo>
                      <a:pt x="942" y="3369"/>
                    </a:lnTo>
                    <a:lnTo>
                      <a:pt x="1046" y="3495"/>
                    </a:lnTo>
                    <a:lnTo>
                      <a:pt x="1130" y="3579"/>
                    </a:lnTo>
                    <a:lnTo>
                      <a:pt x="1151" y="3495"/>
                    </a:lnTo>
                    <a:lnTo>
                      <a:pt x="1130" y="3453"/>
                    </a:lnTo>
                    <a:lnTo>
                      <a:pt x="1172" y="3348"/>
                    </a:lnTo>
                    <a:lnTo>
                      <a:pt x="1214" y="3474"/>
                    </a:lnTo>
                    <a:lnTo>
                      <a:pt x="1360" y="3537"/>
                    </a:lnTo>
                    <a:lnTo>
                      <a:pt x="1381" y="3599"/>
                    </a:lnTo>
                    <a:lnTo>
                      <a:pt x="1360" y="3704"/>
                    </a:lnTo>
                    <a:lnTo>
                      <a:pt x="1423" y="3788"/>
                    </a:lnTo>
                    <a:lnTo>
                      <a:pt x="1423" y="3746"/>
                    </a:lnTo>
                    <a:lnTo>
                      <a:pt x="1465" y="3599"/>
                    </a:lnTo>
                    <a:lnTo>
                      <a:pt x="1569" y="3599"/>
                    </a:lnTo>
                    <a:lnTo>
                      <a:pt x="1632" y="3704"/>
                    </a:lnTo>
                    <a:lnTo>
                      <a:pt x="1800" y="3809"/>
                    </a:lnTo>
                    <a:lnTo>
                      <a:pt x="1800" y="3809"/>
                    </a:lnTo>
                    <a:lnTo>
                      <a:pt x="1737" y="3704"/>
                    </a:lnTo>
                    <a:lnTo>
                      <a:pt x="1758" y="3641"/>
                    </a:lnTo>
                    <a:lnTo>
                      <a:pt x="1695" y="3537"/>
                    </a:lnTo>
                    <a:lnTo>
                      <a:pt x="1632" y="3348"/>
                    </a:lnTo>
                    <a:lnTo>
                      <a:pt x="1549" y="3244"/>
                    </a:lnTo>
                    <a:lnTo>
                      <a:pt x="1549" y="3181"/>
                    </a:lnTo>
                    <a:lnTo>
                      <a:pt x="1632" y="3181"/>
                    </a:lnTo>
                    <a:lnTo>
                      <a:pt x="1758" y="3265"/>
                    </a:lnTo>
                    <a:lnTo>
                      <a:pt x="1737" y="3327"/>
                    </a:lnTo>
                    <a:lnTo>
                      <a:pt x="1758" y="3369"/>
                    </a:lnTo>
                    <a:lnTo>
                      <a:pt x="1841" y="3286"/>
                    </a:lnTo>
                    <a:lnTo>
                      <a:pt x="1967" y="3348"/>
                    </a:lnTo>
                    <a:lnTo>
                      <a:pt x="1967" y="3286"/>
                    </a:lnTo>
                    <a:lnTo>
                      <a:pt x="1904" y="3244"/>
                    </a:lnTo>
                    <a:lnTo>
                      <a:pt x="1904" y="3181"/>
                    </a:lnTo>
                    <a:lnTo>
                      <a:pt x="1862" y="3181"/>
                    </a:lnTo>
                    <a:lnTo>
                      <a:pt x="1758" y="3139"/>
                    </a:lnTo>
                    <a:lnTo>
                      <a:pt x="1758" y="3076"/>
                    </a:lnTo>
                    <a:lnTo>
                      <a:pt x="1653" y="3014"/>
                    </a:lnTo>
                    <a:lnTo>
                      <a:pt x="1758" y="2951"/>
                    </a:lnTo>
                    <a:lnTo>
                      <a:pt x="1862" y="2951"/>
                    </a:lnTo>
                    <a:lnTo>
                      <a:pt x="1904" y="2909"/>
                    </a:lnTo>
                    <a:lnTo>
                      <a:pt x="2072" y="3014"/>
                    </a:lnTo>
                    <a:lnTo>
                      <a:pt x="2093" y="3055"/>
                    </a:lnTo>
                    <a:lnTo>
                      <a:pt x="2197" y="3076"/>
                    </a:lnTo>
                    <a:lnTo>
                      <a:pt x="2218" y="3035"/>
                    </a:lnTo>
                    <a:lnTo>
                      <a:pt x="2113" y="2909"/>
                    </a:lnTo>
                    <a:lnTo>
                      <a:pt x="2155" y="2762"/>
                    </a:lnTo>
                    <a:lnTo>
                      <a:pt x="2093" y="2700"/>
                    </a:lnTo>
                    <a:lnTo>
                      <a:pt x="1841" y="2532"/>
                    </a:lnTo>
                    <a:lnTo>
                      <a:pt x="1758" y="2511"/>
                    </a:lnTo>
                    <a:lnTo>
                      <a:pt x="1737" y="2490"/>
                    </a:lnTo>
                    <a:cubicBezTo>
                      <a:pt x="1758" y="2490"/>
                      <a:pt x="1779" y="2449"/>
                      <a:pt x="1800" y="2407"/>
                    </a:cubicBezTo>
                    <a:lnTo>
                      <a:pt x="1862" y="2449"/>
                    </a:lnTo>
                    <a:lnTo>
                      <a:pt x="1946" y="2490"/>
                    </a:lnTo>
                    <a:lnTo>
                      <a:pt x="1988" y="2553"/>
                    </a:lnTo>
                    <a:lnTo>
                      <a:pt x="2093" y="2616"/>
                    </a:lnTo>
                    <a:lnTo>
                      <a:pt x="2176" y="2616"/>
                    </a:lnTo>
                    <a:lnTo>
                      <a:pt x="2197" y="2658"/>
                    </a:lnTo>
                    <a:lnTo>
                      <a:pt x="2281" y="2762"/>
                    </a:lnTo>
                    <a:lnTo>
                      <a:pt x="2323" y="2825"/>
                    </a:lnTo>
                    <a:lnTo>
                      <a:pt x="2323" y="2867"/>
                    </a:lnTo>
                    <a:lnTo>
                      <a:pt x="2365" y="2930"/>
                    </a:lnTo>
                    <a:lnTo>
                      <a:pt x="2427" y="2972"/>
                    </a:lnTo>
                    <a:lnTo>
                      <a:pt x="2490" y="2951"/>
                    </a:lnTo>
                    <a:lnTo>
                      <a:pt x="2532" y="2972"/>
                    </a:lnTo>
                    <a:lnTo>
                      <a:pt x="2595" y="2867"/>
                    </a:lnTo>
                    <a:lnTo>
                      <a:pt x="2490" y="2867"/>
                    </a:lnTo>
                    <a:lnTo>
                      <a:pt x="2469" y="2888"/>
                    </a:lnTo>
                    <a:lnTo>
                      <a:pt x="2385" y="2825"/>
                    </a:lnTo>
                    <a:lnTo>
                      <a:pt x="2385" y="2742"/>
                    </a:lnTo>
                    <a:lnTo>
                      <a:pt x="2365" y="2679"/>
                    </a:lnTo>
                    <a:lnTo>
                      <a:pt x="2365" y="2637"/>
                    </a:lnTo>
                    <a:lnTo>
                      <a:pt x="2302" y="2553"/>
                    </a:lnTo>
                    <a:lnTo>
                      <a:pt x="2176" y="2428"/>
                    </a:lnTo>
                    <a:lnTo>
                      <a:pt x="2176" y="2449"/>
                    </a:lnTo>
                    <a:lnTo>
                      <a:pt x="2093" y="2449"/>
                    </a:lnTo>
                    <a:lnTo>
                      <a:pt x="2093" y="2428"/>
                    </a:lnTo>
                    <a:lnTo>
                      <a:pt x="1988" y="2365"/>
                    </a:lnTo>
                    <a:lnTo>
                      <a:pt x="1883" y="2344"/>
                    </a:lnTo>
                    <a:lnTo>
                      <a:pt x="1800" y="2239"/>
                    </a:lnTo>
                    <a:lnTo>
                      <a:pt x="1758" y="2239"/>
                    </a:lnTo>
                    <a:cubicBezTo>
                      <a:pt x="1730" y="2230"/>
                      <a:pt x="1706" y="2212"/>
                      <a:pt x="1680" y="2193"/>
                    </a:cubicBezTo>
                    <a:lnTo>
                      <a:pt x="1680" y="2193"/>
                    </a:lnTo>
                    <a:lnTo>
                      <a:pt x="1737" y="2156"/>
                    </a:lnTo>
                    <a:lnTo>
                      <a:pt x="1758" y="2030"/>
                    </a:lnTo>
                    <a:lnTo>
                      <a:pt x="1674" y="1946"/>
                    </a:lnTo>
                    <a:lnTo>
                      <a:pt x="1486" y="1737"/>
                    </a:lnTo>
                    <a:lnTo>
                      <a:pt x="1423" y="1695"/>
                    </a:lnTo>
                    <a:lnTo>
                      <a:pt x="1381" y="1612"/>
                    </a:lnTo>
                    <a:lnTo>
                      <a:pt x="1256" y="1507"/>
                    </a:lnTo>
                    <a:lnTo>
                      <a:pt x="1318" y="1465"/>
                    </a:lnTo>
                    <a:lnTo>
                      <a:pt x="1277" y="1235"/>
                    </a:lnTo>
                    <a:lnTo>
                      <a:pt x="1360" y="1130"/>
                    </a:lnTo>
                    <a:lnTo>
                      <a:pt x="1486" y="1089"/>
                    </a:lnTo>
                    <a:lnTo>
                      <a:pt x="1528" y="1193"/>
                    </a:lnTo>
                    <a:lnTo>
                      <a:pt x="1465" y="1193"/>
                    </a:lnTo>
                    <a:lnTo>
                      <a:pt x="1465" y="1256"/>
                    </a:lnTo>
                    <a:lnTo>
                      <a:pt x="1653" y="1319"/>
                    </a:lnTo>
                    <a:lnTo>
                      <a:pt x="1674" y="1465"/>
                    </a:lnTo>
                    <a:lnTo>
                      <a:pt x="1779" y="1570"/>
                    </a:lnTo>
                    <a:lnTo>
                      <a:pt x="1904" y="1570"/>
                    </a:lnTo>
                    <a:lnTo>
                      <a:pt x="1841" y="1507"/>
                    </a:lnTo>
                    <a:lnTo>
                      <a:pt x="1779" y="1423"/>
                    </a:lnTo>
                    <a:lnTo>
                      <a:pt x="1800" y="1361"/>
                    </a:lnTo>
                    <a:lnTo>
                      <a:pt x="1946" y="1402"/>
                    </a:lnTo>
                    <a:lnTo>
                      <a:pt x="2009" y="1528"/>
                    </a:lnTo>
                    <a:lnTo>
                      <a:pt x="2093" y="1570"/>
                    </a:lnTo>
                    <a:lnTo>
                      <a:pt x="2155" y="1486"/>
                    </a:lnTo>
                    <a:lnTo>
                      <a:pt x="2072" y="1423"/>
                    </a:lnTo>
                    <a:lnTo>
                      <a:pt x="1988" y="1402"/>
                    </a:lnTo>
                    <a:lnTo>
                      <a:pt x="1988" y="1361"/>
                    </a:lnTo>
                    <a:lnTo>
                      <a:pt x="2197" y="1361"/>
                    </a:lnTo>
                    <a:lnTo>
                      <a:pt x="2281" y="1423"/>
                    </a:lnTo>
                    <a:lnTo>
                      <a:pt x="2302" y="1402"/>
                    </a:lnTo>
                    <a:lnTo>
                      <a:pt x="2176" y="1298"/>
                    </a:lnTo>
                    <a:lnTo>
                      <a:pt x="2051" y="1277"/>
                    </a:lnTo>
                    <a:lnTo>
                      <a:pt x="1946" y="1151"/>
                    </a:lnTo>
                    <a:lnTo>
                      <a:pt x="1988" y="1068"/>
                    </a:lnTo>
                    <a:lnTo>
                      <a:pt x="2093" y="1089"/>
                    </a:lnTo>
                    <a:lnTo>
                      <a:pt x="2176" y="1047"/>
                    </a:lnTo>
                    <a:lnTo>
                      <a:pt x="2218" y="879"/>
                    </a:lnTo>
                    <a:lnTo>
                      <a:pt x="2302" y="858"/>
                    </a:lnTo>
                    <a:lnTo>
                      <a:pt x="2427" y="963"/>
                    </a:lnTo>
                    <a:lnTo>
                      <a:pt x="2532" y="963"/>
                    </a:lnTo>
                    <a:lnTo>
                      <a:pt x="2637" y="858"/>
                    </a:lnTo>
                    <a:lnTo>
                      <a:pt x="2637" y="796"/>
                    </a:lnTo>
                    <a:lnTo>
                      <a:pt x="2699" y="796"/>
                    </a:lnTo>
                    <a:lnTo>
                      <a:pt x="2783" y="879"/>
                    </a:lnTo>
                    <a:lnTo>
                      <a:pt x="3013" y="879"/>
                    </a:lnTo>
                    <a:lnTo>
                      <a:pt x="3201" y="942"/>
                    </a:lnTo>
                    <a:lnTo>
                      <a:pt x="3327" y="900"/>
                    </a:lnTo>
                    <a:lnTo>
                      <a:pt x="3348" y="566"/>
                    </a:lnTo>
                    <a:lnTo>
                      <a:pt x="3327" y="440"/>
                    </a:lnTo>
                    <a:lnTo>
                      <a:pt x="3473" y="335"/>
                    </a:lnTo>
                    <a:lnTo>
                      <a:pt x="3473" y="210"/>
                    </a:lnTo>
                    <a:lnTo>
                      <a:pt x="3369" y="147"/>
                    </a:lnTo>
                    <a:lnTo>
                      <a:pt x="341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" name="Google Shape;9157;p128">
              <a:extLst>
                <a:ext uri="{FF2B5EF4-FFF2-40B4-BE49-F238E27FC236}">
                  <a16:creationId xmlns:a16="http://schemas.microsoft.com/office/drawing/2014/main" id="{786F4363-3F0D-1F01-8DA7-ED1E558BC395}"/>
                </a:ext>
              </a:extLst>
            </p:cNvPr>
            <p:cNvGrpSpPr/>
            <p:nvPr/>
          </p:nvGrpSpPr>
          <p:grpSpPr>
            <a:xfrm>
              <a:off x="3782759" y="2807162"/>
              <a:ext cx="82686" cy="85487"/>
              <a:chOff x="3765350" y="2500900"/>
              <a:chExt cx="173600" cy="187925"/>
            </a:xfrm>
            <a:grpFill/>
          </p:grpSpPr>
          <p:sp>
            <p:nvSpPr>
              <p:cNvPr id="499" name="Google Shape;9158;p128">
                <a:extLst>
                  <a:ext uri="{FF2B5EF4-FFF2-40B4-BE49-F238E27FC236}">
                    <a16:creationId xmlns:a16="http://schemas.microsoft.com/office/drawing/2014/main" id="{56490BF3-0C3C-C6B2-6FD7-CC45E5A36A1D}"/>
                  </a:ext>
                </a:extLst>
              </p:cNvPr>
              <p:cNvSpPr/>
              <p:nvPr/>
            </p:nvSpPr>
            <p:spPr>
              <a:xfrm>
                <a:off x="3765350" y="2500900"/>
                <a:ext cx="108950" cy="64300"/>
              </a:xfrm>
              <a:custGeom>
                <a:avLst/>
                <a:gdLst/>
                <a:ahLst/>
                <a:cxnLst/>
                <a:rect l="l" t="t" r="r" b="b"/>
                <a:pathLst>
                  <a:path w="4358" h="2572" extrusionOk="0">
                    <a:moveTo>
                      <a:pt x="1286" y="596"/>
                    </a:moveTo>
                    <a:lnTo>
                      <a:pt x="0" y="1072"/>
                    </a:lnTo>
                    <a:lnTo>
                      <a:pt x="429" y="2239"/>
                    </a:lnTo>
                    <a:lnTo>
                      <a:pt x="857" y="2572"/>
                    </a:lnTo>
                    <a:lnTo>
                      <a:pt x="2191" y="1215"/>
                    </a:lnTo>
                    <a:lnTo>
                      <a:pt x="4024" y="1072"/>
                    </a:lnTo>
                    <a:lnTo>
                      <a:pt x="4358" y="429"/>
                    </a:lnTo>
                    <a:lnTo>
                      <a:pt x="3120" y="0"/>
                    </a:lnTo>
                    <a:lnTo>
                      <a:pt x="2477" y="3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500" name="Google Shape;9159;p128">
                <a:extLst>
                  <a:ext uri="{FF2B5EF4-FFF2-40B4-BE49-F238E27FC236}">
                    <a16:creationId xmlns:a16="http://schemas.microsoft.com/office/drawing/2014/main" id="{EBFCC990-5B98-A35E-7449-827938C7B465}"/>
                  </a:ext>
                </a:extLst>
              </p:cNvPr>
              <p:cNvSpPr/>
              <p:nvPr/>
            </p:nvSpPr>
            <p:spPr>
              <a:xfrm>
                <a:off x="3797175" y="2609800"/>
                <a:ext cx="2625" cy="370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148" extrusionOk="0">
                    <a:moveTo>
                      <a:pt x="42" y="1"/>
                    </a:moveTo>
                    <a:lnTo>
                      <a:pt x="21" y="43"/>
                    </a:lnTo>
                    <a:lnTo>
                      <a:pt x="0" y="84"/>
                    </a:lnTo>
                    <a:lnTo>
                      <a:pt x="0" y="147"/>
                    </a:lnTo>
                    <a:lnTo>
                      <a:pt x="21" y="147"/>
                    </a:lnTo>
                    <a:lnTo>
                      <a:pt x="42" y="105"/>
                    </a:lnTo>
                    <a:lnTo>
                      <a:pt x="105" y="22"/>
                    </a:lnTo>
                    <a:lnTo>
                      <a:pt x="4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Google Shape;9160;p128">
                <a:extLst>
                  <a:ext uri="{FF2B5EF4-FFF2-40B4-BE49-F238E27FC236}">
                    <a16:creationId xmlns:a16="http://schemas.microsoft.com/office/drawing/2014/main" id="{0680CC5E-FC93-E3C7-89F8-D0279F8D1A8E}"/>
                  </a:ext>
                </a:extLst>
              </p:cNvPr>
              <p:cNvSpPr/>
              <p:nvPr/>
            </p:nvSpPr>
            <p:spPr>
              <a:xfrm>
                <a:off x="3796125" y="2610325"/>
                <a:ext cx="22525" cy="41875"/>
              </a:xfrm>
              <a:custGeom>
                <a:avLst/>
                <a:gdLst/>
                <a:ahLst/>
                <a:cxnLst/>
                <a:rect l="l" t="t" r="r" b="b"/>
                <a:pathLst>
                  <a:path w="901" h="1675" extrusionOk="0">
                    <a:moveTo>
                      <a:pt x="565" y="1"/>
                    </a:moveTo>
                    <a:lnTo>
                      <a:pt x="461" y="22"/>
                    </a:lnTo>
                    <a:lnTo>
                      <a:pt x="252" y="273"/>
                    </a:lnTo>
                    <a:lnTo>
                      <a:pt x="168" y="273"/>
                    </a:lnTo>
                    <a:lnTo>
                      <a:pt x="42" y="189"/>
                    </a:lnTo>
                    <a:lnTo>
                      <a:pt x="42" y="314"/>
                    </a:lnTo>
                    <a:lnTo>
                      <a:pt x="1" y="398"/>
                    </a:lnTo>
                    <a:lnTo>
                      <a:pt x="105" y="503"/>
                    </a:lnTo>
                    <a:lnTo>
                      <a:pt x="105" y="586"/>
                    </a:lnTo>
                    <a:lnTo>
                      <a:pt x="189" y="649"/>
                    </a:lnTo>
                    <a:lnTo>
                      <a:pt x="189" y="796"/>
                    </a:lnTo>
                    <a:lnTo>
                      <a:pt x="105" y="858"/>
                    </a:lnTo>
                    <a:lnTo>
                      <a:pt x="147" y="942"/>
                    </a:lnTo>
                    <a:lnTo>
                      <a:pt x="273" y="942"/>
                    </a:lnTo>
                    <a:lnTo>
                      <a:pt x="273" y="1005"/>
                    </a:lnTo>
                    <a:lnTo>
                      <a:pt x="189" y="1068"/>
                    </a:lnTo>
                    <a:lnTo>
                      <a:pt x="147" y="1277"/>
                    </a:lnTo>
                    <a:lnTo>
                      <a:pt x="189" y="1361"/>
                    </a:lnTo>
                    <a:lnTo>
                      <a:pt x="252" y="1591"/>
                    </a:lnTo>
                    <a:lnTo>
                      <a:pt x="314" y="1674"/>
                    </a:lnTo>
                    <a:lnTo>
                      <a:pt x="377" y="1654"/>
                    </a:lnTo>
                    <a:lnTo>
                      <a:pt x="419" y="1674"/>
                    </a:lnTo>
                    <a:lnTo>
                      <a:pt x="503" y="1654"/>
                    </a:lnTo>
                    <a:lnTo>
                      <a:pt x="524" y="1528"/>
                    </a:lnTo>
                    <a:lnTo>
                      <a:pt x="565" y="1444"/>
                    </a:lnTo>
                    <a:lnTo>
                      <a:pt x="670" y="1444"/>
                    </a:lnTo>
                    <a:lnTo>
                      <a:pt x="733" y="1528"/>
                    </a:lnTo>
                    <a:lnTo>
                      <a:pt x="796" y="1528"/>
                    </a:lnTo>
                    <a:lnTo>
                      <a:pt x="837" y="1444"/>
                    </a:lnTo>
                    <a:lnTo>
                      <a:pt x="837" y="1214"/>
                    </a:lnTo>
                    <a:lnTo>
                      <a:pt x="879" y="1151"/>
                    </a:lnTo>
                    <a:lnTo>
                      <a:pt x="837" y="921"/>
                    </a:lnTo>
                    <a:lnTo>
                      <a:pt x="900" y="712"/>
                    </a:lnTo>
                    <a:lnTo>
                      <a:pt x="733" y="586"/>
                    </a:lnTo>
                    <a:lnTo>
                      <a:pt x="879" y="503"/>
                    </a:lnTo>
                    <a:lnTo>
                      <a:pt x="879" y="419"/>
                    </a:lnTo>
                    <a:lnTo>
                      <a:pt x="837" y="294"/>
                    </a:lnTo>
                    <a:lnTo>
                      <a:pt x="775" y="189"/>
                    </a:lnTo>
                    <a:lnTo>
                      <a:pt x="691" y="63"/>
                    </a:lnTo>
                    <a:lnTo>
                      <a:pt x="670" y="84"/>
                    </a:lnTo>
                    <a:lnTo>
                      <a:pt x="56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Google Shape;9161;p128">
                <a:extLst>
                  <a:ext uri="{FF2B5EF4-FFF2-40B4-BE49-F238E27FC236}">
                    <a16:creationId xmlns:a16="http://schemas.microsoft.com/office/drawing/2014/main" id="{25D8FAB6-82CE-5824-FC7D-E8E5D2C14EFB}"/>
                  </a:ext>
                </a:extLst>
              </p:cNvPr>
              <p:cNvSpPr/>
              <p:nvPr/>
            </p:nvSpPr>
            <p:spPr>
              <a:xfrm>
                <a:off x="3821225" y="2579475"/>
                <a:ext cx="6300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252" h="168" extrusionOk="0">
                    <a:moveTo>
                      <a:pt x="189" y="0"/>
                    </a:moveTo>
                    <a:lnTo>
                      <a:pt x="147" y="42"/>
                    </a:lnTo>
                    <a:lnTo>
                      <a:pt x="43" y="84"/>
                    </a:lnTo>
                    <a:lnTo>
                      <a:pt x="1" y="147"/>
                    </a:lnTo>
                    <a:lnTo>
                      <a:pt x="43" y="167"/>
                    </a:lnTo>
                    <a:lnTo>
                      <a:pt x="189" y="147"/>
                    </a:lnTo>
                    <a:lnTo>
                      <a:pt x="252" y="147"/>
                    </a:lnTo>
                    <a:lnTo>
                      <a:pt x="252" y="63"/>
                    </a:lnTo>
                    <a:lnTo>
                      <a:pt x="18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Google Shape;9162;p128">
                <a:extLst>
                  <a:ext uri="{FF2B5EF4-FFF2-40B4-BE49-F238E27FC236}">
                    <a16:creationId xmlns:a16="http://schemas.microsoft.com/office/drawing/2014/main" id="{4F2B30D6-820B-0225-2197-6E76880764AE}"/>
                  </a:ext>
                </a:extLst>
              </p:cNvPr>
              <p:cNvSpPr/>
              <p:nvPr/>
            </p:nvSpPr>
            <p:spPr>
              <a:xfrm>
                <a:off x="3833800" y="2589400"/>
                <a:ext cx="1575" cy="1600"/>
              </a:xfrm>
              <a:custGeom>
                <a:avLst/>
                <a:gdLst/>
                <a:ahLst/>
                <a:cxnLst/>
                <a:rect l="l" t="t" r="r" b="b"/>
                <a:pathLst>
                  <a:path w="63" h="64" extrusionOk="0">
                    <a:moveTo>
                      <a:pt x="42" y="1"/>
                    </a:moveTo>
                    <a:lnTo>
                      <a:pt x="0" y="22"/>
                    </a:lnTo>
                    <a:lnTo>
                      <a:pt x="63" y="63"/>
                    </a:lnTo>
                    <a:lnTo>
                      <a:pt x="4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" name="Google Shape;9163;p128">
                <a:extLst>
                  <a:ext uri="{FF2B5EF4-FFF2-40B4-BE49-F238E27FC236}">
                    <a16:creationId xmlns:a16="http://schemas.microsoft.com/office/drawing/2014/main" id="{CD9E7350-AD58-9A32-E549-1CC6DAA542C0}"/>
                  </a:ext>
                </a:extLst>
              </p:cNvPr>
              <p:cNvSpPr/>
              <p:nvPr/>
            </p:nvSpPr>
            <p:spPr>
              <a:xfrm>
                <a:off x="3774675" y="2506225"/>
                <a:ext cx="164275" cy="182600"/>
              </a:xfrm>
              <a:custGeom>
                <a:avLst/>
                <a:gdLst/>
                <a:ahLst/>
                <a:cxnLst/>
                <a:rect l="l" t="t" r="r" b="b"/>
                <a:pathLst>
                  <a:path w="6571" h="7304" extrusionOk="0">
                    <a:moveTo>
                      <a:pt x="2595" y="1"/>
                    </a:moveTo>
                    <a:lnTo>
                      <a:pt x="2302" y="189"/>
                    </a:lnTo>
                    <a:lnTo>
                      <a:pt x="2114" y="105"/>
                    </a:lnTo>
                    <a:lnTo>
                      <a:pt x="2009" y="252"/>
                    </a:lnTo>
                    <a:lnTo>
                      <a:pt x="2072" y="419"/>
                    </a:lnTo>
                    <a:lnTo>
                      <a:pt x="1842" y="482"/>
                    </a:lnTo>
                    <a:lnTo>
                      <a:pt x="1800" y="691"/>
                    </a:lnTo>
                    <a:lnTo>
                      <a:pt x="1695" y="608"/>
                    </a:lnTo>
                    <a:lnTo>
                      <a:pt x="1591" y="608"/>
                    </a:lnTo>
                    <a:lnTo>
                      <a:pt x="1340" y="524"/>
                    </a:lnTo>
                    <a:lnTo>
                      <a:pt x="1340" y="691"/>
                    </a:lnTo>
                    <a:lnTo>
                      <a:pt x="1235" y="901"/>
                    </a:lnTo>
                    <a:lnTo>
                      <a:pt x="1172" y="796"/>
                    </a:lnTo>
                    <a:lnTo>
                      <a:pt x="1005" y="712"/>
                    </a:lnTo>
                    <a:lnTo>
                      <a:pt x="1026" y="587"/>
                    </a:lnTo>
                    <a:lnTo>
                      <a:pt x="900" y="503"/>
                    </a:lnTo>
                    <a:lnTo>
                      <a:pt x="691" y="880"/>
                    </a:lnTo>
                    <a:lnTo>
                      <a:pt x="524" y="796"/>
                    </a:lnTo>
                    <a:lnTo>
                      <a:pt x="294" y="942"/>
                    </a:lnTo>
                    <a:lnTo>
                      <a:pt x="168" y="901"/>
                    </a:lnTo>
                    <a:lnTo>
                      <a:pt x="105" y="942"/>
                    </a:lnTo>
                    <a:lnTo>
                      <a:pt x="126" y="1089"/>
                    </a:lnTo>
                    <a:lnTo>
                      <a:pt x="231" y="1193"/>
                    </a:lnTo>
                    <a:lnTo>
                      <a:pt x="210" y="1361"/>
                    </a:lnTo>
                    <a:lnTo>
                      <a:pt x="84" y="1403"/>
                    </a:lnTo>
                    <a:lnTo>
                      <a:pt x="1" y="1465"/>
                    </a:lnTo>
                    <a:lnTo>
                      <a:pt x="126" y="1633"/>
                    </a:lnTo>
                    <a:lnTo>
                      <a:pt x="168" y="1926"/>
                    </a:lnTo>
                    <a:lnTo>
                      <a:pt x="335" y="2051"/>
                    </a:lnTo>
                    <a:lnTo>
                      <a:pt x="524" y="2051"/>
                    </a:lnTo>
                    <a:lnTo>
                      <a:pt x="440" y="2240"/>
                    </a:lnTo>
                    <a:lnTo>
                      <a:pt x="503" y="2365"/>
                    </a:lnTo>
                    <a:lnTo>
                      <a:pt x="796" y="2302"/>
                    </a:lnTo>
                    <a:lnTo>
                      <a:pt x="900" y="2177"/>
                    </a:lnTo>
                    <a:lnTo>
                      <a:pt x="900" y="2072"/>
                    </a:lnTo>
                    <a:lnTo>
                      <a:pt x="1172" y="1926"/>
                    </a:lnTo>
                    <a:lnTo>
                      <a:pt x="1570" y="2030"/>
                    </a:lnTo>
                    <a:lnTo>
                      <a:pt x="1675" y="2093"/>
                    </a:lnTo>
                    <a:lnTo>
                      <a:pt x="1842" y="2156"/>
                    </a:lnTo>
                    <a:lnTo>
                      <a:pt x="1884" y="2261"/>
                    </a:lnTo>
                    <a:lnTo>
                      <a:pt x="1905" y="2302"/>
                    </a:lnTo>
                    <a:lnTo>
                      <a:pt x="1967" y="2386"/>
                    </a:lnTo>
                    <a:lnTo>
                      <a:pt x="2072" y="2574"/>
                    </a:lnTo>
                    <a:lnTo>
                      <a:pt x="2072" y="2679"/>
                    </a:lnTo>
                    <a:lnTo>
                      <a:pt x="2156" y="2721"/>
                    </a:lnTo>
                    <a:lnTo>
                      <a:pt x="2156" y="2888"/>
                    </a:lnTo>
                    <a:lnTo>
                      <a:pt x="2281" y="2930"/>
                    </a:lnTo>
                    <a:lnTo>
                      <a:pt x="2365" y="3035"/>
                    </a:lnTo>
                    <a:lnTo>
                      <a:pt x="2511" y="3202"/>
                    </a:lnTo>
                    <a:lnTo>
                      <a:pt x="2532" y="3307"/>
                    </a:lnTo>
                    <a:lnTo>
                      <a:pt x="2700" y="3307"/>
                    </a:lnTo>
                    <a:lnTo>
                      <a:pt x="2804" y="3432"/>
                    </a:lnTo>
                    <a:lnTo>
                      <a:pt x="2825" y="3537"/>
                    </a:lnTo>
                    <a:lnTo>
                      <a:pt x="2909" y="3558"/>
                    </a:lnTo>
                    <a:lnTo>
                      <a:pt x="3139" y="3851"/>
                    </a:lnTo>
                    <a:lnTo>
                      <a:pt x="3369" y="4018"/>
                    </a:lnTo>
                    <a:lnTo>
                      <a:pt x="3474" y="4039"/>
                    </a:lnTo>
                    <a:lnTo>
                      <a:pt x="3579" y="4081"/>
                    </a:lnTo>
                    <a:lnTo>
                      <a:pt x="3620" y="4186"/>
                    </a:lnTo>
                    <a:lnTo>
                      <a:pt x="3725" y="4186"/>
                    </a:lnTo>
                    <a:lnTo>
                      <a:pt x="3788" y="4123"/>
                    </a:lnTo>
                    <a:lnTo>
                      <a:pt x="3934" y="4165"/>
                    </a:lnTo>
                    <a:lnTo>
                      <a:pt x="4039" y="4165"/>
                    </a:lnTo>
                    <a:lnTo>
                      <a:pt x="4164" y="4395"/>
                    </a:lnTo>
                    <a:lnTo>
                      <a:pt x="4248" y="4458"/>
                    </a:lnTo>
                    <a:lnTo>
                      <a:pt x="4290" y="4416"/>
                    </a:lnTo>
                    <a:lnTo>
                      <a:pt x="4395" y="4458"/>
                    </a:lnTo>
                    <a:lnTo>
                      <a:pt x="4395" y="4520"/>
                    </a:lnTo>
                    <a:lnTo>
                      <a:pt x="4604" y="4520"/>
                    </a:lnTo>
                    <a:lnTo>
                      <a:pt x="4688" y="4625"/>
                    </a:lnTo>
                    <a:lnTo>
                      <a:pt x="4688" y="4730"/>
                    </a:lnTo>
                    <a:lnTo>
                      <a:pt x="4646" y="4792"/>
                    </a:lnTo>
                    <a:lnTo>
                      <a:pt x="4708" y="4834"/>
                    </a:lnTo>
                    <a:lnTo>
                      <a:pt x="4834" y="4834"/>
                    </a:lnTo>
                    <a:lnTo>
                      <a:pt x="4897" y="4939"/>
                    </a:lnTo>
                    <a:lnTo>
                      <a:pt x="5043" y="4981"/>
                    </a:lnTo>
                    <a:lnTo>
                      <a:pt x="5106" y="4939"/>
                    </a:lnTo>
                    <a:lnTo>
                      <a:pt x="5169" y="5002"/>
                    </a:lnTo>
                    <a:lnTo>
                      <a:pt x="5232" y="5190"/>
                    </a:lnTo>
                    <a:lnTo>
                      <a:pt x="5252" y="5357"/>
                    </a:lnTo>
                    <a:lnTo>
                      <a:pt x="5315" y="5441"/>
                    </a:lnTo>
                    <a:lnTo>
                      <a:pt x="5357" y="5650"/>
                    </a:lnTo>
                    <a:lnTo>
                      <a:pt x="5420" y="5755"/>
                    </a:lnTo>
                    <a:lnTo>
                      <a:pt x="5420" y="5859"/>
                    </a:lnTo>
                    <a:lnTo>
                      <a:pt x="5357" y="5943"/>
                    </a:lnTo>
                    <a:lnTo>
                      <a:pt x="5315" y="5943"/>
                    </a:lnTo>
                    <a:lnTo>
                      <a:pt x="5273" y="5964"/>
                    </a:lnTo>
                    <a:lnTo>
                      <a:pt x="5315" y="6069"/>
                    </a:lnTo>
                    <a:lnTo>
                      <a:pt x="5273" y="6173"/>
                    </a:lnTo>
                    <a:lnTo>
                      <a:pt x="5211" y="6257"/>
                    </a:lnTo>
                    <a:lnTo>
                      <a:pt x="5127" y="6278"/>
                    </a:lnTo>
                    <a:lnTo>
                      <a:pt x="5106" y="6341"/>
                    </a:lnTo>
                    <a:lnTo>
                      <a:pt x="5106" y="6362"/>
                    </a:lnTo>
                    <a:lnTo>
                      <a:pt x="5211" y="6466"/>
                    </a:lnTo>
                    <a:lnTo>
                      <a:pt x="5357" y="6445"/>
                    </a:lnTo>
                    <a:lnTo>
                      <a:pt x="5441" y="6341"/>
                    </a:lnTo>
                    <a:lnTo>
                      <a:pt x="5462" y="6194"/>
                    </a:lnTo>
                    <a:lnTo>
                      <a:pt x="5629" y="6069"/>
                    </a:lnTo>
                    <a:lnTo>
                      <a:pt x="5650" y="5818"/>
                    </a:lnTo>
                    <a:lnTo>
                      <a:pt x="5755" y="5713"/>
                    </a:lnTo>
                    <a:lnTo>
                      <a:pt x="5859" y="5671"/>
                    </a:lnTo>
                    <a:lnTo>
                      <a:pt x="5880" y="5608"/>
                    </a:lnTo>
                    <a:lnTo>
                      <a:pt x="5859" y="5546"/>
                    </a:lnTo>
                    <a:lnTo>
                      <a:pt x="5880" y="5399"/>
                    </a:lnTo>
                    <a:lnTo>
                      <a:pt x="5859" y="5336"/>
                    </a:lnTo>
                    <a:lnTo>
                      <a:pt x="5692" y="5190"/>
                    </a:lnTo>
                    <a:lnTo>
                      <a:pt x="5587" y="5190"/>
                    </a:lnTo>
                    <a:lnTo>
                      <a:pt x="5566" y="5127"/>
                    </a:lnTo>
                    <a:lnTo>
                      <a:pt x="5566" y="5043"/>
                    </a:lnTo>
                    <a:lnTo>
                      <a:pt x="5650" y="5002"/>
                    </a:lnTo>
                    <a:lnTo>
                      <a:pt x="5671" y="4918"/>
                    </a:lnTo>
                    <a:lnTo>
                      <a:pt x="5671" y="4834"/>
                    </a:lnTo>
                    <a:lnTo>
                      <a:pt x="5734" y="4771"/>
                    </a:lnTo>
                    <a:lnTo>
                      <a:pt x="5776" y="4625"/>
                    </a:lnTo>
                    <a:lnTo>
                      <a:pt x="5838" y="4604"/>
                    </a:lnTo>
                    <a:lnTo>
                      <a:pt x="5901" y="4604"/>
                    </a:lnTo>
                    <a:lnTo>
                      <a:pt x="6006" y="4667"/>
                    </a:lnTo>
                    <a:lnTo>
                      <a:pt x="6048" y="4709"/>
                    </a:lnTo>
                    <a:lnTo>
                      <a:pt x="6215" y="4709"/>
                    </a:lnTo>
                    <a:lnTo>
                      <a:pt x="6278" y="4730"/>
                    </a:lnTo>
                    <a:lnTo>
                      <a:pt x="6257" y="4813"/>
                    </a:lnTo>
                    <a:lnTo>
                      <a:pt x="6299" y="4918"/>
                    </a:lnTo>
                    <a:lnTo>
                      <a:pt x="6382" y="5022"/>
                    </a:lnTo>
                    <a:lnTo>
                      <a:pt x="6487" y="5085"/>
                    </a:lnTo>
                    <a:lnTo>
                      <a:pt x="6487" y="5043"/>
                    </a:lnTo>
                    <a:lnTo>
                      <a:pt x="6508" y="5022"/>
                    </a:lnTo>
                    <a:lnTo>
                      <a:pt x="6487" y="5002"/>
                    </a:lnTo>
                    <a:lnTo>
                      <a:pt x="6550" y="4918"/>
                    </a:lnTo>
                    <a:lnTo>
                      <a:pt x="6571" y="4771"/>
                    </a:lnTo>
                    <a:lnTo>
                      <a:pt x="6508" y="4688"/>
                    </a:lnTo>
                    <a:lnTo>
                      <a:pt x="6403" y="4604"/>
                    </a:lnTo>
                    <a:lnTo>
                      <a:pt x="6236" y="4562"/>
                    </a:lnTo>
                    <a:lnTo>
                      <a:pt x="6131" y="4416"/>
                    </a:lnTo>
                    <a:lnTo>
                      <a:pt x="5943" y="4290"/>
                    </a:lnTo>
                    <a:lnTo>
                      <a:pt x="5504" y="4060"/>
                    </a:lnTo>
                    <a:lnTo>
                      <a:pt x="5294" y="4018"/>
                    </a:lnTo>
                    <a:lnTo>
                      <a:pt x="5148" y="4018"/>
                    </a:lnTo>
                    <a:lnTo>
                      <a:pt x="5106" y="3914"/>
                    </a:lnTo>
                    <a:lnTo>
                      <a:pt x="5106" y="3851"/>
                    </a:lnTo>
                    <a:lnTo>
                      <a:pt x="5232" y="3746"/>
                    </a:lnTo>
                    <a:lnTo>
                      <a:pt x="5252" y="3662"/>
                    </a:lnTo>
                    <a:lnTo>
                      <a:pt x="5148" y="3621"/>
                    </a:lnTo>
                    <a:lnTo>
                      <a:pt x="5022" y="3642"/>
                    </a:lnTo>
                    <a:lnTo>
                      <a:pt x="4918" y="3621"/>
                    </a:lnTo>
                    <a:lnTo>
                      <a:pt x="4708" y="3621"/>
                    </a:lnTo>
                    <a:lnTo>
                      <a:pt x="4625" y="3558"/>
                    </a:lnTo>
                    <a:lnTo>
                      <a:pt x="4520" y="3537"/>
                    </a:lnTo>
                    <a:lnTo>
                      <a:pt x="4457" y="3453"/>
                    </a:lnTo>
                    <a:lnTo>
                      <a:pt x="4290" y="3328"/>
                    </a:lnTo>
                    <a:lnTo>
                      <a:pt x="4206" y="3202"/>
                    </a:lnTo>
                    <a:lnTo>
                      <a:pt x="4102" y="3097"/>
                    </a:lnTo>
                    <a:lnTo>
                      <a:pt x="4039" y="2993"/>
                    </a:lnTo>
                    <a:lnTo>
                      <a:pt x="4039" y="2867"/>
                    </a:lnTo>
                    <a:lnTo>
                      <a:pt x="3976" y="2825"/>
                    </a:lnTo>
                    <a:lnTo>
                      <a:pt x="3976" y="2721"/>
                    </a:lnTo>
                    <a:lnTo>
                      <a:pt x="3620" y="2365"/>
                    </a:lnTo>
                    <a:lnTo>
                      <a:pt x="3537" y="2261"/>
                    </a:lnTo>
                    <a:lnTo>
                      <a:pt x="3411" y="2177"/>
                    </a:lnTo>
                    <a:lnTo>
                      <a:pt x="3139" y="2051"/>
                    </a:lnTo>
                    <a:lnTo>
                      <a:pt x="3097" y="1968"/>
                    </a:lnTo>
                    <a:lnTo>
                      <a:pt x="3056" y="1821"/>
                    </a:lnTo>
                    <a:lnTo>
                      <a:pt x="3014" y="1654"/>
                    </a:lnTo>
                    <a:lnTo>
                      <a:pt x="3056" y="1612"/>
                    </a:lnTo>
                    <a:lnTo>
                      <a:pt x="3139" y="1465"/>
                    </a:lnTo>
                    <a:lnTo>
                      <a:pt x="3056" y="1361"/>
                    </a:lnTo>
                    <a:lnTo>
                      <a:pt x="3014" y="1235"/>
                    </a:lnTo>
                    <a:lnTo>
                      <a:pt x="3056" y="1152"/>
                    </a:lnTo>
                    <a:lnTo>
                      <a:pt x="3202" y="1131"/>
                    </a:lnTo>
                    <a:lnTo>
                      <a:pt x="3307" y="1026"/>
                    </a:lnTo>
                    <a:lnTo>
                      <a:pt x="3432" y="1026"/>
                    </a:lnTo>
                    <a:lnTo>
                      <a:pt x="3516" y="942"/>
                    </a:lnTo>
                    <a:lnTo>
                      <a:pt x="3579" y="901"/>
                    </a:lnTo>
                    <a:lnTo>
                      <a:pt x="3725" y="921"/>
                    </a:lnTo>
                    <a:lnTo>
                      <a:pt x="3683" y="712"/>
                    </a:lnTo>
                    <a:lnTo>
                      <a:pt x="3725" y="691"/>
                    </a:lnTo>
                    <a:lnTo>
                      <a:pt x="3662" y="587"/>
                    </a:lnTo>
                    <a:lnTo>
                      <a:pt x="3788" y="398"/>
                    </a:lnTo>
                    <a:lnTo>
                      <a:pt x="3725" y="315"/>
                    </a:lnTo>
                    <a:lnTo>
                      <a:pt x="3537" y="356"/>
                    </a:lnTo>
                    <a:lnTo>
                      <a:pt x="3202" y="273"/>
                    </a:lnTo>
                    <a:lnTo>
                      <a:pt x="2909" y="105"/>
                    </a:lnTo>
                    <a:lnTo>
                      <a:pt x="2930" y="1"/>
                    </a:lnTo>
                    <a:lnTo>
                      <a:pt x="2721" y="43"/>
                    </a:lnTo>
                    <a:lnTo>
                      <a:pt x="2595" y="1"/>
                    </a:lnTo>
                    <a:close/>
                    <a:moveTo>
                      <a:pt x="4960" y="6236"/>
                    </a:moveTo>
                    <a:lnTo>
                      <a:pt x="4813" y="6362"/>
                    </a:lnTo>
                    <a:lnTo>
                      <a:pt x="4750" y="6362"/>
                    </a:lnTo>
                    <a:lnTo>
                      <a:pt x="4625" y="6278"/>
                    </a:lnTo>
                    <a:lnTo>
                      <a:pt x="4499" y="6403"/>
                    </a:lnTo>
                    <a:lnTo>
                      <a:pt x="4227" y="6382"/>
                    </a:lnTo>
                    <a:lnTo>
                      <a:pt x="4018" y="6445"/>
                    </a:lnTo>
                    <a:lnTo>
                      <a:pt x="3872" y="6403"/>
                    </a:lnTo>
                    <a:lnTo>
                      <a:pt x="3767" y="6341"/>
                    </a:lnTo>
                    <a:lnTo>
                      <a:pt x="3641" y="6341"/>
                    </a:lnTo>
                    <a:lnTo>
                      <a:pt x="3558" y="6382"/>
                    </a:lnTo>
                    <a:lnTo>
                      <a:pt x="3495" y="6341"/>
                    </a:lnTo>
                    <a:lnTo>
                      <a:pt x="3369" y="6382"/>
                    </a:lnTo>
                    <a:lnTo>
                      <a:pt x="3348" y="6571"/>
                    </a:lnTo>
                    <a:lnTo>
                      <a:pt x="3474" y="6675"/>
                    </a:lnTo>
                    <a:lnTo>
                      <a:pt x="3600" y="6655"/>
                    </a:lnTo>
                    <a:lnTo>
                      <a:pt x="3809" y="6801"/>
                    </a:lnTo>
                    <a:lnTo>
                      <a:pt x="3955" y="6822"/>
                    </a:lnTo>
                    <a:lnTo>
                      <a:pt x="4060" y="6927"/>
                    </a:lnTo>
                    <a:lnTo>
                      <a:pt x="4311" y="7031"/>
                    </a:lnTo>
                    <a:lnTo>
                      <a:pt x="4374" y="7010"/>
                    </a:lnTo>
                    <a:lnTo>
                      <a:pt x="4478" y="7094"/>
                    </a:lnTo>
                    <a:lnTo>
                      <a:pt x="4499" y="7199"/>
                    </a:lnTo>
                    <a:lnTo>
                      <a:pt x="4750" y="7303"/>
                    </a:lnTo>
                    <a:lnTo>
                      <a:pt x="4855" y="7282"/>
                    </a:lnTo>
                    <a:lnTo>
                      <a:pt x="4855" y="7136"/>
                    </a:lnTo>
                    <a:lnTo>
                      <a:pt x="4918" y="7073"/>
                    </a:lnTo>
                    <a:lnTo>
                      <a:pt x="4918" y="6927"/>
                    </a:lnTo>
                    <a:lnTo>
                      <a:pt x="4813" y="6801"/>
                    </a:lnTo>
                    <a:lnTo>
                      <a:pt x="4918" y="6508"/>
                    </a:lnTo>
                    <a:lnTo>
                      <a:pt x="5022" y="6403"/>
                    </a:lnTo>
                    <a:lnTo>
                      <a:pt x="5022" y="6362"/>
                    </a:lnTo>
                    <a:lnTo>
                      <a:pt x="5043" y="6362"/>
                    </a:lnTo>
                    <a:lnTo>
                      <a:pt x="5043" y="6341"/>
                    </a:lnTo>
                    <a:lnTo>
                      <a:pt x="4960" y="623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" name="Google Shape;9164;p128">
              <a:extLst>
                <a:ext uri="{FF2B5EF4-FFF2-40B4-BE49-F238E27FC236}">
                  <a16:creationId xmlns:a16="http://schemas.microsoft.com/office/drawing/2014/main" id="{873C8C1A-22A7-A453-D760-9C2572A0B6D7}"/>
                </a:ext>
              </a:extLst>
            </p:cNvPr>
            <p:cNvGrpSpPr/>
            <p:nvPr/>
          </p:nvGrpSpPr>
          <p:grpSpPr>
            <a:xfrm>
              <a:off x="3775674" y="2798496"/>
              <a:ext cx="40545" cy="23564"/>
              <a:chOff x="3750475" y="2481850"/>
              <a:chExt cx="85125" cy="51800"/>
            </a:xfrm>
            <a:grpFill/>
          </p:grpSpPr>
          <p:sp>
            <p:nvSpPr>
              <p:cNvPr id="497" name="Google Shape;9165;p128">
                <a:extLst>
                  <a:ext uri="{FF2B5EF4-FFF2-40B4-BE49-F238E27FC236}">
                    <a16:creationId xmlns:a16="http://schemas.microsoft.com/office/drawing/2014/main" id="{7EAE91E6-07BF-EBCB-5580-40CF74F2E271}"/>
                  </a:ext>
                </a:extLst>
              </p:cNvPr>
              <p:cNvSpPr/>
              <p:nvPr/>
            </p:nvSpPr>
            <p:spPr>
              <a:xfrm>
                <a:off x="3762125" y="2492625"/>
                <a:ext cx="64900" cy="36650"/>
              </a:xfrm>
              <a:custGeom>
                <a:avLst/>
                <a:gdLst/>
                <a:ahLst/>
                <a:cxnLst/>
                <a:rect l="l" t="t" r="r" b="b"/>
                <a:pathLst>
                  <a:path w="2596" h="1466" extrusionOk="0">
                    <a:moveTo>
                      <a:pt x="1507" y="1"/>
                    </a:moveTo>
                    <a:lnTo>
                      <a:pt x="1361" y="64"/>
                    </a:lnTo>
                    <a:lnTo>
                      <a:pt x="1402" y="105"/>
                    </a:lnTo>
                    <a:lnTo>
                      <a:pt x="1340" y="189"/>
                    </a:lnTo>
                    <a:lnTo>
                      <a:pt x="1214" y="126"/>
                    </a:lnTo>
                    <a:lnTo>
                      <a:pt x="1109" y="189"/>
                    </a:lnTo>
                    <a:lnTo>
                      <a:pt x="1005" y="168"/>
                    </a:lnTo>
                    <a:lnTo>
                      <a:pt x="817" y="210"/>
                    </a:lnTo>
                    <a:lnTo>
                      <a:pt x="712" y="210"/>
                    </a:lnTo>
                    <a:lnTo>
                      <a:pt x="691" y="126"/>
                    </a:lnTo>
                    <a:lnTo>
                      <a:pt x="565" y="126"/>
                    </a:lnTo>
                    <a:lnTo>
                      <a:pt x="482" y="231"/>
                    </a:lnTo>
                    <a:lnTo>
                      <a:pt x="607" y="294"/>
                    </a:lnTo>
                    <a:lnTo>
                      <a:pt x="607" y="398"/>
                    </a:lnTo>
                    <a:lnTo>
                      <a:pt x="503" y="440"/>
                    </a:lnTo>
                    <a:lnTo>
                      <a:pt x="398" y="608"/>
                    </a:lnTo>
                    <a:lnTo>
                      <a:pt x="314" y="628"/>
                    </a:lnTo>
                    <a:lnTo>
                      <a:pt x="168" y="859"/>
                    </a:lnTo>
                    <a:lnTo>
                      <a:pt x="147" y="1047"/>
                    </a:lnTo>
                    <a:lnTo>
                      <a:pt x="147" y="1152"/>
                    </a:lnTo>
                    <a:lnTo>
                      <a:pt x="84" y="1152"/>
                    </a:lnTo>
                    <a:lnTo>
                      <a:pt x="0" y="1173"/>
                    </a:lnTo>
                    <a:lnTo>
                      <a:pt x="42" y="1277"/>
                    </a:lnTo>
                    <a:lnTo>
                      <a:pt x="147" y="1277"/>
                    </a:lnTo>
                    <a:lnTo>
                      <a:pt x="293" y="1235"/>
                    </a:lnTo>
                    <a:lnTo>
                      <a:pt x="252" y="1068"/>
                    </a:lnTo>
                    <a:lnTo>
                      <a:pt x="314" y="1026"/>
                    </a:lnTo>
                    <a:lnTo>
                      <a:pt x="482" y="1026"/>
                    </a:lnTo>
                    <a:lnTo>
                      <a:pt x="524" y="1131"/>
                    </a:lnTo>
                    <a:lnTo>
                      <a:pt x="586" y="1277"/>
                    </a:lnTo>
                    <a:lnTo>
                      <a:pt x="670" y="1340"/>
                    </a:lnTo>
                    <a:lnTo>
                      <a:pt x="670" y="1424"/>
                    </a:lnTo>
                    <a:lnTo>
                      <a:pt x="796" y="1465"/>
                    </a:lnTo>
                    <a:lnTo>
                      <a:pt x="1026" y="1319"/>
                    </a:lnTo>
                    <a:lnTo>
                      <a:pt x="1151" y="1361"/>
                    </a:lnTo>
                    <a:lnTo>
                      <a:pt x="1361" y="1026"/>
                    </a:lnTo>
                    <a:lnTo>
                      <a:pt x="1507" y="1110"/>
                    </a:lnTo>
                    <a:lnTo>
                      <a:pt x="1507" y="1235"/>
                    </a:lnTo>
                    <a:lnTo>
                      <a:pt x="1674" y="1319"/>
                    </a:lnTo>
                    <a:lnTo>
                      <a:pt x="1737" y="1445"/>
                    </a:lnTo>
                    <a:lnTo>
                      <a:pt x="1842" y="1235"/>
                    </a:lnTo>
                    <a:lnTo>
                      <a:pt x="1842" y="1068"/>
                    </a:lnTo>
                    <a:lnTo>
                      <a:pt x="2093" y="1131"/>
                    </a:lnTo>
                    <a:lnTo>
                      <a:pt x="2197" y="1131"/>
                    </a:lnTo>
                    <a:lnTo>
                      <a:pt x="2302" y="1214"/>
                    </a:lnTo>
                    <a:lnTo>
                      <a:pt x="2302" y="1005"/>
                    </a:lnTo>
                    <a:lnTo>
                      <a:pt x="2553" y="942"/>
                    </a:lnTo>
                    <a:lnTo>
                      <a:pt x="2490" y="754"/>
                    </a:lnTo>
                    <a:lnTo>
                      <a:pt x="2595" y="628"/>
                    </a:lnTo>
                    <a:lnTo>
                      <a:pt x="2553" y="524"/>
                    </a:lnTo>
                    <a:lnTo>
                      <a:pt x="2469" y="524"/>
                    </a:lnTo>
                    <a:lnTo>
                      <a:pt x="2365" y="628"/>
                    </a:lnTo>
                    <a:lnTo>
                      <a:pt x="2260" y="503"/>
                    </a:lnTo>
                    <a:lnTo>
                      <a:pt x="2177" y="524"/>
                    </a:lnTo>
                    <a:lnTo>
                      <a:pt x="2030" y="524"/>
                    </a:lnTo>
                    <a:lnTo>
                      <a:pt x="1988" y="440"/>
                    </a:lnTo>
                    <a:lnTo>
                      <a:pt x="2030" y="398"/>
                    </a:lnTo>
                    <a:lnTo>
                      <a:pt x="2030" y="294"/>
                    </a:lnTo>
                    <a:lnTo>
                      <a:pt x="1884" y="210"/>
                    </a:lnTo>
                    <a:lnTo>
                      <a:pt x="1737" y="84"/>
                    </a:lnTo>
                    <a:lnTo>
                      <a:pt x="1653" y="84"/>
                    </a:lnTo>
                    <a:lnTo>
                      <a:pt x="1612" y="126"/>
                    </a:lnTo>
                    <a:lnTo>
                      <a:pt x="1528" y="105"/>
                    </a:lnTo>
                    <a:lnTo>
                      <a:pt x="150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" name="Google Shape;9166;p128">
                <a:extLst>
                  <a:ext uri="{FF2B5EF4-FFF2-40B4-BE49-F238E27FC236}">
                    <a16:creationId xmlns:a16="http://schemas.microsoft.com/office/drawing/2014/main" id="{0D2C1E74-8761-9123-BC30-08326FBE83E4}"/>
                  </a:ext>
                </a:extLst>
              </p:cNvPr>
              <p:cNvSpPr/>
              <p:nvPr/>
            </p:nvSpPr>
            <p:spPr>
              <a:xfrm>
                <a:off x="3750475" y="2481850"/>
                <a:ext cx="85125" cy="51800"/>
              </a:xfrm>
              <a:custGeom>
                <a:avLst/>
                <a:gdLst/>
                <a:ahLst/>
                <a:cxnLst/>
                <a:rect l="l" t="t" r="r" b="b"/>
                <a:pathLst>
                  <a:path w="3405" h="2072" extrusionOk="0">
                    <a:moveTo>
                      <a:pt x="1095" y="286"/>
                    </a:moveTo>
                    <a:lnTo>
                      <a:pt x="0" y="1667"/>
                    </a:lnTo>
                    <a:lnTo>
                      <a:pt x="547" y="2072"/>
                    </a:lnTo>
                    <a:lnTo>
                      <a:pt x="1214" y="1858"/>
                    </a:lnTo>
                    <a:lnTo>
                      <a:pt x="1881" y="1262"/>
                    </a:lnTo>
                    <a:lnTo>
                      <a:pt x="2976" y="1286"/>
                    </a:lnTo>
                    <a:lnTo>
                      <a:pt x="3405" y="786"/>
                    </a:lnTo>
                    <a:lnTo>
                      <a:pt x="216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</p:grpSp>
        <p:grpSp>
          <p:nvGrpSpPr>
            <p:cNvPr id="8" name="Google Shape;9167;p128">
              <a:extLst>
                <a:ext uri="{FF2B5EF4-FFF2-40B4-BE49-F238E27FC236}">
                  <a16:creationId xmlns:a16="http://schemas.microsoft.com/office/drawing/2014/main" id="{5932640B-F878-E3C9-7A22-56F96FE8A3B2}"/>
                </a:ext>
              </a:extLst>
            </p:cNvPr>
            <p:cNvGrpSpPr/>
            <p:nvPr/>
          </p:nvGrpSpPr>
          <p:grpSpPr>
            <a:xfrm>
              <a:off x="3716946" y="2776024"/>
              <a:ext cx="81971" cy="76912"/>
              <a:chOff x="3627175" y="2432450"/>
              <a:chExt cx="172100" cy="169075"/>
            </a:xfrm>
            <a:grpFill/>
          </p:grpSpPr>
          <p:sp>
            <p:nvSpPr>
              <p:cNvPr id="494" name="Google Shape;9168;p128">
                <a:extLst>
                  <a:ext uri="{FF2B5EF4-FFF2-40B4-BE49-F238E27FC236}">
                    <a16:creationId xmlns:a16="http://schemas.microsoft.com/office/drawing/2014/main" id="{8F14F7B7-EB1E-7F91-36FB-52EFF2C3CAEF}"/>
                  </a:ext>
                </a:extLst>
              </p:cNvPr>
              <p:cNvSpPr/>
              <p:nvPr/>
            </p:nvSpPr>
            <p:spPr>
              <a:xfrm>
                <a:off x="3627175" y="2433000"/>
                <a:ext cx="164800" cy="156950"/>
              </a:xfrm>
              <a:custGeom>
                <a:avLst/>
                <a:gdLst/>
                <a:ahLst/>
                <a:cxnLst/>
                <a:rect l="l" t="t" r="r" b="b"/>
                <a:pathLst>
                  <a:path w="6592" h="6278" extrusionOk="0">
                    <a:moveTo>
                      <a:pt x="3829" y="0"/>
                    </a:moveTo>
                    <a:lnTo>
                      <a:pt x="3808" y="42"/>
                    </a:lnTo>
                    <a:lnTo>
                      <a:pt x="3599" y="105"/>
                    </a:lnTo>
                    <a:lnTo>
                      <a:pt x="3578" y="63"/>
                    </a:lnTo>
                    <a:lnTo>
                      <a:pt x="3390" y="168"/>
                    </a:lnTo>
                    <a:lnTo>
                      <a:pt x="3369" y="272"/>
                    </a:lnTo>
                    <a:lnTo>
                      <a:pt x="3390" y="398"/>
                    </a:lnTo>
                    <a:lnTo>
                      <a:pt x="3348" y="607"/>
                    </a:lnTo>
                    <a:lnTo>
                      <a:pt x="3181" y="796"/>
                    </a:lnTo>
                    <a:lnTo>
                      <a:pt x="3181" y="837"/>
                    </a:lnTo>
                    <a:lnTo>
                      <a:pt x="2992" y="900"/>
                    </a:lnTo>
                    <a:lnTo>
                      <a:pt x="2888" y="900"/>
                    </a:lnTo>
                    <a:lnTo>
                      <a:pt x="2783" y="879"/>
                    </a:lnTo>
                    <a:lnTo>
                      <a:pt x="2574" y="1005"/>
                    </a:lnTo>
                    <a:lnTo>
                      <a:pt x="2532" y="1089"/>
                    </a:lnTo>
                    <a:lnTo>
                      <a:pt x="2574" y="1151"/>
                    </a:lnTo>
                    <a:lnTo>
                      <a:pt x="2658" y="1193"/>
                    </a:lnTo>
                    <a:lnTo>
                      <a:pt x="2532" y="1298"/>
                    </a:lnTo>
                    <a:lnTo>
                      <a:pt x="2365" y="1319"/>
                    </a:lnTo>
                    <a:lnTo>
                      <a:pt x="2134" y="1298"/>
                    </a:lnTo>
                    <a:lnTo>
                      <a:pt x="2030" y="1235"/>
                    </a:lnTo>
                    <a:lnTo>
                      <a:pt x="1946" y="1298"/>
                    </a:lnTo>
                    <a:lnTo>
                      <a:pt x="1925" y="1214"/>
                    </a:lnTo>
                    <a:lnTo>
                      <a:pt x="1841" y="1151"/>
                    </a:lnTo>
                    <a:lnTo>
                      <a:pt x="1883" y="1047"/>
                    </a:lnTo>
                    <a:lnTo>
                      <a:pt x="1800" y="1026"/>
                    </a:lnTo>
                    <a:lnTo>
                      <a:pt x="1695" y="1047"/>
                    </a:lnTo>
                    <a:lnTo>
                      <a:pt x="1569" y="1047"/>
                    </a:lnTo>
                    <a:lnTo>
                      <a:pt x="1507" y="1026"/>
                    </a:lnTo>
                    <a:lnTo>
                      <a:pt x="1528" y="1151"/>
                    </a:lnTo>
                    <a:lnTo>
                      <a:pt x="1507" y="1214"/>
                    </a:lnTo>
                    <a:lnTo>
                      <a:pt x="1716" y="1402"/>
                    </a:lnTo>
                    <a:lnTo>
                      <a:pt x="1674" y="1444"/>
                    </a:lnTo>
                    <a:lnTo>
                      <a:pt x="1695" y="1528"/>
                    </a:lnTo>
                    <a:lnTo>
                      <a:pt x="1695" y="1633"/>
                    </a:lnTo>
                    <a:lnTo>
                      <a:pt x="1737" y="1716"/>
                    </a:lnTo>
                    <a:lnTo>
                      <a:pt x="1737" y="1821"/>
                    </a:lnTo>
                    <a:lnTo>
                      <a:pt x="1569" y="1779"/>
                    </a:lnTo>
                    <a:lnTo>
                      <a:pt x="1465" y="1821"/>
                    </a:lnTo>
                    <a:lnTo>
                      <a:pt x="1381" y="1779"/>
                    </a:lnTo>
                    <a:lnTo>
                      <a:pt x="1277" y="1821"/>
                    </a:lnTo>
                    <a:lnTo>
                      <a:pt x="1256" y="1758"/>
                    </a:lnTo>
                    <a:lnTo>
                      <a:pt x="1109" y="1863"/>
                    </a:lnTo>
                    <a:lnTo>
                      <a:pt x="963" y="1653"/>
                    </a:lnTo>
                    <a:lnTo>
                      <a:pt x="858" y="1633"/>
                    </a:lnTo>
                    <a:lnTo>
                      <a:pt x="733" y="1653"/>
                    </a:lnTo>
                    <a:lnTo>
                      <a:pt x="628" y="1758"/>
                    </a:lnTo>
                    <a:lnTo>
                      <a:pt x="565" y="1737"/>
                    </a:lnTo>
                    <a:lnTo>
                      <a:pt x="481" y="1779"/>
                    </a:lnTo>
                    <a:lnTo>
                      <a:pt x="440" y="1758"/>
                    </a:lnTo>
                    <a:lnTo>
                      <a:pt x="335" y="1758"/>
                    </a:lnTo>
                    <a:lnTo>
                      <a:pt x="251" y="1842"/>
                    </a:lnTo>
                    <a:lnTo>
                      <a:pt x="63" y="1863"/>
                    </a:lnTo>
                    <a:lnTo>
                      <a:pt x="0" y="1946"/>
                    </a:lnTo>
                    <a:lnTo>
                      <a:pt x="42" y="2030"/>
                    </a:lnTo>
                    <a:lnTo>
                      <a:pt x="147" y="1988"/>
                    </a:lnTo>
                    <a:lnTo>
                      <a:pt x="251" y="2030"/>
                    </a:lnTo>
                    <a:lnTo>
                      <a:pt x="272" y="2051"/>
                    </a:lnTo>
                    <a:lnTo>
                      <a:pt x="272" y="2051"/>
                    </a:lnTo>
                    <a:lnTo>
                      <a:pt x="147" y="2030"/>
                    </a:lnTo>
                    <a:lnTo>
                      <a:pt x="105" y="2051"/>
                    </a:lnTo>
                    <a:lnTo>
                      <a:pt x="126" y="2156"/>
                    </a:lnTo>
                    <a:lnTo>
                      <a:pt x="168" y="2072"/>
                    </a:lnTo>
                    <a:lnTo>
                      <a:pt x="230" y="2093"/>
                    </a:lnTo>
                    <a:lnTo>
                      <a:pt x="251" y="2177"/>
                    </a:lnTo>
                    <a:lnTo>
                      <a:pt x="209" y="2197"/>
                    </a:lnTo>
                    <a:lnTo>
                      <a:pt x="105" y="2239"/>
                    </a:lnTo>
                    <a:lnTo>
                      <a:pt x="105" y="2260"/>
                    </a:lnTo>
                    <a:lnTo>
                      <a:pt x="209" y="2260"/>
                    </a:lnTo>
                    <a:lnTo>
                      <a:pt x="230" y="2386"/>
                    </a:lnTo>
                    <a:lnTo>
                      <a:pt x="230" y="2469"/>
                    </a:lnTo>
                    <a:lnTo>
                      <a:pt x="335" y="2386"/>
                    </a:lnTo>
                    <a:lnTo>
                      <a:pt x="481" y="2386"/>
                    </a:lnTo>
                    <a:lnTo>
                      <a:pt x="670" y="2469"/>
                    </a:lnTo>
                    <a:lnTo>
                      <a:pt x="733" y="2511"/>
                    </a:lnTo>
                    <a:lnTo>
                      <a:pt x="774" y="2511"/>
                    </a:lnTo>
                    <a:lnTo>
                      <a:pt x="900" y="2595"/>
                    </a:lnTo>
                    <a:lnTo>
                      <a:pt x="1005" y="2511"/>
                    </a:lnTo>
                    <a:lnTo>
                      <a:pt x="1067" y="2553"/>
                    </a:lnTo>
                    <a:lnTo>
                      <a:pt x="1046" y="2595"/>
                    </a:lnTo>
                    <a:lnTo>
                      <a:pt x="1067" y="2658"/>
                    </a:lnTo>
                    <a:lnTo>
                      <a:pt x="1172" y="2595"/>
                    </a:lnTo>
                    <a:lnTo>
                      <a:pt x="1214" y="2658"/>
                    </a:lnTo>
                    <a:lnTo>
                      <a:pt x="1172" y="2762"/>
                    </a:lnTo>
                    <a:lnTo>
                      <a:pt x="1214" y="2825"/>
                    </a:lnTo>
                    <a:lnTo>
                      <a:pt x="1297" y="2825"/>
                    </a:lnTo>
                    <a:lnTo>
                      <a:pt x="1402" y="2783"/>
                    </a:lnTo>
                    <a:lnTo>
                      <a:pt x="1528" y="2783"/>
                    </a:lnTo>
                    <a:lnTo>
                      <a:pt x="1611" y="2888"/>
                    </a:lnTo>
                    <a:lnTo>
                      <a:pt x="1507" y="2825"/>
                    </a:lnTo>
                    <a:lnTo>
                      <a:pt x="1402" y="2825"/>
                    </a:lnTo>
                    <a:lnTo>
                      <a:pt x="1360" y="2930"/>
                    </a:lnTo>
                    <a:lnTo>
                      <a:pt x="1402" y="2972"/>
                    </a:lnTo>
                    <a:lnTo>
                      <a:pt x="1423" y="3076"/>
                    </a:lnTo>
                    <a:lnTo>
                      <a:pt x="1381" y="3181"/>
                    </a:lnTo>
                    <a:lnTo>
                      <a:pt x="1402" y="3244"/>
                    </a:lnTo>
                    <a:lnTo>
                      <a:pt x="1486" y="3244"/>
                    </a:lnTo>
                    <a:lnTo>
                      <a:pt x="1632" y="3432"/>
                    </a:lnTo>
                    <a:lnTo>
                      <a:pt x="1779" y="3453"/>
                    </a:lnTo>
                    <a:lnTo>
                      <a:pt x="1904" y="3537"/>
                    </a:lnTo>
                    <a:lnTo>
                      <a:pt x="1904" y="3641"/>
                    </a:lnTo>
                    <a:lnTo>
                      <a:pt x="1946" y="3725"/>
                    </a:lnTo>
                    <a:lnTo>
                      <a:pt x="1904" y="3830"/>
                    </a:lnTo>
                    <a:lnTo>
                      <a:pt x="1883" y="3850"/>
                    </a:lnTo>
                    <a:lnTo>
                      <a:pt x="1841" y="3934"/>
                    </a:lnTo>
                    <a:lnTo>
                      <a:pt x="1946" y="3955"/>
                    </a:lnTo>
                    <a:lnTo>
                      <a:pt x="2134" y="4081"/>
                    </a:lnTo>
                    <a:lnTo>
                      <a:pt x="2260" y="4436"/>
                    </a:lnTo>
                    <a:lnTo>
                      <a:pt x="2260" y="4436"/>
                    </a:lnTo>
                    <a:lnTo>
                      <a:pt x="2113" y="4269"/>
                    </a:lnTo>
                    <a:lnTo>
                      <a:pt x="2093" y="4143"/>
                    </a:lnTo>
                    <a:lnTo>
                      <a:pt x="1946" y="4081"/>
                    </a:lnTo>
                    <a:lnTo>
                      <a:pt x="1904" y="4122"/>
                    </a:lnTo>
                    <a:lnTo>
                      <a:pt x="1841" y="4394"/>
                    </a:lnTo>
                    <a:lnTo>
                      <a:pt x="1841" y="4604"/>
                    </a:lnTo>
                    <a:lnTo>
                      <a:pt x="1946" y="4687"/>
                    </a:lnTo>
                    <a:lnTo>
                      <a:pt x="1883" y="4750"/>
                    </a:lnTo>
                    <a:lnTo>
                      <a:pt x="1841" y="5127"/>
                    </a:lnTo>
                    <a:lnTo>
                      <a:pt x="1737" y="5482"/>
                    </a:lnTo>
                    <a:lnTo>
                      <a:pt x="1590" y="5545"/>
                    </a:lnTo>
                    <a:lnTo>
                      <a:pt x="1695" y="5608"/>
                    </a:lnTo>
                    <a:lnTo>
                      <a:pt x="1716" y="5629"/>
                    </a:lnTo>
                    <a:lnTo>
                      <a:pt x="1779" y="5629"/>
                    </a:lnTo>
                    <a:lnTo>
                      <a:pt x="1800" y="5754"/>
                    </a:lnTo>
                    <a:lnTo>
                      <a:pt x="1800" y="5859"/>
                    </a:lnTo>
                    <a:lnTo>
                      <a:pt x="1946" y="5838"/>
                    </a:lnTo>
                    <a:lnTo>
                      <a:pt x="2197" y="5922"/>
                    </a:lnTo>
                    <a:lnTo>
                      <a:pt x="2302" y="6047"/>
                    </a:lnTo>
                    <a:lnTo>
                      <a:pt x="2406" y="6006"/>
                    </a:lnTo>
                    <a:lnTo>
                      <a:pt x="2532" y="6131"/>
                    </a:lnTo>
                    <a:lnTo>
                      <a:pt x="2678" y="6131"/>
                    </a:lnTo>
                    <a:lnTo>
                      <a:pt x="2762" y="6152"/>
                    </a:lnTo>
                    <a:lnTo>
                      <a:pt x="2867" y="6047"/>
                    </a:lnTo>
                    <a:lnTo>
                      <a:pt x="3139" y="6047"/>
                    </a:lnTo>
                    <a:lnTo>
                      <a:pt x="3243" y="6110"/>
                    </a:lnTo>
                    <a:lnTo>
                      <a:pt x="3390" y="6068"/>
                    </a:lnTo>
                    <a:lnTo>
                      <a:pt x="3557" y="6173"/>
                    </a:lnTo>
                    <a:lnTo>
                      <a:pt x="3829" y="6152"/>
                    </a:lnTo>
                    <a:lnTo>
                      <a:pt x="4018" y="6257"/>
                    </a:lnTo>
                    <a:lnTo>
                      <a:pt x="4101" y="6278"/>
                    </a:lnTo>
                    <a:lnTo>
                      <a:pt x="4101" y="6236"/>
                    </a:lnTo>
                    <a:lnTo>
                      <a:pt x="4038" y="6068"/>
                    </a:lnTo>
                    <a:lnTo>
                      <a:pt x="4101" y="5859"/>
                    </a:lnTo>
                    <a:lnTo>
                      <a:pt x="4101" y="5796"/>
                    </a:lnTo>
                    <a:lnTo>
                      <a:pt x="4227" y="5650"/>
                    </a:lnTo>
                    <a:lnTo>
                      <a:pt x="4436" y="5441"/>
                    </a:lnTo>
                    <a:lnTo>
                      <a:pt x="4499" y="5441"/>
                    </a:lnTo>
                    <a:lnTo>
                      <a:pt x="4562" y="5503"/>
                    </a:lnTo>
                    <a:lnTo>
                      <a:pt x="4708" y="5503"/>
                    </a:lnTo>
                    <a:lnTo>
                      <a:pt x="4834" y="5587"/>
                    </a:lnTo>
                    <a:lnTo>
                      <a:pt x="4938" y="5587"/>
                    </a:lnTo>
                    <a:lnTo>
                      <a:pt x="5022" y="5524"/>
                    </a:lnTo>
                    <a:lnTo>
                      <a:pt x="5085" y="5503"/>
                    </a:lnTo>
                    <a:lnTo>
                      <a:pt x="5461" y="5734"/>
                    </a:lnTo>
                    <a:lnTo>
                      <a:pt x="5545" y="5817"/>
                    </a:lnTo>
                    <a:lnTo>
                      <a:pt x="5796" y="5817"/>
                    </a:lnTo>
                    <a:lnTo>
                      <a:pt x="5901" y="5734"/>
                    </a:lnTo>
                    <a:lnTo>
                      <a:pt x="5880" y="5692"/>
                    </a:lnTo>
                    <a:lnTo>
                      <a:pt x="5984" y="5545"/>
                    </a:lnTo>
                    <a:lnTo>
                      <a:pt x="6340" y="5294"/>
                    </a:lnTo>
                    <a:lnTo>
                      <a:pt x="6382" y="5273"/>
                    </a:lnTo>
                    <a:lnTo>
                      <a:pt x="6319" y="5169"/>
                    </a:lnTo>
                    <a:lnTo>
                      <a:pt x="6403" y="4980"/>
                    </a:lnTo>
                    <a:lnTo>
                      <a:pt x="6235" y="4980"/>
                    </a:lnTo>
                    <a:lnTo>
                      <a:pt x="6068" y="4855"/>
                    </a:lnTo>
                    <a:lnTo>
                      <a:pt x="6026" y="4562"/>
                    </a:lnTo>
                    <a:lnTo>
                      <a:pt x="5880" y="4394"/>
                    </a:lnTo>
                    <a:lnTo>
                      <a:pt x="5963" y="4332"/>
                    </a:lnTo>
                    <a:lnTo>
                      <a:pt x="6089" y="4290"/>
                    </a:lnTo>
                    <a:lnTo>
                      <a:pt x="6131" y="4122"/>
                    </a:lnTo>
                    <a:lnTo>
                      <a:pt x="6026" y="4018"/>
                    </a:lnTo>
                    <a:lnTo>
                      <a:pt x="6005" y="3850"/>
                    </a:lnTo>
                    <a:lnTo>
                      <a:pt x="6068" y="3809"/>
                    </a:lnTo>
                    <a:lnTo>
                      <a:pt x="6068" y="3725"/>
                    </a:lnTo>
                    <a:lnTo>
                      <a:pt x="5984" y="3662"/>
                    </a:lnTo>
                    <a:lnTo>
                      <a:pt x="5922" y="3516"/>
                    </a:lnTo>
                    <a:lnTo>
                      <a:pt x="5880" y="3411"/>
                    </a:lnTo>
                    <a:lnTo>
                      <a:pt x="5712" y="3411"/>
                    </a:lnTo>
                    <a:lnTo>
                      <a:pt x="5650" y="3453"/>
                    </a:lnTo>
                    <a:lnTo>
                      <a:pt x="5691" y="3620"/>
                    </a:lnTo>
                    <a:lnTo>
                      <a:pt x="5545" y="3662"/>
                    </a:lnTo>
                    <a:lnTo>
                      <a:pt x="5440" y="3662"/>
                    </a:lnTo>
                    <a:lnTo>
                      <a:pt x="5398" y="3558"/>
                    </a:lnTo>
                    <a:lnTo>
                      <a:pt x="5482" y="3537"/>
                    </a:lnTo>
                    <a:lnTo>
                      <a:pt x="5545" y="3537"/>
                    </a:lnTo>
                    <a:lnTo>
                      <a:pt x="5545" y="3432"/>
                    </a:lnTo>
                    <a:lnTo>
                      <a:pt x="5566" y="3244"/>
                    </a:lnTo>
                    <a:lnTo>
                      <a:pt x="5712" y="3013"/>
                    </a:lnTo>
                    <a:lnTo>
                      <a:pt x="5796" y="2993"/>
                    </a:lnTo>
                    <a:lnTo>
                      <a:pt x="5901" y="2825"/>
                    </a:lnTo>
                    <a:lnTo>
                      <a:pt x="6005" y="2783"/>
                    </a:lnTo>
                    <a:lnTo>
                      <a:pt x="6005" y="2679"/>
                    </a:lnTo>
                    <a:lnTo>
                      <a:pt x="5880" y="2616"/>
                    </a:lnTo>
                    <a:lnTo>
                      <a:pt x="5963" y="2511"/>
                    </a:lnTo>
                    <a:lnTo>
                      <a:pt x="6089" y="2511"/>
                    </a:lnTo>
                    <a:lnTo>
                      <a:pt x="6110" y="2595"/>
                    </a:lnTo>
                    <a:lnTo>
                      <a:pt x="6215" y="2595"/>
                    </a:lnTo>
                    <a:lnTo>
                      <a:pt x="6403" y="2553"/>
                    </a:lnTo>
                    <a:lnTo>
                      <a:pt x="6340" y="2449"/>
                    </a:lnTo>
                    <a:lnTo>
                      <a:pt x="6235" y="2365"/>
                    </a:lnTo>
                    <a:lnTo>
                      <a:pt x="6235" y="2197"/>
                    </a:lnTo>
                    <a:lnTo>
                      <a:pt x="6298" y="2030"/>
                    </a:lnTo>
                    <a:lnTo>
                      <a:pt x="6382" y="1946"/>
                    </a:lnTo>
                    <a:lnTo>
                      <a:pt x="6382" y="1842"/>
                    </a:lnTo>
                    <a:lnTo>
                      <a:pt x="6445" y="1674"/>
                    </a:lnTo>
                    <a:lnTo>
                      <a:pt x="6591" y="1549"/>
                    </a:lnTo>
                    <a:lnTo>
                      <a:pt x="6445" y="1465"/>
                    </a:lnTo>
                    <a:lnTo>
                      <a:pt x="6340" y="1465"/>
                    </a:lnTo>
                    <a:lnTo>
                      <a:pt x="6215" y="1402"/>
                    </a:lnTo>
                    <a:lnTo>
                      <a:pt x="6110" y="1444"/>
                    </a:lnTo>
                    <a:lnTo>
                      <a:pt x="6026" y="1402"/>
                    </a:lnTo>
                    <a:lnTo>
                      <a:pt x="5922" y="1402"/>
                    </a:lnTo>
                    <a:lnTo>
                      <a:pt x="5859" y="1444"/>
                    </a:lnTo>
                    <a:lnTo>
                      <a:pt x="5754" y="1361"/>
                    </a:lnTo>
                    <a:lnTo>
                      <a:pt x="5754" y="1298"/>
                    </a:lnTo>
                    <a:lnTo>
                      <a:pt x="5650" y="1214"/>
                    </a:lnTo>
                    <a:lnTo>
                      <a:pt x="5566" y="1235"/>
                    </a:lnTo>
                    <a:lnTo>
                      <a:pt x="5398" y="1193"/>
                    </a:lnTo>
                    <a:lnTo>
                      <a:pt x="5357" y="1089"/>
                    </a:lnTo>
                    <a:lnTo>
                      <a:pt x="5252" y="1089"/>
                    </a:lnTo>
                    <a:lnTo>
                      <a:pt x="5189" y="1130"/>
                    </a:lnTo>
                    <a:lnTo>
                      <a:pt x="5085" y="1047"/>
                    </a:lnTo>
                    <a:lnTo>
                      <a:pt x="4980" y="1026"/>
                    </a:lnTo>
                    <a:lnTo>
                      <a:pt x="4854" y="879"/>
                    </a:lnTo>
                    <a:lnTo>
                      <a:pt x="4771" y="837"/>
                    </a:lnTo>
                    <a:lnTo>
                      <a:pt x="4729" y="796"/>
                    </a:lnTo>
                    <a:lnTo>
                      <a:pt x="4645" y="796"/>
                    </a:lnTo>
                    <a:lnTo>
                      <a:pt x="4603" y="837"/>
                    </a:lnTo>
                    <a:lnTo>
                      <a:pt x="4457" y="775"/>
                    </a:lnTo>
                    <a:lnTo>
                      <a:pt x="4457" y="607"/>
                    </a:lnTo>
                    <a:lnTo>
                      <a:pt x="4394" y="586"/>
                    </a:lnTo>
                    <a:lnTo>
                      <a:pt x="4310" y="524"/>
                    </a:lnTo>
                    <a:lnTo>
                      <a:pt x="4227" y="524"/>
                    </a:lnTo>
                    <a:lnTo>
                      <a:pt x="4080" y="398"/>
                    </a:lnTo>
                    <a:lnTo>
                      <a:pt x="4038" y="293"/>
                    </a:lnTo>
                    <a:lnTo>
                      <a:pt x="3913" y="252"/>
                    </a:lnTo>
                    <a:lnTo>
                      <a:pt x="3892" y="63"/>
                    </a:lnTo>
                    <a:lnTo>
                      <a:pt x="382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" name="Google Shape;9169;p128">
                <a:extLst>
                  <a:ext uri="{FF2B5EF4-FFF2-40B4-BE49-F238E27FC236}">
                    <a16:creationId xmlns:a16="http://schemas.microsoft.com/office/drawing/2014/main" id="{25310D28-9592-4DA7-207C-89B7B65B590F}"/>
                  </a:ext>
                </a:extLst>
              </p:cNvPr>
              <p:cNvSpPr/>
              <p:nvPr/>
            </p:nvSpPr>
            <p:spPr>
              <a:xfrm>
                <a:off x="3658200" y="2557475"/>
                <a:ext cx="70850" cy="44050"/>
              </a:xfrm>
              <a:custGeom>
                <a:avLst/>
                <a:gdLst/>
                <a:ahLst/>
                <a:cxnLst/>
                <a:rect l="l" t="t" r="r" b="b"/>
                <a:pathLst>
                  <a:path w="2834" h="1762" extrusionOk="0">
                    <a:moveTo>
                      <a:pt x="571" y="595"/>
                    </a:moveTo>
                    <a:lnTo>
                      <a:pt x="0" y="1119"/>
                    </a:lnTo>
                    <a:lnTo>
                      <a:pt x="1833" y="1762"/>
                    </a:lnTo>
                    <a:lnTo>
                      <a:pt x="2714" y="1476"/>
                    </a:lnTo>
                    <a:lnTo>
                      <a:pt x="2834" y="1071"/>
                    </a:lnTo>
                    <a:lnTo>
                      <a:pt x="183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96" name="Google Shape;9170;p128">
                <a:extLst>
                  <a:ext uri="{FF2B5EF4-FFF2-40B4-BE49-F238E27FC236}">
                    <a16:creationId xmlns:a16="http://schemas.microsoft.com/office/drawing/2014/main" id="{C220E662-83A5-610A-DDB4-9E080978EDB2}"/>
                  </a:ext>
                </a:extLst>
              </p:cNvPr>
              <p:cNvSpPr/>
              <p:nvPr/>
            </p:nvSpPr>
            <p:spPr>
              <a:xfrm>
                <a:off x="3719525" y="2432450"/>
                <a:ext cx="79750" cy="89900"/>
              </a:xfrm>
              <a:custGeom>
                <a:avLst/>
                <a:gdLst/>
                <a:ahLst/>
                <a:cxnLst/>
                <a:rect l="l" t="t" r="r" b="b"/>
                <a:pathLst>
                  <a:path w="3190" h="3596" extrusionOk="0">
                    <a:moveTo>
                      <a:pt x="0" y="167"/>
                    </a:moveTo>
                    <a:lnTo>
                      <a:pt x="261" y="0"/>
                    </a:lnTo>
                    <a:lnTo>
                      <a:pt x="1619" y="1095"/>
                    </a:lnTo>
                    <a:lnTo>
                      <a:pt x="2381" y="1286"/>
                    </a:lnTo>
                    <a:lnTo>
                      <a:pt x="3190" y="1429"/>
                    </a:lnTo>
                    <a:lnTo>
                      <a:pt x="2809" y="2595"/>
                    </a:lnTo>
                    <a:lnTo>
                      <a:pt x="2071" y="2429"/>
                    </a:lnTo>
                    <a:lnTo>
                      <a:pt x="1524" y="359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</p:grpSp>
        <p:grpSp>
          <p:nvGrpSpPr>
            <p:cNvPr id="9" name="Google Shape;9171;p128">
              <a:extLst>
                <a:ext uri="{FF2B5EF4-FFF2-40B4-BE49-F238E27FC236}">
                  <a16:creationId xmlns:a16="http://schemas.microsoft.com/office/drawing/2014/main" id="{D9C2621C-3955-6C12-EBA1-51A7E0F77C38}"/>
                </a:ext>
              </a:extLst>
            </p:cNvPr>
            <p:cNvGrpSpPr/>
            <p:nvPr/>
          </p:nvGrpSpPr>
          <p:grpSpPr>
            <a:xfrm>
              <a:off x="3685682" y="2845624"/>
              <a:ext cx="29311" cy="45055"/>
              <a:chOff x="3561536" y="2585450"/>
              <a:chExt cx="61539" cy="99045"/>
            </a:xfrm>
            <a:grpFill/>
          </p:grpSpPr>
          <p:sp>
            <p:nvSpPr>
              <p:cNvPr id="492" name="Google Shape;9172;p128">
                <a:extLst>
                  <a:ext uri="{FF2B5EF4-FFF2-40B4-BE49-F238E27FC236}">
                    <a16:creationId xmlns:a16="http://schemas.microsoft.com/office/drawing/2014/main" id="{46AEBAA1-CDC6-9AF0-CEF9-971E8DB3BEE2}"/>
                  </a:ext>
                </a:extLst>
              </p:cNvPr>
              <p:cNvSpPr/>
              <p:nvPr/>
            </p:nvSpPr>
            <p:spPr>
              <a:xfrm rot="192277">
                <a:off x="3564002" y="2593849"/>
                <a:ext cx="44498" cy="89472"/>
              </a:xfrm>
              <a:custGeom>
                <a:avLst/>
                <a:gdLst/>
                <a:ahLst/>
                <a:cxnLst/>
                <a:rect l="l" t="t" r="r" b="b"/>
                <a:pathLst>
                  <a:path w="1780" h="3579" extrusionOk="0">
                    <a:moveTo>
                      <a:pt x="628" y="1"/>
                    </a:moveTo>
                    <a:lnTo>
                      <a:pt x="356" y="22"/>
                    </a:lnTo>
                    <a:lnTo>
                      <a:pt x="377" y="147"/>
                    </a:lnTo>
                    <a:lnTo>
                      <a:pt x="461" y="357"/>
                    </a:lnTo>
                    <a:lnTo>
                      <a:pt x="440" y="712"/>
                    </a:lnTo>
                    <a:lnTo>
                      <a:pt x="440" y="775"/>
                    </a:lnTo>
                    <a:lnTo>
                      <a:pt x="419" y="943"/>
                    </a:lnTo>
                    <a:lnTo>
                      <a:pt x="482" y="1026"/>
                    </a:lnTo>
                    <a:lnTo>
                      <a:pt x="440" y="1131"/>
                    </a:lnTo>
                    <a:lnTo>
                      <a:pt x="356" y="1256"/>
                    </a:lnTo>
                    <a:lnTo>
                      <a:pt x="356" y="1445"/>
                    </a:lnTo>
                    <a:lnTo>
                      <a:pt x="231" y="1654"/>
                    </a:lnTo>
                    <a:lnTo>
                      <a:pt x="231" y="1759"/>
                    </a:lnTo>
                    <a:lnTo>
                      <a:pt x="64" y="1968"/>
                    </a:lnTo>
                    <a:lnTo>
                      <a:pt x="1" y="2303"/>
                    </a:lnTo>
                    <a:lnTo>
                      <a:pt x="1" y="2386"/>
                    </a:lnTo>
                    <a:lnTo>
                      <a:pt x="105" y="2386"/>
                    </a:lnTo>
                    <a:lnTo>
                      <a:pt x="168" y="2303"/>
                    </a:lnTo>
                    <a:lnTo>
                      <a:pt x="273" y="2219"/>
                    </a:lnTo>
                    <a:lnTo>
                      <a:pt x="252" y="2303"/>
                    </a:lnTo>
                    <a:lnTo>
                      <a:pt x="315" y="2344"/>
                    </a:lnTo>
                    <a:lnTo>
                      <a:pt x="126" y="2428"/>
                    </a:lnTo>
                    <a:lnTo>
                      <a:pt x="126" y="2554"/>
                    </a:lnTo>
                    <a:lnTo>
                      <a:pt x="168" y="2616"/>
                    </a:lnTo>
                    <a:lnTo>
                      <a:pt x="252" y="2533"/>
                    </a:lnTo>
                    <a:lnTo>
                      <a:pt x="419" y="2533"/>
                    </a:lnTo>
                    <a:lnTo>
                      <a:pt x="336" y="2616"/>
                    </a:lnTo>
                    <a:lnTo>
                      <a:pt x="377" y="2763"/>
                    </a:lnTo>
                    <a:lnTo>
                      <a:pt x="336" y="2909"/>
                    </a:lnTo>
                    <a:lnTo>
                      <a:pt x="336" y="3223"/>
                    </a:lnTo>
                    <a:lnTo>
                      <a:pt x="273" y="3432"/>
                    </a:lnTo>
                    <a:lnTo>
                      <a:pt x="231" y="3495"/>
                    </a:lnTo>
                    <a:lnTo>
                      <a:pt x="273" y="3537"/>
                    </a:lnTo>
                    <a:lnTo>
                      <a:pt x="440" y="3432"/>
                    </a:lnTo>
                    <a:lnTo>
                      <a:pt x="691" y="3495"/>
                    </a:lnTo>
                    <a:lnTo>
                      <a:pt x="796" y="3579"/>
                    </a:lnTo>
                    <a:lnTo>
                      <a:pt x="963" y="3474"/>
                    </a:lnTo>
                    <a:lnTo>
                      <a:pt x="1110" y="3474"/>
                    </a:lnTo>
                    <a:lnTo>
                      <a:pt x="1152" y="3432"/>
                    </a:lnTo>
                    <a:lnTo>
                      <a:pt x="1152" y="3286"/>
                    </a:lnTo>
                    <a:lnTo>
                      <a:pt x="1068" y="3160"/>
                    </a:lnTo>
                    <a:lnTo>
                      <a:pt x="1193" y="2909"/>
                    </a:lnTo>
                    <a:lnTo>
                      <a:pt x="1319" y="2805"/>
                    </a:lnTo>
                    <a:lnTo>
                      <a:pt x="1361" y="2658"/>
                    </a:lnTo>
                    <a:lnTo>
                      <a:pt x="1214" y="2658"/>
                    </a:lnTo>
                    <a:lnTo>
                      <a:pt x="1152" y="2512"/>
                    </a:lnTo>
                    <a:lnTo>
                      <a:pt x="1319" y="2323"/>
                    </a:lnTo>
                    <a:lnTo>
                      <a:pt x="1319" y="2093"/>
                    </a:lnTo>
                    <a:lnTo>
                      <a:pt x="1193" y="2010"/>
                    </a:lnTo>
                    <a:lnTo>
                      <a:pt x="1047" y="1717"/>
                    </a:lnTo>
                    <a:lnTo>
                      <a:pt x="1172" y="1696"/>
                    </a:lnTo>
                    <a:lnTo>
                      <a:pt x="1277" y="1696"/>
                    </a:lnTo>
                    <a:lnTo>
                      <a:pt x="1424" y="1487"/>
                    </a:lnTo>
                    <a:lnTo>
                      <a:pt x="1319" y="1382"/>
                    </a:lnTo>
                    <a:lnTo>
                      <a:pt x="1465" y="1277"/>
                    </a:lnTo>
                    <a:lnTo>
                      <a:pt x="1465" y="922"/>
                    </a:lnTo>
                    <a:lnTo>
                      <a:pt x="1424" y="754"/>
                    </a:lnTo>
                    <a:lnTo>
                      <a:pt x="1675" y="545"/>
                    </a:lnTo>
                    <a:lnTo>
                      <a:pt x="1737" y="545"/>
                    </a:lnTo>
                    <a:lnTo>
                      <a:pt x="1779" y="440"/>
                    </a:lnTo>
                    <a:lnTo>
                      <a:pt x="1675" y="252"/>
                    </a:lnTo>
                    <a:lnTo>
                      <a:pt x="1633" y="127"/>
                    </a:lnTo>
                    <a:lnTo>
                      <a:pt x="1382" y="85"/>
                    </a:lnTo>
                    <a:lnTo>
                      <a:pt x="1277" y="210"/>
                    </a:lnTo>
                    <a:lnTo>
                      <a:pt x="942" y="127"/>
                    </a:lnTo>
                    <a:lnTo>
                      <a:pt x="754" y="231"/>
                    </a:lnTo>
                    <a:lnTo>
                      <a:pt x="691" y="147"/>
                    </a:lnTo>
                    <a:lnTo>
                      <a:pt x="733" y="22"/>
                    </a:lnTo>
                    <a:lnTo>
                      <a:pt x="62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Google Shape;9173;p128">
                <a:extLst>
                  <a:ext uri="{FF2B5EF4-FFF2-40B4-BE49-F238E27FC236}">
                    <a16:creationId xmlns:a16="http://schemas.microsoft.com/office/drawing/2014/main" id="{70399823-4455-D80D-DF8D-EF21C4F4B8B2}"/>
                  </a:ext>
                </a:extLst>
              </p:cNvPr>
              <p:cNvSpPr/>
              <p:nvPr/>
            </p:nvSpPr>
            <p:spPr>
              <a:xfrm>
                <a:off x="3580800" y="2585450"/>
                <a:ext cx="42275" cy="93450"/>
              </a:xfrm>
              <a:custGeom>
                <a:avLst/>
                <a:gdLst/>
                <a:ahLst/>
                <a:cxnLst/>
                <a:rect l="l" t="t" r="r" b="b"/>
                <a:pathLst>
                  <a:path w="1691" h="3738" extrusionOk="0">
                    <a:moveTo>
                      <a:pt x="453" y="0"/>
                    </a:moveTo>
                    <a:lnTo>
                      <a:pt x="0" y="547"/>
                    </a:lnTo>
                    <a:lnTo>
                      <a:pt x="0" y="3429"/>
                    </a:lnTo>
                    <a:lnTo>
                      <a:pt x="429" y="3738"/>
                    </a:lnTo>
                    <a:lnTo>
                      <a:pt x="1691" y="2714"/>
                    </a:lnTo>
                    <a:lnTo>
                      <a:pt x="1691" y="5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</p:grpSp>
        <p:grpSp>
          <p:nvGrpSpPr>
            <p:cNvPr id="10" name="Google Shape;9174;p128">
              <a:extLst>
                <a:ext uri="{FF2B5EF4-FFF2-40B4-BE49-F238E27FC236}">
                  <a16:creationId xmlns:a16="http://schemas.microsoft.com/office/drawing/2014/main" id="{D4C08CBD-A512-D4E8-39A8-580856BD3D79}"/>
                </a:ext>
              </a:extLst>
            </p:cNvPr>
            <p:cNvGrpSpPr/>
            <p:nvPr/>
          </p:nvGrpSpPr>
          <p:grpSpPr>
            <a:xfrm>
              <a:off x="3849905" y="2572252"/>
              <a:ext cx="74339" cy="119559"/>
              <a:chOff x="3906325" y="1984500"/>
              <a:chExt cx="156075" cy="262825"/>
            </a:xfrm>
            <a:grpFill/>
          </p:grpSpPr>
          <p:sp>
            <p:nvSpPr>
              <p:cNvPr id="490" name="Google Shape;9175;p128">
                <a:extLst>
                  <a:ext uri="{FF2B5EF4-FFF2-40B4-BE49-F238E27FC236}">
                    <a16:creationId xmlns:a16="http://schemas.microsoft.com/office/drawing/2014/main" id="{58564477-B155-3485-01B6-4C77447A9C08}"/>
                  </a:ext>
                </a:extLst>
              </p:cNvPr>
              <p:cNvSpPr/>
              <p:nvPr/>
            </p:nvSpPr>
            <p:spPr>
              <a:xfrm>
                <a:off x="3906325" y="1984500"/>
                <a:ext cx="100825" cy="124200"/>
              </a:xfrm>
              <a:custGeom>
                <a:avLst/>
                <a:gdLst/>
                <a:ahLst/>
                <a:cxnLst/>
                <a:rect l="l" t="t" r="r" b="b"/>
                <a:pathLst>
                  <a:path w="4033" h="4968" extrusionOk="0">
                    <a:moveTo>
                      <a:pt x="2901" y="4968"/>
                    </a:moveTo>
                    <a:lnTo>
                      <a:pt x="1524" y="4673"/>
                    </a:lnTo>
                    <a:lnTo>
                      <a:pt x="0" y="1771"/>
                    </a:lnTo>
                    <a:lnTo>
                      <a:pt x="737" y="886"/>
                    </a:lnTo>
                    <a:lnTo>
                      <a:pt x="2508" y="1181"/>
                    </a:lnTo>
                    <a:lnTo>
                      <a:pt x="2655" y="345"/>
                    </a:lnTo>
                    <a:lnTo>
                      <a:pt x="3442" y="0"/>
                    </a:lnTo>
                    <a:lnTo>
                      <a:pt x="4033" y="44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91" name="Google Shape;9176;p128">
                <a:extLst>
                  <a:ext uri="{FF2B5EF4-FFF2-40B4-BE49-F238E27FC236}">
                    <a16:creationId xmlns:a16="http://schemas.microsoft.com/office/drawing/2014/main" id="{5ADFCB9A-6537-0167-6647-E0CB5E4C782A}"/>
                  </a:ext>
                </a:extLst>
              </p:cNvPr>
              <p:cNvSpPr/>
              <p:nvPr/>
            </p:nvSpPr>
            <p:spPr>
              <a:xfrm>
                <a:off x="3919575" y="1989950"/>
                <a:ext cx="142825" cy="25737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10295" extrusionOk="0">
                    <a:moveTo>
                      <a:pt x="2867" y="0"/>
                    </a:moveTo>
                    <a:lnTo>
                      <a:pt x="2762" y="105"/>
                    </a:lnTo>
                    <a:lnTo>
                      <a:pt x="2762" y="147"/>
                    </a:lnTo>
                    <a:lnTo>
                      <a:pt x="2679" y="189"/>
                    </a:lnTo>
                    <a:lnTo>
                      <a:pt x="2532" y="147"/>
                    </a:lnTo>
                    <a:lnTo>
                      <a:pt x="2386" y="209"/>
                    </a:lnTo>
                    <a:lnTo>
                      <a:pt x="2386" y="293"/>
                    </a:lnTo>
                    <a:lnTo>
                      <a:pt x="2323" y="419"/>
                    </a:lnTo>
                    <a:lnTo>
                      <a:pt x="2239" y="461"/>
                    </a:lnTo>
                    <a:lnTo>
                      <a:pt x="2281" y="544"/>
                    </a:lnTo>
                    <a:lnTo>
                      <a:pt x="2260" y="628"/>
                    </a:lnTo>
                    <a:lnTo>
                      <a:pt x="2239" y="921"/>
                    </a:lnTo>
                    <a:lnTo>
                      <a:pt x="2281" y="1088"/>
                    </a:lnTo>
                    <a:lnTo>
                      <a:pt x="2344" y="1193"/>
                    </a:lnTo>
                    <a:lnTo>
                      <a:pt x="2281" y="1277"/>
                    </a:lnTo>
                    <a:lnTo>
                      <a:pt x="2177" y="1360"/>
                    </a:lnTo>
                    <a:lnTo>
                      <a:pt x="2072" y="1360"/>
                    </a:lnTo>
                    <a:lnTo>
                      <a:pt x="1967" y="1444"/>
                    </a:lnTo>
                    <a:lnTo>
                      <a:pt x="1905" y="1486"/>
                    </a:lnTo>
                    <a:lnTo>
                      <a:pt x="1821" y="1611"/>
                    </a:lnTo>
                    <a:lnTo>
                      <a:pt x="1674" y="1590"/>
                    </a:lnTo>
                    <a:lnTo>
                      <a:pt x="1507" y="1465"/>
                    </a:lnTo>
                    <a:lnTo>
                      <a:pt x="1381" y="1465"/>
                    </a:lnTo>
                    <a:lnTo>
                      <a:pt x="1298" y="1549"/>
                    </a:lnTo>
                    <a:lnTo>
                      <a:pt x="1151" y="1674"/>
                    </a:lnTo>
                    <a:lnTo>
                      <a:pt x="900" y="1674"/>
                    </a:lnTo>
                    <a:lnTo>
                      <a:pt x="733" y="1590"/>
                    </a:lnTo>
                    <a:lnTo>
                      <a:pt x="670" y="1465"/>
                    </a:lnTo>
                    <a:lnTo>
                      <a:pt x="607" y="1339"/>
                    </a:lnTo>
                    <a:lnTo>
                      <a:pt x="377" y="1130"/>
                    </a:lnTo>
                    <a:lnTo>
                      <a:pt x="293" y="984"/>
                    </a:lnTo>
                    <a:lnTo>
                      <a:pt x="189" y="963"/>
                    </a:lnTo>
                    <a:lnTo>
                      <a:pt x="105" y="1046"/>
                    </a:lnTo>
                    <a:lnTo>
                      <a:pt x="84" y="1151"/>
                    </a:lnTo>
                    <a:lnTo>
                      <a:pt x="105" y="1214"/>
                    </a:lnTo>
                    <a:lnTo>
                      <a:pt x="84" y="1256"/>
                    </a:lnTo>
                    <a:lnTo>
                      <a:pt x="42" y="1214"/>
                    </a:lnTo>
                    <a:lnTo>
                      <a:pt x="1" y="1256"/>
                    </a:lnTo>
                    <a:lnTo>
                      <a:pt x="105" y="1360"/>
                    </a:lnTo>
                    <a:lnTo>
                      <a:pt x="273" y="1423"/>
                    </a:lnTo>
                    <a:lnTo>
                      <a:pt x="482" y="1674"/>
                    </a:lnTo>
                    <a:lnTo>
                      <a:pt x="628" y="1779"/>
                    </a:lnTo>
                    <a:lnTo>
                      <a:pt x="879" y="1800"/>
                    </a:lnTo>
                    <a:lnTo>
                      <a:pt x="942" y="1841"/>
                    </a:lnTo>
                    <a:lnTo>
                      <a:pt x="1026" y="1883"/>
                    </a:lnTo>
                    <a:lnTo>
                      <a:pt x="1130" y="2009"/>
                    </a:lnTo>
                    <a:lnTo>
                      <a:pt x="1193" y="2113"/>
                    </a:lnTo>
                    <a:lnTo>
                      <a:pt x="1298" y="2113"/>
                    </a:lnTo>
                    <a:lnTo>
                      <a:pt x="1402" y="2239"/>
                    </a:lnTo>
                    <a:lnTo>
                      <a:pt x="1465" y="2239"/>
                    </a:lnTo>
                    <a:lnTo>
                      <a:pt x="1528" y="2323"/>
                    </a:lnTo>
                    <a:lnTo>
                      <a:pt x="1465" y="2427"/>
                    </a:lnTo>
                    <a:lnTo>
                      <a:pt x="1507" y="2574"/>
                    </a:lnTo>
                    <a:lnTo>
                      <a:pt x="1444" y="2720"/>
                    </a:lnTo>
                    <a:lnTo>
                      <a:pt x="1444" y="2825"/>
                    </a:lnTo>
                    <a:lnTo>
                      <a:pt x="1612" y="2825"/>
                    </a:lnTo>
                    <a:lnTo>
                      <a:pt x="1633" y="2950"/>
                    </a:lnTo>
                    <a:lnTo>
                      <a:pt x="1591" y="3034"/>
                    </a:lnTo>
                    <a:lnTo>
                      <a:pt x="1612" y="3181"/>
                    </a:lnTo>
                    <a:lnTo>
                      <a:pt x="1653" y="3285"/>
                    </a:lnTo>
                    <a:lnTo>
                      <a:pt x="1695" y="3494"/>
                    </a:lnTo>
                    <a:lnTo>
                      <a:pt x="1653" y="3599"/>
                    </a:lnTo>
                    <a:lnTo>
                      <a:pt x="1695" y="3683"/>
                    </a:lnTo>
                    <a:lnTo>
                      <a:pt x="1695" y="3913"/>
                    </a:lnTo>
                    <a:lnTo>
                      <a:pt x="1653" y="3997"/>
                    </a:lnTo>
                    <a:lnTo>
                      <a:pt x="1716" y="4143"/>
                    </a:lnTo>
                    <a:lnTo>
                      <a:pt x="1821" y="4185"/>
                    </a:lnTo>
                    <a:lnTo>
                      <a:pt x="1925" y="4394"/>
                    </a:lnTo>
                    <a:lnTo>
                      <a:pt x="1967" y="4478"/>
                    </a:lnTo>
                    <a:lnTo>
                      <a:pt x="1967" y="4603"/>
                    </a:lnTo>
                    <a:lnTo>
                      <a:pt x="1988" y="4645"/>
                    </a:lnTo>
                    <a:lnTo>
                      <a:pt x="2093" y="4645"/>
                    </a:lnTo>
                    <a:lnTo>
                      <a:pt x="2197" y="4750"/>
                    </a:lnTo>
                    <a:lnTo>
                      <a:pt x="2407" y="4750"/>
                    </a:lnTo>
                    <a:lnTo>
                      <a:pt x="2574" y="4875"/>
                    </a:lnTo>
                    <a:lnTo>
                      <a:pt x="2490" y="4938"/>
                    </a:lnTo>
                    <a:lnTo>
                      <a:pt x="2553" y="5022"/>
                    </a:lnTo>
                    <a:lnTo>
                      <a:pt x="2553" y="5189"/>
                    </a:lnTo>
                    <a:lnTo>
                      <a:pt x="2490" y="5231"/>
                    </a:lnTo>
                    <a:lnTo>
                      <a:pt x="2679" y="5378"/>
                    </a:lnTo>
                    <a:lnTo>
                      <a:pt x="2553" y="5357"/>
                    </a:lnTo>
                    <a:lnTo>
                      <a:pt x="2490" y="5378"/>
                    </a:lnTo>
                    <a:lnTo>
                      <a:pt x="2658" y="5524"/>
                    </a:lnTo>
                    <a:lnTo>
                      <a:pt x="2658" y="5587"/>
                    </a:lnTo>
                    <a:lnTo>
                      <a:pt x="2469" y="5482"/>
                    </a:lnTo>
                    <a:lnTo>
                      <a:pt x="2302" y="5482"/>
                    </a:lnTo>
                    <a:lnTo>
                      <a:pt x="2156" y="5587"/>
                    </a:lnTo>
                    <a:lnTo>
                      <a:pt x="2156" y="5691"/>
                    </a:lnTo>
                    <a:lnTo>
                      <a:pt x="2051" y="5796"/>
                    </a:lnTo>
                    <a:lnTo>
                      <a:pt x="2051" y="5880"/>
                    </a:lnTo>
                    <a:lnTo>
                      <a:pt x="1988" y="5901"/>
                    </a:lnTo>
                    <a:lnTo>
                      <a:pt x="1821" y="6089"/>
                    </a:lnTo>
                    <a:lnTo>
                      <a:pt x="1779" y="6277"/>
                    </a:lnTo>
                    <a:lnTo>
                      <a:pt x="1737" y="6298"/>
                    </a:lnTo>
                    <a:lnTo>
                      <a:pt x="1716" y="6256"/>
                    </a:lnTo>
                    <a:lnTo>
                      <a:pt x="1653" y="6256"/>
                    </a:lnTo>
                    <a:lnTo>
                      <a:pt x="1716" y="6361"/>
                    </a:lnTo>
                    <a:lnTo>
                      <a:pt x="1674" y="6445"/>
                    </a:lnTo>
                    <a:lnTo>
                      <a:pt x="1549" y="6445"/>
                    </a:lnTo>
                    <a:lnTo>
                      <a:pt x="1465" y="6549"/>
                    </a:lnTo>
                    <a:lnTo>
                      <a:pt x="1507" y="6717"/>
                    </a:lnTo>
                    <a:lnTo>
                      <a:pt x="1570" y="6759"/>
                    </a:lnTo>
                    <a:lnTo>
                      <a:pt x="1444" y="6717"/>
                    </a:lnTo>
                    <a:lnTo>
                      <a:pt x="1402" y="6654"/>
                    </a:lnTo>
                    <a:lnTo>
                      <a:pt x="1319" y="6696"/>
                    </a:lnTo>
                    <a:lnTo>
                      <a:pt x="1256" y="6821"/>
                    </a:lnTo>
                    <a:lnTo>
                      <a:pt x="1298" y="6884"/>
                    </a:lnTo>
                    <a:lnTo>
                      <a:pt x="1214" y="6842"/>
                    </a:lnTo>
                    <a:lnTo>
                      <a:pt x="1193" y="6905"/>
                    </a:lnTo>
                    <a:lnTo>
                      <a:pt x="1256" y="6968"/>
                    </a:lnTo>
                    <a:lnTo>
                      <a:pt x="1256" y="7031"/>
                    </a:lnTo>
                    <a:lnTo>
                      <a:pt x="1193" y="7114"/>
                    </a:lnTo>
                    <a:lnTo>
                      <a:pt x="1151" y="7156"/>
                    </a:lnTo>
                    <a:lnTo>
                      <a:pt x="1047" y="7219"/>
                    </a:lnTo>
                    <a:lnTo>
                      <a:pt x="1005" y="7177"/>
                    </a:lnTo>
                    <a:lnTo>
                      <a:pt x="984" y="7135"/>
                    </a:lnTo>
                    <a:lnTo>
                      <a:pt x="900" y="7114"/>
                    </a:lnTo>
                    <a:lnTo>
                      <a:pt x="817" y="7135"/>
                    </a:lnTo>
                    <a:lnTo>
                      <a:pt x="837" y="7240"/>
                    </a:lnTo>
                    <a:lnTo>
                      <a:pt x="796" y="7282"/>
                    </a:lnTo>
                    <a:lnTo>
                      <a:pt x="837" y="7386"/>
                    </a:lnTo>
                    <a:lnTo>
                      <a:pt x="796" y="7491"/>
                    </a:lnTo>
                    <a:lnTo>
                      <a:pt x="733" y="7533"/>
                    </a:lnTo>
                    <a:lnTo>
                      <a:pt x="691" y="7637"/>
                    </a:lnTo>
                    <a:lnTo>
                      <a:pt x="733" y="7742"/>
                    </a:lnTo>
                    <a:lnTo>
                      <a:pt x="775" y="7763"/>
                    </a:lnTo>
                    <a:lnTo>
                      <a:pt x="733" y="7867"/>
                    </a:lnTo>
                    <a:lnTo>
                      <a:pt x="775" y="7951"/>
                    </a:lnTo>
                    <a:lnTo>
                      <a:pt x="858" y="7909"/>
                    </a:lnTo>
                    <a:lnTo>
                      <a:pt x="900" y="7972"/>
                    </a:lnTo>
                    <a:lnTo>
                      <a:pt x="879" y="8098"/>
                    </a:lnTo>
                    <a:lnTo>
                      <a:pt x="837" y="8160"/>
                    </a:lnTo>
                    <a:lnTo>
                      <a:pt x="879" y="8265"/>
                    </a:lnTo>
                    <a:lnTo>
                      <a:pt x="837" y="8307"/>
                    </a:lnTo>
                    <a:lnTo>
                      <a:pt x="942" y="8495"/>
                    </a:lnTo>
                    <a:lnTo>
                      <a:pt x="1005" y="8537"/>
                    </a:lnTo>
                    <a:lnTo>
                      <a:pt x="942" y="8621"/>
                    </a:lnTo>
                    <a:lnTo>
                      <a:pt x="1026" y="8746"/>
                    </a:lnTo>
                    <a:lnTo>
                      <a:pt x="942" y="8788"/>
                    </a:lnTo>
                    <a:lnTo>
                      <a:pt x="984" y="8955"/>
                    </a:lnTo>
                    <a:lnTo>
                      <a:pt x="942" y="9039"/>
                    </a:lnTo>
                    <a:lnTo>
                      <a:pt x="942" y="9269"/>
                    </a:lnTo>
                    <a:lnTo>
                      <a:pt x="1005" y="9353"/>
                    </a:lnTo>
                    <a:lnTo>
                      <a:pt x="942" y="9479"/>
                    </a:lnTo>
                    <a:lnTo>
                      <a:pt x="942" y="9562"/>
                    </a:lnTo>
                    <a:lnTo>
                      <a:pt x="1005" y="9625"/>
                    </a:lnTo>
                    <a:lnTo>
                      <a:pt x="1151" y="9541"/>
                    </a:lnTo>
                    <a:lnTo>
                      <a:pt x="1214" y="9583"/>
                    </a:lnTo>
                    <a:lnTo>
                      <a:pt x="1235" y="9520"/>
                    </a:lnTo>
                    <a:lnTo>
                      <a:pt x="1361" y="9646"/>
                    </a:lnTo>
                    <a:lnTo>
                      <a:pt x="1444" y="9625"/>
                    </a:lnTo>
                    <a:lnTo>
                      <a:pt x="1528" y="9688"/>
                    </a:lnTo>
                    <a:lnTo>
                      <a:pt x="1674" y="9667"/>
                    </a:lnTo>
                    <a:lnTo>
                      <a:pt x="1737" y="9688"/>
                    </a:lnTo>
                    <a:lnTo>
                      <a:pt x="1674" y="9772"/>
                    </a:lnTo>
                    <a:lnTo>
                      <a:pt x="1737" y="9772"/>
                    </a:lnTo>
                    <a:lnTo>
                      <a:pt x="1863" y="9667"/>
                    </a:lnTo>
                    <a:lnTo>
                      <a:pt x="1863" y="9751"/>
                    </a:lnTo>
                    <a:lnTo>
                      <a:pt x="1779" y="9855"/>
                    </a:lnTo>
                    <a:lnTo>
                      <a:pt x="1946" y="10064"/>
                    </a:lnTo>
                    <a:lnTo>
                      <a:pt x="1967" y="10148"/>
                    </a:lnTo>
                    <a:lnTo>
                      <a:pt x="1946" y="10274"/>
                    </a:lnTo>
                    <a:lnTo>
                      <a:pt x="1967" y="10295"/>
                    </a:lnTo>
                    <a:lnTo>
                      <a:pt x="2030" y="10148"/>
                    </a:lnTo>
                    <a:lnTo>
                      <a:pt x="2114" y="10106"/>
                    </a:lnTo>
                    <a:lnTo>
                      <a:pt x="2135" y="10190"/>
                    </a:lnTo>
                    <a:lnTo>
                      <a:pt x="2239" y="10148"/>
                    </a:lnTo>
                    <a:lnTo>
                      <a:pt x="2323" y="10148"/>
                    </a:lnTo>
                    <a:lnTo>
                      <a:pt x="2490" y="10002"/>
                    </a:lnTo>
                    <a:lnTo>
                      <a:pt x="2595" y="10002"/>
                    </a:lnTo>
                    <a:lnTo>
                      <a:pt x="2825" y="9855"/>
                    </a:lnTo>
                    <a:lnTo>
                      <a:pt x="2867" y="9792"/>
                    </a:lnTo>
                    <a:lnTo>
                      <a:pt x="3014" y="9855"/>
                    </a:lnTo>
                    <a:lnTo>
                      <a:pt x="3118" y="9834"/>
                    </a:lnTo>
                    <a:lnTo>
                      <a:pt x="3223" y="9688"/>
                    </a:lnTo>
                    <a:lnTo>
                      <a:pt x="3244" y="9751"/>
                    </a:lnTo>
                    <a:lnTo>
                      <a:pt x="3202" y="9855"/>
                    </a:lnTo>
                    <a:lnTo>
                      <a:pt x="3244" y="9876"/>
                    </a:lnTo>
                    <a:lnTo>
                      <a:pt x="3306" y="9751"/>
                    </a:lnTo>
                    <a:lnTo>
                      <a:pt x="3348" y="9772"/>
                    </a:lnTo>
                    <a:lnTo>
                      <a:pt x="3306" y="9646"/>
                    </a:lnTo>
                    <a:lnTo>
                      <a:pt x="3348" y="9583"/>
                    </a:lnTo>
                    <a:lnTo>
                      <a:pt x="3411" y="9688"/>
                    </a:lnTo>
                    <a:lnTo>
                      <a:pt x="3453" y="9688"/>
                    </a:lnTo>
                    <a:lnTo>
                      <a:pt x="3495" y="9625"/>
                    </a:lnTo>
                    <a:lnTo>
                      <a:pt x="3537" y="9751"/>
                    </a:lnTo>
                    <a:lnTo>
                      <a:pt x="3620" y="9730"/>
                    </a:lnTo>
                    <a:lnTo>
                      <a:pt x="3620" y="9646"/>
                    </a:lnTo>
                    <a:lnTo>
                      <a:pt x="3662" y="9667"/>
                    </a:lnTo>
                    <a:lnTo>
                      <a:pt x="3704" y="9730"/>
                    </a:lnTo>
                    <a:lnTo>
                      <a:pt x="3767" y="9646"/>
                    </a:lnTo>
                    <a:lnTo>
                      <a:pt x="3934" y="9625"/>
                    </a:lnTo>
                    <a:lnTo>
                      <a:pt x="4018" y="9688"/>
                    </a:lnTo>
                    <a:lnTo>
                      <a:pt x="4206" y="9667"/>
                    </a:lnTo>
                    <a:lnTo>
                      <a:pt x="4206" y="9625"/>
                    </a:lnTo>
                    <a:lnTo>
                      <a:pt x="4143" y="9562"/>
                    </a:lnTo>
                    <a:lnTo>
                      <a:pt x="4206" y="9541"/>
                    </a:lnTo>
                    <a:lnTo>
                      <a:pt x="4269" y="9562"/>
                    </a:lnTo>
                    <a:lnTo>
                      <a:pt x="4311" y="9646"/>
                    </a:lnTo>
                    <a:lnTo>
                      <a:pt x="4415" y="9667"/>
                    </a:lnTo>
                    <a:lnTo>
                      <a:pt x="4457" y="9562"/>
                    </a:lnTo>
                    <a:lnTo>
                      <a:pt x="4436" y="9416"/>
                    </a:lnTo>
                    <a:lnTo>
                      <a:pt x="4687" y="9144"/>
                    </a:lnTo>
                    <a:lnTo>
                      <a:pt x="4876" y="9123"/>
                    </a:lnTo>
                    <a:lnTo>
                      <a:pt x="5043" y="8872"/>
                    </a:lnTo>
                    <a:lnTo>
                      <a:pt x="5190" y="8621"/>
                    </a:lnTo>
                    <a:lnTo>
                      <a:pt x="5315" y="8349"/>
                    </a:lnTo>
                    <a:lnTo>
                      <a:pt x="5566" y="7951"/>
                    </a:lnTo>
                    <a:lnTo>
                      <a:pt x="5713" y="7533"/>
                    </a:lnTo>
                    <a:lnTo>
                      <a:pt x="5692" y="7344"/>
                    </a:lnTo>
                    <a:lnTo>
                      <a:pt x="5420" y="7051"/>
                    </a:lnTo>
                    <a:lnTo>
                      <a:pt x="5273" y="7010"/>
                    </a:lnTo>
                    <a:lnTo>
                      <a:pt x="5001" y="6633"/>
                    </a:lnTo>
                    <a:lnTo>
                      <a:pt x="5064" y="6466"/>
                    </a:lnTo>
                    <a:lnTo>
                      <a:pt x="5169" y="6298"/>
                    </a:lnTo>
                    <a:lnTo>
                      <a:pt x="5169" y="6110"/>
                    </a:lnTo>
                    <a:lnTo>
                      <a:pt x="4980" y="5984"/>
                    </a:lnTo>
                    <a:lnTo>
                      <a:pt x="4938" y="5859"/>
                    </a:lnTo>
                    <a:lnTo>
                      <a:pt x="4938" y="5650"/>
                    </a:lnTo>
                    <a:lnTo>
                      <a:pt x="4980" y="5587"/>
                    </a:lnTo>
                    <a:lnTo>
                      <a:pt x="4938" y="5482"/>
                    </a:lnTo>
                    <a:lnTo>
                      <a:pt x="4792" y="5461"/>
                    </a:lnTo>
                    <a:lnTo>
                      <a:pt x="4729" y="5357"/>
                    </a:lnTo>
                    <a:lnTo>
                      <a:pt x="4729" y="5168"/>
                    </a:lnTo>
                    <a:lnTo>
                      <a:pt x="4792" y="5064"/>
                    </a:lnTo>
                    <a:lnTo>
                      <a:pt x="4687" y="5043"/>
                    </a:lnTo>
                    <a:lnTo>
                      <a:pt x="4687" y="4938"/>
                    </a:lnTo>
                    <a:lnTo>
                      <a:pt x="4729" y="4582"/>
                    </a:lnTo>
                    <a:lnTo>
                      <a:pt x="4834" y="4541"/>
                    </a:lnTo>
                    <a:lnTo>
                      <a:pt x="4562" y="3955"/>
                    </a:lnTo>
                    <a:lnTo>
                      <a:pt x="4332" y="3494"/>
                    </a:lnTo>
                    <a:lnTo>
                      <a:pt x="4269" y="3348"/>
                    </a:lnTo>
                    <a:lnTo>
                      <a:pt x="4143" y="3181"/>
                    </a:lnTo>
                    <a:lnTo>
                      <a:pt x="4248" y="2929"/>
                    </a:lnTo>
                    <a:lnTo>
                      <a:pt x="4353" y="2741"/>
                    </a:lnTo>
                    <a:lnTo>
                      <a:pt x="4415" y="2553"/>
                    </a:lnTo>
                    <a:lnTo>
                      <a:pt x="4332" y="2490"/>
                    </a:lnTo>
                    <a:lnTo>
                      <a:pt x="4060" y="2323"/>
                    </a:lnTo>
                    <a:lnTo>
                      <a:pt x="4018" y="2218"/>
                    </a:lnTo>
                    <a:lnTo>
                      <a:pt x="3934" y="2093"/>
                    </a:lnTo>
                    <a:lnTo>
                      <a:pt x="3767" y="2009"/>
                    </a:lnTo>
                    <a:lnTo>
                      <a:pt x="3704" y="2009"/>
                    </a:lnTo>
                    <a:lnTo>
                      <a:pt x="3599" y="1758"/>
                    </a:lnTo>
                    <a:lnTo>
                      <a:pt x="3516" y="1653"/>
                    </a:lnTo>
                    <a:lnTo>
                      <a:pt x="3558" y="1465"/>
                    </a:lnTo>
                    <a:lnTo>
                      <a:pt x="3599" y="1297"/>
                    </a:lnTo>
                    <a:lnTo>
                      <a:pt x="3495" y="1277"/>
                    </a:lnTo>
                    <a:lnTo>
                      <a:pt x="3599" y="1235"/>
                    </a:lnTo>
                    <a:lnTo>
                      <a:pt x="3746" y="1172"/>
                    </a:lnTo>
                    <a:lnTo>
                      <a:pt x="3725" y="942"/>
                    </a:lnTo>
                    <a:lnTo>
                      <a:pt x="3830" y="774"/>
                    </a:lnTo>
                    <a:lnTo>
                      <a:pt x="3850" y="649"/>
                    </a:lnTo>
                    <a:lnTo>
                      <a:pt x="3746" y="523"/>
                    </a:lnTo>
                    <a:lnTo>
                      <a:pt x="3725" y="419"/>
                    </a:lnTo>
                    <a:lnTo>
                      <a:pt x="3537" y="398"/>
                    </a:lnTo>
                    <a:lnTo>
                      <a:pt x="3411" y="335"/>
                    </a:lnTo>
                    <a:lnTo>
                      <a:pt x="3327" y="251"/>
                    </a:lnTo>
                    <a:lnTo>
                      <a:pt x="3202" y="84"/>
                    </a:lnTo>
                    <a:lnTo>
                      <a:pt x="309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" name="Google Shape;9177;p128">
              <a:extLst>
                <a:ext uri="{FF2B5EF4-FFF2-40B4-BE49-F238E27FC236}">
                  <a16:creationId xmlns:a16="http://schemas.microsoft.com/office/drawing/2014/main" id="{1AA4838C-ABE9-2F1B-6877-36602BCAAB88}"/>
                </a:ext>
              </a:extLst>
            </p:cNvPr>
            <p:cNvGrpSpPr/>
            <p:nvPr/>
          </p:nvGrpSpPr>
          <p:grpSpPr>
            <a:xfrm>
              <a:off x="2654821" y="2414345"/>
              <a:ext cx="667570" cy="558731"/>
              <a:chOff x="1397225" y="1637375"/>
              <a:chExt cx="1401575" cy="1228250"/>
            </a:xfrm>
            <a:grpFill/>
          </p:grpSpPr>
          <p:sp>
            <p:nvSpPr>
              <p:cNvPr id="486" name="Google Shape;9178;p128">
                <a:extLst>
                  <a:ext uri="{FF2B5EF4-FFF2-40B4-BE49-F238E27FC236}">
                    <a16:creationId xmlns:a16="http://schemas.microsoft.com/office/drawing/2014/main" id="{E674FD0E-BF62-1CE5-2510-0D5210D8FFA0}"/>
                  </a:ext>
                </a:extLst>
              </p:cNvPr>
              <p:cNvSpPr/>
              <p:nvPr/>
            </p:nvSpPr>
            <p:spPr>
              <a:xfrm>
                <a:off x="2050925" y="2362200"/>
                <a:ext cx="747875" cy="497225"/>
              </a:xfrm>
              <a:custGeom>
                <a:avLst/>
                <a:gdLst/>
                <a:ahLst/>
                <a:cxnLst/>
                <a:rect l="l" t="t" r="r" b="b"/>
                <a:pathLst>
                  <a:path w="29915" h="19889" extrusionOk="0">
                    <a:moveTo>
                      <a:pt x="107" y="1186"/>
                    </a:moveTo>
                    <a:lnTo>
                      <a:pt x="0" y="0"/>
                    </a:lnTo>
                    <a:lnTo>
                      <a:pt x="15577" y="1563"/>
                    </a:lnTo>
                    <a:lnTo>
                      <a:pt x="26519" y="5336"/>
                    </a:lnTo>
                    <a:lnTo>
                      <a:pt x="27435" y="5444"/>
                    </a:lnTo>
                    <a:lnTo>
                      <a:pt x="28783" y="4420"/>
                    </a:lnTo>
                    <a:lnTo>
                      <a:pt x="29753" y="4527"/>
                    </a:lnTo>
                    <a:lnTo>
                      <a:pt x="29915" y="6198"/>
                    </a:lnTo>
                    <a:lnTo>
                      <a:pt x="26465" y="6899"/>
                    </a:lnTo>
                    <a:lnTo>
                      <a:pt x="11157" y="16062"/>
                    </a:lnTo>
                    <a:lnTo>
                      <a:pt x="10295" y="18649"/>
                    </a:lnTo>
                    <a:lnTo>
                      <a:pt x="10295" y="19889"/>
                    </a:lnTo>
                    <a:lnTo>
                      <a:pt x="2803" y="15846"/>
                    </a:lnTo>
                    <a:lnTo>
                      <a:pt x="1347" y="14876"/>
                    </a:lnTo>
                    <a:lnTo>
                      <a:pt x="0" y="14607"/>
                    </a:lnTo>
                    <a:lnTo>
                      <a:pt x="916" y="11642"/>
                    </a:lnTo>
                    <a:lnTo>
                      <a:pt x="1725" y="388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grpSp>
            <p:nvGrpSpPr>
              <p:cNvPr id="487" name="Google Shape;9179;p128">
                <a:extLst>
                  <a:ext uri="{FF2B5EF4-FFF2-40B4-BE49-F238E27FC236}">
                    <a16:creationId xmlns:a16="http://schemas.microsoft.com/office/drawing/2014/main" id="{692F770F-24B2-1B93-3E35-F369AF2D02B7}"/>
                  </a:ext>
                </a:extLst>
              </p:cNvPr>
              <p:cNvGrpSpPr/>
              <p:nvPr/>
            </p:nvGrpSpPr>
            <p:grpSpPr>
              <a:xfrm>
                <a:off x="1397225" y="1637375"/>
                <a:ext cx="1398775" cy="1228250"/>
                <a:chOff x="1397225" y="1637375"/>
                <a:chExt cx="1398775" cy="1228250"/>
              </a:xfrm>
              <a:grpFill/>
            </p:grpSpPr>
            <p:sp>
              <p:nvSpPr>
                <p:cNvPr id="488" name="Google Shape;9180;p128">
                  <a:extLst>
                    <a:ext uri="{FF2B5EF4-FFF2-40B4-BE49-F238E27FC236}">
                      <a16:creationId xmlns:a16="http://schemas.microsoft.com/office/drawing/2014/main" id="{84945F6A-F052-CE19-6A8F-7C7BC5852C3C}"/>
                    </a:ext>
                  </a:extLst>
                </p:cNvPr>
                <p:cNvSpPr/>
                <p:nvPr/>
              </p:nvSpPr>
              <p:spPr>
                <a:xfrm>
                  <a:off x="1397225" y="1637375"/>
                  <a:ext cx="692600" cy="594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04" h="23770" extrusionOk="0">
                      <a:moveTo>
                        <a:pt x="14864" y="15547"/>
                      </a:moveTo>
                      <a:lnTo>
                        <a:pt x="14836" y="15589"/>
                      </a:lnTo>
                      <a:lnTo>
                        <a:pt x="14836" y="15568"/>
                      </a:lnTo>
                      <a:lnTo>
                        <a:pt x="14864" y="15547"/>
                      </a:lnTo>
                      <a:close/>
                      <a:moveTo>
                        <a:pt x="19460" y="16760"/>
                      </a:moveTo>
                      <a:lnTo>
                        <a:pt x="19523" y="16823"/>
                      </a:lnTo>
                      <a:lnTo>
                        <a:pt x="19460" y="16844"/>
                      </a:lnTo>
                      <a:lnTo>
                        <a:pt x="19460" y="16760"/>
                      </a:lnTo>
                      <a:close/>
                      <a:moveTo>
                        <a:pt x="23686" y="18497"/>
                      </a:moveTo>
                      <a:lnTo>
                        <a:pt x="23624" y="18644"/>
                      </a:lnTo>
                      <a:lnTo>
                        <a:pt x="23561" y="18853"/>
                      </a:lnTo>
                      <a:lnTo>
                        <a:pt x="23582" y="19020"/>
                      </a:lnTo>
                      <a:lnTo>
                        <a:pt x="23477" y="19229"/>
                      </a:lnTo>
                      <a:lnTo>
                        <a:pt x="23477" y="19355"/>
                      </a:lnTo>
                      <a:lnTo>
                        <a:pt x="23519" y="19439"/>
                      </a:lnTo>
                      <a:lnTo>
                        <a:pt x="23393" y="19355"/>
                      </a:lnTo>
                      <a:lnTo>
                        <a:pt x="23393" y="19543"/>
                      </a:lnTo>
                      <a:lnTo>
                        <a:pt x="23393" y="19564"/>
                      </a:lnTo>
                      <a:cubicBezTo>
                        <a:pt x="23352" y="19648"/>
                        <a:pt x="23310" y="19753"/>
                        <a:pt x="23310" y="19836"/>
                      </a:cubicBezTo>
                      <a:lnTo>
                        <a:pt x="23310" y="19962"/>
                      </a:lnTo>
                      <a:lnTo>
                        <a:pt x="23289" y="19941"/>
                      </a:lnTo>
                      <a:lnTo>
                        <a:pt x="23289" y="19836"/>
                      </a:lnTo>
                      <a:lnTo>
                        <a:pt x="23258" y="19791"/>
                      </a:lnTo>
                      <a:lnTo>
                        <a:pt x="23268" y="19773"/>
                      </a:lnTo>
                      <a:lnTo>
                        <a:pt x="23268" y="19627"/>
                      </a:lnTo>
                      <a:lnTo>
                        <a:pt x="23331" y="19543"/>
                      </a:lnTo>
                      <a:lnTo>
                        <a:pt x="23352" y="19250"/>
                      </a:lnTo>
                      <a:lnTo>
                        <a:pt x="23435" y="19020"/>
                      </a:lnTo>
                      <a:lnTo>
                        <a:pt x="23435" y="18790"/>
                      </a:lnTo>
                      <a:lnTo>
                        <a:pt x="23414" y="18623"/>
                      </a:lnTo>
                      <a:lnTo>
                        <a:pt x="23352" y="18539"/>
                      </a:lnTo>
                      <a:lnTo>
                        <a:pt x="23352" y="18518"/>
                      </a:lnTo>
                      <a:lnTo>
                        <a:pt x="23414" y="18539"/>
                      </a:lnTo>
                      <a:lnTo>
                        <a:pt x="23456" y="18685"/>
                      </a:lnTo>
                      <a:lnTo>
                        <a:pt x="23519" y="18706"/>
                      </a:lnTo>
                      <a:lnTo>
                        <a:pt x="23561" y="18581"/>
                      </a:lnTo>
                      <a:lnTo>
                        <a:pt x="23686" y="18497"/>
                      </a:lnTo>
                      <a:close/>
                      <a:moveTo>
                        <a:pt x="23204" y="19889"/>
                      </a:moveTo>
                      <a:lnTo>
                        <a:pt x="23184" y="19941"/>
                      </a:lnTo>
                      <a:lnTo>
                        <a:pt x="23142" y="20297"/>
                      </a:lnTo>
                      <a:lnTo>
                        <a:pt x="23038" y="20464"/>
                      </a:lnTo>
                      <a:lnTo>
                        <a:pt x="23017" y="20631"/>
                      </a:lnTo>
                      <a:lnTo>
                        <a:pt x="23121" y="20694"/>
                      </a:lnTo>
                      <a:lnTo>
                        <a:pt x="23080" y="20778"/>
                      </a:lnTo>
                      <a:lnTo>
                        <a:pt x="23121" y="20841"/>
                      </a:lnTo>
                      <a:lnTo>
                        <a:pt x="22996" y="20841"/>
                      </a:lnTo>
                      <a:lnTo>
                        <a:pt x="22912" y="20924"/>
                      </a:lnTo>
                      <a:lnTo>
                        <a:pt x="22912" y="21050"/>
                      </a:lnTo>
                      <a:cubicBezTo>
                        <a:pt x="22891" y="21050"/>
                        <a:pt x="22870" y="21092"/>
                        <a:pt x="22870" y="21134"/>
                      </a:cubicBezTo>
                      <a:lnTo>
                        <a:pt x="22870" y="21154"/>
                      </a:lnTo>
                      <a:lnTo>
                        <a:pt x="22847" y="21178"/>
                      </a:lnTo>
                      <a:lnTo>
                        <a:pt x="22847" y="21178"/>
                      </a:lnTo>
                      <a:lnTo>
                        <a:pt x="22849" y="21154"/>
                      </a:lnTo>
                      <a:lnTo>
                        <a:pt x="22849" y="20945"/>
                      </a:lnTo>
                      <a:lnTo>
                        <a:pt x="22828" y="20882"/>
                      </a:lnTo>
                      <a:cubicBezTo>
                        <a:pt x="22828" y="20820"/>
                        <a:pt x="22849" y="20778"/>
                        <a:pt x="22849" y="20736"/>
                      </a:cubicBezTo>
                      <a:lnTo>
                        <a:pt x="22891" y="20778"/>
                      </a:lnTo>
                      <a:lnTo>
                        <a:pt x="22954" y="20778"/>
                      </a:lnTo>
                      <a:lnTo>
                        <a:pt x="22954" y="20610"/>
                      </a:lnTo>
                      <a:lnTo>
                        <a:pt x="23017" y="20569"/>
                      </a:lnTo>
                      <a:lnTo>
                        <a:pt x="22954" y="20485"/>
                      </a:lnTo>
                      <a:lnTo>
                        <a:pt x="22828" y="20464"/>
                      </a:lnTo>
                      <a:lnTo>
                        <a:pt x="22828" y="20380"/>
                      </a:lnTo>
                      <a:lnTo>
                        <a:pt x="22703" y="20150"/>
                      </a:lnTo>
                      <a:lnTo>
                        <a:pt x="22703" y="20108"/>
                      </a:lnTo>
                      <a:lnTo>
                        <a:pt x="22828" y="20255"/>
                      </a:lnTo>
                      <a:lnTo>
                        <a:pt x="22912" y="20380"/>
                      </a:lnTo>
                      <a:lnTo>
                        <a:pt x="22996" y="20401"/>
                      </a:lnTo>
                      <a:lnTo>
                        <a:pt x="23038" y="20359"/>
                      </a:lnTo>
                      <a:lnTo>
                        <a:pt x="23017" y="20276"/>
                      </a:lnTo>
                      <a:lnTo>
                        <a:pt x="23121" y="20255"/>
                      </a:lnTo>
                      <a:lnTo>
                        <a:pt x="23121" y="20171"/>
                      </a:lnTo>
                      <a:lnTo>
                        <a:pt x="23059" y="20108"/>
                      </a:lnTo>
                      <a:cubicBezTo>
                        <a:pt x="23101" y="20066"/>
                        <a:pt x="23121" y="19983"/>
                        <a:pt x="23142" y="19941"/>
                      </a:cubicBezTo>
                      <a:lnTo>
                        <a:pt x="23163" y="19962"/>
                      </a:lnTo>
                      <a:lnTo>
                        <a:pt x="23204" y="19889"/>
                      </a:lnTo>
                      <a:close/>
                      <a:moveTo>
                        <a:pt x="23519" y="19836"/>
                      </a:moveTo>
                      <a:lnTo>
                        <a:pt x="23540" y="19962"/>
                      </a:lnTo>
                      <a:lnTo>
                        <a:pt x="23582" y="19962"/>
                      </a:lnTo>
                      <a:lnTo>
                        <a:pt x="23582" y="20087"/>
                      </a:lnTo>
                      <a:lnTo>
                        <a:pt x="23665" y="20171"/>
                      </a:lnTo>
                      <a:lnTo>
                        <a:pt x="23728" y="20108"/>
                      </a:lnTo>
                      <a:lnTo>
                        <a:pt x="23770" y="20150"/>
                      </a:lnTo>
                      <a:lnTo>
                        <a:pt x="23875" y="20087"/>
                      </a:lnTo>
                      <a:lnTo>
                        <a:pt x="24021" y="20087"/>
                      </a:lnTo>
                      <a:lnTo>
                        <a:pt x="24021" y="20108"/>
                      </a:lnTo>
                      <a:lnTo>
                        <a:pt x="23854" y="20213"/>
                      </a:lnTo>
                      <a:lnTo>
                        <a:pt x="23812" y="20255"/>
                      </a:lnTo>
                      <a:lnTo>
                        <a:pt x="23812" y="20297"/>
                      </a:lnTo>
                      <a:lnTo>
                        <a:pt x="23875" y="20359"/>
                      </a:lnTo>
                      <a:lnTo>
                        <a:pt x="23854" y="20401"/>
                      </a:lnTo>
                      <a:lnTo>
                        <a:pt x="23770" y="20401"/>
                      </a:lnTo>
                      <a:lnTo>
                        <a:pt x="23770" y="20464"/>
                      </a:lnTo>
                      <a:lnTo>
                        <a:pt x="23854" y="20590"/>
                      </a:lnTo>
                      <a:lnTo>
                        <a:pt x="23854" y="20694"/>
                      </a:lnTo>
                      <a:lnTo>
                        <a:pt x="23812" y="20715"/>
                      </a:lnTo>
                      <a:lnTo>
                        <a:pt x="23728" y="20631"/>
                      </a:lnTo>
                      <a:lnTo>
                        <a:pt x="23665" y="20548"/>
                      </a:lnTo>
                      <a:lnTo>
                        <a:pt x="23645" y="20610"/>
                      </a:lnTo>
                      <a:lnTo>
                        <a:pt x="23665" y="20694"/>
                      </a:lnTo>
                      <a:lnTo>
                        <a:pt x="23624" y="20757"/>
                      </a:lnTo>
                      <a:lnTo>
                        <a:pt x="23624" y="20903"/>
                      </a:lnTo>
                      <a:lnTo>
                        <a:pt x="23645" y="20924"/>
                      </a:lnTo>
                      <a:cubicBezTo>
                        <a:pt x="23629" y="20919"/>
                        <a:pt x="23614" y="20916"/>
                        <a:pt x="23601" y="20916"/>
                      </a:cubicBezTo>
                      <a:cubicBezTo>
                        <a:pt x="23562" y="20916"/>
                        <a:pt x="23535" y="20940"/>
                        <a:pt x="23519" y="20987"/>
                      </a:cubicBezTo>
                      <a:cubicBezTo>
                        <a:pt x="23456" y="21071"/>
                        <a:pt x="23414" y="21154"/>
                        <a:pt x="23373" y="21259"/>
                      </a:cubicBezTo>
                      <a:lnTo>
                        <a:pt x="23268" y="21154"/>
                      </a:lnTo>
                      <a:lnTo>
                        <a:pt x="23121" y="21154"/>
                      </a:lnTo>
                      <a:lnTo>
                        <a:pt x="23121" y="21238"/>
                      </a:lnTo>
                      <a:lnTo>
                        <a:pt x="23163" y="21322"/>
                      </a:lnTo>
                      <a:lnTo>
                        <a:pt x="23142" y="21426"/>
                      </a:lnTo>
                      <a:lnTo>
                        <a:pt x="23247" y="21468"/>
                      </a:lnTo>
                      <a:lnTo>
                        <a:pt x="23205" y="21552"/>
                      </a:lnTo>
                      <a:lnTo>
                        <a:pt x="23121" y="21552"/>
                      </a:lnTo>
                      <a:lnTo>
                        <a:pt x="23101" y="21531"/>
                      </a:lnTo>
                      <a:lnTo>
                        <a:pt x="23038" y="21615"/>
                      </a:lnTo>
                      <a:lnTo>
                        <a:pt x="23038" y="21531"/>
                      </a:lnTo>
                      <a:lnTo>
                        <a:pt x="23101" y="21447"/>
                      </a:lnTo>
                      <a:lnTo>
                        <a:pt x="22996" y="21322"/>
                      </a:lnTo>
                      <a:cubicBezTo>
                        <a:pt x="22996" y="21259"/>
                        <a:pt x="22996" y="21196"/>
                        <a:pt x="23017" y="21134"/>
                      </a:cubicBezTo>
                      <a:lnTo>
                        <a:pt x="23163" y="21050"/>
                      </a:lnTo>
                      <a:lnTo>
                        <a:pt x="23205" y="20882"/>
                      </a:lnTo>
                      <a:lnTo>
                        <a:pt x="23268" y="20903"/>
                      </a:lnTo>
                      <a:lnTo>
                        <a:pt x="23331" y="20841"/>
                      </a:lnTo>
                      <a:lnTo>
                        <a:pt x="23331" y="20736"/>
                      </a:lnTo>
                      <a:lnTo>
                        <a:pt x="23352" y="20673"/>
                      </a:lnTo>
                      <a:lnTo>
                        <a:pt x="23352" y="20276"/>
                      </a:lnTo>
                      <a:lnTo>
                        <a:pt x="23373" y="20171"/>
                      </a:lnTo>
                      <a:lnTo>
                        <a:pt x="23435" y="20401"/>
                      </a:lnTo>
                      <a:lnTo>
                        <a:pt x="23414" y="20673"/>
                      </a:lnTo>
                      <a:lnTo>
                        <a:pt x="23456" y="20694"/>
                      </a:lnTo>
                      <a:lnTo>
                        <a:pt x="23540" y="20527"/>
                      </a:lnTo>
                      <a:lnTo>
                        <a:pt x="23519" y="20108"/>
                      </a:lnTo>
                      <a:lnTo>
                        <a:pt x="23435" y="20004"/>
                      </a:lnTo>
                      <a:cubicBezTo>
                        <a:pt x="23456" y="19983"/>
                        <a:pt x="23456" y="19941"/>
                        <a:pt x="23498" y="19899"/>
                      </a:cubicBezTo>
                      <a:cubicBezTo>
                        <a:pt x="23519" y="19878"/>
                        <a:pt x="23519" y="19857"/>
                        <a:pt x="23519" y="19836"/>
                      </a:cubicBezTo>
                      <a:close/>
                      <a:moveTo>
                        <a:pt x="22808" y="1"/>
                      </a:moveTo>
                      <a:lnTo>
                        <a:pt x="22598" y="105"/>
                      </a:lnTo>
                      <a:lnTo>
                        <a:pt x="22556" y="168"/>
                      </a:lnTo>
                      <a:lnTo>
                        <a:pt x="22389" y="168"/>
                      </a:lnTo>
                      <a:lnTo>
                        <a:pt x="22264" y="231"/>
                      </a:lnTo>
                      <a:lnTo>
                        <a:pt x="22033" y="440"/>
                      </a:lnTo>
                      <a:lnTo>
                        <a:pt x="21866" y="503"/>
                      </a:lnTo>
                      <a:lnTo>
                        <a:pt x="21615" y="503"/>
                      </a:lnTo>
                      <a:lnTo>
                        <a:pt x="21448" y="398"/>
                      </a:lnTo>
                      <a:lnTo>
                        <a:pt x="21406" y="335"/>
                      </a:lnTo>
                      <a:lnTo>
                        <a:pt x="21406" y="398"/>
                      </a:lnTo>
                      <a:lnTo>
                        <a:pt x="21322" y="398"/>
                      </a:lnTo>
                      <a:lnTo>
                        <a:pt x="21217" y="294"/>
                      </a:lnTo>
                      <a:lnTo>
                        <a:pt x="21113" y="335"/>
                      </a:lnTo>
                      <a:lnTo>
                        <a:pt x="21092" y="419"/>
                      </a:lnTo>
                      <a:lnTo>
                        <a:pt x="21029" y="419"/>
                      </a:lnTo>
                      <a:lnTo>
                        <a:pt x="21008" y="335"/>
                      </a:lnTo>
                      <a:lnTo>
                        <a:pt x="21029" y="273"/>
                      </a:lnTo>
                      <a:lnTo>
                        <a:pt x="21134" y="210"/>
                      </a:lnTo>
                      <a:lnTo>
                        <a:pt x="21092" y="168"/>
                      </a:lnTo>
                      <a:lnTo>
                        <a:pt x="20945" y="210"/>
                      </a:lnTo>
                      <a:lnTo>
                        <a:pt x="20736" y="315"/>
                      </a:lnTo>
                      <a:lnTo>
                        <a:pt x="20590" y="398"/>
                      </a:lnTo>
                      <a:lnTo>
                        <a:pt x="20527" y="524"/>
                      </a:lnTo>
                      <a:lnTo>
                        <a:pt x="20569" y="628"/>
                      </a:lnTo>
                      <a:lnTo>
                        <a:pt x="20694" y="649"/>
                      </a:lnTo>
                      <a:lnTo>
                        <a:pt x="20611" y="733"/>
                      </a:lnTo>
                      <a:lnTo>
                        <a:pt x="20255" y="733"/>
                      </a:lnTo>
                      <a:lnTo>
                        <a:pt x="20088" y="859"/>
                      </a:lnTo>
                      <a:lnTo>
                        <a:pt x="19983" y="1131"/>
                      </a:lnTo>
                      <a:lnTo>
                        <a:pt x="19941" y="1319"/>
                      </a:lnTo>
                      <a:lnTo>
                        <a:pt x="19878" y="1319"/>
                      </a:lnTo>
                      <a:lnTo>
                        <a:pt x="19857" y="1256"/>
                      </a:lnTo>
                      <a:lnTo>
                        <a:pt x="19878" y="1068"/>
                      </a:lnTo>
                      <a:lnTo>
                        <a:pt x="20025" y="817"/>
                      </a:lnTo>
                      <a:lnTo>
                        <a:pt x="20025" y="733"/>
                      </a:lnTo>
                      <a:lnTo>
                        <a:pt x="19983" y="733"/>
                      </a:lnTo>
                      <a:lnTo>
                        <a:pt x="19732" y="1047"/>
                      </a:lnTo>
                      <a:lnTo>
                        <a:pt x="19585" y="1047"/>
                      </a:lnTo>
                      <a:lnTo>
                        <a:pt x="19523" y="1026"/>
                      </a:lnTo>
                      <a:lnTo>
                        <a:pt x="19439" y="921"/>
                      </a:lnTo>
                      <a:lnTo>
                        <a:pt x="19313" y="900"/>
                      </a:lnTo>
                      <a:lnTo>
                        <a:pt x="19230" y="900"/>
                      </a:lnTo>
                      <a:lnTo>
                        <a:pt x="19230" y="942"/>
                      </a:lnTo>
                      <a:lnTo>
                        <a:pt x="19418" y="1026"/>
                      </a:lnTo>
                      <a:lnTo>
                        <a:pt x="19460" y="1110"/>
                      </a:lnTo>
                      <a:lnTo>
                        <a:pt x="19418" y="1131"/>
                      </a:lnTo>
                      <a:lnTo>
                        <a:pt x="19251" y="1068"/>
                      </a:lnTo>
                      <a:lnTo>
                        <a:pt x="19062" y="1047"/>
                      </a:lnTo>
                      <a:lnTo>
                        <a:pt x="18832" y="1151"/>
                      </a:lnTo>
                      <a:lnTo>
                        <a:pt x="18539" y="1423"/>
                      </a:lnTo>
                      <a:lnTo>
                        <a:pt x="18204" y="1570"/>
                      </a:lnTo>
                      <a:lnTo>
                        <a:pt x="17974" y="1758"/>
                      </a:lnTo>
                      <a:lnTo>
                        <a:pt x="17744" y="1967"/>
                      </a:lnTo>
                      <a:lnTo>
                        <a:pt x="17451" y="2219"/>
                      </a:lnTo>
                      <a:lnTo>
                        <a:pt x="17263" y="2302"/>
                      </a:lnTo>
                      <a:lnTo>
                        <a:pt x="17158" y="2323"/>
                      </a:lnTo>
                      <a:lnTo>
                        <a:pt x="17012" y="2428"/>
                      </a:lnTo>
                      <a:lnTo>
                        <a:pt x="16865" y="2428"/>
                      </a:lnTo>
                      <a:lnTo>
                        <a:pt x="16698" y="2574"/>
                      </a:lnTo>
                      <a:lnTo>
                        <a:pt x="16510" y="2574"/>
                      </a:lnTo>
                      <a:lnTo>
                        <a:pt x="16426" y="2491"/>
                      </a:lnTo>
                      <a:lnTo>
                        <a:pt x="16238" y="2470"/>
                      </a:lnTo>
                      <a:lnTo>
                        <a:pt x="16091" y="2365"/>
                      </a:lnTo>
                      <a:lnTo>
                        <a:pt x="15986" y="2302"/>
                      </a:lnTo>
                      <a:lnTo>
                        <a:pt x="15798" y="2219"/>
                      </a:lnTo>
                      <a:lnTo>
                        <a:pt x="15714" y="2260"/>
                      </a:lnTo>
                      <a:lnTo>
                        <a:pt x="15589" y="2386"/>
                      </a:lnTo>
                      <a:lnTo>
                        <a:pt x="15380" y="2595"/>
                      </a:lnTo>
                      <a:lnTo>
                        <a:pt x="15338" y="2721"/>
                      </a:lnTo>
                      <a:lnTo>
                        <a:pt x="15233" y="2825"/>
                      </a:lnTo>
                      <a:lnTo>
                        <a:pt x="15170" y="2951"/>
                      </a:lnTo>
                      <a:lnTo>
                        <a:pt x="15087" y="2951"/>
                      </a:lnTo>
                      <a:lnTo>
                        <a:pt x="15024" y="2909"/>
                      </a:lnTo>
                      <a:lnTo>
                        <a:pt x="14940" y="2951"/>
                      </a:lnTo>
                      <a:lnTo>
                        <a:pt x="15045" y="3202"/>
                      </a:lnTo>
                      <a:lnTo>
                        <a:pt x="15170" y="3683"/>
                      </a:lnTo>
                      <a:lnTo>
                        <a:pt x="15296" y="4081"/>
                      </a:lnTo>
                      <a:lnTo>
                        <a:pt x="15359" y="4416"/>
                      </a:lnTo>
                      <a:lnTo>
                        <a:pt x="15338" y="4729"/>
                      </a:lnTo>
                      <a:lnTo>
                        <a:pt x="15191" y="4980"/>
                      </a:lnTo>
                      <a:lnTo>
                        <a:pt x="15087" y="5127"/>
                      </a:lnTo>
                      <a:lnTo>
                        <a:pt x="15087" y="5190"/>
                      </a:lnTo>
                      <a:lnTo>
                        <a:pt x="15296" y="5441"/>
                      </a:lnTo>
                      <a:lnTo>
                        <a:pt x="15442" y="5504"/>
                      </a:lnTo>
                      <a:lnTo>
                        <a:pt x="15442" y="5357"/>
                      </a:lnTo>
                      <a:lnTo>
                        <a:pt x="15484" y="5420"/>
                      </a:lnTo>
                      <a:lnTo>
                        <a:pt x="15589" y="5357"/>
                      </a:lnTo>
                      <a:lnTo>
                        <a:pt x="15673" y="5357"/>
                      </a:lnTo>
                      <a:lnTo>
                        <a:pt x="15589" y="5441"/>
                      </a:lnTo>
                      <a:lnTo>
                        <a:pt x="15589" y="5525"/>
                      </a:lnTo>
                      <a:lnTo>
                        <a:pt x="15882" y="5755"/>
                      </a:lnTo>
                      <a:lnTo>
                        <a:pt x="15798" y="5817"/>
                      </a:lnTo>
                      <a:lnTo>
                        <a:pt x="15673" y="5776"/>
                      </a:lnTo>
                      <a:lnTo>
                        <a:pt x="15652" y="5859"/>
                      </a:lnTo>
                      <a:lnTo>
                        <a:pt x="15610" y="6152"/>
                      </a:lnTo>
                      <a:lnTo>
                        <a:pt x="15610" y="6278"/>
                      </a:lnTo>
                      <a:lnTo>
                        <a:pt x="15673" y="6341"/>
                      </a:lnTo>
                      <a:lnTo>
                        <a:pt x="15756" y="6257"/>
                      </a:lnTo>
                      <a:lnTo>
                        <a:pt x="15882" y="6236"/>
                      </a:lnTo>
                      <a:lnTo>
                        <a:pt x="15986" y="6278"/>
                      </a:lnTo>
                      <a:lnTo>
                        <a:pt x="16028" y="6361"/>
                      </a:lnTo>
                      <a:lnTo>
                        <a:pt x="16196" y="6299"/>
                      </a:lnTo>
                      <a:lnTo>
                        <a:pt x="16384" y="6361"/>
                      </a:lnTo>
                      <a:lnTo>
                        <a:pt x="16530" y="6445"/>
                      </a:lnTo>
                      <a:lnTo>
                        <a:pt x="16384" y="6508"/>
                      </a:lnTo>
                      <a:lnTo>
                        <a:pt x="16405" y="6654"/>
                      </a:lnTo>
                      <a:lnTo>
                        <a:pt x="16384" y="6759"/>
                      </a:lnTo>
                      <a:lnTo>
                        <a:pt x="16196" y="6780"/>
                      </a:lnTo>
                      <a:lnTo>
                        <a:pt x="16217" y="6696"/>
                      </a:lnTo>
                      <a:lnTo>
                        <a:pt x="16112" y="6613"/>
                      </a:lnTo>
                      <a:lnTo>
                        <a:pt x="16028" y="6675"/>
                      </a:lnTo>
                      <a:lnTo>
                        <a:pt x="15882" y="6654"/>
                      </a:lnTo>
                      <a:lnTo>
                        <a:pt x="15819" y="6592"/>
                      </a:lnTo>
                      <a:lnTo>
                        <a:pt x="15777" y="6445"/>
                      </a:lnTo>
                      <a:lnTo>
                        <a:pt x="15673" y="6403"/>
                      </a:lnTo>
                      <a:lnTo>
                        <a:pt x="15610" y="6403"/>
                      </a:lnTo>
                      <a:lnTo>
                        <a:pt x="15484" y="6299"/>
                      </a:lnTo>
                      <a:lnTo>
                        <a:pt x="15505" y="6131"/>
                      </a:lnTo>
                      <a:lnTo>
                        <a:pt x="15652" y="5776"/>
                      </a:lnTo>
                      <a:lnTo>
                        <a:pt x="15610" y="5671"/>
                      </a:lnTo>
                      <a:lnTo>
                        <a:pt x="15568" y="5671"/>
                      </a:lnTo>
                      <a:lnTo>
                        <a:pt x="15463" y="5776"/>
                      </a:lnTo>
                      <a:lnTo>
                        <a:pt x="15463" y="6131"/>
                      </a:lnTo>
                      <a:lnTo>
                        <a:pt x="15401" y="6341"/>
                      </a:lnTo>
                      <a:lnTo>
                        <a:pt x="15296" y="6445"/>
                      </a:lnTo>
                      <a:lnTo>
                        <a:pt x="15296" y="6508"/>
                      </a:lnTo>
                      <a:lnTo>
                        <a:pt x="15380" y="6382"/>
                      </a:lnTo>
                      <a:lnTo>
                        <a:pt x="15463" y="6382"/>
                      </a:lnTo>
                      <a:lnTo>
                        <a:pt x="15505" y="6445"/>
                      </a:lnTo>
                      <a:lnTo>
                        <a:pt x="15652" y="6445"/>
                      </a:lnTo>
                      <a:lnTo>
                        <a:pt x="15694" y="6571"/>
                      </a:lnTo>
                      <a:lnTo>
                        <a:pt x="15694" y="6780"/>
                      </a:lnTo>
                      <a:lnTo>
                        <a:pt x="15589" y="6905"/>
                      </a:lnTo>
                      <a:lnTo>
                        <a:pt x="15442" y="6968"/>
                      </a:lnTo>
                      <a:lnTo>
                        <a:pt x="15442" y="6968"/>
                      </a:lnTo>
                      <a:lnTo>
                        <a:pt x="15589" y="6780"/>
                      </a:lnTo>
                      <a:lnTo>
                        <a:pt x="15589" y="6696"/>
                      </a:lnTo>
                      <a:lnTo>
                        <a:pt x="15505" y="6675"/>
                      </a:lnTo>
                      <a:lnTo>
                        <a:pt x="15463" y="6613"/>
                      </a:lnTo>
                      <a:lnTo>
                        <a:pt x="15380" y="6675"/>
                      </a:lnTo>
                      <a:lnTo>
                        <a:pt x="15191" y="6801"/>
                      </a:lnTo>
                      <a:lnTo>
                        <a:pt x="15191" y="6905"/>
                      </a:lnTo>
                      <a:lnTo>
                        <a:pt x="15087" y="6926"/>
                      </a:lnTo>
                      <a:lnTo>
                        <a:pt x="14982" y="6989"/>
                      </a:lnTo>
                      <a:lnTo>
                        <a:pt x="14961" y="6885"/>
                      </a:lnTo>
                      <a:lnTo>
                        <a:pt x="14898" y="6864"/>
                      </a:lnTo>
                      <a:lnTo>
                        <a:pt x="14752" y="6864"/>
                      </a:lnTo>
                      <a:lnTo>
                        <a:pt x="14668" y="6822"/>
                      </a:lnTo>
                      <a:lnTo>
                        <a:pt x="14647" y="6696"/>
                      </a:lnTo>
                      <a:lnTo>
                        <a:pt x="14564" y="6675"/>
                      </a:lnTo>
                      <a:lnTo>
                        <a:pt x="14522" y="6696"/>
                      </a:lnTo>
                      <a:lnTo>
                        <a:pt x="14417" y="6696"/>
                      </a:lnTo>
                      <a:lnTo>
                        <a:pt x="14417" y="6613"/>
                      </a:lnTo>
                      <a:lnTo>
                        <a:pt x="14334" y="6571"/>
                      </a:lnTo>
                      <a:lnTo>
                        <a:pt x="14250" y="6613"/>
                      </a:lnTo>
                      <a:lnTo>
                        <a:pt x="14208" y="6613"/>
                      </a:lnTo>
                      <a:lnTo>
                        <a:pt x="14208" y="6487"/>
                      </a:lnTo>
                      <a:lnTo>
                        <a:pt x="14145" y="6403"/>
                      </a:lnTo>
                      <a:lnTo>
                        <a:pt x="14145" y="6341"/>
                      </a:lnTo>
                      <a:lnTo>
                        <a:pt x="14250" y="6299"/>
                      </a:lnTo>
                      <a:lnTo>
                        <a:pt x="14396" y="6131"/>
                      </a:lnTo>
                      <a:lnTo>
                        <a:pt x="14459" y="6131"/>
                      </a:lnTo>
                      <a:lnTo>
                        <a:pt x="14543" y="6048"/>
                      </a:lnTo>
                      <a:lnTo>
                        <a:pt x="14543" y="5964"/>
                      </a:lnTo>
                      <a:lnTo>
                        <a:pt x="14396" y="5817"/>
                      </a:lnTo>
                      <a:lnTo>
                        <a:pt x="14313" y="5755"/>
                      </a:lnTo>
                      <a:lnTo>
                        <a:pt x="14208" y="5755"/>
                      </a:lnTo>
                      <a:lnTo>
                        <a:pt x="14020" y="5859"/>
                      </a:lnTo>
                      <a:lnTo>
                        <a:pt x="13915" y="5859"/>
                      </a:lnTo>
                      <a:lnTo>
                        <a:pt x="13810" y="5776"/>
                      </a:lnTo>
                      <a:lnTo>
                        <a:pt x="13706" y="5776"/>
                      </a:lnTo>
                      <a:lnTo>
                        <a:pt x="13371" y="5922"/>
                      </a:lnTo>
                      <a:lnTo>
                        <a:pt x="13329" y="5964"/>
                      </a:lnTo>
                      <a:lnTo>
                        <a:pt x="13392" y="6027"/>
                      </a:lnTo>
                      <a:lnTo>
                        <a:pt x="13517" y="6131"/>
                      </a:lnTo>
                      <a:lnTo>
                        <a:pt x="13497" y="6152"/>
                      </a:lnTo>
                      <a:lnTo>
                        <a:pt x="13392" y="6131"/>
                      </a:lnTo>
                      <a:lnTo>
                        <a:pt x="13287" y="6131"/>
                      </a:lnTo>
                      <a:lnTo>
                        <a:pt x="13225" y="6069"/>
                      </a:lnTo>
                      <a:lnTo>
                        <a:pt x="13120" y="6048"/>
                      </a:lnTo>
                      <a:lnTo>
                        <a:pt x="12911" y="6027"/>
                      </a:lnTo>
                      <a:lnTo>
                        <a:pt x="12701" y="6048"/>
                      </a:lnTo>
                      <a:lnTo>
                        <a:pt x="12639" y="6089"/>
                      </a:lnTo>
                      <a:lnTo>
                        <a:pt x="12639" y="6152"/>
                      </a:lnTo>
                      <a:lnTo>
                        <a:pt x="12534" y="6152"/>
                      </a:lnTo>
                      <a:lnTo>
                        <a:pt x="12492" y="6131"/>
                      </a:lnTo>
                      <a:lnTo>
                        <a:pt x="12429" y="6131"/>
                      </a:lnTo>
                      <a:lnTo>
                        <a:pt x="12262" y="6236"/>
                      </a:lnTo>
                      <a:lnTo>
                        <a:pt x="12262" y="6278"/>
                      </a:lnTo>
                      <a:lnTo>
                        <a:pt x="12178" y="6299"/>
                      </a:lnTo>
                      <a:lnTo>
                        <a:pt x="12011" y="6382"/>
                      </a:lnTo>
                      <a:lnTo>
                        <a:pt x="11865" y="6466"/>
                      </a:lnTo>
                      <a:lnTo>
                        <a:pt x="11802" y="6466"/>
                      </a:lnTo>
                      <a:lnTo>
                        <a:pt x="11823" y="6403"/>
                      </a:lnTo>
                      <a:lnTo>
                        <a:pt x="11844" y="6341"/>
                      </a:lnTo>
                      <a:lnTo>
                        <a:pt x="11739" y="6382"/>
                      </a:lnTo>
                      <a:lnTo>
                        <a:pt x="11634" y="6508"/>
                      </a:lnTo>
                      <a:lnTo>
                        <a:pt x="11634" y="6571"/>
                      </a:lnTo>
                      <a:lnTo>
                        <a:pt x="11802" y="6759"/>
                      </a:lnTo>
                      <a:lnTo>
                        <a:pt x="11948" y="6989"/>
                      </a:lnTo>
                      <a:lnTo>
                        <a:pt x="12116" y="7031"/>
                      </a:lnTo>
                      <a:lnTo>
                        <a:pt x="12241" y="7198"/>
                      </a:lnTo>
                      <a:lnTo>
                        <a:pt x="12367" y="7282"/>
                      </a:lnTo>
                      <a:lnTo>
                        <a:pt x="12429" y="7408"/>
                      </a:lnTo>
                      <a:lnTo>
                        <a:pt x="12534" y="7429"/>
                      </a:lnTo>
                      <a:lnTo>
                        <a:pt x="12660" y="7512"/>
                      </a:lnTo>
                      <a:lnTo>
                        <a:pt x="12597" y="7533"/>
                      </a:lnTo>
                      <a:lnTo>
                        <a:pt x="12429" y="7533"/>
                      </a:lnTo>
                      <a:lnTo>
                        <a:pt x="12388" y="7429"/>
                      </a:lnTo>
                      <a:lnTo>
                        <a:pt x="12262" y="7324"/>
                      </a:lnTo>
                      <a:lnTo>
                        <a:pt x="12178" y="7282"/>
                      </a:lnTo>
                      <a:lnTo>
                        <a:pt x="12137" y="7282"/>
                      </a:lnTo>
                      <a:lnTo>
                        <a:pt x="12011" y="7408"/>
                      </a:lnTo>
                      <a:lnTo>
                        <a:pt x="11885" y="7408"/>
                      </a:lnTo>
                      <a:lnTo>
                        <a:pt x="11802" y="7303"/>
                      </a:lnTo>
                      <a:lnTo>
                        <a:pt x="11906" y="7198"/>
                      </a:lnTo>
                      <a:lnTo>
                        <a:pt x="11906" y="7136"/>
                      </a:lnTo>
                      <a:lnTo>
                        <a:pt x="11823" y="7136"/>
                      </a:lnTo>
                      <a:lnTo>
                        <a:pt x="11739" y="7282"/>
                      </a:lnTo>
                      <a:lnTo>
                        <a:pt x="11781" y="7512"/>
                      </a:lnTo>
                      <a:lnTo>
                        <a:pt x="11802" y="7554"/>
                      </a:lnTo>
                      <a:lnTo>
                        <a:pt x="11802" y="7638"/>
                      </a:lnTo>
                      <a:lnTo>
                        <a:pt x="11676" y="7742"/>
                      </a:lnTo>
                      <a:lnTo>
                        <a:pt x="11593" y="7910"/>
                      </a:lnTo>
                      <a:lnTo>
                        <a:pt x="11572" y="8056"/>
                      </a:lnTo>
                      <a:lnTo>
                        <a:pt x="11593" y="8224"/>
                      </a:lnTo>
                      <a:lnTo>
                        <a:pt x="11802" y="8454"/>
                      </a:lnTo>
                      <a:lnTo>
                        <a:pt x="11990" y="8538"/>
                      </a:lnTo>
                      <a:lnTo>
                        <a:pt x="12116" y="8663"/>
                      </a:lnTo>
                      <a:lnTo>
                        <a:pt x="12199" y="8663"/>
                      </a:lnTo>
                      <a:lnTo>
                        <a:pt x="12346" y="8558"/>
                      </a:lnTo>
                      <a:lnTo>
                        <a:pt x="12492" y="8496"/>
                      </a:lnTo>
                      <a:lnTo>
                        <a:pt x="12639" y="8579"/>
                      </a:lnTo>
                      <a:lnTo>
                        <a:pt x="12890" y="8600"/>
                      </a:lnTo>
                      <a:lnTo>
                        <a:pt x="12994" y="8684"/>
                      </a:lnTo>
                      <a:lnTo>
                        <a:pt x="13015" y="8810"/>
                      </a:lnTo>
                      <a:lnTo>
                        <a:pt x="13078" y="8851"/>
                      </a:lnTo>
                      <a:lnTo>
                        <a:pt x="13141" y="8789"/>
                      </a:lnTo>
                      <a:lnTo>
                        <a:pt x="13141" y="8642"/>
                      </a:lnTo>
                      <a:lnTo>
                        <a:pt x="13162" y="8579"/>
                      </a:lnTo>
                      <a:lnTo>
                        <a:pt x="13266" y="8642"/>
                      </a:lnTo>
                      <a:lnTo>
                        <a:pt x="13266" y="8705"/>
                      </a:lnTo>
                      <a:lnTo>
                        <a:pt x="13162" y="8851"/>
                      </a:lnTo>
                      <a:lnTo>
                        <a:pt x="13162" y="8956"/>
                      </a:lnTo>
                      <a:lnTo>
                        <a:pt x="13204" y="8956"/>
                      </a:lnTo>
                      <a:lnTo>
                        <a:pt x="13371" y="8810"/>
                      </a:lnTo>
                      <a:lnTo>
                        <a:pt x="13413" y="8747"/>
                      </a:lnTo>
                      <a:lnTo>
                        <a:pt x="13601" y="8684"/>
                      </a:lnTo>
                      <a:lnTo>
                        <a:pt x="13831" y="8538"/>
                      </a:lnTo>
                      <a:lnTo>
                        <a:pt x="13999" y="8496"/>
                      </a:lnTo>
                      <a:lnTo>
                        <a:pt x="14082" y="8391"/>
                      </a:lnTo>
                      <a:lnTo>
                        <a:pt x="14124" y="8391"/>
                      </a:lnTo>
                      <a:lnTo>
                        <a:pt x="14145" y="8475"/>
                      </a:lnTo>
                      <a:lnTo>
                        <a:pt x="14208" y="8496"/>
                      </a:lnTo>
                      <a:lnTo>
                        <a:pt x="14396" y="8370"/>
                      </a:lnTo>
                      <a:lnTo>
                        <a:pt x="14543" y="8370"/>
                      </a:lnTo>
                      <a:lnTo>
                        <a:pt x="14606" y="8328"/>
                      </a:lnTo>
                      <a:lnTo>
                        <a:pt x="14543" y="8391"/>
                      </a:lnTo>
                      <a:lnTo>
                        <a:pt x="14417" y="8475"/>
                      </a:lnTo>
                      <a:lnTo>
                        <a:pt x="14417" y="8538"/>
                      </a:lnTo>
                      <a:lnTo>
                        <a:pt x="14459" y="8558"/>
                      </a:lnTo>
                      <a:lnTo>
                        <a:pt x="14354" y="8747"/>
                      </a:lnTo>
                      <a:lnTo>
                        <a:pt x="14208" y="8768"/>
                      </a:lnTo>
                      <a:lnTo>
                        <a:pt x="14145" y="8705"/>
                      </a:lnTo>
                      <a:lnTo>
                        <a:pt x="14082" y="8705"/>
                      </a:lnTo>
                      <a:lnTo>
                        <a:pt x="13915" y="8851"/>
                      </a:lnTo>
                      <a:lnTo>
                        <a:pt x="13915" y="8872"/>
                      </a:lnTo>
                      <a:lnTo>
                        <a:pt x="14041" y="8893"/>
                      </a:lnTo>
                      <a:lnTo>
                        <a:pt x="14124" y="8977"/>
                      </a:lnTo>
                      <a:lnTo>
                        <a:pt x="14124" y="9123"/>
                      </a:lnTo>
                      <a:lnTo>
                        <a:pt x="13936" y="9333"/>
                      </a:lnTo>
                      <a:lnTo>
                        <a:pt x="13915" y="9479"/>
                      </a:lnTo>
                      <a:lnTo>
                        <a:pt x="13873" y="9542"/>
                      </a:lnTo>
                      <a:lnTo>
                        <a:pt x="13831" y="9626"/>
                      </a:lnTo>
                      <a:lnTo>
                        <a:pt x="13873" y="9688"/>
                      </a:lnTo>
                      <a:lnTo>
                        <a:pt x="13894" y="9751"/>
                      </a:lnTo>
                      <a:lnTo>
                        <a:pt x="13873" y="9856"/>
                      </a:lnTo>
                      <a:lnTo>
                        <a:pt x="13748" y="10002"/>
                      </a:lnTo>
                      <a:lnTo>
                        <a:pt x="13643" y="10065"/>
                      </a:lnTo>
                      <a:lnTo>
                        <a:pt x="13538" y="10065"/>
                      </a:lnTo>
                      <a:lnTo>
                        <a:pt x="13476" y="10128"/>
                      </a:lnTo>
                      <a:lnTo>
                        <a:pt x="13371" y="10232"/>
                      </a:lnTo>
                      <a:lnTo>
                        <a:pt x="13287" y="10253"/>
                      </a:lnTo>
                      <a:lnTo>
                        <a:pt x="13162" y="10232"/>
                      </a:lnTo>
                      <a:lnTo>
                        <a:pt x="12994" y="10128"/>
                      </a:lnTo>
                      <a:lnTo>
                        <a:pt x="12953" y="10149"/>
                      </a:lnTo>
                      <a:lnTo>
                        <a:pt x="12890" y="10107"/>
                      </a:lnTo>
                      <a:lnTo>
                        <a:pt x="12806" y="10002"/>
                      </a:lnTo>
                      <a:lnTo>
                        <a:pt x="12785" y="10023"/>
                      </a:lnTo>
                      <a:lnTo>
                        <a:pt x="12681" y="10170"/>
                      </a:lnTo>
                      <a:lnTo>
                        <a:pt x="12555" y="10253"/>
                      </a:lnTo>
                      <a:lnTo>
                        <a:pt x="12471" y="10358"/>
                      </a:lnTo>
                      <a:lnTo>
                        <a:pt x="12241" y="10442"/>
                      </a:lnTo>
                      <a:lnTo>
                        <a:pt x="12157" y="10483"/>
                      </a:lnTo>
                      <a:lnTo>
                        <a:pt x="12053" y="10483"/>
                      </a:lnTo>
                      <a:lnTo>
                        <a:pt x="11948" y="10462"/>
                      </a:lnTo>
                      <a:lnTo>
                        <a:pt x="11760" y="10462"/>
                      </a:lnTo>
                      <a:lnTo>
                        <a:pt x="11634" y="10567"/>
                      </a:lnTo>
                      <a:lnTo>
                        <a:pt x="11509" y="10567"/>
                      </a:lnTo>
                      <a:lnTo>
                        <a:pt x="11425" y="10630"/>
                      </a:lnTo>
                      <a:lnTo>
                        <a:pt x="11425" y="10755"/>
                      </a:lnTo>
                      <a:lnTo>
                        <a:pt x="11341" y="10965"/>
                      </a:lnTo>
                      <a:lnTo>
                        <a:pt x="11279" y="11048"/>
                      </a:lnTo>
                      <a:lnTo>
                        <a:pt x="11279" y="10965"/>
                      </a:lnTo>
                      <a:lnTo>
                        <a:pt x="11132" y="10839"/>
                      </a:lnTo>
                      <a:lnTo>
                        <a:pt x="10986" y="10839"/>
                      </a:lnTo>
                      <a:lnTo>
                        <a:pt x="10902" y="10860"/>
                      </a:lnTo>
                      <a:lnTo>
                        <a:pt x="10923" y="10944"/>
                      </a:lnTo>
                      <a:lnTo>
                        <a:pt x="11007" y="10986"/>
                      </a:lnTo>
                      <a:lnTo>
                        <a:pt x="10965" y="11090"/>
                      </a:lnTo>
                      <a:lnTo>
                        <a:pt x="10902" y="11090"/>
                      </a:lnTo>
                      <a:lnTo>
                        <a:pt x="10860" y="10986"/>
                      </a:lnTo>
                      <a:lnTo>
                        <a:pt x="10756" y="10881"/>
                      </a:lnTo>
                      <a:lnTo>
                        <a:pt x="10693" y="10881"/>
                      </a:lnTo>
                      <a:lnTo>
                        <a:pt x="10546" y="11048"/>
                      </a:lnTo>
                      <a:lnTo>
                        <a:pt x="10484" y="11174"/>
                      </a:lnTo>
                      <a:lnTo>
                        <a:pt x="10400" y="11195"/>
                      </a:lnTo>
                      <a:lnTo>
                        <a:pt x="10337" y="11195"/>
                      </a:lnTo>
                      <a:lnTo>
                        <a:pt x="10065" y="11425"/>
                      </a:lnTo>
                      <a:lnTo>
                        <a:pt x="10023" y="11613"/>
                      </a:lnTo>
                      <a:lnTo>
                        <a:pt x="9960" y="11634"/>
                      </a:lnTo>
                      <a:lnTo>
                        <a:pt x="9835" y="11676"/>
                      </a:lnTo>
                      <a:lnTo>
                        <a:pt x="9730" y="11613"/>
                      </a:lnTo>
                      <a:lnTo>
                        <a:pt x="9709" y="11634"/>
                      </a:lnTo>
                      <a:lnTo>
                        <a:pt x="9814" y="11781"/>
                      </a:lnTo>
                      <a:lnTo>
                        <a:pt x="9772" y="11843"/>
                      </a:lnTo>
                      <a:lnTo>
                        <a:pt x="9709" y="11843"/>
                      </a:lnTo>
                      <a:lnTo>
                        <a:pt x="9647" y="11739"/>
                      </a:lnTo>
                      <a:lnTo>
                        <a:pt x="9605" y="11739"/>
                      </a:lnTo>
                      <a:lnTo>
                        <a:pt x="9542" y="11843"/>
                      </a:lnTo>
                      <a:lnTo>
                        <a:pt x="9416" y="12011"/>
                      </a:lnTo>
                      <a:lnTo>
                        <a:pt x="9416" y="12095"/>
                      </a:lnTo>
                      <a:lnTo>
                        <a:pt x="9521" y="12241"/>
                      </a:lnTo>
                      <a:lnTo>
                        <a:pt x="9542" y="12367"/>
                      </a:lnTo>
                      <a:lnTo>
                        <a:pt x="9521" y="12471"/>
                      </a:lnTo>
                      <a:lnTo>
                        <a:pt x="9458" y="12576"/>
                      </a:lnTo>
                      <a:lnTo>
                        <a:pt x="9500" y="12680"/>
                      </a:lnTo>
                      <a:lnTo>
                        <a:pt x="9563" y="12659"/>
                      </a:lnTo>
                      <a:lnTo>
                        <a:pt x="9647" y="12576"/>
                      </a:lnTo>
                      <a:lnTo>
                        <a:pt x="9668" y="12639"/>
                      </a:lnTo>
                      <a:lnTo>
                        <a:pt x="9709" y="12785"/>
                      </a:lnTo>
                      <a:lnTo>
                        <a:pt x="9647" y="12827"/>
                      </a:lnTo>
                      <a:lnTo>
                        <a:pt x="9605" y="12869"/>
                      </a:lnTo>
                      <a:lnTo>
                        <a:pt x="9626" y="12931"/>
                      </a:lnTo>
                      <a:lnTo>
                        <a:pt x="9709" y="12931"/>
                      </a:lnTo>
                      <a:lnTo>
                        <a:pt x="9751" y="12869"/>
                      </a:lnTo>
                      <a:lnTo>
                        <a:pt x="9835" y="12869"/>
                      </a:lnTo>
                      <a:lnTo>
                        <a:pt x="9856" y="12931"/>
                      </a:lnTo>
                      <a:lnTo>
                        <a:pt x="9856" y="12973"/>
                      </a:lnTo>
                      <a:lnTo>
                        <a:pt x="9981" y="12994"/>
                      </a:lnTo>
                      <a:lnTo>
                        <a:pt x="10086" y="13057"/>
                      </a:lnTo>
                      <a:lnTo>
                        <a:pt x="10232" y="13057"/>
                      </a:lnTo>
                      <a:lnTo>
                        <a:pt x="10337" y="12973"/>
                      </a:lnTo>
                      <a:lnTo>
                        <a:pt x="10379" y="12764"/>
                      </a:lnTo>
                      <a:lnTo>
                        <a:pt x="10463" y="12680"/>
                      </a:lnTo>
                      <a:lnTo>
                        <a:pt x="10672" y="12680"/>
                      </a:lnTo>
                      <a:lnTo>
                        <a:pt x="10756" y="12639"/>
                      </a:lnTo>
                      <a:lnTo>
                        <a:pt x="10651" y="12764"/>
                      </a:lnTo>
                      <a:lnTo>
                        <a:pt x="10546" y="12764"/>
                      </a:lnTo>
                      <a:lnTo>
                        <a:pt x="10358" y="12952"/>
                      </a:lnTo>
                      <a:lnTo>
                        <a:pt x="10337" y="13057"/>
                      </a:lnTo>
                      <a:lnTo>
                        <a:pt x="10253" y="13141"/>
                      </a:lnTo>
                      <a:lnTo>
                        <a:pt x="10358" y="13266"/>
                      </a:lnTo>
                      <a:lnTo>
                        <a:pt x="10358" y="13350"/>
                      </a:lnTo>
                      <a:lnTo>
                        <a:pt x="10191" y="13392"/>
                      </a:lnTo>
                      <a:lnTo>
                        <a:pt x="10149" y="13350"/>
                      </a:lnTo>
                      <a:lnTo>
                        <a:pt x="10149" y="13266"/>
                      </a:lnTo>
                      <a:lnTo>
                        <a:pt x="10086" y="13203"/>
                      </a:lnTo>
                      <a:lnTo>
                        <a:pt x="9981" y="13203"/>
                      </a:lnTo>
                      <a:lnTo>
                        <a:pt x="9940" y="13099"/>
                      </a:lnTo>
                      <a:lnTo>
                        <a:pt x="9772" y="13078"/>
                      </a:lnTo>
                      <a:lnTo>
                        <a:pt x="9730" y="12994"/>
                      </a:lnTo>
                      <a:lnTo>
                        <a:pt x="9647" y="13078"/>
                      </a:lnTo>
                      <a:lnTo>
                        <a:pt x="9542" y="13099"/>
                      </a:lnTo>
                      <a:lnTo>
                        <a:pt x="9521" y="13203"/>
                      </a:lnTo>
                      <a:lnTo>
                        <a:pt x="9437" y="13266"/>
                      </a:lnTo>
                      <a:lnTo>
                        <a:pt x="9312" y="13245"/>
                      </a:lnTo>
                      <a:lnTo>
                        <a:pt x="9291" y="13308"/>
                      </a:lnTo>
                      <a:lnTo>
                        <a:pt x="9333" y="13413"/>
                      </a:lnTo>
                      <a:lnTo>
                        <a:pt x="9396" y="13413"/>
                      </a:lnTo>
                      <a:lnTo>
                        <a:pt x="9312" y="13496"/>
                      </a:lnTo>
                      <a:lnTo>
                        <a:pt x="9291" y="13664"/>
                      </a:lnTo>
                      <a:lnTo>
                        <a:pt x="9312" y="13768"/>
                      </a:lnTo>
                      <a:lnTo>
                        <a:pt x="9396" y="13768"/>
                      </a:lnTo>
                      <a:lnTo>
                        <a:pt x="9396" y="13936"/>
                      </a:lnTo>
                      <a:lnTo>
                        <a:pt x="9416" y="13999"/>
                      </a:lnTo>
                      <a:lnTo>
                        <a:pt x="9416" y="14082"/>
                      </a:lnTo>
                      <a:lnTo>
                        <a:pt x="9521" y="14187"/>
                      </a:lnTo>
                      <a:lnTo>
                        <a:pt x="9521" y="14229"/>
                      </a:lnTo>
                      <a:lnTo>
                        <a:pt x="9396" y="14250"/>
                      </a:lnTo>
                      <a:lnTo>
                        <a:pt x="9354" y="14312"/>
                      </a:lnTo>
                      <a:lnTo>
                        <a:pt x="9730" y="14501"/>
                      </a:lnTo>
                      <a:lnTo>
                        <a:pt x="9877" y="14501"/>
                      </a:lnTo>
                      <a:lnTo>
                        <a:pt x="10065" y="14417"/>
                      </a:lnTo>
                      <a:lnTo>
                        <a:pt x="10170" y="14396"/>
                      </a:lnTo>
                      <a:lnTo>
                        <a:pt x="10232" y="14438"/>
                      </a:lnTo>
                      <a:lnTo>
                        <a:pt x="10295" y="14438"/>
                      </a:lnTo>
                      <a:lnTo>
                        <a:pt x="10463" y="14229"/>
                      </a:lnTo>
                      <a:lnTo>
                        <a:pt x="10463" y="14124"/>
                      </a:lnTo>
                      <a:lnTo>
                        <a:pt x="10400" y="14040"/>
                      </a:lnTo>
                      <a:lnTo>
                        <a:pt x="10400" y="13999"/>
                      </a:lnTo>
                      <a:lnTo>
                        <a:pt x="10567" y="13915"/>
                      </a:lnTo>
                      <a:lnTo>
                        <a:pt x="10714" y="13789"/>
                      </a:lnTo>
                      <a:lnTo>
                        <a:pt x="10986" y="13622"/>
                      </a:lnTo>
                      <a:lnTo>
                        <a:pt x="11090" y="13664"/>
                      </a:lnTo>
                      <a:lnTo>
                        <a:pt x="10986" y="13664"/>
                      </a:lnTo>
                      <a:lnTo>
                        <a:pt x="10756" y="13894"/>
                      </a:lnTo>
                      <a:lnTo>
                        <a:pt x="10588" y="13978"/>
                      </a:lnTo>
                      <a:lnTo>
                        <a:pt x="10588" y="14019"/>
                      </a:lnTo>
                      <a:lnTo>
                        <a:pt x="10693" y="14103"/>
                      </a:lnTo>
                      <a:lnTo>
                        <a:pt x="10693" y="14187"/>
                      </a:lnTo>
                      <a:lnTo>
                        <a:pt x="10588" y="14333"/>
                      </a:lnTo>
                      <a:lnTo>
                        <a:pt x="10463" y="14417"/>
                      </a:lnTo>
                      <a:lnTo>
                        <a:pt x="10442" y="14543"/>
                      </a:lnTo>
                      <a:lnTo>
                        <a:pt x="10463" y="14710"/>
                      </a:lnTo>
                      <a:lnTo>
                        <a:pt x="10442" y="14815"/>
                      </a:lnTo>
                      <a:lnTo>
                        <a:pt x="10442" y="14856"/>
                      </a:lnTo>
                      <a:lnTo>
                        <a:pt x="10442" y="14961"/>
                      </a:lnTo>
                      <a:lnTo>
                        <a:pt x="10463" y="15087"/>
                      </a:lnTo>
                      <a:lnTo>
                        <a:pt x="10295" y="15149"/>
                      </a:lnTo>
                      <a:lnTo>
                        <a:pt x="10232" y="15191"/>
                      </a:lnTo>
                      <a:lnTo>
                        <a:pt x="10191" y="15275"/>
                      </a:lnTo>
                      <a:lnTo>
                        <a:pt x="10044" y="15442"/>
                      </a:lnTo>
                      <a:lnTo>
                        <a:pt x="10002" y="15463"/>
                      </a:lnTo>
                      <a:lnTo>
                        <a:pt x="10044" y="15568"/>
                      </a:lnTo>
                      <a:lnTo>
                        <a:pt x="10044" y="15672"/>
                      </a:lnTo>
                      <a:lnTo>
                        <a:pt x="10107" y="15693"/>
                      </a:lnTo>
                      <a:lnTo>
                        <a:pt x="10212" y="15672"/>
                      </a:lnTo>
                      <a:lnTo>
                        <a:pt x="10274" y="15672"/>
                      </a:lnTo>
                      <a:lnTo>
                        <a:pt x="10316" y="15714"/>
                      </a:lnTo>
                      <a:lnTo>
                        <a:pt x="10253" y="15798"/>
                      </a:lnTo>
                      <a:lnTo>
                        <a:pt x="10128" y="15798"/>
                      </a:lnTo>
                      <a:lnTo>
                        <a:pt x="10065" y="15840"/>
                      </a:lnTo>
                      <a:lnTo>
                        <a:pt x="10086" y="15903"/>
                      </a:lnTo>
                      <a:lnTo>
                        <a:pt x="10065" y="15944"/>
                      </a:lnTo>
                      <a:lnTo>
                        <a:pt x="10086" y="16028"/>
                      </a:lnTo>
                      <a:lnTo>
                        <a:pt x="10023" y="16091"/>
                      </a:lnTo>
                      <a:lnTo>
                        <a:pt x="9940" y="16112"/>
                      </a:lnTo>
                      <a:lnTo>
                        <a:pt x="9835" y="16154"/>
                      </a:lnTo>
                      <a:lnTo>
                        <a:pt x="9751" y="16133"/>
                      </a:lnTo>
                      <a:lnTo>
                        <a:pt x="9709" y="16154"/>
                      </a:lnTo>
                      <a:lnTo>
                        <a:pt x="9772" y="16216"/>
                      </a:lnTo>
                      <a:lnTo>
                        <a:pt x="9877" y="16237"/>
                      </a:lnTo>
                      <a:lnTo>
                        <a:pt x="9960" y="16300"/>
                      </a:lnTo>
                      <a:lnTo>
                        <a:pt x="10086" y="16154"/>
                      </a:lnTo>
                      <a:lnTo>
                        <a:pt x="10337" y="16007"/>
                      </a:lnTo>
                      <a:lnTo>
                        <a:pt x="10379" y="16007"/>
                      </a:lnTo>
                      <a:lnTo>
                        <a:pt x="10463" y="16028"/>
                      </a:lnTo>
                      <a:lnTo>
                        <a:pt x="10546" y="15944"/>
                      </a:lnTo>
                      <a:lnTo>
                        <a:pt x="10714" y="15882"/>
                      </a:lnTo>
                      <a:lnTo>
                        <a:pt x="10693" y="15944"/>
                      </a:lnTo>
                      <a:lnTo>
                        <a:pt x="10630" y="16007"/>
                      </a:lnTo>
                      <a:lnTo>
                        <a:pt x="10630" y="16049"/>
                      </a:lnTo>
                      <a:lnTo>
                        <a:pt x="10693" y="16091"/>
                      </a:lnTo>
                      <a:lnTo>
                        <a:pt x="10714" y="16196"/>
                      </a:lnTo>
                      <a:lnTo>
                        <a:pt x="10693" y="16237"/>
                      </a:lnTo>
                      <a:lnTo>
                        <a:pt x="10776" y="16300"/>
                      </a:lnTo>
                      <a:lnTo>
                        <a:pt x="10881" y="16216"/>
                      </a:lnTo>
                      <a:lnTo>
                        <a:pt x="10944" y="16133"/>
                      </a:lnTo>
                      <a:lnTo>
                        <a:pt x="10986" y="16196"/>
                      </a:lnTo>
                      <a:lnTo>
                        <a:pt x="10965" y="16237"/>
                      </a:lnTo>
                      <a:lnTo>
                        <a:pt x="11049" y="16363"/>
                      </a:lnTo>
                      <a:lnTo>
                        <a:pt x="11069" y="16551"/>
                      </a:lnTo>
                      <a:lnTo>
                        <a:pt x="11049" y="16656"/>
                      </a:lnTo>
                      <a:lnTo>
                        <a:pt x="11090" y="16823"/>
                      </a:lnTo>
                      <a:lnTo>
                        <a:pt x="11153" y="16823"/>
                      </a:lnTo>
                      <a:lnTo>
                        <a:pt x="11195" y="16677"/>
                      </a:lnTo>
                      <a:lnTo>
                        <a:pt x="11195" y="16572"/>
                      </a:lnTo>
                      <a:lnTo>
                        <a:pt x="11300" y="16426"/>
                      </a:lnTo>
                      <a:lnTo>
                        <a:pt x="11321" y="16321"/>
                      </a:lnTo>
                      <a:lnTo>
                        <a:pt x="11467" y="16216"/>
                      </a:lnTo>
                      <a:lnTo>
                        <a:pt x="11488" y="16216"/>
                      </a:lnTo>
                      <a:lnTo>
                        <a:pt x="11593" y="16133"/>
                      </a:lnTo>
                      <a:lnTo>
                        <a:pt x="11739" y="16133"/>
                      </a:lnTo>
                      <a:lnTo>
                        <a:pt x="11593" y="16216"/>
                      </a:lnTo>
                      <a:lnTo>
                        <a:pt x="11425" y="16405"/>
                      </a:lnTo>
                      <a:lnTo>
                        <a:pt x="11425" y="16447"/>
                      </a:lnTo>
                      <a:lnTo>
                        <a:pt x="11572" y="16614"/>
                      </a:lnTo>
                      <a:lnTo>
                        <a:pt x="11634" y="16635"/>
                      </a:lnTo>
                      <a:lnTo>
                        <a:pt x="11802" y="16551"/>
                      </a:lnTo>
                      <a:lnTo>
                        <a:pt x="12032" y="16530"/>
                      </a:lnTo>
                      <a:lnTo>
                        <a:pt x="12137" y="16447"/>
                      </a:lnTo>
                      <a:lnTo>
                        <a:pt x="12220" y="16447"/>
                      </a:lnTo>
                      <a:lnTo>
                        <a:pt x="12429" y="16342"/>
                      </a:lnTo>
                      <a:lnTo>
                        <a:pt x="12513" y="16342"/>
                      </a:lnTo>
                      <a:lnTo>
                        <a:pt x="12429" y="16363"/>
                      </a:lnTo>
                      <a:lnTo>
                        <a:pt x="12304" y="16530"/>
                      </a:lnTo>
                      <a:lnTo>
                        <a:pt x="12304" y="16572"/>
                      </a:lnTo>
                      <a:lnTo>
                        <a:pt x="12220" y="16656"/>
                      </a:lnTo>
                      <a:lnTo>
                        <a:pt x="11906" y="16844"/>
                      </a:lnTo>
                      <a:lnTo>
                        <a:pt x="11781" y="16970"/>
                      </a:lnTo>
                      <a:lnTo>
                        <a:pt x="11676" y="17158"/>
                      </a:lnTo>
                      <a:lnTo>
                        <a:pt x="11634" y="17263"/>
                      </a:lnTo>
                      <a:lnTo>
                        <a:pt x="11697" y="17367"/>
                      </a:lnTo>
                      <a:lnTo>
                        <a:pt x="11802" y="17451"/>
                      </a:lnTo>
                      <a:lnTo>
                        <a:pt x="11613" y="17409"/>
                      </a:lnTo>
                      <a:lnTo>
                        <a:pt x="11530" y="17451"/>
                      </a:lnTo>
                      <a:lnTo>
                        <a:pt x="11425" y="17577"/>
                      </a:lnTo>
                      <a:lnTo>
                        <a:pt x="11383" y="17702"/>
                      </a:lnTo>
                      <a:lnTo>
                        <a:pt x="11216" y="17869"/>
                      </a:lnTo>
                      <a:lnTo>
                        <a:pt x="11153" y="17974"/>
                      </a:lnTo>
                      <a:lnTo>
                        <a:pt x="11174" y="18016"/>
                      </a:lnTo>
                      <a:lnTo>
                        <a:pt x="11216" y="18079"/>
                      </a:lnTo>
                      <a:lnTo>
                        <a:pt x="11195" y="18141"/>
                      </a:lnTo>
                      <a:lnTo>
                        <a:pt x="11111" y="18121"/>
                      </a:lnTo>
                      <a:lnTo>
                        <a:pt x="11090" y="18037"/>
                      </a:lnTo>
                      <a:lnTo>
                        <a:pt x="11007" y="18016"/>
                      </a:lnTo>
                      <a:lnTo>
                        <a:pt x="10944" y="18121"/>
                      </a:lnTo>
                      <a:lnTo>
                        <a:pt x="10776" y="18204"/>
                      </a:lnTo>
                      <a:lnTo>
                        <a:pt x="10839" y="18288"/>
                      </a:lnTo>
                      <a:lnTo>
                        <a:pt x="10776" y="18351"/>
                      </a:lnTo>
                      <a:lnTo>
                        <a:pt x="10693" y="18330"/>
                      </a:lnTo>
                      <a:lnTo>
                        <a:pt x="10672" y="18288"/>
                      </a:lnTo>
                      <a:lnTo>
                        <a:pt x="10630" y="18330"/>
                      </a:lnTo>
                      <a:lnTo>
                        <a:pt x="10358" y="18539"/>
                      </a:lnTo>
                      <a:lnTo>
                        <a:pt x="10274" y="18644"/>
                      </a:lnTo>
                      <a:lnTo>
                        <a:pt x="10316" y="18727"/>
                      </a:lnTo>
                      <a:lnTo>
                        <a:pt x="10253" y="18769"/>
                      </a:lnTo>
                      <a:lnTo>
                        <a:pt x="10170" y="18748"/>
                      </a:lnTo>
                      <a:lnTo>
                        <a:pt x="10170" y="18644"/>
                      </a:lnTo>
                      <a:lnTo>
                        <a:pt x="10023" y="18727"/>
                      </a:lnTo>
                      <a:lnTo>
                        <a:pt x="9898" y="18811"/>
                      </a:lnTo>
                      <a:lnTo>
                        <a:pt x="9793" y="18853"/>
                      </a:lnTo>
                      <a:lnTo>
                        <a:pt x="9751" y="18937"/>
                      </a:lnTo>
                      <a:lnTo>
                        <a:pt x="9647" y="18978"/>
                      </a:lnTo>
                      <a:lnTo>
                        <a:pt x="9500" y="18978"/>
                      </a:lnTo>
                      <a:lnTo>
                        <a:pt x="9333" y="19146"/>
                      </a:lnTo>
                      <a:lnTo>
                        <a:pt x="9082" y="19250"/>
                      </a:lnTo>
                      <a:lnTo>
                        <a:pt x="8893" y="19397"/>
                      </a:lnTo>
                      <a:lnTo>
                        <a:pt x="8810" y="19564"/>
                      </a:lnTo>
                      <a:lnTo>
                        <a:pt x="8810" y="19606"/>
                      </a:lnTo>
                      <a:lnTo>
                        <a:pt x="8872" y="19711"/>
                      </a:lnTo>
                      <a:lnTo>
                        <a:pt x="8872" y="19794"/>
                      </a:lnTo>
                      <a:lnTo>
                        <a:pt x="8852" y="19815"/>
                      </a:lnTo>
                      <a:lnTo>
                        <a:pt x="8768" y="19711"/>
                      </a:lnTo>
                      <a:lnTo>
                        <a:pt x="8747" y="19711"/>
                      </a:lnTo>
                      <a:lnTo>
                        <a:pt x="8705" y="19773"/>
                      </a:lnTo>
                      <a:lnTo>
                        <a:pt x="8747" y="19857"/>
                      </a:lnTo>
                      <a:lnTo>
                        <a:pt x="8684" y="19878"/>
                      </a:lnTo>
                      <a:lnTo>
                        <a:pt x="8621" y="19794"/>
                      </a:lnTo>
                      <a:lnTo>
                        <a:pt x="8705" y="19711"/>
                      </a:lnTo>
                      <a:cubicBezTo>
                        <a:pt x="8761" y="19673"/>
                        <a:pt x="8717" y="19603"/>
                        <a:pt x="8677" y="19603"/>
                      </a:cubicBezTo>
                      <a:cubicBezTo>
                        <a:pt x="8673" y="19603"/>
                        <a:pt x="8668" y="19604"/>
                        <a:pt x="8663" y="19606"/>
                      </a:cubicBezTo>
                      <a:lnTo>
                        <a:pt x="8600" y="19585"/>
                      </a:lnTo>
                      <a:lnTo>
                        <a:pt x="8496" y="19585"/>
                      </a:lnTo>
                      <a:lnTo>
                        <a:pt x="8454" y="19564"/>
                      </a:lnTo>
                      <a:lnTo>
                        <a:pt x="8349" y="19585"/>
                      </a:lnTo>
                      <a:lnTo>
                        <a:pt x="8161" y="19606"/>
                      </a:lnTo>
                      <a:lnTo>
                        <a:pt x="8056" y="19669"/>
                      </a:lnTo>
                      <a:lnTo>
                        <a:pt x="7973" y="19773"/>
                      </a:lnTo>
                      <a:lnTo>
                        <a:pt x="7826" y="19815"/>
                      </a:lnTo>
                      <a:lnTo>
                        <a:pt x="7680" y="19899"/>
                      </a:lnTo>
                      <a:lnTo>
                        <a:pt x="7554" y="20066"/>
                      </a:lnTo>
                      <a:lnTo>
                        <a:pt x="7575" y="20108"/>
                      </a:lnTo>
                      <a:lnTo>
                        <a:pt x="7533" y="20171"/>
                      </a:lnTo>
                      <a:lnTo>
                        <a:pt x="7471" y="20171"/>
                      </a:lnTo>
                      <a:lnTo>
                        <a:pt x="7345" y="20213"/>
                      </a:lnTo>
                      <a:lnTo>
                        <a:pt x="7261" y="20276"/>
                      </a:lnTo>
                      <a:lnTo>
                        <a:pt x="7261" y="20338"/>
                      </a:lnTo>
                      <a:lnTo>
                        <a:pt x="7219" y="20338"/>
                      </a:lnTo>
                      <a:lnTo>
                        <a:pt x="7115" y="20318"/>
                      </a:lnTo>
                      <a:lnTo>
                        <a:pt x="7010" y="20338"/>
                      </a:lnTo>
                      <a:lnTo>
                        <a:pt x="6989" y="20422"/>
                      </a:lnTo>
                      <a:lnTo>
                        <a:pt x="6947" y="20548"/>
                      </a:lnTo>
                      <a:lnTo>
                        <a:pt x="6947" y="20590"/>
                      </a:lnTo>
                      <a:cubicBezTo>
                        <a:pt x="6927" y="20590"/>
                        <a:pt x="6906" y="20610"/>
                        <a:pt x="6885" y="20610"/>
                      </a:cubicBezTo>
                      <a:lnTo>
                        <a:pt x="6843" y="20590"/>
                      </a:lnTo>
                      <a:lnTo>
                        <a:pt x="6906" y="20485"/>
                      </a:lnTo>
                      <a:lnTo>
                        <a:pt x="6822" y="20380"/>
                      </a:lnTo>
                      <a:lnTo>
                        <a:pt x="6675" y="20380"/>
                      </a:lnTo>
                      <a:lnTo>
                        <a:pt x="6634" y="20422"/>
                      </a:lnTo>
                      <a:lnTo>
                        <a:pt x="6571" y="20485"/>
                      </a:lnTo>
                      <a:lnTo>
                        <a:pt x="6466" y="20485"/>
                      </a:lnTo>
                      <a:lnTo>
                        <a:pt x="6403" y="20527"/>
                      </a:lnTo>
                      <a:lnTo>
                        <a:pt x="6299" y="20422"/>
                      </a:lnTo>
                      <a:lnTo>
                        <a:pt x="6257" y="20422"/>
                      </a:lnTo>
                      <a:lnTo>
                        <a:pt x="6152" y="20610"/>
                      </a:lnTo>
                      <a:lnTo>
                        <a:pt x="6090" y="20631"/>
                      </a:lnTo>
                      <a:lnTo>
                        <a:pt x="5985" y="20715"/>
                      </a:lnTo>
                      <a:lnTo>
                        <a:pt x="5943" y="20694"/>
                      </a:lnTo>
                      <a:lnTo>
                        <a:pt x="5880" y="20736"/>
                      </a:lnTo>
                      <a:lnTo>
                        <a:pt x="5859" y="20841"/>
                      </a:lnTo>
                      <a:lnTo>
                        <a:pt x="5880" y="20945"/>
                      </a:lnTo>
                      <a:lnTo>
                        <a:pt x="5943" y="20966"/>
                      </a:lnTo>
                      <a:cubicBezTo>
                        <a:pt x="5776" y="21029"/>
                        <a:pt x="5629" y="21071"/>
                        <a:pt x="5462" y="21154"/>
                      </a:cubicBezTo>
                      <a:lnTo>
                        <a:pt x="5441" y="21071"/>
                      </a:lnTo>
                      <a:lnTo>
                        <a:pt x="5378" y="21050"/>
                      </a:lnTo>
                      <a:lnTo>
                        <a:pt x="5378" y="21154"/>
                      </a:lnTo>
                      <a:lnTo>
                        <a:pt x="5378" y="21217"/>
                      </a:lnTo>
                      <a:cubicBezTo>
                        <a:pt x="5357" y="21217"/>
                        <a:pt x="5336" y="21238"/>
                        <a:pt x="5274" y="21238"/>
                      </a:cubicBezTo>
                      <a:lnTo>
                        <a:pt x="5232" y="21217"/>
                      </a:lnTo>
                      <a:lnTo>
                        <a:pt x="5169" y="21134"/>
                      </a:lnTo>
                      <a:lnTo>
                        <a:pt x="5064" y="21154"/>
                      </a:lnTo>
                      <a:lnTo>
                        <a:pt x="5064" y="21238"/>
                      </a:lnTo>
                      <a:lnTo>
                        <a:pt x="5127" y="21280"/>
                      </a:lnTo>
                      <a:cubicBezTo>
                        <a:pt x="5106" y="21322"/>
                        <a:pt x="5043" y="21322"/>
                        <a:pt x="5022" y="21343"/>
                      </a:cubicBezTo>
                      <a:lnTo>
                        <a:pt x="4960" y="21280"/>
                      </a:lnTo>
                      <a:lnTo>
                        <a:pt x="4960" y="21364"/>
                      </a:lnTo>
                      <a:cubicBezTo>
                        <a:pt x="4939" y="21385"/>
                        <a:pt x="4918" y="21385"/>
                        <a:pt x="4897" y="21385"/>
                      </a:cubicBezTo>
                      <a:lnTo>
                        <a:pt x="4855" y="21343"/>
                      </a:lnTo>
                      <a:lnTo>
                        <a:pt x="4730" y="21322"/>
                      </a:lnTo>
                      <a:lnTo>
                        <a:pt x="4688" y="21238"/>
                      </a:lnTo>
                      <a:lnTo>
                        <a:pt x="4583" y="21238"/>
                      </a:lnTo>
                      <a:lnTo>
                        <a:pt x="4478" y="21343"/>
                      </a:lnTo>
                      <a:lnTo>
                        <a:pt x="4478" y="21426"/>
                      </a:lnTo>
                      <a:lnTo>
                        <a:pt x="4541" y="21489"/>
                      </a:lnTo>
                      <a:cubicBezTo>
                        <a:pt x="4520" y="21489"/>
                        <a:pt x="4499" y="21531"/>
                        <a:pt x="4499" y="21531"/>
                      </a:cubicBezTo>
                      <a:lnTo>
                        <a:pt x="4395" y="21468"/>
                      </a:lnTo>
                      <a:lnTo>
                        <a:pt x="4290" y="21552"/>
                      </a:lnTo>
                      <a:lnTo>
                        <a:pt x="4290" y="21594"/>
                      </a:lnTo>
                      <a:cubicBezTo>
                        <a:pt x="4081" y="21678"/>
                        <a:pt x="3893" y="21761"/>
                        <a:pt x="3683" y="21845"/>
                      </a:cubicBezTo>
                      <a:lnTo>
                        <a:pt x="3704" y="21782"/>
                      </a:lnTo>
                      <a:lnTo>
                        <a:pt x="3809" y="21740"/>
                      </a:lnTo>
                      <a:lnTo>
                        <a:pt x="3746" y="21698"/>
                      </a:lnTo>
                      <a:lnTo>
                        <a:pt x="3704" y="21573"/>
                      </a:lnTo>
                      <a:lnTo>
                        <a:pt x="3600" y="21636"/>
                      </a:lnTo>
                      <a:lnTo>
                        <a:pt x="3432" y="21636"/>
                      </a:lnTo>
                      <a:lnTo>
                        <a:pt x="3453" y="21698"/>
                      </a:lnTo>
                      <a:lnTo>
                        <a:pt x="3390" y="21803"/>
                      </a:lnTo>
                      <a:lnTo>
                        <a:pt x="3286" y="21845"/>
                      </a:lnTo>
                      <a:lnTo>
                        <a:pt x="3160" y="21970"/>
                      </a:lnTo>
                      <a:lnTo>
                        <a:pt x="3160" y="22012"/>
                      </a:lnTo>
                      <a:cubicBezTo>
                        <a:pt x="2951" y="22096"/>
                        <a:pt x="2742" y="22159"/>
                        <a:pt x="2533" y="22201"/>
                      </a:cubicBezTo>
                      <a:lnTo>
                        <a:pt x="2512" y="22180"/>
                      </a:lnTo>
                      <a:lnTo>
                        <a:pt x="2386" y="22222"/>
                      </a:lnTo>
                      <a:lnTo>
                        <a:pt x="2407" y="22263"/>
                      </a:lnTo>
                      <a:cubicBezTo>
                        <a:pt x="2344" y="22263"/>
                        <a:pt x="2302" y="22284"/>
                        <a:pt x="2240" y="22284"/>
                      </a:cubicBezTo>
                      <a:cubicBezTo>
                        <a:pt x="2177" y="22305"/>
                        <a:pt x="2093" y="22305"/>
                        <a:pt x="2009" y="22326"/>
                      </a:cubicBezTo>
                      <a:lnTo>
                        <a:pt x="1926" y="22263"/>
                      </a:lnTo>
                      <a:lnTo>
                        <a:pt x="1821" y="22368"/>
                      </a:lnTo>
                      <a:lnTo>
                        <a:pt x="1821" y="22389"/>
                      </a:lnTo>
                      <a:cubicBezTo>
                        <a:pt x="1758" y="22410"/>
                        <a:pt x="1654" y="22410"/>
                        <a:pt x="1570" y="22431"/>
                      </a:cubicBezTo>
                      <a:cubicBezTo>
                        <a:pt x="1264" y="22480"/>
                        <a:pt x="957" y="22500"/>
                        <a:pt x="651" y="22500"/>
                      </a:cubicBezTo>
                      <a:cubicBezTo>
                        <a:pt x="434" y="22500"/>
                        <a:pt x="218" y="22490"/>
                        <a:pt x="1" y="22473"/>
                      </a:cubicBezTo>
                      <a:lnTo>
                        <a:pt x="1" y="22473"/>
                      </a:lnTo>
                      <a:cubicBezTo>
                        <a:pt x="332" y="22512"/>
                        <a:pt x="664" y="22527"/>
                        <a:pt x="990" y="22527"/>
                      </a:cubicBezTo>
                      <a:cubicBezTo>
                        <a:pt x="1179" y="22527"/>
                        <a:pt x="1365" y="22522"/>
                        <a:pt x="1549" y="22514"/>
                      </a:cubicBezTo>
                      <a:lnTo>
                        <a:pt x="1549" y="22535"/>
                      </a:lnTo>
                      <a:lnTo>
                        <a:pt x="1654" y="22577"/>
                      </a:lnTo>
                      <a:lnTo>
                        <a:pt x="1612" y="22514"/>
                      </a:lnTo>
                      <a:cubicBezTo>
                        <a:pt x="2093" y="22473"/>
                        <a:pt x="2533" y="22389"/>
                        <a:pt x="2972" y="22263"/>
                      </a:cubicBezTo>
                      <a:lnTo>
                        <a:pt x="2972" y="22263"/>
                      </a:lnTo>
                      <a:lnTo>
                        <a:pt x="2867" y="22368"/>
                      </a:lnTo>
                      <a:lnTo>
                        <a:pt x="3077" y="22368"/>
                      </a:lnTo>
                      <a:lnTo>
                        <a:pt x="3223" y="22222"/>
                      </a:lnTo>
                      <a:lnTo>
                        <a:pt x="3370" y="22222"/>
                      </a:lnTo>
                      <a:lnTo>
                        <a:pt x="3453" y="22159"/>
                      </a:lnTo>
                      <a:cubicBezTo>
                        <a:pt x="3579" y="22096"/>
                        <a:pt x="3746" y="22075"/>
                        <a:pt x="3872" y="22012"/>
                      </a:cubicBezTo>
                      <a:lnTo>
                        <a:pt x="3893" y="22054"/>
                      </a:lnTo>
                      <a:lnTo>
                        <a:pt x="4081" y="22054"/>
                      </a:lnTo>
                      <a:lnTo>
                        <a:pt x="4227" y="21991"/>
                      </a:lnTo>
                      <a:lnTo>
                        <a:pt x="4290" y="21719"/>
                      </a:lnTo>
                      <a:lnTo>
                        <a:pt x="4311" y="21803"/>
                      </a:lnTo>
                      <a:lnTo>
                        <a:pt x="4374" y="21845"/>
                      </a:lnTo>
                      <a:lnTo>
                        <a:pt x="4416" y="21740"/>
                      </a:lnTo>
                      <a:lnTo>
                        <a:pt x="4458" y="21657"/>
                      </a:lnTo>
                      <a:lnTo>
                        <a:pt x="4520" y="21678"/>
                      </a:lnTo>
                      <a:lnTo>
                        <a:pt x="4562" y="21740"/>
                      </a:lnTo>
                      <a:lnTo>
                        <a:pt x="4604" y="21719"/>
                      </a:lnTo>
                      <a:lnTo>
                        <a:pt x="4688" y="21615"/>
                      </a:lnTo>
                      <a:lnTo>
                        <a:pt x="4834" y="21531"/>
                      </a:lnTo>
                      <a:lnTo>
                        <a:pt x="4834" y="21468"/>
                      </a:lnTo>
                      <a:cubicBezTo>
                        <a:pt x="5043" y="21406"/>
                        <a:pt x="5253" y="21301"/>
                        <a:pt x="5462" y="21217"/>
                      </a:cubicBezTo>
                      <a:lnTo>
                        <a:pt x="5462" y="21217"/>
                      </a:lnTo>
                      <a:lnTo>
                        <a:pt x="5420" y="21238"/>
                      </a:lnTo>
                      <a:lnTo>
                        <a:pt x="5546" y="21238"/>
                      </a:lnTo>
                      <a:lnTo>
                        <a:pt x="5504" y="21196"/>
                      </a:lnTo>
                      <a:cubicBezTo>
                        <a:pt x="5839" y="21050"/>
                        <a:pt x="6173" y="20903"/>
                        <a:pt x="6508" y="20778"/>
                      </a:cubicBezTo>
                      <a:lnTo>
                        <a:pt x="6571" y="20799"/>
                      </a:lnTo>
                      <a:lnTo>
                        <a:pt x="6759" y="20778"/>
                      </a:lnTo>
                      <a:lnTo>
                        <a:pt x="6822" y="20694"/>
                      </a:lnTo>
                      <a:lnTo>
                        <a:pt x="6989" y="20715"/>
                      </a:lnTo>
                      <a:lnTo>
                        <a:pt x="6989" y="20673"/>
                      </a:lnTo>
                      <a:lnTo>
                        <a:pt x="6927" y="20610"/>
                      </a:lnTo>
                      <a:cubicBezTo>
                        <a:pt x="7031" y="20569"/>
                        <a:pt x="7136" y="20527"/>
                        <a:pt x="7240" y="20485"/>
                      </a:cubicBezTo>
                      <a:lnTo>
                        <a:pt x="7282" y="20485"/>
                      </a:lnTo>
                      <a:cubicBezTo>
                        <a:pt x="7324" y="20464"/>
                        <a:pt x="7387" y="20422"/>
                        <a:pt x="7429" y="20422"/>
                      </a:cubicBezTo>
                      <a:lnTo>
                        <a:pt x="7450" y="20485"/>
                      </a:lnTo>
                      <a:lnTo>
                        <a:pt x="7554" y="20485"/>
                      </a:lnTo>
                      <a:lnTo>
                        <a:pt x="7617" y="20380"/>
                      </a:lnTo>
                      <a:lnTo>
                        <a:pt x="7638" y="20464"/>
                      </a:lnTo>
                      <a:lnTo>
                        <a:pt x="7659" y="20464"/>
                      </a:lnTo>
                      <a:lnTo>
                        <a:pt x="7701" y="20380"/>
                      </a:lnTo>
                      <a:lnTo>
                        <a:pt x="7763" y="20318"/>
                      </a:lnTo>
                      <a:lnTo>
                        <a:pt x="7868" y="20318"/>
                      </a:lnTo>
                      <a:lnTo>
                        <a:pt x="7973" y="20255"/>
                      </a:lnTo>
                      <a:lnTo>
                        <a:pt x="8015" y="20171"/>
                      </a:lnTo>
                      <a:cubicBezTo>
                        <a:pt x="8077" y="20150"/>
                        <a:pt x="8161" y="20087"/>
                        <a:pt x="8224" y="20066"/>
                      </a:cubicBezTo>
                      <a:lnTo>
                        <a:pt x="8224" y="20066"/>
                      </a:lnTo>
                      <a:lnTo>
                        <a:pt x="8182" y="20108"/>
                      </a:lnTo>
                      <a:lnTo>
                        <a:pt x="8182" y="20213"/>
                      </a:lnTo>
                      <a:lnTo>
                        <a:pt x="8224" y="20255"/>
                      </a:lnTo>
                      <a:lnTo>
                        <a:pt x="8370" y="20150"/>
                      </a:lnTo>
                      <a:lnTo>
                        <a:pt x="8391" y="20066"/>
                      </a:lnTo>
                      <a:lnTo>
                        <a:pt x="8475" y="20045"/>
                      </a:lnTo>
                      <a:lnTo>
                        <a:pt x="8496" y="20087"/>
                      </a:lnTo>
                      <a:lnTo>
                        <a:pt x="8538" y="20045"/>
                      </a:lnTo>
                      <a:lnTo>
                        <a:pt x="8580" y="20045"/>
                      </a:lnTo>
                      <a:lnTo>
                        <a:pt x="8600" y="20108"/>
                      </a:lnTo>
                      <a:lnTo>
                        <a:pt x="8580" y="20192"/>
                      </a:lnTo>
                      <a:lnTo>
                        <a:pt x="8642" y="20192"/>
                      </a:lnTo>
                      <a:lnTo>
                        <a:pt x="8705" y="20087"/>
                      </a:lnTo>
                      <a:lnTo>
                        <a:pt x="8789" y="20087"/>
                      </a:lnTo>
                      <a:lnTo>
                        <a:pt x="8872" y="20004"/>
                      </a:lnTo>
                      <a:lnTo>
                        <a:pt x="8977" y="20004"/>
                      </a:lnTo>
                      <a:lnTo>
                        <a:pt x="9082" y="19857"/>
                      </a:lnTo>
                      <a:lnTo>
                        <a:pt x="9186" y="19794"/>
                      </a:lnTo>
                      <a:lnTo>
                        <a:pt x="9270" y="19836"/>
                      </a:lnTo>
                      <a:lnTo>
                        <a:pt x="9270" y="19899"/>
                      </a:lnTo>
                      <a:lnTo>
                        <a:pt x="9186" y="20004"/>
                      </a:lnTo>
                      <a:lnTo>
                        <a:pt x="9103" y="20150"/>
                      </a:lnTo>
                      <a:lnTo>
                        <a:pt x="9103" y="20192"/>
                      </a:lnTo>
                      <a:lnTo>
                        <a:pt x="9165" y="20192"/>
                      </a:lnTo>
                      <a:lnTo>
                        <a:pt x="9312" y="20045"/>
                      </a:lnTo>
                      <a:lnTo>
                        <a:pt x="9312" y="19857"/>
                      </a:lnTo>
                      <a:lnTo>
                        <a:pt x="9333" y="19836"/>
                      </a:lnTo>
                      <a:lnTo>
                        <a:pt x="9396" y="19899"/>
                      </a:lnTo>
                      <a:lnTo>
                        <a:pt x="9479" y="19857"/>
                      </a:lnTo>
                      <a:lnTo>
                        <a:pt x="9542" y="19878"/>
                      </a:lnTo>
                      <a:lnTo>
                        <a:pt x="9647" y="19878"/>
                      </a:lnTo>
                      <a:lnTo>
                        <a:pt x="9751" y="19753"/>
                      </a:lnTo>
                      <a:lnTo>
                        <a:pt x="9793" y="19753"/>
                      </a:lnTo>
                      <a:lnTo>
                        <a:pt x="9814" y="19773"/>
                      </a:lnTo>
                      <a:lnTo>
                        <a:pt x="9856" y="19648"/>
                      </a:lnTo>
                      <a:lnTo>
                        <a:pt x="9919" y="19585"/>
                      </a:lnTo>
                      <a:lnTo>
                        <a:pt x="9940" y="19627"/>
                      </a:lnTo>
                      <a:lnTo>
                        <a:pt x="9919" y="19690"/>
                      </a:lnTo>
                      <a:lnTo>
                        <a:pt x="9919" y="19794"/>
                      </a:lnTo>
                      <a:lnTo>
                        <a:pt x="9960" y="19773"/>
                      </a:lnTo>
                      <a:lnTo>
                        <a:pt x="10044" y="19669"/>
                      </a:lnTo>
                      <a:lnTo>
                        <a:pt x="10002" y="19648"/>
                      </a:lnTo>
                      <a:lnTo>
                        <a:pt x="10065" y="19564"/>
                      </a:lnTo>
                      <a:lnTo>
                        <a:pt x="10065" y="19522"/>
                      </a:lnTo>
                      <a:lnTo>
                        <a:pt x="9898" y="19522"/>
                      </a:lnTo>
                      <a:lnTo>
                        <a:pt x="9856" y="19481"/>
                      </a:lnTo>
                      <a:lnTo>
                        <a:pt x="10023" y="19439"/>
                      </a:lnTo>
                      <a:lnTo>
                        <a:pt x="10212" y="19334"/>
                      </a:lnTo>
                      <a:lnTo>
                        <a:pt x="10442" y="19334"/>
                      </a:lnTo>
                      <a:lnTo>
                        <a:pt x="10484" y="19271"/>
                      </a:lnTo>
                      <a:lnTo>
                        <a:pt x="10484" y="19209"/>
                      </a:lnTo>
                      <a:lnTo>
                        <a:pt x="10442" y="19209"/>
                      </a:lnTo>
                      <a:lnTo>
                        <a:pt x="10484" y="19167"/>
                      </a:lnTo>
                      <a:lnTo>
                        <a:pt x="10567" y="19146"/>
                      </a:lnTo>
                      <a:lnTo>
                        <a:pt x="10651" y="19104"/>
                      </a:lnTo>
                      <a:lnTo>
                        <a:pt x="10693" y="19104"/>
                      </a:lnTo>
                      <a:lnTo>
                        <a:pt x="10735" y="19209"/>
                      </a:lnTo>
                      <a:lnTo>
                        <a:pt x="10839" y="19209"/>
                      </a:lnTo>
                      <a:lnTo>
                        <a:pt x="10881" y="19125"/>
                      </a:lnTo>
                      <a:lnTo>
                        <a:pt x="10860" y="19104"/>
                      </a:lnTo>
                      <a:lnTo>
                        <a:pt x="10944" y="19020"/>
                      </a:lnTo>
                      <a:lnTo>
                        <a:pt x="10944" y="18916"/>
                      </a:lnTo>
                      <a:lnTo>
                        <a:pt x="10986" y="18853"/>
                      </a:lnTo>
                      <a:lnTo>
                        <a:pt x="11049" y="18916"/>
                      </a:lnTo>
                      <a:lnTo>
                        <a:pt x="11049" y="18999"/>
                      </a:lnTo>
                      <a:lnTo>
                        <a:pt x="11090" y="19041"/>
                      </a:lnTo>
                      <a:lnTo>
                        <a:pt x="11216" y="18957"/>
                      </a:lnTo>
                      <a:lnTo>
                        <a:pt x="11279" y="18895"/>
                      </a:lnTo>
                      <a:lnTo>
                        <a:pt x="11362" y="18895"/>
                      </a:lnTo>
                      <a:lnTo>
                        <a:pt x="11404" y="18790"/>
                      </a:lnTo>
                      <a:lnTo>
                        <a:pt x="11425" y="18748"/>
                      </a:lnTo>
                      <a:lnTo>
                        <a:pt x="11488" y="18811"/>
                      </a:lnTo>
                      <a:lnTo>
                        <a:pt x="11593" y="18790"/>
                      </a:lnTo>
                      <a:lnTo>
                        <a:pt x="11718" y="18623"/>
                      </a:lnTo>
                      <a:lnTo>
                        <a:pt x="11718" y="18539"/>
                      </a:lnTo>
                      <a:lnTo>
                        <a:pt x="11613" y="18539"/>
                      </a:lnTo>
                      <a:lnTo>
                        <a:pt x="11593" y="18518"/>
                      </a:lnTo>
                      <a:lnTo>
                        <a:pt x="11739" y="18413"/>
                      </a:lnTo>
                      <a:lnTo>
                        <a:pt x="11844" y="18393"/>
                      </a:lnTo>
                      <a:lnTo>
                        <a:pt x="11927" y="18288"/>
                      </a:lnTo>
                      <a:lnTo>
                        <a:pt x="11990" y="18288"/>
                      </a:lnTo>
                      <a:lnTo>
                        <a:pt x="12011" y="18330"/>
                      </a:lnTo>
                      <a:lnTo>
                        <a:pt x="12137" y="18204"/>
                      </a:lnTo>
                      <a:lnTo>
                        <a:pt x="12241" y="18141"/>
                      </a:lnTo>
                      <a:lnTo>
                        <a:pt x="12262" y="18079"/>
                      </a:lnTo>
                      <a:lnTo>
                        <a:pt x="12346" y="18037"/>
                      </a:lnTo>
                      <a:lnTo>
                        <a:pt x="12367" y="17995"/>
                      </a:lnTo>
                      <a:lnTo>
                        <a:pt x="12450" y="17995"/>
                      </a:lnTo>
                      <a:lnTo>
                        <a:pt x="12471" y="18079"/>
                      </a:lnTo>
                      <a:lnTo>
                        <a:pt x="12534" y="18100"/>
                      </a:lnTo>
                      <a:lnTo>
                        <a:pt x="12555" y="18016"/>
                      </a:lnTo>
                      <a:lnTo>
                        <a:pt x="12660" y="18016"/>
                      </a:lnTo>
                      <a:lnTo>
                        <a:pt x="12722" y="17995"/>
                      </a:lnTo>
                      <a:lnTo>
                        <a:pt x="12722" y="17911"/>
                      </a:lnTo>
                      <a:lnTo>
                        <a:pt x="12827" y="17890"/>
                      </a:lnTo>
                      <a:lnTo>
                        <a:pt x="12848" y="17828"/>
                      </a:lnTo>
                      <a:lnTo>
                        <a:pt x="12869" y="17869"/>
                      </a:lnTo>
                      <a:lnTo>
                        <a:pt x="13036" y="17890"/>
                      </a:lnTo>
                      <a:lnTo>
                        <a:pt x="13057" y="17786"/>
                      </a:lnTo>
                      <a:lnTo>
                        <a:pt x="13099" y="17786"/>
                      </a:lnTo>
                      <a:lnTo>
                        <a:pt x="13099" y="17849"/>
                      </a:lnTo>
                      <a:lnTo>
                        <a:pt x="13162" y="17849"/>
                      </a:lnTo>
                      <a:lnTo>
                        <a:pt x="13204" y="17786"/>
                      </a:lnTo>
                      <a:lnTo>
                        <a:pt x="13266" y="17849"/>
                      </a:lnTo>
                      <a:lnTo>
                        <a:pt x="13308" y="17807"/>
                      </a:lnTo>
                      <a:lnTo>
                        <a:pt x="13371" y="17660"/>
                      </a:lnTo>
                      <a:lnTo>
                        <a:pt x="13308" y="17660"/>
                      </a:lnTo>
                      <a:lnTo>
                        <a:pt x="13266" y="17681"/>
                      </a:lnTo>
                      <a:lnTo>
                        <a:pt x="13287" y="17597"/>
                      </a:lnTo>
                      <a:lnTo>
                        <a:pt x="13350" y="17556"/>
                      </a:lnTo>
                      <a:cubicBezTo>
                        <a:pt x="13371" y="17618"/>
                        <a:pt x="13392" y="17702"/>
                        <a:pt x="13455" y="17765"/>
                      </a:cubicBezTo>
                      <a:cubicBezTo>
                        <a:pt x="13517" y="17849"/>
                        <a:pt x="13392" y="17995"/>
                        <a:pt x="13308" y="18079"/>
                      </a:cubicBezTo>
                      <a:lnTo>
                        <a:pt x="13245" y="18183"/>
                      </a:lnTo>
                      <a:lnTo>
                        <a:pt x="13266" y="18225"/>
                      </a:lnTo>
                      <a:lnTo>
                        <a:pt x="13371" y="18309"/>
                      </a:lnTo>
                      <a:lnTo>
                        <a:pt x="13350" y="18413"/>
                      </a:lnTo>
                      <a:lnTo>
                        <a:pt x="13266" y="18351"/>
                      </a:lnTo>
                      <a:lnTo>
                        <a:pt x="13245" y="18393"/>
                      </a:lnTo>
                      <a:lnTo>
                        <a:pt x="13266" y="18497"/>
                      </a:lnTo>
                      <a:lnTo>
                        <a:pt x="13162" y="18623"/>
                      </a:lnTo>
                      <a:lnTo>
                        <a:pt x="13099" y="18602"/>
                      </a:lnTo>
                      <a:lnTo>
                        <a:pt x="13099" y="18351"/>
                      </a:lnTo>
                      <a:lnTo>
                        <a:pt x="13057" y="18330"/>
                      </a:lnTo>
                      <a:lnTo>
                        <a:pt x="12890" y="18351"/>
                      </a:lnTo>
                      <a:lnTo>
                        <a:pt x="12639" y="18497"/>
                      </a:lnTo>
                      <a:lnTo>
                        <a:pt x="12471" y="18602"/>
                      </a:lnTo>
                      <a:lnTo>
                        <a:pt x="12450" y="18665"/>
                      </a:lnTo>
                      <a:lnTo>
                        <a:pt x="12471" y="18727"/>
                      </a:lnTo>
                      <a:lnTo>
                        <a:pt x="12471" y="18853"/>
                      </a:lnTo>
                      <a:lnTo>
                        <a:pt x="12450" y="18957"/>
                      </a:lnTo>
                      <a:lnTo>
                        <a:pt x="12409" y="19041"/>
                      </a:lnTo>
                      <a:lnTo>
                        <a:pt x="12409" y="19146"/>
                      </a:lnTo>
                      <a:lnTo>
                        <a:pt x="12471" y="19188"/>
                      </a:lnTo>
                      <a:lnTo>
                        <a:pt x="12555" y="19167"/>
                      </a:lnTo>
                      <a:lnTo>
                        <a:pt x="12576" y="19125"/>
                      </a:lnTo>
                      <a:lnTo>
                        <a:pt x="12555" y="19083"/>
                      </a:lnTo>
                      <a:lnTo>
                        <a:pt x="12513" y="19062"/>
                      </a:lnTo>
                      <a:lnTo>
                        <a:pt x="12555" y="19020"/>
                      </a:lnTo>
                      <a:lnTo>
                        <a:pt x="12681" y="19020"/>
                      </a:lnTo>
                      <a:lnTo>
                        <a:pt x="12660" y="19062"/>
                      </a:lnTo>
                      <a:lnTo>
                        <a:pt x="12722" y="19125"/>
                      </a:lnTo>
                      <a:lnTo>
                        <a:pt x="12785" y="19041"/>
                      </a:lnTo>
                      <a:lnTo>
                        <a:pt x="12848" y="19041"/>
                      </a:lnTo>
                      <a:lnTo>
                        <a:pt x="12764" y="19146"/>
                      </a:lnTo>
                      <a:lnTo>
                        <a:pt x="12764" y="19188"/>
                      </a:lnTo>
                      <a:lnTo>
                        <a:pt x="12555" y="19355"/>
                      </a:lnTo>
                      <a:lnTo>
                        <a:pt x="12534" y="19397"/>
                      </a:lnTo>
                      <a:lnTo>
                        <a:pt x="12639" y="19439"/>
                      </a:lnTo>
                      <a:lnTo>
                        <a:pt x="12681" y="19355"/>
                      </a:lnTo>
                      <a:lnTo>
                        <a:pt x="12764" y="19292"/>
                      </a:lnTo>
                      <a:lnTo>
                        <a:pt x="12764" y="19229"/>
                      </a:lnTo>
                      <a:lnTo>
                        <a:pt x="12890" y="19146"/>
                      </a:lnTo>
                      <a:lnTo>
                        <a:pt x="12869" y="19083"/>
                      </a:lnTo>
                      <a:lnTo>
                        <a:pt x="12932" y="19041"/>
                      </a:lnTo>
                      <a:lnTo>
                        <a:pt x="12973" y="19041"/>
                      </a:lnTo>
                      <a:lnTo>
                        <a:pt x="13036" y="18916"/>
                      </a:lnTo>
                      <a:lnTo>
                        <a:pt x="13078" y="18937"/>
                      </a:lnTo>
                      <a:lnTo>
                        <a:pt x="13183" y="18916"/>
                      </a:lnTo>
                      <a:lnTo>
                        <a:pt x="13287" y="18937"/>
                      </a:lnTo>
                      <a:lnTo>
                        <a:pt x="13455" y="18832"/>
                      </a:lnTo>
                      <a:lnTo>
                        <a:pt x="13413" y="18748"/>
                      </a:lnTo>
                      <a:lnTo>
                        <a:pt x="13287" y="18706"/>
                      </a:lnTo>
                      <a:lnTo>
                        <a:pt x="13371" y="18665"/>
                      </a:lnTo>
                      <a:lnTo>
                        <a:pt x="13497" y="18665"/>
                      </a:lnTo>
                      <a:lnTo>
                        <a:pt x="13580" y="18769"/>
                      </a:lnTo>
                      <a:lnTo>
                        <a:pt x="13664" y="18769"/>
                      </a:lnTo>
                      <a:lnTo>
                        <a:pt x="13727" y="18665"/>
                      </a:lnTo>
                      <a:lnTo>
                        <a:pt x="13685" y="18539"/>
                      </a:lnTo>
                      <a:lnTo>
                        <a:pt x="13580" y="18518"/>
                      </a:lnTo>
                      <a:lnTo>
                        <a:pt x="13622" y="18455"/>
                      </a:lnTo>
                      <a:lnTo>
                        <a:pt x="13706" y="18455"/>
                      </a:lnTo>
                      <a:lnTo>
                        <a:pt x="13789" y="18497"/>
                      </a:lnTo>
                      <a:lnTo>
                        <a:pt x="13852" y="18455"/>
                      </a:lnTo>
                      <a:lnTo>
                        <a:pt x="13894" y="18518"/>
                      </a:lnTo>
                      <a:lnTo>
                        <a:pt x="13957" y="18539"/>
                      </a:lnTo>
                      <a:lnTo>
                        <a:pt x="14041" y="18413"/>
                      </a:lnTo>
                      <a:lnTo>
                        <a:pt x="14020" y="18330"/>
                      </a:lnTo>
                      <a:lnTo>
                        <a:pt x="13957" y="18309"/>
                      </a:lnTo>
                      <a:lnTo>
                        <a:pt x="13957" y="18225"/>
                      </a:lnTo>
                      <a:lnTo>
                        <a:pt x="14062" y="18225"/>
                      </a:lnTo>
                      <a:lnTo>
                        <a:pt x="14166" y="18204"/>
                      </a:lnTo>
                      <a:lnTo>
                        <a:pt x="14124" y="18079"/>
                      </a:lnTo>
                      <a:lnTo>
                        <a:pt x="14041" y="18037"/>
                      </a:lnTo>
                      <a:lnTo>
                        <a:pt x="13957" y="18079"/>
                      </a:lnTo>
                      <a:lnTo>
                        <a:pt x="14041" y="17995"/>
                      </a:lnTo>
                      <a:cubicBezTo>
                        <a:pt x="14062" y="17974"/>
                        <a:pt x="14041" y="17932"/>
                        <a:pt x="14041" y="17932"/>
                      </a:cubicBezTo>
                      <a:lnTo>
                        <a:pt x="14145" y="17828"/>
                      </a:lnTo>
                      <a:lnTo>
                        <a:pt x="14166" y="17911"/>
                      </a:lnTo>
                      <a:lnTo>
                        <a:pt x="14229" y="17911"/>
                      </a:lnTo>
                      <a:lnTo>
                        <a:pt x="14313" y="17807"/>
                      </a:lnTo>
                      <a:lnTo>
                        <a:pt x="14354" y="17869"/>
                      </a:lnTo>
                      <a:lnTo>
                        <a:pt x="14438" y="17828"/>
                      </a:lnTo>
                      <a:lnTo>
                        <a:pt x="14417" y="17765"/>
                      </a:lnTo>
                      <a:lnTo>
                        <a:pt x="14334" y="17723"/>
                      </a:lnTo>
                      <a:lnTo>
                        <a:pt x="14396" y="17660"/>
                      </a:lnTo>
                      <a:lnTo>
                        <a:pt x="14438" y="17597"/>
                      </a:lnTo>
                      <a:lnTo>
                        <a:pt x="14396" y="17514"/>
                      </a:lnTo>
                      <a:lnTo>
                        <a:pt x="14313" y="17556"/>
                      </a:lnTo>
                      <a:lnTo>
                        <a:pt x="14292" y="17597"/>
                      </a:lnTo>
                      <a:lnTo>
                        <a:pt x="14229" y="17597"/>
                      </a:lnTo>
                      <a:lnTo>
                        <a:pt x="14250" y="17493"/>
                      </a:lnTo>
                      <a:lnTo>
                        <a:pt x="14208" y="17472"/>
                      </a:lnTo>
                      <a:lnTo>
                        <a:pt x="14103" y="17493"/>
                      </a:lnTo>
                      <a:lnTo>
                        <a:pt x="14041" y="17577"/>
                      </a:lnTo>
                      <a:lnTo>
                        <a:pt x="14103" y="17618"/>
                      </a:lnTo>
                      <a:lnTo>
                        <a:pt x="14041" y="17723"/>
                      </a:lnTo>
                      <a:lnTo>
                        <a:pt x="13999" y="17702"/>
                      </a:lnTo>
                      <a:lnTo>
                        <a:pt x="13978" y="17786"/>
                      </a:lnTo>
                      <a:lnTo>
                        <a:pt x="13894" y="17765"/>
                      </a:lnTo>
                      <a:lnTo>
                        <a:pt x="13831" y="17807"/>
                      </a:lnTo>
                      <a:lnTo>
                        <a:pt x="13873" y="17869"/>
                      </a:lnTo>
                      <a:lnTo>
                        <a:pt x="13999" y="17995"/>
                      </a:lnTo>
                      <a:lnTo>
                        <a:pt x="13831" y="18141"/>
                      </a:lnTo>
                      <a:lnTo>
                        <a:pt x="13831" y="18079"/>
                      </a:lnTo>
                      <a:lnTo>
                        <a:pt x="13727" y="17995"/>
                      </a:lnTo>
                      <a:lnTo>
                        <a:pt x="13685" y="18037"/>
                      </a:lnTo>
                      <a:lnTo>
                        <a:pt x="13706" y="18121"/>
                      </a:lnTo>
                      <a:lnTo>
                        <a:pt x="13685" y="18225"/>
                      </a:lnTo>
                      <a:lnTo>
                        <a:pt x="13622" y="18204"/>
                      </a:lnTo>
                      <a:lnTo>
                        <a:pt x="13580" y="18225"/>
                      </a:lnTo>
                      <a:lnTo>
                        <a:pt x="13517" y="18330"/>
                      </a:lnTo>
                      <a:lnTo>
                        <a:pt x="13434" y="18351"/>
                      </a:lnTo>
                      <a:lnTo>
                        <a:pt x="13434" y="18288"/>
                      </a:lnTo>
                      <a:lnTo>
                        <a:pt x="13497" y="18225"/>
                      </a:lnTo>
                      <a:lnTo>
                        <a:pt x="13497" y="18121"/>
                      </a:lnTo>
                      <a:lnTo>
                        <a:pt x="13413" y="18079"/>
                      </a:lnTo>
                      <a:lnTo>
                        <a:pt x="13371" y="18079"/>
                      </a:lnTo>
                      <a:cubicBezTo>
                        <a:pt x="13413" y="17995"/>
                        <a:pt x="13476" y="17911"/>
                        <a:pt x="13559" y="17849"/>
                      </a:cubicBezTo>
                      <a:lnTo>
                        <a:pt x="13559" y="17807"/>
                      </a:lnTo>
                      <a:cubicBezTo>
                        <a:pt x="13497" y="17702"/>
                        <a:pt x="13476" y="17597"/>
                        <a:pt x="13434" y="17493"/>
                      </a:cubicBezTo>
                      <a:lnTo>
                        <a:pt x="13476" y="17493"/>
                      </a:lnTo>
                      <a:lnTo>
                        <a:pt x="13517" y="17535"/>
                      </a:lnTo>
                      <a:lnTo>
                        <a:pt x="13538" y="17493"/>
                      </a:lnTo>
                      <a:lnTo>
                        <a:pt x="13497" y="17409"/>
                      </a:lnTo>
                      <a:lnTo>
                        <a:pt x="13413" y="17388"/>
                      </a:lnTo>
                      <a:lnTo>
                        <a:pt x="13476" y="17367"/>
                      </a:lnTo>
                      <a:lnTo>
                        <a:pt x="13580" y="17388"/>
                      </a:lnTo>
                      <a:lnTo>
                        <a:pt x="13706" y="17263"/>
                      </a:lnTo>
                      <a:lnTo>
                        <a:pt x="13831" y="17263"/>
                      </a:lnTo>
                      <a:lnTo>
                        <a:pt x="13936" y="17158"/>
                      </a:lnTo>
                      <a:lnTo>
                        <a:pt x="14020" y="17137"/>
                      </a:lnTo>
                      <a:lnTo>
                        <a:pt x="14145" y="16991"/>
                      </a:lnTo>
                      <a:lnTo>
                        <a:pt x="14145" y="16844"/>
                      </a:lnTo>
                      <a:lnTo>
                        <a:pt x="14103" y="16781"/>
                      </a:lnTo>
                      <a:lnTo>
                        <a:pt x="14082" y="16781"/>
                      </a:lnTo>
                      <a:lnTo>
                        <a:pt x="14020" y="16656"/>
                      </a:lnTo>
                      <a:lnTo>
                        <a:pt x="13957" y="16635"/>
                      </a:lnTo>
                      <a:lnTo>
                        <a:pt x="13810" y="16635"/>
                      </a:lnTo>
                      <a:lnTo>
                        <a:pt x="13831" y="16530"/>
                      </a:lnTo>
                      <a:lnTo>
                        <a:pt x="13831" y="16426"/>
                      </a:lnTo>
                      <a:lnTo>
                        <a:pt x="13999" y="16363"/>
                      </a:lnTo>
                      <a:lnTo>
                        <a:pt x="14020" y="16321"/>
                      </a:lnTo>
                      <a:lnTo>
                        <a:pt x="14103" y="16300"/>
                      </a:lnTo>
                      <a:lnTo>
                        <a:pt x="14124" y="16216"/>
                      </a:lnTo>
                      <a:lnTo>
                        <a:pt x="14103" y="16216"/>
                      </a:lnTo>
                      <a:lnTo>
                        <a:pt x="14145" y="16154"/>
                      </a:lnTo>
                      <a:lnTo>
                        <a:pt x="14250" y="16196"/>
                      </a:lnTo>
                      <a:lnTo>
                        <a:pt x="14417" y="16091"/>
                      </a:lnTo>
                      <a:lnTo>
                        <a:pt x="14522" y="16175"/>
                      </a:lnTo>
                      <a:lnTo>
                        <a:pt x="14647" y="16091"/>
                      </a:lnTo>
                      <a:lnTo>
                        <a:pt x="14626" y="16175"/>
                      </a:lnTo>
                      <a:lnTo>
                        <a:pt x="14647" y="16216"/>
                      </a:lnTo>
                      <a:lnTo>
                        <a:pt x="14731" y="16216"/>
                      </a:lnTo>
                      <a:lnTo>
                        <a:pt x="14857" y="16091"/>
                      </a:lnTo>
                      <a:lnTo>
                        <a:pt x="14836" y="16028"/>
                      </a:lnTo>
                      <a:lnTo>
                        <a:pt x="14773" y="16007"/>
                      </a:lnTo>
                      <a:lnTo>
                        <a:pt x="14752" y="15965"/>
                      </a:lnTo>
                      <a:lnTo>
                        <a:pt x="14794" y="15924"/>
                      </a:lnTo>
                      <a:lnTo>
                        <a:pt x="14919" y="15986"/>
                      </a:lnTo>
                      <a:lnTo>
                        <a:pt x="15129" y="15924"/>
                      </a:lnTo>
                      <a:lnTo>
                        <a:pt x="15170" y="15777"/>
                      </a:lnTo>
                      <a:lnTo>
                        <a:pt x="15129" y="15631"/>
                      </a:lnTo>
                      <a:lnTo>
                        <a:pt x="14961" y="15526"/>
                      </a:lnTo>
                      <a:lnTo>
                        <a:pt x="14891" y="15526"/>
                      </a:lnTo>
                      <a:lnTo>
                        <a:pt x="14919" y="15505"/>
                      </a:lnTo>
                      <a:lnTo>
                        <a:pt x="15066" y="15505"/>
                      </a:lnTo>
                      <a:lnTo>
                        <a:pt x="15150" y="15589"/>
                      </a:lnTo>
                      <a:lnTo>
                        <a:pt x="15296" y="15589"/>
                      </a:lnTo>
                      <a:lnTo>
                        <a:pt x="15401" y="15484"/>
                      </a:lnTo>
                      <a:lnTo>
                        <a:pt x="15401" y="15400"/>
                      </a:lnTo>
                      <a:lnTo>
                        <a:pt x="15673" y="15275"/>
                      </a:lnTo>
                      <a:lnTo>
                        <a:pt x="15798" y="15149"/>
                      </a:lnTo>
                      <a:lnTo>
                        <a:pt x="15924" y="15149"/>
                      </a:lnTo>
                      <a:lnTo>
                        <a:pt x="15986" y="15087"/>
                      </a:lnTo>
                      <a:lnTo>
                        <a:pt x="15986" y="15003"/>
                      </a:lnTo>
                      <a:lnTo>
                        <a:pt x="16217" y="14836"/>
                      </a:lnTo>
                      <a:lnTo>
                        <a:pt x="16426" y="14794"/>
                      </a:lnTo>
                      <a:lnTo>
                        <a:pt x="16656" y="14584"/>
                      </a:lnTo>
                      <a:lnTo>
                        <a:pt x="16844" y="14564"/>
                      </a:lnTo>
                      <a:lnTo>
                        <a:pt x="17033" y="14333"/>
                      </a:lnTo>
                      <a:lnTo>
                        <a:pt x="16949" y="14480"/>
                      </a:lnTo>
                      <a:lnTo>
                        <a:pt x="16949" y="14626"/>
                      </a:lnTo>
                      <a:lnTo>
                        <a:pt x="17012" y="14647"/>
                      </a:lnTo>
                      <a:lnTo>
                        <a:pt x="17075" y="14668"/>
                      </a:lnTo>
                      <a:lnTo>
                        <a:pt x="17116" y="14731"/>
                      </a:lnTo>
                      <a:lnTo>
                        <a:pt x="17263" y="14564"/>
                      </a:lnTo>
                      <a:lnTo>
                        <a:pt x="17367" y="14522"/>
                      </a:lnTo>
                      <a:lnTo>
                        <a:pt x="17598" y="14438"/>
                      </a:lnTo>
                      <a:lnTo>
                        <a:pt x="17681" y="14354"/>
                      </a:lnTo>
                      <a:lnTo>
                        <a:pt x="17681" y="14354"/>
                      </a:lnTo>
                      <a:lnTo>
                        <a:pt x="17639" y="14480"/>
                      </a:lnTo>
                      <a:lnTo>
                        <a:pt x="17451" y="14584"/>
                      </a:lnTo>
                      <a:lnTo>
                        <a:pt x="17326" y="14584"/>
                      </a:lnTo>
                      <a:lnTo>
                        <a:pt x="17054" y="14856"/>
                      </a:lnTo>
                      <a:lnTo>
                        <a:pt x="17033" y="14961"/>
                      </a:lnTo>
                      <a:lnTo>
                        <a:pt x="17158" y="15149"/>
                      </a:lnTo>
                      <a:lnTo>
                        <a:pt x="17179" y="15275"/>
                      </a:lnTo>
                      <a:lnTo>
                        <a:pt x="17054" y="15191"/>
                      </a:lnTo>
                      <a:lnTo>
                        <a:pt x="16949" y="15191"/>
                      </a:lnTo>
                      <a:lnTo>
                        <a:pt x="16886" y="15212"/>
                      </a:lnTo>
                      <a:lnTo>
                        <a:pt x="16823" y="15212"/>
                      </a:lnTo>
                      <a:lnTo>
                        <a:pt x="16719" y="15149"/>
                      </a:lnTo>
                      <a:lnTo>
                        <a:pt x="16698" y="14982"/>
                      </a:lnTo>
                      <a:lnTo>
                        <a:pt x="16510" y="15066"/>
                      </a:lnTo>
                      <a:lnTo>
                        <a:pt x="16405" y="15066"/>
                      </a:lnTo>
                      <a:lnTo>
                        <a:pt x="16238" y="15170"/>
                      </a:lnTo>
                      <a:lnTo>
                        <a:pt x="16091" y="15170"/>
                      </a:lnTo>
                      <a:lnTo>
                        <a:pt x="15986" y="15275"/>
                      </a:lnTo>
                      <a:lnTo>
                        <a:pt x="15986" y="15380"/>
                      </a:lnTo>
                      <a:lnTo>
                        <a:pt x="16007" y="15421"/>
                      </a:lnTo>
                      <a:lnTo>
                        <a:pt x="15903" y="15610"/>
                      </a:lnTo>
                      <a:lnTo>
                        <a:pt x="15777" y="15693"/>
                      </a:lnTo>
                      <a:lnTo>
                        <a:pt x="15714" y="15840"/>
                      </a:lnTo>
                      <a:lnTo>
                        <a:pt x="15380" y="16133"/>
                      </a:lnTo>
                      <a:lnTo>
                        <a:pt x="15296" y="16237"/>
                      </a:lnTo>
                      <a:lnTo>
                        <a:pt x="15296" y="16321"/>
                      </a:lnTo>
                      <a:lnTo>
                        <a:pt x="15401" y="16468"/>
                      </a:lnTo>
                      <a:lnTo>
                        <a:pt x="15463" y="16405"/>
                      </a:lnTo>
                      <a:lnTo>
                        <a:pt x="15505" y="16405"/>
                      </a:lnTo>
                      <a:lnTo>
                        <a:pt x="15610" y="16321"/>
                      </a:lnTo>
                      <a:lnTo>
                        <a:pt x="15694" y="16342"/>
                      </a:lnTo>
                      <a:lnTo>
                        <a:pt x="15694" y="16405"/>
                      </a:lnTo>
                      <a:lnTo>
                        <a:pt x="15484" y="16551"/>
                      </a:lnTo>
                      <a:lnTo>
                        <a:pt x="15401" y="16551"/>
                      </a:lnTo>
                      <a:lnTo>
                        <a:pt x="15359" y="16656"/>
                      </a:lnTo>
                      <a:lnTo>
                        <a:pt x="15254" y="16614"/>
                      </a:lnTo>
                      <a:lnTo>
                        <a:pt x="15170" y="16614"/>
                      </a:lnTo>
                      <a:lnTo>
                        <a:pt x="15087" y="16635"/>
                      </a:lnTo>
                      <a:lnTo>
                        <a:pt x="15087" y="16740"/>
                      </a:lnTo>
                      <a:lnTo>
                        <a:pt x="15024" y="16719"/>
                      </a:lnTo>
                      <a:lnTo>
                        <a:pt x="14919" y="16740"/>
                      </a:lnTo>
                      <a:lnTo>
                        <a:pt x="14919" y="16865"/>
                      </a:lnTo>
                      <a:lnTo>
                        <a:pt x="15066" y="17053"/>
                      </a:lnTo>
                      <a:lnTo>
                        <a:pt x="15129" y="17032"/>
                      </a:lnTo>
                      <a:lnTo>
                        <a:pt x="15170" y="16949"/>
                      </a:lnTo>
                      <a:lnTo>
                        <a:pt x="15233" y="17032"/>
                      </a:lnTo>
                      <a:lnTo>
                        <a:pt x="15275" y="16886"/>
                      </a:lnTo>
                      <a:lnTo>
                        <a:pt x="15359" y="16886"/>
                      </a:lnTo>
                      <a:lnTo>
                        <a:pt x="15359" y="16991"/>
                      </a:lnTo>
                      <a:lnTo>
                        <a:pt x="15442" y="16949"/>
                      </a:lnTo>
                      <a:lnTo>
                        <a:pt x="15463" y="16865"/>
                      </a:lnTo>
                      <a:lnTo>
                        <a:pt x="15526" y="16823"/>
                      </a:lnTo>
                      <a:lnTo>
                        <a:pt x="15652" y="16740"/>
                      </a:lnTo>
                      <a:lnTo>
                        <a:pt x="15652" y="16614"/>
                      </a:lnTo>
                      <a:lnTo>
                        <a:pt x="15714" y="16530"/>
                      </a:lnTo>
                      <a:lnTo>
                        <a:pt x="15714" y="16572"/>
                      </a:lnTo>
                      <a:lnTo>
                        <a:pt x="15673" y="16635"/>
                      </a:lnTo>
                      <a:lnTo>
                        <a:pt x="15714" y="16719"/>
                      </a:lnTo>
                      <a:lnTo>
                        <a:pt x="15840" y="16719"/>
                      </a:lnTo>
                      <a:lnTo>
                        <a:pt x="16028" y="16572"/>
                      </a:lnTo>
                      <a:lnTo>
                        <a:pt x="16175" y="16572"/>
                      </a:lnTo>
                      <a:lnTo>
                        <a:pt x="16196" y="16656"/>
                      </a:lnTo>
                      <a:lnTo>
                        <a:pt x="16258" y="16614"/>
                      </a:lnTo>
                      <a:lnTo>
                        <a:pt x="16321" y="16405"/>
                      </a:lnTo>
                      <a:lnTo>
                        <a:pt x="16447" y="16321"/>
                      </a:lnTo>
                      <a:lnTo>
                        <a:pt x="16510" y="16321"/>
                      </a:lnTo>
                      <a:lnTo>
                        <a:pt x="16363" y="16468"/>
                      </a:lnTo>
                      <a:lnTo>
                        <a:pt x="16363" y="16551"/>
                      </a:lnTo>
                      <a:lnTo>
                        <a:pt x="16447" y="16509"/>
                      </a:lnTo>
                      <a:lnTo>
                        <a:pt x="16572" y="16342"/>
                      </a:lnTo>
                      <a:lnTo>
                        <a:pt x="16656" y="16154"/>
                      </a:lnTo>
                      <a:lnTo>
                        <a:pt x="16740" y="16112"/>
                      </a:lnTo>
                      <a:lnTo>
                        <a:pt x="16740" y="16196"/>
                      </a:lnTo>
                      <a:lnTo>
                        <a:pt x="16656" y="16321"/>
                      </a:lnTo>
                      <a:lnTo>
                        <a:pt x="16656" y="16363"/>
                      </a:lnTo>
                      <a:lnTo>
                        <a:pt x="16782" y="16237"/>
                      </a:lnTo>
                      <a:lnTo>
                        <a:pt x="16844" y="16321"/>
                      </a:lnTo>
                      <a:lnTo>
                        <a:pt x="16844" y="16405"/>
                      </a:lnTo>
                      <a:lnTo>
                        <a:pt x="16970" y="16426"/>
                      </a:lnTo>
                      <a:lnTo>
                        <a:pt x="17033" y="16468"/>
                      </a:lnTo>
                      <a:lnTo>
                        <a:pt x="17095" y="16405"/>
                      </a:lnTo>
                      <a:lnTo>
                        <a:pt x="17158" y="16258"/>
                      </a:lnTo>
                      <a:lnTo>
                        <a:pt x="17305" y="16237"/>
                      </a:lnTo>
                      <a:lnTo>
                        <a:pt x="17409" y="16154"/>
                      </a:lnTo>
                      <a:lnTo>
                        <a:pt x="17347" y="16133"/>
                      </a:lnTo>
                      <a:lnTo>
                        <a:pt x="17367" y="16007"/>
                      </a:lnTo>
                      <a:lnTo>
                        <a:pt x="17577" y="15924"/>
                      </a:lnTo>
                      <a:lnTo>
                        <a:pt x="17598" y="15840"/>
                      </a:lnTo>
                      <a:lnTo>
                        <a:pt x="17598" y="15735"/>
                      </a:lnTo>
                      <a:lnTo>
                        <a:pt x="17493" y="15777"/>
                      </a:lnTo>
                      <a:lnTo>
                        <a:pt x="17409" y="15714"/>
                      </a:lnTo>
                      <a:lnTo>
                        <a:pt x="17284" y="15693"/>
                      </a:lnTo>
                      <a:lnTo>
                        <a:pt x="17347" y="15610"/>
                      </a:lnTo>
                      <a:lnTo>
                        <a:pt x="17451" y="15610"/>
                      </a:lnTo>
                      <a:lnTo>
                        <a:pt x="17514" y="15631"/>
                      </a:lnTo>
                      <a:lnTo>
                        <a:pt x="17577" y="15568"/>
                      </a:lnTo>
                      <a:lnTo>
                        <a:pt x="17577" y="15463"/>
                      </a:lnTo>
                      <a:lnTo>
                        <a:pt x="17472" y="15505"/>
                      </a:lnTo>
                      <a:lnTo>
                        <a:pt x="17367" y="15400"/>
                      </a:lnTo>
                      <a:lnTo>
                        <a:pt x="17367" y="15317"/>
                      </a:lnTo>
                      <a:lnTo>
                        <a:pt x="17514" y="15296"/>
                      </a:lnTo>
                      <a:lnTo>
                        <a:pt x="17598" y="15275"/>
                      </a:lnTo>
                      <a:lnTo>
                        <a:pt x="17660" y="15296"/>
                      </a:lnTo>
                      <a:lnTo>
                        <a:pt x="17681" y="15254"/>
                      </a:lnTo>
                      <a:lnTo>
                        <a:pt x="17619" y="15108"/>
                      </a:lnTo>
                      <a:lnTo>
                        <a:pt x="17807" y="15045"/>
                      </a:lnTo>
                      <a:lnTo>
                        <a:pt x="17911" y="15108"/>
                      </a:lnTo>
                      <a:lnTo>
                        <a:pt x="17995" y="15087"/>
                      </a:lnTo>
                      <a:lnTo>
                        <a:pt x="18121" y="15087"/>
                      </a:lnTo>
                      <a:lnTo>
                        <a:pt x="17911" y="15254"/>
                      </a:lnTo>
                      <a:lnTo>
                        <a:pt x="17911" y="15359"/>
                      </a:lnTo>
                      <a:lnTo>
                        <a:pt x="17932" y="15526"/>
                      </a:lnTo>
                      <a:lnTo>
                        <a:pt x="17995" y="15526"/>
                      </a:lnTo>
                      <a:lnTo>
                        <a:pt x="18079" y="15317"/>
                      </a:lnTo>
                      <a:lnTo>
                        <a:pt x="18142" y="15275"/>
                      </a:lnTo>
                      <a:lnTo>
                        <a:pt x="18204" y="15275"/>
                      </a:lnTo>
                      <a:lnTo>
                        <a:pt x="18183" y="15359"/>
                      </a:lnTo>
                      <a:lnTo>
                        <a:pt x="18121" y="15421"/>
                      </a:lnTo>
                      <a:lnTo>
                        <a:pt x="18142" y="15505"/>
                      </a:lnTo>
                      <a:lnTo>
                        <a:pt x="18288" y="15400"/>
                      </a:lnTo>
                      <a:lnTo>
                        <a:pt x="18309" y="15317"/>
                      </a:lnTo>
                      <a:lnTo>
                        <a:pt x="18393" y="15400"/>
                      </a:lnTo>
                      <a:lnTo>
                        <a:pt x="18497" y="15317"/>
                      </a:lnTo>
                      <a:lnTo>
                        <a:pt x="18539" y="15317"/>
                      </a:lnTo>
                      <a:lnTo>
                        <a:pt x="18644" y="15254"/>
                      </a:lnTo>
                      <a:lnTo>
                        <a:pt x="18769" y="15212"/>
                      </a:lnTo>
                      <a:lnTo>
                        <a:pt x="18874" y="15254"/>
                      </a:lnTo>
                      <a:lnTo>
                        <a:pt x="18853" y="15296"/>
                      </a:lnTo>
                      <a:lnTo>
                        <a:pt x="18727" y="15296"/>
                      </a:lnTo>
                      <a:lnTo>
                        <a:pt x="18602" y="15421"/>
                      </a:lnTo>
                      <a:lnTo>
                        <a:pt x="18686" y="15421"/>
                      </a:lnTo>
                      <a:lnTo>
                        <a:pt x="18623" y="15505"/>
                      </a:lnTo>
                      <a:lnTo>
                        <a:pt x="18686" y="15568"/>
                      </a:lnTo>
                      <a:lnTo>
                        <a:pt x="18895" y="15610"/>
                      </a:lnTo>
                      <a:lnTo>
                        <a:pt x="18958" y="15693"/>
                      </a:lnTo>
                      <a:lnTo>
                        <a:pt x="18958" y="15735"/>
                      </a:lnTo>
                      <a:lnTo>
                        <a:pt x="18832" y="15631"/>
                      </a:lnTo>
                      <a:lnTo>
                        <a:pt x="18686" y="15610"/>
                      </a:lnTo>
                      <a:lnTo>
                        <a:pt x="18581" y="15672"/>
                      </a:lnTo>
                      <a:lnTo>
                        <a:pt x="18581" y="15777"/>
                      </a:lnTo>
                      <a:lnTo>
                        <a:pt x="18644" y="15798"/>
                      </a:lnTo>
                      <a:lnTo>
                        <a:pt x="18748" y="15735"/>
                      </a:lnTo>
                      <a:lnTo>
                        <a:pt x="18832" y="15819"/>
                      </a:lnTo>
                      <a:lnTo>
                        <a:pt x="18790" y="15840"/>
                      </a:lnTo>
                      <a:lnTo>
                        <a:pt x="18644" y="15840"/>
                      </a:lnTo>
                      <a:lnTo>
                        <a:pt x="18644" y="15924"/>
                      </a:lnTo>
                      <a:lnTo>
                        <a:pt x="18811" y="15986"/>
                      </a:lnTo>
                      <a:lnTo>
                        <a:pt x="18853" y="16049"/>
                      </a:lnTo>
                      <a:lnTo>
                        <a:pt x="18790" y="16091"/>
                      </a:lnTo>
                      <a:lnTo>
                        <a:pt x="18707" y="16112"/>
                      </a:lnTo>
                      <a:lnTo>
                        <a:pt x="18707" y="16154"/>
                      </a:lnTo>
                      <a:lnTo>
                        <a:pt x="18811" y="16154"/>
                      </a:lnTo>
                      <a:lnTo>
                        <a:pt x="18916" y="16112"/>
                      </a:lnTo>
                      <a:lnTo>
                        <a:pt x="19020" y="16196"/>
                      </a:lnTo>
                      <a:lnTo>
                        <a:pt x="19125" y="16237"/>
                      </a:lnTo>
                      <a:lnTo>
                        <a:pt x="19271" y="16196"/>
                      </a:lnTo>
                      <a:lnTo>
                        <a:pt x="19334" y="16258"/>
                      </a:lnTo>
                      <a:lnTo>
                        <a:pt x="19334" y="16321"/>
                      </a:lnTo>
                      <a:lnTo>
                        <a:pt x="19251" y="16363"/>
                      </a:lnTo>
                      <a:lnTo>
                        <a:pt x="19271" y="16447"/>
                      </a:lnTo>
                      <a:lnTo>
                        <a:pt x="19334" y="16468"/>
                      </a:lnTo>
                      <a:lnTo>
                        <a:pt x="19355" y="16551"/>
                      </a:lnTo>
                      <a:lnTo>
                        <a:pt x="19439" y="16572"/>
                      </a:lnTo>
                      <a:lnTo>
                        <a:pt x="19523" y="16488"/>
                      </a:lnTo>
                      <a:lnTo>
                        <a:pt x="19481" y="16426"/>
                      </a:lnTo>
                      <a:lnTo>
                        <a:pt x="19523" y="16384"/>
                      </a:lnTo>
                      <a:lnTo>
                        <a:pt x="19648" y="16384"/>
                      </a:lnTo>
                      <a:lnTo>
                        <a:pt x="19564" y="16488"/>
                      </a:lnTo>
                      <a:lnTo>
                        <a:pt x="19564" y="16551"/>
                      </a:lnTo>
                      <a:lnTo>
                        <a:pt x="19418" y="16719"/>
                      </a:lnTo>
                      <a:lnTo>
                        <a:pt x="19443" y="16744"/>
                      </a:lnTo>
                      <a:lnTo>
                        <a:pt x="19376" y="16760"/>
                      </a:lnTo>
                      <a:lnTo>
                        <a:pt x="19418" y="16844"/>
                      </a:lnTo>
                      <a:lnTo>
                        <a:pt x="19690" y="16907"/>
                      </a:lnTo>
                      <a:lnTo>
                        <a:pt x="19774" y="16865"/>
                      </a:lnTo>
                      <a:lnTo>
                        <a:pt x="19857" y="16907"/>
                      </a:lnTo>
                      <a:lnTo>
                        <a:pt x="20108" y="16907"/>
                      </a:lnTo>
                      <a:lnTo>
                        <a:pt x="20234" y="16865"/>
                      </a:lnTo>
                      <a:lnTo>
                        <a:pt x="20297" y="16907"/>
                      </a:lnTo>
                      <a:lnTo>
                        <a:pt x="20297" y="16970"/>
                      </a:lnTo>
                      <a:lnTo>
                        <a:pt x="20380" y="16970"/>
                      </a:lnTo>
                      <a:lnTo>
                        <a:pt x="20443" y="17053"/>
                      </a:lnTo>
                      <a:lnTo>
                        <a:pt x="20527" y="17116"/>
                      </a:lnTo>
                      <a:lnTo>
                        <a:pt x="20548" y="17179"/>
                      </a:lnTo>
                      <a:lnTo>
                        <a:pt x="20652" y="17179"/>
                      </a:lnTo>
                      <a:lnTo>
                        <a:pt x="20820" y="17116"/>
                      </a:lnTo>
                      <a:lnTo>
                        <a:pt x="20841" y="17074"/>
                      </a:lnTo>
                      <a:lnTo>
                        <a:pt x="20904" y="17116"/>
                      </a:lnTo>
                      <a:lnTo>
                        <a:pt x="20904" y="17179"/>
                      </a:lnTo>
                      <a:lnTo>
                        <a:pt x="20820" y="17263"/>
                      </a:lnTo>
                      <a:lnTo>
                        <a:pt x="20715" y="17284"/>
                      </a:lnTo>
                      <a:lnTo>
                        <a:pt x="20736" y="17346"/>
                      </a:lnTo>
                      <a:lnTo>
                        <a:pt x="20904" y="17388"/>
                      </a:lnTo>
                      <a:lnTo>
                        <a:pt x="20924" y="17493"/>
                      </a:lnTo>
                      <a:lnTo>
                        <a:pt x="21008" y="17577"/>
                      </a:lnTo>
                      <a:lnTo>
                        <a:pt x="21176" y="17639"/>
                      </a:lnTo>
                      <a:lnTo>
                        <a:pt x="21385" y="17577"/>
                      </a:lnTo>
                      <a:lnTo>
                        <a:pt x="21468" y="17556"/>
                      </a:lnTo>
                      <a:lnTo>
                        <a:pt x="21489" y="17597"/>
                      </a:lnTo>
                      <a:lnTo>
                        <a:pt x="21573" y="17535"/>
                      </a:lnTo>
                      <a:lnTo>
                        <a:pt x="21740" y="17430"/>
                      </a:lnTo>
                      <a:lnTo>
                        <a:pt x="21782" y="17430"/>
                      </a:lnTo>
                      <a:lnTo>
                        <a:pt x="21740" y="17493"/>
                      </a:lnTo>
                      <a:lnTo>
                        <a:pt x="21636" y="17577"/>
                      </a:lnTo>
                      <a:lnTo>
                        <a:pt x="21594" y="17786"/>
                      </a:lnTo>
                      <a:lnTo>
                        <a:pt x="21552" y="17911"/>
                      </a:lnTo>
                      <a:lnTo>
                        <a:pt x="21468" y="17911"/>
                      </a:lnTo>
                      <a:lnTo>
                        <a:pt x="21343" y="17849"/>
                      </a:lnTo>
                      <a:lnTo>
                        <a:pt x="21280" y="17869"/>
                      </a:lnTo>
                      <a:lnTo>
                        <a:pt x="21364" y="17995"/>
                      </a:lnTo>
                      <a:lnTo>
                        <a:pt x="21385" y="18100"/>
                      </a:lnTo>
                      <a:lnTo>
                        <a:pt x="21468" y="18162"/>
                      </a:lnTo>
                      <a:lnTo>
                        <a:pt x="21573" y="18121"/>
                      </a:lnTo>
                      <a:lnTo>
                        <a:pt x="21657" y="18162"/>
                      </a:lnTo>
                      <a:lnTo>
                        <a:pt x="21636" y="18225"/>
                      </a:lnTo>
                      <a:lnTo>
                        <a:pt x="21552" y="18225"/>
                      </a:lnTo>
                      <a:lnTo>
                        <a:pt x="21552" y="18288"/>
                      </a:lnTo>
                      <a:lnTo>
                        <a:pt x="21720" y="18434"/>
                      </a:lnTo>
                      <a:lnTo>
                        <a:pt x="21761" y="18413"/>
                      </a:lnTo>
                      <a:lnTo>
                        <a:pt x="21887" y="18434"/>
                      </a:lnTo>
                      <a:lnTo>
                        <a:pt x="21950" y="18330"/>
                      </a:lnTo>
                      <a:lnTo>
                        <a:pt x="22075" y="18100"/>
                      </a:lnTo>
                      <a:lnTo>
                        <a:pt x="22033" y="18288"/>
                      </a:lnTo>
                      <a:lnTo>
                        <a:pt x="22033" y="18413"/>
                      </a:lnTo>
                      <a:lnTo>
                        <a:pt x="21992" y="18497"/>
                      </a:lnTo>
                      <a:lnTo>
                        <a:pt x="21950" y="18518"/>
                      </a:lnTo>
                      <a:lnTo>
                        <a:pt x="21866" y="18623"/>
                      </a:lnTo>
                      <a:lnTo>
                        <a:pt x="21887" y="18706"/>
                      </a:lnTo>
                      <a:lnTo>
                        <a:pt x="21971" y="18748"/>
                      </a:lnTo>
                      <a:lnTo>
                        <a:pt x="21929" y="18811"/>
                      </a:lnTo>
                      <a:lnTo>
                        <a:pt x="21929" y="19062"/>
                      </a:lnTo>
                      <a:lnTo>
                        <a:pt x="21971" y="19125"/>
                      </a:lnTo>
                      <a:lnTo>
                        <a:pt x="22054" y="19125"/>
                      </a:lnTo>
                      <a:lnTo>
                        <a:pt x="22033" y="19229"/>
                      </a:lnTo>
                      <a:lnTo>
                        <a:pt x="22054" y="19334"/>
                      </a:lnTo>
                      <a:lnTo>
                        <a:pt x="22243" y="19522"/>
                      </a:lnTo>
                      <a:lnTo>
                        <a:pt x="22284" y="19543"/>
                      </a:lnTo>
                      <a:lnTo>
                        <a:pt x="22284" y="19585"/>
                      </a:lnTo>
                      <a:lnTo>
                        <a:pt x="22347" y="19543"/>
                      </a:lnTo>
                      <a:lnTo>
                        <a:pt x="22389" y="19627"/>
                      </a:lnTo>
                      <a:lnTo>
                        <a:pt x="22473" y="19585"/>
                      </a:lnTo>
                      <a:lnTo>
                        <a:pt x="22452" y="19543"/>
                      </a:lnTo>
                      <a:lnTo>
                        <a:pt x="22473" y="19481"/>
                      </a:lnTo>
                      <a:lnTo>
                        <a:pt x="22515" y="19543"/>
                      </a:lnTo>
                      <a:lnTo>
                        <a:pt x="22598" y="19564"/>
                      </a:lnTo>
                      <a:lnTo>
                        <a:pt x="22661" y="19481"/>
                      </a:lnTo>
                      <a:lnTo>
                        <a:pt x="22577" y="19334"/>
                      </a:lnTo>
                      <a:lnTo>
                        <a:pt x="22515" y="19334"/>
                      </a:lnTo>
                      <a:lnTo>
                        <a:pt x="22473" y="19355"/>
                      </a:lnTo>
                      <a:lnTo>
                        <a:pt x="22452" y="19334"/>
                      </a:lnTo>
                      <a:lnTo>
                        <a:pt x="22515" y="19229"/>
                      </a:lnTo>
                      <a:lnTo>
                        <a:pt x="22515" y="19146"/>
                      </a:lnTo>
                      <a:lnTo>
                        <a:pt x="22494" y="19062"/>
                      </a:lnTo>
                      <a:lnTo>
                        <a:pt x="22410" y="19041"/>
                      </a:lnTo>
                      <a:lnTo>
                        <a:pt x="22410" y="18999"/>
                      </a:lnTo>
                      <a:lnTo>
                        <a:pt x="22473" y="18937"/>
                      </a:lnTo>
                      <a:lnTo>
                        <a:pt x="22494" y="18811"/>
                      </a:lnTo>
                      <a:lnTo>
                        <a:pt x="22577" y="18811"/>
                      </a:lnTo>
                      <a:lnTo>
                        <a:pt x="22577" y="18916"/>
                      </a:lnTo>
                      <a:lnTo>
                        <a:pt x="22598" y="18999"/>
                      </a:lnTo>
                      <a:lnTo>
                        <a:pt x="22682" y="18895"/>
                      </a:lnTo>
                      <a:lnTo>
                        <a:pt x="22703" y="18957"/>
                      </a:lnTo>
                      <a:lnTo>
                        <a:pt x="22766" y="19041"/>
                      </a:lnTo>
                      <a:lnTo>
                        <a:pt x="22703" y="19146"/>
                      </a:lnTo>
                      <a:lnTo>
                        <a:pt x="22724" y="19229"/>
                      </a:lnTo>
                      <a:lnTo>
                        <a:pt x="22787" y="19250"/>
                      </a:lnTo>
                      <a:lnTo>
                        <a:pt x="22891" y="19146"/>
                      </a:lnTo>
                      <a:lnTo>
                        <a:pt x="22933" y="19146"/>
                      </a:lnTo>
                      <a:lnTo>
                        <a:pt x="22912" y="19229"/>
                      </a:lnTo>
                      <a:lnTo>
                        <a:pt x="22828" y="19313"/>
                      </a:lnTo>
                      <a:lnTo>
                        <a:pt x="22828" y="19376"/>
                      </a:lnTo>
                      <a:lnTo>
                        <a:pt x="22870" y="19481"/>
                      </a:lnTo>
                      <a:lnTo>
                        <a:pt x="22808" y="19627"/>
                      </a:lnTo>
                      <a:lnTo>
                        <a:pt x="22828" y="19669"/>
                      </a:lnTo>
                      <a:lnTo>
                        <a:pt x="22891" y="19669"/>
                      </a:lnTo>
                      <a:lnTo>
                        <a:pt x="22891" y="19857"/>
                      </a:lnTo>
                      <a:cubicBezTo>
                        <a:pt x="22891" y="19899"/>
                        <a:pt x="22870" y="19983"/>
                        <a:pt x="22870" y="20045"/>
                      </a:cubicBezTo>
                      <a:lnTo>
                        <a:pt x="22828" y="20087"/>
                      </a:lnTo>
                      <a:lnTo>
                        <a:pt x="22808" y="20004"/>
                      </a:lnTo>
                      <a:lnTo>
                        <a:pt x="22870" y="19941"/>
                      </a:lnTo>
                      <a:lnTo>
                        <a:pt x="22870" y="19857"/>
                      </a:lnTo>
                      <a:lnTo>
                        <a:pt x="22766" y="19794"/>
                      </a:lnTo>
                      <a:lnTo>
                        <a:pt x="22598" y="19836"/>
                      </a:lnTo>
                      <a:lnTo>
                        <a:pt x="22577" y="19878"/>
                      </a:lnTo>
                      <a:lnTo>
                        <a:pt x="22515" y="19899"/>
                      </a:lnTo>
                      <a:lnTo>
                        <a:pt x="22473" y="19794"/>
                      </a:lnTo>
                      <a:lnTo>
                        <a:pt x="22410" y="19941"/>
                      </a:lnTo>
                      <a:lnTo>
                        <a:pt x="22452" y="20066"/>
                      </a:lnTo>
                      <a:lnTo>
                        <a:pt x="22515" y="20108"/>
                      </a:lnTo>
                      <a:lnTo>
                        <a:pt x="22473" y="20192"/>
                      </a:lnTo>
                      <a:lnTo>
                        <a:pt x="22410" y="20150"/>
                      </a:lnTo>
                      <a:lnTo>
                        <a:pt x="22368" y="20255"/>
                      </a:lnTo>
                      <a:lnTo>
                        <a:pt x="22452" y="20401"/>
                      </a:lnTo>
                      <a:lnTo>
                        <a:pt x="22410" y="20506"/>
                      </a:lnTo>
                      <a:lnTo>
                        <a:pt x="22494" y="20569"/>
                      </a:lnTo>
                      <a:lnTo>
                        <a:pt x="22410" y="20631"/>
                      </a:lnTo>
                      <a:lnTo>
                        <a:pt x="22515" y="20778"/>
                      </a:lnTo>
                      <a:lnTo>
                        <a:pt x="22619" y="20778"/>
                      </a:lnTo>
                      <a:lnTo>
                        <a:pt x="22703" y="20694"/>
                      </a:lnTo>
                      <a:lnTo>
                        <a:pt x="22703" y="20569"/>
                      </a:lnTo>
                      <a:lnTo>
                        <a:pt x="22619" y="20401"/>
                      </a:lnTo>
                      <a:lnTo>
                        <a:pt x="22661" y="20297"/>
                      </a:lnTo>
                      <a:lnTo>
                        <a:pt x="22787" y="20527"/>
                      </a:lnTo>
                      <a:lnTo>
                        <a:pt x="22787" y="20631"/>
                      </a:lnTo>
                      <a:lnTo>
                        <a:pt x="22787" y="20694"/>
                      </a:lnTo>
                      <a:cubicBezTo>
                        <a:pt x="22766" y="20694"/>
                        <a:pt x="22724" y="20694"/>
                        <a:pt x="22724" y="20715"/>
                      </a:cubicBezTo>
                      <a:lnTo>
                        <a:pt x="22724" y="20736"/>
                      </a:lnTo>
                      <a:lnTo>
                        <a:pt x="22682" y="20799"/>
                      </a:lnTo>
                      <a:lnTo>
                        <a:pt x="22577" y="20841"/>
                      </a:lnTo>
                      <a:lnTo>
                        <a:pt x="22598" y="20924"/>
                      </a:lnTo>
                      <a:lnTo>
                        <a:pt x="22682" y="21008"/>
                      </a:lnTo>
                      <a:lnTo>
                        <a:pt x="22598" y="21092"/>
                      </a:lnTo>
                      <a:lnTo>
                        <a:pt x="22598" y="21196"/>
                      </a:lnTo>
                      <a:lnTo>
                        <a:pt x="22536" y="21259"/>
                      </a:lnTo>
                      <a:lnTo>
                        <a:pt x="22431" y="21301"/>
                      </a:lnTo>
                      <a:lnTo>
                        <a:pt x="22431" y="21343"/>
                      </a:lnTo>
                      <a:lnTo>
                        <a:pt x="22577" y="21364"/>
                      </a:lnTo>
                      <a:lnTo>
                        <a:pt x="22536" y="21426"/>
                      </a:lnTo>
                      <a:lnTo>
                        <a:pt x="22494" y="21447"/>
                      </a:lnTo>
                      <a:lnTo>
                        <a:pt x="22494" y="21531"/>
                      </a:lnTo>
                      <a:lnTo>
                        <a:pt x="22536" y="21531"/>
                      </a:lnTo>
                      <a:lnTo>
                        <a:pt x="22619" y="21510"/>
                      </a:lnTo>
                      <a:lnTo>
                        <a:pt x="22640" y="21552"/>
                      </a:lnTo>
                      <a:lnTo>
                        <a:pt x="22598" y="21615"/>
                      </a:lnTo>
                      <a:lnTo>
                        <a:pt x="22515" y="21636"/>
                      </a:lnTo>
                      <a:lnTo>
                        <a:pt x="22473" y="21719"/>
                      </a:lnTo>
                      <a:lnTo>
                        <a:pt x="22494" y="21866"/>
                      </a:lnTo>
                      <a:lnTo>
                        <a:pt x="22536" y="21929"/>
                      </a:lnTo>
                      <a:lnTo>
                        <a:pt x="22515" y="21991"/>
                      </a:lnTo>
                      <a:lnTo>
                        <a:pt x="22536" y="22075"/>
                      </a:lnTo>
                      <a:lnTo>
                        <a:pt x="22598" y="22054"/>
                      </a:lnTo>
                      <a:lnTo>
                        <a:pt x="22619" y="21970"/>
                      </a:lnTo>
                      <a:lnTo>
                        <a:pt x="22640" y="21845"/>
                      </a:lnTo>
                      <a:lnTo>
                        <a:pt x="22703" y="21678"/>
                      </a:lnTo>
                      <a:lnTo>
                        <a:pt x="22745" y="21615"/>
                      </a:lnTo>
                      <a:lnTo>
                        <a:pt x="22787" y="21406"/>
                      </a:lnTo>
                      <a:lnTo>
                        <a:pt x="22828" y="21343"/>
                      </a:lnTo>
                      <a:lnTo>
                        <a:pt x="22844" y="21204"/>
                      </a:lnTo>
                      <a:lnTo>
                        <a:pt x="22870" y="21217"/>
                      </a:lnTo>
                      <a:cubicBezTo>
                        <a:pt x="22870" y="21301"/>
                        <a:pt x="22870" y="21364"/>
                        <a:pt x="22891" y="21447"/>
                      </a:cubicBezTo>
                      <a:lnTo>
                        <a:pt x="22870" y="21426"/>
                      </a:lnTo>
                      <a:lnTo>
                        <a:pt x="22808" y="21510"/>
                      </a:lnTo>
                      <a:lnTo>
                        <a:pt x="22808" y="21636"/>
                      </a:lnTo>
                      <a:lnTo>
                        <a:pt x="22870" y="21678"/>
                      </a:lnTo>
                      <a:lnTo>
                        <a:pt x="22787" y="21782"/>
                      </a:lnTo>
                      <a:lnTo>
                        <a:pt x="22891" y="21845"/>
                      </a:lnTo>
                      <a:lnTo>
                        <a:pt x="22891" y="21929"/>
                      </a:lnTo>
                      <a:lnTo>
                        <a:pt x="22828" y="21970"/>
                      </a:lnTo>
                      <a:lnTo>
                        <a:pt x="22766" y="21929"/>
                      </a:lnTo>
                      <a:lnTo>
                        <a:pt x="22703" y="21991"/>
                      </a:lnTo>
                      <a:lnTo>
                        <a:pt x="22703" y="22054"/>
                      </a:lnTo>
                      <a:lnTo>
                        <a:pt x="22661" y="22138"/>
                      </a:lnTo>
                      <a:lnTo>
                        <a:pt x="22619" y="22201"/>
                      </a:lnTo>
                      <a:lnTo>
                        <a:pt x="22682" y="22263"/>
                      </a:lnTo>
                      <a:lnTo>
                        <a:pt x="22766" y="22054"/>
                      </a:lnTo>
                      <a:lnTo>
                        <a:pt x="22787" y="22096"/>
                      </a:lnTo>
                      <a:lnTo>
                        <a:pt x="22724" y="22201"/>
                      </a:lnTo>
                      <a:lnTo>
                        <a:pt x="22828" y="22180"/>
                      </a:lnTo>
                      <a:lnTo>
                        <a:pt x="22891" y="22096"/>
                      </a:lnTo>
                      <a:lnTo>
                        <a:pt x="22891" y="21991"/>
                      </a:lnTo>
                      <a:lnTo>
                        <a:pt x="23017" y="21845"/>
                      </a:lnTo>
                      <a:cubicBezTo>
                        <a:pt x="23017" y="21929"/>
                        <a:pt x="23017" y="21991"/>
                        <a:pt x="23038" y="22075"/>
                      </a:cubicBezTo>
                      <a:lnTo>
                        <a:pt x="23017" y="22096"/>
                      </a:lnTo>
                      <a:lnTo>
                        <a:pt x="23080" y="22159"/>
                      </a:lnTo>
                      <a:cubicBezTo>
                        <a:pt x="23101" y="22201"/>
                        <a:pt x="23101" y="22284"/>
                        <a:pt x="23121" y="22326"/>
                      </a:cubicBezTo>
                      <a:lnTo>
                        <a:pt x="23080" y="22473"/>
                      </a:lnTo>
                      <a:lnTo>
                        <a:pt x="23080" y="22556"/>
                      </a:lnTo>
                      <a:lnTo>
                        <a:pt x="23038" y="22640"/>
                      </a:lnTo>
                      <a:lnTo>
                        <a:pt x="22933" y="22682"/>
                      </a:lnTo>
                      <a:lnTo>
                        <a:pt x="22912" y="22724"/>
                      </a:lnTo>
                      <a:lnTo>
                        <a:pt x="22933" y="22786"/>
                      </a:lnTo>
                      <a:lnTo>
                        <a:pt x="23017" y="22745"/>
                      </a:lnTo>
                      <a:lnTo>
                        <a:pt x="23101" y="22786"/>
                      </a:lnTo>
                      <a:lnTo>
                        <a:pt x="23101" y="22828"/>
                      </a:lnTo>
                      <a:lnTo>
                        <a:pt x="22996" y="22912"/>
                      </a:lnTo>
                      <a:lnTo>
                        <a:pt x="22996" y="22954"/>
                      </a:lnTo>
                      <a:lnTo>
                        <a:pt x="22975" y="23038"/>
                      </a:lnTo>
                      <a:lnTo>
                        <a:pt x="22912" y="23038"/>
                      </a:lnTo>
                      <a:lnTo>
                        <a:pt x="22870" y="23100"/>
                      </a:lnTo>
                      <a:lnTo>
                        <a:pt x="22891" y="23142"/>
                      </a:lnTo>
                      <a:lnTo>
                        <a:pt x="22975" y="23142"/>
                      </a:lnTo>
                      <a:lnTo>
                        <a:pt x="23017" y="23205"/>
                      </a:lnTo>
                      <a:lnTo>
                        <a:pt x="23038" y="23142"/>
                      </a:lnTo>
                      <a:lnTo>
                        <a:pt x="23121" y="23121"/>
                      </a:lnTo>
                      <a:lnTo>
                        <a:pt x="23184" y="23163"/>
                      </a:lnTo>
                      <a:lnTo>
                        <a:pt x="23101" y="23226"/>
                      </a:lnTo>
                      <a:lnTo>
                        <a:pt x="23080" y="23268"/>
                      </a:lnTo>
                      <a:lnTo>
                        <a:pt x="23121" y="23351"/>
                      </a:lnTo>
                      <a:lnTo>
                        <a:pt x="23038" y="23435"/>
                      </a:lnTo>
                      <a:lnTo>
                        <a:pt x="23017" y="23519"/>
                      </a:lnTo>
                      <a:lnTo>
                        <a:pt x="23121" y="23582"/>
                      </a:lnTo>
                      <a:lnTo>
                        <a:pt x="23101" y="23686"/>
                      </a:lnTo>
                      <a:lnTo>
                        <a:pt x="23142" y="23749"/>
                      </a:lnTo>
                      <a:lnTo>
                        <a:pt x="23247" y="23749"/>
                      </a:lnTo>
                      <a:lnTo>
                        <a:pt x="23310" y="23686"/>
                      </a:lnTo>
                      <a:lnTo>
                        <a:pt x="23247" y="23623"/>
                      </a:lnTo>
                      <a:lnTo>
                        <a:pt x="23310" y="23561"/>
                      </a:lnTo>
                      <a:lnTo>
                        <a:pt x="23247" y="23519"/>
                      </a:lnTo>
                      <a:lnTo>
                        <a:pt x="23205" y="23519"/>
                      </a:lnTo>
                      <a:lnTo>
                        <a:pt x="23247" y="23435"/>
                      </a:lnTo>
                      <a:lnTo>
                        <a:pt x="23331" y="23414"/>
                      </a:lnTo>
                      <a:lnTo>
                        <a:pt x="23435" y="23331"/>
                      </a:lnTo>
                      <a:lnTo>
                        <a:pt x="23435" y="23247"/>
                      </a:lnTo>
                      <a:lnTo>
                        <a:pt x="23393" y="23226"/>
                      </a:lnTo>
                      <a:lnTo>
                        <a:pt x="23310" y="23226"/>
                      </a:lnTo>
                      <a:lnTo>
                        <a:pt x="23310" y="23205"/>
                      </a:lnTo>
                      <a:lnTo>
                        <a:pt x="23414" y="23121"/>
                      </a:lnTo>
                      <a:lnTo>
                        <a:pt x="23393" y="23017"/>
                      </a:lnTo>
                      <a:lnTo>
                        <a:pt x="23247" y="22912"/>
                      </a:lnTo>
                      <a:lnTo>
                        <a:pt x="23310" y="22807"/>
                      </a:lnTo>
                      <a:lnTo>
                        <a:pt x="23331" y="22828"/>
                      </a:lnTo>
                      <a:lnTo>
                        <a:pt x="23414" y="22828"/>
                      </a:lnTo>
                      <a:lnTo>
                        <a:pt x="23414" y="22766"/>
                      </a:lnTo>
                      <a:lnTo>
                        <a:pt x="23310" y="22661"/>
                      </a:lnTo>
                      <a:lnTo>
                        <a:pt x="23373" y="22661"/>
                      </a:lnTo>
                      <a:lnTo>
                        <a:pt x="23373" y="22473"/>
                      </a:lnTo>
                      <a:lnTo>
                        <a:pt x="23247" y="22389"/>
                      </a:lnTo>
                      <a:lnTo>
                        <a:pt x="23226" y="22410"/>
                      </a:lnTo>
                      <a:lnTo>
                        <a:pt x="23142" y="22347"/>
                      </a:lnTo>
                      <a:lnTo>
                        <a:pt x="23163" y="22305"/>
                      </a:lnTo>
                      <a:lnTo>
                        <a:pt x="23163" y="22284"/>
                      </a:lnTo>
                      <a:lnTo>
                        <a:pt x="23247" y="22180"/>
                      </a:lnTo>
                      <a:lnTo>
                        <a:pt x="23205" y="22096"/>
                      </a:lnTo>
                      <a:cubicBezTo>
                        <a:pt x="23205" y="22054"/>
                        <a:pt x="23226" y="21991"/>
                        <a:pt x="23226" y="21950"/>
                      </a:cubicBezTo>
                      <a:lnTo>
                        <a:pt x="23226" y="21887"/>
                      </a:lnTo>
                      <a:lnTo>
                        <a:pt x="23268" y="21929"/>
                      </a:lnTo>
                      <a:lnTo>
                        <a:pt x="23352" y="21866"/>
                      </a:lnTo>
                      <a:lnTo>
                        <a:pt x="23310" y="21761"/>
                      </a:lnTo>
                      <a:lnTo>
                        <a:pt x="23352" y="21719"/>
                      </a:lnTo>
                      <a:lnTo>
                        <a:pt x="23352" y="21573"/>
                      </a:lnTo>
                      <a:lnTo>
                        <a:pt x="23414" y="21552"/>
                      </a:lnTo>
                      <a:lnTo>
                        <a:pt x="23435" y="21719"/>
                      </a:lnTo>
                      <a:lnTo>
                        <a:pt x="23477" y="21678"/>
                      </a:lnTo>
                      <a:lnTo>
                        <a:pt x="23519" y="21657"/>
                      </a:lnTo>
                      <a:lnTo>
                        <a:pt x="23519" y="21678"/>
                      </a:lnTo>
                      <a:lnTo>
                        <a:pt x="23519" y="21719"/>
                      </a:lnTo>
                      <a:lnTo>
                        <a:pt x="23477" y="21761"/>
                      </a:lnTo>
                      <a:lnTo>
                        <a:pt x="23477" y="21845"/>
                      </a:lnTo>
                      <a:lnTo>
                        <a:pt x="23540" y="21887"/>
                      </a:lnTo>
                      <a:lnTo>
                        <a:pt x="23665" y="21866"/>
                      </a:lnTo>
                      <a:lnTo>
                        <a:pt x="23749" y="21761"/>
                      </a:lnTo>
                      <a:lnTo>
                        <a:pt x="23728" y="21719"/>
                      </a:lnTo>
                      <a:cubicBezTo>
                        <a:pt x="23749" y="21657"/>
                        <a:pt x="23770" y="21573"/>
                        <a:pt x="23791" y="21510"/>
                      </a:cubicBezTo>
                      <a:lnTo>
                        <a:pt x="23833" y="21531"/>
                      </a:lnTo>
                      <a:lnTo>
                        <a:pt x="23854" y="21636"/>
                      </a:lnTo>
                      <a:lnTo>
                        <a:pt x="23958" y="21719"/>
                      </a:lnTo>
                      <a:lnTo>
                        <a:pt x="24000" y="21719"/>
                      </a:lnTo>
                      <a:lnTo>
                        <a:pt x="23937" y="21740"/>
                      </a:lnTo>
                      <a:lnTo>
                        <a:pt x="23854" y="21740"/>
                      </a:lnTo>
                      <a:lnTo>
                        <a:pt x="23833" y="21782"/>
                      </a:lnTo>
                      <a:cubicBezTo>
                        <a:pt x="23749" y="21824"/>
                        <a:pt x="23665" y="21866"/>
                        <a:pt x="23665" y="21970"/>
                      </a:cubicBezTo>
                      <a:cubicBezTo>
                        <a:pt x="23665" y="22054"/>
                        <a:pt x="23665" y="22096"/>
                        <a:pt x="23686" y="22180"/>
                      </a:cubicBezTo>
                      <a:lnTo>
                        <a:pt x="23665" y="22159"/>
                      </a:lnTo>
                      <a:lnTo>
                        <a:pt x="23665" y="22138"/>
                      </a:lnTo>
                      <a:lnTo>
                        <a:pt x="23645" y="22159"/>
                      </a:lnTo>
                      <a:cubicBezTo>
                        <a:pt x="23624" y="22159"/>
                        <a:pt x="23603" y="22138"/>
                        <a:pt x="23561" y="22138"/>
                      </a:cubicBezTo>
                      <a:lnTo>
                        <a:pt x="23624" y="22075"/>
                      </a:lnTo>
                      <a:lnTo>
                        <a:pt x="23645" y="21991"/>
                      </a:lnTo>
                      <a:lnTo>
                        <a:pt x="23456" y="21970"/>
                      </a:lnTo>
                      <a:lnTo>
                        <a:pt x="23352" y="22075"/>
                      </a:lnTo>
                      <a:lnTo>
                        <a:pt x="23414" y="22180"/>
                      </a:lnTo>
                      <a:lnTo>
                        <a:pt x="23435" y="22180"/>
                      </a:lnTo>
                      <a:cubicBezTo>
                        <a:pt x="23414" y="22201"/>
                        <a:pt x="23414" y="22222"/>
                        <a:pt x="23414" y="22263"/>
                      </a:cubicBezTo>
                      <a:cubicBezTo>
                        <a:pt x="23435" y="22284"/>
                        <a:pt x="23435" y="22326"/>
                        <a:pt x="23456" y="22368"/>
                      </a:cubicBezTo>
                      <a:cubicBezTo>
                        <a:pt x="23498" y="22389"/>
                        <a:pt x="23519" y="22431"/>
                        <a:pt x="23540" y="22494"/>
                      </a:cubicBezTo>
                      <a:lnTo>
                        <a:pt x="23561" y="22494"/>
                      </a:lnTo>
                      <a:cubicBezTo>
                        <a:pt x="23561" y="22494"/>
                        <a:pt x="23561" y="22514"/>
                        <a:pt x="23582" y="22514"/>
                      </a:cubicBezTo>
                      <a:cubicBezTo>
                        <a:pt x="23624" y="22577"/>
                        <a:pt x="23665" y="22577"/>
                        <a:pt x="23686" y="22598"/>
                      </a:cubicBezTo>
                      <a:lnTo>
                        <a:pt x="23665" y="22619"/>
                      </a:lnTo>
                      <a:lnTo>
                        <a:pt x="23540" y="22724"/>
                      </a:lnTo>
                      <a:lnTo>
                        <a:pt x="23540" y="22828"/>
                      </a:lnTo>
                      <a:lnTo>
                        <a:pt x="23603" y="22933"/>
                      </a:lnTo>
                      <a:lnTo>
                        <a:pt x="23728" y="22828"/>
                      </a:lnTo>
                      <a:lnTo>
                        <a:pt x="23812" y="22682"/>
                      </a:lnTo>
                      <a:lnTo>
                        <a:pt x="23812" y="22619"/>
                      </a:lnTo>
                      <a:lnTo>
                        <a:pt x="23875" y="22598"/>
                      </a:lnTo>
                      <a:lnTo>
                        <a:pt x="24021" y="22473"/>
                      </a:lnTo>
                      <a:lnTo>
                        <a:pt x="24042" y="22514"/>
                      </a:lnTo>
                      <a:lnTo>
                        <a:pt x="24251" y="22514"/>
                      </a:lnTo>
                      <a:lnTo>
                        <a:pt x="24168" y="22619"/>
                      </a:lnTo>
                      <a:lnTo>
                        <a:pt x="24189" y="22640"/>
                      </a:lnTo>
                      <a:lnTo>
                        <a:pt x="24314" y="22640"/>
                      </a:lnTo>
                      <a:lnTo>
                        <a:pt x="24314" y="22703"/>
                      </a:lnTo>
                      <a:lnTo>
                        <a:pt x="24209" y="22807"/>
                      </a:lnTo>
                      <a:cubicBezTo>
                        <a:pt x="24189" y="22807"/>
                        <a:pt x="24168" y="22828"/>
                        <a:pt x="24147" y="22828"/>
                      </a:cubicBezTo>
                      <a:lnTo>
                        <a:pt x="24168" y="22724"/>
                      </a:lnTo>
                      <a:lnTo>
                        <a:pt x="24105" y="22598"/>
                      </a:lnTo>
                      <a:lnTo>
                        <a:pt x="23979" y="22598"/>
                      </a:lnTo>
                      <a:lnTo>
                        <a:pt x="23979" y="22640"/>
                      </a:lnTo>
                      <a:lnTo>
                        <a:pt x="23875" y="22703"/>
                      </a:lnTo>
                      <a:lnTo>
                        <a:pt x="23833" y="22849"/>
                      </a:lnTo>
                      <a:lnTo>
                        <a:pt x="23833" y="22912"/>
                      </a:lnTo>
                      <a:lnTo>
                        <a:pt x="23728" y="23017"/>
                      </a:lnTo>
                      <a:lnTo>
                        <a:pt x="23749" y="23100"/>
                      </a:lnTo>
                      <a:lnTo>
                        <a:pt x="23937" y="23017"/>
                      </a:lnTo>
                      <a:cubicBezTo>
                        <a:pt x="23937" y="23038"/>
                        <a:pt x="23958" y="23038"/>
                        <a:pt x="23958" y="23038"/>
                      </a:cubicBezTo>
                      <a:lnTo>
                        <a:pt x="23854" y="23121"/>
                      </a:lnTo>
                      <a:lnTo>
                        <a:pt x="23770" y="23247"/>
                      </a:lnTo>
                      <a:lnTo>
                        <a:pt x="23833" y="23310"/>
                      </a:lnTo>
                      <a:lnTo>
                        <a:pt x="24000" y="23163"/>
                      </a:lnTo>
                      <a:lnTo>
                        <a:pt x="24063" y="23100"/>
                      </a:lnTo>
                      <a:cubicBezTo>
                        <a:pt x="24084" y="23121"/>
                        <a:pt x="24105" y="23121"/>
                        <a:pt x="24147" y="23142"/>
                      </a:cubicBezTo>
                      <a:lnTo>
                        <a:pt x="24147" y="23163"/>
                      </a:lnTo>
                      <a:lnTo>
                        <a:pt x="24168" y="23226"/>
                      </a:lnTo>
                      <a:lnTo>
                        <a:pt x="24189" y="23268"/>
                      </a:lnTo>
                      <a:lnTo>
                        <a:pt x="24000" y="23268"/>
                      </a:lnTo>
                      <a:lnTo>
                        <a:pt x="23937" y="23351"/>
                      </a:lnTo>
                      <a:lnTo>
                        <a:pt x="23937" y="23414"/>
                      </a:lnTo>
                      <a:lnTo>
                        <a:pt x="24000" y="23414"/>
                      </a:lnTo>
                      <a:lnTo>
                        <a:pt x="24063" y="23372"/>
                      </a:lnTo>
                      <a:lnTo>
                        <a:pt x="24168" y="23372"/>
                      </a:lnTo>
                      <a:lnTo>
                        <a:pt x="24168" y="23414"/>
                      </a:lnTo>
                      <a:lnTo>
                        <a:pt x="24063" y="23477"/>
                      </a:lnTo>
                      <a:lnTo>
                        <a:pt x="23937" y="23477"/>
                      </a:lnTo>
                      <a:lnTo>
                        <a:pt x="23875" y="23540"/>
                      </a:lnTo>
                      <a:lnTo>
                        <a:pt x="23854" y="23665"/>
                      </a:lnTo>
                      <a:lnTo>
                        <a:pt x="23896" y="23770"/>
                      </a:lnTo>
                      <a:lnTo>
                        <a:pt x="23979" y="23728"/>
                      </a:lnTo>
                      <a:lnTo>
                        <a:pt x="24000" y="23644"/>
                      </a:lnTo>
                      <a:lnTo>
                        <a:pt x="24084" y="23644"/>
                      </a:lnTo>
                      <a:lnTo>
                        <a:pt x="24189" y="23582"/>
                      </a:lnTo>
                      <a:lnTo>
                        <a:pt x="24314" y="23435"/>
                      </a:lnTo>
                      <a:lnTo>
                        <a:pt x="24461" y="23247"/>
                      </a:lnTo>
                      <a:lnTo>
                        <a:pt x="24502" y="23017"/>
                      </a:lnTo>
                      <a:lnTo>
                        <a:pt x="24628" y="22745"/>
                      </a:lnTo>
                      <a:lnTo>
                        <a:pt x="24691" y="22724"/>
                      </a:lnTo>
                      <a:lnTo>
                        <a:pt x="24691" y="22703"/>
                      </a:lnTo>
                      <a:lnTo>
                        <a:pt x="24691" y="22661"/>
                      </a:lnTo>
                      <a:lnTo>
                        <a:pt x="24670" y="22661"/>
                      </a:lnTo>
                      <a:lnTo>
                        <a:pt x="24712" y="22619"/>
                      </a:lnTo>
                      <a:lnTo>
                        <a:pt x="24712" y="22577"/>
                      </a:lnTo>
                      <a:lnTo>
                        <a:pt x="24753" y="22514"/>
                      </a:lnTo>
                      <a:lnTo>
                        <a:pt x="24712" y="22473"/>
                      </a:lnTo>
                      <a:lnTo>
                        <a:pt x="24670" y="22452"/>
                      </a:lnTo>
                      <a:lnTo>
                        <a:pt x="24670" y="22347"/>
                      </a:lnTo>
                      <a:lnTo>
                        <a:pt x="24607" y="22242"/>
                      </a:lnTo>
                      <a:lnTo>
                        <a:pt x="24481" y="22159"/>
                      </a:lnTo>
                      <a:lnTo>
                        <a:pt x="24398" y="22096"/>
                      </a:lnTo>
                      <a:lnTo>
                        <a:pt x="24377" y="22033"/>
                      </a:lnTo>
                      <a:lnTo>
                        <a:pt x="24272" y="21866"/>
                      </a:lnTo>
                      <a:lnTo>
                        <a:pt x="24189" y="21845"/>
                      </a:lnTo>
                      <a:lnTo>
                        <a:pt x="24084" y="21845"/>
                      </a:lnTo>
                      <a:lnTo>
                        <a:pt x="24084" y="21782"/>
                      </a:lnTo>
                      <a:lnTo>
                        <a:pt x="24126" y="21740"/>
                      </a:lnTo>
                      <a:lnTo>
                        <a:pt x="24084" y="21657"/>
                      </a:lnTo>
                      <a:lnTo>
                        <a:pt x="24042" y="21615"/>
                      </a:lnTo>
                      <a:lnTo>
                        <a:pt x="24021" y="21531"/>
                      </a:lnTo>
                      <a:lnTo>
                        <a:pt x="24063" y="21468"/>
                      </a:lnTo>
                      <a:lnTo>
                        <a:pt x="24126" y="21447"/>
                      </a:lnTo>
                      <a:lnTo>
                        <a:pt x="24084" y="21406"/>
                      </a:lnTo>
                      <a:lnTo>
                        <a:pt x="24021" y="21343"/>
                      </a:lnTo>
                      <a:lnTo>
                        <a:pt x="23958" y="21343"/>
                      </a:lnTo>
                      <a:lnTo>
                        <a:pt x="23958" y="21259"/>
                      </a:lnTo>
                      <a:lnTo>
                        <a:pt x="24063" y="21217"/>
                      </a:lnTo>
                      <a:lnTo>
                        <a:pt x="24042" y="20799"/>
                      </a:lnTo>
                      <a:lnTo>
                        <a:pt x="24042" y="20380"/>
                      </a:lnTo>
                      <a:lnTo>
                        <a:pt x="24084" y="20025"/>
                      </a:lnTo>
                      <a:lnTo>
                        <a:pt x="24063" y="19941"/>
                      </a:lnTo>
                      <a:lnTo>
                        <a:pt x="24063" y="19836"/>
                      </a:lnTo>
                      <a:lnTo>
                        <a:pt x="24126" y="19732"/>
                      </a:lnTo>
                      <a:lnTo>
                        <a:pt x="24084" y="19627"/>
                      </a:lnTo>
                      <a:lnTo>
                        <a:pt x="24042" y="19543"/>
                      </a:lnTo>
                      <a:lnTo>
                        <a:pt x="24021" y="19334"/>
                      </a:lnTo>
                      <a:lnTo>
                        <a:pt x="23875" y="19167"/>
                      </a:lnTo>
                      <a:lnTo>
                        <a:pt x="23833" y="18957"/>
                      </a:lnTo>
                      <a:lnTo>
                        <a:pt x="23854" y="18853"/>
                      </a:lnTo>
                      <a:lnTo>
                        <a:pt x="23728" y="18518"/>
                      </a:lnTo>
                      <a:lnTo>
                        <a:pt x="23749" y="18434"/>
                      </a:lnTo>
                      <a:lnTo>
                        <a:pt x="23833" y="18288"/>
                      </a:lnTo>
                      <a:lnTo>
                        <a:pt x="23812" y="18204"/>
                      </a:lnTo>
                      <a:lnTo>
                        <a:pt x="23812" y="18100"/>
                      </a:lnTo>
                      <a:lnTo>
                        <a:pt x="23665" y="17995"/>
                      </a:lnTo>
                      <a:lnTo>
                        <a:pt x="23498" y="17995"/>
                      </a:lnTo>
                      <a:lnTo>
                        <a:pt x="23289" y="18058"/>
                      </a:lnTo>
                      <a:lnTo>
                        <a:pt x="23226" y="18079"/>
                      </a:lnTo>
                      <a:lnTo>
                        <a:pt x="23017" y="18162"/>
                      </a:lnTo>
                      <a:lnTo>
                        <a:pt x="22891" y="18288"/>
                      </a:lnTo>
                      <a:lnTo>
                        <a:pt x="22724" y="18518"/>
                      </a:lnTo>
                      <a:lnTo>
                        <a:pt x="22598" y="18602"/>
                      </a:lnTo>
                      <a:lnTo>
                        <a:pt x="22410" y="18623"/>
                      </a:lnTo>
                      <a:lnTo>
                        <a:pt x="22201" y="18644"/>
                      </a:lnTo>
                      <a:lnTo>
                        <a:pt x="22159" y="18644"/>
                      </a:lnTo>
                      <a:lnTo>
                        <a:pt x="22159" y="18581"/>
                      </a:lnTo>
                      <a:lnTo>
                        <a:pt x="22264" y="18413"/>
                      </a:lnTo>
                      <a:lnTo>
                        <a:pt x="22201" y="18267"/>
                      </a:lnTo>
                      <a:lnTo>
                        <a:pt x="22054" y="17597"/>
                      </a:lnTo>
                      <a:lnTo>
                        <a:pt x="21950" y="17325"/>
                      </a:lnTo>
                      <a:lnTo>
                        <a:pt x="21887" y="17179"/>
                      </a:lnTo>
                      <a:lnTo>
                        <a:pt x="22033" y="16928"/>
                      </a:lnTo>
                      <a:lnTo>
                        <a:pt x="21740" y="16886"/>
                      </a:lnTo>
                      <a:lnTo>
                        <a:pt x="21531" y="17032"/>
                      </a:lnTo>
                      <a:lnTo>
                        <a:pt x="21406" y="16970"/>
                      </a:lnTo>
                      <a:lnTo>
                        <a:pt x="21029" y="16970"/>
                      </a:lnTo>
                      <a:lnTo>
                        <a:pt x="27704" y="4792"/>
                      </a:lnTo>
                      <a:lnTo>
                        <a:pt x="27683" y="4729"/>
                      </a:lnTo>
                      <a:lnTo>
                        <a:pt x="27536" y="4708"/>
                      </a:lnTo>
                      <a:lnTo>
                        <a:pt x="27474" y="4729"/>
                      </a:lnTo>
                      <a:lnTo>
                        <a:pt x="27411" y="4667"/>
                      </a:lnTo>
                      <a:lnTo>
                        <a:pt x="27369" y="4416"/>
                      </a:lnTo>
                      <a:lnTo>
                        <a:pt x="27306" y="4290"/>
                      </a:lnTo>
                      <a:lnTo>
                        <a:pt x="27222" y="4248"/>
                      </a:lnTo>
                      <a:lnTo>
                        <a:pt x="27202" y="4102"/>
                      </a:lnTo>
                      <a:lnTo>
                        <a:pt x="27118" y="3955"/>
                      </a:lnTo>
                      <a:lnTo>
                        <a:pt x="27076" y="3892"/>
                      </a:lnTo>
                      <a:lnTo>
                        <a:pt x="26867" y="3892"/>
                      </a:lnTo>
                      <a:lnTo>
                        <a:pt x="26846" y="3934"/>
                      </a:lnTo>
                      <a:lnTo>
                        <a:pt x="26678" y="3892"/>
                      </a:lnTo>
                      <a:lnTo>
                        <a:pt x="26532" y="3934"/>
                      </a:lnTo>
                      <a:lnTo>
                        <a:pt x="26448" y="3872"/>
                      </a:lnTo>
                      <a:lnTo>
                        <a:pt x="26386" y="3892"/>
                      </a:lnTo>
                      <a:lnTo>
                        <a:pt x="26344" y="3872"/>
                      </a:lnTo>
                      <a:lnTo>
                        <a:pt x="26323" y="3892"/>
                      </a:lnTo>
                      <a:lnTo>
                        <a:pt x="26239" y="3892"/>
                      </a:lnTo>
                      <a:lnTo>
                        <a:pt x="26239" y="3872"/>
                      </a:lnTo>
                      <a:lnTo>
                        <a:pt x="26281" y="3872"/>
                      </a:lnTo>
                      <a:lnTo>
                        <a:pt x="26281" y="3830"/>
                      </a:lnTo>
                      <a:lnTo>
                        <a:pt x="26176" y="3746"/>
                      </a:lnTo>
                      <a:lnTo>
                        <a:pt x="26114" y="3767"/>
                      </a:lnTo>
                      <a:lnTo>
                        <a:pt x="26030" y="3746"/>
                      </a:lnTo>
                      <a:lnTo>
                        <a:pt x="26051" y="3725"/>
                      </a:lnTo>
                      <a:lnTo>
                        <a:pt x="26114" y="3683"/>
                      </a:lnTo>
                      <a:lnTo>
                        <a:pt x="26051" y="3641"/>
                      </a:lnTo>
                      <a:lnTo>
                        <a:pt x="25967" y="3641"/>
                      </a:lnTo>
                      <a:lnTo>
                        <a:pt x="25904" y="3620"/>
                      </a:lnTo>
                      <a:lnTo>
                        <a:pt x="25904" y="3558"/>
                      </a:lnTo>
                      <a:lnTo>
                        <a:pt x="25821" y="3474"/>
                      </a:lnTo>
                      <a:lnTo>
                        <a:pt x="25737" y="3411"/>
                      </a:lnTo>
                      <a:lnTo>
                        <a:pt x="25716" y="3411"/>
                      </a:lnTo>
                      <a:lnTo>
                        <a:pt x="25653" y="3369"/>
                      </a:lnTo>
                      <a:lnTo>
                        <a:pt x="25611" y="3369"/>
                      </a:lnTo>
                      <a:lnTo>
                        <a:pt x="25549" y="3432"/>
                      </a:lnTo>
                      <a:lnTo>
                        <a:pt x="25549" y="3369"/>
                      </a:lnTo>
                      <a:lnTo>
                        <a:pt x="25528" y="3328"/>
                      </a:lnTo>
                      <a:lnTo>
                        <a:pt x="25444" y="3265"/>
                      </a:lnTo>
                      <a:lnTo>
                        <a:pt x="25381" y="3369"/>
                      </a:lnTo>
                      <a:lnTo>
                        <a:pt x="25318" y="3328"/>
                      </a:lnTo>
                      <a:lnTo>
                        <a:pt x="25318" y="3244"/>
                      </a:lnTo>
                      <a:lnTo>
                        <a:pt x="25381" y="3223"/>
                      </a:lnTo>
                      <a:lnTo>
                        <a:pt x="25339" y="3160"/>
                      </a:lnTo>
                      <a:lnTo>
                        <a:pt x="25277" y="3139"/>
                      </a:lnTo>
                      <a:lnTo>
                        <a:pt x="25193" y="3160"/>
                      </a:lnTo>
                      <a:lnTo>
                        <a:pt x="25193" y="3160"/>
                      </a:lnTo>
                      <a:lnTo>
                        <a:pt x="25214" y="3118"/>
                      </a:lnTo>
                      <a:lnTo>
                        <a:pt x="25214" y="3056"/>
                      </a:lnTo>
                      <a:lnTo>
                        <a:pt x="25109" y="3014"/>
                      </a:lnTo>
                      <a:lnTo>
                        <a:pt x="25025" y="2909"/>
                      </a:lnTo>
                      <a:lnTo>
                        <a:pt x="25067" y="2888"/>
                      </a:lnTo>
                      <a:lnTo>
                        <a:pt x="25025" y="2825"/>
                      </a:lnTo>
                      <a:lnTo>
                        <a:pt x="24963" y="2804"/>
                      </a:lnTo>
                      <a:lnTo>
                        <a:pt x="24900" y="2846"/>
                      </a:lnTo>
                      <a:lnTo>
                        <a:pt x="24691" y="3056"/>
                      </a:lnTo>
                      <a:lnTo>
                        <a:pt x="24461" y="3202"/>
                      </a:lnTo>
                      <a:lnTo>
                        <a:pt x="24670" y="3035"/>
                      </a:lnTo>
                      <a:lnTo>
                        <a:pt x="24795" y="2846"/>
                      </a:lnTo>
                      <a:lnTo>
                        <a:pt x="24921" y="2721"/>
                      </a:lnTo>
                      <a:lnTo>
                        <a:pt x="24963" y="2595"/>
                      </a:lnTo>
                      <a:lnTo>
                        <a:pt x="24879" y="2532"/>
                      </a:lnTo>
                      <a:lnTo>
                        <a:pt x="24712" y="2428"/>
                      </a:lnTo>
                      <a:lnTo>
                        <a:pt x="24586" y="2428"/>
                      </a:lnTo>
                      <a:lnTo>
                        <a:pt x="24440" y="2491"/>
                      </a:lnTo>
                      <a:lnTo>
                        <a:pt x="24356" y="2491"/>
                      </a:lnTo>
                      <a:lnTo>
                        <a:pt x="24293" y="2512"/>
                      </a:lnTo>
                      <a:lnTo>
                        <a:pt x="24147" y="2532"/>
                      </a:lnTo>
                      <a:lnTo>
                        <a:pt x="23979" y="2721"/>
                      </a:lnTo>
                      <a:lnTo>
                        <a:pt x="23854" y="2825"/>
                      </a:lnTo>
                      <a:lnTo>
                        <a:pt x="23854" y="2825"/>
                      </a:lnTo>
                      <a:lnTo>
                        <a:pt x="23958" y="2700"/>
                      </a:lnTo>
                      <a:lnTo>
                        <a:pt x="23937" y="2532"/>
                      </a:lnTo>
                      <a:lnTo>
                        <a:pt x="23958" y="2407"/>
                      </a:lnTo>
                      <a:lnTo>
                        <a:pt x="23958" y="2302"/>
                      </a:lnTo>
                      <a:lnTo>
                        <a:pt x="23770" y="2198"/>
                      </a:lnTo>
                      <a:lnTo>
                        <a:pt x="23770" y="2156"/>
                      </a:lnTo>
                      <a:lnTo>
                        <a:pt x="23875" y="2093"/>
                      </a:lnTo>
                      <a:lnTo>
                        <a:pt x="23979" y="2093"/>
                      </a:lnTo>
                      <a:lnTo>
                        <a:pt x="23979" y="2051"/>
                      </a:lnTo>
                      <a:lnTo>
                        <a:pt x="23707" y="1884"/>
                      </a:lnTo>
                      <a:lnTo>
                        <a:pt x="23665" y="1800"/>
                      </a:lnTo>
                      <a:lnTo>
                        <a:pt x="23728" y="1737"/>
                      </a:lnTo>
                      <a:lnTo>
                        <a:pt x="23875" y="1654"/>
                      </a:lnTo>
                      <a:lnTo>
                        <a:pt x="23958" y="1570"/>
                      </a:lnTo>
                      <a:lnTo>
                        <a:pt x="23917" y="1486"/>
                      </a:lnTo>
                      <a:lnTo>
                        <a:pt x="23854" y="1361"/>
                      </a:lnTo>
                      <a:lnTo>
                        <a:pt x="23812" y="1361"/>
                      </a:lnTo>
                      <a:lnTo>
                        <a:pt x="23749" y="1382"/>
                      </a:lnTo>
                      <a:lnTo>
                        <a:pt x="23707" y="1319"/>
                      </a:lnTo>
                      <a:lnTo>
                        <a:pt x="23624" y="1256"/>
                      </a:lnTo>
                      <a:lnTo>
                        <a:pt x="23519" y="1256"/>
                      </a:lnTo>
                      <a:lnTo>
                        <a:pt x="23393" y="1214"/>
                      </a:lnTo>
                      <a:lnTo>
                        <a:pt x="23331" y="1172"/>
                      </a:lnTo>
                      <a:lnTo>
                        <a:pt x="23247" y="1214"/>
                      </a:lnTo>
                      <a:lnTo>
                        <a:pt x="23121" y="1214"/>
                      </a:lnTo>
                      <a:lnTo>
                        <a:pt x="23080" y="1319"/>
                      </a:lnTo>
                      <a:lnTo>
                        <a:pt x="23080" y="1361"/>
                      </a:lnTo>
                      <a:lnTo>
                        <a:pt x="22996" y="1256"/>
                      </a:lnTo>
                      <a:lnTo>
                        <a:pt x="23038" y="1151"/>
                      </a:lnTo>
                      <a:lnTo>
                        <a:pt x="23101" y="1131"/>
                      </a:lnTo>
                      <a:lnTo>
                        <a:pt x="23101" y="1026"/>
                      </a:lnTo>
                      <a:lnTo>
                        <a:pt x="23142" y="942"/>
                      </a:lnTo>
                      <a:lnTo>
                        <a:pt x="23205" y="921"/>
                      </a:lnTo>
                      <a:lnTo>
                        <a:pt x="23205" y="817"/>
                      </a:lnTo>
                      <a:lnTo>
                        <a:pt x="23226" y="712"/>
                      </a:lnTo>
                      <a:lnTo>
                        <a:pt x="23205" y="649"/>
                      </a:lnTo>
                      <a:lnTo>
                        <a:pt x="23184" y="649"/>
                      </a:lnTo>
                      <a:lnTo>
                        <a:pt x="23038" y="796"/>
                      </a:lnTo>
                      <a:lnTo>
                        <a:pt x="23017" y="900"/>
                      </a:lnTo>
                      <a:lnTo>
                        <a:pt x="22996" y="900"/>
                      </a:lnTo>
                      <a:lnTo>
                        <a:pt x="22912" y="838"/>
                      </a:lnTo>
                      <a:lnTo>
                        <a:pt x="22808" y="900"/>
                      </a:lnTo>
                      <a:lnTo>
                        <a:pt x="22787" y="942"/>
                      </a:lnTo>
                      <a:lnTo>
                        <a:pt x="22808" y="1047"/>
                      </a:lnTo>
                      <a:lnTo>
                        <a:pt x="22724" y="1131"/>
                      </a:lnTo>
                      <a:lnTo>
                        <a:pt x="22682" y="1131"/>
                      </a:lnTo>
                      <a:lnTo>
                        <a:pt x="22661" y="1068"/>
                      </a:lnTo>
                      <a:lnTo>
                        <a:pt x="22598" y="1214"/>
                      </a:lnTo>
                      <a:lnTo>
                        <a:pt x="22598" y="1319"/>
                      </a:lnTo>
                      <a:lnTo>
                        <a:pt x="22556" y="1172"/>
                      </a:lnTo>
                      <a:lnTo>
                        <a:pt x="22556" y="1047"/>
                      </a:lnTo>
                      <a:lnTo>
                        <a:pt x="22598" y="942"/>
                      </a:lnTo>
                      <a:lnTo>
                        <a:pt x="22556" y="921"/>
                      </a:lnTo>
                      <a:lnTo>
                        <a:pt x="22473" y="1005"/>
                      </a:lnTo>
                      <a:lnTo>
                        <a:pt x="22452" y="1068"/>
                      </a:lnTo>
                      <a:lnTo>
                        <a:pt x="22368" y="1110"/>
                      </a:lnTo>
                      <a:lnTo>
                        <a:pt x="22410" y="921"/>
                      </a:lnTo>
                      <a:lnTo>
                        <a:pt x="22368" y="817"/>
                      </a:lnTo>
                      <a:lnTo>
                        <a:pt x="22264" y="817"/>
                      </a:lnTo>
                      <a:lnTo>
                        <a:pt x="22284" y="733"/>
                      </a:lnTo>
                      <a:lnTo>
                        <a:pt x="22410" y="628"/>
                      </a:lnTo>
                      <a:lnTo>
                        <a:pt x="22515" y="607"/>
                      </a:lnTo>
                      <a:lnTo>
                        <a:pt x="22661" y="712"/>
                      </a:lnTo>
                      <a:lnTo>
                        <a:pt x="22808" y="628"/>
                      </a:lnTo>
                      <a:lnTo>
                        <a:pt x="22912" y="607"/>
                      </a:lnTo>
                      <a:lnTo>
                        <a:pt x="23017" y="503"/>
                      </a:lnTo>
                      <a:lnTo>
                        <a:pt x="23017" y="440"/>
                      </a:lnTo>
                      <a:lnTo>
                        <a:pt x="23038" y="398"/>
                      </a:lnTo>
                      <a:lnTo>
                        <a:pt x="23017" y="335"/>
                      </a:lnTo>
                      <a:lnTo>
                        <a:pt x="22891" y="294"/>
                      </a:lnTo>
                      <a:lnTo>
                        <a:pt x="22828" y="294"/>
                      </a:lnTo>
                      <a:lnTo>
                        <a:pt x="22828" y="189"/>
                      </a:lnTo>
                      <a:lnTo>
                        <a:pt x="22787" y="126"/>
                      </a:lnTo>
                      <a:lnTo>
                        <a:pt x="22766" y="105"/>
                      </a:lnTo>
                      <a:lnTo>
                        <a:pt x="22787" y="84"/>
                      </a:lnTo>
                      <a:lnTo>
                        <a:pt x="22828" y="63"/>
                      </a:lnTo>
                      <a:lnTo>
                        <a:pt x="2287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9" name="Google Shape;9181;p128">
                  <a:extLst>
                    <a:ext uri="{FF2B5EF4-FFF2-40B4-BE49-F238E27FC236}">
                      <a16:creationId xmlns:a16="http://schemas.microsoft.com/office/drawing/2014/main" id="{2C662299-D017-8D6E-158A-7BA8D5B04573}"/>
                    </a:ext>
                  </a:extLst>
                </p:cNvPr>
                <p:cNvSpPr/>
                <p:nvPr/>
              </p:nvSpPr>
              <p:spPr>
                <a:xfrm>
                  <a:off x="1979950" y="2384350"/>
                  <a:ext cx="816050" cy="48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642" h="19251" extrusionOk="0">
                      <a:moveTo>
                        <a:pt x="2846" y="1"/>
                      </a:moveTo>
                      <a:lnTo>
                        <a:pt x="2909" y="210"/>
                      </a:lnTo>
                      <a:lnTo>
                        <a:pt x="3035" y="273"/>
                      </a:lnTo>
                      <a:lnTo>
                        <a:pt x="2993" y="356"/>
                      </a:lnTo>
                      <a:lnTo>
                        <a:pt x="2909" y="440"/>
                      </a:lnTo>
                      <a:lnTo>
                        <a:pt x="2930" y="545"/>
                      </a:lnTo>
                      <a:lnTo>
                        <a:pt x="2993" y="586"/>
                      </a:lnTo>
                      <a:lnTo>
                        <a:pt x="2972" y="649"/>
                      </a:lnTo>
                      <a:lnTo>
                        <a:pt x="2909" y="733"/>
                      </a:lnTo>
                      <a:lnTo>
                        <a:pt x="2951" y="775"/>
                      </a:lnTo>
                      <a:lnTo>
                        <a:pt x="2951" y="858"/>
                      </a:lnTo>
                      <a:lnTo>
                        <a:pt x="2993" y="900"/>
                      </a:lnTo>
                      <a:lnTo>
                        <a:pt x="2909" y="1047"/>
                      </a:lnTo>
                      <a:lnTo>
                        <a:pt x="2825" y="1089"/>
                      </a:lnTo>
                      <a:lnTo>
                        <a:pt x="2763" y="1256"/>
                      </a:lnTo>
                      <a:lnTo>
                        <a:pt x="2721" y="1298"/>
                      </a:lnTo>
                      <a:lnTo>
                        <a:pt x="2721" y="1423"/>
                      </a:lnTo>
                      <a:lnTo>
                        <a:pt x="2637" y="1486"/>
                      </a:lnTo>
                      <a:lnTo>
                        <a:pt x="2616" y="1591"/>
                      </a:lnTo>
                      <a:lnTo>
                        <a:pt x="2470" y="1674"/>
                      </a:lnTo>
                      <a:lnTo>
                        <a:pt x="2386" y="1633"/>
                      </a:lnTo>
                      <a:lnTo>
                        <a:pt x="2344" y="1570"/>
                      </a:lnTo>
                      <a:lnTo>
                        <a:pt x="2428" y="1465"/>
                      </a:lnTo>
                      <a:lnTo>
                        <a:pt x="2449" y="1507"/>
                      </a:lnTo>
                      <a:lnTo>
                        <a:pt x="2532" y="1465"/>
                      </a:lnTo>
                      <a:lnTo>
                        <a:pt x="2553" y="1528"/>
                      </a:lnTo>
                      <a:lnTo>
                        <a:pt x="2595" y="1486"/>
                      </a:lnTo>
                      <a:lnTo>
                        <a:pt x="2595" y="1361"/>
                      </a:lnTo>
                      <a:lnTo>
                        <a:pt x="2658" y="1214"/>
                      </a:lnTo>
                      <a:lnTo>
                        <a:pt x="2742" y="1151"/>
                      </a:lnTo>
                      <a:lnTo>
                        <a:pt x="2742" y="1047"/>
                      </a:lnTo>
                      <a:lnTo>
                        <a:pt x="2700" y="1068"/>
                      </a:lnTo>
                      <a:lnTo>
                        <a:pt x="2553" y="1172"/>
                      </a:lnTo>
                      <a:lnTo>
                        <a:pt x="2512" y="1214"/>
                      </a:lnTo>
                      <a:lnTo>
                        <a:pt x="2428" y="1214"/>
                      </a:lnTo>
                      <a:lnTo>
                        <a:pt x="2428" y="1172"/>
                      </a:lnTo>
                      <a:lnTo>
                        <a:pt x="2532" y="1068"/>
                      </a:lnTo>
                      <a:lnTo>
                        <a:pt x="2658" y="1005"/>
                      </a:lnTo>
                      <a:lnTo>
                        <a:pt x="2700" y="963"/>
                      </a:lnTo>
                      <a:lnTo>
                        <a:pt x="2658" y="879"/>
                      </a:lnTo>
                      <a:lnTo>
                        <a:pt x="2616" y="879"/>
                      </a:lnTo>
                      <a:lnTo>
                        <a:pt x="2532" y="900"/>
                      </a:lnTo>
                      <a:lnTo>
                        <a:pt x="2470" y="796"/>
                      </a:lnTo>
                      <a:lnTo>
                        <a:pt x="2407" y="754"/>
                      </a:lnTo>
                      <a:lnTo>
                        <a:pt x="2135" y="754"/>
                      </a:lnTo>
                      <a:lnTo>
                        <a:pt x="2009" y="649"/>
                      </a:lnTo>
                      <a:lnTo>
                        <a:pt x="1716" y="419"/>
                      </a:lnTo>
                      <a:lnTo>
                        <a:pt x="1696" y="440"/>
                      </a:lnTo>
                      <a:lnTo>
                        <a:pt x="1675" y="545"/>
                      </a:lnTo>
                      <a:lnTo>
                        <a:pt x="1591" y="754"/>
                      </a:lnTo>
                      <a:lnTo>
                        <a:pt x="1591" y="858"/>
                      </a:lnTo>
                      <a:lnTo>
                        <a:pt x="1654" y="1068"/>
                      </a:lnTo>
                      <a:lnTo>
                        <a:pt x="1591" y="1382"/>
                      </a:lnTo>
                      <a:lnTo>
                        <a:pt x="1612" y="1507"/>
                      </a:lnTo>
                      <a:lnTo>
                        <a:pt x="1591" y="1674"/>
                      </a:lnTo>
                      <a:lnTo>
                        <a:pt x="1612" y="1737"/>
                      </a:lnTo>
                      <a:lnTo>
                        <a:pt x="1675" y="1737"/>
                      </a:lnTo>
                      <a:lnTo>
                        <a:pt x="1696" y="1800"/>
                      </a:lnTo>
                      <a:lnTo>
                        <a:pt x="1654" y="1884"/>
                      </a:lnTo>
                      <a:lnTo>
                        <a:pt x="1591" y="1884"/>
                      </a:lnTo>
                      <a:lnTo>
                        <a:pt x="1570" y="1946"/>
                      </a:lnTo>
                      <a:lnTo>
                        <a:pt x="1591" y="2009"/>
                      </a:lnTo>
                      <a:lnTo>
                        <a:pt x="1696" y="2030"/>
                      </a:lnTo>
                      <a:lnTo>
                        <a:pt x="1654" y="2135"/>
                      </a:lnTo>
                      <a:lnTo>
                        <a:pt x="1654" y="2239"/>
                      </a:lnTo>
                      <a:lnTo>
                        <a:pt x="1591" y="2323"/>
                      </a:lnTo>
                      <a:lnTo>
                        <a:pt x="1549" y="2302"/>
                      </a:lnTo>
                      <a:lnTo>
                        <a:pt x="1507" y="2344"/>
                      </a:lnTo>
                      <a:lnTo>
                        <a:pt x="1507" y="2428"/>
                      </a:lnTo>
                      <a:lnTo>
                        <a:pt x="1675" y="2449"/>
                      </a:lnTo>
                      <a:lnTo>
                        <a:pt x="1821" y="2470"/>
                      </a:lnTo>
                      <a:lnTo>
                        <a:pt x="1926" y="2553"/>
                      </a:lnTo>
                      <a:lnTo>
                        <a:pt x="2072" y="2553"/>
                      </a:lnTo>
                      <a:lnTo>
                        <a:pt x="2114" y="2637"/>
                      </a:lnTo>
                      <a:lnTo>
                        <a:pt x="2135" y="2783"/>
                      </a:lnTo>
                      <a:lnTo>
                        <a:pt x="2093" y="2658"/>
                      </a:lnTo>
                      <a:lnTo>
                        <a:pt x="1988" y="2574"/>
                      </a:lnTo>
                      <a:lnTo>
                        <a:pt x="1905" y="2616"/>
                      </a:lnTo>
                      <a:lnTo>
                        <a:pt x="1821" y="2553"/>
                      </a:lnTo>
                      <a:lnTo>
                        <a:pt x="1612" y="2532"/>
                      </a:lnTo>
                      <a:lnTo>
                        <a:pt x="1570" y="2470"/>
                      </a:lnTo>
                      <a:lnTo>
                        <a:pt x="1507" y="2511"/>
                      </a:lnTo>
                      <a:lnTo>
                        <a:pt x="1507" y="2616"/>
                      </a:lnTo>
                      <a:lnTo>
                        <a:pt x="1403" y="2763"/>
                      </a:lnTo>
                      <a:lnTo>
                        <a:pt x="1403" y="2846"/>
                      </a:lnTo>
                      <a:lnTo>
                        <a:pt x="1403" y="2930"/>
                      </a:lnTo>
                      <a:lnTo>
                        <a:pt x="1340" y="3076"/>
                      </a:lnTo>
                      <a:lnTo>
                        <a:pt x="1277" y="3202"/>
                      </a:lnTo>
                      <a:lnTo>
                        <a:pt x="1131" y="3558"/>
                      </a:lnTo>
                      <a:lnTo>
                        <a:pt x="1089" y="3809"/>
                      </a:lnTo>
                      <a:lnTo>
                        <a:pt x="942" y="4102"/>
                      </a:lnTo>
                      <a:lnTo>
                        <a:pt x="921" y="4415"/>
                      </a:lnTo>
                      <a:lnTo>
                        <a:pt x="838" y="4541"/>
                      </a:lnTo>
                      <a:lnTo>
                        <a:pt x="733" y="4667"/>
                      </a:lnTo>
                      <a:lnTo>
                        <a:pt x="649" y="4855"/>
                      </a:lnTo>
                      <a:lnTo>
                        <a:pt x="608" y="4939"/>
                      </a:lnTo>
                      <a:lnTo>
                        <a:pt x="566" y="5043"/>
                      </a:lnTo>
                      <a:lnTo>
                        <a:pt x="419" y="5231"/>
                      </a:lnTo>
                      <a:lnTo>
                        <a:pt x="356" y="5336"/>
                      </a:lnTo>
                      <a:lnTo>
                        <a:pt x="398" y="5566"/>
                      </a:lnTo>
                      <a:lnTo>
                        <a:pt x="336" y="5776"/>
                      </a:lnTo>
                      <a:lnTo>
                        <a:pt x="336" y="5922"/>
                      </a:lnTo>
                      <a:lnTo>
                        <a:pt x="419" y="6027"/>
                      </a:lnTo>
                      <a:lnTo>
                        <a:pt x="356" y="6110"/>
                      </a:lnTo>
                      <a:lnTo>
                        <a:pt x="336" y="6194"/>
                      </a:lnTo>
                      <a:lnTo>
                        <a:pt x="398" y="6340"/>
                      </a:lnTo>
                      <a:lnTo>
                        <a:pt x="356" y="6592"/>
                      </a:lnTo>
                      <a:lnTo>
                        <a:pt x="315" y="6717"/>
                      </a:lnTo>
                      <a:lnTo>
                        <a:pt x="231" y="6759"/>
                      </a:lnTo>
                      <a:lnTo>
                        <a:pt x="252" y="6843"/>
                      </a:lnTo>
                      <a:lnTo>
                        <a:pt x="294" y="6864"/>
                      </a:lnTo>
                      <a:lnTo>
                        <a:pt x="231" y="7031"/>
                      </a:lnTo>
                      <a:lnTo>
                        <a:pt x="84" y="7136"/>
                      </a:lnTo>
                      <a:lnTo>
                        <a:pt x="1" y="7261"/>
                      </a:lnTo>
                      <a:lnTo>
                        <a:pt x="1" y="7387"/>
                      </a:lnTo>
                      <a:lnTo>
                        <a:pt x="105" y="7554"/>
                      </a:lnTo>
                      <a:lnTo>
                        <a:pt x="210" y="7763"/>
                      </a:lnTo>
                      <a:lnTo>
                        <a:pt x="210" y="7993"/>
                      </a:lnTo>
                      <a:lnTo>
                        <a:pt x="189" y="8119"/>
                      </a:lnTo>
                      <a:lnTo>
                        <a:pt x="126" y="8203"/>
                      </a:lnTo>
                      <a:lnTo>
                        <a:pt x="126" y="8286"/>
                      </a:lnTo>
                      <a:lnTo>
                        <a:pt x="147" y="8370"/>
                      </a:lnTo>
                      <a:lnTo>
                        <a:pt x="189" y="8496"/>
                      </a:lnTo>
                      <a:lnTo>
                        <a:pt x="126" y="8579"/>
                      </a:lnTo>
                      <a:lnTo>
                        <a:pt x="105" y="8642"/>
                      </a:lnTo>
                      <a:lnTo>
                        <a:pt x="126" y="8726"/>
                      </a:lnTo>
                      <a:lnTo>
                        <a:pt x="356" y="9102"/>
                      </a:lnTo>
                      <a:lnTo>
                        <a:pt x="398" y="9207"/>
                      </a:lnTo>
                      <a:lnTo>
                        <a:pt x="356" y="9270"/>
                      </a:lnTo>
                      <a:lnTo>
                        <a:pt x="398" y="9353"/>
                      </a:lnTo>
                      <a:lnTo>
                        <a:pt x="524" y="9479"/>
                      </a:lnTo>
                      <a:lnTo>
                        <a:pt x="545" y="9542"/>
                      </a:lnTo>
                      <a:lnTo>
                        <a:pt x="628" y="9542"/>
                      </a:lnTo>
                      <a:lnTo>
                        <a:pt x="628" y="9437"/>
                      </a:lnTo>
                      <a:lnTo>
                        <a:pt x="628" y="9312"/>
                      </a:lnTo>
                      <a:lnTo>
                        <a:pt x="712" y="9333"/>
                      </a:lnTo>
                      <a:lnTo>
                        <a:pt x="733" y="9312"/>
                      </a:lnTo>
                      <a:lnTo>
                        <a:pt x="733" y="9353"/>
                      </a:lnTo>
                      <a:lnTo>
                        <a:pt x="838" y="9353"/>
                      </a:lnTo>
                      <a:lnTo>
                        <a:pt x="859" y="9416"/>
                      </a:lnTo>
                      <a:lnTo>
                        <a:pt x="984" y="9437"/>
                      </a:lnTo>
                      <a:lnTo>
                        <a:pt x="880" y="9437"/>
                      </a:lnTo>
                      <a:lnTo>
                        <a:pt x="817" y="9479"/>
                      </a:lnTo>
                      <a:lnTo>
                        <a:pt x="754" y="9437"/>
                      </a:lnTo>
                      <a:lnTo>
                        <a:pt x="712" y="9437"/>
                      </a:lnTo>
                      <a:lnTo>
                        <a:pt x="712" y="9521"/>
                      </a:lnTo>
                      <a:lnTo>
                        <a:pt x="754" y="9542"/>
                      </a:lnTo>
                      <a:lnTo>
                        <a:pt x="754" y="9688"/>
                      </a:lnTo>
                      <a:lnTo>
                        <a:pt x="817" y="9793"/>
                      </a:lnTo>
                      <a:lnTo>
                        <a:pt x="838" y="9835"/>
                      </a:lnTo>
                      <a:lnTo>
                        <a:pt x="733" y="9793"/>
                      </a:lnTo>
                      <a:lnTo>
                        <a:pt x="670" y="9688"/>
                      </a:lnTo>
                      <a:lnTo>
                        <a:pt x="649" y="9646"/>
                      </a:lnTo>
                      <a:lnTo>
                        <a:pt x="608" y="9688"/>
                      </a:lnTo>
                      <a:lnTo>
                        <a:pt x="608" y="9772"/>
                      </a:lnTo>
                      <a:lnTo>
                        <a:pt x="545" y="9835"/>
                      </a:lnTo>
                      <a:lnTo>
                        <a:pt x="566" y="9877"/>
                      </a:lnTo>
                      <a:lnTo>
                        <a:pt x="545" y="9981"/>
                      </a:lnTo>
                      <a:lnTo>
                        <a:pt x="545" y="10086"/>
                      </a:lnTo>
                      <a:lnTo>
                        <a:pt x="608" y="10107"/>
                      </a:lnTo>
                      <a:lnTo>
                        <a:pt x="628" y="10211"/>
                      </a:lnTo>
                      <a:lnTo>
                        <a:pt x="733" y="10274"/>
                      </a:lnTo>
                      <a:lnTo>
                        <a:pt x="775" y="10358"/>
                      </a:lnTo>
                      <a:lnTo>
                        <a:pt x="775" y="10421"/>
                      </a:lnTo>
                      <a:lnTo>
                        <a:pt x="712" y="10504"/>
                      </a:lnTo>
                      <a:lnTo>
                        <a:pt x="649" y="10504"/>
                      </a:lnTo>
                      <a:lnTo>
                        <a:pt x="649" y="10567"/>
                      </a:lnTo>
                      <a:lnTo>
                        <a:pt x="670" y="10672"/>
                      </a:lnTo>
                      <a:lnTo>
                        <a:pt x="670" y="10797"/>
                      </a:lnTo>
                      <a:lnTo>
                        <a:pt x="712" y="10839"/>
                      </a:lnTo>
                      <a:lnTo>
                        <a:pt x="775" y="10923"/>
                      </a:lnTo>
                      <a:lnTo>
                        <a:pt x="817" y="11111"/>
                      </a:lnTo>
                      <a:lnTo>
                        <a:pt x="942" y="11362"/>
                      </a:lnTo>
                      <a:lnTo>
                        <a:pt x="1026" y="11509"/>
                      </a:lnTo>
                      <a:lnTo>
                        <a:pt x="1068" y="11530"/>
                      </a:lnTo>
                      <a:lnTo>
                        <a:pt x="1047" y="11571"/>
                      </a:lnTo>
                      <a:lnTo>
                        <a:pt x="1047" y="11613"/>
                      </a:lnTo>
                      <a:lnTo>
                        <a:pt x="1152" y="11718"/>
                      </a:lnTo>
                      <a:lnTo>
                        <a:pt x="1172" y="11843"/>
                      </a:lnTo>
                      <a:lnTo>
                        <a:pt x="1152" y="11990"/>
                      </a:lnTo>
                      <a:lnTo>
                        <a:pt x="1131" y="12094"/>
                      </a:lnTo>
                      <a:lnTo>
                        <a:pt x="1089" y="12136"/>
                      </a:lnTo>
                      <a:lnTo>
                        <a:pt x="1131" y="12199"/>
                      </a:lnTo>
                      <a:lnTo>
                        <a:pt x="1172" y="12262"/>
                      </a:lnTo>
                      <a:lnTo>
                        <a:pt x="1382" y="12262"/>
                      </a:lnTo>
                      <a:lnTo>
                        <a:pt x="1486" y="12283"/>
                      </a:lnTo>
                      <a:lnTo>
                        <a:pt x="1591" y="12346"/>
                      </a:lnTo>
                      <a:lnTo>
                        <a:pt x="1675" y="12366"/>
                      </a:lnTo>
                      <a:lnTo>
                        <a:pt x="1821" y="12366"/>
                      </a:lnTo>
                      <a:lnTo>
                        <a:pt x="1884" y="12450"/>
                      </a:lnTo>
                      <a:lnTo>
                        <a:pt x="1884" y="12555"/>
                      </a:lnTo>
                      <a:lnTo>
                        <a:pt x="2030" y="12618"/>
                      </a:lnTo>
                      <a:lnTo>
                        <a:pt x="2135" y="12618"/>
                      </a:lnTo>
                      <a:lnTo>
                        <a:pt x="2281" y="12680"/>
                      </a:lnTo>
                      <a:lnTo>
                        <a:pt x="2302" y="12722"/>
                      </a:lnTo>
                      <a:lnTo>
                        <a:pt x="2302" y="12827"/>
                      </a:lnTo>
                      <a:lnTo>
                        <a:pt x="2344" y="12869"/>
                      </a:lnTo>
                      <a:lnTo>
                        <a:pt x="2407" y="12827"/>
                      </a:lnTo>
                      <a:lnTo>
                        <a:pt x="2470" y="12827"/>
                      </a:lnTo>
                      <a:lnTo>
                        <a:pt x="2616" y="12973"/>
                      </a:lnTo>
                      <a:lnTo>
                        <a:pt x="2805" y="13245"/>
                      </a:lnTo>
                      <a:lnTo>
                        <a:pt x="2825" y="13434"/>
                      </a:lnTo>
                      <a:lnTo>
                        <a:pt x="2805" y="13559"/>
                      </a:lnTo>
                      <a:lnTo>
                        <a:pt x="2805" y="13664"/>
                      </a:lnTo>
                      <a:lnTo>
                        <a:pt x="4185" y="13643"/>
                      </a:lnTo>
                      <a:lnTo>
                        <a:pt x="4206" y="13706"/>
                      </a:lnTo>
                      <a:lnTo>
                        <a:pt x="4206" y="13747"/>
                      </a:lnTo>
                      <a:lnTo>
                        <a:pt x="6131" y="14647"/>
                      </a:lnTo>
                      <a:lnTo>
                        <a:pt x="7784" y="14689"/>
                      </a:lnTo>
                      <a:lnTo>
                        <a:pt x="7826" y="14480"/>
                      </a:lnTo>
                      <a:lnTo>
                        <a:pt x="8747" y="14501"/>
                      </a:lnTo>
                      <a:lnTo>
                        <a:pt x="8872" y="14584"/>
                      </a:lnTo>
                      <a:lnTo>
                        <a:pt x="8935" y="14710"/>
                      </a:lnTo>
                      <a:lnTo>
                        <a:pt x="8998" y="14773"/>
                      </a:lnTo>
                      <a:lnTo>
                        <a:pt x="9019" y="14815"/>
                      </a:lnTo>
                      <a:lnTo>
                        <a:pt x="9082" y="14815"/>
                      </a:lnTo>
                      <a:lnTo>
                        <a:pt x="9123" y="14898"/>
                      </a:lnTo>
                      <a:lnTo>
                        <a:pt x="9103" y="14961"/>
                      </a:lnTo>
                      <a:lnTo>
                        <a:pt x="9207" y="14982"/>
                      </a:lnTo>
                      <a:lnTo>
                        <a:pt x="9270" y="15066"/>
                      </a:lnTo>
                      <a:lnTo>
                        <a:pt x="9270" y="15107"/>
                      </a:lnTo>
                      <a:lnTo>
                        <a:pt x="9228" y="15170"/>
                      </a:lnTo>
                      <a:lnTo>
                        <a:pt x="9312" y="15191"/>
                      </a:lnTo>
                      <a:lnTo>
                        <a:pt x="9395" y="15233"/>
                      </a:lnTo>
                      <a:lnTo>
                        <a:pt x="9437" y="15317"/>
                      </a:lnTo>
                      <a:lnTo>
                        <a:pt x="9458" y="15442"/>
                      </a:lnTo>
                      <a:lnTo>
                        <a:pt x="9500" y="15484"/>
                      </a:lnTo>
                      <a:lnTo>
                        <a:pt x="9521" y="15505"/>
                      </a:lnTo>
                      <a:lnTo>
                        <a:pt x="9542" y="15526"/>
                      </a:lnTo>
                      <a:lnTo>
                        <a:pt x="9626" y="15610"/>
                      </a:lnTo>
                      <a:lnTo>
                        <a:pt x="9626" y="15693"/>
                      </a:lnTo>
                      <a:lnTo>
                        <a:pt x="9605" y="15714"/>
                      </a:lnTo>
                      <a:lnTo>
                        <a:pt x="9521" y="15735"/>
                      </a:lnTo>
                      <a:lnTo>
                        <a:pt x="9521" y="15756"/>
                      </a:lnTo>
                      <a:lnTo>
                        <a:pt x="9626" y="15903"/>
                      </a:lnTo>
                      <a:lnTo>
                        <a:pt x="9709" y="15965"/>
                      </a:lnTo>
                      <a:lnTo>
                        <a:pt x="9730" y="16070"/>
                      </a:lnTo>
                      <a:lnTo>
                        <a:pt x="9730" y="16112"/>
                      </a:lnTo>
                      <a:lnTo>
                        <a:pt x="9751" y="16112"/>
                      </a:lnTo>
                      <a:lnTo>
                        <a:pt x="9793" y="16133"/>
                      </a:lnTo>
                      <a:lnTo>
                        <a:pt x="9835" y="16133"/>
                      </a:lnTo>
                      <a:lnTo>
                        <a:pt x="9877" y="16154"/>
                      </a:lnTo>
                      <a:lnTo>
                        <a:pt x="9919" y="16216"/>
                      </a:lnTo>
                      <a:lnTo>
                        <a:pt x="9919" y="16237"/>
                      </a:lnTo>
                      <a:lnTo>
                        <a:pt x="9960" y="16279"/>
                      </a:lnTo>
                      <a:lnTo>
                        <a:pt x="10023" y="16279"/>
                      </a:lnTo>
                      <a:lnTo>
                        <a:pt x="10149" y="16342"/>
                      </a:lnTo>
                      <a:lnTo>
                        <a:pt x="10170" y="16384"/>
                      </a:lnTo>
                      <a:lnTo>
                        <a:pt x="10253" y="16426"/>
                      </a:lnTo>
                      <a:lnTo>
                        <a:pt x="10379" y="16467"/>
                      </a:lnTo>
                      <a:lnTo>
                        <a:pt x="10400" y="16530"/>
                      </a:lnTo>
                      <a:lnTo>
                        <a:pt x="10463" y="16530"/>
                      </a:lnTo>
                      <a:lnTo>
                        <a:pt x="10504" y="16488"/>
                      </a:lnTo>
                      <a:lnTo>
                        <a:pt x="10504" y="16467"/>
                      </a:lnTo>
                      <a:lnTo>
                        <a:pt x="10609" y="16384"/>
                      </a:lnTo>
                      <a:lnTo>
                        <a:pt x="10672" y="16384"/>
                      </a:lnTo>
                      <a:lnTo>
                        <a:pt x="10672" y="16342"/>
                      </a:lnTo>
                      <a:lnTo>
                        <a:pt x="10672" y="16321"/>
                      </a:lnTo>
                      <a:lnTo>
                        <a:pt x="10714" y="16237"/>
                      </a:lnTo>
                      <a:lnTo>
                        <a:pt x="10797" y="16070"/>
                      </a:lnTo>
                      <a:lnTo>
                        <a:pt x="10839" y="16028"/>
                      </a:lnTo>
                      <a:lnTo>
                        <a:pt x="10923" y="16007"/>
                      </a:lnTo>
                      <a:lnTo>
                        <a:pt x="10965" y="16007"/>
                      </a:lnTo>
                      <a:lnTo>
                        <a:pt x="10986" y="16028"/>
                      </a:lnTo>
                      <a:lnTo>
                        <a:pt x="11027" y="16028"/>
                      </a:lnTo>
                      <a:lnTo>
                        <a:pt x="11069" y="15944"/>
                      </a:lnTo>
                      <a:lnTo>
                        <a:pt x="11174" y="15944"/>
                      </a:lnTo>
                      <a:lnTo>
                        <a:pt x="11279" y="15965"/>
                      </a:lnTo>
                      <a:lnTo>
                        <a:pt x="11383" y="15944"/>
                      </a:lnTo>
                      <a:lnTo>
                        <a:pt x="11404" y="15965"/>
                      </a:lnTo>
                      <a:lnTo>
                        <a:pt x="11425" y="16007"/>
                      </a:lnTo>
                      <a:lnTo>
                        <a:pt x="11509" y="16007"/>
                      </a:lnTo>
                      <a:lnTo>
                        <a:pt x="11592" y="16028"/>
                      </a:lnTo>
                      <a:lnTo>
                        <a:pt x="11634" y="16133"/>
                      </a:lnTo>
                      <a:lnTo>
                        <a:pt x="11739" y="16216"/>
                      </a:lnTo>
                      <a:lnTo>
                        <a:pt x="11844" y="16363"/>
                      </a:lnTo>
                      <a:lnTo>
                        <a:pt x="11864" y="16467"/>
                      </a:lnTo>
                      <a:lnTo>
                        <a:pt x="11927" y="16530"/>
                      </a:lnTo>
                      <a:lnTo>
                        <a:pt x="11927" y="16593"/>
                      </a:lnTo>
                      <a:lnTo>
                        <a:pt x="11927" y="16760"/>
                      </a:lnTo>
                      <a:lnTo>
                        <a:pt x="12011" y="16781"/>
                      </a:lnTo>
                      <a:lnTo>
                        <a:pt x="12032" y="16865"/>
                      </a:lnTo>
                      <a:lnTo>
                        <a:pt x="12116" y="17074"/>
                      </a:lnTo>
                      <a:lnTo>
                        <a:pt x="12157" y="17095"/>
                      </a:lnTo>
                      <a:lnTo>
                        <a:pt x="12178" y="17179"/>
                      </a:lnTo>
                      <a:lnTo>
                        <a:pt x="12262" y="17221"/>
                      </a:lnTo>
                      <a:lnTo>
                        <a:pt x="12283" y="17325"/>
                      </a:lnTo>
                      <a:lnTo>
                        <a:pt x="12346" y="17430"/>
                      </a:lnTo>
                      <a:lnTo>
                        <a:pt x="12450" y="17514"/>
                      </a:lnTo>
                      <a:lnTo>
                        <a:pt x="12429" y="17618"/>
                      </a:lnTo>
                      <a:lnTo>
                        <a:pt x="12429" y="17723"/>
                      </a:lnTo>
                      <a:lnTo>
                        <a:pt x="12429" y="17786"/>
                      </a:lnTo>
                      <a:lnTo>
                        <a:pt x="12429" y="17807"/>
                      </a:lnTo>
                      <a:lnTo>
                        <a:pt x="12555" y="18141"/>
                      </a:lnTo>
                      <a:lnTo>
                        <a:pt x="12534" y="18309"/>
                      </a:lnTo>
                      <a:lnTo>
                        <a:pt x="12576" y="18351"/>
                      </a:lnTo>
                      <a:lnTo>
                        <a:pt x="12597" y="18351"/>
                      </a:lnTo>
                      <a:lnTo>
                        <a:pt x="12660" y="18372"/>
                      </a:lnTo>
                      <a:lnTo>
                        <a:pt x="12743" y="18372"/>
                      </a:lnTo>
                      <a:lnTo>
                        <a:pt x="12806" y="18413"/>
                      </a:lnTo>
                      <a:lnTo>
                        <a:pt x="12911" y="18518"/>
                      </a:lnTo>
                      <a:lnTo>
                        <a:pt x="13099" y="18560"/>
                      </a:lnTo>
                      <a:lnTo>
                        <a:pt x="13204" y="18644"/>
                      </a:lnTo>
                      <a:lnTo>
                        <a:pt x="13308" y="18644"/>
                      </a:lnTo>
                      <a:lnTo>
                        <a:pt x="13329" y="18727"/>
                      </a:lnTo>
                      <a:lnTo>
                        <a:pt x="13392" y="18748"/>
                      </a:lnTo>
                      <a:lnTo>
                        <a:pt x="13476" y="18581"/>
                      </a:lnTo>
                      <a:lnTo>
                        <a:pt x="13496" y="18455"/>
                      </a:lnTo>
                      <a:lnTo>
                        <a:pt x="13476" y="18372"/>
                      </a:lnTo>
                      <a:lnTo>
                        <a:pt x="13476" y="18120"/>
                      </a:lnTo>
                      <a:lnTo>
                        <a:pt x="13413" y="18037"/>
                      </a:lnTo>
                      <a:lnTo>
                        <a:pt x="13496" y="17911"/>
                      </a:lnTo>
                      <a:lnTo>
                        <a:pt x="13538" y="17723"/>
                      </a:lnTo>
                      <a:lnTo>
                        <a:pt x="13622" y="17618"/>
                      </a:lnTo>
                      <a:lnTo>
                        <a:pt x="13580" y="17409"/>
                      </a:lnTo>
                      <a:lnTo>
                        <a:pt x="13685" y="17367"/>
                      </a:lnTo>
                      <a:lnTo>
                        <a:pt x="13789" y="17284"/>
                      </a:lnTo>
                      <a:lnTo>
                        <a:pt x="13727" y="17200"/>
                      </a:lnTo>
                      <a:lnTo>
                        <a:pt x="13831" y="17074"/>
                      </a:lnTo>
                      <a:lnTo>
                        <a:pt x="13894" y="17095"/>
                      </a:lnTo>
                      <a:lnTo>
                        <a:pt x="13999" y="17053"/>
                      </a:lnTo>
                      <a:lnTo>
                        <a:pt x="13957" y="16907"/>
                      </a:lnTo>
                      <a:lnTo>
                        <a:pt x="13957" y="16907"/>
                      </a:lnTo>
                      <a:lnTo>
                        <a:pt x="14040" y="16970"/>
                      </a:lnTo>
                      <a:lnTo>
                        <a:pt x="14145" y="16907"/>
                      </a:lnTo>
                      <a:lnTo>
                        <a:pt x="14103" y="16865"/>
                      </a:lnTo>
                      <a:lnTo>
                        <a:pt x="14208" y="16781"/>
                      </a:lnTo>
                      <a:lnTo>
                        <a:pt x="14250" y="16802"/>
                      </a:lnTo>
                      <a:lnTo>
                        <a:pt x="14312" y="16781"/>
                      </a:lnTo>
                      <a:lnTo>
                        <a:pt x="14375" y="16865"/>
                      </a:lnTo>
                      <a:lnTo>
                        <a:pt x="14271" y="16949"/>
                      </a:lnTo>
                      <a:lnTo>
                        <a:pt x="14354" y="16949"/>
                      </a:lnTo>
                      <a:lnTo>
                        <a:pt x="14459" y="16844"/>
                      </a:lnTo>
                      <a:lnTo>
                        <a:pt x="14543" y="16844"/>
                      </a:lnTo>
                      <a:lnTo>
                        <a:pt x="14794" y="16739"/>
                      </a:lnTo>
                      <a:lnTo>
                        <a:pt x="14982" y="16551"/>
                      </a:lnTo>
                      <a:lnTo>
                        <a:pt x="15066" y="16551"/>
                      </a:lnTo>
                      <a:lnTo>
                        <a:pt x="15108" y="16488"/>
                      </a:lnTo>
                      <a:lnTo>
                        <a:pt x="15087" y="16384"/>
                      </a:lnTo>
                      <a:lnTo>
                        <a:pt x="15108" y="16258"/>
                      </a:lnTo>
                      <a:lnTo>
                        <a:pt x="15045" y="16112"/>
                      </a:lnTo>
                      <a:lnTo>
                        <a:pt x="15087" y="16175"/>
                      </a:lnTo>
                      <a:lnTo>
                        <a:pt x="15170" y="16175"/>
                      </a:lnTo>
                      <a:lnTo>
                        <a:pt x="15275" y="16070"/>
                      </a:lnTo>
                      <a:lnTo>
                        <a:pt x="15275" y="16028"/>
                      </a:lnTo>
                      <a:lnTo>
                        <a:pt x="15317" y="16133"/>
                      </a:lnTo>
                      <a:lnTo>
                        <a:pt x="15254" y="16237"/>
                      </a:lnTo>
                      <a:lnTo>
                        <a:pt x="15275" y="16321"/>
                      </a:lnTo>
                      <a:lnTo>
                        <a:pt x="15275" y="16426"/>
                      </a:lnTo>
                      <a:lnTo>
                        <a:pt x="15401" y="16384"/>
                      </a:lnTo>
                      <a:lnTo>
                        <a:pt x="15484" y="16258"/>
                      </a:lnTo>
                      <a:lnTo>
                        <a:pt x="15568" y="16258"/>
                      </a:lnTo>
                      <a:lnTo>
                        <a:pt x="15631" y="16216"/>
                      </a:lnTo>
                      <a:lnTo>
                        <a:pt x="15840" y="16154"/>
                      </a:lnTo>
                      <a:lnTo>
                        <a:pt x="16007" y="16154"/>
                      </a:lnTo>
                      <a:lnTo>
                        <a:pt x="16258" y="16237"/>
                      </a:lnTo>
                      <a:lnTo>
                        <a:pt x="16321" y="16279"/>
                      </a:lnTo>
                      <a:lnTo>
                        <a:pt x="16635" y="16321"/>
                      </a:lnTo>
                      <a:lnTo>
                        <a:pt x="16740" y="16279"/>
                      </a:lnTo>
                      <a:lnTo>
                        <a:pt x="16740" y="16237"/>
                      </a:lnTo>
                      <a:lnTo>
                        <a:pt x="16740" y="16154"/>
                      </a:lnTo>
                      <a:lnTo>
                        <a:pt x="16844" y="16133"/>
                      </a:lnTo>
                      <a:lnTo>
                        <a:pt x="16928" y="16154"/>
                      </a:lnTo>
                      <a:lnTo>
                        <a:pt x="16865" y="16216"/>
                      </a:lnTo>
                      <a:lnTo>
                        <a:pt x="16928" y="16237"/>
                      </a:lnTo>
                      <a:lnTo>
                        <a:pt x="16991" y="16216"/>
                      </a:lnTo>
                      <a:lnTo>
                        <a:pt x="17053" y="16258"/>
                      </a:lnTo>
                      <a:lnTo>
                        <a:pt x="17053" y="16342"/>
                      </a:lnTo>
                      <a:lnTo>
                        <a:pt x="17074" y="16384"/>
                      </a:lnTo>
                      <a:lnTo>
                        <a:pt x="17200" y="16363"/>
                      </a:lnTo>
                      <a:lnTo>
                        <a:pt x="17242" y="16426"/>
                      </a:lnTo>
                      <a:lnTo>
                        <a:pt x="17158" y="16488"/>
                      </a:lnTo>
                      <a:lnTo>
                        <a:pt x="17095" y="16551"/>
                      </a:lnTo>
                      <a:lnTo>
                        <a:pt x="17179" y="16572"/>
                      </a:lnTo>
                      <a:lnTo>
                        <a:pt x="17263" y="16551"/>
                      </a:lnTo>
                      <a:lnTo>
                        <a:pt x="17346" y="16593"/>
                      </a:lnTo>
                      <a:lnTo>
                        <a:pt x="17493" y="16656"/>
                      </a:lnTo>
                      <a:lnTo>
                        <a:pt x="17556" y="16572"/>
                      </a:lnTo>
                      <a:lnTo>
                        <a:pt x="17618" y="16530"/>
                      </a:lnTo>
                      <a:lnTo>
                        <a:pt x="17723" y="16593"/>
                      </a:lnTo>
                      <a:lnTo>
                        <a:pt x="17786" y="16656"/>
                      </a:lnTo>
                      <a:lnTo>
                        <a:pt x="17870" y="16635"/>
                      </a:lnTo>
                      <a:lnTo>
                        <a:pt x="17870" y="16467"/>
                      </a:lnTo>
                      <a:lnTo>
                        <a:pt x="17807" y="16363"/>
                      </a:lnTo>
                      <a:lnTo>
                        <a:pt x="17911" y="16363"/>
                      </a:lnTo>
                      <a:lnTo>
                        <a:pt x="18016" y="16488"/>
                      </a:lnTo>
                      <a:lnTo>
                        <a:pt x="18100" y="16530"/>
                      </a:lnTo>
                      <a:lnTo>
                        <a:pt x="18142" y="16593"/>
                      </a:lnTo>
                      <a:lnTo>
                        <a:pt x="18204" y="16593"/>
                      </a:lnTo>
                      <a:lnTo>
                        <a:pt x="18288" y="16635"/>
                      </a:lnTo>
                      <a:lnTo>
                        <a:pt x="18288" y="16760"/>
                      </a:lnTo>
                      <a:lnTo>
                        <a:pt x="18309" y="16677"/>
                      </a:lnTo>
                      <a:lnTo>
                        <a:pt x="18414" y="16656"/>
                      </a:lnTo>
                      <a:lnTo>
                        <a:pt x="18414" y="16635"/>
                      </a:lnTo>
                      <a:lnTo>
                        <a:pt x="18288" y="16530"/>
                      </a:lnTo>
                      <a:lnTo>
                        <a:pt x="18100" y="16447"/>
                      </a:lnTo>
                      <a:lnTo>
                        <a:pt x="18037" y="16363"/>
                      </a:lnTo>
                      <a:lnTo>
                        <a:pt x="18037" y="16258"/>
                      </a:lnTo>
                      <a:lnTo>
                        <a:pt x="18225" y="16175"/>
                      </a:lnTo>
                      <a:lnTo>
                        <a:pt x="18288" y="16154"/>
                      </a:lnTo>
                      <a:lnTo>
                        <a:pt x="18183" y="16112"/>
                      </a:lnTo>
                      <a:lnTo>
                        <a:pt x="18121" y="16049"/>
                      </a:lnTo>
                      <a:lnTo>
                        <a:pt x="18100" y="16049"/>
                      </a:lnTo>
                      <a:lnTo>
                        <a:pt x="18016" y="16112"/>
                      </a:lnTo>
                      <a:lnTo>
                        <a:pt x="17932" y="16154"/>
                      </a:lnTo>
                      <a:lnTo>
                        <a:pt x="17932" y="16070"/>
                      </a:lnTo>
                      <a:lnTo>
                        <a:pt x="18037" y="15944"/>
                      </a:lnTo>
                      <a:lnTo>
                        <a:pt x="18246" y="15861"/>
                      </a:lnTo>
                      <a:lnTo>
                        <a:pt x="18330" y="15798"/>
                      </a:lnTo>
                      <a:lnTo>
                        <a:pt x="18665" y="15735"/>
                      </a:lnTo>
                      <a:lnTo>
                        <a:pt x="18811" y="15756"/>
                      </a:lnTo>
                      <a:lnTo>
                        <a:pt x="18874" y="15735"/>
                      </a:lnTo>
                      <a:lnTo>
                        <a:pt x="18958" y="15735"/>
                      </a:lnTo>
                      <a:lnTo>
                        <a:pt x="19020" y="15651"/>
                      </a:lnTo>
                      <a:lnTo>
                        <a:pt x="19062" y="15547"/>
                      </a:lnTo>
                      <a:lnTo>
                        <a:pt x="19146" y="15547"/>
                      </a:lnTo>
                      <a:lnTo>
                        <a:pt x="19125" y="15631"/>
                      </a:lnTo>
                      <a:lnTo>
                        <a:pt x="19125" y="15714"/>
                      </a:lnTo>
                      <a:lnTo>
                        <a:pt x="19250" y="15819"/>
                      </a:lnTo>
                      <a:lnTo>
                        <a:pt x="19334" y="15756"/>
                      </a:lnTo>
                      <a:lnTo>
                        <a:pt x="19481" y="15756"/>
                      </a:lnTo>
                      <a:lnTo>
                        <a:pt x="19585" y="15735"/>
                      </a:lnTo>
                      <a:lnTo>
                        <a:pt x="19648" y="15798"/>
                      </a:lnTo>
                      <a:lnTo>
                        <a:pt x="19815" y="15756"/>
                      </a:lnTo>
                      <a:lnTo>
                        <a:pt x="19878" y="15798"/>
                      </a:lnTo>
                      <a:lnTo>
                        <a:pt x="20004" y="15714"/>
                      </a:lnTo>
                      <a:lnTo>
                        <a:pt x="20108" y="15714"/>
                      </a:lnTo>
                      <a:lnTo>
                        <a:pt x="20129" y="15735"/>
                      </a:lnTo>
                      <a:lnTo>
                        <a:pt x="20087" y="15756"/>
                      </a:lnTo>
                      <a:lnTo>
                        <a:pt x="19962" y="15756"/>
                      </a:lnTo>
                      <a:lnTo>
                        <a:pt x="19920" y="15798"/>
                      </a:lnTo>
                      <a:lnTo>
                        <a:pt x="20087" y="15819"/>
                      </a:lnTo>
                      <a:lnTo>
                        <a:pt x="20213" y="15819"/>
                      </a:lnTo>
                      <a:lnTo>
                        <a:pt x="20318" y="15903"/>
                      </a:lnTo>
                      <a:lnTo>
                        <a:pt x="20401" y="15944"/>
                      </a:lnTo>
                      <a:lnTo>
                        <a:pt x="20338" y="15861"/>
                      </a:lnTo>
                      <a:lnTo>
                        <a:pt x="20338" y="15819"/>
                      </a:lnTo>
                      <a:lnTo>
                        <a:pt x="20401" y="15819"/>
                      </a:lnTo>
                      <a:lnTo>
                        <a:pt x="20422" y="15861"/>
                      </a:lnTo>
                      <a:lnTo>
                        <a:pt x="20527" y="15944"/>
                      </a:lnTo>
                      <a:lnTo>
                        <a:pt x="20506" y="16007"/>
                      </a:lnTo>
                      <a:lnTo>
                        <a:pt x="20443" y="15944"/>
                      </a:lnTo>
                      <a:lnTo>
                        <a:pt x="20422" y="15965"/>
                      </a:lnTo>
                      <a:lnTo>
                        <a:pt x="20548" y="16049"/>
                      </a:lnTo>
                      <a:lnTo>
                        <a:pt x="20610" y="16133"/>
                      </a:lnTo>
                      <a:lnTo>
                        <a:pt x="20652" y="16175"/>
                      </a:lnTo>
                      <a:lnTo>
                        <a:pt x="20631" y="16216"/>
                      </a:lnTo>
                      <a:lnTo>
                        <a:pt x="20610" y="16154"/>
                      </a:lnTo>
                      <a:lnTo>
                        <a:pt x="20590" y="16216"/>
                      </a:lnTo>
                      <a:lnTo>
                        <a:pt x="20610" y="16258"/>
                      </a:lnTo>
                      <a:lnTo>
                        <a:pt x="20799" y="16237"/>
                      </a:lnTo>
                      <a:lnTo>
                        <a:pt x="20903" y="16216"/>
                      </a:lnTo>
                      <a:lnTo>
                        <a:pt x="21029" y="16070"/>
                      </a:lnTo>
                      <a:lnTo>
                        <a:pt x="21113" y="16070"/>
                      </a:lnTo>
                      <a:lnTo>
                        <a:pt x="21113" y="16049"/>
                      </a:lnTo>
                      <a:lnTo>
                        <a:pt x="21175" y="15965"/>
                      </a:lnTo>
                      <a:lnTo>
                        <a:pt x="21280" y="15965"/>
                      </a:lnTo>
                      <a:lnTo>
                        <a:pt x="21364" y="16007"/>
                      </a:lnTo>
                      <a:lnTo>
                        <a:pt x="21489" y="16049"/>
                      </a:lnTo>
                      <a:lnTo>
                        <a:pt x="21552" y="16258"/>
                      </a:lnTo>
                      <a:lnTo>
                        <a:pt x="21636" y="16321"/>
                      </a:lnTo>
                      <a:lnTo>
                        <a:pt x="21657" y="16321"/>
                      </a:lnTo>
                      <a:lnTo>
                        <a:pt x="21678" y="16447"/>
                      </a:lnTo>
                      <a:lnTo>
                        <a:pt x="21761" y="16488"/>
                      </a:lnTo>
                      <a:lnTo>
                        <a:pt x="21803" y="16488"/>
                      </a:lnTo>
                      <a:lnTo>
                        <a:pt x="21803" y="16551"/>
                      </a:lnTo>
                      <a:lnTo>
                        <a:pt x="21866" y="16635"/>
                      </a:lnTo>
                      <a:lnTo>
                        <a:pt x="21950" y="16656"/>
                      </a:lnTo>
                      <a:lnTo>
                        <a:pt x="22012" y="16781"/>
                      </a:lnTo>
                      <a:lnTo>
                        <a:pt x="21991" y="16907"/>
                      </a:lnTo>
                      <a:lnTo>
                        <a:pt x="21908" y="17179"/>
                      </a:lnTo>
                      <a:lnTo>
                        <a:pt x="21803" y="17409"/>
                      </a:lnTo>
                      <a:lnTo>
                        <a:pt x="21803" y="17493"/>
                      </a:lnTo>
                      <a:lnTo>
                        <a:pt x="21887" y="17597"/>
                      </a:lnTo>
                      <a:lnTo>
                        <a:pt x="21908" y="17576"/>
                      </a:lnTo>
                      <a:lnTo>
                        <a:pt x="21971" y="17493"/>
                      </a:lnTo>
                      <a:lnTo>
                        <a:pt x="21971" y="17430"/>
                      </a:lnTo>
                      <a:lnTo>
                        <a:pt x="21991" y="17388"/>
                      </a:lnTo>
                      <a:lnTo>
                        <a:pt x="22075" y="17430"/>
                      </a:lnTo>
                      <a:lnTo>
                        <a:pt x="22096" y="17535"/>
                      </a:lnTo>
                      <a:lnTo>
                        <a:pt x="21950" y="17744"/>
                      </a:lnTo>
                      <a:lnTo>
                        <a:pt x="21971" y="17807"/>
                      </a:lnTo>
                      <a:lnTo>
                        <a:pt x="21991" y="17911"/>
                      </a:lnTo>
                      <a:lnTo>
                        <a:pt x="22054" y="18016"/>
                      </a:lnTo>
                      <a:lnTo>
                        <a:pt x="22075" y="18058"/>
                      </a:lnTo>
                      <a:lnTo>
                        <a:pt x="22117" y="18037"/>
                      </a:lnTo>
                      <a:lnTo>
                        <a:pt x="22159" y="18141"/>
                      </a:lnTo>
                      <a:lnTo>
                        <a:pt x="22201" y="18100"/>
                      </a:lnTo>
                      <a:lnTo>
                        <a:pt x="22201" y="18058"/>
                      </a:lnTo>
                      <a:lnTo>
                        <a:pt x="22222" y="18100"/>
                      </a:lnTo>
                      <a:lnTo>
                        <a:pt x="22368" y="18058"/>
                      </a:lnTo>
                      <a:lnTo>
                        <a:pt x="22368" y="18058"/>
                      </a:lnTo>
                      <a:lnTo>
                        <a:pt x="22263" y="18141"/>
                      </a:lnTo>
                      <a:lnTo>
                        <a:pt x="22222" y="18246"/>
                      </a:lnTo>
                      <a:lnTo>
                        <a:pt x="22201" y="18309"/>
                      </a:lnTo>
                      <a:lnTo>
                        <a:pt x="22201" y="18351"/>
                      </a:lnTo>
                      <a:lnTo>
                        <a:pt x="22368" y="18455"/>
                      </a:lnTo>
                      <a:lnTo>
                        <a:pt x="22368" y="18581"/>
                      </a:lnTo>
                      <a:lnTo>
                        <a:pt x="22368" y="18748"/>
                      </a:lnTo>
                      <a:lnTo>
                        <a:pt x="22410" y="18769"/>
                      </a:lnTo>
                      <a:lnTo>
                        <a:pt x="22494" y="18769"/>
                      </a:lnTo>
                      <a:lnTo>
                        <a:pt x="22535" y="18853"/>
                      </a:lnTo>
                      <a:lnTo>
                        <a:pt x="22515" y="18957"/>
                      </a:lnTo>
                      <a:lnTo>
                        <a:pt x="22682" y="19062"/>
                      </a:lnTo>
                      <a:lnTo>
                        <a:pt x="22598" y="19083"/>
                      </a:lnTo>
                      <a:lnTo>
                        <a:pt x="22724" y="19146"/>
                      </a:lnTo>
                      <a:lnTo>
                        <a:pt x="22787" y="19188"/>
                      </a:lnTo>
                      <a:lnTo>
                        <a:pt x="22891" y="19250"/>
                      </a:lnTo>
                      <a:lnTo>
                        <a:pt x="22996" y="19188"/>
                      </a:lnTo>
                      <a:lnTo>
                        <a:pt x="23100" y="19167"/>
                      </a:lnTo>
                      <a:lnTo>
                        <a:pt x="23100" y="18999"/>
                      </a:lnTo>
                      <a:lnTo>
                        <a:pt x="23163" y="18895"/>
                      </a:lnTo>
                      <a:lnTo>
                        <a:pt x="23226" y="18769"/>
                      </a:lnTo>
                      <a:lnTo>
                        <a:pt x="23331" y="18560"/>
                      </a:lnTo>
                      <a:lnTo>
                        <a:pt x="23310" y="18455"/>
                      </a:lnTo>
                      <a:lnTo>
                        <a:pt x="23351" y="18413"/>
                      </a:lnTo>
                      <a:lnTo>
                        <a:pt x="23351" y="18225"/>
                      </a:lnTo>
                      <a:lnTo>
                        <a:pt x="23331" y="18162"/>
                      </a:lnTo>
                      <a:lnTo>
                        <a:pt x="23414" y="18120"/>
                      </a:lnTo>
                      <a:lnTo>
                        <a:pt x="23351" y="17932"/>
                      </a:lnTo>
                      <a:lnTo>
                        <a:pt x="23247" y="17848"/>
                      </a:lnTo>
                      <a:lnTo>
                        <a:pt x="23205" y="17493"/>
                      </a:lnTo>
                      <a:lnTo>
                        <a:pt x="23142" y="17430"/>
                      </a:lnTo>
                      <a:lnTo>
                        <a:pt x="23163" y="17263"/>
                      </a:lnTo>
                      <a:lnTo>
                        <a:pt x="23205" y="17116"/>
                      </a:lnTo>
                      <a:lnTo>
                        <a:pt x="23163" y="17011"/>
                      </a:lnTo>
                      <a:lnTo>
                        <a:pt x="23100" y="16907"/>
                      </a:lnTo>
                      <a:lnTo>
                        <a:pt x="23038" y="16656"/>
                      </a:lnTo>
                      <a:lnTo>
                        <a:pt x="22996" y="16551"/>
                      </a:lnTo>
                      <a:lnTo>
                        <a:pt x="22954" y="16279"/>
                      </a:lnTo>
                      <a:lnTo>
                        <a:pt x="22912" y="16133"/>
                      </a:lnTo>
                      <a:lnTo>
                        <a:pt x="22933" y="15903"/>
                      </a:lnTo>
                      <a:lnTo>
                        <a:pt x="22912" y="15714"/>
                      </a:lnTo>
                      <a:lnTo>
                        <a:pt x="22933" y="15379"/>
                      </a:lnTo>
                      <a:lnTo>
                        <a:pt x="22933" y="15170"/>
                      </a:lnTo>
                      <a:lnTo>
                        <a:pt x="23038" y="15003"/>
                      </a:lnTo>
                      <a:lnTo>
                        <a:pt x="23121" y="14856"/>
                      </a:lnTo>
                      <a:lnTo>
                        <a:pt x="23226" y="14815"/>
                      </a:lnTo>
                      <a:lnTo>
                        <a:pt x="23268" y="14752"/>
                      </a:lnTo>
                      <a:lnTo>
                        <a:pt x="23331" y="14752"/>
                      </a:lnTo>
                      <a:lnTo>
                        <a:pt x="23414" y="14605"/>
                      </a:lnTo>
                      <a:lnTo>
                        <a:pt x="23414" y="14543"/>
                      </a:lnTo>
                      <a:lnTo>
                        <a:pt x="23372" y="14501"/>
                      </a:lnTo>
                      <a:lnTo>
                        <a:pt x="23414" y="14480"/>
                      </a:lnTo>
                      <a:lnTo>
                        <a:pt x="23540" y="14480"/>
                      </a:lnTo>
                      <a:lnTo>
                        <a:pt x="23561" y="14396"/>
                      </a:lnTo>
                      <a:lnTo>
                        <a:pt x="23665" y="14396"/>
                      </a:lnTo>
                      <a:lnTo>
                        <a:pt x="23686" y="14354"/>
                      </a:lnTo>
                      <a:lnTo>
                        <a:pt x="23875" y="14333"/>
                      </a:lnTo>
                      <a:lnTo>
                        <a:pt x="23937" y="14250"/>
                      </a:lnTo>
                      <a:lnTo>
                        <a:pt x="24063" y="14250"/>
                      </a:lnTo>
                      <a:lnTo>
                        <a:pt x="24084" y="14187"/>
                      </a:lnTo>
                      <a:lnTo>
                        <a:pt x="24168" y="14187"/>
                      </a:lnTo>
                      <a:lnTo>
                        <a:pt x="24209" y="14229"/>
                      </a:lnTo>
                      <a:lnTo>
                        <a:pt x="24314" y="14082"/>
                      </a:lnTo>
                      <a:lnTo>
                        <a:pt x="24314" y="14040"/>
                      </a:lnTo>
                      <a:lnTo>
                        <a:pt x="24377" y="14040"/>
                      </a:lnTo>
                      <a:lnTo>
                        <a:pt x="24481" y="13957"/>
                      </a:lnTo>
                      <a:lnTo>
                        <a:pt x="24481" y="13873"/>
                      </a:lnTo>
                      <a:lnTo>
                        <a:pt x="24691" y="13601"/>
                      </a:lnTo>
                      <a:lnTo>
                        <a:pt x="24795" y="13496"/>
                      </a:lnTo>
                      <a:lnTo>
                        <a:pt x="24984" y="13496"/>
                      </a:lnTo>
                      <a:lnTo>
                        <a:pt x="25025" y="13517"/>
                      </a:lnTo>
                      <a:lnTo>
                        <a:pt x="25088" y="13517"/>
                      </a:lnTo>
                      <a:lnTo>
                        <a:pt x="25193" y="13329"/>
                      </a:lnTo>
                      <a:lnTo>
                        <a:pt x="25465" y="13099"/>
                      </a:lnTo>
                      <a:lnTo>
                        <a:pt x="25737" y="12931"/>
                      </a:lnTo>
                      <a:lnTo>
                        <a:pt x="25862" y="12910"/>
                      </a:lnTo>
                      <a:lnTo>
                        <a:pt x="25925" y="12890"/>
                      </a:lnTo>
                      <a:lnTo>
                        <a:pt x="25988" y="12890"/>
                      </a:lnTo>
                      <a:lnTo>
                        <a:pt x="25988" y="12910"/>
                      </a:lnTo>
                      <a:lnTo>
                        <a:pt x="26092" y="12910"/>
                      </a:lnTo>
                      <a:lnTo>
                        <a:pt x="26197" y="12785"/>
                      </a:lnTo>
                      <a:lnTo>
                        <a:pt x="26155" y="12785"/>
                      </a:lnTo>
                      <a:lnTo>
                        <a:pt x="26134" y="12722"/>
                      </a:lnTo>
                      <a:lnTo>
                        <a:pt x="26030" y="12827"/>
                      </a:lnTo>
                      <a:lnTo>
                        <a:pt x="25883" y="12806"/>
                      </a:lnTo>
                      <a:lnTo>
                        <a:pt x="25820" y="12722"/>
                      </a:lnTo>
                      <a:lnTo>
                        <a:pt x="25925" y="12785"/>
                      </a:lnTo>
                      <a:lnTo>
                        <a:pt x="26051" y="12701"/>
                      </a:lnTo>
                      <a:lnTo>
                        <a:pt x="26030" y="12680"/>
                      </a:lnTo>
                      <a:lnTo>
                        <a:pt x="26092" y="12618"/>
                      </a:lnTo>
                      <a:lnTo>
                        <a:pt x="26051" y="12555"/>
                      </a:lnTo>
                      <a:lnTo>
                        <a:pt x="25925" y="12513"/>
                      </a:lnTo>
                      <a:lnTo>
                        <a:pt x="25862" y="12471"/>
                      </a:lnTo>
                      <a:lnTo>
                        <a:pt x="25946" y="12471"/>
                      </a:lnTo>
                      <a:lnTo>
                        <a:pt x="26030" y="12492"/>
                      </a:lnTo>
                      <a:lnTo>
                        <a:pt x="26092" y="12471"/>
                      </a:lnTo>
                      <a:lnTo>
                        <a:pt x="26092" y="12387"/>
                      </a:lnTo>
                      <a:lnTo>
                        <a:pt x="26155" y="12513"/>
                      </a:lnTo>
                      <a:lnTo>
                        <a:pt x="26239" y="12492"/>
                      </a:lnTo>
                      <a:lnTo>
                        <a:pt x="26302" y="12555"/>
                      </a:lnTo>
                      <a:lnTo>
                        <a:pt x="26364" y="12513"/>
                      </a:lnTo>
                      <a:lnTo>
                        <a:pt x="26385" y="12408"/>
                      </a:lnTo>
                      <a:lnTo>
                        <a:pt x="26511" y="12304"/>
                      </a:lnTo>
                      <a:lnTo>
                        <a:pt x="26553" y="12304"/>
                      </a:lnTo>
                      <a:lnTo>
                        <a:pt x="26574" y="12199"/>
                      </a:lnTo>
                      <a:lnTo>
                        <a:pt x="26553" y="12094"/>
                      </a:lnTo>
                      <a:lnTo>
                        <a:pt x="26511" y="12094"/>
                      </a:lnTo>
                      <a:lnTo>
                        <a:pt x="26448" y="12241"/>
                      </a:lnTo>
                      <a:lnTo>
                        <a:pt x="26448" y="12283"/>
                      </a:lnTo>
                      <a:lnTo>
                        <a:pt x="26385" y="12262"/>
                      </a:lnTo>
                      <a:lnTo>
                        <a:pt x="26364" y="12094"/>
                      </a:lnTo>
                      <a:lnTo>
                        <a:pt x="26344" y="12074"/>
                      </a:lnTo>
                      <a:lnTo>
                        <a:pt x="26092" y="12094"/>
                      </a:lnTo>
                      <a:lnTo>
                        <a:pt x="25967" y="12157"/>
                      </a:lnTo>
                      <a:lnTo>
                        <a:pt x="25988" y="12074"/>
                      </a:lnTo>
                      <a:lnTo>
                        <a:pt x="25988" y="11927"/>
                      </a:lnTo>
                      <a:lnTo>
                        <a:pt x="26051" y="11885"/>
                      </a:lnTo>
                      <a:lnTo>
                        <a:pt x="26092" y="11990"/>
                      </a:lnTo>
                      <a:lnTo>
                        <a:pt x="26176" y="12032"/>
                      </a:lnTo>
                      <a:lnTo>
                        <a:pt x="26239" y="11969"/>
                      </a:lnTo>
                      <a:lnTo>
                        <a:pt x="26385" y="11948"/>
                      </a:lnTo>
                      <a:lnTo>
                        <a:pt x="26406" y="11885"/>
                      </a:lnTo>
                      <a:lnTo>
                        <a:pt x="26490" y="11885"/>
                      </a:lnTo>
                      <a:lnTo>
                        <a:pt x="26511" y="11843"/>
                      </a:lnTo>
                      <a:lnTo>
                        <a:pt x="26490" y="11718"/>
                      </a:lnTo>
                      <a:lnTo>
                        <a:pt x="26448" y="11655"/>
                      </a:lnTo>
                      <a:lnTo>
                        <a:pt x="26469" y="11613"/>
                      </a:lnTo>
                      <a:lnTo>
                        <a:pt x="26511" y="11634"/>
                      </a:lnTo>
                      <a:lnTo>
                        <a:pt x="26574" y="11530"/>
                      </a:lnTo>
                      <a:lnTo>
                        <a:pt x="26511" y="11425"/>
                      </a:lnTo>
                      <a:lnTo>
                        <a:pt x="26469" y="11362"/>
                      </a:lnTo>
                      <a:lnTo>
                        <a:pt x="26385" y="11404"/>
                      </a:lnTo>
                      <a:lnTo>
                        <a:pt x="26302" y="11362"/>
                      </a:lnTo>
                      <a:lnTo>
                        <a:pt x="26260" y="11237"/>
                      </a:lnTo>
                      <a:lnTo>
                        <a:pt x="26176" y="11237"/>
                      </a:lnTo>
                      <a:lnTo>
                        <a:pt x="26092" y="11195"/>
                      </a:lnTo>
                      <a:lnTo>
                        <a:pt x="26030" y="11111"/>
                      </a:lnTo>
                      <a:lnTo>
                        <a:pt x="26030" y="11111"/>
                      </a:lnTo>
                      <a:lnTo>
                        <a:pt x="26092" y="11153"/>
                      </a:lnTo>
                      <a:lnTo>
                        <a:pt x="26260" y="11153"/>
                      </a:lnTo>
                      <a:lnTo>
                        <a:pt x="26302" y="11257"/>
                      </a:lnTo>
                      <a:lnTo>
                        <a:pt x="26385" y="11299"/>
                      </a:lnTo>
                      <a:lnTo>
                        <a:pt x="26406" y="11216"/>
                      </a:lnTo>
                      <a:lnTo>
                        <a:pt x="26281" y="11090"/>
                      </a:lnTo>
                      <a:lnTo>
                        <a:pt x="26385" y="11111"/>
                      </a:lnTo>
                      <a:lnTo>
                        <a:pt x="26406" y="11048"/>
                      </a:lnTo>
                      <a:lnTo>
                        <a:pt x="26448" y="11027"/>
                      </a:lnTo>
                      <a:lnTo>
                        <a:pt x="26406" y="10944"/>
                      </a:lnTo>
                      <a:lnTo>
                        <a:pt x="26281" y="10881"/>
                      </a:lnTo>
                      <a:lnTo>
                        <a:pt x="26239" y="10713"/>
                      </a:lnTo>
                      <a:lnTo>
                        <a:pt x="26281" y="10734"/>
                      </a:lnTo>
                      <a:lnTo>
                        <a:pt x="26344" y="10839"/>
                      </a:lnTo>
                      <a:lnTo>
                        <a:pt x="26406" y="10839"/>
                      </a:lnTo>
                      <a:lnTo>
                        <a:pt x="26448" y="10734"/>
                      </a:lnTo>
                      <a:lnTo>
                        <a:pt x="26448" y="10630"/>
                      </a:lnTo>
                      <a:lnTo>
                        <a:pt x="26344" y="10588"/>
                      </a:lnTo>
                      <a:lnTo>
                        <a:pt x="26197" y="10421"/>
                      </a:lnTo>
                      <a:lnTo>
                        <a:pt x="26092" y="10379"/>
                      </a:lnTo>
                      <a:lnTo>
                        <a:pt x="26030" y="10274"/>
                      </a:lnTo>
                      <a:lnTo>
                        <a:pt x="25946" y="10253"/>
                      </a:lnTo>
                      <a:lnTo>
                        <a:pt x="25946" y="10149"/>
                      </a:lnTo>
                      <a:lnTo>
                        <a:pt x="26030" y="10044"/>
                      </a:lnTo>
                      <a:lnTo>
                        <a:pt x="25967" y="10149"/>
                      </a:lnTo>
                      <a:lnTo>
                        <a:pt x="25988" y="10190"/>
                      </a:lnTo>
                      <a:lnTo>
                        <a:pt x="26051" y="10211"/>
                      </a:lnTo>
                      <a:lnTo>
                        <a:pt x="26134" y="10316"/>
                      </a:lnTo>
                      <a:lnTo>
                        <a:pt x="26239" y="10358"/>
                      </a:lnTo>
                      <a:lnTo>
                        <a:pt x="26364" y="10504"/>
                      </a:lnTo>
                      <a:lnTo>
                        <a:pt x="26385" y="10504"/>
                      </a:lnTo>
                      <a:lnTo>
                        <a:pt x="26406" y="10274"/>
                      </a:lnTo>
                      <a:lnTo>
                        <a:pt x="26406" y="10169"/>
                      </a:lnTo>
                      <a:lnTo>
                        <a:pt x="26406" y="10086"/>
                      </a:lnTo>
                      <a:lnTo>
                        <a:pt x="26385" y="10044"/>
                      </a:lnTo>
                      <a:lnTo>
                        <a:pt x="26406" y="9856"/>
                      </a:lnTo>
                      <a:lnTo>
                        <a:pt x="26448" y="9793"/>
                      </a:lnTo>
                      <a:lnTo>
                        <a:pt x="26409" y="9728"/>
                      </a:lnTo>
                      <a:lnTo>
                        <a:pt x="26409" y="9728"/>
                      </a:lnTo>
                      <a:lnTo>
                        <a:pt x="26490" y="9667"/>
                      </a:lnTo>
                      <a:lnTo>
                        <a:pt x="26616" y="9563"/>
                      </a:lnTo>
                      <a:lnTo>
                        <a:pt x="26657" y="9458"/>
                      </a:lnTo>
                      <a:lnTo>
                        <a:pt x="26657" y="9437"/>
                      </a:lnTo>
                      <a:lnTo>
                        <a:pt x="26678" y="9458"/>
                      </a:lnTo>
                      <a:lnTo>
                        <a:pt x="26657" y="9584"/>
                      </a:lnTo>
                      <a:lnTo>
                        <a:pt x="26678" y="9625"/>
                      </a:lnTo>
                      <a:lnTo>
                        <a:pt x="26574" y="9667"/>
                      </a:lnTo>
                      <a:lnTo>
                        <a:pt x="26511" y="9793"/>
                      </a:lnTo>
                      <a:lnTo>
                        <a:pt x="26595" y="9960"/>
                      </a:lnTo>
                      <a:lnTo>
                        <a:pt x="26574" y="10107"/>
                      </a:lnTo>
                      <a:lnTo>
                        <a:pt x="26490" y="10253"/>
                      </a:lnTo>
                      <a:lnTo>
                        <a:pt x="26490" y="10358"/>
                      </a:lnTo>
                      <a:lnTo>
                        <a:pt x="26595" y="10462"/>
                      </a:lnTo>
                      <a:lnTo>
                        <a:pt x="26616" y="10400"/>
                      </a:lnTo>
                      <a:lnTo>
                        <a:pt x="26657" y="10462"/>
                      </a:lnTo>
                      <a:lnTo>
                        <a:pt x="26699" y="10462"/>
                      </a:lnTo>
                      <a:lnTo>
                        <a:pt x="26699" y="10483"/>
                      </a:lnTo>
                      <a:lnTo>
                        <a:pt x="26678" y="10525"/>
                      </a:lnTo>
                      <a:lnTo>
                        <a:pt x="26699" y="10609"/>
                      </a:lnTo>
                      <a:lnTo>
                        <a:pt x="26825" y="10609"/>
                      </a:lnTo>
                      <a:lnTo>
                        <a:pt x="26762" y="10672"/>
                      </a:lnTo>
                      <a:lnTo>
                        <a:pt x="26762" y="10693"/>
                      </a:lnTo>
                      <a:lnTo>
                        <a:pt x="26699" y="10797"/>
                      </a:lnTo>
                      <a:lnTo>
                        <a:pt x="26699" y="10881"/>
                      </a:lnTo>
                      <a:lnTo>
                        <a:pt x="26657" y="10985"/>
                      </a:lnTo>
                      <a:lnTo>
                        <a:pt x="26616" y="11111"/>
                      </a:lnTo>
                      <a:lnTo>
                        <a:pt x="26616" y="11216"/>
                      </a:lnTo>
                      <a:lnTo>
                        <a:pt x="26657" y="11153"/>
                      </a:lnTo>
                      <a:lnTo>
                        <a:pt x="26678" y="11111"/>
                      </a:lnTo>
                      <a:lnTo>
                        <a:pt x="26783" y="10902"/>
                      </a:lnTo>
                      <a:lnTo>
                        <a:pt x="26804" y="10944"/>
                      </a:lnTo>
                      <a:lnTo>
                        <a:pt x="26804" y="11006"/>
                      </a:lnTo>
                      <a:lnTo>
                        <a:pt x="26825" y="10944"/>
                      </a:lnTo>
                      <a:lnTo>
                        <a:pt x="26825" y="10881"/>
                      </a:lnTo>
                      <a:lnTo>
                        <a:pt x="26909" y="10776"/>
                      </a:lnTo>
                      <a:lnTo>
                        <a:pt x="26992" y="10525"/>
                      </a:lnTo>
                      <a:lnTo>
                        <a:pt x="27118" y="10462"/>
                      </a:lnTo>
                      <a:lnTo>
                        <a:pt x="27222" y="10253"/>
                      </a:lnTo>
                      <a:lnTo>
                        <a:pt x="27222" y="10086"/>
                      </a:lnTo>
                      <a:lnTo>
                        <a:pt x="27139" y="9897"/>
                      </a:lnTo>
                      <a:lnTo>
                        <a:pt x="27097" y="9856"/>
                      </a:lnTo>
                      <a:lnTo>
                        <a:pt x="27076" y="9688"/>
                      </a:lnTo>
                      <a:lnTo>
                        <a:pt x="27013" y="9625"/>
                      </a:lnTo>
                      <a:lnTo>
                        <a:pt x="27013" y="9521"/>
                      </a:lnTo>
                      <a:lnTo>
                        <a:pt x="27076" y="9416"/>
                      </a:lnTo>
                      <a:lnTo>
                        <a:pt x="27181" y="9312"/>
                      </a:lnTo>
                      <a:lnTo>
                        <a:pt x="27306" y="9249"/>
                      </a:lnTo>
                      <a:lnTo>
                        <a:pt x="27118" y="9458"/>
                      </a:lnTo>
                      <a:lnTo>
                        <a:pt x="27076" y="9542"/>
                      </a:lnTo>
                      <a:lnTo>
                        <a:pt x="27118" y="9625"/>
                      </a:lnTo>
                      <a:lnTo>
                        <a:pt x="27243" y="9751"/>
                      </a:lnTo>
                      <a:lnTo>
                        <a:pt x="27327" y="9730"/>
                      </a:lnTo>
                      <a:lnTo>
                        <a:pt x="27390" y="9772"/>
                      </a:lnTo>
                      <a:lnTo>
                        <a:pt x="27327" y="9939"/>
                      </a:lnTo>
                      <a:lnTo>
                        <a:pt x="27327" y="9939"/>
                      </a:lnTo>
                      <a:lnTo>
                        <a:pt x="27411" y="9877"/>
                      </a:lnTo>
                      <a:lnTo>
                        <a:pt x="27432" y="9897"/>
                      </a:lnTo>
                      <a:lnTo>
                        <a:pt x="27515" y="9793"/>
                      </a:lnTo>
                      <a:lnTo>
                        <a:pt x="27515" y="9730"/>
                      </a:lnTo>
                      <a:lnTo>
                        <a:pt x="27557" y="9730"/>
                      </a:lnTo>
                      <a:lnTo>
                        <a:pt x="27620" y="9646"/>
                      </a:lnTo>
                      <a:lnTo>
                        <a:pt x="27704" y="9625"/>
                      </a:lnTo>
                      <a:lnTo>
                        <a:pt x="27745" y="9458"/>
                      </a:lnTo>
                      <a:lnTo>
                        <a:pt x="27808" y="9374"/>
                      </a:lnTo>
                      <a:lnTo>
                        <a:pt x="27850" y="9374"/>
                      </a:lnTo>
                      <a:lnTo>
                        <a:pt x="27913" y="9270"/>
                      </a:lnTo>
                      <a:lnTo>
                        <a:pt x="27934" y="9207"/>
                      </a:lnTo>
                      <a:lnTo>
                        <a:pt x="27934" y="9144"/>
                      </a:lnTo>
                      <a:lnTo>
                        <a:pt x="27976" y="9040"/>
                      </a:lnTo>
                      <a:lnTo>
                        <a:pt x="27976" y="8998"/>
                      </a:lnTo>
                      <a:lnTo>
                        <a:pt x="28038" y="8914"/>
                      </a:lnTo>
                      <a:lnTo>
                        <a:pt x="28017" y="8830"/>
                      </a:lnTo>
                      <a:lnTo>
                        <a:pt x="27955" y="8789"/>
                      </a:lnTo>
                      <a:lnTo>
                        <a:pt x="27913" y="8705"/>
                      </a:lnTo>
                      <a:lnTo>
                        <a:pt x="28059" y="8621"/>
                      </a:lnTo>
                      <a:lnTo>
                        <a:pt x="28059" y="8537"/>
                      </a:lnTo>
                      <a:lnTo>
                        <a:pt x="28164" y="8475"/>
                      </a:lnTo>
                      <a:lnTo>
                        <a:pt x="28248" y="8433"/>
                      </a:lnTo>
                      <a:lnTo>
                        <a:pt x="28436" y="8328"/>
                      </a:lnTo>
                      <a:lnTo>
                        <a:pt x="28561" y="8328"/>
                      </a:lnTo>
                      <a:lnTo>
                        <a:pt x="28750" y="8203"/>
                      </a:lnTo>
                      <a:lnTo>
                        <a:pt x="28813" y="8203"/>
                      </a:lnTo>
                      <a:lnTo>
                        <a:pt x="28854" y="8224"/>
                      </a:lnTo>
                      <a:lnTo>
                        <a:pt x="29085" y="8203"/>
                      </a:lnTo>
                      <a:lnTo>
                        <a:pt x="29189" y="8265"/>
                      </a:lnTo>
                      <a:lnTo>
                        <a:pt x="29336" y="8203"/>
                      </a:lnTo>
                      <a:lnTo>
                        <a:pt x="29587" y="8203"/>
                      </a:lnTo>
                      <a:lnTo>
                        <a:pt x="29629" y="8182"/>
                      </a:lnTo>
                      <a:lnTo>
                        <a:pt x="29608" y="8119"/>
                      </a:lnTo>
                      <a:lnTo>
                        <a:pt x="29608" y="7972"/>
                      </a:lnTo>
                      <a:lnTo>
                        <a:pt x="29608" y="7847"/>
                      </a:lnTo>
                      <a:lnTo>
                        <a:pt x="29733" y="7952"/>
                      </a:lnTo>
                      <a:lnTo>
                        <a:pt x="29733" y="8077"/>
                      </a:lnTo>
                      <a:lnTo>
                        <a:pt x="29712" y="8161"/>
                      </a:lnTo>
                      <a:lnTo>
                        <a:pt x="29796" y="8161"/>
                      </a:lnTo>
                      <a:lnTo>
                        <a:pt x="29901" y="8056"/>
                      </a:lnTo>
                      <a:lnTo>
                        <a:pt x="30005" y="7868"/>
                      </a:lnTo>
                      <a:lnTo>
                        <a:pt x="30047" y="7972"/>
                      </a:lnTo>
                      <a:lnTo>
                        <a:pt x="30047" y="8056"/>
                      </a:lnTo>
                      <a:lnTo>
                        <a:pt x="30131" y="8077"/>
                      </a:lnTo>
                      <a:lnTo>
                        <a:pt x="30382" y="7952"/>
                      </a:lnTo>
                      <a:lnTo>
                        <a:pt x="30466" y="7805"/>
                      </a:lnTo>
                      <a:lnTo>
                        <a:pt x="30424" y="7596"/>
                      </a:lnTo>
                      <a:lnTo>
                        <a:pt x="30361" y="7638"/>
                      </a:lnTo>
                      <a:lnTo>
                        <a:pt x="30361" y="7742"/>
                      </a:lnTo>
                      <a:lnTo>
                        <a:pt x="30319" y="7868"/>
                      </a:lnTo>
                      <a:lnTo>
                        <a:pt x="30152" y="7868"/>
                      </a:lnTo>
                      <a:lnTo>
                        <a:pt x="30131" y="7763"/>
                      </a:lnTo>
                      <a:lnTo>
                        <a:pt x="30068" y="7575"/>
                      </a:lnTo>
                      <a:lnTo>
                        <a:pt x="29922" y="7491"/>
                      </a:lnTo>
                      <a:lnTo>
                        <a:pt x="29922" y="7449"/>
                      </a:lnTo>
                      <a:lnTo>
                        <a:pt x="30131" y="7261"/>
                      </a:lnTo>
                      <a:lnTo>
                        <a:pt x="30131" y="7177"/>
                      </a:lnTo>
                      <a:lnTo>
                        <a:pt x="30047" y="7177"/>
                      </a:lnTo>
                      <a:lnTo>
                        <a:pt x="30047" y="7115"/>
                      </a:lnTo>
                      <a:lnTo>
                        <a:pt x="30131" y="7052"/>
                      </a:lnTo>
                      <a:lnTo>
                        <a:pt x="30152" y="6968"/>
                      </a:lnTo>
                      <a:lnTo>
                        <a:pt x="30214" y="6905"/>
                      </a:lnTo>
                      <a:lnTo>
                        <a:pt x="30277" y="6696"/>
                      </a:lnTo>
                      <a:lnTo>
                        <a:pt x="30486" y="6529"/>
                      </a:lnTo>
                      <a:lnTo>
                        <a:pt x="30570" y="6382"/>
                      </a:lnTo>
                      <a:lnTo>
                        <a:pt x="30633" y="6382"/>
                      </a:lnTo>
                      <a:lnTo>
                        <a:pt x="30696" y="6278"/>
                      </a:lnTo>
                      <a:lnTo>
                        <a:pt x="30696" y="6340"/>
                      </a:lnTo>
                      <a:lnTo>
                        <a:pt x="30779" y="6382"/>
                      </a:lnTo>
                      <a:lnTo>
                        <a:pt x="30842" y="6299"/>
                      </a:lnTo>
                      <a:lnTo>
                        <a:pt x="30905" y="6173"/>
                      </a:lnTo>
                      <a:lnTo>
                        <a:pt x="30905" y="6299"/>
                      </a:lnTo>
                      <a:lnTo>
                        <a:pt x="30989" y="6299"/>
                      </a:lnTo>
                      <a:lnTo>
                        <a:pt x="31051" y="6173"/>
                      </a:lnTo>
                      <a:lnTo>
                        <a:pt x="31093" y="6215"/>
                      </a:lnTo>
                      <a:lnTo>
                        <a:pt x="31156" y="6173"/>
                      </a:lnTo>
                      <a:lnTo>
                        <a:pt x="31261" y="6006"/>
                      </a:lnTo>
                      <a:lnTo>
                        <a:pt x="31407" y="5796"/>
                      </a:lnTo>
                      <a:lnTo>
                        <a:pt x="31386" y="5922"/>
                      </a:lnTo>
                      <a:lnTo>
                        <a:pt x="31407" y="6006"/>
                      </a:lnTo>
                      <a:lnTo>
                        <a:pt x="31512" y="6006"/>
                      </a:lnTo>
                      <a:lnTo>
                        <a:pt x="31616" y="5880"/>
                      </a:lnTo>
                      <a:lnTo>
                        <a:pt x="31742" y="5880"/>
                      </a:lnTo>
                      <a:lnTo>
                        <a:pt x="31784" y="6006"/>
                      </a:lnTo>
                      <a:lnTo>
                        <a:pt x="31846" y="6006"/>
                      </a:lnTo>
                      <a:lnTo>
                        <a:pt x="31951" y="5880"/>
                      </a:lnTo>
                      <a:lnTo>
                        <a:pt x="32035" y="5922"/>
                      </a:lnTo>
                      <a:lnTo>
                        <a:pt x="32098" y="5901"/>
                      </a:lnTo>
                      <a:lnTo>
                        <a:pt x="32202" y="5817"/>
                      </a:lnTo>
                      <a:lnTo>
                        <a:pt x="32307" y="5817"/>
                      </a:lnTo>
                      <a:lnTo>
                        <a:pt x="32432" y="5755"/>
                      </a:lnTo>
                      <a:lnTo>
                        <a:pt x="32474" y="5817"/>
                      </a:lnTo>
                      <a:lnTo>
                        <a:pt x="32558" y="5796"/>
                      </a:lnTo>
                      <a:lnTo>
                        <a:pt x="32642" y="5713"/>
                      </a:lnTo>
                      <a:lnTo>
                        <a:pt x="32537" y="5650"/>
                      </a:lnTo>
                      <a:lnTo>
                        <a:pt x="32474" y="5713"/>
                      </a:lnTo>
                      <a:lnTo>
                        <a:pt x="32411" y="5650"/>
                      </a:lnTo>
                      <a:lnTo>
                        <a:pt x="32453" y="5504"/>
                      </a:lnTo>
                      <a:lnTo>
                        <a:pt x="32223" y="5378"/>
                      </a:lnTo>
                      <a:lnTo>
                        <a:pt x="32202" y="5357"/>
                      </a:lnTo>
                      <a:lnTo>
                        <a:pt x="32223" y="5294"/>
                      </a:lnTo>
                      <a:lnTo>
                        <a:pt x="32223" y="5252"/>
                      </a:lnTo>
                      <a:lnTo>
                        <a:pt x="32223" y="5169"/>
                      </a:lnTo>
                      <a:lnTo>
                        <a:pt x="32244" y="5085"/>
                      </a:lnTo>
                      <a:lnTo>
                        <a:pt x="32202" y="5022"/>
                      </a:lnTo>
                      <a:lnTo>
                        <a:pt x="32139" y="4959"/>
                      </a:lnTo>
                      <a:lnTo>
                        <a:pt x="32098" y="4939"/>
                      </a:lnTo>
                      <a:lnTo>
                        <a:pt x="32118" y="4855"/>
                      </a:lnTo>
                      <a:lnTo>
                        <a:pt x="32244" y="4123"/>
                      </a:lnTo>
                      <a:lnTo>
                        <a:pt x="32244" y="3934"/>
                      </a:lnTo>
                      <a:lnTo>
                        <a:pt x="32014" y="3725"/>
                      </a:lnTo>
                      <a:lnTo>
                        <a:pt x="31951" y="3788"/>
                      </a:lnTo>
                      <a:lnTo>
                        <a:pt x="31805" y="3725"/>
                      </a:lnTo>
                      <a:lnTo>
                        <a:pt x="31700" y="3767"/>
                      </a:lnTo>
                      <a:lnTo>
                        <a:pt x="31616" y="3683"/>
                      </a:lnTo>
                      <a:lnTo>
                        <a:pt x="31533" y="3662"/>
                      </a:lnTo>
                      <a:lnTo>
                        <a:pt x="31512" y="3662"/>
                      </a:lnTo>
                      <a:lnTo>
                        <a:pt x="31407" y="3767"/>
                      </a:lnTo>
                      <a:lnTo>
                        <a:pt x="31365" y="3830"/>
                      </a:lnTo>
                      <a:lnTo>
                        <a:pt x="31156" y="4081"/>
                      </a:lnTo>
                      <a:lnTo>
                        <a:pt x="31072" y="4206"/>
                      </a:lnTo>
                      <a:lnTo>
                        <a:pt x="31072" y="4311"/>
                      </a:lnTo>
                      <a:lnTo>
                        <a:pt x="30905" y="4395"/>
                      </a:lnTo>
                      <a:lnTo>
                        <a:pt x="30905" y="4520"/>
                      </a:lnTo>
                      <a:lnTo>
                        <a:pt x="30863" y="4625"/>
                      </a:lnTo>
                      <a:lnTo>
                        <a:pt x="30696" y="4813"/>
                      </a:lnTo>
                      <a:lnTo>
                        <a:pt x="30633" y="4834"/>
                      </a:lnTo>
                      <a:lnTo>
                        <a:pt x="30445" y="5043"/>
                      </a:lnTo>
                      <a:lnTo>
                        <a:pt x="30424" y="5127"/>
                      </a:lnTo>
                      <a:lnTo>
                        <a:pt x="30340" y="5169"/>
                      </a:lnTo>
                      <a:lnTo>
                        <a:pt x="30235" y="5148"/>
                      </a:lnTo>
                      <a:lnTo>
                        <a:pt x="30173" y="5148"/>
                      </a:lnTo>
                      <a:lnTo>
                        <a:pt x="30131" y="5190"/>
                      </a:lnTo>
                      <a:lnTo>
                        <a:pt x="30068" y="5190"/>
                      </a:lnTo>
                      <a:lnTo>
                        <a:pt x="29942" y="5336"/>
                      </a:lnTo>
                      <a:lnTo>
                        <a:pt x="28269" y="5294"/>
                      </a:lnTo>
                      <a:lnTo>
                        <a:pt x="28059" y="5336"/>
                      </a:lnTo>
                      <a:lnTo>
                        <a:pt x="27955" y="5441"/>
                      </a:lnTo>
                      <a:lnTo>
                        <a:pt x="27829" y="5483"/>
                      </a:lnTo>
                      <a:lnTo>
                        <a:pt x="27704" y="5566"/>
                      </a:lnTo>
                      <a:lnTo>
                        <a:pt x="27453" y="5817"/>
                      </a:lnTo>
                      <a:lnTo>
                        <a:pt x="27285" y="5859"/>
                      </a:lnTo>
                      <a:lnTo>
                        <a:pt x="27181" y="5922"/>
                      </a:lnTo>
                      <a:lnTo>
                        <a:pt x="26699" y="6299"/>
                      </a:lnTo>
                      <a:lnTo>
                        <a:pt x="25611" y="6612"/>
                      </a:lnTo>
                      <a:lnTo>
                        <a:pt x="25569" y="6864"/>
                      </a:lnTo>
                      <a:lnTo>
                        <a:pt x="25318" y="6968"/>
                      </a:lnTo>
                      <a:lnTo>
                        <a:pt x="23331" y="7491"/>
                      </a:lnTo>
                      <a:lnTo>
                        <a:pt x="23247" y="7324"/>
                      </a:lnTo>
                      <a:lnTo>
                        <a:pt x="23351" y="7177"/>
                      </a:lnTo>
                      <a:lnTo>
                        <a:pt x="23561" y="7073"/>
                      </a:lnTo>
                      <a:lnTo>
                        <a:pt x="23665" y="6947"/>
                      </a:lnTo>
                      <a:lnTo>
                        <a:pt x="23728" y="6822"/>
                      </a:lnTo>
                      <a:lnTo>
                        <a:pt x="23770" y="6696"/>
                      </a:lnTo>
                      <a:lnTo>
                        <a:pt x="23833" y="5922"/>
                      </a:lnTo>
                      <a:lnTo>
                        <a:pt x="23456" y="4143"/>
                      </a:lnTo>
                      <a:lnTo>
                        <a:pt x="23100" y="3871"/>
                      </a:lnTo>
                      <a:lnTo>
                        <a:pt x="22954" y="3683"/>
                      </a:lnTo>
                      <a:lnTo>
                        <a:pt x="20652" y="2616"/>
                      </a:lnTo>
                      <a:lnTo>
                        <a:pt x="20548" y="2553"/>
                      </a:lnTo>
                      <a:lnTo>
                        <a:pt x="20422" y="2511"/>
                      </a:lnTo>
                      <a:lnTo>
                        <a:pt x="20380" y="2449"/>
                      </a:lnTo>
                      <a:lnTo>
                        <a:pt x="20087" y="2449"/>
                      </a:lnTo>
                      <a:lnTo>
                        <a:pt x="20066" y="2344"/>
                      </a:lnTo>
                      <a:lnTo>
                        <a:pt x="19983" y="2302"/>
                      </a:lnTo>
                      <a:lnTo>
                        <a:pt x="19899" y="2344"/>
                      </a:lnTo>
                      <a:lnTo>
                        <a:pt x="19711" y="2344"/>
                      </a:lnTo>
                      <a:lnTo>
                        <a:pt x="19606" y="2323"/>
                      </a:lnTo>
                      <a:lnTo>
                        <a:pt x="19543" y="2239"/>
                      </a:lnTo>
                      <a:lnTo>
                        <a:pt x="19439" y="2198"/>
                      </a:lnTo>
                      <a:lnTo>
                        <a:pt x="19230" y="2135"/>
                      </a:lnTo>
                      <a:lnTo>
                        <a:pt x="19167" y="2009"/>
                      </a:lnTo>
                      <a:lnTo>
                        <a:pt x="19083" y="2009"/>
                      </a:lnTo>
                      <a:lnTo>
                        <a:pt x="18958" y="1905"/>
                      </a:lnTo>
                      <a:lnTo>
                        <a:pt x="18853" y="1905"/>
                      </a:lnTo>
                      <a:lnTo>
                        <a:pt x="18769" y="1884"/>
                      </a:lnTo>
                      <a:lnTo>
                        <a:pt x="18644" y="1905"/>
                      </a:lnTo>
                      <a:lnTo>
                        <a:pt x="18623" y="1926"/>
                      </a:lnTo>
                      <a:lnTo>
                        <a:pt x="18560" y="1842"/>
                      </a:lnTo>
                      <a:lnTo>
                        <a:pt x="18434" y="1821"/>
                      </a:lnTo>
                      <a:lnTo>
                        <a:pt x="18414" y="1800"/>
                      </a:lnTo>
                      <a:lnTo>
                        <a:pt x="18309" y="1737"/>
                      </a:lnTo>
                      <a:lnTo>
                        <a:pt x="18288" y="1716"/>
                      </a:lnTo>
                      <a:lnTo>
                        <a:pt x="18204" y="1633"/>
                      </a:lnTo>
                      <a:lnTo>
                        <a:pt x="18204" y="1612"/>
                      </a:lnTo>
                      <a:lnTo>
                        <a:pt x="18079" y="1507"/>
                      </a:lnTo>
                      <a:lnTo>
                        <a:pt x="17932" y="1507"/>
                      </a:lnTo>
                      <a:lnTo>
                        <a:pt x="17807" y="1486"/>
                      </a:lnTo>
                      <a:lnTo>
                        <a:pt x="2846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2" name="Google Shape;9182;p128">
              <a:extLst>
                <a:ext uri="{FF2B5EF4-FFF2-40B4-BE49-F238E27FC236}">
                  <a16:creationId xmlns:a16="http://schemas.microsoft.com/office/drawing/2014/main" id="{5FCAC82B-AED1-0CDF-0D6E-109718EA84F7}"/>
                </a:ext>
              </a:extLst>
            </p:cNvPr>
            <p:cNvGrpSpPr/>
            <p:nvPr/>
          </p:nvGrpSpPr>
          <p:grpSpPr>
            <a:xfrm>
              <a:off x="3230417" y="3103734"/>
              <a:ext cx="282982" cy="280332"/>
              <a:chOff x="2605700" y="3152850"/>
              <a:chExt cx="594125" cy="616250"/>
            </a:xfrm>
            <a:grpFill/>
          </p:grpSpPr>
          <p:sp>
            <p:nvSpPr>
              <p:cNvPr id="484" name="Google Shape;9183;p128">
                <a:extLst>
                  <a:ext uri="{FF2B5EF4-FFF2-40B4-BE49-F238E27FC236}">
                    <a16:creationId xmlns:a16="http://schemas.microsoft.com/office/drawing/2014/main" id="{68509C72-BAC4-7040-4994-2C5EBF27B99E}"/>
                  </a:ext>
                </a:extLst>
              </p:cNvPr>
              <p:cNvSpPr/>
              <p:nvPr/>
            </p:nvSpPr>
            <p:spPr>
              <a:xfrm>
                <a:off x="2605700" y="3152850"/>
                <a:ext cx="379825" cy="616250"/>
              </a:xfrm>
              <a:custGeom>
                <a:avLst/>
                <a:gdLst/>
                <a:ahLst/>
                <a:cxnLst/>
                <a:rect l="l" t="t" r="r" b="b"/>
                <a:pathLst>
                  <a:path w="15193" h="24650" extrusionOk="0">
                    <a:moveTo>
                      <a:pt x="14024" y="2338"/>
                    </a:moveTo>
                    <a:lnTo>
                      <a:pt x="8818" y="0"/>
                    </a:lnTo>
                    <a:lnTo>
                      <a:pt x="4037" y="1594"/>
                    </a:lnTo>
                    <a:lnTo>
                      <a:pt x="0" y="7225"/>
                    </a:lnTo>
                    <a:lnTo>
                      <a:pt x="2018" y="11156"/>
                    </a:lnTo>
                    <a:lnTo>
                      <a:pt x="7331" y="12325"/>
                    </a:lnTo>
                    <a:lnTo>
                      <a:pt x="10518" y="17531"/>
                    </a:lnTo>
                    <a:lnTo>
                      <a:pt x="11049" y="22843"/>
                    </a:lnTo>
                    <a:lnTo>
                      <a:pt x="13705" y="24650"/>
                    </a:lnTo>
                    <a:lnTo>
                      <a:pt x="15193" y="18700"/>
                    </a:lnTo>
                    <a:lnTo>
                      <a:pt x="12218" y="58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85" name="Google Shape;9184;p128">
                <a:extLst>
                  <a:ext uri="{FF2B5EF4-FFF2-40B4-BE49-F238E27FC236}">
                    <a16:creationId xmlns:a16="http://schemas.microsoft.com/office/drawing/2014/main" id="{034E05E7-4960-914B-3603-3F01B0516692}"/>
                  </a:ext>
                </a:extLst>
              </p:cNvPr>
              <p:cNvSpPr/>
              <p:nvPr/>
            </p:nvSpPr>
            <p:spPr>
              <a:xfrm>
                <a:off x="2632775" y="3168475"/>
                <a:ext cx="567050" cy="590050"/>
              </a:xfrm>
              <a:custGeom>
                <a:avLst/>
                <a:gdLst/>
                <a:ahLst/>
                <a:cxnLst/>
                <a:rect l="l" t="t" r="r" b="b"/>
                <a:pathLst>
                  <a:path w="22682" h="23602" extrusionOk="0">
                    <a:moveTo>
                      <a:pt x="13852" y="21070"/>
                    </a:moveTo>
                    <a:lnTo>
                      <a:pt x="13894" y="21091"/>
                    </a:lnTo>
                    <a:lnTo>
                      <a:pt x="13977" y="21217"/>
                    </a:lnTo>
                    <a:lnTo>
                      <a:pt x="14103" y="21384"/>
                    </a:lnTo>
                    <a:lnTo>
                      <a:pt x="14166" y="21384"/>
                    </a:lnTo>
                    <a:lnTo>
                      <a:pt x="14208" y="21342"/>
                    </a:lnTo>
                    <a:lnTo>
                      <a:pt x="14228" y="21384"/>
                    </a:lnTo>
                    <a:lnTo>
                      <a:pt x="14228" y="21489"/>
                    </a:lnTo>
                    <a:lnTo>
                      <a:pt x="14187" y="21489"/>
                    </a:lnTo>
                    <a:lnTo>
                      <a:pt x="14124" y="21698"/>
                    </a:lnTo>
                    <a:lnTo>
                      <a:pt x="13998" y="21928"/>
                    </a:lnTo>
                    <a:lnTo>
                      <a:pt x="13873" y="21928"/>
                    </a:lnTo>
                    <a:lnTo>
                      <a:pt x="13852" y="22075"/>
                    </a:lnTo>
                    <a:lnTo>
                      <a:pt x="13789" y="22158"/>
                    </a:lnTo>
                    <a:lnTo>
                      <a:pt x="13768" y="22158"/>
                    </a:lnTo>
                    <a:lnTo>
                      <a:pt x="13643" y="22242"/>
                    </a:lnTo>
                    <a:lnTo>
                      <a:pt x="13559" y="22326"/>
                    </a:lnTo>
                    <a:lnTo>
                      <a:pt x="13559" y="22367"/>
                    </a:lnTo>
                    <a:lnTo>
                      <a:pt x="13454" y="22388"/>
                    </a:lnTo>
                    <a:lnTo>
                      <a:pt x="13392" y="22451"/>
                    </a:lnTo>
                    <a:lnTo>
                      <a:pt x="13392" y="22472"/>
                    </a:lnTo>
                    <a:lnTo>
                      <a:pt x="13329" y="22347"/>
                    </a:lnTo>
                    <a:lnTo>
                      <a:pt x="13371" y="22242"/>
                    </a:lnTo>
                    <a:lnTo>
                      <a:pt x="13454" y="22179"/>
                    </a:lnTo>
                    <a:lnTo>
                      <a:pt x="13454" y="22116"/>
                    </a:lnTo>
                    <a:lnTo>
                      <a:pt x="13559" y="22012"/>
                    </a:lnTo>
                    <a:lnTo>
                      <a:pt x="13559" y="21928"/>
                    </a:lnTo>
                    <a:lnTo>
                      <a:pt x="13601" y="21970"/>
                    </a:lnTo>
                    <a:lnTo>
                      <a:pt x="13684" y="21970"/>
                    </a:lnTo>
                    <a:lnTo>
                      <a:pt x="13789" y="21865"/>
                    </a:lnTo>
                    <a:lnTo>
                      <a:pt x="13789" y="21761"/>
                    </a:lnTo>
                    <a:lnTo>
                      <a:pt x="13810" y="21740"/>
                    </a:lnTo>
                    <a:lnTo>
                      <a:pt x="13810" y="21614"/>
                    </a:lnTo>
                    <a:lnTo>
                      <a:pt x="13873" y="21551"/>
                    </a:lnTo>
                    <a:lnTo>
                      <a:pt x="13915" y="21551"/>
                    </a:lnTo>
                    <a:lnTo>
                      <a:pt x="13977" y="21447"/>
                    </a:lnTo>
                    <a:lnTo>
                      <a:pt x="13956" y="21384"/>
                    </a:lnTo>
                    <a:lnTo>
                      <a:pt x="13894" y="21300"/>
                    </a:lnTo>
                    <a:lnTo>
                      <a:pt x="13894" y="21112"/>
                    </a:lnTo>
                    <a:lnTo>
                      <a:pt x="13852" y="21070"/>
                    </a:lnTo>
                    <a:close/>
                    <a:moveTo>
                      <a:pt x="7617" y="0"/>
                    </a:moveTo>
                    <a:lnTo>
                      <a:pt x="7617" y="147"/>
                    </a:lnTo>
                    <a:lnTo>
                      <a:pt x="7575" y="272"/>
                    </a:lnTo>
                    <a:lnTo>
                      <a:pt x="7282" y="481"/>
                    </a:lnTo>
                    <a:lnTo>
                      <a:pt x="7094" y="502"/>
                    </a:lnTo>
                    <a:lnTo>
                      <a:pt x="6842" y="607"/>
                    </a:lnTo>
                    <a:lnTo>
                      <a:pt x="6738" y="565"/>
                    </a:lnTo>
                    <a:lnTo>
                      <a:pt x="6570" y="586"/>
                    </a:lnTo>
                    <a:lnTo>
                      <a:pt x="6382" y="732"/>
                    </a:lnTo>
                    <a:lnTo>
                      <a:pt x="6215" y="795"/>
                    </a:lnTo>
                    <a:lnTo>
                      <a:pt x="6152" y="732"/>
                    </a:lnTo>
                    <a:lnTo>
                      <a:pt x="5901" y="774"/>
                    </a:lnTo>
                    <a:lnTo>
                      <a:pt x="5692" y="774"/>
                    </a:lnTo>
                    <a:lnTo>
                      <a:pt x="5503" y="670"/>
                    </a:lnTo>
                    <a:lnTo>
                      <a:pt x="5315" y="628"/>
                    </a:lnTo>
                    <a:lnTo>
                      <a:pt x="5169" y="586"/>
                    </a:lnTo>
                    <a:lnTo>
                      <a:pt x="5169" y="586"/>
                    </a:lnTo>
                    <a:lnTo>
                      <a:pt x="5231" y="711"/>
                    </a:lnTo>
                    <a:lnTo>
                      <a:pt x="5378" y="774"/>
                    </a:lnTo>
                    <a:lnTo>
                      <a:pt x="5503" y="879"/>
                    </a:lnTo>
                    <a:lnTo>
                      <a:pt x="5545" y="984"/>
                    </a:lnTo>
                    <a:lnTo>
                      <a:pt x="5399" y="1235"/>
                    </a:lnTo>
                    <a:lnTo>
                      <a:pt x="5420" y="1297"/>
                    </a:lnTo>
                    <a:lnTo>
                      <a:pt x="5441" y="1339"/>
                    </a:lnTo>
                    <a:lnTo>
                      <a:pt x="5420" y="1528"/>
                    </a:lnTo>
                    <a:lnTo>
                      <a:pt x="5692" y="1611"/>
                    </a:lnTo>
                    <a:lnTo>
                      <a:pt x="5859" y="1569"/>
                    </a:lnTo>
                    <a:lnTo>
                      <a:pt x="6047" y="1611"/>
                    </a:lnTo>
                    <a:lnTo>
                      <a:pt x="6047" y="1716"/>
                    </a:lnTo>
                    <a:lnTo>
                      <a:pt x="5922" y="1758"/>
                    </a:lnTo>
                    <a:lnTo>
                      <a:pt x="5650" y="1820"/>
                    </a:lnTo>
                    <a:lnTo>
                      <a:pt x="5608" y="1862"/>
                    </a:lnTo>
                    <a:lnTo>
                      <a:pt x="5545" y="1925"/>
                    </a:lnTo>
                    <a:lnTo>
                      <a:pt x="5503" y="2072"/>
                    </a:lnTo>
                    <a:lnTo>
                      <a:pt x="5210" y="2239"/>
                    </a:lnTo>
                    <a:lnTo>
                      <a:pt x="5106" y="2344"/>
                    </a:lnTo>
                    <a:lnTo>
                      <a:pt x="4897" y="2469"/>
                    </a:lnTo>
                    <a:lnTo>
                      <a:pt x="4771" y="2616"/>
                    </a:lnTo>
                    <a:lnTo>
                      <a:pt x="4541" y="2616"/>
                    </a:lnTo>
                    <a:lnTo>
                      <a:pt x="4394" y="2595"/>
                    </a:lnTo>
                    <a:lnTo>
                      <a:pt x="4164" y="2406"/>
                    </a:lnTo>
                    <a:lnTo>
                      <a:pt x="3955" y="2260"/>
                    </a:lnTo>
                    <a:lnTo>
                      <a:pt x="3809" y="2281"/>
                    </a:lnTo>
                    <a:lnTo>
                      <a:pt x="3809" y="2134"/>
                    </a:lnTo>
                    <a:lnTo>
                      <a:pt x="3767" y="1988"/>
                    </a:lnTo>
                    <a:lnTo>
                      <a:pt x="3662" y="1883"/>
                    </a:lnTo>
                    <a:lnTo>
                      <a:pt x="3641" y="1820"/>
                    </a:lnTo>
                    <a:lnTo>
                      <a:pt x="3495" y="1862"/>
                    </a:lnTo>
                    <a:lnTo>
                      <a:pt x="3390" y="1988"/>
                    </a:lnTo>
                    <a:lnTo>
                      <a:pt x="3306" y="1988"/>
                    </a:lnTo>
                    <a:lnTo>
                      <a:pt x="3244" y="1946"/>
                    </a:lnTo>
                    <a:lnTo>
                      <a:pt x="3139" y="1946"/>
                    </a:lnTo>
                    <a:lnTo>
                      <a:pt x="3076" y="2030"/>
                    </a:lnTo>
                    <a:lnTo>
                      <a:pt x="2407" y="2030"/>
                    </a:lnTo>
                    <a:lnTo>
                      <a:pt x="2386" y="2197"/>
                    </a:lnTo>
                    <a:lnTo>
                      <a:pt x="2448" y="2344"/>
                    </a:lnTo>
                    <a:lnTo>
                      <a:pt x="2658" y="2385"/>
                    </a:lnTo>
                    <a:lnTo>
                      <a:pt x="2720" y="2553"/>
                    </a:lnTo>
                    <a:lnTo>
                      <a:pt x="2679" y="2616"/>
                    </a:lnTo>
                    <a:lnTo>
                      <a:pt x="2762" y="2699"/>
                    </a:lnTo>
                    <a:lnTo>
                      <a:pt x="2720" y="2804"/>
                    </a:lnTo>
                    <a:lnTo>
                      <a:pt x="2595" y="2720"/>
                    </a:lnTo>
                    <a:lnTo>
                      <a:pt x="2197" y="2867"/>
                    </a:lnTo>
                    <a:lnTo>
                      <a:pt x="2239" y="3180"/>
                    </a:lnTo>
                    <a:lnTo>
                      <a:pt x="2344" y="3306"/>
                    </a:lnTo>
                    <a:lnTo>
                      <a:pt x="2553" y="3452"/>
                    </a:lnTo>
                    <a:lnTo>
                      <a:pt x="2679" y="3724"/>
                    </a:lnTo>
                    <a:lnTo>
                      <a:pt x="2679" y="3913"/>
                    </a:lnTo>
                    <a:lnTo>
                      <a:pt x="2679" y="3976"/>
                    </a:lnTo>
                    <a:lnTo>
                      <a:pt x="2365" y="5189"/>
                    </a:lnTo>
                    <a:lnTo>
                      <a:pt x="2260" y="5503"/>
                    </a:lnTo>
                    <a:lnTo>
                      <a:pt x="2281" y="5545"/>
                    </a:lnTo>
                    <a:lnTo>
                      <a:pt x="2239" y="5629"/>
                    </a:lnTo>
                    <a:lnTo>
                      <a:pt x="2093" y="5608"/>
                    </a:lnTo>
                    <a:lnTo>
                      <a:pt x="2093" y="5587"/>
                    </a:lnTo>
                    <a:lnTo>
                      <a:pt x="1967" y="5503"/>
                    </a:lnTo>
                    <a:lnTo>
                      <a:pt x="1821" y="5503"/>
                    </a:lnTo>
                    <a:lnTo>
                      <a:pt x="1758" y="5482"/>
                    </a:lnTo>
                    <a:lnTo>
                      <a:pt x="1716" y="5545"/>
                    </a:lnTo>
                    <a:lnTo>
                      <a:pt x="1319" y="5691"/>
                    </a:lnTo>
                    <a:lnTo>
                      <a:pt x="1026" y="5733"/>
                    </a:lnTo>
                    <a:lnTo>
                      <a:pt x="942" y="5817"/>
                    </a:lnTo>
                    <a:lnTo>
                      <a:pt x="879" y="5838"/>
                    </a:lnTo>
                    <a:lnTo>
                      <a:pt x="733" y="5963"/>
                    </a:lnTo>
                    <a:lnTo>
                      <a:pt x="607" y="6026"/>
                    </a:lnTo>
                    <a:lnTo>
                      <a:pt x="503" y="6110"/>
                    </a:lnTo>
                    <a:lnTo>
                      <a:pt x="523" y="6256"/>
                    </a:lnTo>
                    <a:lnTo>
                      <a:pt x="482" y="6340"/>
                    </a:lnTo>
                    <a:lnTo>
                      <a:pt x="503" y="6424"/>
                    </a:lnTo>
                    <a:lnTo>
                      <a:pt x="356" y="6570"/>
                    </a:lnTo>
                    <a:lnTo>
                      <a:pt x="398" y="6779"/>
                    </a:lnTo>
                    <a:lnTo>
                      <a:pt x="461" y="6884"/>
                    </a:lnTo>
                    <a:lnTo>
                      <a:pt x="356" y="6968"/>
                    </a:lnTo>
                    <a:lnTo>
                      <a:pt x="272" y="6947"/>
                    </a:lnTo>
                    <a:lnTo>
                      <a:pt x="105" y="7051"/>
                    </a:lnTo>
                    <a:lnTo>
                      <a:pt x="105" y="7156"/>
                    </a:lnTo>
                    <a:lnTo>
                      <a:pt x="63" y="7198"/>
                    </a:lnTo>
                    <a:lnTo>
                      <a:pt x="84" y="7282"/>
                    </a:lnTo>
                    <a:lnTo>
                      <a:pt x="63" y="7407"/>
                    </a:lnTo>
                    <a:lnTo>
                      <a:pt x="0" y="7512"/>
                    </a:lnTo>
                    <a:lnTo>
                      <a:pt x="63" y="7616"/>
                    </a:lnTo>
                    <a:lnTo>
                      <a:pt x="42" y="7700"/>
                    </a:lnTo>
                    <a:lnTo>
                      <a:pt x="189" y="7846"/>
                    </a:lnTo>
                    <a:lnTo>
                      <a:pt x="482" y="8307"/>
                    </a:lnTo>
                    <a:lnTo>
                      <a:pt x="314" y="8474"/>
                    </a:lnTo>
                    <a:lnTo>
                      <a:pt x="691" y="8453"/>
                    </a:lnTo>
                    <a:lnTo>
                      <a:pt x="879" y="8474"/>
                    </a:lnTo>
                    <a:lnTo>
                      <a:pt x="1005" y="8662"/>
                    </a:lnTo>
                    <a:lnTo>
                      <a:pt x="1026" y="8830"/>
                    </a:lnTo>
                    <a:lnTo>
                      <a:pt x="1256" y="8830"/>
                    </a:lnTo>
                    <a:lnTo>
                      <a:pt x="1549" y="8851"/>
                    </a:lnTo>
                    <a:lnTo>
                      <a:pt x="1779" y="8621"/>
                    </a:lnTo>
                    <a:lnTo>
                      <a:pt x="1988" y="8474"/>
                    </a:lnTo>
                    <a:lnTo>
                      <a:pt x="2051" y="8537"/>
                    </a:lnTo>
                    <a:lnTo>
                      <a:pt x="2030" y="8662"/>
                    </a:lnTo>
                    <a:lnTo>
                      <a:pt x="1967" y="8725"/>
                    </a:lnTo>
                    <a:lnTo>
                      <a:pt x="1967" y="8934"/>
                    </a:lnTo>
                    <a:lnTo>
                      <a:pt x="1988" y="9269"/>
                    </a:lnTo>
                    <a:lnTo>
                      <a:pt x="1988" y="9395"/>
                    </a:lnTo>
                    <a:lnTo>
                      <a:pt x="2072" y="9478"/>
                    </a:lnTo>
                    <a:lnTo>
                      <a:pt x="2176" y="9458"/>
                    </a:lnTo>
                    <a:lnTo>
                      <a:pt x="2281" y="9416"/>
                    </a:lnTo>
                    <a:lnTo>
                      <a:pt x="2469" y="9416"/>
                    </a:lnTo>
                    <a:lnTo>
                      <a:pt x="2511" y="9458"/>
                    </a:lnTo>
                    <a:lnTo>
                      <a:pt x="3076" y="9458"/>
                    </a:lnTo>
                    <a:lnTo>
                      <a:pt x="3223" y="9353"/>
                    </a:lnTo>
                    <a:lnTo>
                      <a:pt x="3306" y="9353"/>
                    </a:lnTo>
                    <a:lnTo>
                      <a:pt x="3432" y="9248"/>
                    </a:lnTo>
                    <a:lnTo>
                      <a:pt x="3557" y="9248"/>
                    </a:lnTo>
                    <a:lnTo>
                      <a:pt x="3725" y="9186"/>
                    </a:lnTo>
                    <a:lnTo>
                      <a:pt x="3829" y="8934"/>
                    </a:lnTo>
                    <a:lnTo>
                      <a:pt x="4081" y="8746"/>
                    </a:lnTo>
                    <a:lnTo>
                      <a:pt x="4269" y="8725"/>
                    </a:lnTo>
                    <a:lnTo>
                      <a:pt x="4457" y="8621"/>
                    </a:lnTo>
                    <a:lnTo>
                      <a:pt x="4583" y="8621"/>
                    </a:lnTo>
                    <a:lnTo>
                      <a:pt x="4687" y="8683"/>
                    </a:lnTo>
                    <a:lnTo>
                      <a:pt x="4813" y="8621"/>
                    </a:lnTo>
                    <a:lnTo>
                      <a:pt x="4897" y="8662"/>
                    </a:lnTo>
                    <a:lnTo>
                      <a:pt x="4876" y="8788"/>
                    </a:lnTo>
                    <a:lnTo>
                      <a:pt x="4959" y="8997"/>
                    </a:lnTo>
                    <a:lnTo>
                      <a:pt x="5085" y="9374"/>
                    </a:lnTo>
                    <a:lnTo>
                      <a:pt x="5169" y="9646"/>
                    </a:lnTo>
                    <a:lnTo>
                      <a:pt x="5106" y="9751"/>
                    </a:lnTo>
                    <a:lnTo>
                      <a:pt x="5210" y="9960"/>
                    </a:lnTo>
                    <a:lnTo>
                      <a:pt x="5357" y="10002"/>
                    </a:lnTo>
                    <a:lnTo>
                      <a:pt x="5399" y="10190"/>
                    </a:lnTo>
                    <a:lnTo>
                      <a:pt x="5524" y="10274"/>
                    </a:lnTo>
                    <a:lnTo>
                      <a:pt x="5713" y="10357"/>
                    </a:lnTo>
                    <a:lnTo>
                      <a:pt x="5838" y="10462"/>
                    </a:lnTo>
                    <a:lnTo>
                      <a:pt x="5901" y="10420"/>
                    </a:lnTo>
                    <a:lnTo>
                      <a:pt x="6131" y="10357"/>
                    </a:lnTo>
                    <a:lnTo>
                      <a:pt x="6340" y="10587"/>
                    </a:lnTo>
                    <a:lnTo>
                      <a:pt x="6508" y="10525"/>
                    </a:lnTo>
                    <a:lnTo>
                      <a:pt x="6717" y="10755"/>
                    </a:lnTo>
                    <a:lnTo>
                      <a:pt x="6822" y="10755"/>
                    </a:lnTo>
                    <a:lnTo>
                      <a:pt x="7073" y="10839"/>
                    </a:lnTo>
                    <a:lnTo>
                      <a:pt x="7240" y="10880"/>
                    </a:lnTo>
                    <a:lnTo>
                      <a:pt x="7261" y="11048"/>
                    </a:lnTo>
                    <a:lnTo>
                      <a:pt x="7366" y="11069"/>
                    </a:lnTo>
                    <a:lnTo>
                      <a:pt x="7512" y="11152"/>
                    </a:lnTo>
                    <a:lnTo>
                      <a:pt x="7868" y="11131"/>
                    </a:lnTo>
                    <a:lnTo>
                      <a:pt x="8098" y="11257"/>
                    </a:lnTo>
                    <a:lnTo>
                      <a:pt x="8140" y="11362"/>
                    </a:lnTo>
                    <a:lnTo>
                      <a:pt x="8119" y="11634"/>
                    </a:lnTo>
                    <a:lnTo>
                      <a:pt x="8182" y="11843"/>
                    </a:lnTo>
                    <a:lnTo>
                      <a:pt x="8098" y="11968"/>
                    </a:lnTo>
                    <a:lnTo>
                      <a:pt x="8307" y="12324"/>
                    </a:lnTo>
                    <a:lnTo>
                      <a:pt x="8286" y="12596"/>
                    </a:lnTo>
                    <a:lnTo>
                      <a:pt x="9290" y="12617"/>
                    </a:lnTo>
                    <a:lnTo>
                      <a:pt x="9353" y="12973"/>
                    </a:lnTo>
                    <a:lnTo>
                      <a:pt x="9332" y="13224"/>
                    </a:lnTo>
                    <a:lnTo>
                      <a:pt x="9604" y="13287"/>
                    </a:lnTo>
                    <a:lnTo>
                      <a:pt x="9897" y="13810"/>
                    </a:lnTo>
                    <a:lnTo>
                      <a:pt x="9918" y="14103"/>
                    </a:lnTo>
                    <a:lnTo>
                      <a:pt x="9646" y="14688"/>
                    </a:lnTo>
                    <a:lnTo>
                      <a:pt x="9667" y="14772"/>
                    </a:lnTo>
                    <a:lnTo>
                      <a:pt x="9583" y="14856"/>
                    </a:lnTo>
                    <a:lnTo>
                      <a:pt x="9646" y="14919"/>
                    </a:lnTo>
                    <a:lnTo>
                      <a:pt x="9604" y="15044"/>
                    </a:lnTo>
                    <a:lnTo>
                      <a:pt x="9751" y="15149"/>
                    </a:lnTo>
                    <a:lnTo>
                      <a:pt x="9751" y="15337"/>
                    </a:lnTo>
                    <a:lnTo>
                      <a:pt x="9855" y="15525"/>
                    </a:lnTo>
                    <a:lnTo>
                      <a:pt x="9793" y="15860"/>
                    </a:lnTo>
                    <a:lnTo>
                      <a:pt x="9814" y="15986"/>
                    </a:lnTo>
                    <a:lnTo>
                      <a:pt x="9772" y="16111"/>
                    </a:lnTo>
                    <a:lnTo>
                      <a:pt x="9814" y="16258"/>
                    </a:lnTo>
                    <a:lnTo>
                      <a:pt x="10023" y="16216"/>
                    </a:lnTo>
                    <a:lnTo>
                      <a:pt x="10107" y="16279"/>
                    </a:lnTo>
                    <a:lnTo>
                      <a:pt x="10379" y="16258"/>
                    </a:lnTo>
                    <a:lnTo>
                      <a:pt x="10525" y="16300"/>
                    </a:lnTo>
                    <a:lnTo>
                      <a:pt x="10797" y="16195"/>
                    </a:lnTo>
                    <a:lnTo>
                      <a:pt x="10923" y="16300"/>
                    </a:lnTo>
                    <a:lnTo>
                      <a:pt x="11027" y="16321"/>
                    </a:lnTo>
                    <a:lnTo>
                      <a:pt x="11069" y="16467"/>
                    </a:lnTo>
                    <a:lnTo>
                      <a:pt x="11236" y="17095"/>
                    </a:lnTo>
                    <a:lnTo>
                      <a:pt x="11341" y="17304"/>
                    </a:lnTo>
                    <a:lnTo>
                      <a:pt x="11446" y="17325"/>
                    </a:lnTo>
                    <a:lnTo>
                      <a:pt x="11676" y="17199"/>
                    </a:lnTo>
                    <a:lnTo>
                      <a:pt x="11801" y="17241"/>
                    </a:lnTo>
                    <a:lnTo>
                      <a:pt x="11885" y="17325"/>
                    </a:lnTo>
                    <a:lnTo>
                      <a:pt x="11969" y="17346"/>
                    </a:lnTo>
                    <a:lnTo>
                      <a:pt x="11906" y="17450"/>
                    </a:lnTo>
                    <a:lnTo>
                      <a:pt x="11885" y="17994"/>
                    </a:lnTo>
                    <a:lnTo>
                      <a:pt x="11864" y="18057"/>
                    </a:lnTo>
                    <a:lnTo>
                      <a:pt x="11822" y="18078"/>
                    </a:lnTo>
                    <a:lnTo>
                      <a:pt x="11822" y="18162"/>
                    </a:lnTo>
                    <a:lnTo>
                      <a:pt x="11801" y="18204"/>
                    </a:lnTo>
                    <a:lnTo>
                      <a:pt x="11801" y="18287"/>
                    </a:lnTo>
                    <a:lnTo>
                      <a:pt x="11906" y="18204"/>
                    </a:lnTo>
                    <a:lnTo>
                      <a:pt x="12178" y="18245"/>
                    </a:lnTo>
                    <a:lnTo>
                      <a:pt x="12178" y="18350"/>
                    </a:lnTo>
                    <a:lnTo>
                      <a:pt x="12283" y="18580"/>
                    </a:lnTo>
                    <a:lnTo>
                      <a:pt x="12283" y="18769"/>
                    </a:lnTo>
                    <a:lnTo>
                      <a:pt x="12303" y="18999"/>
                    </a:lnTo>
                    <a:lnTo>
                      <a:pt x="12324" y="19208"/>
                    </a:lnTo>
                    <a:lnTo>
                      <a:pt x="12303" y="19292"/>
                    </a:lnTo>
                    <a:lnTo>
                      <a:pt x="12199" y="19292"/>
                    </a:lnTo>
                    <a:lnTo>
                      <a:pt x="12073" y="19354"/>
                    </a:lnTo>
                    <a:lnTo>
                      <a:pt x="12031" y="19417"/>
                    </a:lnTo>
                    <a:lnTo>
                      <a:pt x="11969" y="19501"/>
                    </a:lnTo>
                    <a:lnTo>
                      <a:pt x="11927" y="19459"/>
                    </a:lnTo>
                    <a:lnTo>
                      <a:pt x="11697" y="19626"/>
                    </a:lnTo>
                    <a:lnTo>
                      <a:pt x="11655" y="19710"/>
                    </a:lnTo>
                    <a:lnTo>
                      <a:pt x="11571" y="19731"/>
                    </a:lnTo>
                    <a:lnTo>
                      <a:pt x="11362" y="19919"/>
                    </a:lnTo>
                    <a:lnTo>
                      <a:pt x="11278" y="19940"/>
                    </a:lnTo>
                    <a:lnTo>
                      <a:pt x="11278" y="20066"/>
                    </a:lnTo>
                    <a:lnTo>
                      <a:pt x="11195" y="20087"/>
                    </a:lnTo>
                    <a:lnTo>
                      <a:pt x="11132" y="20087"/>
                    </a:lnTo>
                    <a:lnTo>
                      <a:pt x="10943" y="20338"/>
                    </a:lnTo>
                    <a:lnTo>
                      <a:pt x="10923" y="20401"/>
                    </a:lnTo>
                    <a:lnTo>
                      <a:pt x="10923" y="20547"/>
                    </a:lnTo>
                    <a:lnTo>
                      <a:pt x="10839" y="20568"/>
                    </a:lnTo>
                    <a:lnTo>
                      <a:pt x="10776" y="20652"/>
                    </a:lnTo>
                    <a:lnTo>
                      <a:pt x="10671" y="20861"/>
                    </a:lnTo>
                    <a:lnTo>
                      <a:pt x="10609" y="20924"/>
                    </a:lnTo>
                    <a:lnTo>
                      <a:pt x="10504" y="21091"/>
                    </a:lnTo>
                    <a:lnTo>
                      <a:pt x="10504" y="21133"/>
                    </a:lnTo>
                    <a:lnTo>
                      <a:pt x="10399" y="21217"/>
                    </a:lnTo>
                    <a:lnTo>
                      <a:pt x="10358" y="21279"/>
                    </a:lnTo>
                    <a:lnTo>
                      <a:pt x="10441" y="21279"/>
                    </a:lnTo>
                    <a:lnTo>
                      <a:pt x="10504" y="21300"/>
                    </a:lnTo>
                    <a:lnTo>
                      <a:pt x="10776" y="21217"/>
                    </a:lnTo>
                    <a:lnTo>
                      <a:pt x="10923" y="21300"/>
                    </a:lnTo>
                    <a:lnTo>
                      <a:pt x="11048" y="21489"/>
                    </a:lnTo>
                    <a:lnTo>
                      <a:pt x="11153" y="21530"/>
                    </a:lnTo>
                    <a:lnTo>
                      <a:pt x="11236" y="21698"/>
                    </a:lnTo>
                    <a:lnTo>
                      <a:pt x="11362" y="21928"/>
                    </a:lnTo>
                    <a:lnTo>
                      <a:pt x="11446" y="21928"/>
                    </a:lnTo>
                    <a:lnTo>
                      <a:pt x="11550" y="21803"/>
                    </a:lnTo>
                    <a:lnTo>
                      <a:pt x="11592" y="21803"/>
                    </a:lnTo>
                    <a:lnTo>
                      <a:pt x="11718" y="22012"/>
                    </a:lnTo>
                    <a:lnTo>
                      <a:pt x="11885" y="22075"/>
                    </a:lnTo>
                    <a:lnTo>
                      <a:pt x="12011" y="22116"/>
                    </a:lnTo>
                    <a:lnTo>
                      <a:pt x="12136" y="22242"/>
                    </a:lnTo>
                    <a:lnTo>
                      <a:pt x="12136" y="22388"/>
                    </a:lnTo>
                    <a:lnTo>
                      <a:pt x="12241" y="22367"/>
                    </a:lnTo>
                    <a:lnTo>
                      <a:pt x="12492" y="22472"/>
                    </a:lnTo>
                    <a:lnTo>
                      <a:pt x="12617" y="22639"/>
                    </a:lnTo>
                    <a:lnTo>
                      <a:pt x="12743" y="22849"/>
                    </a:lnTo>
                    <a:lnTo>
                      <a:pt x="12868" y="22911"/>
                    </a:lnTo>
                    <a:lnTo>
                      <a:pt x="12848" y="23079"/>
                    </a:lnTo>
                    <a:lnTo>
                      <a:pt x="12743" y="23225"/>
                    </a:lnTo>
                    <a:lnTo>
                      <a:pt x="12806" y="23414"/>
                    </a:lnTo>
                    <a:lnTo>
                      <a:pt x="12827" y="23476"/>
                    </a:lnTo>
                    <a:lnTo>
                      <a:pt x="12848" y="23497"/>
                    </a:lnTo>
                    <a:lnTo>
                      <a:pt x="12931" y="23581"/>
                    </a:lnTo>
                    <a:lnTo>
                      <a:pt x="12952" y="23602"/>
                    </a:lnTo>
                    <a:lnTo>
                      <a:pt x="13161" y="23414"/>
                    </a:lnTo>
                    <a:lnTo>
                      <a:pt x="13245" y="23225"/>
                    </a:lnTo>
                    <a:lnTo>
                      <a:pt x="13350" y="22849"/>
                    </a:lnTo>
                    <a:lnTo>
                      <a:pt x="13433" y="22577"/>
                    </a:lnTo>
                    <a:lnTo>
                      <a:pt x="13454" y="22535"/>
                    </a:lnTo>
                    <a:lnTo>
                      <a:pt x="13426" y="22507"/>
                    </a:lnTo>
                    <a:lnTo>
                      <a:pt x="13426" y="22507"/>
                    </a:lnTo>
                    <a:lnTo>
                      <a:pt x="13496" y="22535"/>
                    </a:lnTo>
                    <a:lnTo>
                      <a:pt x="13873" y="22242"/>
                    </a:lnTo>
                    <a:lnTo>
                      <a:pt x="14061" y="22033"/>
                    </a:lnTo>
                    <a:lnTo>
                      <a:pt x="14312" y="21551"/>
                    </a:lnTo>
                    <a:lnTo>
                      <a:pt x="14417" y="21321"/>
                    </a:lnTo>
                    <a:lnTo>
                      <a:pt x="14521" y="21028"/>
                    </a:lnTo>
                    <a:lnTo>
                      <a:pt x="14793" y="20547"/>
                    </a:lnTo>
                    <a:lnTo>
                      <a:pt x="15044" y="20233"/>
                    </a:lnTo>
                    <a:lnTo>
                      <a:pt x="15107" y="20129"/>
                    </a:lnTo>
                    <a:lnTo>
                      <a:pt x="15065" y="20087"/>
                    </a:lnTo>
                    <a:lnTo>
                      <a:pt x="15065" y="20024"/>
                    </a:lnTo>
                    <a:lnTo>
                      <a:pt x="15128" y="19982"/>
                    </a:lnTo>
                    <a:lnTo>
                      <a:pt x="15170" y="19857"/>
                    </a:lnTo>
                    <a:lnTo>
                      <a:pt x="15254" y="19815"/>
                    </a:lnTo>
                    <a:lnTo>
                      <a:pt x="15233" y="19710"/>
                    </a:lnTo>
                    <a:lnTo>
                      <a:pt x="15254" y="19626"/>
                    </a:lnTo>
                    <a:lnTo>
                      <a:pt x="15233" y="19606"/>
                    </a:lnTo>
                    <a:lnTo>
                      <a:pt x="15296" y="19585"/>
                    </a:lnTo>
                    <a:lnTo>
                      <a:pt x="15296" y="19480"/>
                    </a:lnTo>
                    <a:lnTo>
                      <a:pt x="15191" y="19313"/>
                    </a:lnTo>
                    <a:lnTo>
                      <a:pt x="15191" y="19229"/>
                    </a:lnTo>
                    <a:lnTo>
                      <a:pt x="15212" y="19166"/>
                    </a:lnTo>
                    <a:lnTo>
                      <a:pt x="15191" y="19082"/>
                    </a:lnTo>
                    <a:lnTo>
                      <a:pt x="15149" y="18915"/>
                    </a:lnTo>
                    <a:lnTo>
                      <a:pt x="15107" y="18748"/>
                    </a:lnTo>
                    <a:lnTo>
                      <a:pt x="15149" y="18685"/>
                    </a:lnTo>
                    <a:lnTo>
                      <a:pt x="15316" y="18664"/>
                    </a:lnTo>
                    <a:lnTo>
                      <a:pt x="15296" y="18559"/>
                    </a:lnTo>
                    <a:lnTo>
                      <a:pt x="15212" y="18497"/>
                    </a:lnTo>
                    <a:lnTo>
                      <a:pt x="15337" y="18476"/>
                    </a:lnTo>
                    <a:lnTo>
                      <a:pt x="15337" y="18371"/>
                    </a:lnTo>
                    <a:lnTo>
                      <a:pt x="15212" y="18308"/>
                    </a:lnTo>
                    <a:lnTo>
                      <a:pt x="15316" y="18287"/>
                    </a:lnTo>
                    <a:lnTo>
                      <a:pt x="15379" y="18183"/>
                    </a:lnTo>
                    <a:lnTo>
                      <a:pt x="15442" y="18245"/>
                    </a:lnTo>
                    <a:lnTo>
                      <a:pt x="15630" y="18057"/>
                    </a:lnTo>
                    <a:lnTo>
                      <a:pt x="15735" y="17973"/>
                    </a:lnTo>
                    <a:lnTo>
                      <a:pt x="15735" y="17932"/>
                    </a:lnTo>
                    <a:lnTo>
                      <a:pt x="15881" y="17785"/>
                    </a:lnTo>
                    <a:lnTo>
                      <a:pt x="16070" y="17681"/>
                    </a:lnTo>
                    <a:lnTo>
                      <a:pt x="16300" y="17429"/>
                    </a:lnTo>
                    <a:lnTo>
                      <a:pt x="16509" y="17409"/>
                    </a:lnTo>
                    <a:lnTo>
                      <a:pt x="16614" y="17304"/>
                    </a:lnTo>
                    <a:lnTo>
                      <a:pt x="16739" y="17199"/>
                    </a:lnTo>
                    <a:lnTo>
                      <a:pt x="16844" y="17199"/>
                    </a:lnTo>
                    <a:lnTo>
                      <a:pt x="16928" y="17241"/>
                    </a:lnTo>
                    <a:lnTo>
                      <a:pt x="17011" y="17283"/>
                    </a:lnTo>
                    <a:lnTo>
                      <a:pt x="17011" y="17199"/>
                    </a:lnTo>
                    <a:lnTo>
                      <a:pt x="17095" y="17032"/>
                    </a:lnTo>
                    <a:lnTo>
                      <a:pt x="17325" y="16885"/>
                    </a:lnTo>
                    <a:lnTo>
                      <a:pt x="17430" y="16865"/>
                    </a:lnTo>
                    <a:lnTo>
                      <a:pt x="17430" y="16802"/>
                    </a:lnTo>
                    <a:lnTo>
                      <a:pt x="17367" y="16781"/>
                    </a:lnTo>
                    <a:lnTo>
                      <a:pt x="17304" y="16739"/>
                    </a:lnTo>
                    <a:lnTo>
                      <a:pt x="17262" y="16676"/>
                    </a:lnTo>
                    <a:lnTo>
                      <a:pt x="17346" y="16634"/>
                    </a:lnTo>
                    <a:lnTo>
                      <a:pt x="17513" y="16572"/>
                    </a:lnTo>
                    <a:lnTo>
                      <a:pt x="17576" y="16593"/>
                    </a:lnTo>
                    <a:lnTo>
                      <a:pt x="17681" y="16593"/>
                    </a:lnTo>
                    <a:lnTo>
                      <a:pt x="17765" y="16530"/>
                    </a:lnTo>
                    <a:lnTo>
                      <a:pt x="17869" y="16530"/>
                    </a:lnTo>
                    <a:lnTo>
                      <a:pt x="17869" y="16593"/>
                    </a:lnTo>
                    <a:lnTo>
                      <a:pt x="17744" y="16676"/>
                    </a:lnTo>
                    <a:lnTo>
                      <a:pt x="17576" y="16697"/>
                    </a:lnTo>
                    <a:lnTo>
                      <a:pt x="17555" y="16718"/>
                    </a:lnTo>
                    <a:lnTo>
                      <a:pt x="17618" y="16739"/>
                    </a:lnTo>
                    <a:lnTo>
                      <a:pt x="17848" y="16676"/>
                    </a:lnTo>
                    <a:lnTo>
                      <a:pt x="18099" y="16572"/>
                    </a:lnTo>
                    <a:lnTo>
                      <a:pt x="18078" y="16509"/>
                    </a:lnTo>
                    <a:lnTo>
                      <a:pt x="18162" y="16467"/>
                    </a:lnTo>
                    <a:lnTo>
                      <a:pt x="18246" y="16467"/>
                    </a:lnTo>
                    <a:lnTo>
                      <a:pt x="18204" y="16509"/>
                    </a:lnTo>
                    <a:cubicBezTo>
                      <a:pt x="18204" y="16509"/>
                      <a:pt x="18204" y="16613"/>
                      <a:pt x="18246" y="16613"/>
                    </a:cubicBezTo>
                    <a:lnTo>
                      <a:pt x="18392" y="16634"/>
                    </a:lnTo>
                    <a:lnTo>
                      <a:pt x="18497" y="16593"/>
                    </a:lnTo>
                    <a:lnTo>
                      <a:pt x="18664" y="16593"/>
                    </a:lnTo>
                    <a:lnTo>
                      <a:pt x="18832" y="16613"/>
                    </a:lnTo>
                    <a:lnTo>
                      <a:pt x="18936" y="16551"/>
                    </a:lnTo>
                    <a:lnTo>
                      <a:pt x="18936" y="16488"/>
                    </a:lnTo>
                    <a:lnTo>
                      <a:pt x="18915" y="16467"/>
                    </a:lnTo>
                    <a:lnTo>
                      <a:pt x="18936" y="16404"/>
                    </a:lnTo>
                    <a:lnTo>
                      <a:pt x="19208" y="16237"/>
                    </a:lnTo>
                    <a:lnTo>
                      <a:pt x="19418" y="16153"/>
                    </a:lnTo>
                    <a:lnTo>
                      <a:pt x="19522" y="16069"/>
                    </a:lnTo>
                    <a:lnTo>
                      <a:pt x="19543" y="15986"/>
                    </a:lnTo>
                    <a:lnTo>
                      <a:pt x="19522" y="15944"/>
                    </a:lnTo>
                    <a:lnTo>
                      <a:pt x="19418" y="15735"/>
                    </a:lnTo>
                    <a:lnTo>
                      <a:pt x="19501" y="15567"/>
                    </a:lnTo>
                    <a:lnTo>
                      <a:pt x="19564" y="15463"/>
                    </a:lnTo>
                    <a:lnTo>
                      <a:pt x="19564" y="15358"/>
                    </a:lnTo>
                    <a:lnTo>
                      <a:pt x="19627" y="15316"/>
                    </a:lnTo>
                    <a:lnTo>
                      <a:pt x="19731" y="15232"/>
                    </a:lnTo>
                    <a:lnTo>
                      <a:pt x="19752" y="15128"/>
                    </a:lnTo>
                    <a:lnTo>
                      <a:pt x="19731" y="15107"/>
                    </a:lnTo>
                    <a:lnTo>
                      <a:pt x="19878" y="14835"/>
                    </a:lnTo>
                    <a:lnTo>
                      <a:pt x="20087" y="14584"/>
                    </a:lnTo>
                    <a:lnTo>
                      <a:pt x="20087" y="14479"/>
                    </a:lnTo>
                    <a:lnTo>
                      <a:pt x="20045" y="14103"/>
                    </a:lnTo>
                    <a:lnTo>
                      <a:pt x="20003" y="14082"/>
                    </a:lnTo>
                    <a:lnTo>
                      <a:pt x="20066" y="13872"/>
                    </a:lnTo>
                    <a:lnTo>
                      <a:pt x="20129" y="13789"/>
                    </a:lnTo>
                    <a:lnTo>
                      <a:pt x="20129" y="13726"/>
                    </a:lnTo>
                    <a:lnTo>
                      <a:pt x="20317" y="13580"/>
                    </a:lnTo>
                    <a:lnTo>
                      <a:pt x="20338" y="13496"/>
                    </a:lnTo>
                    <a:lnTo>
                      <a:pt x="20275" y="13287"/>
                    </a:lnTo>
                    <a:lnTo>
                      <a:pt x="20359" y="13036"/>
                    </a:lnTo>
                    <a:lnTo>
                      <a:pt x="20338" y="12826"/>
                    </a:lnTo>
                    <a:lnTo>
                      <a:pt x="20359" y="12659"/>
                    </a:lnTo>
                    <a:lnTo>
                      <a:pt x="20359" y="12596"/>
                    </a:lnTo>
                    <a:lnTo>
                      <a:pt x="20422" y="12387"/>
                    </a:lnTo>
                    <a:lnTo>
                      <a:pt x="20359" y="11592"/>
                    </a:lnTo>
                    <a:lnTo>
                      <a:pt x="20359" y="11445"/>
                    </a:lnTo>
                    <a:lnTo>
                      <a:pt x="20422" y="11341"/>
                    </a:lnTo>
                    <a:lnTo>
                      <a:pt x="20422" y="11236"/>
                    </a:lnTo>
                    <a:lnTo>
                      <a:pt x="20359" y="11278"/>
                    </a:lnTo>
                    <a:lnTo>
                      <a:pt x="20275" y="11194"/>
                    </a:lnTo>
                    <a:lnTo>
                      <a:pt x="20275" y="11131"/>
                    </a:lnTo>
                    <a:lnTo>
                      <a:pt x="20359" y="10985"/>
                    </a:lnTo>
                    <a:lnTo>
                      <a:pt x="20338" y="10859"/>
                    </a:lnTo>
                    <a:lnTo>
                      <a:pt x="20359" y="10776"/>
                    </a:lnTo>
                    <a:lnTo>
                      <a:pt x="20443" y="10755"/>
                    </a:lnTo>
                    <a:lnTo>
                      <a:pt x="20464" y="10629"/>
                    </a:lnTo>
                    <a:lnTo>
                      <a:pt x="20380" y="10504"/>
                    </a:lnTo>
                    <a:lnTo>
                      <a:pt x="20234" y="10420"/>
                    </a:lnTo>
                    <a:lnTo>
                      <a:pt x="20275" y="10399"/>
                    </a:lnTo>
                    <a:lnTo>
                      <a:pt x="20317" y="10336"/>
                    </a:lnTo>
                    <a:lnTo>
                      <a:pt x="20338" y="10399"/>
                    </a:lnTo>
                    <a:lnTo>
                      <a:pt x="20422" y="10441"/>
                    </a:lnTo>
                    <a:lnTo>
                      <a:pt x="20485" y="10462"/>
                    </a:lnTo>
                    <a:lnTo>
                      <a:pt x="20526" y="10336"/>
                    </a:lnTo>
                    <a:lnTo>
                      <a:pt x="20589" y="10336"/>
                    </a:lnTo>
                    <a:lnTo>
                      <a:pt x="20631" y="10420"/>
                    </a:lnTo>
                    <a:lnTo>
                      <a:pt x="20673" y="10441"/>
                    </a:lnTo>
                    <a:lnTo>
                      <a:pt x="20631" y="10525"/>
                    </a:lnTo>
                    <a:lnTo>
                      <a:pt x="20547" y="10567"/>
                    </a:lnTo>
                    <a:lnTo>
                      <a:pt x="20526" y="10650"/>
                    </a:lnTo>
                    <a:lnTo>
                      <a:pt x="20568" y="10650"/>
                    </a:lnTo>
                    <a:lnTo>
                      <a:pt x="20673" y="10546"/>
                    </a:lnTo>
                    <a:lnTo>
                      <a:pt x="20840" y="10462"/>
                    </a:lnTo>
                    <a:lnTo>
                      <a:pt x="21008" y="10190"/>
                    </a:lnTo>
                    <a:lnTo>
                      <a:pt x="21091" y="9981"/>
                    </a:lnTo>
                    <a:lnTo>
                      <a:pt x="21112" y="9834"/>
                    </a:lnTo>
                    <a:lnTo>
                      <a:pt x="21196" y="9771"/>
                    </a:lnTo>
                    <a:lnTo>
                      <a:pt x="21280" y="9562"/>
                    </a:lnTo>
                    <a:lnTo>
                      <a:pt x="21363" y="9374"/>
                    </a:lnTo>
                    <a:lnTo>
                      <a:pt x="21677" y="9165"/>
                    </a:lnTo>
                    <a:lnTo>
                      <a:pt x="21698" y="9060"/>
                    </a:lnTo>
                    <a:lnTo>
                      <a:pt x="21803" y="9039"/>
                    </a:lnTo>
                    <a:lnTo>
                      <a:pt x="21887" y="8934"/>
                    </a:lnTo>
                    <a:lnTo>
                      <a:pt x="22138" y="8683"/>
                    </a:lnTo>
                    <a:lnTo>
                      <a:pt x="22368" y="8370"/>
                    </a:lnTo>
                    <a:lnTo>
                      <a:pt x="22431" y="8307"/>
                    </a:lnTo>
                    <a:lnTo>
                      <a:pt x="22556" y="7993"/>
                    </a:lnTo>
                    <a:lnTo>
                      <a:pt x="22577" y="7846"/>
                    </a:lnTo>
                    <a:lnTo>
                      <a:pt x="22661" y="7742"/>
                    </a:lnTo>
                    <a:lnTo>
                      <a:pt x="22661" y="7637"/>
                    </a:lnTo>
                    <a:lnTo>
                      <a:pt x="22577" y="7533"/>
                    </a:lnTo>
                    <a:lnTo>
                      <a:pt x="22619" y="7449"/>
                    </a:lnTo>
                    <a:lnTo>
                      <a:pt x="22682" y="7449"/>
                    </a:lnTo>
                    <a:lnTo>
                      <a:pt x="22661" y="7156"/>
                    </a:lnTo>
                    <a:lnTo>
                      <a:pt x="22577" y="7093"/>
                    </a:lnTo>
                    <a:lnTo>
                      <a:pt x="22556" y="6968"/>
                    </a:lnTo>
                    <a:lnTo>
                      <a:pt x="22347" y="6528"/>
                    </a:lnTo>
                    <a:lnTo>
                      <a:pt x="22347" y="6361"/>
                    </a:lnTo>
                    <a:lnTo>
                      <a:pt x="22326" y="6193"/>
                    </a:lnTo>
                    <a:lnTo>
                      <a:pt x="21949" y="6026"/>
                    </a:lnTo>
                    <a:lnTo>
                      <a:pt x="21740" y="6026"/>
                    </a:lnTo>
                    <a:lnTo>
                      <a:pt x="21594" y="6110"/>
                    </a:lnTo>
                    <a:lnTo>
                      <a:pt x="21489" y="5942"/>
                    </a:lnTo>
                    <a:lnTo>
                      <a:pt x="21342" y="5921"/>
                    </a:lnTo>
                    <a:lnTo>
                      <a:pt x="21217" y="5796"/>
                    </a:lnTo>
                    <a:lnTo>
                      <a:pt x="21070" y="5712"/>
                    </a:lnTo>
                    <a:lnTo>
                      <a:pt x="20966" y="5691"/>
                    </a:lnTo>
                    <a:lnTo>
                      <a:pt x="20694" y="5398"/>
                    </a:lnTo>
                    <a:lnTo>
                      <a:pt x="20485" y="5105"/>
                    </a:lnTo>
                    <a:lnTo>
                      <a:pt x="20380" y="5085"/>
                    </a:lnTo>
                    <a:lnTo>
                      <a:pt x="20254" y="4959"/>
                    </a:lnTo>
                    <a:lnTo>
                      <a:pt x="20129" y="4959"/>
                    </a:lnTo>
                    <a:lnTo>
                      <a:pt x="19773" y="4687"/>
                    </a:lnTo>
                    <a:lnTo>
                      <a:pt x="19627" y="4687"/>
                    </a:lnTo>
                    <a:lnTo>
                      <a:pt x="19438" y="4603"/>
                    </a:lnTo>
                    <a:lnTo>
                      <a:pt x="19334" y="4666"/>
                    </a:lnTo>
                    <a:lnTo>
                      <a:pt x="19187" y="4666"/>
                    </a:lnTo>
                    <a:lnTo>
                      <a:pt x="19083" y="4603"/>
                    </a:lnTo>
                    <a:lnTo>
                      <a:pt x="18978" y="4666"/>
                    </a:lnTo>
                    <a:lnTo>
                      <a:pt x="18915" y="4750"/>
                    </a:lnTo>
                    <a:lnTo>
                      <a:pt x="18832" y="4666"/>
                    </a:lnTo>
                    <a:lnTo>
                      <a:pt x="18685" y="4561"/>
                    </a:lnTo>
                    <a:lnTo>
                      <a:pt x="18685" y="4666"/>
                    </a:lnTo>
                    <a:lnTo>
                      <a:pt x="18602" y="4624"/>
                    </a:lnTo>
                    <a:lnTo>
                      <a:pt x="18581" y="4687"/>
                    </a:lnTo>
                    <a:lnTo>
                      <a:pt x="18581" y="4750"/>
                    </a:lnTo>
                    <a:lnTo>
                      <a:pt x="18476" y="4666"/>
                    </a:lnTo>
                    <a:lnTo>
                      <a:pt x="18455" y="4624"/>
                    </a:lnTo>
                    <a:lnTo>
                      <a:pt x="18371" y="4582"/>
                    </a:lnTo>
                    <a:lnTo>
                      <a:pt x="18371" y="4582"/>
                    </a:lnTo>
                    <a:lnTo>
                      <a:pt x="18392" y="4645"/>
                    </a:lnTo>
                    <a:lnTo>
                      <a:pt x="18371" y="4666"/>
                    </a:lnTo>
                    <a:lnTo>
                      <a:pt x="18183" y="4582"/>
                    </a:lnTo>
                    <a:lnTo>
                      <a:pt x="18141" y="4582"/>
                    </a:lnTo>
                    <a:lnTo>
                      <a:pt x="17995" y="4561"/>
                    </a:lnTo>
                    <a:lnTo>
                      <a:pt x="17702" y="4394"/>
                    </a:lnTo>
                    <a:lnTo>
                      <a:pt x="17555" y="4394"/>
                    </a:lnTo>
                    <a:lnTo>
                      <a:pt x="17555" y="4436"/>
                    </a:lnTo>
                    <a:lnTo>
                      <a:pt x="17597" y="4478"/>
                    </a:lnTo>
                    <a:lnTo>
                      <a:pt x="17555" y="4520"/>
                    </a:lnTo>
                    <a:lnTo>
                      <a:pt x="17472" y="4478"/>
                    </a:lnTo>
                    <a:lnTo>
                      <a:pt x="17451" y="4520"/>
                    </a:lnTo>
                    <a:lnTo>
                      <a:pt x="17430" y="4561"/>
                    </a:lnTo>
                    <a:lnTo>
                      <a:pt x="17325" y="4603"/>
                    </a:lnTo>
                    <a:lnTo>
                      <a:pt x="17262" y="4666"/>
                    </a:lnTo>
                    <a:lnTo>
                      <a:pt x="17241" y="4792"/>
                    </a:lnTo>
                    <a:lnTo>
                      <a:pt x="17200" y="4687"/>
                    </a:lnTo>
                    <a:lnTo>
                      <a:pt x="17158" y="4603"/>
                    </a:lnTo>
                    <a:lnTo>
                      <a:pt x="17116" y="4645"/>
                    </a:lnTo>
                    <a:lnTo>
                      <a:pt x="17116" y="4750"/>
                    </a:lnTo>
                    <a:lnTo>
                      <a:pt x="17011" y="4917"/>
                    </a:lnTo>
                    <a:lnTo>
                      <a:pt x="17011" y="5085"/>
                    </a:lnTo>
                    <a:lnTo>
                      <a:pt x="16990" y="4917"/>
                    </a:lnTo>
                    <a:lnTo>
                      <a:pt x="17011" y="4771"/>
                    </a:lnTo>
                    <a:lnTo>
                      <a:pt x="16990" y="4645"/>
                    </a:lnTo>
                    <a:lnTo>
                      <a:pt x="17032" y="4457"/>
                    </a:lnTo>
                    <a:lnTo>
                      <a:pt x="17095" y="4394"/>
                    </a:lnTo>
                    <a:lnTo>
                      <a:pt x="17032" y="4373"/>
                    </a:lnTo>
                    <a:lnTo>
                      <a:pt x="16928" y="4373"/>
                    </a:lnTo>
                    <a:lnTo>
                      <a:pt x="17053" y="4248"/>
                    </a:lnTo>
                    <a:lnTo>
                      <a:pt x="16907" y="4059"/>
                    </a:lnTo>
                    <a:lnTo>
                      <a:pt x="16823" y="3913"/>
                    </a:lnTo>
                    <a:lnTo>
                      <a:pt x="16739" y="3913"/>
                    </a:lnTo>
                    <a:lnTo>
                      <a:pt x="16614" y="3871"/>
                    </a:lnTo>
                    <a:lnTo>
                      <a:pt x="16530" y="3976"/>
                    </a:lnTo>
                    <a:lnTo>
                      <a:pt x="16467" y="4017"/>
                    </a:lnTo>
                    <a:lnTo>
                      <a:pt x="16425" y="3934"/>
                    </a:lnTo>
                    <a:lnTo>
                      <a:pt x="16384" y="3913"/>
                    </a:lnTo>
                    <a:lnTo>
                      <a:pt x="16363" y="3829"/>
                    </a:lnTo>
                    <a:lnTo>
                      <a:pt x="16279" y="3766"/>
                    </a:lnTo>
                    <a:lnTo>
                      <a:pt x="16195" y="3766"/>
                    </a:lnTo>
                    <a:lnTo>
                      <a:pt x="16153" y="3724"/>
                    </a:lnTo>
                    <a:lnTo>
                      <a:pt x="16070" y="3704"/>
                    </a:lnTo>
                    <a:lnTo>
                      <a:pt x="16007" y="3745"/>
                    </a:lnTo>
                    <a:lnTo>
                      <a:pt x="16007" y="3704"/>
                    </a:lnTo>
                    <a:lnTo>
                      <a:pt x="15965" y="3662"/>
                    </a:lnTo>
                    <a:lnTo>
                      <a:pt x="15902" y="3599"/>
                    </a:lnTo>
                    <a:lnTo>
                      <a:pt x="15840" y="3620"/>
                    </a:lnTo>
                    <a:lnTo>
                      <a:pt x="15693" y="3599"/>
                    </a:lnTo>
                    <a:lnTo>
                      <a:pt x="15526" y="3494"/>
                    </a:lnTo>
                    <a:lnTo>
                      <a:pt x="15463" y="3494"/>
                    </a:lnTo>
                    <a:lnTo>
                      <a:pt x="15442" y="3536"/>
                    </a:lnTo>
                    <a:lnTo>
                      <a:pt x="15337" y="3452"/>
                    </a:lnTo>
                    <a:lnTo>
                      <a:pt x="15254" y="3452"/>
                    </a:lnTo>
                    <a:lnTo>
                      <a:pt x="15233" y="3536"/>
                    </a:lnTo>
                    <a:lnTo>
                      <a:pt x="15170" y="3536"/>
                    </a:lnTo>
                    <a:lnTo>
                      <a:pt x="15149" y="3452"/>
                    </a:lnTo>
                    <a:lnTo>
                      <a:pt x="15024" y="3452"/>
                    </a:lnTo>
                    <a:lnTo>
                      <a:pt x="14919" y="3515"/>
                    </a:lnTo>
                    <a:lnTo>
                      <a:pt x="14856" y="3620"/>
                    </a:lnTo>
                    <a:lnTo>
                      <a:pt x="14856" y="3704"/>
                    </a:lnTo>
                    <a:lnTo>
                      <a:pt x="14731" y="3829"/>
                    </a:lnTo>
                    <a:lnTo>
                      <a:pt x="14584" y="3934"/>
                    </a:lnTo>
                    <a:lnTo>
                      <a:pt x="14375" y="4059"/>
                    </a:lnTo>
                    <a:lnTo>
                      <a:pt x="14270" y="4185"/>
                    </a:lnTo>
                    <a:lnTo>
                      <a:pt x="14208" y="4352"/>
                    </a:lnTo>
                    <a:lnTo>
                      <a:pt x="14187" y="4499"/>
                    </a:lnTo>
                    <a:lnTo>
                      <a:pt x="14124" y="4582"/>
                    </a:lnTo>
                    <a:lnTo>
                      <a:pt x="14019" y="4687"/>
                    </a:lnTo>
                    <a:lnTo>
                      <a:pt x="14019" y="4771"/>
                    </a:lnTo>
                    <a:lnTo>
                      <a:pt x="14061" y="4896"/>
                    </a:lnTo>
                    <a:lnTo>
                      <a:pt x="14019" y="5105"/>
                    </a:lnTo>
                    <a:lnTo>
                      <a:pt x="13998" y="4980"/>
                    </a:lnTo>
                    <a:lnTo>
                      <a:pt x="13915" y="4854"/>
                    </a:lnTo>
                    <a:lnTo>
                      <a:pt x="13915" y="4750"/>
                    </a:lnTo>
                    <a:lnTo>
                      <a:pt x="13998" y="4645"/>
                    </a:lnTo>
                    <a:lnTo>
                      <a:pt x="14103" y="4561"/>
                    </a:lnTo>
                    <a:lnTo>
                      <a:pt x="14082" y="4394"/>
                    </a:lnTo>
                    <a:lnTo>
                      <a:pt x="14124" y="4269"/>
                    </a:lnTo>
                    <a:lnTo>
                      <a:pt x="14124" y="4185"/>
                    </a:lnTo>
                    <a:lnTo>
                      <a:pt x="14061" y="4185"/>
                    </a:lnTo>
                    <a:lnTo>
                      <a:pt x="13915" y="4248"/>
                    </a:lnTo>
                    <a:lnTo>
                      <a:pt x="13768" y="4185"/>
                    </a:lnTo>
                    <a:lnTo>
                      <a:pt x="13643" y="4185"/>
                    </a:lnTo>
                    <a:lnTo>
                      <a:pt x="13538" y="4227"/>
                    </a:lnTo>
                    <a:lnTo>
                      <a:pt x="13454" y="4164"/>
                    </a:lnTo>
                    <a:lnTo>
                      <a:pt x="13538" y="4164"/>
                    </a:lnTo>
                    <a:lnTo>
                      <a:pt x="13643" y="4080"/>
                    </a:lnTo>
                    <a:lnTo>
                      <a:pt x="13747" y="4059"/>
                    </a:lnTo>
                    <a:lnTo>
                      <a:pt x="13915" y="4080"/>
                    </a:lnTo>
                    <a:lnTo>
                      <a:pt x="14019" y="4059"/>
                    </a:lnTo>
                    <a:lnTo>
                      <a:pt x="14103" y="3955"/>
                    </a:lnTo>
                    <a:lnTo>
                      <a:pt x="14166" y="3955"/>
                    </a:lnTo>
                    <a:lnTo>
                      <a:pt x="14208" y="4017"/>
                    </a:lnTo>
                    <a:lnTo>
                      <a:pt x="14270" y="3976"/>
                    </a:lnTo>
                    <a:lnTo>
                      <a:pt x="14375" y="3934"/>
                    </a:lnTo>
                    <a:lnTo>
                      <a:pt x="14521" y="3871"/>
                    </a:lnTo>
                    <a:lnTo>
                      <a:pt x="14521" y="3745"/>
                    </a:lnTo>
                    <a:lnTo>
                      <a:pt x="14689" y="3557"/>
                    </a:lnTo>
                    <a:lnTo>
                      <a:pt x="14689" y="3432"/>
                    </a:lnTo>
                    <a:lnTo>
                      <a:pt x="14731" y="3348"/>
                    </a:lnTo>
                    <a:lnTo>
                      <a:pt x="14731" y="3243"/>
                    </a:lnTo>
                    <a:lnTo>
                      <a:pt x="14584" y="3222"/>
                    </a:lnTo>
                    <a:lnTo>
                      <a:pt x="14438" y="3118"/>
                    </a:lnTo>
                    <a:lnTo>
                      <a:pt x="14333" y="3118"/>
                    </a:lnTo>
                    <a:lnTo>
                      <a:pt x="14187" y="3222"/>
                    </a:lnTo>
                    <a:lnTo>
                      <a:pt x="14061" y="3222"/>
                    </a:lnTo>
                    <a:lnTo>
                      <a:pt x="13852" y="3139"/>
                    </a:lnTo>
                    <a:lnTo>
                      <a:pt x="13643" y="3118"/>
                    </a:lnTo>
                    <a:lnTo>
                      <a:pt x="13475" y="3285"/>
                    </a:lnTo>
                    <a:lnTo>
                      <a:pt x="13475" y="3348"/>
                    </a:lnTo>
                    <a:lnTo>
                      <a:pt x="13538" y="3390"/>
                    </a:lnTo>
                    <a:lnTo>
                      <a:pt x="13559" y="3432"/>
                    </a:lnTo>
                    <a:lnTo>
                      <a:pt x="13475" y="3432"/>
                    </a:lnTo>
                    <a:lnTo>
                      <a:pt x="13433" y="3452"/>
                    </a:lnTo>
                    <a:lnTo>
                      <a:pt x="13371" y="3557"/>
                    </a:lnTo>
                    <a:lnTo>
                      <a:pt x="13350" y="3494"/>
                    </a:lnTo>
                    <a:lnTo>
                      <a:pt x="13287" y="3452"/>
                    </a:lnTo>
                    <a:lnTo>
                      <a:pt x="13161" y="3515"/>
                    </a:lnTo>
                    <a:lnTo>
                      <a:pt x="13036" y="3704"/>
                    </a:lnTo>
                    <a:lnTo>
                      <a:pt x="12848" y="3913"/>
                    </a:lnTo>
                    <a:lnTo>
                      <a:pt x="12973" y="3724"/>
                    </a:lnTo>
                    <a:lnTo>
                      <a:pt x="12973" y="3599"/>
                    </a:lnTo>
                    <a:lnTo>
                      <a:pt x="13015" y="3515"/>
                    </a:lnTo>
                    <a:lnTo>
                      <a:pt x="13015" y="3432"/>
                    </a:lnTo>
                    <a:lnTo>
                      <a:pt x="12952" y="3432"/>
                    </a:lnTo>
                    <a:lnTo>
                      <a:pt x="12848" y="3536"/>
                    </a:lnTo>
                    <a:lnTo>
                      <a:pt x="12806" y="3662"/>
                    </a:lnTo>
                    <a:lnTo>
                      <a:pt x="12743" y="3829"/>
                    </a:lnTo>
                    <a:lnTo>
                      <a:pt x="12638" y="3871"/>
                    </a:lnTo>
                    <a:lnTo>
                      <a:pt x="12722" y="3704"/>
                    </a:lnTo>
                    <a:lnTo>
                      <a:pt x="12743" y="3557"/>
                    </a:lnTo>
                    <a:lnTo>
                      <a:pt x="12952" y="3306"/>
                    </a:lnTo>
                    <a:lnTo>
                      <a:pt x="13015" y="3118"/>
                    </a:lnTo>
                    <a:lnTo>
                      <a:pt x="13078" y="3013"/>
                    </a:lnTo>
                    <a:lnTo>
                      <a:pt x="13182" y="2971"/>
                    </a:lnTo>
                    <a:lnTo>
                      <a:pt x="13329" y="2888"/>
                    </a:lnTo>
                    <a:lnTo>
                      <a:pt x="13392" y="2867"/>
                    </a:lnTo>
                    <a:lnTo>
                      <a:pt x="13496" y="2699"/>
                    </a:lnTo>
                    <a:lnTo>
                      <a:pt x="13768" y="2448"/>
                    </a:lnTo>
                    <a:lnTo>
                      <a:pt x="13789" y="2364"/>
                    </a:lnTo>
                    <a:lnTo>
                      <a:pt x="13852" y="2302"/>
                    </a:lnTo>
                    <a:lnTo>
                      <a:pt x="13789" y="2239"/>
                    </a:lnTo>
                    <a:lnTo>
                      <a:pt x="13810" y="2155"/>
                    </a:lnTo>
                    <a:lnTo>
                      <a:pt x="13852" y="2134"/>
                    </a:lnTo>
                    <a:lnTo>
                      <a:pt x="13852" y="2030"/>
                    </a:lnTo>
                    <a:lnTo>
                      <a:pt x="13747" y="1946"/>
                    </a:lnTo>
                    <a:lnTo>
                      <a:pt x="13601" y="1946"/>
                    </a:lnTo>
                    <a:lnTo>
                      <a:pt x="13580" y="1988"/>
                    </a:lnTo>
                    <a:lnTo>
                      <a:pt x="13538" y="1883"/>
                    </a:lnTo>
                    <a:lnTo>
                      <a:pt x="13454" y="1674"/>
                    </a:lnTo>
                    <a:lnTo>
                      <a:pt x="13329" y="1360"/>
                    </a:lnTo>
                    <a:lnTo>
                      <a:pt x="13224" y="1214"/>
                    </a:lnTo>
                    <a:lnTo>
                      <a:pt x="13140" y="1004"/>
                    </a:lnTo>
                    <a:lnTo>
                      <a:pt x="13140" y="879"/>
                    </a:lnTo>
                    <a:lnTo>
                      <a:pt x="13120" y="732"/>
                    </a:lnTo>
                    <a:lnTo>
                      <a:pt x="13057" y="691"/>
                    </a:lnTo>
                    <a:lnTo>
                      <a:pt x="13036" y="586"/>
                    </a:lnTo>
                    <a:lnTo>
                      <a:pt x="12952" y="460"/>
                    </a:lnTo>
                    <a:lnTo>
                      <a:pt x="12931" y="481"/>
                    </a:lnTo>
                    <a:lnTo>
                      <a:pt x="12931" y="565"/>
                    </a:lnTo>
                    <a:lnTo>
                      <a:pt x="12868" y="628"/>
                    </a:lnTo>
                    <a:lnTo>
                      <a:pt x="12743" y="711"/>
                    </a:lnTo>
                    <a:lnTo>
                      <a:pt x="12701" y="795"/>
                    </a:lnTo>
                    <a:lnTo>
                      <a:pt x="12555" y="984"/>
                    </a:lnTo>
                    <a:lnTo>
                      <a:pt x="12408" y="1151"/>
                    </a:lnTo>
                    <a:lnTo>
                      <a:pt x="12408" y="1256"/>
                    </a:lnTo>
                    <a:lnTo>
                      <a:pt x="12303" y="1507"/>
                    </a:lnTo>
                    <a:lnTo>
                      <a:pt x="12199" y="1653"/>
                    </a:lnTo>
                    <a:lnTo>
                      <a:pt x="12115" y="1779"/>
                    </a:lnTo>
                    <a:lnTo>
                      <a:pt x="12011" y="1820"/>
                    </a:lnTo>
                    <a:lnTo>
                      <a:pt x="11969" y="1862"/>
                    </a:lnTo>
                    <a:lnTo>
                      <a:pt x="11927" y="1967"/>
                    </a:lnTo>
                    <a:lnTo>
                      <a:pt x="11822" y="2051"/>
                    </a:lnTo>
                    <a:lnTo>
                      <a:pt x="11759" y="2030"/>
                    </a:lnTo>
                    <a:lnTo>
                      <a:pt x="11759" y="1862"/>
                    </a:lnTo>
                    <a:lnTo>
                      <a:pt x="11697" y="1841"/>
                    </a:lnTo>
                    <a:lnTo>
                      <a:pt x="11676" y="1779"/>
                    </a:lnTo>
                    <a:lnTo>
                      <a:pt x="11613" y="1779"/>
                    </a:lnTo>
                    <a:lnTo>
                      <a:pt x="11550" y="1820"/>
                    </a:lnTo>
                    <a:lnTo>
                      <a:pt x="11487" y="1883"/>
                    </a:lnTo>
                    <a:lnTo>
                      <a:pt x="11383" y="1862"/>
                    </a:lnTo>
                    <a:lnTo>
                      <a:pt x="11299" y="1779"/>
                    </a:lnTo>
                    <a:lnTo>
                      <a:pt x="11299" y="1737"/>
                    </a:lnTo>
                    <a:lnTo>
                      <a:pt x="11278" y="1716"/>
                    </a:lnTo>
                    <a:lnTo>
                      <a:pt x="11257" y="1611"/>
                    </a:lnTo>
                    <a:lnTo>
                      <a:pt x="11236" y="1548"/>
                    </a:lnTo>
                    <a:lnTo>
                      <a:pt x="11153" y="1528"/>
                    </a:lnTo>
                    <a:lnTo>
                      <a:pt x="11048" y="1423"/>
                    </a:lnTo>
                    <a:lnTo>
                      <a:pt x="10881" y="1423"/>
                    </a:lnTo>
                    <a:lnTo>
                      <a:pt x="10776" y="1465"/>
                    </a:lnTo>
                    <a:lnTo>
                      <a:pt x="10546" y="1465"/>
                    </a:lnTo>
                    <a:lnTo>
                      <a:pt x="10420" y="1444"/>
                    </a:lnTo>
                    <a:lnTo>
                      <a:pt x="10316" y="1528"/>
                    </a:lnTo>
                    <a:lnTo>
                      <a:pt x="10295" y="1632"/>
                    </a:lnTo>
                    <a:lnTo>
                      <a:pt x="10399" y="1737"/>
                    </a:lnTo>
                    <a:lnTo>
                      <a:pt x="10420" y="1820"/>
                    </a:lnTo>
                    <a:lnTo>
                      <a:pt x="10462" y="1946"/>
                    </a:lnTo>
                    <a:lnTo>
                      <a:pt x="10441" y="1988"/>
                    </a:lnTo>
                    <a:lnTo>
                      <a:pt x="10337" y="1988"/>
                    </a:lnTo>
                    <a:lnTo>
                      <a:pt x="10190" y="1946"/>
                    </a:lnTo>
                    <a:lnTo>
                      <a:pt x="10148" y="1925"/>
                    </a:lnTo>
                    <a:lnTo>
                      <a:pt x="9918" y="1925"/>
                    </a:lnTo>
                    <a:lnTo>
                      <a:pt x="9814" y="1946"/>
                    </a:lnTo>
                    <a:lnTo>
                      <a:pt x="9772" y="1883"/>
                    </a:lnTo>
                    <a:lnTo>
                      <a:pt x="9604" y="1883"/>
                    </a:lnTo>
                    <a:lnTo>
                      <a:pt x="9479" y="1946"/>
                    </a:lnTo>
                    <a:lnTo>
                      <a:pt x="9395" y="2134"/>
                    </a:lnTo>
                    <a:lnTo>
                      <a:pt x="9165" y="2134"/>
                    </a:lnTo>
                    <a:lnTo>
                      <a:pt x="9039" y="2155"/>
                    </a:lnTo>
                    <a:lnTo>
                      <a:pt x="8998" y="2197"/>
                    </a:lnTo>
                    <a:lnTo>
                      <a:pt x="8935" y="2302"/>
                    </a:lnTo>
                    <a:lnTo>
                      <a:pt x="8788" y="2302"/>
                    </a:lnTo>
                    <a:lnTo>
                      <a:pt x="8767" y="2281"/>
                    </a:lnTo>
                    <a:lnTo>
                      <a:pt x="8684" y="2302"/>
                    </a:lnTo>
                    <a:lnTo>
                      <a:pt x="8621" y="2385"/>
                    </a:lnTo>
                    <a:lnTo>
                      <a:pt x="8537" y="2364"/>
                    </a:lnTo>
                    <a:lnTo>
                      <a:pt x="8307" y="2176"/>
                    </a:lnTo>
                    <a:lnTo>
                      <a:pt x="8223" y="2072"/>
                    </a:lnTo>
                    <a:lnTo>
                      <a:pt x="8223" y="1988"/>
                    </a:lnTo>
                    <a:lnTo>
                      <a:pt x="8098" y="1862"/>
                    </a:lnTo>
                    <a:lnTo>
                      <a:pt x="7993" y="1758"/>
                    </a:lnTo>
                    <a:lnTo>
                      <a:pt x="7993" y="1653"/>
                    </a:lnTo>
                    <a:lnTo>
                      <a:pt x="8014" y="1569"/>
                    </a:lnTo>
                    <a:lnTo>
                      <a:pt x="7993" y="1528"/>
                    </a:lnTo>
                    <a:lnTo>
                      <a:pt x="8014" y="1423"/>
                    </a:lnTo>
                    <a:lnTo>
                      <a:pt x="8056" y="1339"/>
                    </a:lnTo>
                    <a:lnTo>
                      <a:pt x="8056" y="1214"/>
                    </a:lnTo>
                    <a:lnTo>
                      <a:pt x="8161" y="1025"/>
                    </a:lnTo>
                    <a:lnTo>
                      <a:pt x="8202" y="879"/>
                    </a:lnTo>
                    <a:lnTo>
                      <a:pt x="8307" y="732"/>
                    </a:lnTo>
                    <a:lnTo>
                      <a:pt x="8307" y="691"/>
                    </a:lnTo>
                    <a:lnTo>
                      <a:pt x="8202" y="691"/>
                    </a:lnTo>
                    <a:lnTo>
                      <a:pt x="8140" y="607"/>
                    </a:lnTo>
                    <a:lnTo>
                      <a:pt x="8119" y="523"/>
                    </a:lnTo>
                    <a:lnTo>
                      <a:pt x="7993" y="523"/>
                    </a:lnTo>
                    <a:lnTo>
                      <a:pt x="7889" y="481"/>
                    </a:lnTo>
                    <a:lnTo>
                      <a:pt x="7930" y="398"/>
                    </a:lnTo>
                    <a:lnTo>
                      <a:pt x="8014" y="293"/>
                    </a:lnTo>
                    <a:lnTo>
                      <a:pt x="8014" y="147"/>
                    </a:lnTo>
                    <a:lnTo>
                      <a:pt x="7910" y="0"/>
                    </a:lnTo>
                    <a:lnTo>
                      <a:pt x="7784" y="0"/>
                    </a:lnTo>
                    <a:lnTo>
                      <a:pt x="7721" y="63"/>
                    </a:lnTo>
                    <a:lnTo>
                      <a:pt x="767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FF6B65"/>
                  </a:solidFill>
                </a:endParaRPr>
              </a:p>
            </p:txBody>
          </p:sp>
        </p:grpSp>
        <p:grpSp>
          <p:nvGrpSpPr>
            <p:cNvPr id="13" name="Google Shape;9185;p128">
              <a:extLst>
                <a:ext uri="{FF2B5EF4-FFF2-40B4-BE49-F238E27FC236}">
                  <a16:creationId xmlns:a16="http://schemas.microsoft.com/office/drawing/2014/main" id="{B6E3AF66-2FF4-D552-E567-CBFEB85340DE}"/>
                </a:ext>
              </a:extLst>
            </p:cNvPr>
            <p:cNvGrpSpPr/>
            <p:nvPr/>
          </p:nvGrpSpPr>
          <p:grpSpPr>
            <a:xfrm>
              <a:off x="3265985" y="3226989"/>
              <a:ext cx="87151" cy="346202"/>
              <a:chOff x="2680375" y="3423800"/>
              <a:chExt cx="182975" cy="761050"/>
            </a:xfrm>
            <a:grpFill/>
          </p:grpSpPr>
          <p:sp>
            <p:nvSpPr>
              <p:cNvPr id="482" name="Google Shape;9186;p128">
                <a:extLst>
                  <a:ext uri="{FF2B5EF4-FFF2-40B4-BE49-F238E27FC236}">
                    <a16:creationId xmlns:a16="http://schemas.microsoft.com/office/drawing/2014/main" id="{8FC42643-2EB5-47D1-8546-1205E6A0F318}"/>
                  </a:ext>
                </a:extLst>
              </p:cNvPr>
              <p:cNvSpPr/>
              <p:nvPr/>
            </p:nvSpPr>
            <p:spPr>
              <a:xfrm>
                <a:off x="2698650" y="3423800"/>
                <a:ext cx="164700" cy="703875"/>
              </a:xfrm>
              <a:custGeom>
                <a:avLst/>
                <a:gdLst/>
                <a:ahLst/>
                <a:cxnLst/>
                <a:rect l="l" t="t" r="r" b="b"/>
                <a:pathLst>
                  <a:path w="6588" h="28155" extrusionOk="0">
                    <a:moveTo>
                      <a:pt x="319" y="4568"/>
                    </a:moveTo>
                    <a:lnTo>
                      <a:pt x="107" y="1274"/>
                    </a:lnTo>
                    <a:lnTo>
                      <a:pt x="319" y="0"/>
                    </a:lnTo>
                    <a:lnTo>
                      <a:pt x="6588" y="4356"/>
                    </a:lnTo>
                    <a:lnTo>
                      <a:pt x="4994" y="7331"/>
                    </a:lnTo>
                    <a:lnTo>
                      <a:pt x="1913" y="16149"/>
                    </a:lnTo>
                    <a:lnTo>
                      <a:pt x="2656" y="24330"/>
                    </a:lnTo>
                    <a:lnTo>
                      <a:pt x="4144" y="28155"/>
                    </a:lnTo>
                    <a:lnTo>
                      <a:pt x="1700" y="27836"/>
                    </a:lnTo>
                    <a:lnTo>
                      <a:pt x="532" y="25605"/>
                    </a:lnTo>
                    <a:lnTo>
                      <a:pt x="1063" y="22736"/>
                    </a:lnTo>
                    <a:lnTo>
                      <a:pt x="0" y="17530"/>
                    </a:lnTo>
                    <a:lnTo>
                      <a:pt x="638" y="14024"/>
                    </a:lnTo>
                    <a:lnTo>
                      <a:pt x="213" y="11793"/>
                    </a:lnTo>
                    <a:lnTo>
                      <a:pt x="744" y="775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83" name="Google Shape;9187;p128">
                <a:extLst>
                  <a:ext uri="{FF2B5EF4-FFF2-40B4-BE49-F238E27FC236}">
                    <a16:creationId xmlns:a16="http://schemas.microsoft.com/office/drawing/2014/main" id="{B660A54A-7206-27FB-98F6-17E56DCF6884}"/>
                  </a:ext>
                </a:extLst>
              </p:cNvPr>
              <p:cNvSpPr/>
              <p:nvPr/>
            </p:nvSpPr>
            <p:spPr>
              <a:xfrm>
                <a:off x="2680375" y="3510050"/>
                <a:ext cx="137075" cy="674800"/>
              </a:xfrm>
              <a:custGeom>
                <a:avLst/>
                <a:gdLst/>
                <a:ahLst/>
                <a:cxnLst/>
                <a:rect l="l" t="t" r="r" b="b"/>
                <a:pathLst>
                  <a:path w="5483" h="26992" extrusionOk="0">
                    <a:moveTo>
                      <a:pt x="984" y="23016"/>
                    </a:moveTo>
                    <a:lnTo>
                      <a:pt x="984" y="23121"/>
                    </a:lnTo>
                    <a:lnTo>
                      <a:pt x="1026" y="23058"/>
                    </a:lnTo>
                    <a:lnTo>
                      <a:pt x="1088" y="23016"/>
                    </a:lnTo>
                    <a:close/>
                    <a:moveTo>
                      <a:pt x="1047" y="0"/>
                    </a:moveTo>
                    <a:lnTo>
                      <a:pt x="984" y="105"/>
                    </a:lnTo>
                    <a:lnTo>
                      <a:pt x="963" y="209"/>
                    </a:lnTo>
                    <a:lnTo>
                      <a:pt x="1068" y="314"/>
                    </a:lnTo>
                    <a:lnTo>
                      <a:pt x="1005" y="419"/>
                    </a:lnTo>
                    <a:lnTo>
                      <a:pt x="900" y="502"/>
                    </a:lnTo>
                    <a:lnTo>
                      <a:pt x="837" y="461"/>
                    </a:lnTo>
                    <a:lnTo>
                      <a:pt x="691" y="544"/>
                    </a:lnTo>
                    <a:lnTo>
                      <a:pt x="565" y="628"/>
                    </a:lnTo>
                    <a:lnTo>
                      <a:pt x="628" y="670"/>
                    </a:lnTo>
                    <a:lnTo>
                      <a:pt x="628" y="837"/>
                    </a:lnTo>
                    <a:lnTo>
                      <a:pt x="586" y="963"/>
                    </a:lnTo>
                    <a:lnTo>
                      <a:pt x="628" y="1130"/>
                    </a:lnTo>
                    <a:lnTo>
                      <a:pt x="733" y="1549"/>
                    </a:lnTo>
                    <a:lnTo>
                      <a:pt x="733" y="1695"/>
                    </a:lnTo>
                    <a:lnTo>
                      <a:pt x="691" y="1800"/>
                    </a:lnTo>
                    <a:lnTo>
                      <a:pt x="649" y="1883"/>
                    </a:lnTo>
                    <a:lnTo>
                      <a:pt x="691" y="2093"/>
                    </a:lnTo>
                    <a:lnTo>
                      <a:pt x="775" y="2302"/>
                    </a:lnTo>
                    <a:lnTo>
                      <a:pt x="858" y="2490"/>
                    </a:lnTo>
                    <a:lnTo>
                      <a:pt x="858" y="2762"/>
                    </a:lnTo>
                    <a:lnTo>
                      <a:pt x="837" y="2846"/>
                    </a:lnTo>
                    <a:lnTo>
                      <a:pt x="796" y="2909"/>
                    </a:lnTo>
                    <a:lnTo>
                      <a:pt x="837" y="3327"/>
                    </a:lnTo>
                    <a:lnTo>
                      <a:pt x="837" y="3432"/>
                    </a:lnTo>
                    <a:lnTo>
                      <a:pt x="754" y="3474"/>
                    </a:lnTo>
                    <a:lnTo>
                      <a:pt x="670" y="3536"/>
                    </a:lnTo>
                    <a:lnTo>
                      <a:pt x="670" y="3766"/>
                    </a:lnTo>
                    <a:lnTo>
                      <a:pt x="691" y="3829"/>
                    </a:lnTo>
                    <a:lnTo>
                      <a:pt x="775" y="3766"/>
                    </a:lnTo>
                    <a:lnTo>
                      <a:pt x="837" y="3829"/>
                    </a:lnTo>
                    <a:lnTo>
                      <a:pt x="754" y="3892"/>
                    </a:lnTo>
                    <a:lnTo>
                      <a:pt x="754" y="4499"/>
                    </a:lnTo>
                    <a:lnTo>
                      <a:pt x="837" y="4729"/>
                    </a:lnTo>
                    <a:lnTo>
                      <a:pt x="858" y="4917"/>
                    </a:lnTo>
                    <a:lnTo>
                      <a:pt x="837" y="5064"/>
                    </a:lnTo>
                    <a:lnTo>
                      <a:pt x="733" y="5231"/>
                    </a:lnTo>
                    <a:lnTo>
                      <a:pt x="733" y="5399"/>
                    </a:lnTo>
                    <a:lnTo>
                      <a:pt x="837" y="5566"/>
                    </a:lnTo>
                    <a:lnTo>
                      <a:pt x="796" y="5712"/>
                    </a:lnTo>
                    <a:lnTo>
                      <a:pt x="796" y="5984"/>
                    </a:lnTo>
                    <a:lnTo>
                      <a:pt x="754" y="6089"/>
                    </a:lnTo>
                    <a:lnTo>
                      <a:pt x="754" y="6256"/>
                    </a:lnTo>
                    <a:lnTo>
                      <a:pt x="775" y="6340"/>
                    </a:lnTo>
                    <a:lnTo>
                      <a:pt x="775" y="6403"/>
                    </a:lnTo>
                    <a:lnTo>
                      <a:pt x="670" y="6570"/>
                    </a:lnTo>
                    <a:lnTo>
                      <a:pt x="670" y="6717"/>
                    </a:lnTo>
                    <a:lnTo>
                      <a:pt x="628" y="6821"/>
                    </a:lnTo>
                    <a:lnTo>
                      <a:pt x="649" y="7010"/>
                    </a:lnTo>
                    <a:lnTo>
                      <a:pt x="628" y="7093"/>
                    </a:lnTo>
                    <a:lnTo>
                      <a:pt x="524" y="7303"/>
                    </a:lnTo>
                    <a:lnTo>
                      <a:pt x="524" y="7407"/>
                    </a:lnTo>
                    <a:lnTo>
                      <a:pt x="628" y="7554"/>
                    </a:lnTo>
                    <a:lnTo>
                      <a:pt x="649" y="7721"/>
                    </a:lnTo>
                    <a:lnTo>
                      <a:pt x="733" y="7826"/>
                    </a:lnTo>
                    <a:lnTo>
                      <a:pt x="649" y="7867"/>
                    </a:lnTo>
                    <a:lnTo>
                      <a:pt x="586" y="8014"/>
                    </a:lnTo>
                    <a:lnTo>
                      <a:pt x="670" y="8119"/>
                    </a:lnTo>
                    <a:lnTo>
                      <a:pt x="586" y="8202"/>
                    </a:lnTo>
                    <a:lnTo>
                      <a:pt x="524" y="8244"/>
                    </a:lnTo>
                    <a:lnTo>
                      <a:pt x="524" y="8391"/>
                    </a:lnTo>
                    <a:lnTo>
                      <a:pt x="544" y="8537"/>
                    </a:lnTo>
                    <a:lnTo>
                      <a:pt x="544" y="8663"/>
                    </a:lnTo>
                    <a:lnTo>
                      <a:pt x="670" y="8997"/>
                    </a:lnTo>
                    <a:lnTo>
                      <a:pt x="670" y="9186"/>
                    </a:lnTo>
                    <a:lnTo>
                      <a:pt x="628" y="9228"/>
                    </a:lnTo>
                    <a:lnTo>
                      <a:pt x="628" y="9332"/>
                    </a:lnTo>
                    <a:lnTo>
                      <a:pt x="754" y="9520"/>
                    </a:lnTo>
                    <a:lnTo>
                      <a:pt x="754" y="9730"/>
                    </a:lnTo>
                    <a:lnTo>
                      <a:pt x="733" y="9855"/>
                    </a:lnTo>
                    <a:lnTo>
                      <a:pt x="733" y="9918"/>
                    </a:lnTo>
                    <a:lnTo>
                      <a:pt x="754" y="10023"/>
                    </a:lnTo>
                    <a:lnTo>
                      <a:pt x="733" y="10106"/>
                    </a:lnTo>
                    <a:lnTo>
                      <a:pt x="691" y="10211"/>
                    </a:lnTo>
                    <a:lnTo>
                      <a:pt x="733" y="10253"/>
                    </a:lnTo>
                    <a:lnTo>
                      <a:pt x="858" y="10441"/>
                    </a:lnTo>
                    <a:lnTo>
                      <a:pt x="879" y="10546"/>
                    </a:lnTo>
                    <a:lnTo>
                      <a:pt x="837" y="10650"/>
                    </a:lnTo>
                    <a:lnTo>
                      <a:pt x="754" y="10692"/>
                    </a:lnTo>
                    <a:lnTo>
                      <a:pt x="670" y="10860"/>
                    </a:lnTo>
                    <a:lnTo>
                      <a:pt x="670" y="10901"/>
                    </a:lnTo>
                    <a:lnTo>
                      <a:pt x="733" y="10964"/>
                    </a:lnTo>
                    <a:lnTo>
                      <a:pt x="670" y="11090"/>
                    </a:lnTo>
                    <a:lnTo>
                      <a:pt x="586" y="11173"/>
                    </a:lnTo>
                    <a:lnTo>
                      <a:pt x="586" y="11278"/>
                    </a:lnTo>
                    <a:lnTo>
                      <a:pt x="565" y="11466"/>
                    </a:lnTo>
                    <a:lnTo>
                      <a:pt x="524" y="11571"/>
                    </a:lnTo>
                    <a:lnTo>
                      <a:pt x="524" y="11676"/>
                    </a:lnTo>
                    <a:lnTo>
                      <a:pt x="482" y="11717"/>
                    </a:lnTo>
                    <a:lnTo>
                      <a:pt x="482" y="11843"/>
                    </a:lnTo>
                    <a:lnTo>
                      <a:pt x="419" y="11927"/>
                    </a:lnTo>
                    <a:lnTo>
                      <a:pt x="419" y="11989"/>
                    </a:lnTo>
                    <a:lnTo>
                      <a:pt x="461" y="12052"/>
                    </a:lnTo>
                    <a:lnTo>
                      <a:pt x="377" y="12157"/>
                    </a:lnTo>
                    <a:lnTo>
                      <a:pt x="377" y="12324"/>
                    </a:lnTo>
                    <a:lnTo>
                      <a:pt x="377" y="12429"/>
                    </a:lnTo>
                    <a:lnTo>
                      <a:pt x="314" y="12471"/>
                    </a:lnTo>
                    <a:lnTo>
                      <a:pt x="314" y="12575"/>
                    </a:lnTo>
                    <a:lnTo>
                      <a:pt x="272" y="12659"/>
                    </a:lnTo>
                    <a:lnTo>
                      <a:pt x="272" y="12743"/>
                    </a:lnTo>
                    <a:lnTo>
                      <a:pt x="314" y="12847"/>
                    </a:lnTo>
                    <a:lnTo>
                      <a:pt x="314" y="12952"/>
                    </a:lnTo>
                    <a:lnTo>
                      <a:pt x="231" y="13057"/>
                    </a:lnTo>
                    <a:lnTo>
                      <a:pt x="147" y="13057"/>
                    </a:lnTo>
                    <a:lnTo>
                      <a:pt x="63" y="12994"/>
                    </a:lnTo>
                    <a:lnTo>
                      <a:pt x="0" y="13015"/>
                    </a:lnTo>
                    <a:lnTo>
                      <a:pt x="0" y="13098"/>
                    </a:lnTo>
                    <a:lnTo>
                      <a:pt x="21" y="13224"/>
                    </a:lnTo>
                    <a:lnTo>
                      <a:pt x="21" y="13412"/>
                    </a:lnTo>
                    <a:lnTo>
                      <a:pt x="105" y="13517"/>
                    </a:lnTo>
                    <a:lnTo>
                      <a:pt x="231" y="13621"/>
                    </a:lnTo>
                    <a:lnTo>
                      <a:pt x="252" y="13747"/>
                    </a:lnTo>
                    <a:lnTo>
                      <a:pt x="231" y="13914"/>
                    </a:lnTo>
                    <a:lnTo>
                      <a:pt x="398" y="14228"/>
                    </a:lnTo>
                    <a:lnTo>
                      <a:pt x="440" y="14312"/>
                    </a:lnTo>
                    <a:lnTo>
                      <a:pt x="524" y="14375"/>
                    </a:lnTo>
                    <a:lnTo>
                      <a:pt x="524" y="14563"/>
                    </a:lnTo>
                    <a:lnTo>
                      <a:pt x="461" y="14835"/>
                    </a:lnTo>
                    <a:lnTo>
                      <a:pt x="419" y="14856"/>
                    </a:lnTo>
                    <a:lnTo>
                      <a:pt x="440" y="14940"/>
                    </a:lnTo>
                    <a:lnTo>
                      <a:pt x="419" y="15002"/>
                    </a:lnTo>
                    <a:lnTo>
                      <a:pt x="356" y="14982"/>
                    </a:lnTo>
                    <a:lnTo>
                      <a:pt x="314" y="14982"/>
                    </a:lnTo>
                    <a:lnTo>
                      <a:pt x="272" y="15086"/>
                    </a:lnTo>
                    <a:lnTo>
                      <a:pt x="314" y="15191"/>
                    </a:lnTo>
                    <a:lnTo>
                      <a:pt x="377" y="15254"/>
                    </a:lnTo>
                    <a:lnTo>
                      <a:pt x="335" y="15484"/>
                    </a:lnTo>
                    <a:lnTo>
                      <a:pt x="356" y="15588"/>
                    </a:lnTo>
                    <a:lnTo>
                      <a:pt x="314" y="15672"/>
                    </a:lnTo>
                    <a:lnTo>
                      <a:pt x="356" y="15714"/>
                    </a:lnTo>
                    <a:lnTo>
                      <a:pt x="335" y="15798"/>
                    </a:lnTo>
                    <a:lnTo>
                      <a:pt x="314" y="15818"/>
                    </a:lnTo>
                    <a:lnTo>
                      <a:pt x="335" y="15881"/>
                    </a:lnTo>
                    <a:lnTo>
                      <a:pt x="524" y="16153"/>
                    </a:lnTo>
                    <a:lnTo>
                      <a:pt x="565" y="16216"/>
                    </a:lnTo>
                    <a:lnTo>
                      <a:pt x="565" y="16362"/>
                    </a:lnTo>
                    <a:lnTo>
                      <a:pt x="524" y="16342"/>
                    </a:lnTo>
                    <a:lnTo>
                      <a:pt x="377" y="16342"/>
                    </a:lnTo>
                    <a:lnTo>
                      <a:pt x="314" y="16425"/>
                    </a:lnTo>
                    <a:lnTo>
                      <a:pt x="314" y="16467"/>
                    </a:lnTo>
                    <a:lnTo>
                      <a:pt x="356" y="16530"/>
                    </a:lnTo>
                    <a:lnTo>
                      <a:pt x="356" y="16614"/>
                    </a:lnTo>
                    <a:lnTo>
                      <a:pt x="314" y="16655"/>
                    </a:lnTo>
                    <a:lnTo>
                      <a:pt x="272" y="16739"/>
                    </a:lnTo>
                    <a:lnTo>
                      <a:pt x="314" y="16823"/>
                    </a:lnTo>
                    <a:lnTo>
                      <a:pt x="335" y="16844"/>
                    </a:lnTo>
                    <a:lnTo>
                      <a:pt x="377" y="16969"/>
                    </a:lnTo>
                    <a:lnTo>
                      <a:pt x="419" y="17304"/>
                    </a:lnTo>
                    <a:lnTo>
                      <a:pt x="356" y="17451"/>
                    </a:lnTo>
                    <a:lnTo>
                      <a:pt x="482" y="17492"/>
                    </a:lnTo>
                    <a:lnTo>
                      <a:pt x="670" y="17471"/>
                    </a:lnTo>
                    <a:lnTo>
                      <a:pt x="670" y="17409"/>
                    </a:lnTo>
                    <a:lnTo>
                      <a:pt x="670" y="17283"/>
                    </a:lnTo>
                    <a:lnTo>
                      <a:pt x="733" y="17199"/>
                    </a:lnTo>
                    <a:lnTo>
                      <a:pt x="837" y="17241"/>
                    </a:lnTo>
                    <a:lnTo>
                      <a:pt x="858" y="17199"/>
                    </a:lnTo>
                    <a:lnTo>
                      <a:pt x="733" y="17095"/>
                    </a:lnTo>
                    <a:lnTo>
                      <a:pt x="775" y="17053"/>
                    </a:lnTo>
                    <a:lnTo>
                      <a:pt x="649" y="16927"/>
                    </a:lnTo>
                    <a:lnTo>
                      <a:pt x="649" y="16844"/>
                    </a:lnTo>
                    <a:lnTo>
                      <a:pt x="733" y="16844"/>
                    </a:lnTo>
                    <a:lnTo>
                      <a:pt x="837" y="16886"/>
                    </a:lnTo>
                    <a:lnTo>
                      <a:pt x="837" y="16865"/>
                    </a:lnTo>
                    <a:lnTo>
                      <a:pt x="775" y="16823"/>
                    </a:lnTo>
                    <a:lnTo>
                      <a:pt x="649" y="16718"/>
                    </a:lnTo>
                    <a:lnTo>
                      <a:pt x="775" y="16739"/>
                    </a:lnTo>
                    <a:lnTo>
                      <a:pt x="775" y="16634"/>
                    </a:lnTo>
                    <a:lnTo>
                      <a:pt x="754" y="16572"/>
                    </a:lnTo>
                    <a:lnTo>
                      <a:pt x="754" y="16425"/>
                    </a:lnTo>
                    <a:lnTo>
                      <a:pt x="733" y="16362"/>
                    </a:lnTo>
                    <a:cubicBezTo>
                      <a:pt x="733" y="16321"/>
                      <a:pt x="754" y="16258"/>
                      <a:pt x="775" y="16237"/>
                    </a:cubicBezTo>
                    <a:lnTo>
                      <a:pt x="837" y="16258"/>
                    </a:lnTo>
                    <a:lnTo>
                      <a:pt x="879" y="16237"/>
                    </a:lnTo>
                    <a:cubicBezTo>
                      <a:pt x="879" y="16342"/>
                      <a:pt x="900" y="16467"/>
                      <a:pt x="900" y="16572"/>
                    </a:cubicBezTo>
                    <a:lnTo>
                      <a:pt x="1068" y="17764"/>
                    </a:lnTo>
                    <a:lnTo>
                      <a:pt x="1047" y="17785"/>
                    </a:lnTo>
                    <a:lnTo>
                      <a:pt x="1068" y="17869"/>
                    </a:lnTo>
                    <a:lnTo>
                      <a:pt x="1068" y="18036"/>
                    </a:lnTo>
                    <a:lnTo>
                      <a:pt x="1005" y="18078"/>
                    </a:lnTo>
                    <a:lnTo>
                      <a:pt x="1047" y="18120"/>
                    </a:lnTo>
                    <a:lnTo>
                      <a:pt x="1047" y="18287"/>
                    </a:lnTo>
                    <a:lnTo>
                      <a:pt x="1005" y="18350"/>
                    </a:lnTo>
                    <a:lnTo>
                      <a:pt x="1047" y="18434"/>
                    </a:lnTo>
                    <a:lnTo>
                      <a:pt x="1047" y="18455"/>
                    </a:lnTo>
                    <a:cubicBezTo>
                      <a:pt x="1047" y="18643"/>
                      <a:pt x="1005" y="18852"/>
                      <a:pt x="963" y="19041"/>
                    </a:cubicBezTo>
                    <a:cubicBezTo>
                      <a:pt x="921" y="19187"/>
                      <a:pt x="900" y="19334"/>
                      <a:pt x="858" y="19459"/>
                    </a:cubicBezTo>
                    <a:lnTo>
                      <a:pt x="796" y="19480"/>
                    </a:lnTo>
                    <a:lnTo>
                      <a:pt x="691" y="19564"/>
                    </a:lnTo>
                    <a:lnTo>
                      <a:pt x="649" y="19564"/>
                    </a:lnTo>
                    <a:lnTo>
                      <a:pt x="649" y="19501"/>
                    </a:lnTo>
                    <a:lnTo>
                      <a:pt x="754" y="19480"/>
                    </a:lnTo>
                    <a:lnTo>
                      <a:pt x="837" y="19438"/>
                    </a:lnTo>
                    <a:lnTo>
                      <a:pt x="837" y="19271"/>
                    </a:lnTo>
                    <a:lnTo>
                      <a:pt x="775" y="19250"/>
                    </a:lnTo>
                    <a:lnTo>
                      <a:pt x="670" y="19292"/>
                    </a:lnTo>
                    <a:lnTo>
                      <a:pt x="461" y="19292"/>
                    </a:lnTo>
                    <a:lnTo>
                      <a:pt x="377" y="19271"/>
                    </a:lnTo>
                    <a:lnTo>
                      <a:pt x="293" y="19292"/>
                    </a:lnTo>
                    <a:lnTo>
                      <a:pt x="293" y="19375"/>
                    </a:lnTo>
                    <a:lnTo>
                      <a:pt x="356" y="19501"/>
                    </a:lnTo>
                    <a:lnTo>
                      <a:pt x="398" y="19501"/>
                    </a:lnTo>
                    <a:lnTo>
                      <a:pt x="440" y="19585"/>
                    </a:lnTo>
                    <a:lnTo>
                      <a:pt x="356" y="19585"/>
                    </a:lnTo>
                    <a:lnTo>
                      <a:pt x="335" y="19689"/>
                    </a:lnTo>
                    <a:lnTo>
                      <a:pt x="252" y="19752"/>
                    </a:lnTo>
                    <a:lnTo>
                      <a:pt x="189" y="19857"/>
                    </a:lnTo>
                    <a:lnTo>
                      <a:pt x="42" y="19919"/>
                    </a:lnTo>
                    <a:lnTo>
                      <a:pt x="42" y="20003"/>
                    </a:lnTo>
                    <a:lnTo>
                      <a:pt x="189" y="20192"/>
                    </a:lnTo>
                    <a:lnTo>
                      <a:pt x="272" y="20192"/>
                    </a:lnTo>
                    <a:lnTo>
                      <a:pt x="335" y="20129"/>
                    </a:lnTo>
                    <a:lnTo>
                      <a:pt x="335" y="20066"/>
                    </a:lnTo>
                    <a:lnTo>
                      <a:pt x="231" y="20024"/>
                    </a:lnTo>
                    <a:lnTo>
                      <a:pt x="231" y="19982"/>
                    </a:lnTo>
                    <a:lnTo>
                      <a:pt x="272" y="19878"/>
                    </a:lnTo>
                    <a:lnTo>
                      <a:pt x="440" y="19878"/>
                    </a:lnTo>
                    <a:lnTo>
                      <a:pt x="461" y="19857"/>
                    </a:lnTo>
                    <a:lnTo>
                      <a:pt x="482" y="19982"/>
                    </a:lnTo>
                    <a:lnTo>
                      <a:pt x="586" y="20066"/>
                    </a:lnTo>
                    <a:lnTo>
                      <a:pt x="712" y="20066"/>
                    </a:lnTo>
                    <a:lnTo>
                      <a:pt x="754" y="20003"/>
                    </a:lnTo>
                    <a:lnTo>
                      <a:pt x="754" y="20003"/>
                    </a:lnTo>
                    <a:cubicBezTo>
                      <a:pt x="670" y="20317"/>
                      <a:pt x="649" y="20631"/>
                      <a:pt x="649" y="20924"/>
                    </a:cubicBezTo>
                    <a:lnTo>
                      <a:pt x="586" y="20966"/>
                    </a:lnTo>
                    <a:lnTo>
                      <a:pt x="649" y="21008"/>
                    </a:lnTo>
                    <a:lnTo>
                      <a:pt x="649" y="21154"/>
                    </a:lnTo>
                    <a:lnTo>
                      <a:pt x="565" y="21028"/>
                    </a:lnTo>
                    <a:lnTo>
                      <a:pt x="461" y="21008"/>
                    </a:lnTo>
                    <a:lnTo>
                      <a:pt x="440" y="21049"/>
                    </a:lnTo>
                    <a:lnTo>
                      <a:pt x="440" y="21133"/>
                    </a:lnTo>
                    <a:lnTo>
                      <a:pt x="461" y="21259"/>
                    </a:lnTo>
                    <a:lnTo>
                      <a:pt x="565" y="21280"/>
                    </a:lnTo>
                    <a:lnTo>
                      <a:pt x="649" y="21342"/>
                    </a:lnTo>
                    <a:lnTo>
                      <a:pt x="649" y="21384"/>
                    </a:lnTo>
                    <a:lnTo>
                      <a:pt x="691" y="21552"/>
                    </a:lnTo>
                    <a:lnTo>
                      <a:pt x="754" y="21572"/>
                    </a:lnTo>
                    <a:cubicBezTo>
                      <a:pt x="754" y="21635"/>
                      <a:pt x="775" y="21656"/>
                      <a:pt x="796" y="21698"/>
                    </a:cubicBezTo>
                    <a:lnTo>
                      <a:pt x="670" y="21656"/>
                    </a:lnTo>
                    <a:lnTo>
                      <a:pt x="649" y="21635"/>
                    </a:lnTo>
                    <a:lnTo>
                      <a:pt x="586" y="21677"/>
                    </a:lnTo>
                    <a:lnTo>
                      <a:pt x="649" y="21865"/>
                    </a:lnTo>
                    <a:lnTo>
                      <a:pt x="649" y="21949"/>
                    </a:lnTo>
                    <a:lnTo>
                      <a:pt x="691" y="21970"/>
                    </a:lnTo>
                    <a:lnTo>
                      <a:pt x="796" y="21803"/>
                    </a:lnTo>
                    <a:lnTo>
                      <a:pt x="858" y="21782"/>
                    </a:lnTo>
                    <a:cubicBezTo>
                      <a:pt x="879" y="21844"/>
                      <a:pt x="900" y="21886"/>
                      <a:pt x="921" y="21970"/>
                    </a:cubicBezTo>
                    <a:lnTo>
                      <a:pt x="921" y="22012"/>
                    </a:lnTo>
                    <a:lnTo>
                      <a:pt x="816" y="22054"/>
                    </a:lnTo>
                    <a:lnTo>
                      <a:pt x="921" y="22284"/>
                    </a:lnTo>
                    <a:lnTo>
                      <a:pt x="963" y="22409"/>
                    </a:lnTo>
                    <a:cubicBezTo>
                      <a:pt x="963" y="22493"/>
                      <a:pt x="984" y="22577"/>
                      <a:pt x="1005" y="22640"/>
                    </a:cubicBezTo>
                    <a:lnTo>
                      <a:pt x="984" y="22681"/>
                    </a:lnTo>
                    <a:lnTo>
                      <a:pt x="984" y="22744"/>
                    </a:lnTo>
                    <a:lnTo>
                      <a:pt x="921" y="22807"/>
                    </a:lnTo>
                    <a:lnTo>
                      <a:pt x="1005" y="22849"/>
                    </a:lnTo>
                    <a:lnTo>
                      <a:pt x="1026" y="22932"/>
                    </a:lnTo>
                    <a:lnTo>
                      <a:pt x="1068" y="22932"/>
                    </a:lnTo>
                    <a:cubicBezTo>
                      <a:pt x="1068" y="22953"/>
                      <a:pt x="1068" y="22995"/>
                      <a:pt x="1088" y="23016"/>
                    </a:cubicBezTo>
                    <a:cubicBezTo>
                      <a:pt x="1130" y="23163"/>
                      <a:pt x="1193" y="23330"/>
                      <a:pt x="1235" y="23456"/>
                    </a:cubicBezTo>
                    <a:lnTo>
                      <a:pt x="1277" y="23518"/>
                    </a:lnTo>
                    <a:cubicBezTo>
                      <a:pt x="1277" y="23539"/>
                      <a:pt x="1277" y="23539"/>
                      <a:pt x="1298" y="23560"/>
                    </a:cubicBezTo>
                    <a:lnTo>
                      <a:pt x="1235" y="23665"/>
                    </a:lnTo>
                    <a:lnTo>
                      <a:pt x="1193" y="23728"/>
                    </a:lnTo>
                    <a:lnTo>
                      <a:pt x="1235" y="23749"/>
                    </a:lnTo>
                    <a:lnTo>
                      <a:pt x="1381" y="23728"/>
                    </a:lnTo>
                    <a:lnTo>
                      <a:pt x="1444" y="23874"/>
                    </a:lnTo>
                    <a:lnTo>
                      <a:pt x="1423" y="23874"/>
                    </a:lnTo>
                    <a:lnTo>
                      <a:pt x="1444" y="23937"/>
                    </a:lnTo>
                    <a:lnTo>
                      <a:pt x="1486" y="23958"/>
                    </a:lnTo>
                    <a:lnTo>
                      <a:pt x="1423" y="24000"/>
                    </a:lnTo>
                    <a:lnTo>
                      <a:pt x="1402" y="24062"/>
                    </a:lnTo>
                    <a:lnTo>
                      <a:pt x="1423" y="24146"/>
                    </a:lnTo>
                    <a:lnTo>
                      <a:pt x="1486" y="24167"/>
                    </a:lnTo>
                    <a:lnTo>
                      <a:pt x="1549" y="24188"/>
                    </a:lnTo>
                    <a:lnTo>
                      <a:pt x="1507" y="24104"/>
                    </a:lnTo>
                    <a:lnTo>
                      <a:pt x="1549" y="24083"/>
                    </a:lnTo>
                    <a:cubicBezTo>
                      <a:pt x="1612" y="24167"/>
                      <a:pt x="1653" y="24272"/>
                      <a:pt x="1716" y="24355"/>
                    </a:cubicBezTo>
                    <a:lnTo>
                      <a:pt x="1716" y="24397"/>
                    </a:lnTo>
                    <a:lnTo>
                      <a:pt x="1653" y="24460"/>
                    </a:lnTo>
                    <a:lnTo>
                      <a:pt x="1695" y="24481"/>
                    </a:lnTo>
                    <a:lnTo>
                      <a:pt x="1737" y="24460"/>
                    </a:lnTo>
                    <a:lnTo>
                      <a:pt x="1758" y="24418"/>
                    </a:lnTo>
                    <a:cubicBezTo>
                      <a:pt x="1967" y="24753"/>
                      <a:pt x="2218" y="25004"/>
                      <a:pt x="2469" y="25234"/>
                    </a:cubicBezTo>
                    <a:lnTo>
                      <a:pt x="2449" y="25234"/>
                    </a:lnTo>
                    <a:lnTo>
                      <a:pt x="2365" y="25192"/>
                    </a:lnTo>
                    <a:lnTo>
                      <a:pt x="2260" y="25150"/>
                    </a:lnTo>
                    <a:lnTo>
                      <a:pt x="2156" y="25150"/>
                    </a:lnTo>
                    <a:lnTo>
                      <a:pt x="2072" y="25109"/>
                    </a:lnTo>
                    <a:lnTo>
                      <a:pt x="1946" y="24983"/>
                    </a:lnTo>
                    <a:lnTo>
                      <a:pt x="1863" y="24920"/>
                    </a:lnTo>
                    <a:lnTo>
                      <a:pt x="1842" y="24983"/>
                    </a:lnTo>
                    <a:lnTo>
                      <a:pt x="1863" y="25088"/>
                    </a:lnTo>
                    <a:lnTo>
                      <a:pt x="1946" y="25213"/>
                    </a:lnTo>
                    <a:lnTo>
                      <a:pt x="2072" y="25234"/>
                    </a:lnTo>
                    <a:lnTo>
                      <a:pt x="2239" y="25318"/>
                    </a:lnTo>
                    <a:lnTo>
                      <a:pt x="2281" y="25401"/>
                    </a:lnTo>
                    <a:lnTo>
                      <a:pt x="2365" y="25401"/>
                    </a:lnTo>
                    <a:lnTo>
                      <a:pt x="2428" y="25360"/>
                    </a:lnTo>
                    <a:lnTo>
                      <a:pt x="2574" y="25422"/>
                    </a:lnTo>
                    <a:lnTo>
                      <a:pt x="2679" y="25464"/>
                    </a:lnTo>
                    <a:lnTo>
                      <a:pt x="2783" y="25464"/>
                    </a:lnTo>
                    <a:cubicBezTo>
                      <a:pt x="2804" y="25464"/>
                      <a:pt x="2846" y="25506"/>
                      <a:pt x="2846" y="25527"/>
                    </a:cubicBezTo>
                    <a:lnTo>
                      <a:pt x="2804" y="25527"/>
                    </a:lnTo>
                    <a:lnTo>
                      <a:pt x="2700" y="25569"/>
                    </a:lnTo>
                    <a:lnTo>
                      <a:pt x="2658" y="25548"/>
                    </a:lnTo>
                    <a:lnTo>
                      <a:pt x="2595" y="25506"/>
                    </a:lnTo>
                    <a:lnTo>
                      <a:pt x="2532" y="25506"/>
                    </a:lnTo>
                    <a:lnTo>
                      <a:pt x="2490" y="25548"/>
                    </a:lnTo>
                    <a:lnTo>
                      <a:pt x="2490" y="25611"/>
                    </a:lnTo>
                    <a:lnTo>
                      <a:pt x="2595" y="25653"/>
                    </a:lnTo>
                    <a:lnTo>
                      <a:pt x="2658" y="25757"/>
                    </a:lnTo>
                    <a:lnTo>
                      <a:pt x="2762" y="25799"/>
                    </a:lnTo>
                    <a:lnTo>
                      <a:pt x="2867" y="25925"/>
                    </a:lnTo>
                    <a:lnTo>
                      <a:pt x="2951" y="25945"/>
                    </a:lnTo>
                    <a:lnTo>
                      <a:pt x="3076" y="25925"/>
                    </a:lnTo>
                    <a:lnTo>
                      <a:pt x="3118" y="25945"/>
                    </a:lnTo>
                    <a:lnTo>
                      <a:pt x="3118" y="26029"/>
                    </a:lnTo>
                    <a:lnTo>
                      <a:pt x="3202" y="26092"/>
                    </a:lnTo>
                    <a:lnTo>
                      <a:pt x="3285" y="26071"/>
                    </a:lnTo>
                    <a:lnTo>
                      <a:pt x="3265" y="26029"/>
                    </a:lnTo>
                    <a:lnTo>
                      <a:pt x="3327" y="25945"/>
                    </a:lnTo>
                    <a:lnTo>
                      <a:pt x="3327" y="25883"/>
                    </a:lnTo>
                    <a:lnTo>
                      <a:pt x="3285" y="25862"/>
                    </a:lnTo>
                    <a:lnTo>
                      <a:pt x="3327" y="25841"/>
                    </a:lnTo>
                    <a:lnTo>
                      <a:pt x="3411" y="25841"/>
                    </a:lnTo>
                    <a:lnTo>
                      <a:pt x="3369" y="25757"/>
                    </a:lnTo>
                    <a:lnTo>
                      <a:pt x="3285" y="25736"/>
                    </a:lnTo>
                    <a:lnTo>
                      <a:pt x="3160" y="25757"/>
                    </a:lnTo>
                    <a:lnTo>
                      <a:pt x="3118" y="25715"/>
                    </a:lnTo>
                    <a:lnTo>
                      <a:pt x="3118" y="25715"/>
                    </a:lnTo>
                    <a:cubicBezTo>
                      <a:pt x="3141" y="25721"/>
                      <a:pt x="3164" y="25724"/>
                      <a:pt x="3189" y="25724"/>
                    </a:cubicBezTo>
                    <a:cubicBezTo>
                      <a:pt x="3256" y="25724"/>
                      <a:pt x="3329" y="25704"/>
                      <a:pt x="3390" y="25673"/>
                    </a:cubicBezTo>
                    <a:lnTo>
                      <a:pt x="3411" y="25715"/>
                    </a:lnTo>
                    <a:lnTo>
                      <a:pt x="3578" y="25736"/>
                    </a:lnTo>
                    <a:lnTo>
                      <a:pt x="3683" y="25778"/>
                    </a:lnTo>
                    <a:lnTo>
                      <a:pt x="3746" y="25778"/>
                    </a:lnTo>
                    <a:lnTo>
                      <a:pt x="3829" y="25841"/>
                    </a:lnTo>
                    <a:lnTo>
                      <a:pt x="3892" y="25778"/>
                    </a:lnTo>
                    <a:lnTo>
                      <a:pt x="3955" y="25653"/>
                    </a:lnTo>
                    <a:lnTo>
                      <a:pt x="3913" y="25464"/>
                    </a:lnTo>
                    <a:lnTo>
                      <a:pt x="3934" y="25401"/>
                    </a:lnTo>
                    <a:lnTo>
                      <a:pt x="3934" y="25318"/>
                    </a:lnTo>
                    <a:lnTo>
                      <a:pt x="3955" y="25150"/>
                    </a:lnTo>
                    <a:lnTo>
                      <a:pt x="3955" y="25109"/>
                    </a:lnTo>
                    <a:cubicBezTo>
                      <a:pt x="4018" y="25213"/>
                      <a:pt x="4060" y="25318"/>
                      <a:pt x="4143" y="25422"/>
                    </a:cubicBezTo>
                    <a:lnTo>
                      <a:pt x="4122" y="25527"/>
                    </a:lnTo>
                    <a:lnTo>
                      <a:pt x="4060" y="25632"/>
                    </a:lnTo>
                    <a:lnTo>
                      <a:pt x="4122" y="25736"/>
                    </a:lnTo>
                    <a:lnTo>
                      <a:pt x="4060" y="25820"/>
                    </a:lnTo>
                    <a:lnTo>
                      <a:pt x="4060" y="25883"/>
                    </a:lnTo>
                    <a:lnTo>
                      <a:pt x="4164" y="25945"/>
                    </a:lnTo>
                    <a:lnTo>
                      <a:pt x="4269" y="25966"/>
                    </a:lnTo>
                    <a:lnTo>
                      <a:pt x="4332" y="25987"/>
                    </a:lnTo>
                    <a:lnTo>
                      <a:pt x="4373" y="25945"/>
                    </a:lnTo>
                    <a:lnTo>
                      <a:pt x="4248" y="25841"/>
                    </a:lnTo>
                    <a:lnTo>
                      <a:pt x="4332" y="25757"/>
                    </a:lnTo>
                    <a:lnTo>
                      <a:pt x="4562" y="26155"/>
                    </a:lnTo>
                    <a:lnTo>
                      <a:pt x="4562" y="26155"/>
                    </a:lnTo>
                    <a:lnTo>
                      <a:pt x="4520" y="26134"/>
                    </a:lnTo>
                    <a:lnTo>
                      <a:pt x="4332" y="26050"/>
                    </a:lnTo>
                    <a:lnTo>
                      <a:pt x="4227" y="25987"/>
                    </a:lnTo>
                    <a:lnTo>
                      <a:pt x="4206" y="26029"/>
                    </a:lnTo>
                    <a:lnTo>
                      <a:pt x="4248" y="26071"/>
                    </a:lnTo>
                    <a:lnTo>
                      <a:pt x="4520" y="26197"/>
                    </a:lnTo>
                    <a:lnTo>
                      <a:pt x="4541" y="26259"/>
                    </a:lnTo>
                    <a:lnTo>
                      <a:pt x="4436" y="26259"/>
                    </a:lnTo>
                    <a:lnTo>
                      <a:pt x="4436" y="26322"/>
                    </a:lnTo>
                    <a:lnTo>
                      <a:pt x="4373" y="26322"/>
                    </a:lnTo>
                    <a:lnTo>
                      <a:pt x="4353" y="26238"/>
                    </a:lnTo>
                    <a:lnTo>
                      <a:pt x="4227" y="26155"/>
                    </a:lnTo>
                    <a:lnTo>
                      <a:pt x="4206" y="26176"/>
                    </a:lnTo>
                    <a:lnTo>
                      <a:pt x="4206" y="26259"/>
                    </a:lnTo>
                    <a:lnTo>
                      <a:pt x="4122" y="26259"/>
                    </a:lnTo>
                    <a:lnTo>
                      <a:pt x="3934" y="26280"/>
                    </a:lnTo>
                    <a:lnTo>
                      <a:pt x="3892" y="26322"/>
                    </a:lnTo>
                    <a:lnTo>
                      <a:pt x="3934" y="26364"/>
                    </a:lnTo>
                    <a:lnTo>
                      <a:pt x="3913" y="26385"/>
                    </a:lnTo>
                    <a:lnTo>
                      <a:pt x="3809" y="26364"/>
                    </a:lnTo>
                    <a:lnTo>
                      <a:pt x="3704" y="26385"/>
                    </a:lnTo>
                    <a:lnTo>
                      <a:pt x="3725" y="26448"/>
                    </a:lnTo>
                    <a:lnTo>
                      <a:pt x="3850" y="26469"/>
                    </a:lnTo>
                    <a:lnTo>
                      <a:pt x="3955" y="26469"/>
                    </a:lnTo>
                    <a:lnTo>
                      <a:pt x="3997" y="26427"/>
                    </a:lnTo>
                    <a:lnTo>
                      <a:pt x="4018" y="26385"/>
                    </a:lnTo>
                    <a:lnTo>
                      <a:pt x="4101" y="26427"/>
                    </a:lnTo>
                    <a:lnTo>
                      <a:pt x="4206" y="26490"/>
                    </a:lnTo>
                    <a:lnTo>
                      <a:pt x="4248" y="26469"/>
                    </a:lnTo>
                    <a:lnTo>
                      <a:pt x="4269" y="26531"/>
                    </a:lnTo>
                    <a:lnTo>
                      <a:pt x="4269" y="26573"/>
                    </a:lnTo>
                    <a:lnTo>
                      <a:pt x="4353" y="26636"/>
                    </a:lnTo>
                    <a:lnTo>
                      <a:pt x="4269" y="26678"/>
                    </a:lnTo>
                    <a:lnTo>
                      <a:pt x="4227" y="26782"/>
                    </a:lnTo>
                    <a:lnTo>
                      <a:pt x="4269" y="26866"/>
                    </a:lnTo>
                    <a:lnTo>
                      <a:pt x="4353" y="26866"/>
                    </a:lnTo>
                    <a:lnTo>
                      <a:pt x="4436" y="26887"/>
                    </a:lnTo>
                    <a:lnTo>
                      <a:pt x="4541" y="26992"/>
                    </a:lnTo>
                    <a:lnTo>
                      <a:pt x="4625" y="26992"/>
                    </a:lnTo>
                    <a:lnTo>
                      <a:pt x="4646" y="26971"/>
                    </a:lnTo>
                    <a:lnTo>
                      <a:pt x="4562" y="26908"/>
                    </a:lnTo>
                    <a:lnTo>
                      <a:pt x="4457" y="26845"/>
                    </a:lnTo>
                    <a:lnTo>
                      <a:pt x="4436" y="26782"/>
                    </a:lnTo>
                    <a:lnTo>
                      <a:pt x="4457" y="26782"/>
                    </a:lnTo>
                    <a:lnTo>
                      <a:pt x="4541" y="26803"/>
                    </a:lnTo>
                    <a:lnTo>
                      <a:pt x="4625" y="26762"/>
                    </a:lnTo>
                    <a:lnTo>
                      <a:pt x="4646" y="26699"/>
                    </a:lnTo>
                    <a:lnTo>
                      <a:pt x="4562" y="26678"/>
                    </a:lnTo>
                    <a:lnTo>
                      <a:pt x="4520" y="26636"/>
                    </a:lnTo>
                    <a:lnTo>
                      <a:pt x="4750" y="26531"/>
                    </a:lnTo>
                    <a:lnTo>
                      <a:pt x="4855" y="26469"/>
                    </a:lnTo>
                    <a:lnTo>
                      <a:pt x="4938" y="26490"/>
                    </a:lnTo>
                    <a:cubicBezTo>
                      <a:pt x="4959" y="26531"/>
                      <a:pt x="4959" y="26552"/>
                      <a:pt x="4980" y="26552"/>
                    </a:cubicBezTo>
                    <a:lnTo>
                      <a:pt x="5001" y="26552"/>
                    </a:lnTo>
                    <a:lnTo>
                      <a:pt x="5001" y="26531"/>
                    </a:lnTo>
                    <a:lnTo>
                      <a:pt x="5294" y="26594"/>
                    </a:lnTo>
                    <a:lnTo>
                      <a:pt x="5357" y="26573"/>
                    </a:lnTo>
                    <a:lnTo>
                      <a:pt x="5357" y="26510"/>
                    </a:lnTo>
                    <a:lnTo>
                      <a:pt x="5482" y="26510"/>
                    </a:lnTo>
                    <a:lnTo>
                      <a:pt x="5420" y="26322"/>
                    </a:lnTo>
                    <a:lnTo>
                      <a:pt x="5357" y="26322"/>
                    </a:lnTo>
                    <a:lnTo>
                      <a:pt x="5252" y="26238"/>
                    </a:lnTo>
                    <a:lnTo>
                      <a:pt x="5106" y="26176"/>
                    </a:lnTo>
                    <a:lnTo>
                      <a:pt x="5106" y="26113"/>
                    </a:lnTo>
                    <a:lnTo>
                      <a:pt x="5273" y="26218"/>
                    </a:lnTo>
                    <a:lnTo>
                      <a:pt x="5399" y="26238"/>
                    </a:lnTo>
                    <a:lnTo>
                      <a:pt x="5148" y="25171"/>
                    </a:lnTo>
                    <a:lnTo>
                      <a:pt x="5106" y="25171"/>
                    </a:lnTo>
                    <a:lnTo>
                      <a:pt x="5106" y="25129"/>
                    </a:lnTo>
                    <a:lnTo>
                      <a:pt x="4959" y="24481"/>
                    </a:lnTo>
                    <a:lnTo>
                      <a:pt x="4792" y="24544"/>
                    </a:lnTo>
                    <a:lnTo>
                      <a:pt x="4750" y="24585"/>
                    </a:lnTo>
                    <a:lnTo>
                      <a:pt x="4666" y="24502"/>
                    </a:lnTo>
                    <a:lnTo>
                      <a:pt x="4583" y="24481"/>
                    </a:lnTo>
                    <a:lnTo>
                      <a:pt x="4562" y="24544"/>
                    </a:lnTo>
                    <a:cubicBezTo>
                      <a:pt x="4562" y="24502"/>
                      <a:pt x="4541" y="24502"/>
                      <a:pt x="4541" y="24481"/>
                    </a:cubicBezTo>
                    <a:lnTo>
                      <a:pt x="4541" y="24334"/>
                    </a:lnTo>
                    <a:lnTo>
                      <a:pt x="4625" y="24272"/>
                    </a:lnTo>
                    <a:lnTo>
                      <a:pt x="4750" y="24251"/>
                    </a:lnTo>
                    <a:lnTo>
                      <a:pt x="4897" y="24334"/>
                    </a:lnTo>
                    <a:lnTo>
                      <a:pt x="4980" y="24272"/>
                    </a:lnTo>
                    <a:lnTo>
                      <a:pt x="5001" y="24272"/>
                    </a:lnTo>
                    <a:lnTo>
                      <a:pt x="4855" y="24146"/>
                    </a:lnTo>
                    <a:lnTo>
                      <a:pt x="4520" y="23937"/>
                    </a:lnTo>
                    <a:lnTo>
                      <a:pt x="4457" y="23874"/>
                    </a:lnTo>
                    <a:lnTo>
                      <a:pt x="3725" y="23874"/>
                    </a:lnTo>
                    <a:lnTo>
                      <a:pt x="3306" y="23958"/>
                    </a:lnTo>
                    <a:lnTo>
                      <a:pt x="3202" y="23895"/>
                    </a:lnTo>
                    <a:lnTo>
                      <a:pt x="2930" y="23874"/>
                    </a:lnTo>
                    <a:lnTo>
                      <a:pt x="2846" y="23644"/>
                    </a:lnTo>
                    <a:lnTo>
                      <a:pt x="2783" y="23435"/>
                    </a:lnTo>
                    <a:lnTo>
                      <a:pt x="2658" y="23330"/>
                    </a:lnTo>
                    <a:lnTo>
                      <a:pt x="2637" y="22995"/>
                    </a:lnTo>
                    <a:lnTo>
                      <a:pt x="2637" y="22828"/>
                    </a:lnTo>
                    <a:lnTo>
                      <a:pt x="2511" y="22828"/>
                    </a:lnTo>
                    <a:lnTo>
                      <a:pt x="2323" y="22912"/>
                    </a:lnTo>
                    <a:lnTo>
                      <a:pt x="2218" y="23016"/>
                    </a:lnTo>
                    <a:lnTo>
                      <a:pt x="2093" y="23016"/>
                    </a:lnTo>
                    <a:lnTo>
                      <a:pt x="1842" y="22577"/>
                    </a:lnTo>
                    <a:cubicBezTo>
                      <a:pt x="1821" y="22493"/>
                      <a:pt x="1800" y="22409"/>
                      <a:pt x="1800" y="22326"/>
                    </a:cubicBezTo>
                    <a:lnTo>
                      <a:pt x="1884" y="21844"/>
                    </a:lnTo>
                    <a:lnTo>
                      <a:pt x="2009" y="21656"/>
                    </a:lnTo>
                    <a:lnTo>
                      <a:pt x="2218" y="21447"/>
                    </a:lnTo>
                    <a:lnTo>
                      <a:pt x="2260" y="21154"/>
                    </a:lnTo>
                    <a:lnTo>
                      <a:pt x="2218" y="20840"/>
                    </a:lnTo>
                    <a:lnTo>
                      <a:pt x="2135" y="20610"/>
                    </a:lnTo>
                    <a:lnTo>
                      <a:pt x="2197" y="20338"/>
                    </a:lnTo>
                    <a:lnTo>
                      <a:pt x="2302" y="20212"/>
                    </a:lnTo>
                    <a:lnTo>
                      <a:pt x="2197" y="19961"/>
                    </a:lnTo>
                    <a:lnTo>
                      <a:pt x="2218" y="19815"/>
                    </a:lnTo>
                    <a:lnTo>
                      <a:pt x="2323" y="19710"/>
                    </a:lnTo>
                    <a:lnTo>
                      <a:pt x="2239" y="19480"/>
                    </a:lnTo>
                    <a:lnTo>
                      <a:pt x="2197" y="19166"/>
                    </a:lnTo>
                    <a:lnTo>
                      <a:pt x="2114" y="19020"/>
                    </a:lnTo>
                    <a:lnTo>
                      <a:pt x="2114" y="18915"/>
                    </a:lnTo>
                    <a:lnTo>
                      <a:pt x="2260" y="18769"/>
                    </a:lnTo>
                    <a:lnTo>
                      <a:pt x="2260" y="18643"/>
                    </a:lnTo>
                    <a:lnTo>
                      <a:pt x="2135" y="18434"/>
                    </a:lnTo>
                    <a:lnTo>
                      <a:pt x="1946" y="18308"/>
                    </a:lnTo>
                    <a:lnTo>
                      <a:pt x="1821" y="18308"/>
                    </a:lnTo>
                    <a:lnTo>
                      <a:pt x="1800" y="18329"/>
                    </a:lnTo>
                    <a:lnTo>
                      <a:pt x="1716" y="18246"/>
                    </a:lnTo>
                    <a:lnTo>
                      <a:pt x="1779" y="18141"/>
                    </a:lnTo>
                    <a:lnTo>
                      <a:pt x="2030" y="18141"/>
                    </a:lnTo>
                    <a:lnTo>
                      <a:pt x="2156" y="17995"/>
                    </a:lnTo>
                    <a:lnTo>
                      <a:pt x="2156" y="17869"/>
                    </a:lnTo>
                    <a:lnTo>
                      <a:pt x="2093" y="17827"/>
                    </a:lnTo>
                    <a:lnTo>
                      <a:pt x="2009" y="17890"/>
                    </a:lnTo>
                    <a:lnTo>
                      <a:pt x="1905" y="17869"/>
                    </a:lnTo>
                    <a:lnTo>
                      <a:pt x="1842" y="17597"/>
                    </a:lnTo>
                    <a:lnTo>
                      <a:pt x="1737" y="17367"/>
                    </a:lnTo>
                    <a:lnTo>
                      <a:pt x="1737" y="17199"/>
                    </a:lnTo>
                    <a:lnTo>
                      <a:pt x="1737" y="17032"/>
                    </a:lnTo>
                    <a:lnTo>
                      <a:pt x="1570" y="16969"/>
                    </a:lnTo>
                    <a:lnTo>
                      <a:pt x="1570" y="16948"/>
                    </a:lnTo>
                    <a:cubicBezTo>
                      <a:pt x="1528" y="16865"/>
                      <a:pt x="1528" y="16760"/>
                      <a:pt x="1507" y="16676"/>
                    </a:cubicBezTo>
                    <a:lnTo>
                      <a:pt x="1486" y="16362"/>
                    </a:lnTo>
                    <a:lnTo>
                      <a:pt x="1612" y="16300"/>
                    </a:lnTo>
                    <a:lnTo>
                      <a:pt x="1633" y="16132"/>
                    </a:lnTo>
                    <a:lnTo>
                      <a:pt x="1591" y="16028"/>
                    </a:lnTo>
                    <a:lnTo>
                      <a:pt x="1486" y="15986"/>
                    </a:lnTo>
                    <a:lnTo>
                      <a:pt x="1423" y="15714"/>
                    </a:lnTo>
                    <a:lnTo>
                      <a:pt x="1402" y="15358"/>
                    </a:lnTo>
                    <a:lnTo>
                      <a:pt x="1423" y="14940"/>
                    </a:lnTo>
                    <a:lnTo>
                      <a:pt x="1319" y="14751"/>
                    </a:lnTo>
                    <a:lnTo>
                      <a:pt x="1298" y="14542"/>
                    </a:lnTo>
                    <a:lnTo>
                      <a:pt x="1507" y="14249"/>
                    </a:lnTo>
                    <a:lnTo>
                      <a:pt x="1528" y="13935"/>
                    </a:lnTo>
                    <a:lnTo>
                      <a:pt x="1695" y="13852"/>
                    </a:lnTo>
                    <a:lnTo>
                      <a:pt x="1779" y="13747"/>
                    </a:lnTo>
                    <a:lnTo>
                      <a:pt x="1423" y="13077"/>
                    </a:lnTo>
                    <a:lnTo>
                      <a:pt x="1486" y="12847"/>
                    </a:lnTo>
                    <a:lnTo>
                      <a:pt x="1486" y="12680"/>
                    </a:lnTo>
                    <a:lnTo>
                      <a:pt x="1486" y="12282"/>
                    </a:lnTo>
                    <a:lnTo>
                      <a:pt x="1612" y="12052"/>
                    </a:lnTo>
                    <a:lnTo>
                      <a:pt x="1737" y="11927"/>
                    </a:lnTo>
                    <a:lnTo>
                      <a:pt x="1716" y="11717"/>
                    </a:lnTo>
                    <a:lnTo>
                      <a:pt x="1612" y="11529"/>
                    </a:lnTo>
                    <a:lnTo>
                      <a:pt x="1528" y="11445"/>
                    </a:lnTo>
                    <a:lnTo>
                      <a:pt x="1674" y="11278"/>
                    </a:lnTo>
                    <a:lnTo>
                      <a:pt x="1633" y="11027"/>
                    </a:lnTo>
                    <a:lnTo>
                      <a:pt x="1737" y="10797"/>
                    </a:lnTo>
                    <a:lnTo>
                      <a:pt x="1842" y="10776"/>
                    </a:lnTo>
                    <a:lnTo>
                      <a:pt x="1884" y="10504"/>
                    </a:lnTo>
                    <a:lnTo>
                      <a:pt x="1821" y="10064"/>
                    </a:lnTo>
                    <a:lnTo>
                      <a:pt x="1737" y="9981"/>
                    </a:lnTo>
                    <a:lnTo>
                      <a:pt x="1674" y="9646"/>
                    </a:lnTo>
                    <a:lnTo>
                      <a:pt x="1591" y="9458"/>
                    </a:lnTo>
                    <a:lnTo>
                      <a:pt x="1444" y="9248"/>
                    </a:lnTo>
                    <a:lnTo>
                      <a:pt x="1423" y="9144"/>
                    </a:lnTo>
                    <a:lnTo>
                      <a:pt x="1319" y="9018"/>
                    </a:lnTo>
                    <a:lnTo>
                      <a:pt x="1277" y="8725"/>
                    </a:lnTo>
                    <a:lnTo>
                      <a:pt x="1298" y="8516"/>
                    </a:lnTo>
                    <a:lnTo>
                      <a:pt x="1444" y="8453"/>
                    </a:lnTo>
                    <a:lnTo>
                      <a:pt x="1444" y="8160"/>
                    </a:lnTo>
                    <a:lnTo>
                      <a:pt x="1528" y="8056"/>
                    </a:lnTo>
                    <a:lnTo>
                      <a:pt x="1528" y="7784"/>
                    </a:lnTo>
                    <a:lnTo>
                      <a:pt x="1423" y="7616"/>
                    </a:lnTo>
                    <a:lnTo>
                      <a:pt x="1402" y="7240"/>
                    </a:lnTo>
                    <a:lnTo>
                      <a:pt x="1486" y="7156"/>
                    </a:lnTo>
                    <a:lnTo>
                      <a:pt x="1528" y="6738"/>
                    </a:lnTo>
                    <a:lnTo>
                      <a:pt x="1633" y="6591"/>
                    </a:lnTo>
                    <a:lnTo>
                      <a:pt x="1800" y="6194"/>
                    </a:lnTo>
                    <a:lnTo>
                      <a:pt x="1946" y="6047"/>
                    </a:lnTo>
                    <a:lnTo>
                      <a:pt x="2051" y="5984"/>
                    </a:lnTo>
                    <a:lnTo>
                      <a:pt x="2135" y="5880"/>
                    </a:lnTo>
                    <a:lnTo>
                      <a:pt x="2093" y="5838"/>
                    </a:lnTo>
                    <a:lnTo>
                      <a:pt x="2093" y="5671"/>
                    </a:lnTo>
                    <a:lnTo>
                      <a:pt x="2030" y="5587"/>
                    </a:lnTo>
                    <a:lnTo>
                      <a:pt x="1946" y="5545"/>
                    </a:lnTo>
                    <a:lnTo>
                      <a:pt x="1988" y="5440"/>
                    </a:lnTo>
                    <a:lnTo>
                      <a:pt x="2093" y="5357"/>
                    </a:lnTo>
                    <a:lnTo>
                      <a:pt x="2093" y="5210"/>
                    </a:lnTo>
                    <a:lnTo>
                      <a:pt x="1946" y="5043"/>
                    </a:lnTo>
                    <a:lnTo>
                      <a:pt x="1925" y="4854"/>
                    </a:lnTo>
                    <a:lnTo>
                      <a:pt x="2009" y="4729"/>
                    </a:lnTo>
                    <a:lnTo>
                      <a:pt x="1988" y="4624"/>
                    </a:lnTo>
                    <a:lnTo>
                      <a:pt x="1842" y="4520"/>
                    </a:lnTo>
                    <a:lnTo>
                      <a:pt x="1905" y="4373"/>
                    </a:lnTo>
                    <a:lnTo>
                      <a:pt x="2574" y="3997"/>
                    </a:lnTo>
                    <a:lnTo>
                      <a:pt x="2741" y="3348"/>
                    </a:lnTo>
                    <a:lnTo>
                      <a:pt x="2658" y="3181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344" y="3285"/>
                    </a:lnTo>
                    <a:lnTo>
                      <a:pt x="1925" y="2134"/>
                    </a:lnTo>
                    <a:lnTo>
                      <a:pt x="1633" y="1883"/>
                    </a:lnTo>
                    <a:lnTo>
                      <a:pt x="1570" y="1779"/>
                    </a:lnTo>
                    <a:lnTo>
                      <a:pt x="1695" y="1465"/>
                    </a:lnTo>
                    <a:lnTo>
                      <a:pt x="1633" y="1360"/>
                    </a:lnTo>
                    <a:lnTo>
                      <a:pt x="1716" y="1193"/>
                    </a:lnTo>
                    <a:lnTo>
                      <a:pt x="1695" y="1130"/>
                    </a:lnTo>
                    <a:lnTo>
                      <a:pt x="1423" y="921"/>
                    </a:lnTo>
                    <a:lnTo>
                      <a:pt x="1360" y="774"/>
                    </a:lnTo>
                    <a:lnTo>
                      <a:pt x="1319" y="607"/>
                    </a:lnTo>
                    <a:lnTo>
                      <a:pt x="1298" y="544"/>
                    </a:lnTo>
                    <a:lnTo>
                      <a:pt x="1319" y="440"/>
                    </a:lnTo>
                    <a:lnTo>
                      <a:pt x="1298" y="335"/>
                    </a:lnTo>
                    <a:lnTo>
                      <a:pt x="1256" y="293"/>
                    </a:lnTo>
                    <a:lnTo>
                      <a:pt x="1151" y="189"/>
                    </a:lnTo>
                    <a:lnTo>
                      <a:pt x="1151" y="21"/>
                    </a:lnTo>
                    <a:lnTo>
                      <a:pt x="1109" y="21"/>
                    </a:lnTo>
                    <a:lnTo>
                      <a:pt x="104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" name="Google Shape;9188;p128">
              <a:extLst>
                <a:ext uri="{FF2B5EF4-FFF2-40B4-BE49-F238E27FC236}">
                  <a16:creationId xmlns:a16="http://schemas.microsoft.com/office/drawing/2014/main" id="{5D286019-8B68-C3AC-88EC-EBCAC8920ED0}"/>
                </a:ext>
              </a:extLst>
            </p:cNvPr>
            <p:cNvGrpSpPr/>
            <p:nvPr/>
          </p:nvGrpSpPr>
          <p:grpSpPr>
            <a:xfrm>
              <a:off x="3855466" y="3289811"/>
              <a:ext cx="112514" cy="94210"/>
              <a:chOff x="3918000" y="3561900"/>
              <a:chExt cx="236225" cy="207100"/>
            </a:xfrm>
            <a:grpFill/>
          </p:grpSpPr>
          <p:sp>
            <p:nvSpPr>
              <p:cNvPr id="480" name="Google Shape;9189;p128">
                <a:extLst>
                  <a:ext uri="{FF2B5EF4-FFF2-40B4-BE49-F238E27FC236}">
                    <a16:creationId xmlns:a16="http://schemas.microsoft.com/office/drawing/2014/main" id="{53068A79-EC4D-AFC6-F673-28570F0EB657}"/>
                  </a:ext>
                </a:extLst>
              </p:cNvPr>
              <p:cNvSpPr/>
              <p:nvPr/>
            </p:nvSpPr>
            <p:spPr>
              <a:xfrm>
                <a:off x="3925800" y="3561900"/>
                <a:ext cx="228425" cy="170000"/>
              </a:xfrm>
              <a:custGeom>
                <a:avLst/>
                <a:gdLst/>
                <a:ahLst/>
                <a:cxnLst/>
                <a:rect l="l" t="t" r="r" b="b"/>
                <a:pathLst>
                  <a:path w="9137" h="6800" extrusionOk="0">
                    <a:moveTo>
                      <a:pt x="0" y="4356"/>
                    </a:moveTo>
                    <a:lnTo>
                      <a:pt x="1381" y="1594"/>
                    </a:lnTo>
                    <a:lnTo>
                      <a:pt x="7012" y="0"/>
                    </a:lnTo>
                    <a:lnTo>
                      <a:pt x="9137" y="532"/>
                    </a:lnTo>
                    <a:lnTo>
                      <a:pt x="8500" y="2444"/>
                    </a:lnTo>
                    <a:lnTo>
                      <a:pt x="6906" y="5206"/>
                    </a:lnTo>
                    <a:lnTo>
                      <a:pt x="3719" y="68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481" name="Google Shape;9190;p128">
                <a:extLst>
                  <a:ext uri="{FF2B5EF4-FFF2-40B4-BE49-F238E27FC236}">
                    <a16:creationId xmlns:a16="http://schemas.microsoft.com/office/drawing/2014/main" id="{26071C7B-96C7-5FE3-F1A2-81D7BEF92853}"/>
                  </a:ext>
                </a:extLst>
              </p:cNvPr>
              <p:cNvSpPr/>
              <p:nvPr/>
            </p:nvSpPr>
            <p:spPr>
              <a:xfrm>
                <a:off x="3918000" y="3569675"/>
                <a:ext cx="229150" cy="199325"/>
              </a:xfrm>
              <a:custGeom>
                <a:avLst/>
                <a:gdLst/>
                <a:ahLst/>
                <a:cxnLst/>
                <a:rect l="l" t="t" r="r" b="b"/>
                <a:pathLst>
                  <a:path w="9166" h="7973" extrusionOk="0">
                    <a:moveTo>
                      <a:pt x="6696" y="3976"/>
                    </a:moveTo>
                    <a:lnTo>
                      <a:pt x="6738" y="4018"/>
                    </a:lnTo>
                    <a:lnTo>
                      <a:pt x="6780" y="3997"/>
                    </a:lnTo>
                    <a:lnTo>
                      <a:pt x="6843" y="4039"/>
                    </a:lnTo>
                    <a:lnTo>
                      <a:pt x="6926" y="4018"/>
                    </a:lnTo>
                    <a:lnTo>
                      <a:pt x="7052" y="4122"/>
                    </a:lnTo>
                    <a:lnTo>
                      <a:pt x="7136" y="4353"/>
                    </a:lnTo>
                    <a:lnTo>
                      <a:pt x="7136" y="4499"/>
                    </a:lnTo>
                    <a:lnTo>
                      <a:pt x="7094" y="4583"/>
                    </a:lnTo>
                    <a:lnTo>
                      <a:pt x="6989" y="4625"/>
                    </a:lnTo>
                    <a:lnTo>
                      <a:pt x="6989" y="4708"/>
                    </a:lnTo>
                    <a:lnTo>
                      <a:pt x="7031" y="4750"/>
                    </a:lnTo>
                    <a:lnTo>
                      <a:pt x="7031" y="4834"/>
                    </a:lnTo>
                    <a:lnTo>
                      <a:pt x="6926" y="4918"/>
                    </a:lnTo>
                    <a:lnTo>
                      <a:pt x="6843" y="4876"/>
                    </a:lnTo>
                    <a:lnTo>
                      <a:pt x="6738" y="4918"/>
                    </a:lnTo>
                    <a:lnTo>
                      <a:pt x="6675" y="4959"/>
                    </a:lnTo>
                    <a:lnTo>
                      <a:pt x="6571" y="5001"/>
                    </a:lnTo>
                    <a:lnTo>
                      <a:pt x="6508" y="5127"/>
                    </a:lnTo>
                    <a:lnTo>
                      <a:pt x="6466" y="5169"/>
                    </a:lnTo>
                    <a:lnTo>
                      <a:pt x="6424" y="5231"/>
                    </a:lnTo>
                    <a:lnTo>
                      <a:pt x="6320" y="5231"/>
                    </a:lnTo>
                    <a:lnTo>
                      <a:pt x="6194" y="5169"/>
                    </a:lnTo>
                    <a:lnTo>
                      <a:pt x="6152" y="5106"/>
                    </a:lnTo>
                    <a:lnTo>
                      <a:pt x="6069" y="5022"/>
                    </a:lnTo>
                    <a:lnTo>
                      <a:pt x="6069" y="4918"/>
                    </a:lnTo>
                    <a:lnTo>
                      <a:pt x="5985" y="4834"/>
                    </a:lnTo>
                    <a:lnTo>
                      <a:pt x="5964" y="4771"/>
                    </a:lnTo>
                    <a:lnTo>
                      <a:pt x="5880" y="4708"/>
                    </a:lnTo>
                    <a:lnTo>
                      <a:pt x="5838" y="4604"/>
                    </a:lnTo>
                    <a:lnTo>
                      <a:pt x="5901" y="4541"/>
                    </a:lnTo>
                    <a:lnTo>
                      <a:pt x="6069" y="4415"/>
                    </a:lnTo>
                    <a:lnTo>
                      <a:pt x="6110" y="4248"/>
                    </a:lnTo>
                    <a:lnTo>
                      <a:pt x="6257" y="4164"/>
                    </a:lnTo>
                    <a:lnTo>
                      <a:pt x="6466" y="4122"/>
                    </a:lnTo>
                    <a:lnTo>
                      <a:pt x="6508" y="4081"/>
                    </a:lnTo>
                    <a:lnTo>
                      <a:pt x="6592" y="4018"/>
                    </a:lnTo>
                    <a:lnTo>
                      <a:pt x="6613" y="3976"/>
                    </a:lnTo>
                    <a:close/>
                    <a:moveTo>
                      <a:pt x="7659" y="1"/>
                    </a:moveTo>
                    <a:lnTo>
                      <a:pt x="7470" y="21"/>
                    </a:lnTo>
                    <a:lnTo>
                      <a:pt x="7387" y="21"/>
                    </a:lnTo>
                    <a:lnTo>
                      <a:pt x="7345" y="63"/>
                    </a:lnTo>
                    <a:lnTo>
                      <a:pt x="7240" y="63"/>
                    </a:lnTo>
                    <a:lnTo>
                      <a:pt x="7178" y="126"/>
                    </a:lnTo>
                    <a:lnTo>
                      <a:pt x="7178" y="168"/>
                    </a:lnTo>
                    <a:lnTo>
                      <a:pt x="7157" y="252"/>
                    </a:lnTo>
                    <a:lnTo>
                      <a:pt x="7073" y="273"/>
                    </a:lnTo>
                    <a:lnTo>
                      <a:pt x="7010" y="356"/>
                    </a:lnTo>
                    <a:lnTo>
                      <a:pt x="6843" y="356"/>
                    </a:lnTo>
                    <a:lnTo>
                      <a:pt x="6822" y="335"/>
                    </a:lnTo>
                    <a:lnTo>
                      <a:pt x="6717" y="356"/>
                    </a:lnTo>
                    <a:lnTo>
                      <a:pt x="6592" y="461"/>
                    </a:lnTo>
                    <a:lnTo>
                      <a:pt x="6529" y="524"/>
                    </a:lnTo>
                    <a:lnTo>
                      <a:pt x="6445" y="565"/>
                    </a:lnTo>
                    <a:lnTo>
                      <a:pt x="6424" y="628"/>
                    </a:lnTo>
                    <a:lnTo>
                      <a:pt x="6341" y="649"/>
                    </a:lnTo>
                    <a:lnTo>
                      <a:pt x="6299" y="691"/>
                    </a:lnTo>
                    <a:lnTo>
                      <a:pt x="6236" y="733"/>
                    </a:lnTo>
                    <a:lnTo>
                      <a:pt x="6173" y="754"/>
                    </a:lnTo>
                    <a:lnTo>
                      <a:pt x="6006" y="963"/>
                    </a:lnTo>
                    <a:lnTo>
                      <a:pt x="5985" y="1089"/>
                    </a:lnTo>
                    <a:lnTo>
                      <a:pt x="6006" y="1151"/>
                    </a:lnTo>
                    <a:lnTo>
                      <a:pt x="6006" y="1214"/>
                    </a:lnTo>
                    <a:lnTo>
                      <a:pt x="5922" y="1256"/>
                    </a:lnTo>
                    <a:lnTo>
                      <a:pt x="5901" y="1298"/>
                    </a:lnTo>
                    <a:lnTo>
                      <a:pt x="5859" y="1319"/>
                    </a:lnTo>
                    <a:lnTo>
                      <a:pt x="5776" y="1402"/>
                    </a:lnTo>
                    <a:lnTo>
                      <a:pt x="5755" y="1486"/>
                    </a:lnTo>
                    <a:lnTo>
                      <a:pt x="5713" y="1507"/>
                    </a:lnTo>
                    <a:lnTo>
                      <a:pt x="5692" y="1570"/>
                    </a:lnTo>
                    <a:lnTo>
                      <a:pt x="5608" y="1570"/>
                    </a:lnTo>
                    <a:lnTo>
                      <a:pt x="5545" y="1612"/>
                    </a:lnTo>
                    <a:lnTo>
                      <a:pt x="5399" y="1633"/>
                    </a:lnTo>
                    <a:lnTo>
                      <a:pt x="5357" y="1737"/>
                    </a:lnTo>
                    <a:lnTo>
                      <a:pt x="5357" y="1905"/>
                    </a:lnTo>
                    <a:lnTo>
                      <a:pt x="5294" y="1967"/>
                    </a:lnTo>
                    <a:lnTo>
                      <a:pt x="5294" y="2030"/>
                    </a:lnTo>
                    <a:lnTo>
                      <a:pt x="5273" y="2135"/>
                    </a:lnTo>
                    <a:lnTo>
                      <a:pt x="5294" y="2197"/>
                    </a:lnTo>
                    <a:lnTo>
                      <a:pt x="5169" y="2260"/>
                    </a:lnTo>
                    <a:lnTo>
                      <a:pt x="5085" y="2239"/>
                    </a:lnTo>
                    <a:lnTo>
                      <a:pt x="5043" y="2197"/>
                    </a:lnTo>
                    <a:lnTo>
                      <a:pt x="4834" y="2197"/>
                    </a:lnTo>
                    <a:lnTo>
                      <a:pt x="4709" y="2218"/>
                    </a:lnTo>
                    <a:lnTo>
                      <a:pt x="4604" y="2197"/>
                    </a:lnTo>
                    <a:lnTo>
                      <a:pt x="4520" y="2218"/>
                    </a:lnTo>
                    <a:lnTo>
                      <a:pt x="4311" y="2093"/>
                    </a:lnTo>
                    <a:lnTo>
                      <a:pt x="4227" y="2093"/>
                    </a:lnTo>
                    <a:lnTo>
                      <a:pt x="4185" y="2009"/>
                    </a:lnTo>
                    <a:lnTo>
                      <a:pt x="3997" y="1988"/>
                    </a:lnTo>
                    <a:lnTo>
                      <a:pt x="3872" y="2009"/>
                    </a:lnTo>
                    <a:lnTo>
                      <a:pt x="3704" y="2135"/>
                    </a:lnTo>
                    <a:lnTo>
                      <a:pt x="3621" y="2365"/>
                    </a:lnTo>
                    <a:lnTo>
                      <a:pt x="3516" y="2469"/>
                    </a:lnTo>
                    <a:lnTo>
                      <a:pt x="3349" y="2553"/>
                    </a:lnTo>
                    <a:lnTo>
                      <a:pt x="3286" y="2637"/>
                    </a:lnTo>
                    <a:lnTo>
                      <a:pt x="3181" y="2721"/>
                    </a:lnTo>
                    <a:lnTo>
                      <a:pt x="3056" y="2742"/>
                    </a:lnTo>
                    <a:lnTo>
                      <a:pt x="2972" y="2783"/>
                    </a:lnTo>
                    <a:lnTo>
                      <a:pt x="2846" y="2762"/>
                    </a:lnTo>
                    <a:lnTo>
                      <a:pt x="2763" y="2825"/>
                    </a:lnTo>
                    <a:lnTo>
                      <a:pt x="2616" y="2783"/>
                    </a:lnTo>
                    <a:lnTo>
                      <a:pt x="2449" y="2825"/>
                    </a:lnTo>
                    <a:lnTo>
                      <a:pt x="2449" y="2721"/>
                    </a:lnTo>
                    <a:lnTo>
                      <a:pt x="2532" y="2532"/>
                    </a:lnTo>
                    <a:lnTo>
                      <a:pt x="2532" y="2365"/>
                    </a:lnTo>
                    <a:lnTo>
                      <a:pt x="2365" y="2051"/>
                    </a:lnTo>
                    <a:lnTo>
                      <a:pt x="2323" y="1905"/>
                    </a:lnTo>
                    <a:lnTo>
                      <a:pt x="2135" y="1779"/>
                    </a:lnTo>
                    <a:lnTo>
                      <a:pt x="2051" y="3871"/>
                    </a:lnTo>
                    <a:lnTo>
                      <a:pt x="1821" y="3871"/>
                    </a:lnTo>
                    <a:lnTo>
                      <a:pt x="1675" y="3934"/>
                    </a:lnTo>
                    <a:lnTo>
                      <a:pt x="1612" y="4039"/>
                    </a:lnTo>
                    <a:lnTo>
                      <a:pt x="1528" y="4081"/>
                    </a:lnTo>
                    <a:lnTo>
                      <a:pt x="1486" y="4122"/>
                    </a:lnTo>
                    <a:lnTo>
                      <a:pt x="1486" y="4248"/>
                    </a:lnTo>
                    <a:lnTo>
                      <a:pt x="1403" y="4227"/>
                    </a:lnTo>
                    <a:lnTo>
                      <a:pt x="1319" y="4227"/>
                    </a:lnTo>
                    <a:lnTo>
                      <a:pt x="1277" y="4143"/>
                    </a:lnTo>
                    <a:lnTo>
                      <a:pt x="1193" y="4143"/>
                    </a:lnTo>
                    <a:lnTo>
                      <a:pt x="1152" y="4206"/>
                    </a:lnTo>
                    <a:lnTo>
                      <a:pt x="1047" y="4185"/>
                    </a:lnTo>
                    <a:lnTo>
                      <a:pt x="984" y="4143"/>
                    </a:lnTo>
                    <a:lnTo>
                      <a:pt x="880" y="4185"/>
                    </a:lnTo>
                    <a:lnTo>
                      <a:pt x="754" y="4102"/>
                    </a:lnTo>
                    <a:lnTo>
                      <a:pt x="566" y="4039"/>
                    </a:lnTo>
                    <a:lnTo>
                      <a:pt x="482" y="3871"/>
                    </a:lnTo>
                    <a:lnTo>
                      <a:pt x="545" y="3725"/>
                    </a:lnTo>
                    <a:lnTo>
                      <a:pt x="440" y="3725"/>
                    </a:lnTo>
                    <a:lnTo>
                      <a:pt x="356" y="3599"/>
                    </a:lnTo>
                    <a:lnTo>
                      <a:pt x="231" y="3662"/>
                    </a:lnTo>
                    <a:lnTo>
                      <a:pt x="168" y="3767"/>
                    </a:lnTo>
                    <a:lnTo>
                      <a:pt x="210" y="3788"/>
                    </a:lnTo>
                    <a:lnTo>
                      <a:pt x="210" y="3871"/>
                    </a:lnTo>
                    <a:lnTo>
                      <a:pt x="64" y="3892"/>
                    </a:lnTo>
                    <a:lnTo>
                      <a:pt x="1" y="3934"/>
                    </a:lnTo>
                    <a:lnTo>
                      <a:pt x="22" y="4122"/>
                    </a:lnTo>
                    <a:lnTo>
                      <a:pt x="210" y="4248"/>
                    </a:lnTo>
                    <a:lnTo>
                      <a:pt x="336" y="4625"/>
                    </a:lnTo>
                    <a:lnTo>
                      <a:pt x="336" y="4771"/>
                    </a:lnTo>
                    <a:lnTo>
                      <a:pt x="461" y="5085"/>
                    </a:lnTo>
                    <a:lnTo>
                      <a:pt x="545" y="5441"/>
                    </a:lnTo>
                    <a:lnTo>
                      <a:pt x="691" y="5650"/>
                    </a:lnTo>
                    <a:lnTo>
                      <a:pt x="691" y="5775"/>
                    </a:lnTo>
                    <a:lnTo>
                      <a:pt x="859" y="6027"/>
                    </a:lnTo>
                    <a:lnTo>
                      <a:pt x="859" y="6110"/>
                    </a:lnTo>
                    <a:lnTo>
                      <a:pt x="900" y="6299"/>
                    </a:lnTo>
                    <a:lnTo>
                      <a:pt x="880" y="6487"/>
                    </a:lnTo>
                    <a:lnTo>
                      <a:pt x="796" y="6550"/>
                    </a:lnTo>
                    <a:lnTo>
                      <a:pt x="754" y="6550"/>
                    </a:lnTo>
                    <a:lnTo>
                      <a:pt x="691" y="6508"/>
                    </a:lnTo>
                    <a:lnTo>
                      <a:pt x="649" y="6550"/>
                    </a:lnTo>
                    <a:lnTo>
                      <a:pt x="649" y="6717"/>
                    </a:lnTo>
                    <a:lnTo>
                      <a:pt x="733" y="6863"/>
                    </a:lnTo>
                    <a:lnTo>
                      <a:pt x="838" y="6968"/>
                    </a:lnTo>
                    <a:lnTo>
                      <a:pt x="942" y="7156"/>
                    </a:lnTo>
                    <a:lnTo>
                      <a:pt x="859" y="7282"/>
                    </a:lnTo>
                    <a:lnTo>
                      <a:pt x="880" y="7449"/>
                    </a:lnTo>
                    <a:lnTo>
                      <a:pt x="838" y="7554"/>
                    </a:lnTo>
                    <a:lnTo>
                      <a:pt x="838" y="7659"/>
                    </a:lnTo>
                    <a:lnTo>
                      <a:pt x="900" y="7700"/>
                    </a:lnTo>
                    <a:lnTo>
                      <a:pt x="900" y="7596"/>
                    </a:lnTo>
                    <a:lnTo>
                      <a:pt x="1005" y="7533"/>
                    </a:lnTo>
                    <a:lnTo>
                      <a:pt x="1152" y="7554"/>
                    </a:lnTo>
                    <a:lnTo>
                      <a:pt x="1172" y="7679"/>
                    </a:lnTo>
                    <a:lnTo>
                      <a:pt x="1110" y="7721"/>
                    </a:lnTo>
                    <a:lnTo>
                      <a:pt x="1172" y="7742"/>
                    </a:lnTo>
                    <a:lnTo>
                      <a:pt x="1256" y="7679"/>
                    </a:lnTo>
                    <a:lnTo>
                      <a:pt x="1361" y="7742"/>
                    </a:lnTo>
                    <a:lnTo>
                      <a:pt x="1361" y="7868"/>
                    </a:lnTo>
                    <a:lnTo>
                      <a:pt x="1403" y="7847"/>
                    </a:lnTo>
                    <a:lnTo>
                      <a:pt x="1696" y="7972"/>
                    </a:lnTo>
                    <a:lnTo>
                      <a:pt x="1737" y="7951"/>
                    </a:lnTo>
                    <a:lnTo>
                      <a:pt x="1800" y="7972"/>
                    </a:lnTo>
                    <a:lnTo>
                      <a:pt x="1821" y="7889"/>
                    </a:lnTo>
                    <a:lnTo>
                      <a:pt x="1926" y="7868"/>
                    </a:lnTo>
                    <a:lnTo>
                      <a:pt x="2051" y="7742"/>
                    </a:lnTo>
                    <a:lnTo>
                      <a:pt x="2198" y="7763"/>
                    </a:lnTo>
                    <a:lnTo>
                      <a:pt x="2219" y="7721"/>
                    </a:lnTo>
                    <a:lnTo>
                      <a:pt x="2344" y="7721"/>
                    </a:lnTo>
                    <a:lnTo>
                      <a:pt x="2512" y="7763"/>
                    </a:lnTo>
                    <a:lnTo>
                      <a:pt x="2574" y="7742"/>
                    </a:lnTo>
                    <a:lnTo>
                      <a:pt x="2721" y="7742"/>
                    </a:lnTo>
                    <a:lnTo>
                      <a:pt x="2742" y="7679"/>
                    </a:lnTo>
                    <a:lnTo>
                      <a:pt x="2784" y="7638"/>
                    </a:lnTo>
                    <a:lnTo>
                      <a:pt x="2867" y="7596"/>
                    </a:lnTo>
                    <a:lnTo>
                      <a:pt x="2930" y="7638"/>
                    </a:lnTo>
                    <a:lnTo>
                      <a:pt x="2951" y="7533"/>
                    </a:lnTo>
                    <a:lnTo>
                      <a:pt x="3035" y="7470"/>
                    </a:lnTo>
                    <a:lnTo>
                      <a:pt x="3349" y="7470"/>
                    </a:lnTo>
                    <a:lnTo>
                      <a:pt x="3474" y="7554"/>
                    </a:lnTo>
                    <a:lnTo>
                      <a:pt x="3558" y="7533"/>
                    </a:lnTo>
                    <a:lnTo>
                      <a:pt x="3558" y="7470"/>
                    </a:lnTo>
                    <a:lnTo>
                      <a:pt x="3725" y="7449"/>
                    </a:lnTo>
                    <a:lnTo>
                      <a:pt x="3997" y="7533"/>
                    </a:lnTo>
                    <a:lnTo>
                      <a:pt x="4081" y="7575"/>
                    </a:lnTo>
                    <a:lnTo>
                      <a:pt x="4353" y="7638"/>
                    </a:lnTo>
                    <a:lnTo>
                      <a:pt x="4395" y="7596"/>
                    </a:lnTo>
                    <a:lnTo>
                      <a:pt x="4353" y="7533"/>
                    </a:lnTo>
                    <a:lnTo>
                      <a:pt x="4437" y="7449"/>
                    </a:lnTo>
                    <a:lnTo>
                      <a:pt x="4541" y="7449"/>
                    </a:lnTo>
                    <a:lnTo>
                      <a:pt x="4667" y="7491"/>
                    </a:lnTo>
                    <a:lnTo>
                      <a:pt x="4876" y="7491"/>
                    </a:lnTo>
                    <a:lnTo>
                      <a:pt x="4876" y="7470"/>
                    </a:lnTo>
                    <a:lnTo>
                      <a:pt x="4813" y="7387"/>
                    </a:lnTo>
                    <a:lnTo>
                      <a:pt x="4855" y="7303"/>
                    </a:lnTo>
                    <a:lnTo>
                      <a:pt x="5022" y="7240"/>
                    </a:lnTo>
                    <a:lnTo>
                      <a:pt x="5190" y="7240"/>
                    </a:lnTo>
                    <a:lnTo>
                      <a:pt x="5253" y="7303"/>
                    </a:lnTo>
                    <a:lnTo>
                      <a:pt x="5378" y="7303"/>
                    </a:lnTo>
                    <a:lnTo>
                      <a:pt x="5504" y="7219"/>
                    </a:lnTo>
                    <a:lnTo>
                      <a:pt x="5713" y="7156"/>
                    </a:lnTo>
                    <a:lnTo>
                      <a:pt x="5713" y="7135"/>
                    </a:lnTo>
                    <a:lnTo>
                      <a:pt x="5859" y="7073"/>
                    </a:lnTo>
                    <a:lnTo>
                      <a:pt x="5922" y="6968"/>
                    </a:lnTo>
                    <a:lnTo>
                      <a:pt x="6320" y="6717"/>
                    </a:lnTo>
                    <a:lnTo>
                      <a:pt x="6424" y="6612"/>
                    </a:lnTo>
                    <a:lnTo>
                      <a:pt x="6424" y="6591"/>
                    </a:lnTo>
                    <a:lnTo>
                      <a:pt x="6508" y="6591"/>
                    </a:lnTo>
                    <a:lnTo>
                      <a:pt x="7115" y="5985"/>
                    </a:lnTo>
                    <a:lnTo>
                      <a:pt x="7136" y="5922"/>
                    </a:lnTo>
                    <a:lnTo>
                      <a:pt x="7198" y="5922"/>
                    </a:lnTo>
                    <a:lnTo>
                      <a:pt x="7282" y="5796"/>
                    </a:lnTo>
                    <a:lnTo>
                      <a:pt x="7387" y="5755"/>
                    </a:lnTo>
                    <a:lnTo>
                      <a:pt x="7429" y="5587"/>
                    </a:lnTo>
                    <a:lnTo>
                      <a:pt x="7596" y="5399"/>
                    </a:lnTo>
                    <a:lnTo>
                      <a:pt x="7847" y="5022"/>
                    </a:lnTo>
                    <a:lnTo>
                      <a:pt x="7910" y="4834"/>
                    </a:lnTo>
                    <a:lnTo>
                      <a:pt x="8014" y="4834"/>
                    </a:lnTo>
                    <a:lnTo>
                      <a:pt x="8077" y="4708"/>
                    </a:lnTo>
                    <a:lnTo>
                      <a:pt x="8077" y="4646"/>
                    </a:lnTo>
                    <a:lnTo>
                      <a:pt x="8182" y="4520"/>
                    </a:lnTo>
                    <a:lnTo>
                      <a:pt x="8266" y="4394"/>
                    </a:lnTo>
                    <a:lnTo>
                      <a:pt x="8391" y="4311"/>
                    </a:lnTo>
                    <a:lnTo>
                      <a:pt x="8433" y="4227"/>
                    </a:lnTo>
                    <a:lnTo>
                      <a:pt x="8538" y="4185"/>
                    </a:lnTo>
                    <a:lnTo>
                      <a:pt x="8579" y="4122"/>
                    </a:lnTo>
                    <a:lnTo>
                      <a:pt x="8621" y="4122"/>
                    </a:lnTo>
                    <a:lnTo>
                      <a:pt x="8789" y="3934"/>
                    </a:lnTo>
                    <a:lnTo>
                      <a:pt x="8810" y="3830"/>
                    </a:lnTo>
                    <a:lnTo>
                      <a:pt x="8893" y="3725"/>
                    </a:lnTo>
                    <a:lnTo>
                      <a:pt x="8935" y="3516"/>
                    </a:lnTo>
                    <a:lnTo>
                      <a:pt x="9019" y="3348"/>
                    </a:lnTo>
                    <a:lnTo>
                      <a:pt x="9040" y="3160"/>
                    </a:lnTo>
                    <a:lnTo>
                      <a:pt x="9123" y="2951"/>
                    </a:lnTo>
                    <a:lnTo>
                      <a:pt x="9103" y="2951"/>
                    </a:lnTo>
                    <a:lnTo>
                      <a:pt x="9165" y="2846"/>
                    </a:lnTo>
                    <a:lnTo>
                      <a:pt x="9165" y="2825"/>
                    </a:lnTo>
                    <a:lnTo>
                      <a:pt x="9061" y="2825"/>
                    </a:lnTo>
                    <a:lnTo>
                      <a:pt x="8935" y="2762"/>
                    </a:lnTo>
                    <a:lnTo>
                      <a:pt x="8830" y="2762"/>
                    </a:lnTo>
                    <a:lnTo>
                      <a:pt x="8768" y="2825"/>
                    </a:lnTo>
                    <a:lnTo>
                      <a:pt x="8768" y="2909"/>
                    </a:lnTo>
                    <a:lnTo>
                      <a:pt x="8726" y="3014"/>
                    </a:lnTo>
                    <a:lnTo>
                      <a:pt x="8663" y="3034"/>
                    </a:lnTo>
                    <a:lnTo>
                      <a:pt x="8454" y="3034"/>
                    </a:lnTo>
                    <a:lnTo>
                      <a:pt x="8266" y="2930"/>
                    </a:lnTo>
                    <a:lnTo>
                      <a:pt x="8182" y="2804"/>
                    </a:lnTo>
                    <a:lnTo>
                      <a:pt x="8140" y="2742"/>
                    </a:lnTo>
                    <a:lnTo>
                      <a:pt x="8098" y="2658"/>
                    </a:lnTo>
                    <a:lnTo>
                      <a:pt x="8161" y="2532"/>
                    </a:lnTo>
                    <a:lnTo>
                      <a:pt x="8286" y="2281"/>
                    </a:lnTo>
                    <a:lnTo>
                      <a:pt x="8307" y="2177"/>
                    </a:lnTo>
                    <a:lnTo>
                      <a:pt x="8412" y="2114"/>
                    </a:lnTo>
                    <a:lnTo>
                      <a:pt x="8579" y="2197"/>
                    </a:lnTo>
                    <a:lnTo>
                      <a:pt x="8663" y="2260"/>
                    </a:lnTo>
                    <a:lnTo>
                      <a:pt x="8768" y="2323"/>
                    </a:lnTo>
                    <a:lnTo>
                      <a:pt x="8768" y="2135"/>
                    </a:lnTo>
                    <a:lnTo>
                      <a:pt x="8768" y="1988"/>
                    </a:lnTo>
                    <a:lnTo>
                      <a:pt x="8810" y="1800"/>
                    </a:lnTo>
                    <a:lnTo>
                      <a:pt x="8810" y="1361"/>
                    </a:lnTo>
                    <a:lnTo>
                      <a:pt x="8789" y="1214"/>
                    </a:lnTo>
                    <a:lnTo>
                      <a:pt x="8747" y="1109"/>
                    </a:lnTo>
                    <a:lnTo>
                      <a:pt x="8747" y="1005"/>
                    </a:lnTo>
                    <a:lnTo>
                      <a:pt x="8747" y="984"/>
                    </a:lnTo>
                    <a:lnTo>
                      <a:pt x="8747" y="733"/>
                    </a:lnTo>
                    <a:lnTo>
                      <a:pt x="8684" y="586"/>
                    </a:lnTo>
                    <a:lnTo>
                      <a:pt x="8642" y="440"/>
                    </a:lnTo>
                    <a:lnTo>
                      <a:pt x="8621" y="273"/>
                    </a:lnTo>
                    <a:lnTo>
                      <a:pt x="8517" y="168"/>
                    </a:lnTo>
                    <a:lnTo>
                      <a:pt x="8328" y="126"/>
                    </a:lnTo>
                    <a:lnTo>
                      <a:pt x="8182" y="147"/>
                    </a:lnTo>
                    <a:lnTo>
                      <a:pt x="8098" y="168"/>
                    </a:lnTo>
                    <a:lnTo>
                      <a:pt x="8056" y="147"/>
                    </a:lnTo>
                    <a:lnTo>
                      <a:pt x="7910" y="105"/>
                    </a:lnTo>
                    <a:lnTo>
                      <a:pt x="7847" y="105"/>
                    </a:lnTo>
                    <a:lnTo>
                      <a:pt x="7784" y="21"/>
                    </a:lnTo>
                    <a:lnTo>
                      <a:pt x="765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" name="Google Shape;9191;p128">
              <a:extLst>
                <a:ext uri="{FF2B5EF4-FFF2-40B4-BE49-F238E27FC236}">
                  <a16:creationId xmlns:a16="http://schemas.microsoft.com/office/drawing/2014/main" id="{88A1C406-47A6-D91B-8F30-2C1CB6D37EBC}"/>
                </a:ext>
              </a:extLst>
            </p:cNvPr>
            <p:cNvSpPr/>
            <p:nvPr/>
          </p:nvSpPr>
          <p:spPr>
            <a:xfrm>
              <a:off x="3292646" y="3020419"/>
              <a:ext cx="18695" cy="5482"/>
            </a:xfrm>
            <a:custGeom>
              <a:avLst/>
              <a:gdLst/>
              <a:ahLst/>
              <a:cxnLst/>
              <a:rect l="l" t="t" r="r" b="b"/>
              <a:pathLst>
                <a:path w="1570" h="482" extrusionOk="0">
                  <a:moveTo>
                    <a:pt x="189" y="0"/>
                  </a:moveTo>
                  <a:lnTo>
                    <a:pt x="126" y="84"/>
                  </a:lnTo>
                  <a:lnTo>
                    <a:pt x="21" y="147"/>
                  </a:lnTo>
                  <a:lnTo>
                    <a:pt x="21" y="209"/>
                  </a:lnTo>
                  <a:lnTo>
                    <a:pt x="0" y="272"/>
                  </a:lnTo>
                  <a:lnTo>
                    <a:pt x="42" y="377"/>
                  </a:lnTo>
                  <a:lnTo>
                    <a:pt x="314" y="377"/>
                  </a:lnTo>
                  <a:lnTo>
                    <a:pt x="398" y="398"/>
                  </a:lnTo>
                  <a:lnTo>
                    <a:pt x="607" y="356"/>
                  </a:lnTo>
                  <a:lnTo>
                    <a:pt x="691" y="377"/>
                  </a:lnTo>
                  <a:lnTo>
                    <a:pt x="837" y="293"/>
                  </a:lnTo>
                  <a:cubicBezTo>
                    <a:pt x="1026" y="398"/>
                    <a:pt x="1235" y="356"/>
                    <a:pt x="1423" y="481"/>
                  </a:cubicBezTo>
                  <a:lnTo>
                    <a:pt x="1570" y="460"/>
                  </a:lnTo>
                  <a:lnTo>
                    <a:pt x="1528" y="398"/>
                  </a:lnTo>
                  <a:lnTo>
                    <a:pt x="1444" y="460"/>
                  </a:lnTo>
                  <a:lnTo>
                    <a:pt x="1444" y="440"/>
                  </a:lnTo>
                  <a:cubicBezTo>
                    <a:pt x="1360" y="377"/>
                    <a:pt x="1318" y="356"/>
                    <a:pt x="1235" y="335"/>
                  </a:cubicBezTo>
                  <a:lnTo>
                    <a:pt x="1277" y="293"/>
                  </a:lnTo>
                  <a:lnTo>
                    <a:pt x="1130" y="251"/>
                  </a:lnTo>
                  <a:lnTo>
                    <a:pt x="1046" y="335"/>
                  </a:lnTo>
                  <a:cubicBezTo>
                    <a:pt x="1005" y="335"/>
                    <a:pt x="942" y="335"/>
                    <a:pt x="921" y="293"/>
                  </a:cubicBezTo>
                  <a:lnTo>
                    <a:pt x="921" y="272"/>
                  </a:lnTo>
                  <a:lnTo>
                    <a:pt x="1046" y="147"/>
                  </a:lnTo>
                  <a:lnTo>
                    <a:pt x="942" y="105"/>
                  </a:lnTo>
                  <a:lnTo>
                    <a:pt x="921" y="42"/>
                  </a:lnTo>
                  <a:lnTo>
                    <a:pt x="837" y="0"/>
                  </a:lnTo>
                  <a:lnTo>
                    <a:pt x="607" y="42"/>
                  </a:lnTo>
                  <a:lnTo>
                    <a:pt x="1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9192;p128">
              <a:extLst>
                <a:ext uri="{FF2B5EF4-FFF2-40B4-BE49-F238E27FC236}">
                  <a16:creationId xmlns:a16="http://schemas.microsoft.com/office/drawing/2014/main" id="{3C610D72-EA00-E330-F1DE-32856053D926}"/>
                </a:ext>
              </a:extLst>
            </p:cNvPr>
            <p:cNvSpPr/>
            <p:nvPr/>
          </p:nvSpPr>
          <p:spPr>
            <a:xfrm>
              <a:off x="3260258" y="3010662"/>
              <a:ext cx="26423" cy="16661"/>
            </a:xfrm>
            <a:custGeom>
              <a:avLst/>
              <a:gdLst/>
              <a:ahLst/>
              <a:cxnLst/>
              <a:rect l="l" t="t" r="r" b="b"/>
              <a:pathLst>
                <a:path w="2219" h="1465" extrusionOk="0">
                  <a:moveTo>
                    <a:pt x="481" y="0"/>
                  </a:moveTo>
                  <a:lnTo>
                    <a:pt x="293" y="42"/>
                  </a:lnTo>
                  <a:lnTo>
                    <a:pt x="230" y="147"/>
                  </a:lnTo>
                  <a:lnTo>
                    <a:pt x="230" y="209"/>
                  </a:lnTo>
                  <a:lnTo>
                    <a:pt x="189" y="314"/>
                  </a:lnTo>
                  <a:lnTo>
                    <a:pt x="230" y="398"/>
                  </a:lnTo>
                  <a:lnTo>
                    <a:pt x="189" y="523"/>
                  </a:lnTo>
                  <a:lnTo>
                    <a:pt x="105" y="586"/>
                  </a:lnTo>
                  <a:lnTo>
                    <a:pt x="84" y="607"/>
                  </a:lnTo>
                  <a:lnTo>
                    <a:pt x="126" y="733"/>
                  </a:lnTo>
                  <a:lnTo>
                    <a:pt x="126" y="837"/>
                  </a:lnTo>
                  <a:lnTo>
                    <a:pt x="126" y="900"/>
                  </a:lnTo>
                  <a:lnTo>
                    <a:pt x="0" y="1046"/>
                  </a:lnTo>
                  <a:lnTo>
                    <a:pt x="0" y="1109"/>
                  </a:lnTo>
                  <a:lnTo>
                    <a:pt x="63" y="1130"/>
                  </a:lnTo>
                  <a:lnTo>
                    <a:pt x="126" y="1256"/>
                  </a:lnTo>
                  <a:lnTo>
                    <a:pt x="84" y="1339"/>
                  </a:lnTo>
                  <a:lnTo>
                    <a:pt x="189" y="1402"/>
                  </a:lnTo>
                  <a:lnTo>
                    <a:pt x="230" y="1444"/>
                  </a:lnTo>
                  <a:lnTo>
                    <a:pt x="293" y="1465"/>
                  </a:lnTo>
                  <a:lnTo>
                    <a:pt x="377" y="1318"/>
                  </a:lnTo>
                  <a:lnTo>
                    <a:pt x="502" y="1130"/>
                  </a:lnTo>
                  <a:lnTo>
                    <a:pt x="502" y="1088"/>
                  </a:lnTo>
                  <a:lnTo>
                    <a:pt x="544" y="984"/>
                  </a:lnTo>
                  <a:lnTo>
                    <a:pt x="607" y="1046"/>
                  </a:lnTo>
                  <a:lnTo>
                    <a:pt x="691" y="1046"/>
                  </a:lnTo>
                  <a:lnTo>
                    <a:pt x="753" y="921"/>
                  </a:lnTo>
                  <a:lnTo>
                    <a:pt x="837" y="984"/>
                  </a:lnTo>
                  <a:lnTo>
                    <a:pt x="837" y="1088"/>
                  </a:lnTo>
                  <a:lnTo>
                    <a:pt x="921" y="1130"/>
                  </a:lnTo>
                  <a:lnTo>
                    <a:pt x="1067" y="1088"/>
                  </a:lnTo>
                  <a:lnTo>
                    <a:pt x="1235" y="942"/>
                  </a:lnTo>
                  <a:lnTo>
                    <a:pt x="1381" y="900"/>
                  </a:lnTo>
                  <a:lnTo>
                    <a:pt x="1569" y="921"/>
                  </a:lnTo>
                  <a:lnTo>
                    <a:pt x="1674" y="900"/>
                  </a:lnTo>
                  <a:lnTo>
                    <a:pt x="1758" y="942"/>
                  </a:lnTo>
                  <a:lnTo>
                    <a:pt x="1883" y="984"/>
                  </a:lnTo>
                  <a:lnTo>
                    <a:pt x="2072" y="1005"/>
                  </a:lnTo>
                  <a:lnTo>
                    <a:pt x="2093" y="921"/>
                  </a:lnTo>
                  <a:lnTo>
                    <a:pt x="2176" y="921"/>
                  </a:lnTo>
                  <a:lnTo>
                    <a:pt x="2218" y="816"/>
                  </a:lnTo>
                  <a:lnTo>
                    <a:pt x="2176" y="733"/>
                  </a:lnTo>
                  <a:lnTo>
                    <a:pt x="1946" y="607"/>
                  </a:lnTo>
                  <a:lnTo>
                    <a:pt x="1862" y="607"/>
                  </a:lnTo>
                  <a:lnTo>
                    <a:pt x="1695" y="565"/>
                  </a:lnTo>
                  <a:lnTo>
                    <a:pt x="1632" y="565"/>
                  </a:lnTo>
                  <a:lnTo>
                    <a:pt x="1465" y="502"/>
                  </a:lnTo>
                  <a:lnTo>
                    <a:pt x="1277" y="398"/>
                  </a:lnTo>
                  <a:lnTo>
                    <a:pt x="1172" y="398"/>
                  </a:lnTo>
                  <a:lnTo>
                    <a:pt x="1256" y="377"/>
                  </a:lnTo>
                  <a:lnTo>
                    <a:pt x="1423" y="419"/>
                  </a:lnTo>
                  <a:lnTo>
                    <a:pt x="1674" y="419"/>
                  </a:lnTo>
                  <a:lnTo>
                    <a:pt x="1779" y="398"/>
                  </a:lnTo>
                  <a:lnTo>
                    <a:pt x="1695" y="356"/>
                  </a:lnTo>
                  <a:lnTo>
                    <a:pt x="1632" y="356"/>
                  </a:lnTo>
                  <a:lnTo>
                    <a:pt x="1444" y="314"/>
                  </a:lnTo>
                  <a:lnTo>
                    <a:pt x="1360" y="147"/>
                  </a:lnTo>
                  <a:lnTo>
                    <a:pt x="1256" y="147"/>
                  </a:lnTo>
                  <a:lnTo>
                    <a:pt x="1214" y="168"/>
                  </a:lnTo>
                  <a:lnTo>
                    <a:pt x="1130" y="105"/>
                  </a:lnTo>
                  <a:lnTo>
                    <a:pt x="649" y="0"/>
                  </a:lnTo>
                  <a:lnTo>
                    <a:pt x="586" y="42"/>
                  </a:lnTo>
                  <a:lnTo>
                    <a:pt x="48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9193;p128">
              <a:extLst>
                <a:ext uri="{FF2B5EF4-FFF2-40B4-BE49-F238E27FC236}">
                  <a16:creationId xmlns:a16="http://schemas.microsoft.com/office/drawing/2014/main" id="{06D31453-4781-A364-EF01-6283C6942A2D}"/>
                </a:ext>
              </a:extLst>
            </p:cNvPr>
            <p:cNvSpPr/>
            <p:nvPr/>
          </p:nvSpPr>
          <p:spPr>
            <a:xfrm>
              <a:off x="3408744" y="2329870"/>
              <a:ext cx="289769" cy="354333"/>
            </a:xfrm>
            <a:custGeom>
              <a:avLst/>
              <a:gdLst/>
              <a:ahLst/>
              <a:cxnLst/>
              <a:rect l="l" t="t" r="r" b="b"/>
              <a:pathLst>
                <a:path w="24335" h="31157" extrusionOk="0">
                  <a:moveTo>
                    <a:pt x="19167" y="16300"/>
                  </a:moveTo>
                  <a:lnTo>
                    <a:pt x="19161" y="16311"/>
                  </a:lnTo>
                  <a:lnTo>
                    <a:pt x="19167" y="16321"/>
                  </a:lnTo>
                  <a:lnTo>
                    <a:pt x="19167" y="16300"/>
                  </a:lnTo>
                  <a:close/>
                  <a:moveTo>
                    <a:pt x="16572" y="17849"/>
                  </a:moveTo>
                  <a:lnTo>
                    <a:pt x="16593" y="17870"/>
                  </a:lnTo>
                  <a:lnTo>
                    <a:pt x="16509" y="17870"/>
                  </a:lnTo>
                  <a:lnTo>
                    <a:pt x="16509" y="17849"/>
                  </a:lnTo>
                  <a:close/>
                  <a:moveTo>
                    <a:pt x="4771" y="22933"/>
                  </a:moveTo>
                  <a:lnTo>
                    <a:pt x="4813" y="22996"/>
                  </a:lnTo>
                  <a:lnTo>
                    <a:pt x="4792" y="23038"/>
                  </a:lnTo>
                  <a:lnTo>
                    <a:pt x="4750" y="23038"/>
                  </a:lnTo>
                  <a:lnTo>
                    <a:pt x="4688" y="23059"/>
                  </a:lnTo>
                  <a:lnTo>
                    <a:pt x="4709" y="23142"/>
                  </a:lnTo>
                  <a:lnTo>
                    <a:pt x="4792" y="23205"/>
                  </a:lnTo>
                  <a:lnTo>
                    <a:pt x="4960" y="23205"/>
                  </a:lnTo>
                  <a:lnTo>
                    <a:pt x="4981" y="23163"/>
                  </a:lnTo>
                  <a:lnTo>
                    <a:pt x="4960" y="23121"/>
                  </a:lnTo>
                  <a:lnTo>
                    <a:pt x="4960" y="23059"/>
                  </a:lnTo>
                  <a:lnTo>
                    <a:pt x="5001" y="23038"/>
                  </a:lnTo>
                  <a:lnTo>
                    <a:pt x="5127" y="23059"/>
                  </a:lnTo>
                  <a:lnTo>
                    <a:pt x="5169" y="23121"/>
                  </a:lnTo>
                  <a:lnTo>
                    <a:pt x="5106" y="23163"/>
                  </a:lnTo>
                  <a:lnTo>
                    <a:pt x="4960" y="23226"/>
                  </a:lnTo>
                  <a:lnTo>
                    <a:pt x="4750" y="23226"/>
                  </a:lnTo>
                  <a:lnTo>
                    <a:pt x="4750" y="23268"/>
                  </a:lnTo>
                  <a:lnTo>
                    <a:pt x="4855" y="23435"/>
                  </a:lnTo>
                  <a:lnTo>
                    <a:pt x="4981" y="23519"/>
                  </a:lnTo>
                  <a:lnTo>
                    <a:pt x="5064" y="23540"/>
                  </a:lnTo>
                  <a:lnTo>
                    <a:pt x="5085" y="23519"/>
                  </a:lnTo>
                  <a:lnTo>
                    <a:pt x="5190" y="23477"/>
                  </a:lnTo>
                  <a:lnTo>
                    <a:pt x="5211" y="23540"/>
                  </a:lnTo>
                  <a:lnTo>
                    <a:pt x="5190" y="23561"/>
                  </a:lnTo>
                  <a:lnTo>
                    <a:pt x="5127" y="23561"/>
                  </a:lnTo>
                  <a:lnTo>
                    <a:pt x="5064" y="23582"/>
                  </a:lnTo>
                  <a:lnTo>
                    <a:pt x="4897" y="23540"/>
                  </a:lnTo>
                  <a:lnTo>
                    <a:pt x="4771" y="23477"/>
                  </a:lnTo>
                  <a:lnTo>
                    <a:pt x="4646" y="23352"/>
                  </a:lnTo>
                  <a:lnTo>
                    <a:pt x="4541" y="23310"/>
                  </a:lnTo>
                  <a:lnTo>
                    <a:pt x="4436" y="23310"/>
                  </a:lnTo>
                  <a:lnTo>
                    <a:pt x="4332" y="23205"/>
                  </a:lnTo>
                  <a:lnTo>
                    <a:pt x="4185" y="23142"/>
                  </a:lnTo>
                  <a:lnTo>
                    <a:pt x="4164" y="23121"/>
                  </a:lnTo>
                  <a:lnTo>
                    <a:pt x="4081" y="23121"/>
                  </a:lnTo>
                  <a:lnTo>
                    <a:pt x="4018" y="23142"/>
                  </a:lnTo>
                  <a:lnTo>
                    <a:pt x="3913" y="23142"/>
                  </a:lnTo>
                  <a:lnTo>
                    <a:pt x="3892" y="23132"/>
                  </a:lnTo>
                  <a:lnTo>
                    <a:pt x="3892" y="23132"/>
                  </a:lnTo>
                  <a:lnTo>
                    <a:pt x="3913" y="23121"/>
                  </a:lnTo>
                  <a:lnTo>
                    <a:pt x="3976" y="23121"/>
                  </a:lnTo>
                  <a:lnTo>
                    <a:pt x="4123" y="23100"/>
                  </a:lnTo>
                  <a:lnTo>
                    <a:pt x="4164" y="23038"/>
                  </a:lnTo>
                  <a:lnTo>
                    <a:pt x="4185" y="23038"/>
                  </a:lnTo>
                  <a:lnTo>
                    <a:pt x="4185" y="23100"/>
                  </a:lnTo>
                  <a:lnTo>
                    <a:pt x="4248" y="23121"/>
                  </a:lnTo>
                  <a:lnTo>
                    <a:pt x="4332" y="23121"/>
                  </a:lnTo>
                  <a:lnTo>
                    <a:pt x="4436" y="23247"/>
                  </a:lnTo>
                  <a:lnTo>
                    <a:pt x="4478" y="23268"/>
                  </a:lnTo>
                  <a:lnTo>
                    <a:pt x="4562" y="23226"/>
                  </a:lnTo>
                  <a:lnTo>
                    <a:pt x="4604" y="23142"/>
                  </a:lnTo>
                  <a:lnTo>
                    <a:pt x="4604" y="23059"/>
                  </a:lnTo>
                  <a:lnTo>
                    <a:pt x="4583" y="23017"/>
                  </a:lnTo>
                  <a:lnTo>
                    <a:pt x="4583" y="22954"/>
                  </a:lnTo>
                  <a:lnTo>
                    <a:pt x="4688" y="22954"/>
                  </a:lnTo>
                  <a:lnTo>
                    <a:pt x="4709" y="22933"/>
                  </a:lnTo>
                  <a:close/>
                  <a:moveTo>
                    <a:pt x="4269" y="25193"/>
                  </a:moveTo>
                  <a:lnTo>
                    <a:pt x="4290" y="25277"/>
                  </a:lnTo>
                  <a:lnTo>
                    <a:pt x="4395" y="25297"/>
                  </a:lnTo>
                  <a:lnTo>
                    <a:pt x="4436" y="25339"/>
                  </a:lnTo>
                  <a:lnTo>
                    <a:pt x="4353" y="25339"/>
                  </a:lnTo>
                  <a:lnTo>
                    <a:pt x="4290" y="25318"/>
                  </a:lnTo>
                  <a:lnTo>
                    <a:pt x="4123" y="25318"/>
                  </a:lnTo>
                  <a:lnTo>
                    <a:pt x="4060" y="25381"/>
                  </a:lnTo>
                  <a:lnTo>
                    <a:pt x="4039" y="25318"/>
                  </a:lnTo>
                  <a:lnTo>
                    <a:pt x="3976" y="25339"/>
                  </a:lnTo>
                  <a:lnTo>
                    <a:pt x="3955" y="25444"/>
                  </a:lnTo>
                  <a:lnTo>
                    <a:pt x="3913" y="25486"/>
                  </a:lnTo>
                  <a:lnTo>
                    <a:pt x="3851" y="25528"/>
                  </a:lnTo>
                  <a:lnTo>
                    <a:pt x="3725" y="25549"/>
                  </a:lnTo>
                  <a:lnTo>
                    <a:pt x="3641" y="25611"/>
                  </a:lnTo>
                  <a:lnTo>
                    <a:pt x="3725" y="25528"/>
                  </a:lnTo>
                  <a:lnTo>
                    <a:pt x="3830" y="25507"/>
                  </a:lnTo>
                  <a:lnTo>
                    <a:pt x="3872" y="25444"/>
                  </a:lnTo>
                  <a:lnTo>
                    <a:pt x="3913" y="25381"/>
                  </a:lnTo>
                  <a:lnTo>
                    <a:pt x="3955" y="25318"/>
                  </a:lnTo>
                  <a:lnTo>
                    <a:pt x="4018" y="25318"/>
                  </a:lnTo>
                  <a:lnTo>
                    <a:pt x="4227" y="25193"/>
                  </a:lnTo>
                  <a:close/>
                  <a:moveTo>
                    <a:pt x="16614" y="1"/>
                  </a:moveTo>
                  <a:lnTo>
                    <a:pt x="16530" y="22"/>
                  </a:lnTo>
                  <a:lnTo>
                    <a:pt x="16489" y="84"/>
                  </a:lnTo>
                  <a:lnTo>
                    <a:pt x="16489" y="168"/>
                  </a:lnTo>
                  <a:lnTo>
                    <a:pt x="16509" y="273"/>
                  </a:lnTo>
                  <a:lnTo>
                    <a:pt x="16509" y="336"/>
                  </a:lnTo>
                  <a:lnTo>
                    <a:pt x="16468" y="398"/>
                  </a:lnTo>
                  <a:lnTo>
                    <a:pt x="16405" y="336"/>
                  </a:lnTo>
                  <a:lnTo>
                    <a:pt x="16384" y="210"/>
                  </a:lnTo>
                  <a:lnTo>
                    <a:pt x="16321" y="126"/>
                  </a:lnTo>
                  <a:lnTo>
                    <a:pt x="16279" y="126"/>
                  </a:lnTo>
                  <a:lnTo>
                    <a:pt x="16216" y="84"/>
                  </a:lnTo>
                  <a:lnTo>
                    <a:pt x="16175" y="64"/>
                  </a:lnTo>
                  <a:lnTo>
                    <a:pt x="16154" y="105"/>
                  </a:lnTo>
                  <a:lnTo>
                    <a:pt x="16112" y="210"/>
                  </a:lnTo>
                  <a:lnTo>
                    <a:pt x="16070" y="273"/>
                  </a:lnTo>
                  <a:lnTo>
                    <a:pt x="15986" y="231"/>
                  </a:lnTo>
                  <a:lnTo>
                    <a:pt x="15903" y="273"/>
                  </a:lnTo>
                  <a:lnTo>
                    <a:pt x="15882" y="377"/>
                  </a:lnTo>
                  <a:lnTo>
                    <a:pt x="15924" y="440"/>
                  </a:lnTo>
                  <a:lnTo>
                    <a:pt x="15965" y="503"/>
                  </a:lnTo>
                  <a:lnTo>
                    <a:pt x="15882" y="587"/>
                  </a:lnTo>
                  <a:lnTo>
                    <a:pt x="15777" y="712"/>
                  </a:lnTo>
                  <a:lnTo>
                    <a:pt x="15777" y="754"/>
                  </a:lnTo>
                  <a:lnTo>
                    <a:pt x="15861" y="796"/>
                  </a:lnTo>
                  <a:lnTo>
                    <a:pt x="15882" y="838"/>
                  </a:lnTo>
                  <a:lnTo>
                    <a:pt x="15840" y="901"/>
                  </a:lnTo>
                  <a:lnTo>
                    <a:pt x="15777" y="901"/>
                  </a:lnTo>
                  <a:lnTo>
                    <a:pt x="15631" y="817"/>
                  </a:lnTo>
                  <a:lnTo>
                    <a:pt x="15421" y="817"/>
                  </a:lnTo>
                  <a:lnTo>
                    <a:pt x="15380" y="963"/>
                  </a:lnTo>
                  <a:lnTo>
                    <a:pt x="15421" y="1131"/>
                  </a:lnTo>
                  <a:lnTo>
                    <a:pt x="15484" y="1277"/>
                  </a:lnTo>
                  <a:lnTo>
                    <a:pt x="15631" y="1340"/>
                  </a:lnTo>
                  <a:lnTo>
                    <a:pt x="15672" y="1382"/>
                  </a:lnTo>
                  <a:lnTo>
                    <a:pt x="15672" y="1445"/>
                  </a:lnTo>
                  <a:lnTo>
                    <a:pt x="15547" y="1403"/>
                  </a:lnTo>
                  <a:lnTo>
                    <a:pt x="15421" y="1340"/>
                  </a:lnTo>
                  <a:lnTo>
                    <a:pt x="15317" y="1152"/>
                  </a:lnTo>
                  <a:lnTo>
                    <a:pt x="15128" y="1026"/>
                  </a:lnTo>
                  <a:lnTo>
                    <a:pt x="15045" y="963"/>
                  </a:lnTo>
                  <a:lnTo>
                    <a:pt x="15024" y="1026"/>
                  </a:lnTo>
                  <a:lnTo>
                    <a:pt x="15045" y="1068"/>
                  </a:lnTo>
                  <a:lnTo>
                    <a:pt x="15045" y="1173"/>
                  </a:lnTo>
                  <a:lnTo>
                    <a:pt x="15066" y="1256"/>
                  </a:lnTo>
                  <a:lnTo>
                    <a:pt x="15128" y="1340"/>
                  </a:lnTo>
                  <a:lnTo>
                    <a:pt x="15128" y="1465"/>
                  </a:lnTo>
                  <a:lnTo>
                    <a:pt x="15045" y="1549"/>
                  </a:lnTo>
                  <a:lnTo>
                    <a:pt x="15045" y="1382"/>
                  </a:lnTo>
                  <a:lnTo>
                    <a:pt x="15003" y="1256"/>
                  </a:lnTo>
                  <a:lnTo>
                    <a:pt x="14919" y="1110"/>
                  </a:lnTo>
                  <a:lnTo>
                    <a:pt x="14919" y="1026"/>
                  </a:lnTo>
                  <a:lnTo>
                    <a:pt x="14836" y="921"/>
                  </a:lnTo>
                  <a:lnTo>
                    <a:pt x="14731" y="859"/>
                  </a:lnTo>
                  <a:lnTo>
                    <a:pt x="14647" y="984"/>
                  </a:lnTo>
                  <a:lnTo>
                    <a:pt x="14605" y="1068"/>
                  </a:lnTo>
                  <a:lnTo>
                    <a:pt x="14543" y="984"/>
                  </a:lnTo>
                  <a:lnTo>
                    <a:pt x="14605" y="921"/>
                  </a:lnTo>
                  <a:lnTo>
                    <a:pt x="14605" y="859"/>
                  </a:lnTo>
                  <a:lnTo>
                    <a:pt x="14522" y="817"/>
                  </a:lnTo>
                  <a:lnTo>
                    <a:pt x="14501" y="733"/>
                  </a:lnTo>
                  <a:lnTo>
                    <a:pt x="14480" y="691"/>
                  </a:lnTo>
                  <a:lnTo>
                    <a:pt x="14375" y="691"/>
                  </a:lnTo>
                  <a:lnTo>
                    <a:pt x="14292" y="733"/>
                  </a:lnTo>
                  <a:lnTo>
                    <a:pt x="14271" y="712"/>
                  </a:lnTo>
                  <a:lnTo>
                    <a:pt x="14292" y="628"/>
                  </a:lnTo>
                  <a:lnTo>
                    <a:pt x="14375" y="545"/>
                  </a:lnTo>
                  <a:lnTo>
                    <a:pt x="14271" y="566"/>
                  </a:lnTo>
                  <a:lnTo>
                    <a:pt x="14166" y="670"/>
                  </a:lnTo>
                  <a:lnTo>
                    <a:pt x="14124" y="754"/>
                  </a:lnTo>
                  <a:lnTo>
                    <a:pt x="14020" y="817"/>
                  </a:lnTo>
                  <a:lnTo>
                    <a:pt x="13957" y="838"/>
                  </a:lnTo>
                  <a:lnTo>
                    <a:pt x="13852" y="984"/>
                  </a:lnTo>
                  <a:lnTo>
                    <a:pt x="13810" y="984"/>
                  </a:lnTo>
                  <a:lnTo>
                    <a:pt x="13768" y="880"/>
                  </a:lnTo>
                  <a:lnTo>
                    <a:pt x="13685" y="817"/>
                  </a:lnTo>
                  <a:lnTo>
                    <a:pt x="13643" y="817"/>
                  </a:lnTo>
                  <a:lnTo>
                    <a:pt x="13601" y="880"/>
                  </a:lnTo>
                  <a:lnTo>
                    <a:pt x="13580" y="963"/>
                  </a:lnTo>
                  <a:lnTo>
                    <a:pt x="13601" y="1089"/>
                  </a:lnTo>
                  <a:lnTo>
                    <a:pt x="13768" y="1193"/>
                  </a:lnTo>
                  <a:lnTo>
                    <a:pt x="13768" y="1256"/>
                  </a:lnTo>
                  <a:lnTo>
                    <a:pt x="13685" y="1256"/>
                  </a:lnTo>
                  <a:lnTo>
                    <a:pt x="13643" y="1382"/>
                  </a:lnTo>
                  <a:lnTo>
                    <a:pt x="13643" y="1507"/>
                  </a:lnTo>
                  <a:lnTo>
                    <a:pt x="13768" y="1591"/>
                  </a:lnTo>
                  <a:lnTo>
                    <a:pt x="13852" y="1570"/>
                  </a:lnTo>
                  <a:lnTo>
                    <a:pt x="13915" y="1507"/>
                  </a:lnTo>
                  <a:lnTo>
                    <a:pt x="14103" y="1507"/>
                  </a:lnTo>
                  <a:lnTo>
                    <a:pt x="14229" y="1675"/>
                  </a:lnTo>
                  <a:lnTo>
                    <a:pt x="14333" y="1717"/>
                  </a:lnTo>
                  <a:lnTo>
                    <a:pt x="14396" y="1800"/>
                  </a:lnTo>
                  <a:lnTo>
                    <a:pt x="14375" y="1863"/>
                  </a:lnTo>
                  <a:lnTo>
                    <a:pt x="14375" y="1926"/>
                  </a:lnTo>
                  <a:lnTo>
                    <a:pt x="14396" y="2072"/>
                  </a:lnTo>
                  <a:lnTo>
                    <a:pt x="14333" y="2219"/>
                  </a:lnTo>
                  <a:lnTo>
                    <a:pt x="14333" y="2302"/>
                  </a:lnTo>
                  <a:lnTo>
                    <a:pt x="14417" y="2407"/>
                  </a:lnTo>
                  <a:lnTo>
                    <a:pt x="14417" y="2533"/>
                  </a:lnTo>
                  <a:lnTo>
                    <a:pt x="14438" y="2616"/>
                  </a:lnTo>
                  <a:lnTo>
                    <a:pt x="14543" y="2700"/>
                  </a:lnTo>
                  <a:lnTo>
                    <a:pt x="14626" y="2700"/>
                  </a:lnTo>
                  <a:lnTo>
                    <a:pt x="14710" y="2784"/>
                  </a:lnTo>
                  <a:lnTo>
                    <a:pt x="14836" y="2846"/>
                  </a:lnTo>
                  <a:lnTo>
                    <a:pt x="14836" y="2909"/>
                  </a:lnTo>
                  <a:lnTo>
                    <a:pt x="14856" y="2993"/>
                  </a:lnTo>
                  <a:lnTo>
                    <a:pt x="14731" y="2888"/>
                  </a:lnTo>
                  <a:lnTo>
                    <a:pt x="14584" y="2805"/>
                  </a:lnTo>
                  <a:lnTo>
                    <a:pt x="14417" y="2805"/>
                  </a:lnTo>
                  <a:lnTo>
                    <a:pt x="14333" y="2742"/>
                  </a:lnTo>
                  <a:lnTo>
                    <a:pt x="14312" y="2679"/>
                  </a:lnTo>
                  <a:lnTo>
                    <a:pt x="14312" y="2533"/>
                  </a:lnTo>
                  <a:lnTo>
                    <a:pt x="14271" y="2323"/>
                  </a:lnTo>
                  <a:lnTo>
                    <a:pt x="14312" y="2219"/>
                  </a:lnTo>
                  <a:lnTo>
                    <a:pt x="14312" y="2114"/>
                  </a:lnTo>
                  <a:lnTo>
                    <a:pt x="14208" y="2009"/>
                  </a:lnTo>
                  <a:lnTo>
                    <a:pt x="14208" y="1926"/>
                  </a:lnTo>
                  <a:lnTo>
                    <a:pt x="14166" y="1779"/>
                  </a:lnTo>
                  <a:lnTo>
                    <a:pt x="14103" y="1737"/>
                  </a:lnTo>
                  <a:lnTo>
                    <a:pt x="14020" y="1696"/>
                  </a:lnTo>
                  <a:lnTo>
                    <a:pt x="13957" y="1654"/>
                  </a:lnTo>
                  <a:lnTo>
                    <a:pt x="13852" y="1633"/>
                  </a:lnTo>
                  <a:lnTo>
                    <a:pt x="13748" y="1675"/>
                  </a:lnTo>
                  <a:lnTo>
                    <a:pt x="13601" y="1696"/>
                  </a:lnTo>
                  <a:lnTo>
                    <a:pt x="13538" y="1675"/>
                  </a:lnTo>
                  <a:lnTo>
                    <a:pt x="13476" y="1675"/>
                  </a:lnTo>
                  <a:lnTo>
                    <a:pt x="13434" y="1863"/>
                  </a:lnTo>
                  <a:lnTo>
                    <a:pt x="13476" y="1905"/>
                  </a:lnTo>
                  <a:lnTo>
                    <a:pt x="13476" y="2009"/>
                  </a:lnTo>
                  <a:lnTo>
                    <a:pt x="13434" y="2072"/>
                  </a:lnTo>
                  <a:lnTo>
                    <a:pt x="13266" y="1989"/>
                  </a:lnTo>
                  <a:lnTo>
                    <a:pt x="13078" y="1779"/>
                  </a:lnTo>
                  <a:lnTo>
                    <a:pt x="13036" y="1779"/>
                  </a:lnTo>
                  <a:lnTo>
                    <a:pt x="12973" y="1821"/>
                  </a:lnTo>
                  <a:lnTo>
                    <a:pt x="12931" y="1821"/>
                  </a:lnTo>
                  <a:lnTo>
                    <a:pt x="12869" y="1758"/>
                  </a:lnTo>
                  <a:lnTo>
                    <a:pt x="12701" y="1717"/>
                  </a:lnTo>
                  <a:lnTo>
                    <a:pt x="12639" y="1779"/>
                  </a:lnTo>
                  <a:lnTo>
                    <a:pt x="12639" y="1884"/>
                  </a:lnTo>
                  <a:lnTo>
                    <a:pt x="12701" y="2009"/>
                  </a:lnTo>
                  <a:lnTo>
                    <a:pt x="12639" y="2093"/>
                  </a:lnTo>
                  <a:lnTo>
                    <a:pt x="12701" y="2198"/>
                  </a:lnTo>
                  <a:lnTo>
                    <a:pt x="12743" y="2344"/>
                  </a:lnTo>
                  <a:lnTo>
                    <a:pt x="12722" y="2491"/>
                  </a:lnTo>
                  <a:lnTo>
                    <a:pt x="12743" y="2533"/>
                  </a:lnTo>
                  <a:lnTo>
                    <a:pt x="12764" y="2700"/>
                  </a:lnTo>
                  <a:lnTo>
                    <a:pt x="12743" y="2742"/>
                  </a:lnTo>
                  <a:lnTo>
                    <a:pt x="12743" y="2846"/>
                  </a:lnTo>
                  <a:lnTo>
                    <a:pt x="12827" y="3014"/>
                  </a:lnTo>
                  <a:lnTo>
                    <a:pt x="12848" y="3118"/>
                  </a:lnTo>
                  <a:lnTo>
                    <a:pt x="12827" y="3265"/>
                  </a:lnTo>
                  <a:lnTo>
                    <a:pt x="12827" y="3349"/>
                  </a:lnTo>
                  <a:lnTo>
                    <a:pt x="12911" y="3453"/>
                  </a:lnTo>
                  <a:lnTo>
                    <a:pt x="12931" y="3579"/>
                  </a:lnTo>
                  <a:lnTo>
                    <a:pt x="12931" y="3662"/>
                  </a:lnTo>
                  <a:lnTo>
                    <a:pt x="13057" y="3767"/>
                  </a:lnTo>
                  <a:lnTo>
                    <a:pt x="13120" y="3851"/>
                  </a:lnTo>
                  <a:lnTo>
                    <a:pt x="13120" y="3955"/>
                  </a:lnTo>
                  <a:lnTo>
                    <a:pt x="13162" y="3997"/>
                  </a:lnTo>
                  <a:lnTo>
                    <a:pt x="13245" y="3997"/>
                  </a:lnTo>
                  <a:lnTo>
                    <a:pt x="13245" y="4060"/>
                  </a:lnTo>
                  <a:lnTo>
                    <a:pt x="13266" y="4123"/>
                  </a:lnTo>
                  <a:lnTo>
                    <a:pt x="13371" y="4186"/>
                  </a:lnTo>
                  <a:lnTo>
                    <a:pt x="13392" y="4206"/>
                  </a:lnTo>
                  <a:lnTo>
                    <a:pt x="13371" y="4227"/>
                  </a:lnTo>
                  <a:lnTo>
                    <a:pt x="13266" y="4227"/>
                  </a:lnTo>
                  <a:lnTo>
                    <a:pt x="13224" y="4206"/>
                  </a:lnTo>
                  <a:lnTo>
                    <a:pt x="13141" y="4206"/>
                  </a:lnTo>
                  <a:lnTo>
                    <a:pt x="13078" y="4165"/>
                  </a:lnTo>
                  <a:lnTo>
                    <a:pt x="13078" y="4081"/>
                  </a:lnTo>
                  <a:lnTo>
                    <a:pt x="13057" y="4018"/>
                  </a:lnTo>
                  <a:lnTo>
                    <a:pt x="12973" y="3997"/>
                  </a:lnTo>
                  <a:lnTo>
                    <a:pt x="12911" y="4018"/>
                  </a:lnTo>
                  <a:lnTo>
                    <a:pt x="12848" y="4018"/>
                  </a:lnTo>
                  <a:lnTo>
                    <a:pt x="12827" y="3976"/>
                  </a:lnTo>
                  <a:lnTo>
                    <a:pt x="12827" y="3872"/>
                  </a:lnTo>
                  <a:lnTo>
                    <a:pt x="12806" y="3851"/>
                  </a:lnTo>
                  <a:lnTo>
                    <a:pt x="12743" y="3893"/>
                  </a:lnTo>
                  <a:lnTo>
                    <a:pt x="12659" y="4060"/>
                  </a:lnTo>
                  <a:lnTo>
                    <a:pt x="12534" y="4102"/>
                  </a:lnTo>
                  <a:lnTo>
                    <a:pt x="12450" y="4102"/>
                  </a:lnTo>
                  <a:lnTo>
                    <a:pt x="12325" y="3997"/>
                  </a:lnTo>
                  <a:lnTo>
                    <a:pt x="12220" y="3997"/>
                  </a:lnTo>
                  <a:lnTo>
                    <a:pt x="12178" y="3914"/>
                  </a:lnTo>
                  <a:lnTo>
                    <a:pt x="12178" y="3809"/>
                  </a:lnTo>
                  <a:lnTo>
                    <a:pt x="12199" y="3683"/>
                  </a:lnTo>
                  <a:lnTo>
                    <a:pt x="12115" y="3495"/>
                  </a:lnTo>
                  <a:lnTo>
                    <a:pt x="12074" y="3453"/>
                  </a:lnTo>
                  <a:lnTo>
                    <a:pt x="12032" y="3328"/>
                  </a:lnTo>
                  <a:lnTo>
                    <a:pt x="12032" y="3244"/>
                  </a:lnTo>
                  <a:lnTo>
                    <a:pt x="12095" y="3181"/>
                  </a:lnTo>
                  <a:lnTo>
                    <a:pt x="12115" y="3139"/>
                  </a:lnTo>
                  <a:lnTo>
                    <a:pt x="12095" y="2867"/>
                  </a:lnTo>
                  <a:lnTo>
                    <a:pt x="12011" y="2742"/>
                  </a:lnTo>
                  <a:lnTo>
                    <a:pt x="11906" y="2595"/>
                  </a:lnTo>
                  <a:lnTo>
                    <a:pt x="11906" y="2491"/>
                  </a:lnTo>
                  <a:lnTo>
                    <a:pt x="11802" y="2240"/>
                  </a:lnTo>
                  <a:lnTo>
                    <a:pt x="11760" y="2135"/>
                  </a:lnTo>
                  <a:lnTo>
                    <a:pt x="11676" y="2093"/>
                  </a:lnTo>
                  <a:lnTo>
                    <a:pt x="11655" y="2009"/>
                  </a:lnTo>
                  <a:lnTo>
                    <a:pt x="11571" y="1989"/>
                  </a:lnTo>
                  <a:lnTo>
                    <a:pt x="11467" y="1968"/>
                  </a:lnTo>
                  <a:lnTo>
                    <a:pt x="11383" y="1905"/>
                  </a:lnTo>
                  <a:lnTo>
                    <a:pt x="11279" y="1926"/>
                  </a:lnTo>
                  <a:lnTo>
                    <a:pt x="11237" y="1989"/>
                  </a:lnTo>
                  <a:lnTo>
                    <a:pt x="11237" y="2114"/>
                  </a:lnTo>
                  <a:lnTo>
                    <a:pt x="11195" y="2177"/>
                  </a:lnTo>
                  <a:lnTo>
                    <a:pt x="11237" y="2240"/>
                  </a:lnTo>
                  <a:lnTo>
                    <a:pt x="11195" y="2323"/>
                  </a:lnTo>
                  <a:lnTo>
                    <a:pt x="11132" y="2533"/>
                  </a:lnTo>
                  <a:lnTo>
                    <a:pt x="11132" y="2658"/>
                  </a:lnTo>
                  <a:lnTo>
                    <a:pt x="11153" y="2825"/>
                  </a:lnTo>
                  <a:lnTo>
                    <a:pt x="11195" y="2867"/>
                  </a:lnTo>
                  <a:lnTo>
                    <a:pt x="11174" y="3035"/>
                  </a:lnTo>
                  <a:lnTo>
                    <a:pt x="11132" y="3181"/>
                  </a:lnTo>
                  <a:lnTo>
                    <a:pt x="11153" y="3286"/>
                  </a:lnTo>
                  <a:lnTo>
                    <a:pt x="11153" y="3495"/>
                  </a:lnTo>
                  <a:lnTo>
                    <a:pt x="11090" y="3537"/>
                  </a:lnTo>
                  <a:lnTo>
                    <a:pt x="11048" y="3474"/>
                  </a:lnTo>
                  <a:lnTo>
                    <a:pt x="10986" y="3453"/>
                  </a:lnTo>
                  <a:lnTo>
                    <a:pt x="10944" y="3495"/>
                  </a:lnTo>
                  <a:lnTo>
                    <a:pt x="10860" y="3474"/>
                  </a:lnTo>
                  <a:lnTo>
                    <a:pt x="10839" y="3453"/>
                  </a:lnTo>
                  <a:lnTo>
                    <a:pt x="10755" y="3432"/>
                  </a:lnTo>
                  <a:lnTo>
                    <a:pt x="10630" y="3390"/>
                  </a:lnTo>
                  <a:lnTo>
                    <a:pt x="10546" y="3328"/>
                  </a:lnTo>
                  <a:lnTo>
                    <a:pt x="10504" y="3328"/>
                  </a:lnTo>
                  <a:lnTo>
                    <a:pt x="10462" y="3349"/>
                  </a:lnTo>
                  <a:lnTo>
                    <a:pt x="10504" y="3432"/>
                  </a:lnTo>
                  <a:lnTo>
                    <a:pt x="10567" y="3495"/>
                  </a:lnTo>
                  <a:lnTo>
                    <a:pt x="10567" y="3558"/>
                  </a:lnTo>
                  <a:lnTo>
                    <a:pt x="10546" y="3600"/>
                  </a:lnTo>
                  <a:lnTo>
                    <a:pt x="10525" y="3662"/>
                  </a:lnTo>
                  <a:lnTo>
                    <a:pt x="10462" y="3662"/>
                  </a:lnTo>
                  <a:lnTo>
                    <a:pt x="10442" y="3641"/>
                  </a:lnTo>
                  <a:lnTo>
                    <a:pt x="10358" y="3641"/>
                  </a:lnTo>
                  <a:lnTo>
                    <a:pt x="10316" y="3579"/>
                  </a:lnTo>
                  <a:lnTo>
                    <a:pt x="10316" y="3432"/>
                  </a:lnTo>
                  <a:lnTo>
                    <a:pt x="10232" y="3286"/>
                  </a:lnTo>
                  <a:lnTo>
                    <a:pt x="10211" y="3160"/>
                  </a:lnTo>
                  <a:lnTo>
                    <a:pt x="10190" y="3056"/>
                  </a:lnTo>
                  <a:lnTo>
                    <a:pt x="10107" y="2972"/>
                  </a:lnTo>
                  <a:lnTo>
                    <a:pt x="10107" y="2909"/>
                  </a:lnTo>
                  <a:lnTo>
                    <a:pt x="10044" y="2825"/>
                  </a:lnTo>
                  <a:lnTo>
                    <a:pt x="9981" y="2909"/>
                  </a:lnTo>
                  <a:lnTo>
                    <a:pt x="10023" y="2993"/>
                  </a:lnTo>
                  <a:lnTo>
                    <a:pt x="9981" y="3035"/>
                  </a:lnTo>
                  <a:lnTo>
                    <a:pt x="9981" y="3118"/>
                  </a:lnTo>
                  <a:lnTo>
                    <a:pt x="9939" y="3202"/>
                  </a:lnTo>
                  <a:lnTo>
                    <a:pt x="9898" y="3244"/>
                  </a:lnTo>
                  <a:lnTo>
                    <a:pt x="9814" y="3265"/>
                  </a:lnTo>
                  <a:lnTo>
                    <a:pt x="9772" y="3369"/>
                  </a:lnTo>
                  <a:lnTo>
                    <a:pt x="9667" y="3537"/>
                  </a:lnTo>
                  <a:lnTo>
                    <a:pt x="9584" y="3621"/>
                  </a:lnTo>
                  <a:lnTo>
                    <a:pt x="9584" y="3662"/>
                  </a:lnTo>
                  <a:lnTo>
                    <a:pt x="9521" y="3725"/>
                  </a:lnTo>
                  <a:lnTo>
                    <a:pt x="9458" y="3851"/>
                  </a:lnTo>
                  <a:lnTo>
                    <a:pt x="9395" y="3851"/>
                  </a:lnTo>
                  <a:lnTo>
                    <a:pt x="9374" y="3788"/>
                  </a:lnTo>
                  <a:lnTo>
                    <a:pt x="9395" y="3683"/>
                  </a:lnTo>
                  <a:lnTo>
                    <a:pt x="9479" y="3579"/>
                  </a:lnTo>
                  <a:lnTo>
                    <a:pt x="9500" y="3474"/>
                  </a:lnTo>
                  <a:lnTo>
                    <a:pt x="9563" y="3432"/>
                  </a:lnTo>
                  <a:lnTo>
                    <a:pt x="9667" y="3369"/>
                  </a:lnTo>
                  <a:lnTo>
                    <a:pt x="9709" y="3244"/>
                  </a:lnTo>
                  <a:lnTo>
                    <a:pt x="9793" y="3160"/>
                  </a:lnTo>
                  <a:lnTo>
                    <a:pt x="9814" y="3077"/>
                  </a:lnTo>
                  <a:lnTo>
                    <a:pt x="9814" y="3035"/>
                  </a:lnTo>
                  <a:lnTo>
                    <a:pt x="9772" y="2993"/>
                  </a:lnTo>
                  <a:lnTo>
                    <a:pt x="9793" y="2930"/>
                  </a:lnTo>
                  <a:lnTo>
                    <a:pt x="9877" y="2909"/>
                  </a:lnTo>
                  <a:lnTo>
                    <a:pt x="9898" y="2825"/>
                  </a:lnTo>
                  <a:lnTo>
                    <a:pt x="9898" y="2742"/>
                  </a:lnTo>
                  <a:lnTo>
                    <a:pt x="9939" y="2637"/>
                  </a:lnTo>
                  <a:lnTo>
                    <a:pt x="10023" y="2470"/>
                  </a:lnTo>
                  <a:lnTo>
                    <a:pt x="10023" y="2365"/>
                  </a:lnTo>
                  <a:lnTo>
                    <a:pt x="10086" y="2198"/>
                  </a:lnTo>
                  <a:lnTo>
                    <a:pt x="10107" y="1947"/>
                  </a:lnTo>
                  <a:lnTo>
                    <a:pt x="10086" y="1863"/>
                  </a:lnTo>
                  <a:lnTo>
                    <a:pt x="9918" y="1842"/>
                  </a:lnTo>
                  <a:lnTo>
                    <a:pt x="9814" y="1863"/>
                  </a:lnTo>
                  <a:lnTo>
                    <a:pt x="9709" y="1947"/>
                  </a:lnTo>
                  <a:lnTo>
                    <a:pt x="9605" y="1884"/>
                  </a:lnTo>
                  <a:lnTo>
                    <a:pt x="9521" y="1863"/>
                  </a:lnTo>
                  <a:lnTo>
                    <a:pt x="9479" y="1884"/>
                  </a:lnTo>
                  <a:lnTo>
                    <a:pt x="9500" y="1968"/>
                  </a:lnTo>
                  <a:lnTo>
                    <a:pt x="9584" y="2051"/>
                  </a:lnTo>
                  <a:lnTo>
                    <a:pt x="9584" y="2198"/>
                  </a:lnTo>
                  <a:lnTo>
                    <a:pt x="9563" y="2281"/>
                  </a:lnTo>
                  <a:lnTo>
                    <a:pt x="9500" y="2219"/>
                  </a:lnTo>
                  <a:lnTo>
                    <a:pt x="9479" y="2093"/>
                  </a:lnTo>
                  <a:lnTo>
                    <a:pt x="9395" y="2009"/>
                  </a:lnTo>
                  <a:lnTo>
                    <a:pt x="9312" y="1989"/>
                  </a:lnTo>
                  <a:lnTo>
                    <a:pt x="9165" y="2114"/>
                  </a:lnTo>
                  <a:lnTo>
                    <a:pt x="9165" y="2219"/>
                  </a:lnTo>
                  <a:lnTo>
                    <a:pt x="9207" y="2302"/>
                  </a:lnTo>
                  <a:lnTo>
                    <a:pt x="9165" y="2386"/>
                  </a:lnTo>
                  <a:lnTo>
                    <a:pt x="9061" y="2386"/>
                  </a:lnTo>
                  <a:lnTo>
                    <a:pt x="9061" y="2323"/>
                  </a:lnTo>
                  <a:lnTo>
                    <a:pt x="9061" y="2219"/>
                  </a:lnTo>
                  <a:lnTo>
                    <a:pt x="9040" y="2114"/>
                  </a:lnTo>
                  <a:lnTo>
                    <a:pt x="8956" y="2072"/>
                  </a:lnTo>
                  <a:lnTo>
                    <a:pt x="8747" y="2072"/>
                  </a:lnTo>
                  <a:lnTo>
                    <a:pt x="8538" y="2156"/>
                  </a:lnTo>
                  <a:lnTo>
                    <a:pt x="8307" y="2156"/>
                  </a:lnTo>
                  <a:lnTo>
                    <a:pt x="8140" y="2093"/>
                  </a:lnTo>
                  <a:lnTo>
                    <a:pt x="8056" y="2093"/>
                  </a:lnTo>
                  <a:lnTo>
                    <a:pt x="7994" y="2114"/>
                  </a:lnTo>
                  <a:lnTo>
                    <a:pt x="7910" y="2093"/>
                  </a:lnTo>
                  <a:lnTo>
                    <a:pt x="7805" y="2093"/>
                  </a:lnTo>
                  <a:lnTo>
                    <a:pt x="7701" y="2177"/>
                  </a:lnTo>
                  <a:lnTo>
                    <a:pt x="7680" y="2219"/>
                  </a:lnTo>
                  <a:lnTo>
                    <a:pt x="7722" y="2302"/>
                  </a:lnTo>
                  <a:lnTo>
                    <a:pt x="7722" y="2386"/>
                  </a:lnTo>
                  <a:lnTo>
                    <a:pt x="7784" y="2491"/>
                  </a:lnTo>
                  <a:lnTo>
                    <a:pt x="7805" y="2533"/>
                  </a:lnTo>
                  <a:lnTo>
                    <a:pt x="7784" y="2616"/>
                  </a:lnTo>
                  <a:lnTo>
                    <a:pt x="7722" y="2784"/>
                  </a:lnTo>
                  <a:lnTo>
                    <a:pt x="7742" y="2930"/>
                  </a:lnTo>
                  <a:lnTo>
                    <a:pt x="7889" y="3118"/>
                  </a:lnTo>
                  <a:lnTo>
                    <a:pt x="7889" y="3223"/>
                  </a:lnTo>
                  <a:lnTo>
                    <a:pt x="7910" y="3432"/>
                  </a:lnTo>
                  <a:lnTo>
                    <a:pt x="7889" y="3453"/>
                  </a:lnTo>
                  <a:lnTo>
                    <a:pt x="7826" y="3411"/>
                  </a:lnTo>
                  <a:lnTo>
                    <a:pt x="7784" y="3307"/>
                  </a:lnTo>
                  <a:lnTo>
                    <a:pt x="7638" y="3160"/>
                  </a:lnTo>
                  <a:lnTo>
                    <a:pt x="7596" y="3118"/>
                  </a:lnTo>
                  <a:lnTo>
                    <a:pt x="7596" y="2909"/>
                  </a:lnTo>
                  <a:lnTo>
                    <a:pt x="7617" y="2700"/>
                  </a:lnTo>
                  <a:lnTo>
                    <a:pt x="7617" y="2595"/>
                  </a:lnTo>
                  <a:lnTo>
                    <a:pt x="7512" y="2428"/>
                  </a:lnTo>
                  <a:lnTo>
                    <a:pt x="7512" y="2323"/>
                  </a:lnTo>
                  <a:lnTo>
                    <a:pt x="7491" y="2281"/>
                  </a:lnTo>
                  <a:lnTo>
                    <a:pt x="7429" y="2261"/>
                  </a:lnTo>
                  <a:lnTo>
                    <a:pt x="7303" y="2302"/>
                  </a:lnTo>
                  <a:lnTo>
                    <a:pt x="7177" y="2386"/>
                  </a:lnTo>
                  <a:lnTo>
                    <a:pt x="7010" y="2407"/>
                  </a:lnTo>
                  <a:lnTo>
                    <a:pt x="6947" y="2470"/>
                  </a:lnTo>
                  <a:lnTo>
                    <a:pt x="6905" y="2595"/>
                  </a:lnTo>
                  <a:lnTo>
                    <a:pt x="6947" y="2700"/>
                  </a:lnTo>
                  <a:lnTo>
                    <a:pt x="6905" y="2825"/>
                  </a:lnTo>
                  <a:lnTo>
                    <a:pt x="6843" y="2930"/>
                  </a:lnTo>
                  <a:lnTo>
                    <a:pt x="6801" y="2993"/>
                  </a:lnTo>
                  <a:lnTo>
                    <a:pt x="6843" y="3035"/>
                  </a:lnTo>
                  <a:lnTo>
                    <a:pt x="6885" y="3035"/>
                  </a:lnTo>
                  <a:lnTo>
                    <a:pt x="6947" y="3056"/>
                  </a:lnTo>
                  <a:lnTo>
                    <a:pt x="6947" y="3202"/>
                  </a:lnTo>
                  <a:lnTo>
                    <a:pt x="6885" y="3307"/>
                  </a:lnTo>
                  <a:lnTo>
                    <a:pt x="6738" y="3411"/>
                  </a:lnTo>
                  <a:lnTo>
                    <a:pt x="6633" y="3411"/>
                  </a:lnTo>
                  <a:lnTo>
                    <a:pt x="6592" y="3453"/>
                  </a:lnTo>
                  <a:lnTo>
                    <a:pt x="6571" y="3558"/>
                  </a:lnTo>
                  <a:lnTo>
                    <a:pt x="6529" y="3621"/>
                  </a:lnTo>
                  <a:lnTo>
                    <a:pt x="6487" y="3683"/>
                  </a:lnTo>
                  <a:lnTo>
                    <a:pt x="6529" y="3767"/>
                  </a:lnTo>
                  <a:lnTo>
                    <a:pt x="6487" y="3830"/>
                  </a:lnTo>
                  <a:lnTo>
                    <a:pt x="6424" y="3830"/>
                  </a:lnTo>
                  <a:lnTo>
                    <a:pt x="6382" y="3851"/>
                  </a:lnTo>
                  <a:lnTo>
                    <a:pt x="6236" y="3872"/>
                  </a:lnTo>
                  <a:lnTo>
                    <a:pt x="6131" y="3830"/>
                  </a:lnTo>
                  <a:lnTo>
                    <a:pt x="6089" y="3767"/>
                  </a:lnTo>
                  <a:lnTo>
                    <a:pt x="6089" y="3683"/>
                  </a:lnTo>
                  <a:lnTo>
                    <a:pt x="6048" y="3662"/>
                  </a:lnTo>
                  <a:lnTo>
                    <a:pt x="5985" y="3662"/>
                  </a:lnTo>
                  <a:lnTo>
                    <a:pt x="5964" y="3621"/>
                  </a:lnTo>
                  <a:lnTo>
                    <a:pt x="5943" y="3537"/>
                  </a:lnTo>
                  <a:lnTo>
                    <a:pt x="5838" y="3537"/>
                  </a:lnTo>
                  <a:lnTo>
                    <a:pt x="5797" y="3579"/>
                  </a:lnTo>
                  <a:lnTo>
                    <a:pt x="5755" y="3641"/>
                  </a:lnTo>
                  <a:lnTo>
                    <a:pt x="5671" y="3641"/>
                  </a:lnTo>
                  <a:lnTo>
                    <a:pt x="5629" y="3662"/>
                  </a:lnTo>
                  <a:lnTo>
                    <a:pt x="5629" y="3830"/>
                  </a:lnTo>
                  <a:lnTo>
                    <a:pt x="5608" y="3893"/>
                  </a:lnTo>
                  <a:lnTo>
                    <a:pt x="5608" y="3997"/>
                  </a:lnTo>
                  <a:lnTo>
                    <a:pt x="5650" y="4165"/>
                  </a:lnTo>
                  <a:lnTo>
                    <a:pt x="5629" y="4353"/>
                  </a:lnTo>
                  <a:lnTo>
                    <a:pt x="5566" y="4416"/>
                  </a:lnTo>
                  <a:lnTo>
                    <a:pt x="5525" y="4416"/>
                  </a:lnTo>
                  <a:lnTo>
                    <a:pt x="5545" y="4206"/>
                  </a:lnTo>
                  <a:lnTo>
                    <a:pt x="5545" y="4060"/>
                  </a:lnTo>
                  <a:lnTo>
                    <a:pt x="5525" y="3976"/>
                  </a:lnTo>
                  <a:lnTo>
                    <a:pt x="5525" y="3767"/>
                  </a:lnTo>
                  <a:lnTo>
                    <a:pt x="5504" y="3662"/>
                  </a:lnTo>
                  <a:lnTo>
                    <a:pt x="5462" y="3641"/>
                  </a:lnTo>
                  <a:lnTo>
                    <a:pt x="5420" y="3662"/>
                  </a:lnTo>
                  <a:lnTo>
                    <a:pt x="5336" y="3662"/>
                  </a:lnTo>
                  <a:lnTo>
                    <a:pt x="5253" y="3767"/>
                  </a:lnTo>
                  <a:lnTo>
                    <a:pt x="5190" y="3788"/>
                  </a:lnTo>
                  <a:lnTo>
                    <a:pt x="5085" y="3872"/>
                  </a:lnTo>
                  <a:lnTo>
                    <a:pt x="5043" y="3955"/>
                  </a:lnTo>
                  <a:lnTo>
                    <a:pt x="5043" y="4039"/>
                  </a:lnTo>
                  <a:lnTo>
                    <a:pt x="4918" y="4186"/>
                  </a:lnTo>
                  <a:lnTo>
                    <a:pt x="4876" y="4206"/>
                  </a:lnTo>
                  <a:lnTo>
                    <a:pt x="4834" y="4165"/>
                  </a:lnTo>
                  <a:lnTo>
                    <a:pt x="4729" y="4165"/>
                  </a:lnTo>
                  <a:lnTo>
                    <a:pt x="4688" y="4186"/>
                  </a:lnTo>
                  <a:lnTo>
                    <a:pt x="4688" y="4248"/>
                  </a:lnTo>
                  <a:lnTo>
                    <a:pt x="4771" y="4269"/>
                  </a:lnTo>
                  <a:lnTo>
                    <a:pt x="4792" y="4290"/>
                  </a:lnTo>
                  <a:lnTo>
                    <a:pt x="4709" y="4311"/>
                  </a:lnTo>
                  <a:lnTo>
                    <a:pt x="4562" y="4311"/>
                  </a:lnTo>
                  <a:lnTo>
                    <a:pt x="4478" y="4353"/>
                  </a:lnTo>
                  <a:lnTo>
                    <a:pt x="4416" y="4416"/>
                  </a:lnTo>
                  <a:lnTo>
                    <a:pt x="4248" y="4478"/>
                  </a:lnTo>
                  <a:lnTo>
                    <a:pt x="4248" y="4520"/>
                  </a:lnTo>
                  <a:lnTo>
                    <a:pt x="4185" y="4583"/>
                  </a:lnTo>
                  <a:lnTo>
                    <a:pt x="4081" y="4625"/>
                  </a:lnTo>
                  <a:lnTo>
                    <a:pt x="3997" y="4625"/>
                  </a:lnTo>
                  <a:lnTo>
                    <a:pt x="3976" y="4688"/>
                  </a:lnTo>
                  <a:lnTo>
                    <a:pt x="3976" y="4771"/>
                  </a:lnTo>
                  <a:lnTo>
                    <a:pt x="4039" y="4813"/>
                  </a:lnTo>
                  <a:lnTo>
                    <a:pt x="3997" y="4876"/>
                  </a:lnTo>
                  <a:lnTo>
                    <a:pt x="3955" y="4897"/>
                  </a:lnTo>
                  <a:lnTo>
                    <a:pt x="3892" y="4939"/>
                  </a:lnTo>
                  <a:lnTo>
                    <a:pt x="3851" y="5022"/>
                  </a:lnTo>
                  <a:lnTo>
                    <a:pt x="3767" y="5043"/>
                  </a:lnTo>
                  <a:lnTo>
                    <a:pt x="3746" y="5127"/>
                  </a:lnTo>
                  <a:lnTo>
                    <a:pt x="3746" y="5169"/>
                  </a:lnTo>
                  <a:lnTo>
                    <a:pt x="3767" y="5211"/>
                  </a:lnTo>
                  <a:lnTo>
                    <a:pt x="3767" y="5294"/>
                  </a:lnTo>
                  <a:lnTo>
                    <a:pt x="3767" y="5336"/>
                  </a:lnTo>
                  <a:lnTo>
                    <a:pt x="3830" y="5357"/>
                  </a:lnTo>
                  <a:lnTo>
                    <a:pt x="3892" y="5357"/>
                  </a:lnTo>
                  <a:lnTo>
                    <a:pt x="3976" y="5420"/>
                  </a:lnTo>
                  <a:lnTo>
                    <a:pt x="4039" y="5420"/>
                  </a:lnTo>
                  <a:lnTo>
                    <a:pt x="4081" y="5357"/>
                  </a:lnTo>
                  <a:lnTo>
                    <a:pt x="4144" y="5357"/>
                  </a:lnTo>
                  <a:lnTo>
                    <a:pt x="4248" y="5441"/>
                  </a:lnTo>
                  <a:lnTo>
                    <a:pt x="4269" y="5525"/>
                  </a:lnTo>
                  <a:lnTo>
                    <a:pt x="4353" y="5525"/>
                  </a:lnTo>
                  <a:lnTo>
                    <a:pt x="4457" y="5441"/>
                  </a:lnTo>
                  <a:lnTo>
                    <a:pt x="4499" y="5441"/>
                  </a:lnTo>
                  <a:lnTo>
                    <a:pt x="4604" y="5462"/>
                  </a:lnTo>
                  <a:lnTo>
                    <a:pt x="4792" y="5462"/>
                  </a:lnTo>
                  <a:lnTo>
                    <a:pt x="4834" y="5441"/>
                  </a:lnTo>
                  <a:lnTo>
                    <a:pt x="4834" y="5336"/>
                  </a:lnTo>
                  <a:lnTo>
                    <a:pt x="4918" y="5253"/>
                  </a:lnTo>
                  <a:lnTo>
                    <a:pt x="4939" y="5253"/>
                  </a:lnTo>
                  <a:lnTo>
                    <a:pt x="4939" y="5357"/>
                  </a:lnTo>
                  <a:lnTo>
                    <a:pt x="4981" y="5378"/>
                  </a:lnTo>
                  <a:lnTo>
                    <a:pt x="4939" y="5441"/>
                  </a:lnTo>
                  <a:lnTo>
                    <a:pt x="4813" y="5483"/>
                  </a:lnTo>
                  <a:lnTo>
                    <a:pt x="4709" y="5566"/>
                  </a:lnTo>
                  <a:lnTo>
                    <a:pt x="4562" y="5546"/>
                  </a:lnTo>
                  <a:lnTo>
                    <a:pt x="4457" y="5566"/>
                  </a:lnTo>
                  <a:lnTo>
                    <a:pt x="4416" y="5629"/>
                  </a:lnTo>
                  <a:lnTo>
                    <a:pt x="4416" y="5671"/>
                  </a:lnTo>
                  <a:lnTo>
                    <a:pt x="4520" y="5755"/>
                  </a:lnTo>
                  <a:lnTo>
                    <a:pt x="4667" y="5755"/>
                  </a:lnTo>
                  <a:lnTo>
                    <a:pt x="4688" y="5776"/>
                  </a:lnTo>
                  <a:lnTo>
                    <a:pt x="4667" y="5859"/>
                  </a:lnTo>
                  <a:lnTo>
                    <a:pt x="4520" y="5943"/>
                  </a:lnTo>
                  <a:lnTo>
                    <a:pt x="4290" y="5943"/>
                  </a:lnTo>
                  <a:lnTo>
                    <a:pt x="4206" y="6048"/>
                  </a:lnTo>
                  <a:lnTo>
                    <a:pt x="4206" y="6152"/>
                  </a:lnTo>
                  <a:lnTo>
                    <a:pt x="4290" y="6194"/>
                  </a:lnTo>
                  <a:lnTo>
                    <a:pt x="4269" y="6299"/>
                  </a:lnTo>
                  <a:lnTo>
                    <a:pt x="4185" y="6320"/>
                  </a:lnTo>
                  <a:lnTo>
                    <a:pt x="4081" y="6487"/>
                  </a:lnTo>
                  <a:lnTo>
                    <a:pt x="4039" y="6571"/>
                  </a:lnTo>
                  <a:lnTo>
                    <a:pt x="3892" y="6613"/>
                  </a:lnTo>
                  <a:lnTo>
                    <a:pt x="3788" y="6738"/>
                  </a:lnTo>
                  <a:lnTo>
                    <a:pt x="3725" y="6843"/>
                  </a:lnTo>
                  <a:lnTo>
                    <a:pt x="3620" y="6947"/>
                  </a:lnTo>
                  <a:lnTo>
                    <a:pt x="3620" y="7010"/>
                  </a:lnTo>
                  <a:lnTo>
                    <a:pt x="3537" y="7031"/>
                  </a:lnTo>
                  <a:lnTo>
                    <a:pt x="3453" y="7031"/>
                  </a:lnTo>
                  <a:lnTo>
                    <a:pt x="3348" y="6947"/>
                  </a:lnTo>
                  <a:lnTo>
                    <a:pt x="3307" y="6906"/>
                  </a:lnTo>
                  <a:lnTo>
                    <a:pt x="3202" y="6885"/>
                  </a:lnTo>
                  <a:lnTo>
                    <a:pt x="3139" y="6822"/>
                  </a:lnTo>
                  <a:lnTo>
                    <a:pt x="3014" y="6801"/>
                  </a:lnTo>
                  <a:lnTo>
                    <a:pt x="2888" y="6822"/>
                  </a:lnTo>
                  <a:lnTo>
                    <a:pt x="2784" y="6885"/>
                  </a:lnTo>
                  <a:lnTo>
                    <a:pt x="2679" y="6843"/>
                  </a:lnTo>
                  <a:lnTo>
                    <a:pt x="2616" y="6822"/>
                  </a:lnTo>
                  <a:lnTo>
                    <a:pt x="2512" y="6843"/>
                  </a:lnTo>
                  <a:lnTo>
                    <a:pt x="2344" y="6843"/>
                  </a:lnTo>
                  <a:lnTo>
                    <a:pt x="2177" y="6927"/>
                  </a:lnTo>
                  <a:lnTo>
                    <a:pt x="2156" y="7010"/>
                  </a:lnTo>
                  <a:lnTo>
                    <a:pt x="2198" y="7052"/>
                  </a:lnTo>
                  <a:lnTo>
                    <a:pt x="2177" y="7115"/>
                  </a:lnTo>
                  <a:lnTo>
                    <a:pt x="2156" y="7052"/>
                  </a:lnTo>
                  <a:lnTo>
                    <a:pt x="2072" y="7052"/>
                  </a:lnTo>
                  <a:lnTo>
                    <a:pt x="1654" y="7157"/>
                  </a:lnTo>
                  <a:lnTo>
                    <a:pt x="1549" y="7157"/>
                  </a:lnTo>
                  <a:lnTo>
                    <a:pt x="1486" y="7199"/>
                  </a:lnTo>
                  <a:lnTo>
                    <a:pt x="1465" y="7199"/>
                  </a:lnTo>
                  <a:lnTo>
                    <a:pt x="1382" y="7157"/>
                  </a:lnTo>
                  <a:lnTo>
                    <a:pt x="1319" y="7219"/>
                  </a:lnTo>
                  <a:lnTo>
                    <a:pt x="1277" y="7261"/>
                  </a:lnTo>
                  <a:lnTo>
                    <a:pt x="1214" y="7303"/>
                  </a:lnTo>
                  <a:lnTo>
                    <a:pt x="1172" y="7261"/>
                  </a:lnTo>
                  <a:lnTo>
                    <a:pt x="1172" y="7240"/>
                  </a:lnTo>
                  <a:lnTo>
                    <a:pt x="1110" y="7219"/>
                  </a:lnTo>
                  <a:lnTo>
                    <a:pt x="1026" y="7219"/>
                  </a:lnTo>
                  <a:lnTo>
                    <a:pt x="942" y="7261"/>
                  </a:lnTo>
                  <a:lnTo>
                    <a:pt x="859" y="7261"/>
                  </a:lnTo>
                  <a:lnTo>
                    <a:pt x="817" y="7240"/>
                  </a:lnTo>
                  <a:lnTo>
                    <a:pt x="733" y="7240"/>
                  </a:lnTo>
                  <a:lnTo>
                    <a:pt x="691" y="7303"/>
                  </a:lnTo>
                  <a:lnTo>
                    <a:pt x="607" y="7324"/>
                  </a:lnTo>
                  <a:lnTo>
                    <a:pt x="607" y="7366"/>
                  </a:lnTo>
                  <a:lnTo>
                    <a:pt x="607" y="7429"/>
                  </a:lnTo>
                  <a:lnTo>
                    <a:pt x="419" y="7512"/>
                  </a:lnTo>
                  <a:lnTo>
                    <a:pt x="315" y="7512"/>
                  </a:lnTo>
                  <a:lnTo>
                    <a:pt x="294" y="7554"/>
                  </a:lnTo>
                  <a:lnTo>
                    <a:pt x="335" y="7638"/>
                  </a:lnTo>
                  <a:lnTo>
                    <a:pt x="419" y="7638"/>
                  </a:lnTo>
                  <a:lnTo>
                    <a:pt x="482" y="7659"/>
                  </a:lnTo>
                  <a:lnTo>
                    <a:pt x="482" y="7722"/>
                  </a:lnTo>
                  <a:lnTo>
                    <a:pt x="398" y="7722"/>
                  </a:lnTo>
                  <a:lnTo>
                    <a:pt x="377" y="7680"/>
                  </a:lnTo>
                  <a:lnTo>
                    <a:pt x="335" y="7722"/>
                  </a:lnTo>
                  <a:lnTo>
                    <a:pt x="294" y="7784"/>
                  </a:lnTo>
                  <a:lnTo>
                    <a:pt x="189" y="7847"/>
                  </a:lnTo>
                  <a:lnTo>
                    <a:pt x="105" y="7868"/>
                  </a:lnTo>
                  <a:lnTo>
                    <a:pt x="168" y="7931"/>
                  </a:lnTo>
                  <a:lnTo>
                    <a:pt x="273" y="7973"/>
                  </a:lnTo>
                  <a:lnTo>
                    <a:pt x="315" y="8035"/>
                  </a:lnTo>
                  <a:lnTo>
                    <a:pt x="419" y="8266"/>
                  </a:lnTo>
                  <a:lnTo>
                    <a:pt x="482" y="8307"/>
                  </a:lnTo>
                  <a:lnTo>
                    <a:pt x="587" y="8307"/>
                  </a:lnTo>
                  <a:lnTo>
                    <a:pt x="628" y="8349"/>
                  </a:lnTo>
                  <a:lnTo>
                    <a:pt x="649" y="8391"/>
                  </a:lnTo>
                  <a:lnTo>
                    <a:pt x="607" y="8454"/>
                  </a:lnTo>
                  <a:lnTo>
                    <a:pt x="545" y="8496"/>
                  </a:lnTo>
                  <a:lnTo>
                    <a:pt x="524" y="8559"/>
                  </a:lnTo>
                  <a:lnTo>
                    <a:pt x="587" y="8621"/>
                  </a:lnTo>
                  <a:lnTo>
                    <a:pt x="691" y="8663"/>
                  </a:lnTo>
                  <a:lnTo>
                    <a:pt x="817" y="8621"/>
                  </a:lnTo>
                  <a:lnTo>
                    <a:pt x="921" y="8559"/>
                  </a:lnTo>
                  <a:lnTo>
                    <a:pt x="963" y="8496"/>
                  </a:lnTo>
                  <a:lnTo>
                    <a:pt x="1005" y="8475"/>
                  </a:lnTo>
                  <a:lnTo>
                    <a:pt x="1047" y="8496"/>
                  </a:lnTo>
                  <a:lnTo>
                    <a:pt x="1068" y="8559"/>
                  </a:lnTo>
                  <a:lnTo>
                    <a:pt x="1005" y="8684"/>
                  </a:lnTo>
                  <a:lnTo>
                    <a:pt x="900" y="8726"/>
                  </a:lnTo>
                  <a:lnTo>
                    <a:pt x="796" y="8768"/>
                  </a:lnTo>
                  <a:lnTo>
                    <a:pt x="754" y="8810"/>
                  </a:lnTo>
                  <a:lnTo>
                    <a:pt x="796" y="8893"/>
                  </a:lnTo>
                  <a:lnTo>
                    <a:pt x="900" y="8914"/>
                  </a:lnTo>
                  <a:lnTo>
                    <a:pt x="963" y="8872"/>
                  </a:lnTo>
                  <a:lnTo>
                    <a:pt x="1110" y="8810"/>
                  </a:lnTo>
                  <a:lnTo>
                    <a:pt x="1151" y="8831"/>
                  </a:lnTo>
                  <a:lnTo>
                    <a:pt x="1151" y="8872"/>
                  </a:lnTo>
                  <a:lnTo>
                    <a:pt x="963" y="8935"/>
                  </a:lnTo>
                  <a:lnTo>
                    <a:pt x="838" y="8998"/>
                  </a:lnTo>
                  <a:lnTo>
                    <a:pt x="817" y="9040"/>
                  </a:lnTo>
                  <a:lnTo>
                    <a:pt x="1005" y="9228"/>
                  </a:lnTo>
                  <a:lnTo>
                    <a:pt x="1131" y="9291"/>
                  </a:lnTo>
                  <a:lnTo>
                    <a:pt x="1277" y="9291"/>
                  </a:lnTo>
                  <a:lnTo>
                    <a:pt x="1340" y="9228"/>
                  </a:lnTo>
                  <a:lnTo>
                    <a:pt x="1361" y="9103"/>
                  </a:lnTo>
                  <a:lnTo>
                    <a:pt x="1319" y="9040"/>
                  </a:lnTo>
                  <a:lnTo>
                    <a:pt x="1277" y="8998"/>
                  </a:lnTo>
                  <a:lnTo>
                    <a:pt x="1319" y="8977"/>
                  </a:lnTo>
                  <a:lnTo>
                    <a:pt x="1361" y="8977"/>
                  </a:lnTo>
                  <a:lnTo>
                    <a:pt x="1444" y="9082"/>
                  </a:lnTo>
                  <a:lnTo>
                    <a:pt x="1465" y="9103"/>
                  </a:lnTo>
                  <a:lnTo>
                    <a:pt x="1465" y="9144"/>
                  </a:lnTo>
                  <a:lnTo>
                    <a:pt x="1570" y="9207"/>
                  </a:lnTo>
                  <a:lnTo>
                    <a:pt x="1758" y="9228"/>
                  </a:lnTo>
                  <a:lnTo>
                    <a:pt x="1884" y="9228"/>
                  </a:lnTo>
                  <a:lnTo>
                    <a:pt x="1988" y="9144"/>
                  </a:lnTo>
                  <a:lnTo>
                    <a:pt x="2051" y="9123"/>
                  </a:lnTo>
                  <a:lnTo>
                    <a:pt x="2114" y="9144"/>
                  </a:lnTo>
                  <a:lnTo>
                    <a:pt x="2114" y="9228"/>
                  </a:lnTo>
                  <a:lnTo>
                    <a:pt x="2177" y="9291"/>
                  </a:lnTo>
                  <a:lnTo>
                    <a:pt x="2219" y="9291"/>
                  </a:lnTo>
                  <a:lnTo>
                    <a:pt x="2281" y="9312"/>
                  </a:lnTo>
                  <a:lnTo>
                    <a:pt x="2302" y="9458"/>
                  </a:lnTo>
                  <a:lnTo>
                    <a:pt x="2260" y="9458"/>
                  </a:lnTo>
                  <a:lnTo>
                    <a:pt x="2114" y="9542"/>
                  </a:lnTo>
                  <a:lnTo>
                    <a:pt x="2114" y="9626"/>
                  </a:lnTo>
                  <a:lnTo>
                    <a:pt x="2156" y="9667"/>
                  </a:lnTo>
                  <a:lnTo>
                    <a:pt x="2156" y="9730"/>
                  </a:lnTo>
                  <a:lnTo>
                    <a:pt x="2072" y="9667"/>
                  </a:lnTo>
                  <a:lnTo>
                    <a:pt x="2051" y="9647"/>
                  </a:lnTo>
                  <a:lnTo>
                    <a:pt x="1968" y="9626"/>
                  </a:lnTo>
                  <a:lnTo>
                    <a:pt x="1884" y="9542"/>
                  </a:lnTo>
                  <a:lnTo>
                    <a:pt x="1696" y="9458"/>
                  </a:lnTo>
                  <a:lnTo>
                    <a:pt x="1465" y="9458"/>
                  </a:lnTo>
                  <a:lnTo>
                    <a:pt x="1319" y="9437"/>
                  </a:lnTo>
                  <a:lnTo>
                    <a:pt x="1110" y="9500"/>
                  </a:lnTo>
                  <a:lnTo>
                    <a:pt x="1110" y="9542"/>
                  </a:lnTo>
                  <a:lnTo>
                    <a:pt x="1214" y="9626"/>
                  </a:lnTo>
                  <a:lnTo>
                    <a:pt x="1361" y="9647"/>
                  </a:lnTo>
                  <a:lnTo>
                    <a:pt x="1486" y="9667"/>
                  </a:lnTo>
                  <a:lnTo>
                    <a:pt x="1654" y="9772"/>
                  </a:lnTo>
                  <a:lnTo>
                    <a:pt x="1842" y="9856"/>
                  </a:lnTo>
                  <a:lnTo>
                    <a:pt x="1947" y="9856"/>
                  </a:lnTo>
                  <a:lnTo>
                    <a:pt x="2009" y="9877"/>
                  </a:lnTo>
                  <a:lnTo>
                    <a:pt x="1884" y="9940"/>
                  </a:lnTo>
                  <a:lnTo>
                    <a:pt x="1654" y="9940"/>
                  </a:lnTo>
                  <a:lnTo>
                    <a:pt x="1444" y="9814"/>
                  </a:lnTo>
                  <a:lnTo>
                    <a:pt x="1361" y="9751"/>
                  </a:lnTo>
                  <a:lnTo>
                    <a:pt x="1214" y="9751"/>
                  </a:lnTo>
                  <a:lnTo>
                    <a:pt x="1005" y="9647"/>
                  </a:lnTo>
                  <a:lnTo>
                    <a:pt x="796" y="9647"/>
                  </a:lnTo>
                  <a:lnTo>
                    <a:pt x="649" y="9563"/>
                  </a:lnTo>
                  <a:lnTo>
                    <a:pt x="482" y="9521"/>
                  </a:lnTo>
                  <a:lnTo>
                    <a:pt x="294" y="9605"/>
                  </a:lnTo>
                  <a:lnTo>
                    <a:pt x="294" y="9730"/>
                  </a:lnTo>
                  <a:lnTo>
                    <a:pt x="231" y="9667"/>
                  </a:lnTo>
                  <a:lnTo>
                    <a:pt x="168" y="9667"/>
                  </a:lnTo>
                  <a:lnTo>
                    <a:pt x="105" y="9730"/>
                  </a:lnTo>
                  <a:lnTo>
                    <a:pt x="63" y="9730"/>
                  </a:lnTo>
                  <a:lnTo>
                    <a:pt x="1" y="9814"/>
                  </a:lnTo>
                  <a:lnTo>
                    <a:pt x="1" y="9877"/>
                  </a:lnTo>
                  <a:lnTo>
                    <a:pt x="1" y="9960"/>
                  </a:lnTo>
                  <a:lnTo>
                    <a:pt x="63" y="9940"/>
                  </a:lnTo>
                  <a:lnTo>
                    <a:pt x="105" y="9940"/>
                  </a:lnTo>
                  <a:lnTo>
                    <a:pt x="147" y="9960"/>
                  </a:lnTo>
                  <a:lnTo>
                    <a:pt x="63" y="10023"/>
                  </a:lnTo>
                  <a:lnTo>
                    <a:pt x="22" y="10086"/>
                  </a:lnTo>
                  <a:lnTo>
                    <a:pt x="63" y="10191"/>
                  </a:lnTo>
                  <a:lnTo>
                    <a:pt x="189" y="10253"/>
                  </a:lnTo>
                  <a:lnTo>
                    <a:pt x="273" y="10170"/>
                  </a:lnTo>
                  <a:lnTo>
                    <a:pt x="315" y="10149"/>
                  </a:lnTo>
                  <a:lnTo>
                    <a:pt x="377" y="10149"/>
                  </a:lnTo>
                  <a:lnTo>
                    <a:pt x="440" y="10023"/>
                  </a:lnTo>
                  <a:lnTo>
                    <a:pt x="503" y="9981"/>
                  </a:lnTo>
                  <a:lnTo>
                    <a:pt x="587" y="9981"/>
                  </a:lnTo>
                  <a:lnTo>
                    <a:pt x="524" y="10044"/>
                  </a:lnTo>
                  <a:lnTo>
                    <a:pt x="482" y="10170"/>
                  </a:lnTo>
                  <a:lnTo>
                    <a:pt x="398" y="10232"/>
                  </a:lnTo>
                  <a:lnTo>
                    <a:pt x="315" y="10274"/>
                  </a:lnTo>
                  <a:lnTo>
                    <a:pt x="356" y="10442"/>
                  </a:lnTo>
                  <a:lnTo>
                    <a:pt x="503" y="10588"/>
                  </a:lnTo>
                  <a:lnTo>
                    <a:pt x="566" y="10546"/>
                  </a:lnTo>
                  <a:lnTo>
                    <a:pt x="607" y="10546"/>
                  </a:lnTo>
                  <a:lnTo>
                    <a:pt x="775" y="10609"/>
                  </a:lnTo>
                  <a:lnTo>
                    <a:pt x="879" y="10609"/>
                  </a:lnTo>
                  <a:lnTo>
                    <a:pt x="879" y="10672"/>
                  </a:lnTo>
                  <a:lnTo>
                    <a:pt x="817" y="10756"/>
                  </a:lnTo>
                  <a:lnTo>
                    <a:pt x="733" y="10797"/>
                  </a:lnTo>
                  <a:lnTo>
                    <a:pt x="712" y="10776"/>
                  </a:lnTo>
                  <a:lnTo>
                    <a:pt x="545" y="10776"/>
                  </a:lnTo>
                  <a:lnTo>
                    <a:pt x="482" y="10797"/>
                  </a:lnTo>
                  <a:lnTo>
                    <a:pt x="419" y="10881"/>
                  </a:lnTo>
                  <a:lnTo>
                    <a:pt x="273" y="10881"/>
                  </a:lnTo>
                  <a:lnTo>
                    <a:pt x="210" y="10923"/>
                  </a:lnTo>
                  <a:lnTo>
                    <a:pt x="210" y="11069"/>
                  </a:lnTo>
                  <a:lnTo>
                    <a:pt x="294" y="11174"/>
                  </a:lnTo>
                  <a:lnTo>
                    <a:pt x="335" y="11237"/>
                  </a:lnTo>
                  <a:lnTo>
                    <a:pt x="419" y="11425"/>
                  </a:lnTo>
                  <a:lnTo>
                    <a:pt x="545" y="11488"/>
                  </a:lnTo>
                  <a:lnTo>
                    <a:pt x="503" y="11509"/>
                  </a:lnTo>
                  <a:lnTo>
                    <a:pt x="503" y="11530"/>
                  </a:lnTo>
                  <a:lnTo>
                    <a:pt x="587" y="11592"/>
                  </a:lnTo>
                  <a:lnTo>
                    <a:pt x="670" y="11697"/>
                  </a:lnTo>
                  <a:lnTo>
                    <a:pt x="754" y="11760"/>
                  </a:lnTo>
                  <a:lnTo>
                    <a:pt x="859" y="11823"/>
                  </a:lnTo>
                  <a:lnTo>
                    <a:pt x="963" y="11927"/>
                  </a:lnTo>
                  <a:lnTo>
                    <a:pt x="1047" y="11969"/>
                  </a:lnTo>
                  <a:lnTo>
                    <a:pt x="1068" y="11948"/>
                  </a:lnTo>
                  <a:lnTo>
                    <a:pt x="1068" y="11864"/>
                  </a:lnTo>
                  <a:lnTo>
                    <a:pt x="1047" y="11718"/>
                  </a:lnTo>
                  <a:lnTo>
                    <a:pt x="1047" y="11634"/>
                  </a:lnTo>
                  <a:lnTo>
                    <a:pt x="1110" y="11592"/>
                  </a:lnTo>
                  <a:lnTo>
                    <a:pt x="1131" y="11488"/>
                  </a:lnTo>
                  <a:lnTo>
                    <a:pt x="1131" y="11404"/>
                  </a:lnTo>
                  <a:lnTo>
                    <a:pt x="1172" y="11383"/>
                  </a:lnTo>
                  <a:lnTo>
                    <a:pt x="1214" y="11383"/>
                  </a:lnTo>
                  <a:lnTo>
                    <a:pt x="1235" y="11488"/>
                  </a:lnTo>
                  <a:lnTo>
                    <a:pt x="1277" y="11592"/>
                  </a:lnTo>
                  <a:lnTo>
                    <a:pt x="1277" y="11655"/>
                  </a:lnTo>
                  <a:lnTo>
                    <a:pt x="1319" y="11718"/>
                  </a:lnTo>
                  <a:lnTo>
                    <a:pt x="1340" y="11697"/>
                  </a:lnTo>
                  <a:lnTo>
                    <a:pt x="1361" y="11634"/>
                  </a:lnTo>
                  <a:lnTo>
                    <a:pt x="1444" y="11634"/>
                  </a:lnTo>
                  <a:lnTo>
                    <a:pt x="1549" y="11551"/>
                  </a:lnTo>
                  <a:lnTo>
                    <a:pt x="1570" y="11592"/>
                  </a:lnTo>
                  <a:lnTo>
                    <a:pt x="1654" y="11592"/>
                  </a:lnTo>
                  <a:lnTo>
                    <a:pt x="1675" y="11634"/>
                  </a:lnTo>
                  <a:lnTo>
                    <a:pt x="1612" y="11718"/>
                  </a:lnTo>
                  <a:lnTo>
                    <a:pt x="1549" y="11823"/>
                  </a:lnTo>
                  <a:lnTo>
                    <a:pt x="1549" y="11927"/>
                  </a:lnTo>
                  <a:lnTo>
                    <a:pt x="1633" y="11948"/>
                  </a:lnTo>
                  <a:lnTo>
                    <a:pt x="1675" y="11927"/>
                  </a:lnTo>
                  <a:lnTo>
                    <a:pt x="1737" y="11739"/>
                  </a:lnTo>
                  <a:lnTo>
                    <a:pt x="1758" y="11655"/>
                  </a:lnTo>
                  <a:lnTo>
                    <a:pt x="1842" y="11697"/>
                  </a:lnTo>
                  <a:lnTo>
                    <a:pt x="1926" y="11823"/>
                  </a:lnTo>
                  <a:lnTo>
                    <a:pt x="1968" y="11844"/>
                  </a:lnTo>
                  <a:lnTo>
                    <a:pt x="2051" y="11802"/>
                  </a:lnTo>
                  <a:lnTo>
                    <a:pt x="2051" y="11718"/>
                  </a:lnTo>
                  <a:lnTo>
                    <a:pt x="2093" y="11634"/>
                  </a:lnTo>
                  <a:lnTo>
                    <a:pt x="2198" y="11634"/>
                  </a:lnTo>
                  <a:lnTo>
                    <a:pt x="2240" y="11655"/>
                  </a:lnTo>
                  <a:lnTo>
                    <a:pt x="2240" y="11760"/>
                  </a:lnTo>
                  <a:lnTo>
                    <a:pt x="2177" y="11864"/>
                  </a:lnTo>
                  <a:lnTo>
                    <a:pt x="2177" y="11969"/>
                  </a:lnTo>
                  <a:lnTo>
                    <a:pt x="2240" y="11927"/>
                  </a:lnTo>
                  <a:lnTo>
                    <a:pt x="2344" y="11844"/>
                  </a:lnTo>
                  <a:lnTo>
                    <a:pt x="2386" y="11739"/>
                  </a:lnTo>
                  <a:lnTo>
                    <a:pt x="2470" y="11655"/>
                  </a:lnTo>
                  <a:lnTo>
                    <a:pt x="2595" y="11634"/>
                  </a:lnTo>
                  <a:lnTo>
                    <a:pt x="2700" y="11655"/>
                  </a:lnTo>
                  <a:lnTo>
                    <a:pt x="2784" y="11739"/>
                  </a:lnTo>
                  <a:lnTo>
                    <a:pt x="2909" y="11802"/>
                  </a:lnTo>
                  <a:lnTo>
                    <a:pt x="3076" y="11927"/>
                  </a:lnTo>
                  <a:lnTo>
                    <a:pt x="3181" y="11948"/>
                  </a:lnTo>
                  <a:lnTo>
                    <a:pt x="3223" y="11906"/>
                  </a:lnTo>
                  <a:lnTo>
                    <a:pt x="3286" y="11906"/>
                  </a:lnTo>
                  <a:lnTo>
                    <a:pt x="3390" y="12011"/>
                  </a:lnTo>
                  <a:lnTo>
                    <a:pt x="3516" y="12116"/>
                  </a:lnTo>
                  <a:lnTo>
                    <a:pt x="3495" y="12220"/>
                  </a:lnTo>
                  <a:lnTo>
                    <a:pt x="3495" y="12241"/>
                  </a:lnTo>
                  <a:lnTo>
                    <a:pt x="3537" y="12241"/>
                  </a:lnTo>
                  <a:lnTo>
                    <a:pt x="3558" y="12220"/>
                  </a:lnTo>
                  <a:lnTo>
                    <a:pt x="3620" y="12241"/>
                  </a:lnTo>
                  <a:lnTo>
                    <a:pt x="3662" y="12325"/>
                  </a:lnTo>
                  <a:lnTo>
                    <a:pt x="3746" y="12367"/>
                  </a:lnTo>
                  <a:lnTo>
                    <a:pt x="3809" y="12429"/>
                  </a:lnTo>
                  <a:lnTo>
                    <a:pt x="3830" y="12492"/>
                  </a:lnTo>
                  <a:lnTo>
                    <a:pt x="3851" y="12534"/>
                  </a:lnTo>
                  <a:lnTo>
                    <a:pt x="3913" y="12534"/>
                  </a:lnTo>
                  <a:lnTo>
                    <a:pt x="3913" y="12471"/>
                  </a:lnTo>
                  <a:lnTo>
                    <a:pt x="3955" y="12471"/>
                  </a:lnTo>
                  <a:lnTo>
                    <a:pt x="4018" y="12492"/>
                  </a:lnTo>
                  <a:lnTo>
                    <a:pt x="4039" y="12576"/>
                  </a:lnTo>
                  <a:lnTo>
                    <a:pt x="4164" y="12681"/>
                  </a:lnTo>
                  <a:lnTo>
                    <a:pt x="4248" y="12785"/>
                  </a:lnTo>
                  <a:lnTo>
                    <a:pt x="4290" y="12806"/>
                  </a:lnTo>
                  <a:lnTo>
                    <a:pt x="4353" y="12869"/>
                  </a:lnTo>
                  <a:lnTo>
                    <a:pt x="4332" y="12953"/>
                  </a:lnTo>
                  <a:lnTo>
                    <a:pt x="4353" y="12973"/>
                  </a:lnTo>
                  <a:lnTo>
                    <a:pt x="4353" y="13015"/>
                  </a:lnTo>
                  <a:lnTo>
                    <a:pt x="4290" y="13078"/>
                  </a:lnTo>
                  <a:lnTo>
                    <a:pt x="4248" y="13183"/>
                  </a:lnTo>
                  <a:lnTo>
                    <a:pt x="4164" y="13225"/>
                  </a:lnTo>
                  <a:lnTo>
                    <a:pt x="4164" y="13266"/>
                  </a:lnTo>
                  <a:lnTo>
                    <a:pt x="4269" y="13266"/>
                  </a:lnTo>
                  <a:lnTo>
                    <a:pt x="4290" y="13287"/>
                  </a:lnTo>
                  <a:lnTo>
                    <a:pt x="4269" y="13329"/>
                  </a:lnTo>
                  <a:lnTo>
                    <a:pt x="4227" y="13371"/>
                  </a:lnTo>
                  <a:lnTo>
                    <a:pt x="4123" y="13476"/>
                  </a:lnTo>
                  <a:lnTo>
                    <a:pt x="4081" y="13497"/>
                  </a:lnTo>
                  <a:lnTo>
                    <a:pt x="4081" y="13538"/>
                  </a:lnTo>
                  <a:lnTo>
                    <a:pt x="4144" y="13601"/>
                  </a:lnTo>
                  <a:lnTo>
                    <a:pt x="4185" y="13685"/>
                  </a:lnTo>
                  <a:lnTo>
                    <a:pt x="4185" y="13727"/>
                  </a:lnTo>
                  <a:lnTo>
                    <a:pt x="4374" y="13894"/>
                  </a:lnTo>
                  <a:lnTo>
                    <a:pt x="4416" y="13957"/>
                  </a:lnTo>
                  <a:lnTo>
                    <a:pt x="4416" y="14061"/>
                  </a:lnTo>
                  <a:lnTo>
                    <a:pt x="4457" y="14124"/>
                  </a:lnTo>
                  <a:lnTo>
                    <a:pt x="4416" y="14166"/>
                  </a:lnTo>
                  <a:lnTo>
                    <a:pt x="4416" y="14250"/>
                  </a:lnTo>
                  <a:lnTo>
                    <a:pt x="4478" y="14333"/>
                  </a:lnTo>
                  <a:lnTo>
                    <a:pt x="4520" y="14333"/>
                  </a:lnTo>
                  <a:lnTo>
                    <a:pt x="4562" y="14354"/>
                  </a:lnTo>
                  <a:lnTo>
                    <a:pt x="4583" y="14438"/>
                  </a:lnTo>
                  <a:lnTo>
                    <a:pt x="4667" y="14543"/>
                  </a:lnTo>
                  <a:lnTo>
                    <a:pt x="4709" y="14585"/>
                  </a:lnTo>
                  <a:lnTo>
                    <a:pt x="4709" y="14668"/>
                  </a:lnTo>
                  <a:lnTo>
                    <a:pt x="4688" y="14752"/>
                  </a:lnTo>
                  <a:lnTo>
                    <a:pt x="4604" y="14773"/>
                  </a:lnTo>
                  <a:lnTo>
                    <a:pt x="4520" y="14857"/>
                  </a:lnTo>
                  <a:lnTo>
                    <a:pt x="4499" y="14940"/>
                  </a:lnTo>
                  <a:lnTo>
                    <a:pt x="4457" y="15003"/>
                  </a:lnTo>
                  <a:lnTo>
                    <a:pt x="4395" y="15003"/>
                  </a:lnTo>
                  <a:lnTo>
                    <a:pt x="4290" y="15087"/>
                  </a:lnTo>
                  <a:lnTo>
                    <a:pt x="4269" y="15149"/>
                  </a:lnTo>
                  <a:lnTo>
                    <a:pt x="4311" y="15170"/>
                  </a:lnTo>
                  <a:lnTo>
                    <a:pt x="4374" y="15149"/>
                  </a:lnTo>
                  <a:lnTo>
                    <a:pt x="4416" y="15087"/>
                  </a:lnTo>
                  <a:lnTo>
                    <a:pt x="4478" y="15087"/>
                  </a:lnTo>
                  <a:lnTo>
                    <a:pt x="4583" y="14982"/>
                  </a:lnTo>
                  <a:lnTo>
                    <a:pt x="4688" y="14982"/>
                  </a:lnTo>
                  <a:lnTo>
                    <a:pt x="4667" y="15108"/>
                  </a:lnTo>
                  <a:lnTo>
                    <a:pt x="4625" y="15170"/>
                  </a:lnTo>
                  <a:lnTo>
                    <a:pt x="4667" y="15254"/>
                  </a:lnTo>
                  <a:lnTo>
                    <a:pt x="4667" y="15317"/>
                  </a:lnTo>
                  <a:lnTo>
                    <a:pt x="4709" y="15421"/>
                  </a:lnTo>
                  <a:lnTo>
                    <a:pt x="4729" y="15526"/>
                  </a:lnTo>
                  <a:lnTo>
                    <a:pt x="4688" y="15631"/>
                  </a:lnTo>
                  <a:lnTo>
                    <a:pt x="4688" y="15694"/>
                  </a:lnTo>
                  <a:lnTo>
                    <a:pt x="4709" y="15777"/>
                  </a:lnTo>
                  <a:lnTo>
                    <a:pt x="4709" y="15798"/>
                  </a:lnTo>
                  <a:lnTo>
                    <a:pt x="4667" y="15735"/>
                  </a:lnTo>
                  <a:lnTo>
                    <a:pt x="4604" y="15777"/>
                  </a:lnTo>
                  <a:lnTo>
                    <a:pt x="4625" y="15903"/>
                  </a:lnTo>
                  <a:lnTo>
                    <a:pt x="4688" y="16007"/>
                  </a:lnTo>
                  <a:lnTo>
                    <a:pt x="4688" y="16049"/>
                  </a:lnTo>
                  <a:lnTo>
                    <a:pt x="4667" y="16049"/>
                  </a:lnTo>
                  <a:lnTo>
                    <a:pt x="4604" y="16112"/>
                  </a:lnTo>
                  <a:lnTo>
                    <a:pt x="4625" y="16196"/>
                  </a:lnTo>
                  <a:lnTo>
                    <a:pt x="4667" y="16238"/>
                  </a:lnTo>
                  <a:lnTo>
                    <a:pt x="4729" y="16238"/>
                  </a:lnTo>
                  <a:lnTo>
                    <a:pt x="4792" y="16300"/>
                  </a:lnTo>
                  <a:lnTo>
                    <a:pt x="4792" y="16342"/>
                  </a:lnTo>
                  <a:lnTo>
                    <a:pt x="4729" y="16405"/>
                  </a:lnTo>
                  <a:lnTo>
                    <a:pt x="4729" y="16468"/>
                  </a:lnTo>
                  <a:lnTo>
                    <a:pt x="4667" y="16551"/>
                  </a:lnTo>
                  <a:lnTo>
                    <a:pt x="4604" y="16572"/>
                  </a:lnTo>
                  <a:lnTo>
                    <a:pt x="4520" y="16551"/>
                  </a:lnTo>
                  <a:lnTo>
                    <a:pt x="4478" y="16572"/>
                  </a:lnTo>
                  <a:lnTo>
                    <a:pt x="4478" y="16635"/>
                  </a:lnTo>
                  <a:lnTo>
                    <a:pt x="4562" y="16656"/>
                  </a:lnTo>
                  <a:lnTo>
                    <a:pt x="4625" y="16656"/>
                  </a:lnTo>
                  <a:lnTo>
                    <a:pt x="4688" y="16719"/>
                  </a:lnTo>
                  <a:lnTo>
                    <a:pt x="4729" y="16719"/>
                  </a:lnTo>
                  <a:lnTo>
                    <a:pt x="4813" y="16740"/>
                  </a:lnTo>
                  <a:lnTo>
                    <a:pt x="4855" y="16782"/>
                  </a:lnTo>
                  <a:lnTo>
                    <a:pt x="4855" y="16886"/>
                  </a:lnTo>
                  <a:lnTo>
                    <a:pt x="4876" y="17033"/>
                  </a:lnTo>
                  <a:lnTo>
                    <a:pt x="4771" y="17137"/>
                  </a:lnTo>
                  <a:lnTo>
                    <a:pt x="4750" y="17200"/>
                  </a:lnTo>
                  <a:lnTo>
                    <a:pt x="4792" y="17263"/>
                  </a:lnTo>
                  <a:lnTo>
                    <a:pt x="4709" y="17409"/>
                  </a:lnTo>
                  <a:lnTo>
                    <a:pt x="4604" y="17472"/>
                  </a:lnTo>
                  <a:lnTo>
                    <a:pt x="4541" y="17472"/>
                  </a:lnTo>
                  <a:lnTo>
                    <a:pt x="4478" y="17409"/>
                  </a:lnTo>
                  <a:lnTo>
                    <a:pt x="4436" y="17409"/>
                  </a:lnTo>
                  <a:lnTo>
                    <a:pt x="4332" y="17493"/>
                  </a:lnTo>
                  <a:lnTo>
                    <a:pt x="4290" y="17577"/>
                  </a:lnTo>
                  <a:lnTo>
                    <a:pt x="4332" y="17598"/>
                  </a:lnTo>
                  <a:lnTo>
                    <a:pt x="4374" y="17598"/>
                  </a:lnTo>
                  <a:lnTo>
                    <a:pt x="4541" y="17618"/>
                  </a:lnTo>
                  <a:lnTo>
                    <a:pt x="4583" y="17577"/>
                  </a:lnTo>
                  <a:lnTo>
                    <a:pt x="4604" y="17556"/>
                  </a:lnTo>
                  <a:lnTo>
                    <a:pt x="4646" y="17577"/>
                  </a:lnTo>
                  <a:lnTo>
                    <a:pt x="4646" y="17618"/>
                  </a:lnTo>
                  <a:lnTo>
                    <a:pt x="4667" y="17660"/>
                  </a:lnTo>
                  <a:lnTo>
                    <a:pt x="4604" y="17702"/>
                  </a:lnTo>
                  <a:lnTo>
                    <a:pt x="4562" y="17702"/>
                  </a:lnTo>
                  <a:lnTo>
                    <a:pt x="4541" y="17723"/>
                  </a:lnTo>
                  <a:lnTo>
                    <a:pt x="4541" y="17807"/>
                  </a:lnTo>
                  <a:lnTo>
                    <a:pt x="4499" y="17828"/>
                  </a:lnTo>
                  <a:lnTo>
                    <a:pt x="4436" y="17828"/>
                  </a:lnTo>
                  <a:lnTo>
                    <a:pt x="4290" y="17932"/>
                  </a:lnTo>
                  <a:lnTo>
                    <a:pt x="4185" y="17995"/>
                  </a:lnTo>
                  <a:lnTo>
                    <a:pt x="4185" y="18037"/>
                  </a:lnTo>
                  <a:lnTo>
                    <a:pt x="4269" y="18121"/>
                  </a:lnTo>
                  <a:lnTo>
                    <a:pt x="4395" y="18142"/>
                  </a:lnTo>
                  <a:lnTo>
                    <a:pt x="4499" y="18121"/>
                  </a:lnTo>
                  <a:lnTo>
                    <a:pt x="4583" y="18016"/>
                  </a:lnTo>
                  <a:lnTo>
                    <a:pt x="4646" y="17911"/>
                  </a:lnTo>
                  <a:lnTo>
                    <a:pt x="4688" y="17870"/>
                  </a:lnTo>
                  <a:lnTo>
                    <a:pt x="4709" y="17870"/>
                  </a:lnTo>
                  <a:lnTo>
                    <a:pt x="4709" y="17911"/>
                  </a:lnTo>
                  <a:lnTo>
                    <a:pt x="4604" y="18079"/>
                  </a:lnTo>
                  <a:lnTo>
                    <a:pt x="4478" y="18204"/>
                  </a:lnTo>
                  <a:lnTo>
                    <a:pt x="4436" y="18183"/>
                  </a:lnTo>
                  <a:lnTo>
                    <a:pt x="4269" y="18204"/>
                  </a:lnTo>
                  <a:lnTo>
                    <a:pt x="4227" y="18225"/>
                  </a:lnTo>
                  <a:lnTo>
                    <a:pt x="4164" y="18309"/>
                  </a:lnTo>
                  <a:lnTo>
                    <a:pt x="4144" y="18288"/>
                  </a:lnTo>
                  <a:lnTo>
                    <a:pt x="4039" y="18288"/>
                  </a:lnTo>
                  <a:lnTo>
                    <a:pt x="3934" y="18330"/>
                  </a:lnTo>
                  <a:lnTo>
                    <a:pt x="3934" y="18393"/>
                  </a:lnTo>
                  <a:lnTo>
                    <a:pt x="3955" y="18414"/>
                  </a:lnTo>
                  <a:lnTo>
                    <a:pt x="3976" y="18455"/>
                  </a:lnTo>
                  <a:lnTo>
                    <a:pt x="3955" y="18539"/>
                  </a:lnTo>
                  <a:lnTo>
                    <a:pt x="4018" y="18665"/>
                  </a:lnTo>
                  <a:lnTo>
                    <a:pt x="4039" y="18665"/>
                  </a:lnTo>
                  <a:lnTo>
                    <a:pt x="4060" y="18602"/>
                  </a:lnTo>
                  <a:lnTo>
                    <a:pt x="4123" y="18602"/>
                  </a:lnTo>
                  <a:lnTo>
                    <a:pt x="4164" y="18644"/>
                  </a:lnTo>
                  <a:lnTo>
                    <a:pt x="4185" y="18707"/>
                  </a:lnTo>
                  <a:lnTo>
                    <a:pt x="4185" y="18769"/>
                  </a:lnTo>
                  <a:lnTo>
                    <a:pt x="4248" y="18832"/>
                  </a:lnTo>
                  <a:lnTo>
                    <a:pt x="4374" y="18832"/>
                  </a:lnTo>
                  <a:lnTo>
                    <a:pt x="4457" y="18769"/>
                  </a:lnTo>
                  <a:lnTo>
                    <a:pt x="4478" y="18748"/>
                  </a:lnTo>
                  <a:lnTo>
                    <a:pt x="4541" y="18748"/>
                  </a:lnTo>
                  <a:lnTo>
                    <a:pt x="4646" y="18727"/>
                  </a:lnTo>
                  <a:lnTo>
                    <a:pt x="4688" y="18665"/>
                  </a:lnTo>
                  <a:lnTo>
                    <a:pt x="4709" y="18560"/>
                  </a:lnTo>
                  <a:lnTo>
                    <a:pt x="4688" y="18497"/>
                  </a:lnTo>
                  <a:lnTo>
                    <a:pt x="4646" y="18434"/>
                  </a:lnTo>
                  <a:lnTo>
                    <a:pt x="4750" y="18434"/>
                  </a:lnTo>
                  <a:lnTo>
                    <a:pt x="4750" y="18393"/>
                  </a:lnTo>
                  <a:lnTo>
                    <a:pt x="4771" y="18225"/>
                  </a:lnTo>
                  <a:lnTo>
                    <a:pt x="4813" y="18309"/>
                  </a:lnTo>
                  <a:lnTo>
                    <a:pt x="4876" y="18351"/>
                  </a:lnTo>
                  <a:lnTo>
                    <a:pt x="4918" y="18351"/>
                  </a:lnTo>
                  <a:lnTo>
                    <a:pt x="4981" y="18288"/>
                  </a:lnTo>
                  <a:lnTo>
                    <a:pt x="4981" y="18121"/>
                  </a:lnTo>
                  <a:lnTo>
                    <a:pt x="4981" y="18016"/>
                  </a:lnTo>
                  <a:lnTo>
                    <a:pt x="4918" y="17911"/>
                  </a:lnTo>
                  <a:lnTo>
                    <a:pt x="4897" y="17828"/>
                  </a:lnTo>
                  <a:lnTo>
                    <a:pt x="4918" y="17618"/>
                  </a:lnTo>
                  <a:lnTo>
                    <a:pt x="4960" y="17577"/>
                  </a:lnTo>
                  <a:lnTo>
                    <a:pt x="4981" y="17577"/>
                  </a:lnTo>
                  <a:lnTo>
                    <a:pt x="4981" y="17660"/>
                  </a:lnTo>
                  <a:lnTo>
                    <a:pt x="4960" y="17723"/>
                  </a:lnTo>
                  <a:lnTo>
                    <a:pt x="4981" y="17828"/>
                  </a:lnTo>
                  <a:lnTo>
                    <a:pt x="5022" y="17932"/>
                  </a:lnTo>
                  <a:lnTo>
                    <a:pt x="5022" y="18079"/>
                  </a:lnTo>
                  <a:lnTo>
                    <a:pt x="5001" y="18204"/>
                  </a:lnTo>
                  <a:lnTo>
                    <a:pt x="5001" y="18309"/>
                  </a:lnTo>
                  <a:lnTo>
                    <a:pt x="5064" y="18309"/>
                  </a:lnTo>
                  <a:lnTo>
                    <a:pt x="5085" y="18288"/>
                  </a:lnTo>
                  <a:lnTo>
                    <a:pt x="5169" y="18225"/>
                  </a:lnTo>
                  <a:lnTo>
                    <a:pt x="5169" y="18183"/>
                  </a:lnTo>
                  <a:lnTo>
                    <a:pt x="5273" y="18037"/>
                  </a:lnTo>
                  <a:lnTo>
                    <a:pt x="5378" y="17995"/>
                  </a:lnTo>
                  <a:lnTo>
                    <a:pt x="5420" y="17995"/>
                  </a:lnTo>
                  <a:lnTo>
                    <a:pt x="5420" y="18016"/>
                  </a:lnTo>
                  <a:lnTo>
                    <a:pt x="5336" y="18079"/>
                  </a:lnTo>
                  <a:lnTo>
                    <a:pt x="5294" y="18121"/>
                  </a:lnTo>
                  <a:lnTo>
                    <a:pt x="5232" y="18246"/>
                  </a:lnTo>
                  <a:lnTo>
                    <a:pt x="5169" y="18330"/>
                  </a:lnTo>
                  <a:lnTo>
                    <a:pt x="5169" y="18393"/>
                  </a:lnTo>
                  <a:lnTo>
                    <a:pt x="5211" y="18414"/>
                  </a:lnTo>
                  <a:lnTo>
                    <a:pt x="5294" y="18414"/>
                  </a:lnTo>
                  <a:lnTo>
                    <a:pt x="5336" y="18434"/>
                  </a:lnTo>
                  <a:lnTo>
                    <a:pt x="5399" y="18518"/>
                  </a:lnTo>
                  <a:lnTo>
                    <a:pt x="5483" y="18539"/>
                  </a:lnTo>
                  <a:lnTo>
                    <a:pt x="5587" y="18518"/>
                  </a:lnTo>
                  <a:lnTo>
                    <a:pt x="5650" y="18455"/>
                  </a:lnTo>
                  <a:lnTo>
                    <a:pt x="5713" y="18455"/>
                  </a:lnTo>
                  <a:lnTo>
                    <a:pt x="5734" y="18497"/>
                  </a:lnTo>
                  <a:lnTo>
                    <a:pt x="5734" y="18539"/>
                  </a:lnTo>
                  <a:lnTo>
                    <a:pt x="5608" y="18623"/>
                  </a:lnTo>
                  <a:lnTo>
                    <a:pt x="5420" y="18665"/>
                  </a:lnTo>
                  <a:lnTo>
                    <a:pt x="5294" y="18665"/>
                  </a:lnTo>
                  <a:lnTo>
                    <a:pt x="5211" y="18727"/>
                  </a:lnTo>
                  <a:lnTo>
                    <a:pt x="5169" y="18769"/>
                  </a:lnTo>
                  <a:lnTo>
                    <a:pt x="5169" y="18832"/>
                  </a:lnTo>
                  <a:lnTo>
                    <a:pt x="5190" y="18853"/>
                  </a:lnTo>
                  <a:lnTo>
                    <a:pt x="5315" y="18832"/>
                  </a:lnTo>
                  <a:lnTo>
                    <a:pt x="5378" y="18853"/>
                  </a:lnTo>
                  <a:lnTo>
                    <a:pt x="5420" y="18832"/>
                  </a:lnTo>
                  <a:lnTo>
                    <a:pt x="5504" y="18769"/>
                  </a:lnTo>
                  <a:lnTo>
                    <a:pt x="5629" y="18769"/>
                  </a:lnTo>
                  <a:lnTo>
                    <a:pt x="5650" y="18811"/>
                  </a:lnTo>
                  <a:lnTo>
                    <a:pt x="5629" y="18853"/>
                  </a:lnTo>
                  <a:lnTo>
                    <a:pt x="5545" y="18874"/>
                  </a:lnTo>
                  <a:lnTo>
                    <a:pt x="5483" y="18937"/>
                  </a:lnTo>
                  <a:lnTo>
                    <a:pt x="5336" y="18937"/>
                  </a:lnTo>
                  <a:lnTo>
                    <a:pt x="5294" y="19020"/>
                  </a:lnTo>
                  <a:lnTo>
                    <a:pt x="5273" y="19083"/>
                  </a:lnTo>
                  <a:lnTo>
                    <a:pt x="5211" y="19146"/>
                  </a:lnTo>
                  <a:lnTo>
                    <a:pt x="5211" y="19188"/>
                  </a:lnTo>
                  <a:lnTo>
                    <a:pt x="5273" y="19188"/>
                  </a:lnTo>
                  <a:lnTo>
                    <a:pt x="5420" y="19062"/>
                  </a:lnTo>
                  <a:lnTo>
                    <a:pt x="5483" y="19041"/>
                  </a:lnTo>
                  <a:lnTo>
                    <a:pt x="5545" y="19041"/>
                  </a:lnTo>
                  <a:lnTo>
                    <a:pt x="5587" y="19020"/>
                  </a:lnTo>
                  <a:lnTo>
                    <a:pt x="5629" y="19020"/>
                  </a:lnTo>
                  <a:lnTo>
                    <a:pt x="5692" y="19083"/>
                  </a:lnTo>
                  <a:lnTo>
                    <a:pt x="5692" y="19146"/>
                  </a:lnTo>
                  <a:lnTo>
                    <a:pt x="5650" y="19188"/>
                  </a:lnTo>
                  <a:lnTo>
                    <a:pt x="5587" y="19146"/>
                  </a:lnTo>
                  <a:lnTo>
                    <a:pt x="5525" y="19125"/>
                  </a:lnTo>
                  <a:lnTo>
                    <a:pt x="5399" y="19167"/>
                  </a:lnTo>
                  <a:lnTo>
                    <a:pt x="5378" y="19230"/>
                  </a:lnTo>
                  <a:lnTo>
                    <a:pt x="5399" y="19271"/>
                  </a:lnTo>
                  <a:lnTo>
                    <a:pt x="5587" y="19271"/>
                  </a:lnTo>
                  <a:lnTo>
                    <a:pt x="5650" y="19230"/>
                  </a:lnTo>
                  <a:lnTo>
                    <a:pt x="5713" y="19230"/>
                  </a:lnTo>
                  <a:lnTo>
                    <a:pt x="5797" y="19334"/>
                  </a:lnTo>
                  <a:lnTo>
                    <a:pt x="5797" y="19397"/>
                  </a:lnTo>
                  <a:lnTo>
                    <a:pt x="5734" y="19439"/>
                  </a:lnTo>
                  <a:lnTo>
                    <a:pt x="5525" y="19355"/>
                  </a:lnTo>
                  <a:lnTo>
                    <a:pt x="5420" y="19292"/>
                  </a:lnTo>
                  <a:lnTo>
                    <a:pt x="5399" y="19355"/>
                  </a:lnTo>
                  <a:lnTo>
                    <a:pt x="5420" y="19439"/>
                  </a:lnTo>
                  <a:lnTo>
                    <a:pt x="5525" y="19502"/>
                  </a:lnTo>
                  <a:lnTo>
                    <a:pt x="5629" y="19648"/>
                  </a:lnTo>
                  <a:lnTo>
                    <a:pt x="5692" y="19753"/>
                  </a:lnTo>
                  <a:lnTo>
                    <a:pt x="5629" y="19753"/>
                  </a:lnTo>
                  <a:lnTo>
                    <a:pt x="5545" y="19648"/>
                  </a:lnTo>
                  <a:lnTo>
                    <a:pt x="5525" y="19648"/>
                  </a:lnTo>
                  <a:lnTo>
                    <a:pt x="5504" y="19690"/>
                  </a:lnTo>
                  <a:lnTo>
                    <a:pt x="5525" y="19774"/>
                  </a:lnTo>
                  <a:lnTo>
                    <a:pt x="5650" y="19878"/>
                  </a:lnTo>
                  <a:lnTo>
                    <a:pt x="5797" y="19983"/>
                  </a:lnTo>
                  <a:lnTo>
                    <a:pt x="5797" y="20025"/>
                  </a:lnTo>
                  <a:lnTo>
                    <a:pt x="5734" y="20025"/>
                  </a:lnTo>
                  <a:lnTo>
                    <a:pt x="5734" y="20087"/>
                  </a:lnTo>
                  <a:lnTo>
                    <a:pt x="5692" y="20087"/>
                  </a:lnTo>
                  <a:lnTo>
                    <a:pt x="5587" y="19983"/>
                  </a:lnTo>
                  <a:lnTo>
                    <a:pt x="5545" y="19983"/>
                  </a:lnTo>
                  <a:lnTo>
                    <a:pt x="5545" y="20025"/>
                  </a:lnTo>
                  <a:lnTo>
                    <a:pt x="5650" y="20171"/>
                  </a:lnTo>
                  <a:lnTo>
                    <a:pt x="5713" y="20213"/>
                  </a:lnTo>
                  <a:lnTo>
                    <a:pt x="5755" y="20213"/>
                  </a:lnTo>
                  <a:lnTo>
                    <a:pt x="5817" y="20192"/>
                  </a:lnTo>
                  <a:lnTo>
                    <a:pt x="5838" y="20213"/>
                  </a:lnTo>
                  <a:lnTo>
                    <a:pt x="5797" y="20297"/>
                  </a:lnTo>
                  <a:lnTo>
                    <a:pt x="5734" y="20318"/>
                  </a:lnTo>
                  <a:lnTo>
                    <a:pt x="5629" y="20276"/>
                  </a:lnTo>
                  <a:lnTo>
                    <a:pt x="5545" y="20192"/>
                  </a:lnTo>
                  <a:lnTo>
                    <a:pt x="5441" y="20108"/>
                  </a:lnTo>
                  <a:lnTo>
                    <a:pt x="5378" y="20004"/>
                  </a:lnTo>
                  <a:lnTo>
                    <a:pt x="5294" y="19795"/>
                  </a:lnTo>
                  <a:lnTo>
                    <a:pt x="5232" y="19711"/>
                  </a:lnTo>
                  <a:lnTo>
                    <a:pt x="5169" y="19690"/>
                  </a:lnTo>
                  <a:lnTo>
                    <a:pt x="5085" y="19648"/>
                  </a:lnTo>
                  <a:lnTo>
                    <a:pt x="4981" y="19606"/>
                  </a:lnTo>
                  <a:lnTo>
                    <a:pt x="4876" y="19606"/>
                  </a:lnTo>
                  <a:lnTo>
                    <a:pt x="4813" y="19585"/>
                  </a:lnTo>
                  <a:lnTo>
                    <a:pt x="4750" y="19585"/>
                  </a:lnTo>
                  <a:lnTo>
                    <a:pt x="4646" y="19564"/>
                  </a:lnTo>
                  <a:lnTo>
                    <a:pt x="4541" y="19460"/>
                  </a:lnTo>
                  <a:lnTo>
                    <a:pt x="4436" y="19460"/>
                  </a:lnTo>
                  <a:lnTo>
                    <a:pt x="4353" y="19439"/>
                  </a:lnTo>
                  <a:lnTo>
                    <a:pt x="4290" y="19460"/>
                  </a:lnTo>
                  <a:lnTo>
                    <a:pt x="4185" y="19460"/>
                  </a:lnTo>
                  <a:lnTo>
                    <a:pt x="4060" y="19564"/>
                  </a:lnTo>
                  <a:lnTo>
                    <a:pt x="4060" y="19606"/>
                  </a:lnTo>
                  <a:lnTo>
                    <a:pt x="4123" y="19669"/>
                  </a:lnTo>
                  <a:lnTo>
                    <a:pt x="4185" y="19753"/>
                  </a:lnTo>
                  <a:lnTo>
                    <a:pt x="4248" y="19878"/>
                  </a:lnTo>
                  <a:lnTo>
                    <a:pt x="4248" y="19962"/>
                  </a:lnTo>
                  <a:lnTo>
                    <a:pt x="4353" y="20067"/>
                  </a:lnTo>
                  <a:lnTo>
                    <a:pt x="4499" y="20108"/>
                  </a:lnTo>
                  <a:lnTo>
                    <a:pt x="4709" y="20192"/>
                  </a:lnTo>
                  <a:lnTo>
                    <a:pt x="4855" y="20276"/>
                  </a:lnTo>
                  <a:lnTo>
                    <a:pt x="4897" y="20380"/>
                  </a:lnTo>
                  <a:lnTo>
                    <a:pt x="4897" y="20422"/>
                  </a:lnTo>
                  <a:lnTo>
                    <a:pt x="4981" y="20443"/>
                  </a:lnTo>
                  <a:lnTo>
                    <a:pt x="5064" y="20443"/>
                  </a:lnTo>
                  <a:lnTo>
                    <a:pt x="5127" y="20527"/>
                  </a:lnTo>
                  <a:lnTo>
                    <a:pt x="5211" y="20548"/>
                  </a:lnTo>
                  <a:lnTo>
                    <a:pt x="5273" y="20527"/>
                  </a:lnTo>
                  <a:lnTo>
                    <a:pt x="5315" y="20590"/>
                  </a:lnTo>
                  <a:lnTo>
                    <a:pt x="5399" y="20590"/>
                  </a:lnTo>
                  <a:lnTo>
                    <a:pt x="5441" y="20548"/>
                  </a:lnTo>
                  <a:lnTo>
                    <a:pt x="5504" y="20631"/>
                  </a:lnTo>
                  <a:lnTo>
                    <a:pt x="5608" y="20631"/>
                  </a:lnTo>
                  <a:lnTo>
                    <a:pt x="5692" y="20548"/>
                  </a:lnTo>
                  <a:lnTo>
                    <a:pt x="5797" y="20548"/>
                  </a:lnTo>
                  <a:lnTo>
                    <a:pt x="5838" y="20590"/>
                  </a:lnTo>
                  <a:lnTo>
                    <a:pt x="5838" y="20652"/>
                  </a:lnTo>
                  <a:lnTo>
                    <a:pt x="5755" y="20652"/>
                  </a:lnTo>
                  <a:lnTo>
                    <a:pt x="5692" y="20694"/>
                  </a:lnTo>
                  <a:lnTo>
                    <a:pt x="5692" y="20736"/>
                  </a:lnTo>
                  <a:lnTo>
                    <a:pt x="5755" y="20736"/>
                  </a:lnTo>
                  <a:lnTo>
                    <a:pt x="5817" y="20820"/>
                  </a:lnTo>
                  <a:lnTo>
                    <a:pt x="5734" y="20862"/>
                  </a:lnTo>
                  <a:lnTo>
                    <a:pt x="5734" y="20903"/>
                  </a:lnTo>
                  <a:lnTo>
                    <a:pt x="5650" y="20924"/>
                  </a:lnTo>
                  <a:lnTo>
                    <a:pt x="5608" y="20966"/>
                  </a:lnTo>
                  <a:lnTo>
                    <a:pt x="5504" y="21029"/>
                  </a:lnTo>
                  <a:lnTo>
                    <a:pt x="5483" y="21071"/>
                  </a:lnTo>
                  <a:lnTo>
                    <a:pt x="5504" y="21113"/>
                  </a:lnTo>
                  <a:lnTo>
                    <a:pt x="5608" y="21113"/>
                  </a:lnTo>
                  <a:lnTo>
                    <a:pt x="5692" y="21134"/>
                  </a:lnTo>
                  <a:lnTo>
                    <a:pt x="5713" y="21175"/>
                  </a:lnTo>
                  <a:lnTo>
                    <a:pt x="5629" y="21175"/>
                  </a:lnTo>
                  <a:lnTo>
                    <a:pt x="5587" y="21217"/>
                  </a:lnTo>
                  <a:lnTo>
                    <a:pt x="5545" y="21175"/>
                  </a:lnTo>
                  <a:lnTo>
                    <a:pt x="5504" y="21238"/>
                  </a:lnTo>
                  <a:lnTo>
                    <a:pt x="5420" y="21364"/>
                  </a:lnTo>
                  <a:lnTo>
                    <a:pt x="5378" y="21364"/>
                  </a:lnTo>
                  <a:lnTo>
                    <a:pt x="5315" y="21427"/>
                  </a:lnTo>
                  <a:lnTo>
                    <a:pt x="5315" y="21468"/>
                  </a:lnTo>
                  <a:lnTo>
                    <a:pt x="5399" y="21489"/>
                  </a:lnTo>
                  <a:lnTo>
                    <a:pt x="5441" y="21489"/>
                  </a:lnTo>
                  <a:lnTo>
                    <a:pt x="5504" y="21468"/>
                  </a:lnTo>
                  <a:lnTo>
                    <a:pt x="5525" y="21489"/>
                  </a:lnTo>
                  <a:lnTo>
                    <a:pt x="5545" y="21552"/>
                  </a:lnTo>
                  <a:lnTo>
                    <a:pt x="5608" y="21552"/>
                  </a:lnTo>
                  <a:lnTo>
                    <a:pt x="5650" y="21573"/>
                  </a:lnTo>
                  <a:lnTo>
                    <a:pt x="5650" y="21636"/>
                  </a:lnTo>
                  <a:lnTo>
                    <a:pt x="5545" y="21657"/>
                  </a:lnTo>
                  <a:lnTo>
                    <a:pt x="5483" y="21678"/>
                  </a:lnTo>
                  <a:lnTo>
                    <a:pt x="5483" y="21699"/>
                  </a:lnTo>
                  <a:lnTo>
                    <a:pt x="5608" y="21699"/>
                  </a:lnTo>
                  <a:lnTo>
                    <a:pt x="5650" y="21761"/>
                  </a:lnTo>
                  <a:lnTo>
                    <a:pt x="5650" y="21803"/>
                  </a:lnTo>
                  <a:lnTo>
                    <a:pt x="5608" y="21803"/>
                  </a:lnTo>
                  <a:lnTo>
                    <a:pt x="5545" y="21782"/>
                  </a:lnTo>
                  <a:lnTo>
                    <a:pt x="5525" y="21803"/>
                  </a:lnTo>
                  <a:lnTo>
                    <a:pt x="5483" y="21803"/>
                  </a:lnTo>
                  <a:lnTo>
                    <a:pt x="5420" y="21761"/>
                  </a:lnTo>
                  <a:lnTo>
                    <a:pt x="5336" y="21761"/>
                  </a:lnTo>
                  <a:lnTo>
                    <a:pt x="5232" y="21740"/>
                  </a:lnTo>
                  <a:lnTo>
                    <a:pt x="5232" y="21678"/>
                  </a:lnTo>
                  <a:lnTo>
                    <a:pt x="5273" y="21657"/>
                  </a:lnTo>
                  <a:lnTo>
                    <a:pt x="5211" y="21552"/>
                  </a:lnTo>
                  <a:lnTo>
                    <a:pt x="5190" y="21531"/>
                  </a:lnTo>
                  <a:lnTo>
                    <a:pt x="5127" y="21552"/>
                  </a:lnTo>
                  <a:lnTo>
                    <a:pt x="5127" y="21657"/>
                  </a:lnTo>
                  <a:lnTo>
                    <a:pt x="5064" y="21866"/>
                  </a:lnTo>
                  <a:lnTo>
                    <a:pt x="5001" y="21950"/>
                  </a:lnTo>
                  <a:lnTo>
                    <a:pt x="5022" y="21992"/>
                  </a:lnTo>
                  <a:lnTo>
                    <a:pt x="5085" y="21992"/>
                  </a:lnTo>
                  <a:lnTo>
                    <a:pt x="5169" y="21950"/>
                  </a:lnTo>
                  <a:lnTo>
                    <a:pt x="5190" y="21950"/>
                  </a:lnTo>
                  <a:lnTo>
                    <a:pt x="5169" y="21992"/>
                  </a:lnTo>
                  <a:lnTo>
                    <a:pt x="5085" y="22054"/>
                  </a:lnTo>
                  <a:lnTo>
                    <a:pt x="5022" y="22096"/>
                  </a:lnTo>
                  <a:lnTo>
                    <a:pt x="4981" y="22117"/>
                  </a:lnTo>
                  <a:lnTo>
                    <a:pt x="4981" y="22180"/>
                  </a:lnTo>
                  <a:lnTo>
                    <a:pt x="4855" y="22159"/>
                  </a:lnTo>
                  <a:lnTo>
                    <a:pt x="4750" y="22159"/>
                  </a:lnTo>
                  <a:lnTo>
                    <a:pt x="4646" y="22180"/>
                  </a:lnTo>
                  <a:lnTo>
                    <a:pt x="4604" y="22159"/>
                  </a:lnTo>
                  <a:lnTo>
                    <a:pt x="4478" y="22159"/>
                  </a:lnTo>
                  <a:lnTo>
                    <a:pt x="4395" y="22180"/>
                  </a:lnTo>
                  <a:lnTo>
                    <a:pt x="4248" y="22264"/>
                  </a:lnTo>
                  <a:lnTo>
                    <a:pt x="4123" y="22284"/>
                  </a:lnTo>
                  <a:lnTo>
                    <a:pt x="4144" y="22305"/>
                  </a:lnTo>
                  <a:lnTo>
                    <a:pt x="4248" y="22284"/>
                  </a:lnTo>
                  <a:lnTo>
                    <a:pt x="4290" y="22284"/>
                  </a:lnTo>
                  <a:lnTo>
                    <a:pt x="4248" y="22326"/>
                  </a:lnTo>
                  <a:lnTo>
                    <a:pt x="4185" y="22368"/>
                  </a:lnTo>
                  <a:lnTo>
                    <a:pt x="4227" y="22410"/>
                  </a:lnTo>
                  <a:lnTo>
                    <a:pt x="4290" y="22431"/>
                  </a:lnTo>
                  <a:lnTo>
                    <a:pt x="4353" y="22515"/>
                  </a:lnTo>
                  <a:lnTo>
                    <a:pt x="4457" y="22494"/>
                  </a:lnTo>
                  <a:lnTo>
                    <a:pt x="4541" y="22515"/>
                  </a:lnTo>
                  <a:lnTo>
                    <a:pt x="4583" y="22494"/>
                  </a:lnTo>
                  <a:lnTo>
                    <a:pt x="4709" y="22494"/>
                  </a:lnTo>
                  <a:lnTo>
                    <a:pt x="4750" y="22473"/>
                  </a:lnTo>
                  <a:lnTo>
                    <a:pt x="4667" y="22410"/>
                  </a:lnTo>
                  <a:lnTo>
                    <a:pt x="4646" y="22389"/>
                  </a:lnTo>
                  <a:lnTo>
                    <a:pt x="4688" y="22326"/>
                  </a:lnTo>
                  <a:lnTo>
                    <a:pt x="4855" y="22326"/>
                  </a:lnTo>
                  <a:lnTo>
                    <a:pt x="4918" y="22305"/>
                  </a:lnTo>
                  <a:lnTo>
                    <a:pt x="5001" y="22305"/>
                  </a:lnTo>
                  <a:lnTo>
                    <a:pt x="5001" y="22326"/>
                  </a:lnTo>
                  <a:lnTo>
                    <a:pt x="4960" y="22368"/>
                  </a:lnTo>
                  <a:lnTo>
                    <a:pt x="4918" y="22431"/>
                  </a:lnTo>
                  <a:lnTo>
                    <a:pt x="4918" y="22515"/>
                  </a:lnTo>
                  <a:lnTo>
                    <a:pt x="4792" y="22577"/>
                  </a:lnTo>
                  <a:lnTo>
                    <a:pt x="4792" y="22619"/>
                  </a:lnTo>
                  <a:lnTo>
                    <a:pt x="4813" y="22682"/>
                  </a:lnTo>
                  <a:lnTo>
                    <a:pt x="5064" y="22849"/>
                  </a:lnTo>
                  <a:lnTo>
                    <a:pt x="5169" y="22933"/>
                  </a:lnTo>
                  <a:lnTo>
                    <a:pt x="5169" y="22954"/>
                  </a:lnTo>
                  <a:lnTo>
                    <a:pt x="5085" y="22954"/>
                  </a:lnTo>
                  <a:lnTo>
                    <a:pt x="5064" y="22933"/>
                  </a:lnTo>
                  <a:lnTo>
                    <a:pt x="4960" y="22891"/>
                  </a:lnTo>
                  <a:lnTo>
                    <a:pt x="4813" y="22808"/>
                  </a:lnTo>
                  <a:lnTo>
                    <a:pt x="4771" y="22745"/>
                  </a:lnTo>
                  <a:lnTo>
                    <a:pt x="4667" y="22745"/>
                  </a:lnTo>
                  <a:lnTo>
                    <a:pt x="4604" y="22787"/>
                  </a:lnTo>
                  <a:lnTo>
                    <a:pt x="4541" y="22808"/>
                  </a:lnTo>
                  <a:lnTo>
                    <a:pt x="4332" y="22682"/>
                  </a:lnTo>
                  <a:lnTo>
                    <a:pt x="4290" y="22598"/>
                  </a:lnTo>
                  <a:lnTo>
                    <a:pt x="4248" y="22515"/>
                  </a:lnTo>
                  <a:lnTo>
                    <a:pt x="4227" y="22515"/>
                  </a:lnTo>
                  <a:lnTo>
                    <a:pt x="4248" y="22619"/>
                  </a:lnTo>
                  <a:lnTo>
                    <a:pt x="4269" y="22703"/>
                  </a:lnTo>
                  <a:lnTo>
                    <a:pt x="4248" y="22724"/>
                  </a:lnTo>
                  <a:lnTo>
                    <a:pt x="4144" y="22619"/>
                  </a:lnTo>
                  <a:lnTo>
                    <a:pt x="4039" y="22494"/>
                  </a:lnTo>
                  <a:lnTo>
                    <a:pt x="3913" y="22431"/>
                  </a:lnTo>
                  <a:lnTo>
                    <a:pt x="3851" y="22473"/>
                  </a:lnTo>
                  <a:lnTo>
                    <a:pt x="3872" y="22515"/>
                  </a:lnTo>
                  <a:lnTo>
                    <a:pt x="3955" y="22536"/>
                  </a:lnTo>
                  <a:lnTo>
                    <a:pt x="3976" y="22619"/>
                  </a:lnTo>
                  <a:lnTo>
                    <a:pt x="4123" y="22745"/>
                  </a:lnTo>
                  <a:lnTo>
                    <a:pt x="4164" y="22808"/>
                  </a:lnTo>
                  <a:lnTo>
                    <a:pt x="4227" y="22808"/>
                  </a:lnTo>
                  <a:lnTo>
                    <a:pt x="4290" y="22828"/>
                  </a:lnTo>
                  <a:lnTo>
                    <a:pt x="4332" y="22891"/>
                  </a:lnTo>
                  <a:lnTo>
                    <a:pt x="4164" y="22891"/>
                  </a:lnTo>
                  <a:lnTo>
                    <a:pt x="4060" y="22828"/>
                  </a:lnTo>
                  <a:lnTo>
                    <a:pt x="3976" y="22787"/>
                  </a:lnTo>
                  <a:lnTo>
                    <a:pt x="3934" y="22787"/>
                  </a:lnTo>
                  <a:lnTo>
                    <a:pt x="3913" y="22849"/>
                  </a:lnTo>
                  <a:lnTo>
                    <a:pt x="3913" y="22912"/>
                  </a:lnTo>
                  <a:lnTo>
                    <a:pt x="3851" y="22954"/>
                  </a:lnTo>
                  <a:lnTo>
                    <a:pt x="3830" y="22954"/>
                  </a:lnTo>
                  <a:lnTo>
                    <a:pt x="3830" y="23017"/>
                  </a:lnTo>
                  <a:lnTo>
                    <a:pt x="3767" y="23059"/>
                  </a:lnTo>
                  <a:lnTo>
                    <a:pt x="3725" y="23100"/>
                  </a:lnTo>
                  <a:lnTo>
                    <a:pt x="3600" y="23247"/>
                  </a:lnTo>
                  <a:lnTo>
                    <a:pt x="3600" y="23310"/>
                  </a:lnTo>
                  <a:lnTo>
                    <a:pt x="3627" y="23324"/>
                  </a:lnTo>
                  <a:lnTo>
                    <a:pt x="3627" y="23324"/>
                  </a:lnTo>
                  <a:lnTo>
                    <a:pt x="3558" y="23352"/>
                  </a:lnTo>
                  <a:lnTo>
                    <a:pt x="3495" y="23414"/>
                  </a:lnTo>
                  <a:lnTo>
                    <a:pt x="3390" y="23456"/>
                  </a:lnTo>
                  <a:lnTo>
                    <a:pt x="3328" y="23561"/>
                  </a:lnTo>
                  <a:lnTo>
                    <a:pt x="3328" y="23644"/>
                  </a:lnTo>
                  <a:lnTo>
                    <a:pt x="3348" y="23665"/>
                  </a:lnTo>
                  <a:lnTo>
                    <a:pt x="3432" y="23624"/>
                  </a:lnTo>
                  <a:lnTo>
                    <a:pt x="3537" y="23582"/>
                  </a:lnTo>
                  <a:lnTo>
                    <a:pt x="3600" y="23624"/>
                  </a:lnTo>
                  <a:lnTo>
                    <a:pt x="3620" y="23644"/>
                  </a:lnTo>
                  <a:lnTo>
                    <a:pt x="3725" y="23644"/>
                  </a:lnTo>
                  <a:lnTo>
                    <a:pt x="3913" y="23582"/>
                  </a:lnTo>
                  <a:lnTo>
                    <a:pt x="4060" y="23582"/>
                  </a:lnTo>
                  <a:lnTo>
                    <a:pt x="4185" y="23644"/>
                  </a:lnTo>
                  <a:lnTo>
                    <a:pt x="4185" y="23686"/>
                  </a:lnTo>
                  <a:lnTo>
                    <a:pt x="4144" y="23728"/>
                  </a:lnTo>
                  <a:lnTo>
                    <a:pt x="4018" y="23686"/>
                  </a:lnTo>
                  <a:lnTo>
                    <a:pt x="3934" y="23728"/>
                  </a:lnTo>
                  <a:lnTo>
                    <a:pt x="3558" y="23686"/>
                  </a:lnTo>
                  <a:lnTo>
                    <a:pt x="3453" y="23686"/>
                  </a:lnTo>
                  <a:lnTo>
                    <a:pt x="3432" y="23728"/>
                  </a:lnTo>
                  <a:lnTo>
                    <a:pt x="3286" y="23728"/>
                  </a:lnTo>
                  <a:lnTo>
                    <a:pt x="3286" y="23770"/>
                  </a:lnTo>
                  <a:lnTo>
                    <a:pt x="3307" y="23791"/>
                  </a:lnTo>
                  <a:lnTo>
                    <a:pt x="3411" y="23791"/>
                  </a:lnTo>
                  <a:lnTo>
                    <a:pt x="3432" y="23833"/>
                  </a:lnTo>
                  <a:lnTo>
                    <a:pt x="3390" y="23854"/>
                  </a:lnTo>
                  <a:lnTo>
                    <a:pt x="3307" y="23833"/>
                  </a:lnTo>
                  <a:lnTo>
                    <a:pt x="3202" y="23833"/>
                  </a:lnTo>
                  <a:lnTo>
                    <a:pt x="3202" y="23854"/>
                  </a:lnTo>
                  <a:lnTo>
                    <a:pt x="3244" y="23896"/>
                  </a:lnTo>
                  <a:lnTo>
                    <a:pt x="3348" y="23896"/>
                  </a:lnTo>
                  <a:lnTo>
                    <a:pt x="3620" y="23979"/>
                  </a:lnTo>
                  <a:lnTo>
                    <a:pt x="3704" y="23979"/>
                  </a:lnTo>
                  <a:lnTo>
                    <a:pt x="3746" y="23958"/>
                  </a:lnTo>
                  <a:lnTo>
                    <a:pt x="3830" y="23958"/>
                  </a:lnTo>
                  <a:lnTo>
                    <a:pt x="3851" y="23979"/>
                  </a:lnTo>
                  <a:lnTo>
                    <a:pt x="3851" y="24063"/>
                  </a:lnTo>
                  <a:lnTo>
                    <a:pt x="3872" y="24147"/>
                  </a:lnTo>
                  <a:lnTo>
                    <a:pt x="3830" y="24168"/>
                  </a:lnTo>
                  <a:lnTo>
                    <a:pt x="3746" y="24147"/>
                  </a:lnTo>
                  <a:lnTo>
                    <a:pt x="3725" y="24168"/>
                  </a:lnTo>
                  <a:lnTo>
                    <a:pt x="3704" y="24147"/>
                  </a:lnTo>
                  <a:lnTo>
                    <a:pt x="3600" y="24168"/>
                  </a:lnTo>
                  <a:lnTo>
                    <a:pt x="3600" y="24209"/>
                  </a:lnTo>
                  <a:lnTo>
                    <a:pt x="3620" y="24251"/>
                  </a:lnTo>
                  <a:lnTo>
                    <a:pt x="3662" y="24251"/>
                  </a:lnTo>
                  <a:lnTo>
                    <a:pt x="3746" y="24272"/>
                  </a:lnTo>
                  <a:lnTo>
                    <a:pt x="3767" y="24293"/>
                  </a:lnTo>
                  <a:lnTo>
                    <a:pt x="3662" y="24356"/>
                  </a:lnTo>
                  <a:lnTo>
                    <a:pt x="3600" y="24356"/>
                  </a:lnTo>
                  <a:lnTo>
                    <a:pt x="3495" y="24293"/>
                  </a:lnTo>
                  <a:lnTo>
                    <a:pt x="3390" y="24335"/>
                  </a:lnTo>
                  <a:lnTo>
                    <a:pt x="3390" y="24377"/>
                  </a:lnTo>
                  <a:lnTo>
                    <a:pt x="3411" y="24460"/>
                  </a:lnTo>
                  <a:lnTo>
                    <a:pt x="3453" y="24481"/>
                  </a:lnTo>
                  <a:lnTo>
                    <a:pt x="3516" y="24460"/>
                  </a:lnTo>
                  <a:lnTo>
                    <a:pt x="3620" y="24460"/>
                  </a:lnTo>
                  <a:lnTo>
                    <a:pt x="3704" y="24502"/>
                  </a:lnTo>
                  <a:lnTo>
                    <a:pt x="3725" y="24565"/>
                  </a:lnTo>
                  <a:lnTo>
                    <a:pt x="3495" y="24565"/>
                  </a:lnTo>
                  <a:lnTo>
                    <a:pt x="3432" y="24586"/>
                  </a:lnTo>
                  <a:lnTo>
                    <a:pt x="3348" y="24544"/>
                  </a:lnTo>
                  <a:lnTo>
                    <a:pt x="3307" y="24544"/>
                  </a:lnTo>
                  <a:lnTo>
                    <a:pt x="3244" y="24607"/>
                  </a:lnTo>
                  <a:lnTo>
                    <a:pt x="3244" y="24816"/>
                  </a:lnTo>
                  <a:lnTo>
                    <a:pt x="3223" y="24879"/>
                  </a:lnTo>
                  <a:lnTo>
                    <a:pt x="3244" y="24921"/>
                  </a:lnTo>
                  <a:lnTo>
                    <a:pt x="3328" y="24921"/>
                  </a:lnTo>
                  <a:lnTo>
                    <a:pt x="3558" y="24816"/>
                  </a:lnTo>
                  <a:lnTo>
                    <a:pt x="3620" y="24774"/>
                  </a:lnTo>
                  <a:lnTo>
                    <a:pt x="3809" y="24712"/>
                  </a:lnTo>
                  <a:lnTo>
                    <a:pt x="3913" y="24670"/>
                  </a:lnTo>
                  <a:lnTo>
                    <a:pt x="3976" y="24544"/>
                  </a:lnTo>
                  <a:lnTo>
                    <a:pt x="4123" y="24398"/>
                  </a:lnTo>
                  <a:lnTo>
                    <a:pt x="4395" y="24272"/>
                  </a:lnTo>
                  <a:lnTo>
                    <a:pt x="4541" y="24230"/>
                  </a:lnTo>
                  <a:lnTo>
                    <a:pt x="4604" y="24251"/>
                  </a:lnTo>
                  <a:lnTo>
                    <a:pt x="4604" y="24293"/>
                  </a:lnTo>
                  <a:lnTo>
                    <a:pt x="4562" y="24335"/>
                  </a:lnTo>
                  <a:lnTo>
                    <a:pt x="4478" y="24335"/>
                  </a:lnTo>
                  <a:lnTo>
                    <a:pt x="4332" y="24377"/>
                  </a:lnTo>
                  <a:lnTo>
                    <a:pt x="4144" y="24460"/>
                  </a:lnTo>
                  <a:lnTo>
                    <a:pt x="3955" y="24670"/>
                  </a:lnTo>
                  <a:lnTo>
                    <a:pt x="3872" y="24774"/>
                  </a:lnTo>
                  <a:lnTo>
                    <a:pt x="3725" y="24795"/>
                  </a:lnTo>
                  <a:lnTo>
                    <a:pt x="3641" y="24816"/>
                  </a:lnTo>
                  <a:lnTo>
                    <a:pt x="3495" y="24921"/>
                  </a:lnTo>
                  <a:lnTo>
                    <a:pt x="3328" y="24984"/>
                  </a:lnTo>
                  <a:lnTo>
                    <a:pt x="3244" y="25005"/>
                  </a:lnTo>
                  <a:lnTo>
                    <a:pt x="3223" y="25067"/>
                  </a:lnTo>
                  <a:lnTo>
                    <a:pt x="3307" y="25067"/>
                  </a:lnTo>
                  <a:lnTo>
                    <a:pt x="3348" y="25025"/>
                  </a:lnTo>
                  <a:lnTo>
                    <a:pt x="3411" y="25067"/>
                  </a:lnTo>
                  <a:lnTo>
                    <a:pt x="3411" y="25109"/>
                  </a:lnTo>
                  <a:lnTo>
                    <a:pt x="3516" y="25067"/>
                  </a:lnTo>
                  <a:lnTo>
                    <a:pt x="3558" y="25005"/>
                  </a:lnTo>
                  <a:lnTo>
                    <a:pt x="3620" y="25005"/>
                  </a:lnTo>
                  <a:lnTo>
                    <a:pt x="3704" y="25088"/>
                  </a:lnTo>
                  <a:lnTo>
                    <a:pt x="3746" y="25088"/>
                  </a:lnTo>
                  <a:lnTo>
                    <a:pt x="3830" y="25025"/>
                  </a:lnTo>
                  <a:lnTo>
                    <a:pt x="3934" y="24963"/>
                  </a:lnTo>
                  <a:lnTo>
                    <a:pt x="4018" y="24963"/>
                  </a:lnTo>
                  <a:lnTo>
                    <a:pt x="4039" y="24984"/>
                  </a:lnTo>
                  <a:lnTo>
                    <a:pt x="4018" y="25025"/>
                  </a:lnTo>
                  <a:lnTo>
                    <a:pt x="3934" y="25025"/>
                  </a:lnTo>
                  <a:lnTo>
                    <a:pt x="3851" y="25109"/>
                  </a:lnTo>
                  <a:lnTo>
                    <a:pt x="3767" y="25130"/>
                  </a:lnTo>
                  <a:lnTo>
                    <a:pt x="3662" y="25130"/>
                  </a:lnTo>
                  <a:lnTo>
                    <a:pt x="3620" y="25088"/>
                  </a:lnTo>
                  <a:lnTo>
                    <a:pt x="3558" y="25109"/>
                  </a:lnTo>
                  <a:lnTo>
                    <a:pt x="3516" y="25172"/>
                  </a:lnTo>
                  <a:lnTo>
                    <a:pt x="3390" y="25214"/>
                  </a:lnTo>
                  <a:lnTo>
                    <a:pt x="3348" y="25235"/>
                  </a:lnTo>
                  <a:lnTo>
                    <a:pt x="3432" y="25297"/>
                  </a:lnTo>
                  <a:lnTo>
                    <a:pt x="3495" y="25297"/>
                  </a:lnTo>
                  <a:lnTo>
                    <a:pt x="3600" y="25339"/>
                  </a:lnTo>
                  <a:lnTo>
                    <a:pt x="3516" y="25423"/>
                  </a:lnTo>
                  <a:lnTo>
                    <a:pt x="3516" y="25486"/>
                  </a:lnTo>
                  <a:lnTo>
                    <a:pt x="3600" y="25507"/>
                  </a:lnTo>
                  <a:lnTo>
                    <a:pt x="3558" y="25549"/>
                  </a:lnTo>
                  <a:lnTo>
                    <a:pt x="3600" y="25611"/>
                  </a:lnTo>
                  <a:lnTo>
                    <a:pt x="3537" y="25611"/>
                  </a:lnTo>
                  <a:lnTo>
                    <a:pt x="3453" y="25695"/>
                  </a:lnTo>
                  <a:lnTo>
                    <a:pt x="3495" y="25758"/>
                  </a:lnTo>
                  <a:lnTo>
                    <a:pt x="3537" y="25758"/>
                  </a:lnTo>
                  <a:lnTo>
                    <a:pt x="3600" y="25716"/>
                  </a:lnTo>
                  <a:lnTo>
                    <a:pt x="3620" y="25716"/>
                  </a:lnTo>
                  <a:lnTo>
                    <a:pt x="3641" y="25821"/>
                  </a:lnTo>
                  <a:lnTo>
                    <a:pt x="3641" y="25904"/>
                  </a:lnTo>
                  <a:lnTo>
                    <a:pt x="3558" y="25946"/>
                  </a:lnTo>
                  <a:lnTo>
                    <a:pt x="3558" y="26113"/>
                  </a:lnTo>
                  <a:lnTo>
                    <a:pt x="3620" y="26176"/>
                  </a:lnTo>
                  <a:lnTo>
                    <a:pt x="3704" y="26176"/>
                  </a:lnTo>
                  <a:lnTo>
                    <a:pt x="3767" y="26134"/>
                  </a:lnTo>
                  <a:lnTo>
                    <a:pt x="3809" y="26051"/>
                  </a:lnTo>
                  <a:lnTo>
                    <a:pt x="3851" y="26072"/>
                  </a:lnTo>
                  <a:lnTo>
                    <a:pt x="3913" y="26030"/>
                  </a:lnTo>
                  <a:lnTo>
                    <a:pt x="3955" y="26030"/>
                  </a:lnTo>
                  <a:lnTo>
                    <a:pt x="4018" y="26072"/>
                  </a:lnTo>
                  <a:lnTo>
                    <a:pt x="3976" y="26113"/>
                  </a:lnTo>
                  <a:lnTo>
                    <a:pt x="3872" y="26176"/>
                  </a:lnTo>
                  <a:lnTo>
                    <a:pt x="3809" y="26176"/>
                  </a:lnTo>
                  <a:lnTo>
                    <a:pt x="3641" y="26239"/>
                  </a:lnTo>
                  <a:lnTo>
                    <a:pt x="3558" y="26281"/>
                  </a:lnTo>
                  <a:lnTo>
                    <a:pt x="3558" y="26365"/>
                  </a:lnTo>
                  <a:lnTo>
                    <a:pt x="3537" y="26448"/>
                  </a:lnTo>
                  <a:lnTo>
                    <a:pt x="3620" y="26490"/>
                  </a:lnTo>
                  <a:lnTo>
                    <a:pt x="3558" y="26553"/>
                  </a:lnTo>
                  <a:lnTo>
                    <a:pt x="3537" y="26657"/>
                  </a:lnTo>
                  <a:lnTo>
                    <a:pt x="3558" y="26783"/>
                  </a:lnTo>
                  <a:lnTo>
                    <a:pt x="3620" y="26783"/>
                  </a:lnTo>
                  <a:lnTo>
                    <a:pt x="3704" y="26637"/>
                  </a:lnTo>
                  <a:lnTo>
                    <a:pt x="3746" y="26595"/>
                  </a:lnTo>
                  <a:lnTo>
                    <a:pt x="3872" y="26469"/>
                  </a:lnTo>
                  <a:lnTo>
                    <a:pt x="3934" y="26469"/>
                  </a:lnTo>
                  <a:lnTo>
                    <a:pt x="3976" y="26385"/>
                  </a:lnTo>
                  <a:lnTo>
                    <a:pt x="4060" y="26365"/>
                  </a:lnTo>
                  <a:lnTo>
                    <a:pt x="4060" y="26385"/>
                  </a:lnTo>
                  <a:lnTo>
                    <a:pt x="4018" y="26448"/>
                  </a:lnTo>
                  <a:lnTo>
                    <a:pt x="4018" y="26490"/>
                  </a:lnTo>
                  <a:lnTo>
                    <a:pt x="4039" y="26532"/>
                  </a:lnTo>
                  <a:lnTo>
                    <a:pt x="4123" y="26490"/>
                  </a:lnTo>
                  <a:lnTo>
                    <a:pt x="4248" y="26365"/>
                  </a:lnTo>
                  <a:lnTo>
                    <a:pt x="4269" y="26323"/>
                  </a:lnTo>
                  <a:lnTo>
                    <a:pt x="4332" y="26385"/>
                  </a:lnTo>
                  <a:lnTo>
                    <a:pt x="4374" y="26385"/>
                  </a:lnTo>
                  <a:lnTo>
                    <a:pt x="4436" y="26344"/>
                  </a:lnTo>
                  <a:lnTo>
                    <a:pt x="4499" y="26344"/>
                  </a:lnTo>
                  <a:lnTo>
                    <a:pt x="4499" y="26365"/>
                  </a:lnTo>
                  <a:lnTo>
                    <a:pt x="4436" y="26448"/>
                  </a:lnTo>
                  <a:lnTo>
                    <a:pt x="4436" y="26637"/>
                  </a:lnTo>
                  <a:lnTo>
                    <a:pt x="4478" y="26657"/>
                  </a:lnTo>
                  <a:lnTo>
                    <a:pt x="4541" y="26741"/>
                  </a:lnTo>
                  <a:lnTo>
                    <a:pt x="4499" y="26762"/>
                  </a:lnTo>
                  <a:lnTo>
                    <a:pt x="4436" y="26741"/>
                  </a:lnTo>
                  <a:lnTo>
                    <a:pt x="4332" y="26637"/>
                  </a:lnTo>
                  <a:lnTo>
                    <a:pt x="4269" y="26553"/>
                  </a:lnTo>
                  <a:lnTo>
                    <a:pt x="4227" y="26553"/>
                  </a:lnTo>
                  <a:lnTo>
                    <a:pt x="4164" y="26574"/>
                  </a:lnTo>
                  <a:lnTo>
                    <a:pt x="4081" y="26574"/>
                  </a:lnTo>
                  <a:lnTo>
                    <a:pt x="4060" y="26637"/>
                  </a:lnTo>
                  <a:lnTo>
                    <a:pt x="4123" y="26678"/>
                  </a:lnTo>
                  <a:lnTo>
                    <a:pt x="4164" y="26678"/>
                  </a:lnTo>
                  <a:lnTo>
                    <a:pt x="4248" y="26783"/>
                  </a:lnTo>
                  <a:lnTo>
                    <a:pt x="4290" y="26804"/>
                  </a:lnTo>
                  <a:lnTo>
                    <a:pt x="4269" y="26867"/>
                  </a:lnTo>
                  <a:lnTo>
                    <a:pt x="4185" y="26783"/>
                  </a:lnTo>
                  <a:lnTo>
                    <a:pt x="4144" y="26762"/>
                  </a:lnTo>
                  <a:lnTo>
                    <a:pt x="4060" y="26762"/>
                  </a:lnTo>
                  <a:lnTo>
                    <a:pt x="3955" y="26888"/>
                  </a:lnTo>
                  <a:lnTo>
                    <a:pt x="3872" y="26950"/>
                  </a:lnTo>
                  <a:lnTo>
                    <a:pt x="3704" y="26950"/>
                  </a:lnTo>
                  <a:lnTo>
                    <a:pt x="3662" y="26971"/>
                  </a:lnTo>
                  <a:lnTo>
                    <a:pt x="3725" y="26992"/>
                  </a:lnTo>
                  <a:lnTo>
                    <a:pt x="3830" y="26992"/>
                  </a:lnTo>
                  <a:lnTo>
                    <a:pt x="3892" y="26971"/>
                  </a:lnTo>
                  <a:lnTo>
                    <a:pt x="4060" y="26950"/>
                  </a:lnTo>
                  <a:lnTo>
                    <a:pt x="4164" y="26888"/>
                  </a:lnTo>
                  <a:lnTo>
                    <a:pt x="4248" y="26909"/>
                  </a:lnTo>
                  <a:lnTo>
                    <a:pt x="4353" y="26909"/>
                  </a:lnTo>
                  <a:lnTo>
                    <a:pt x="4311" y="26950"/>
                  </a:lnTo>
                  <a:lnTo>
                    <a:pt x="4248" y="27013"/>
                  </a:lnTo>
                  <a:lnTo>
                    <a:pt x="4102" y="27013"/>
                  </a:lnTo>
                  <a:lnTo>
                    <a:pt x="3976" y="27055"/>
                  </a:lnTo>
                  <a:lnTo>
                    <a:pt x="3767" y="27055"/>
                  </a:lnTo>
                  <a:lnTo>
                    <a:pt x="3662" y="27076"/>
                  </a:lnTo>
                  <a:lnTo>
                    <a:pt x="3641" y="27160"/>
                  </a:lnTo>
                  <a:lnTo>
                    <a:pt x="3662" y="27222"/>
                  </a:lnTo>
                  <a:lnTo>
                    <a:pt x="3767" y="27264"/>
                  </a:lnTo>
                  <a:lnTo>
                    <a:pt x="3872" y="27222"/>
                  </a:lnTo>
                  <a:lnTo>
                    <a:pt x="3892" y="27264"/>
                  </a:lnTo>
                  <a:lnTo>
                    <a:pt x="3830" y="27306"/>
                  </a:lnTo>
                  <a:lnTo>
                    <a:pt x="3725" y="27306"/>
                  </a:lnTo>
                  <a:lnTo>
                    <a:pt x="3662" y="27390"/>
                  </a:lnTo>
                  <a:lnTo>
                    <a:pt x="3683" y="27473"/>
                  </a:lnTo>
                  <a:lnTo>
                    <a:pt x="3767" y="27515"/>
                  </a:lnTo>
                  <a:lnTo>
                    <a:pt x="3830" y="27473"/>
                  </a:lnTo>
                  <a:lnTo>
                    <a:pt x="3851" y="27411"/>
                  </a:lnTo>
                  <a:lnTo>
                    <a:pt x="3934" y="27411"/>
                  </a:lnTo>
                  <a:lnTo>
                    <a:pt x="3976" y="27432"/>
                  </a:lnTo>
                  <a:lnTo>
                    <a:pt x="4060" y="27432"/>
                  </a:lnTo>
                  <a:lnTo>
                    <a:pt x="4144" y="27411"/>
                  </a:lnTo>
                  <a:lnTo>
                    <a:pt x="4185" y="27390"/>
                  </a:lnTo>
                  <a:lnTo>
                    <a:pt x="4227" y="27411"/>
                  </a:lnTo>
                  <a:lnTo>
                    <a:pt x="4164" y="27473"/>
                  </a:lnTo>
                  <a:lnTo>
                    <a:pt x="4039" y="27515"/>
                  </a:lnTo>
                  <a:lnTo>
                    <a:pt x="3976" y="27494"/>
                  </a:lnTo>
                  <a:lnTo>
                    <a:pt x="3913" y="27473"/>
                  </a:lnTo>
                  <a:lnTo>
                    <a:pt x="3851" y="27473"/>
                  </a:lnTo>
                  <a:lnTo>
                    <a:pt x="3913" y="27515"/>
                  </a:lnTo>
                  <a:lnTo>
                    <a:pt x="3976" y="27515"/>
                  </a:lnTo>
                  <a:lnTo>
                    <a:pt x="4039" y="27536"/>
                  </a:lnTo>
                  <a:lnTo>
                    <a:pt x="3976" y="27578"/>
                  </a:lnTo>
                  <a:lnTo>
                    <a:pt x="3851" y="27578"/>
                  </a:lnTo>
                  <a:lnTo>
                    <a:pt x="3746" y="27641"/>
                  </a:lnTo>
                  <a:lnTo>
                    <a:pt x="3809" y="27704"/>
                  </a:lnTo>
                  <a:lnTo>
                    <a:pt x="3851" y="27704"/>
                  </a:lnTo>
                  <a:lnTo>
                    <a:pt x="3913" y="27683"/>
                  </a:lnTo>
                  <a:lnTo>
                    <a:pt x="4039" y="27683"/>
                  </a:lnTo>
                  <a:lnTo>
                    <a:pt x="4081" y="27704"/>
                  </a:lnTo>
                  <a:lnTo>
                    <a:pt x="4144" y="27704"/>
                  </a:lnTo>
                  <a:lnTo>
                    <a:pt x="4081" y="27746"/>
                  </a:lnTo>
                  <a:lnTo>
                    <a:pt x="3955" y="27787"/>
                  </a:lnTo>
                  <a:lnTo>
                    <a:pt x="3872" y="27746"/>
                  </a:lnTo>
                  <a:lnTo>
                    <a:pt x="3809" y="27787"/>
                  </a:lnTo>
                  <a:lnTo>
                    <a:pt x="3767" y="27829"/>
                  </a:lnTo>
                  <a:lnTo>
                    <a:pt x="3809" y="27892"/>
                  </a:lnTo>
                  <a:lnTo>
                    <a:pt x="3851" y="27892"/>
                  </a:lnTo>
                  <a:lnTo>
                    <a:pt x="3934" y="27829"/>
                  </a:lnTo>
                  <a:lnTo>
                    <a:pt x="4018" y="27829"/>
                  </a:lnTo>
                  <a:lnTo>
                    <a:pt x="4081" y="27892"/>
                  </a:lnTo>
                  <a:lnTo>
                    <a:pt x="4081" y="27934"/>
                  </a:lnTo>
                  <a:lnTo>
                    <a:pt x="3934" y="27997"/>
                  </a:lnTo>
                  <a:lnTo>
                    <a:pt x="3892" y="28038"/>
                  </a:lnTo>
                  <a:lnTo>
                    <a:pt x="3955" y="28143"/>
                  </a:lnTo>
                  <a:lnTo>
                    <a:pt x="3997" y="28143"/>
                  </a:lnTo>
                  <a:lnTo>
                    <a:pt x="4039" y="28122"/>
                  </a:lnTo>
                  <a:lnTo>
                    <a:pt x="4102" y="28122"/>
                  </a:lnTo>
                  <a:lnTo>
                    <a:pt x="4164" y="28206"/>
                  </a:lnTo>
                  <a:lnTo>
                    <a:pt x="4185" y="28143"/>
                  </a:lnTo>
                  <a:lnTo>
                    <a:pt x="4227" y="28122"/>
                  </a:lnTo>
                  <a:lnTo>
                    <a:pt x="4269" y="28143"/>
                  </a:lnTo>
                  <a:lnTo>
                    <a:pt x="4248" y="28206"/>
                  </a:lnTo>
                  <a:lnTo>
                    <a:pt x="4206" y="28248"/>
                  </a:lnTo>
                  <a:lnTo>
                    <a:pt x="4269" y="28310"/>
                  </a:lnTo>
                  <a:lnTo>
                    <a:pt x="4164" y="28436"/>
                  </a:lnTo>
                  <a:lnTo>
                    <a:pt x="4144" y="28436"/>
                  </a:lnTo>
                  <a:lnTo>
                    <a:pt x="4081" y="28520"/>
                  </a:lnTo>
                  <a:lnTo>
                    <a:pt x="4039" y="28582"/>
                  </a:lnTo>
                  <a:lnTo>
                    <a:pt x="4039" y="28624"/>
                  </a:lnTo>
                  <a:lnTo>
                    <a:pt x="4102" y="28624"/>
                  </a:lnTo>
                  <a:lnTo>
                    <a:pt x="4164" y="28582"/>
                  </a:lnTo>
                  <a:lnTo>
                    <a:pt x="4248" y="28624"/>
                  </a:lnTo>
                  <a:lnTo>
                    <a:pt x="4269" y="28687"/>
                  </a:lnTo>
                  <a:lnTo>
                    <a:pt x="4227" y="28750"/>
                  </a:lnTo>
                  <a:lnTo>
                    <a:pt x="4227" y="28771"/>
                  </a:lnTo>
                  <a:lnTo>
                    <a:pt x="4290" y="28771"/>
                  </a:lnTo>
                  <a:lnTo>
                    <a:pt x="4353" y="28792"/>
                  </a:lnTo>
                  <a:lnTo>
                    <a:pt x="4353" y="28854"/>
                  </a:lnTo>
                  <a:lnTo>
                    <a:pt x="4290" y="28896"/>
                  </a:lnTo>
                  <a:lnTo>
                    <a:pt x="4353" y="28959"/>
                  </a:lnTo>
                  <a:lnTo>
                    <a:pt x="4332" y="29043"/>
                  </a:lnTo>
                  <a:lnTo>
                    <a:pt x="4248" y="29085"/>
                  </a:lnTo>
                  <a:lnTo>
                    <a:pt x="4206" y="29147"/>
                  </a:lnTo>
                  <a:lnTo>
                    <a:pt x="4311" y="29147"/>
                  </a:lnTo>
                  <a:lnTo>
                    <a:pt x="4374" y="29085"/>
                  </a:lnTo>
                  <a:lnTo>
                    <a:pt x="4395" y="29043"/>
                  </a:lnTo>
                  <a:lnTo>
                    <a:pt x="4520" y="28980"/>
                  </a:lnTo>
                  <a:lnTo>
                    <a:pt x="4562" y="29001"/>
                  </a:lnTo>
                  <a:lnTo>
                    <a:pt x="4499" y="29064"/>
                  </a:lnTo>
                  <a:lnTo>
                    <a:pt x="4541" y="29106"/>
                  </a:lnTo>
                  <a:lnTo>
                    <a:pt x="4457" y="29168"/>
                  </a:lnTo>
                  <a:lnTo>
                    <a:pt x="4395" y="29210"/>
                  </a:lnTo>
                  <a:lnTo>
                    <a:pt x="4332" y="29210"/>
                  </a:lnTo>
                  <a:lnTo>
                    <a:pt x="4248" y="29252"/>
                  </a:lnTo>
                  <a:lnTo>
                    <a:pt x="4185" y="29294"/>
                  </a:lnTo>
                  <a:lnTo>
                    <a:pt x="4248" y="29357"/>
                  </a:lnTo>
                  <a:lnTo>
                    <a:pt x="4332" y="29294"/>
                  </a:lnTo>
                  <a:lnTo>
                    <a:pt x="4374" y="29252"/>
                  </a:lnTo>
                  <a:lnTo>
                    <a:pt x="4478" y="29273"/>
                  </a:lnTo>
                  <a:lnTo>
                    <a:pt x="4499" y="29294"/>
                  </a:lnTo>
                  <a:lnTo>
                    <a:pt x="4457" y="29357"/>
                  </a:lnTo>
                  <a:lnTo>
                    <a:pt x="4332" y="29398"/>
                  </a:lnTo>
                  <a:lnTo>
                    <a:pt x="4332" y="29503"/>
                  </a:lnTo>
                  <a:lnTo>
                    <a:pt x="4269" y="29566"/>
                  </a:lnTo>
                  <a:lnTo>
                    <a:pt x="4185" y="29587"/>
                  </a:lnTo>
                  <a:lnTo>
                    <a:pt x="4164" y="29629"/>
                  </a:lnTo>
                  <a:lnTo>
                    <a:pt x="4248" y="29691"/>
                  </a:lnTo>
                  <a:lnTo>
                    <a:pt x="4374" y="29670"/>
                  </a:lnTo>
                  <a:lnTo>
                    <a:pt x="4457" y="29608"/>
                  </a:lnTo>
                  <a:lnTo>
                    <a:pt x="4562" y="29587"/>
                  </a:lnTo>
                  <a:lnTo>
                    <a:pt x="4625" y="29587"/>
                  </a:lnTo>
                  <a:lnTo>
                    <a:pt x="4667" y="29629"/>
                  </a:lnTo>
                  <a:lnTo>
                    <a:pt x="4625" y="29691"/>
                  </a:lnTo>
                  <a:lnTo>
                    <a:pt x="4562" y="29691"/>
                  </a:lnTo>
                  <a:lnTo>
                    <a:pt x="4416" y="29733"/>
                  </a:lnTo>
                  <a:lnTo>
                    <a:pt x="4416" y="29775"/>
                  </a:lnTo>
                  <a:lnTo>
                    <a:pt x="4499" y="29775"/>
                  </a:lnTo>
                  <a:lnTo>
                    <a:pt x="4541" y="29817"/>
                  </a:lnTo>
                  <a:lnTo>
                    <a:pt x="4457" y="29901"/>
                  </a:lnTo>
                  <a:lnTo>
                    <a:pt x="4478" y="29984"/>
                  </a:lnTo>
                  <a:lnTo>
                    <a:pt x="4562" y="30005"/>
                  </a:lnTo>
                  <a:lnTo>
                    <a:pt x="4688" y="29901"/>
                  </a:lnTo>
                  <a:lnTo>
                    <a:pt x="4750" y="29880"/>
                  </a:lnTo>
                  <a:lnTo>
                    <a:pt x="4771" y="29901"/>
                  </a:lnTo>
                  <a:lnTo>
                    <a:pt x="4855" y="29984"/>
                  </a:lnTo>
                  <a:lnTo>
                    <a:pt x="4855" y="30089"/>
                  </a:lnTo>
                  <a:lnTo>
                    <a:pt x="4918" y="30131"/>
                  </a:lnTo>
                  <a:lnTo>
                    <a:pt x="4918" y="30152"/>
                  </a:lnTo>
                  <a:lnTo>
                    <a:pt x="4876" y="30214"/>
                  </a:lnTo>
                  <a:lnTo>
                    <a:pt x="4792" y="30214"/>
                  </a:lnTo>
                  <a:lnTo>
                    <a:pt x="4750" y="30298"/>
                  </a:lnTo>
                  <a:lnTo>
                    <a:pt x="4771" y="30340"/>
                  </a:lnTo>
                  <a:lnTo>
                    <a:pt x="4918" y="30361"/>
                  </a:lnTo>
                  <a:lnTo>
                    <a:pt x="4981" y="30340"/>
                  </a:lnTo>
                  <a:lnTo>
                    <a:pt x="4960" y="30298"/>
                  </a:lnTo>
                  <a:lnTo>
                    <a:pt x="4960" y="30235"/>
                  </a:lnTo>
                  <a:lnTo>
                    <a:pt x="5001" y="30214"/>
                  </a:lnTo>
                  <a:lnTo>
                    <a:pt x="5064" y="30235"/>
                  </a:lnTo>
                  <a:lnTo>
                    <a:pt x="5127" y="30194"/>
                  </a:lnTo>
                  <a:lnTo>
                    <a:pt x="5211" y="30152"/>
                  </a:lnTo>
                  <a:lnTo>
                    <a:pt x="5273" y="30214"/>
                  </a:lnTo>
                  <a:lnTo>
                    <a:pt x="5315" y="30235"/>
                  </a:lnTo>
                  <a:lnTo>
                    <a:pt x="5378" y="30214"/>
                  </a:lnTo>
                  <a:lnTo>
                    <a:pt x="5420" y="30131"/>
                  </a:lnTo>
                  <a:lnTo>
                    <a:pt x="5483" y="30089"/>
                  </a:lnTo>
                  <a:lnTo>
                    <a:pt x="5545" y="30089"/>
                  </a:lnTo>
                  <a:lnTo>
                    <a:pt x="5629" y="30047"/>
                  </a:lnTo>
                  <a:lnTo>
                    <a:pt x="5713" y="30089"/>
                  </a:lnTo>
                  <a:lnTo>
                    <a:pt x="5755" y="30026"/>
                  </a:lnTo>
                  <a:lnTo>
                    <a:pt x="5755" y="29984"/>
                  </a:lnTo>
                  <a:lnTo>
                    <a:pt x="5713" y="29922"/>
                  </a:lnTo>
                  <a:lnTo>
                    <a:pt x="5713" y="29880"/>
                  </a:lnTo>
                  <a:lnTo>
                    <a:pt x="5755" y="29838"/>
                  </a:lnTo>
                  <a:lnTo>
                    <a:pt x="5817" y="29880"/>
                  </a:lnTo>
                  <a:lnTo>
                    <a:pt x="5859" y="29942"/>
                  </a:lnTo>
                  <a:lnTo>
                    <a:pt x="5859" y="30047"/>
                  </a:lnTo>
                  <a:lnTo>
                    <a:pt x="5797" y="30131"/>
                  </a:lnTo>
                  <a:lnTo>
                    <a:pt x="5734" y="30152"/>
                  </a:lnTo>
                  <a:lnTo>
                    <a:pt x="5692" y="30214"/>
                  </a:lnTo>
                  <a:lnTo>
                    <a:pt x="5713" y="30235"/>
                  </a:lnTo>
                  <a:lnTo>
                    <a:pt x="5838" y="30194"/>
                  </a:lnTo>
                  <a:lnTo>
                    <a:pt x="6027" y="30089"/>
                  </a:lnTo>
                  <a:lnTo>
                    <a:pt x="6131" y="29922"/>
                  </a:lnTo>
                  <a:lnTo>
                    <a:pt x="6173" y="29922"/>
                  </a:lnTo>
                  <a:lnTo>
                    <a:pt x="6215" y="30005"/>
                  </a:lnTo>
                  <a:lnTo>
                    <a:pt x="6215" y="30110"/>
                  </a:lnTo>
                  <a:lnTo>
                    <a:pt x="6131" y="30131"/>
                  </a:lnTo>
                  <a:lnTo>
                    <a:pt x="6048" y="30194"/>
                  </a:lnTo>
                  <a:lnTo>
                    <a:pt x="5964" y="30256"/>
                  </a:lnTo>
                  <a:lnTo>
                    <a:pt x="5859" y="30298"/>
                  </a:lnTo>
                  <a:lnTo>
                    <a:pt x="5838" y="30319"/>
                  </a:lnTo>
                  <a:lnTo>
                    <a:pt x="5859" y="30340"/>
                  </a:lnTo>
                  <a:lnTo>
                    <a:pt x="5964" y="30319"/>
                  </a:lnTo>
                  <a:lnTo>
                    <a:pt x="6110" y="30235"/>
                  </a:lnTo>
                  <a:lnTo>
                    <a:pt x="6131" y="30256"/>
                  </a:lnTo>
                  <a:lnTo>
                    <a:pt x="6027" y="30361"/>
                  </a:lnTo>
                  <a:lnTo>
                    <a:pt x="5943" y="30403"/>
                  </a:lnTo>
                  <a:lnTo>
                    <a:pt x="5943" y="30507"/>
                  </a:lnTo>
                  <a:lnTo>
                    <a:pt x="5797" y="30612"/>
                  </a:lnTo>
                  <a:lnTo>
                    <a:pt x="5755" y="30654"/>
                  </a:lnTo>
                  <a:lnTo>
                    <a:pt x="5817" y="30654"/>
                  </a:lnTo>
                  <a:lnTo>
                    <a:pt x="5859" y="30612"/>
                  </a:lnTo>
                  <a:lnTo>
                    <a:pt x="5901" y="30612"/>
                  </a:lnTo>
                  <a:lnTo>
                    <a:pt x="5901" y="30633"/>
                  </a:lnTo>
                  <a:lnTo>
                    <a:pt x="5922" y="30738"/>
                  </a:lnTo>
                  <a:lnTo>
                    <a:pt x="5943" y="30654"/>
                  </a:lnTo>
                  <a:lnTo>
                    <a:pt x="6027" y="30612"/>
                  </a:lnTo>
                  <a:lnTo>
                    <a:pt x="6048" y="30549"/>
                  </a:lnTo>
                  <a:lnTo>
                    <a:pt x="6110" y="30549"/>
                  </a:lnTo>
                  <a:lnTo>
                    <a:pt x="6131" y="30570"/>
                  </a:lnTo>
                  <a:lnTo>
                    <a:pt x="6048" y="30654"/>
                  </a:lnTo>
                  <a:lnTo>
                    <a:pt x="6027" y="30738"/>
                  </a:lnTo>
                  <a:lnTo>
                    <a:pt x="6048" y="30759"/>
                  </a:lnTo>
                  <a:lnTo>
                    <a:pt x="6131" y="30738"/>
                  </a:lnTo>
                  <a:lnTo>
                    <a:pt x="6173" y="30654"/>
                  </a:lnTo>
                  <a:lnTo>
                    <a:pt x="6236" y="30654"/>
                  </a:lnTo>
                  <a:lnTo>
                    <a:pt x="6320" y="30633"/>
                  </a:lnTo>
                  <a:lnTo>
                    <a:pt x="6236" y="30738"/>
                  </a:lnTo>
                  <a:lnTo>
                    <a:pt x="6215" y="30842"/>
                  </a:lnTo>
                  <a:lnTo>
                    <a:pt x="6110" y="30926"/>
                  </a:lnTo>
                  <a:lnTo>
                    <a:pt x="6110" y="30989"/>
                  </a:lnTo>
                  <a:lnTo>
                    <a:pt x="6131" y="31031"/>
                  </a:lnTo>
                  <a:lnTo>
                    <a:pt x="6236" y="30947"/>
                  </a:lnTo>
                  <a:lnTo>
                    <a:pt x="6320" y="30738"/>
                  </a:lnTo>
                  <a:lnTo>
                    <a:pt x="6382" y="30675"/>
                  </a:lnTo>
                  <a:lnTo>
                    <a:pt x="6424" y="30717"/>
                  </a:lnTo>
                  <a:lnTo>
                    <a:pt x="6320" y="30863"/>
                  </a:lnTo>
                  <a:lnTo>
                    <a:pt x="6320" y="30947"/>
                  </a:lnTo>
                  <a:lnTo>
                    <a:pt x="6257" y="31031"/>
                  </a:lnTo>
                  <a:lnTo>
                    <a:pt x="6236" y="31135"/>
                  </a:lnTo>
                  <a:lnTo>
                    <a:pt x="6278" y="31156"/>
                  </a:lnTo>
                  <a:lnTo>
                    <a:pt x="6341" y="31093"/>
                  </a:lnTo>
                  <a:lnTo>
                    <a:pt x="6341" y="31031"/>
                  </a:lnTo>
                  <a:lnTo>
                    <a:pt x="6361" y="30968"/>
                  </a:lnTo>
                  <a:lnTo>
                    <a:pt x="6424" y="30968"/>
                  </a:lnTo>
                  <a:lnTo>
                    <a:pt x="6487" y="30989"/>
                  </a:lnTo>
                  <a:lnTo>
                    <a:pt x="6487" y="30842"/>
                  </a:lnTo>
                  <a:lnTo>
                    <a:pt x="6550" y="30842"/>
                  </a:lnTo>
                  <a:lnTo>
                    <a:pt x="6592" y="30759"/>
                  </a:lnTo>
                  <a:lnTo>
                    <a:pt x="6654" y="30759"/>
                  </a:lnTo>
                  <a:lnTo>
                    <a:pt x="6654" y="30821"/>
                  </a:lnTo>
                  <a:lnTo>
                    <a:pt x="6633" y="30821"/>
                  </a:lnTo>
                  <a:lnTo>
                    <a:pt x="6592" y="30926"/>
                  </a:lnTo>
                  <a:lnTo>
                    <a:pt x="6592" y="30968"/>
                  </a:lnTo>
                  <a:lnTo>
                    <a:pt x="6759" y="30968"/>
                  </a:lnTo>
                  <a:lnTo>
                    <a:pt x="7010" y="31093"/>
                  </a:lnTo>
                  <a:lnTo>
                    <a:pt x="7052" y="31093"/>
                  </a:lnTo>
                  <a:lnTo>
                    <a:pt x="7052" y="31051"/>
                  </a:lnTo>
                  <a:lnTo>
                    <a:pt x="7094" y="30989"/>
                  </a:lnTo>
                  <a:lnTo>
                    <a:pt x="7157" y="30968"/>
                  </a:lnTo>
                  <a:lnTo>
                    <a:pt x="7157" y="30926"/>
                  </a:lnTo>
                  <a:lnTo>
                    <a:pt x="7094" y="30884"/>
                  </a:lnTo>
                  <a:lnTo>
                    <a:pt x="7073" y="30863"/>
                  </a:lnTo>
                  <a:lnTo>
                    <a:pt x="6989" y="30863"/>
                  </a:lnTo>
                  <a:lnTo>
                    <a:pt x="6968" y="30884"/>
                  </a:lnTo>
                  <a:lnTo>
                    <a:pt x="6968" y="30842"/>
                  </a:lnTo>
                  <a:lnTo>
                    <a:pt x="6989" y="30821"/>
                  </a:lnTo>
                  <a:lnTo>
                    <a:pt x="6989" y="30759"/>
                  </a:lnTo>
                  <a:lnTo>
                    <a:pt x="6885" y="30717"/>
                  </a:lnTo>
                  <a:lnTo>
                    <a:pt x="6696" y="30633"/>
                  </a:lnTo>
                  <a:lnTo>
                    <a:pt x="6675" y="30570"/>
                  </a:lnTo>
                  <a:lnTo>
                    <a:pt x="6696" y="30549"/>
                  </a:lnTo>
                  <a:lnTo>
                    <a:pt x="6780" y="30570"/>
                  </a:lnTo>
                  <a:lnTo>
                    <a:pt x="6843" y="30549"/>
                  </a:lnTo>
                  <a:lnTo>
                    <a:pt x="6864" y="30549"/>
                  </a:lnTo>
                  <a:lnTo>
                    <a:pt x="6885" y="30612"/>
                  </a:lnTo>
                  <a:lnTo>
                    <a:pt x="6968" y="30675"/>
                  </a:lnTo>
                  <a:lnTo>
                    <a:pt x="7052" y="30738"/>
                  </a:lnTo>
                  <a:lnTo>
                    <a:pt x="7115" y="30738"/>
                  </a:lnTo>
                  <a:lnTo>
                    <a:pt x="7219" y="30675"/>
                  </a:lnTo>
                  <a:lnTo>
                    <a:pt x="7303" y="30633"/>
                  </a:lnTo>
                  <a:lnTo>
                    <a:pt x="7324" y="30570"/>
                  </a:lnTo>
                  <a:lnTo>
                    <a:pt x="7261" y="30549"/>
                  </a:lnTo>
                  <a:lnTo>
                    <a:pt x="7157" y="30549"/>
                  </a:lnTo>
                  <a:lnTo>
                    <a:pt x="7094" y="30528"/>
                  </a:lnTo>
                  <a:lnTo>
                    <a:pt x="7094" y="30466"/>
                  </a:lnTo>
                  <a:lnTo>
                    <a:pt x="7219" y="30466"/>
                  </a:lnTo>
                  <a:lnTo>
                    <a:pt x="7303" y="30424"/>
                  </a:lnTo>
                  <a:lnTo>
                    <a:pt x="7303" y="30403"/>
                  </a:lnTo>
                  <a:lnTo>
                    <a:pt x="7219" y="30340"/>
                  </a:lnTo>
                  <a:lnTo>
                    <a:pt x="7157" y="30319"/>
                  </a:lnTo>
                  <a:lnTo>
                    <a:pt x="7157" y="30298"/>
                  </a:lnTo>
                  <a:lnTo>
                    <a:pt x="7198" y="30298"/>
                  </a:lnTo>
                  <a:lnTo>
                    <a:pt x="7219" y="30256"/>
                  </a:lnTo>
                  <a:lnTo>
                    <a:pt x="7198" y="30235"/>
                  </a:lnTo>
                  <a:lnTo>
                    <a:pt x="7094" y="30214"/>
                  </a:lnTo>
                  <a:lnTo>
                    <a:pt x="7052" y="30152"/>
                  </a:lnTo>
                  <a:lnTo>
                    <a:pt x="7073" y="30131"/>
                  </a:lnTo>
                  <a:lnTo>
                    <a:pt x="7157" y="30152"/>
                  </a:lnTo>
                  <a:lnTo>
                    <a:pt x="7261" y="30194"/>
                  </a:lnTo>
                  <a:lnTo>
                    <a:pt x="7408" y="30152"/>
                  </a:lnTo>
                  <a:lnTo>
                    <a:pt x="7491" y="30110"/>
                  </a:lnTo>
                  <a:lnTo>
                    <a:pt x="7512" y="30047"/>
                  </a:lnTo>
                  <a:lnTo>
                    <a:pt x="7491" y="30005"/>
                  </a:lnTo>
                  <a:lnTo>
                    <a:pt x="7387" y="29984"/>
                  </a:lnTo>
                  <a:lnTo>
                    <a:pt x="7198" y="29942"/>
                  </a:lnTo>
                  <a:lnTo>
                    <a:pt x="7115" y="29901"/>
                  </a:lnTo>
                  <a:lnTo>
                    <a:pt x="7115" y="29880"/>
                  </a:lnTo>
                  <a:lnTo>
                    <a:pt x="7177" y="29880"/>
                  </a:lnTo>
                  <a:lnTo>
                    <a:pt x="7261" y="29901"/>
                  </a:lnTo>
                  <a:lnTo>
                    <a:pt x="7408" y="29901"/>
                  </a:lnTo>
                  <a:lnTo>
                    <a:pt x="7491" y="29838"/>
                  </a:lnTo>
                  <a:lnTo>
                    <a:pt x="7491" y="29775"/>
                  </a:lnTo>
                  <a:lnTo>
                    <a:pt x="7408" y="29712"/>
                  </a:lnTo>
                  <a:lnTo>
                    <a:pt x="7324" y="29691"/>
                  </a:lnTo>
                  <a:lnTo>
                    <a:pt x="7303" y="29629"/>
                  </a:lnTo>
                  <a:lnTo>
                    <a:pt x="7366" y="29629"/>
                  </a:lnTo>
                  <a:lnTo>
                    <a:pt x="7408" y="29670"/>
                  </a:lnTo>
                  <a:lnTo>
                    <a:pt x="7429" y="29712"/>
                  </a:lnTo>
                  <a:lnTo>
                    <a:pt x="7512" y="29691"/>
                  </a:lnTo>
                  <a:lnTo>
                    <a:pt x="7575" y="29629"/>
                  </a:lnTo>
                  <a:lnTo>
                    <a:pt x="7575" y="29587"/>
                  </a:lnTo>
                  <a:lnTo>
                    <a:pt x="7512" y="29566"/>
                  </a:lnTo>
                  <a:lnTo>
                    <a:pt x="7429" y="29503"/>
                  </a:lnTo>
                  <a:lnTo>
                    <a:pt x="7429" y="29482"/>
                  </a:lnTo>
                  <a:lnTo>
                    <a:pt x="7491" y="29461"/>
                  </a:lnTo>
                  <a:lnTo>
                    <a:pt x="7512" y="29503"/>
                  </a:lnTo>
                  <a:lnTo>
                    <a:pt x="7575" y="29524"/>
                  </a:lnTo>
                  <a:lnTo>
                    <a:pt x="7638" y="29461"/>
                  </a:lnTo>
                  <a:lnTo>
                    <a:pt x="7638" y="29419"/>
                  </a:lnTo>
                  <a:lnTo>
                    <a:pt x="7533" y="29398"/>
                  </a:lnTo>
                  <a:lnTo>
                    <a:pt x="7470" y="29357"/>
                  </a:lnTo>
                  <a:lnTo>
                    <a:pt x="7429" y="29294"/>
                  </a:lnTo>
                  <a:lnTo>
                    <a:pt x="7491" y="29294"/>
                  </a:lnTo>
                  <a:lnTo>
                    <a:pt x="7575" y="29357"/>
                  </a:lnTo>
                  <a:lnTo>
                    <a:pt x="7638" y="29357"/>
                  </a:lnTo>
                  <a:lnTo>
                    <a:pt x="7701" y="29398"/>
                  </a:lnTo>
                  <a:lnTo>
                    <a:pt x="7742" y="29398"/>
                  </a:lnTo>
                  <a:lnTo>
                    <a:pt x="7784" y="29315"/>
                  </a:lnTo>
                  <a:lnTo>
                    <a:pt x="7784" y="29273"/>
                  </a:lnTo>
                  <a:lnTo>
                    <a:pt x="7826" y="29210"/>
                  </a:lnTo>
                  <a:lnTo>
                    <a:pt x="7826" y="29168"/>
                  </a:lnTo>
                  <a:lnTo>
                    <a:pt x="7805" y="29106"/>
                  </a:lnTo>
                  <a:lnTo>
                    <a:pt x="7826" y="29001"/>
                  </a:lnTo>
                  <a:lnTo>
                    <a:pt x="7826" y="28959"/>
                  </a:lnTo>
                  <a:lnTo>
                    <a:pt x="7742" y="28854"/>
                  </a:lnTo>
                  <a:lnTo>
                    <a:pt x="7617" y="28750"/>
                  </a:lnTo>
                  <a:lnTo>
                    <a:pt x="7512" y="28729"/>
                  </a:lnTo>
                  <a:lnTo>
                    <a:pt x="7470" y="28666"/>
                  </a:lnTo>
                  <a:lnTo>
                    <a:pt x="7470" y="28645"/>
                  </a:lnTo>
                  <a:lnTo>
                    <a:pt x="7533" y="28645"/>
                  </a:lnTo>
                  <a:lnTo>
                    <a:pt x="7596" y="28666"/>
                  </a:lnTo>
                  <a:lnTo>
                    <a:pt x="7722" y="28771"/>
                  </a:lnTo>
                  <a:lnTo>
                    <a:pt x="7805" y="28854"/>
                  </a:lnTo>
                  <a:lnTo>
                    <a:pt x="7889" y="28854"/>
                  </a:lnTo>
                  <a:lnTo>
                    <a:pt x="7910" y="28834"/>
                  </a:lnTo>
                  <a:lnTo>
                    <a:pt x="7889" y="28687"/>
                  </a:lnTo>
                  <a:lnTo>
                    <a:pt x="7826" y="28582"/>
                  </a:lnTo>
                  <a:lnTo>
                    <a:pt x="7701" y="28562"/>
                  </a:lnTo>
                  <a:lnTo>
                    <a:pt x="7533" y="28478"/>
                  </a:lnTo>
                  <a:lnTo>
                    <a:pt x="7491" y="28457"/>
                  </a:lnTo>
                  <a:lnTo>
                    <a:pt x="7491" y="28415"/>
                  </a:lnTo>
                  <a:lnTo>
                    <a:pt x="7533" y="28415"/>
                  </a:lnTo>
                  <a:lnTo>
                    <a:pt x="7596" y="28436"/>
                  </a:lnTo>
                  <a:lnTo>
                    <a:pt x="7638" y="28478"/>
                  </a:lnTo>
                  <a:lnTo>
                    <a:pt x="7742" y="28478"/>
                  </a:lnTo>
                  <a:lnTo>
                    <a:pt x="7805" y="28415"/>
                  </a:lnTo>
                  <a:lnTo>
                    <a:pt x="7826" y="28352"/>
                  </a:lnTo>
                  <a:lnTo>
                    <a:pt x="7826" y="28269"/>
                  </a:lnTo>
                  <a:lnTo>
                    <a:pt x="7847" y="28269"/>
                  </a:lnTo>
                  <a:lnTo>
                    <a:pt x="7910" y="28310"/>
                  </a:lnTo>
                  <a:lnTo>
                    <a:pt x="7910" y="28331"/>
                  </a:lnTo>
                  <a:lnTo>
                    <a:pt x="7910" y="28373"/>
                  </a:lnTo>
                  <a:lnTo>
                    <a:pt x="8014" y="28436"/>
                  </a:lnTo>
                  <a:lnTo>
                    <a:pt x="8056" y="28436"/>
                  </a:lnTo>
                  <a:lnTo>
                    <a:pt x="8119" y="28478"/>
                  </a:lnTo>
                  <a:lnTo>
                    <a:pt x="8161" y="28478"/>
                  </a:lnTo>
                  <a:lnTo>
                    <a:pt x="8203" y="28436"/>
                  </a:lnTo>
                  <a:lnTo>
                    <a:pt x="8245" y="28373"/>
                  </a:lnTo>
                  <a:lnTo>
                    <a:pt x="8266" y="28352"/>
                  </a:lnTo>
                  <a:lnTo>
                    <a:pt x="8245" y="28310"/>
                  </a:lnTo>
                  <a:lnTo>
                    <a:pt x="8161" y="28269"/>
                  </a:lnTo>
                  <a:lnTo>
                    <a:pt x="8014" y="28269"/>
                  </a:lnTo>
                  <a:lnTo>
                    <a:pt x="7994" y="28248"/>
                  </a:lnTo>
                  <a:lnTo>
                    <a:pt x="7994" y="28227"/>
                  </a:lnTo>
                  <a:lnTo>
                    <a:pt x="7994" y="28164"/>
                  </a:lnTo>
                  <a:lnTo>
                    <a:pt x="7931" y="28122"/>
                  </a:lnTo>
                  <a:lnTo>
                    <a:pt x="7931" y="28059"/>
                  </a:lnTo>
                  <a:lnTo>
                    <a:pt x="7994" y="28018"/>
                  </a:lnTo>
                  <a:lnTo>
                    <a:pt x="8014" y="28018"/>
                  </a:lnTo>
                  <a:lnTo>
                    <a:pt x="8056" y="28059"/>
                  </a:lnTo>
                  <a:lnTo>
                    <a:pt x="8056" y="28143"/>
                  </a:lnTo>
                  <a:lnTo>
                    <a:pt x="8119" y="28206"/>
                  </a:lnTo>
                  <a:lnTo>
                    <a:pt x="8245" y="28206"/>
                  </a:lnTo>
                  <a:lnTo>
                    <a:pt x="8307" y="28164"/>
                  </a:lnTo>
                  <a:lnTo>
                    <a:pt x="8307" y="28122"/>
                  </a:lnTo>
                  <a:lnTo>
                    <a:pt x="8266" y="28059"/>
                  </a:lnTo>
                  <a:lnTo>
                    <a:pt x="8161" y="28018"/>
                  </a:lnTo>
                  <a:lnTo>
                    <a:pt x="8098" y="27955"/>
                  </a:lnTo>
                  <a:lnTo>
                    <a:pt x="8056" y="27850"/>
                  </a:lnTo>
                  <a:lnTo>
                    <a:pt x="8098" y="27850"/>
                  </a:lnTo>
                  <a:lnTo>
                    <a:pt x="8140" y="27913"/>
                  </a:lnTo>
                  <a:lnTo>
                    <a:pt x="8245" y="27955"/>
                  </a:lnTo>
                  <a:lnTo>
                    <a:pt x="8307" y="27997"/>
                  </a:lnTo>
                  <a:lnTo>
                    <a:pt x="8370" y="28059"/>
                  </a:lnTo>
                  <a:lnTo>
                    <a:pt x="8412" y="28038"/>
                  </a:lnTo>
                  <a:lnTo>
                    <a:pt x="8412" y="27997"/>
                  </a:lnTo>
                  <a:lnTo>
                    <a:pt x="8370" y="27934"/>
                  </a:lnTo>
                  <a:lnTo>
                    <a:pt x="8266" y="27892"/>
                  </a:lnTo>
                  <a:lnTo>
                    <a:pt x="8203" y="27829"/>
                  </a:lnTo>
                  <a:lnTo>
                    <a:pt x="8203" y="27746"/>
                  </a:lnTo>
                  <a:lnTo>
                    <a:pt x="8245" y="27704"/>
                  </a:lnTo>
                  <a:lnTo>
                    <a:pt x="8266" y="27641"/>
                  </a:lnTo>
                  <a:lnTo>
                    <a:pt x="8328" y="27641"/>
                  </a:lnTo>
                  <a:lnTo>
                    <a:pt x="8349" y="27704"/>
                  </a:lnTo>
                  <a:lnTo>
                    <a:pt x="8475" y="27808"/>
                  </a:lnTo>
                  <a:lnTo>
                    <a:pt x="8558" y="27808"/>
                  </a:lnTo>
                  <a:lnTo>
                    <a:pt x="8621" y="27787"/>
                  </a:lnTo>
                  <a:lnTo>
                    <a:pt x="8684" y="27787"/>
                  </a:lnTo>
                  <a:lnTo>
                    <a:pt x="8768" y="27746"/>
                  </a:lnTo>
                  <a:lnTo>
                    <a:pt x="8789" y="27683"/>
                  </a:lnTo>
                  <a:lnTo>
                    <a:pt x="8768" y="27641"/>
                  </a:lnTo>
                  <a:lnTo>
                    <a:pt x="8684" y="27620"/>
                  </a:lnTo>
                  <a:lnTo>
                    <a:pt x="8621" y="27578"/>
                  </a:lnTo>
                  <a:lnTo>
                    <a:pt x="8517" y="27515"/>
                  </a:lnTo>
                  <a:lnTo>
                    <a:pt x="8454" y="27515"/>
                  </a:lnTo>
                  <a:lnTo>
                    <a:pt x="8370" y="27494"/>
                  </a:lnTo>
                  <a:lnTo>
                    <a:pt x="8412" y="27432"/>
                  </a:lnTo>
                  <a:lnTo>
                    <a:pt x="8433" y="27411"/>
                  </a:lnTo>
                  <a:lnTo>
                    <a:pt x="8517" y="27411"/>
                  </a:lnTo>
                  <a:lnTo>
                    <a:pt x="8579" y="27494"/>
                  </a:lnTo>
                  <a:lnTo>
                    <a:pt x="8642" y="27515"/>
                  </a:lnTo>
                  <a:lnTo>
                    <a:pt x="8684" y="27515"/>
                  </a:lnTo>
                  <a:lnTo>
                    <a:pt x="8768" y="27620"/>
                  </a:lnTo>
                  <a:lnTo>
                    <a:pt x="8851" y="27641"/>
                  </a:lnTo>
                  <a:lnTo>
                    <a:pt x="8893" y="27620"/>
                  </a:lnTo>
                  <a:lnTo>
                    <a:pt x="8935" y="27578"/>
                  </a:lnTo>
                  <a:lnTo>
                    <a:pt x="8935" y="27515"/>
                  </a:lnTo>
                  <a:lnTo>
                    <a:pt x="8935" y="27411"/>
                  </a:lnTo>
                  <a:lnTo>
                    <a:pt x="8893" y="27369"/>
                  </a:lnTo>
                  <a:lnTo>
                    <a:pt x="8851" y="27327"/>
                  </a:lnTo>
                  <a:lnTo>
                    <a:pt x="8851" y="27306"/>
                  </a:lnTo>
                  <a:lnTo>
                    <a:pt x="8956" y="27306"/>
                  </a:lnTo>
                  <a:lnTo>
                    <a:pt x="8977" y="27222"/>
                  </a:lnTo>
                  <a:lnTo>
                    <a:pt x="8977" y="27181"/>
                  </a:lnTo>
                  <a:lnTo>
                    <a:pt x="8935" y="27181"/>
                  </a:lnTo>
                  <a:lnTo>
                    <a:pt x="8872" y="27201"/>
                  </a:lnTo>
                  <a:lnTo>
                    <a:pt x="8830" y="27160"/>
                  </a:lnTo>
                  <a:lnTo>
                    <a:pt x="8768" y="27097"/>
                  </a:lnTo>
                  <a:lnTo>
                    <a:pt x="8684" y="27097"/>
                  </a:lnTo>
                  <a:lnTo>
                    <a:pt x="8558" y="27013"/>
                  </a:lnTo>
                  <a:lnTo>
                    <a:pt x="8538" y="26992"/>
                  </a:lnTo>
                  <a:lnTo>
                    <a:pt x="8579" y="26950"/>
                  </a:lnTo>
                  <a:lnTo>
                    <a:pt x="8684" y="26950"/>
                  </a:lnTo>
                  <a:lnTo>
                    <a:pt x="8789" y="26971"/>
                  </a:lnTo>
                  <a:lnTo>
                    <a:pt x="8872" y="26971"/>
                  </a:lnTo>
                  <a:lnTo>
                    <a:pt x="8893" y="26909"/>
                  </a:lnTo>
                  <a:lnTo>
                    <a:pt x="8956" y="26909"/>
                  </a:lnTo>
                  <a:lnTo>
                    <a:pt x="9040" y="26971"/>
                  </a:lnTo>
                  <a:lnTo>
                    <a:pt x="9061" y="26867"/>
                  </a:lnTo>
                  <a:lnTo>
                    <a:pt x="9040" y="26699"/>
                  </a:lnTo>
                  <a:lnTo>
                    <a:pt x="8998" y="26595"/>
                  </a:lnTo>
                  <a:lnTo>
                    <a:pt x="8956" y="26553"/>
                  </a:lnTo>
                  <a:lnTo>
                    <a:pt x="8935" y="26469"/>
                  </a:lnTo>
                  <a:lnTo>
                    <a:pt x="8935" y="26427"/>
                  </a:lnTo>
                  <a:lnTo>
                    <a:pt x="8977" y="26365"/>
                  </a:lnTo>
                  <a:lnTo>
                    <a:pt x="8956" y="26260"/>
                  </a:lnTo>
                  <a:lnTo>
                    <a:pt x="8956" y="26218"/>
                  </a:lnTo>
                  <a:lnTo>
                    <a:pt x="8977" y="26155"/>
                  </a:lnTo>
                  <a:lnTo>
                    <a:pt x="8998" y="26176"/>
                  </a:lnTo>
                  <a:lnTo>
                    <a:pt x="9040" y="26239"/>
                  </a:lnTo>
                  <a:lnTo>
                    <a:pt x="9102" y="26260"/>
                  </a:lnTo>
                  <a:lnTo>
                    <a:pt x="9102" y="26218"/>
                  </a:lnTo>
                  <a:lnTo>
                    <a:pt x="9165" y="26176"/>
                  </a:lnTo>
                  <a:lnTo>
                    <a:pt x="9207" y="26218"/>
                  </a:lnTo>
                  <a:lnTo>
                    <a:pt x="9249" y="26344"/>
                  </a:lnTo>
                  <a:lnTo>
                    <a:pt x="9291" y="26365"/>
                  </a:lnTo>
                  <a:lnTo>
                    <a:pt x="9374" y="26365"/>
                  </a:lnTo>
                  <a:lnTo>
                    <a:pt x="9479" y="26239"/>
                  </a:lnTo>
                  <a:lnTo>
                    <a:pt x="9521" y="26113"/>
                  </a:lnTo>
                  <a:lnTo>
                    <a:pt x="9521" y="26009"/>
                  </a:lnTo>
                  <a:lnTo>
                    <a:pt x="9500" y="25925"/>
                  </a:lnTo>
                  <a:lnTo>
                    <a:pt x="9500" y="25862"/>
                  </a:lnTo>
                  <a:lnTo>
                    <a:pt x="9563" y="25841"/>
                  </a:lnTo>
                  <a:lnTo>
                    <a:pt x="9605" y="25841"/>
                  </a:lnTo>
                  <a:lnTo>
                    <a:pt x="9626" y="25800"/>
                  </a:lnTo>
                  <a:lnTo>
                    <a:pt x="9667" y="25758"/>
                  </a:lnTo>
                  <a:lnTo>
                    <a:pt x="9688" y="25821"/>
                  </a:lnTo>
                  <a:lnTo>
                    <a:pt x="9730" y="25883"/>
                  </a:lnTo>
                  <a:lnTo>
                    <a:pt x="9814" y="25883"/>
                  </a:lnTo>
                  <a:lnTo>
                    <a:pt x="9877" y="25841"/>
                  </a:lnTo>
                  <a:lnTo>
                    <a:pt x="9877" y="25800"/>
                  </a:lnTo>
                  <a:lnTo>
                    <a:pt x="9877" y="25737"/>
                  </a:lnTo>
                  <a:lnTo>
                    <a:pt x="9898" y="25737"/>
                  </a:lnTo>
                  <a:lnTo>
                    <a:pt x="9918" y="25800"/>
                  </a:lnTo>
                  <a:lnTo>
                    <a:pt x="9939" y="25883"/>
                  </a:lnTo>
                  <a:lnTo>
                    <a:pt x="9981" y="25925"/>
                  </a:lnTo>
                  <a:lnTo>
                    <a:pt x="10044" y="25862"/>
                  </a:lnTo>
                  <a:lnTo>
                    <a:pt x="10107" y="25821"/>
                  </a:lnTo>
                  <a:lnTo>
                    <a:pt x="10149" y="25800"/>
                  </a:lnTo>
                  <a:lnTo>
                    <a:pt x="10211" y="25841"/>
                  </a:lnTo>
                  <a:lnTo>
                    <a:pt x="10295" y="25841"/>
                  </a:lnTo>
                  <a:lnTo>
                    <a:pt x="10358" y="25800"/>
                  </a:lnTo>
                  <a:lnTo>
                    <a:pt x="10400" y="25716"/>
                  </a:lnTo>
                  <a:lnTo>
                    <a:pt x="10421" y="25674"/>
                  </a:lnTo>
                  <a:lnTo>
                    <a:pt x="10421" y="25632"/>
                  </a:lnTo>
                  <a:lnTo>
                    <a:pt x="10358" y="25549"/>
                  </a:lnTo>
                  <a:lnTo>
                    <a:pt x="10316" y="25423"/>
                  </a:lnTo>
                  <a:lnTo>
                    <a:pt x="10295" y="25339"/>
                  </a:lnTo>
                  <a:lnTo>
                    <a:pt x="10337" y="25297"/>
                  </a:lnTo>
                  <a:lnTo>
                    <a:pt x="10358" y="25318"/>
                  </a:lnTo>
                  <a:lnTo>
                    <a:pt x="10400" y="25423"/>
                  </a:lnTo>
                  <a:lnTo>
                    <a:pt x="10442" y="25423"/>
                  </a:lnTo>
                  <a:lnTo>
                    <a:pt x="10525" y="25339"/>
                  </a:lnTo>
                  <a:lnTo>
                    <a:pt x="10546" y="25256"/>
                  </a:lnTo>
                  <a:lnTo>
                    <a:pt x="10609" y="25193"/>
                  </a:lnTo>
                  <a:lnTo>
                    <a:pt x="10630" y="25130"/>
                  </a:lnTo>
                  <a:lnTo>
                    <a:pt x="10546" y="25046"/>
                  </a:lnTo>
                  <a:lnTo>
                    <a:pt x="10546" y="25005"/>
                  </a:lnTo>
                  <a:lnTo>
                    <a:pt x="10609" y="24942"/>
                  </a:lnTo>
                  <a:lnTo>
                    <a:pt x="10651" y="24921"/>
                  </a:lnTo>
                  <a:lnTo>
                    <a:pt x="10672" y="24942"/>
                  </a:lnTo>
                  <a:lnTo>
                    <a:pt x="10672" y="24984"/>
                  </a:lnTo>
                  <a:lnTo>
                    <a:pt x="10735" y="25046"/>
                  </a:lnTo>
                  <a:lnTo>
                    <a:pt x="10839" y="25088"/>
                  </a:lnTo>
                  <a:lnTo>
                    <a:pt x="10881" y="25109"/>
                  </a:lnTo>
                  <a:lnTo>
                    <a:pt x="10839" y="25172"/>
                  </a:lnTo>
                  <a:lnTo>
                    <a:pt x="10755" y="25214"/>
                  </a:lnTo>
                  <a:lnTo>
                    <a:pt x="10714" y="25318"/>
                  </a:lnTo>
                  <a:lnTo>
                    <a:pt x="10714" y="25402"/>
                  </a:lnTo>
                  <a:lnTo>
                    <a:pt x="10839" y="25549"/>
                  </a:lnTo>
                  <a:lnTo>
                    <a:pt x="10881" y="25590"/>
                  </a:lnTo>
                  <a:lnTo>
                    <a:pt x="10923" y="25507"/>
                  </a:lnTo>
                  <a:lnTo>
                    <a:pt x="10923" y="25444"/>
                  </a:lnTo>
                  <a:lnTo>
                    <a:pt x="10944" y="25381"/>
                  </a:lnTo>
                  <a:lnTo>
                    <a:pt x="10965" y="25277"/>
                  </a:lnTo>
                  <a:lnTo>
                    <a:pt x="10986" y="25277"/>
                  </a:lnTo>
                  <a:lnTo>
                    <a:pt x="11027" y="25318"/>
                  </a:lnTo>
                  <a:lnTo>
                    <a:pt x="10986" y="25402"/>
                  </a:lnTo>
                  <a:lnTo>
                    <a:pt x="10986" y="25444"/>
                  </a:lnTo>
                  <a:lnTo>
                    <a:pt x="11048" y="25549"/>
                  </a:lnTo>
                  <a:lnTo>
                    <a:pt x="11132" y="25590"/>
                  </a:lnTo>
                  <a:lnTo>
                    <a:pt x="11195" y="25528"/>
                  </a:lnTo>
                  <a:lnTo>
                    <a:pt x="11279" y="25528"/>
                  </a:lnTo>
                  <a:lnTo>
                    <a:pt x="11299" y="25486"/>
                  </a:lnTo>
                  <a:lnTo>
                    <a:pt x="11299" y="25423"/>
                  </a:lnTo>
                  <a:lnTo>
                    <a:pt x="11341" y="25381"/>
                  </a:lnTo>
                  <a:lnTo>
                    <a:pt x="11362" y="25381"/>
                  </a:lnTo>
                  <a:lnTo>
                    <a:pt x="11383" y="25402"/>
                  </a:lnTo>
                  <a:lnTo>
                    <a:pt x="11362" y="25444"/>
                  </a:lnTo>
                  <a:lnTo>
                    <a:pt x="11362" y="25507"/>
                  </a:lnTo>
                  <a:lnTo>
                    <a:pt x="11404" y="25549"/>
                  </a:lnTo>
                  <a:lnTo>
                    <a:pt x="11488" y="25549"/>
                  </a:lnTo>
                  <a:lnTo>
                    <a:pt x="11571" y="25444"/>
                  </a:lnTo>
                  <a:lnTo>
                    <a:pt x="11718" y="25339"/>
                  </a:lnTo>
                  <a:lnTo>
                    <a:pt x="11781" y="25339"/>
                  </a:lnTo>
                  <a:lnTo>
                    <a:pt x="11823" y="25318"/>
                  </a:lnTo>
                  <a:lnTo>
                    <a:pt x="11823" y="25235"/>
                  </a:lnTo>
                  <a:lnTo>
                    <a:pt x="11781" y="25172"/>
                  </a:lnTo>
                  <a:lnTo>
                    <a:pt x="11718" y="25130"/>
                  </a:lnTo>
                  <a:lnTo>
                    <a:pt x="11676" y="25088"/>
                  </a:lnTo>
                  <a:lnTo>
                    <a:pt x="11697" y="25067"/>
                  </a:lnTo>
                  <a:lnTo>
                    <a:pt x="11760" y="25067"/>
                  </a:lnTo>
                  <a:lnTo>
                    <a:pt x="11781" y="25109"/>
                  </a:lnTo>
                  <a:lnTo>
                    <a:pt x="11885" y="25172"/>
                  </a:lnTo>
                  <a:lnTo>
                    <a:pt x="11927" y="25172"/>
                  </a:lnTo>
                  <a:lnTo>
                    <a:pt x="11927" y="25088"/>
                  </a:lnTo>
                  <a:lnTo>
                    <a:pt x="11990" y="25088"/>
                  </a:lnTo>
                  <a:lnTo>
                    <a:pt x="12011" y="25130"/>
                  </a:lnTo>
                  <a:lnTo>
                    <a:pt x="12011" y="25193"/>
                  </a:lnTo>
                  <a:lnTo>
                    <a:pt x="12032" y="25214"/>
                  </a:lnTo>
                  <a:lnTo>
                    <a:pt x="12095" y="25193"/>
                  </a:lnTo>
                  <a:lnTo>
                    <a:pt x="12220" y="25046"/>
                  </a:lnTo>
                  <a:lnTo>
                    <a:pt x="12241" y="25025"/>
                  </a:lnTo>
                  <a:lnTo>
                    <a:pt x="12241" y="25005"/>
                  </a:lnTo>
                  <a:lnTo>
                    <a:pt x="12283" y="24921"/>
                  </a:lnTo>
                  <a:lnTo>
                    <a:pt x="12304" y="24879"/>
                  </a:lnTo>
                  <a:lnTo>
                    <a:pt x="12346" y="24837"/>
                  </a:lnTo>
                  <a:lnTo>
                    <a:pt x="12346" y="24837"/>
                  </a:lnTo>
                  <a:lnTo>
                    <a:pt x="12325" y="24900"/>
                  </a:lnTo>
                  <a:lnTo>
                    <a:pt x="12346" y="24942"/>
                  </a:lnTo>
                  <a:lnTo>
                    <a:pt x="12387" y="24984"/>
                  </a:lnTo>
                  <a:lnTo>
                    <a:pt x="12429" y="24942"/>
                  </a:lnTo>
                  <a:lnTo>
                    <a:pt x="12513" y="24837"/>
                  </a:lnTo>
                  <a:lnTo>
                    <a:pt x="12534" y="24774"/>
                  </a:lnTo>
                  <a:lnTo>
                    <a:pt x="12513" y="24691"/>
                  </a:lnTo>
                  <a:lnTo>
                    <a:pt x="12513" y="24607"/>
                  </a:lnTo>
                  <a:lnTo>
                    <a:pt x="12639" y="24481"/>
                  </a:lnTo>
                  <a:lnTo>
                    <a:pt x="12722" y="24460"/>
                  </a:lnTo>
                  <a:lnTo>
                    <a:pt x="12764" y="24398"/>
                  </a:lnTo>
                  <a:lnTo>
                    <a:pt x="12743" y="24356"/>
                  </a:lnTo>
                  <a:lnTo>
                    <a:pt x="12722" y="24293"/>
                  </a:lnTo>
                  <a:lnTo>
                    <a:pt x="12722" y="24272"/>
                  </a:lnTo>
                  <a:lnTo>
                    <a:pt x="12764" y="24293"/>
                  </a:lnTo>
                  <a:lnTo>
                    <a:pt x="12827" y="24314"/>
                  </a:lnTo>
                  <a:lnTo>
                    <a:pt x="12869" y="24314"/>
                  </a:lnTo>
                  <a:lnTo>
                    <a:pt x="12911" y="24251"/>
                  </a:lnTo>
                  <a:lnTo>
                    <a:pt x="12869" y="24188"/>
                  </a:lnTo>
                  <a:lnTo>
                    <a:pt x="12827" y="24147"/>
                  </a:lnTo>
                  <a:lnTo>
                    <a:pt x="12869" y="24168"/>
                  </a:lnTo>
                  <a:lnTo>
                    <a:pt x="12931" y="24209"/>
                  </a:lnTo>
                  <a:lnTo>
                    <a:pt x="12931" y="24168"/>
                  </a:lnTo>
                  <a:lnTo>
                    <a:pt x="12952" y="24084"/>
                  </a:lnTo>
                  <a:lnTo>
                    <a:pt x="13036" y="24084"/>
                  </a:lnTo>
                  <a:lnTo>
                    <a:pt x="13120" y="24042"/>
                  </a:lnTo>
                  <a:lnTo>
                    <a:pt x="13120" y="23958"/>
                  </a:lnTo>
                  <a:lnTo>
                    <a:pt x="13120" y="23937"/>
                  </a:lnTo>
                  <a:lnTo>
                    <a:pt x="13141" y="23875"/>
                  </a:lnTo>
                  <a:lnTo>
                    <a:pt x="13224" y="23875"/>
                  </a:lnTo>
                  <a:lnTo>
                    <a:pt x="13266" y="23854"/>
                  </a:lnTo>
                  <a:lnTo>
                    <a:pt x="13350" y="23749"/>
                  </a:lnTo>
                  <a:lnTo>
                    <a:pt x="13434" y="23707"/>
                  </a:lnTo>
                  <a:lnTo>
                    <a:pt x="13476" y="23707"/>
                  </a:lnTo>
                  <a:lnTo>
                    <a:pt x="13496" y="23728"/>
                  </a:lnTo>
                  <a:lnTo>
                    <a:pt x="13580" y="23707"/>
                  </a:lnTo>
                  <a:lnTo>
                    <a:pt x="13643" y="23624"/>
                  </a:lnTo>
                  <a:lnTo>
                    <a:pt x="13664" y="23477"/>
                  </a:lnTo>
                  <a:lnTo>
                    <a:pt x="13643" y="23352"/>
                  </a:lnTo>
                  <a:lnTo>
                    <a:pt x="13580" y="23352"/>
                  </a:lnTo>
                  <a:lnTo>
                    <a:pt x="13559" y="23331"/>
                  </a:lnTo>
                  <a:lnTo>
                    <a:pt x="13580" y="23247"/>
                  </a:lnTo>
                  <a:lnTo>
                    <a:pt x="13580" y="23142"/>
                  </a:lnTo>
                  <a:lnTo>
                    <a:pt x="13559" y="23059"/>
                  </a:lnTo>
                  <a:lnTo>
                    <a:pt x="13496" y="23017"/>
                  </a:lnTo>
                  <a:lnTo>
                    <a:pt x="13476" y="22912"/>
                  </a:lnTo>
                  <a:lnTo>
                    <a:pt x="13455" y="22870"/>
                  </a:lnTo>
                  <a:lnTo>
                    <a:pt x="13455" y="22787"/>
                  </a:lnTo>
                  <a:lnTo>
                    <a:pt x="13496" y="22787"/>
                  </a:lnTo>
                  <a:lnTo>
                    <a:pt x="13559" y="22808"/>
                  </a:lnTo>
                  <a:lnTo>
                    <a:pt x="13580" y="22912"/>
                  </a:lnTo>
                  <a:lnTo>
                    <a:pt x="13643" y="22996"/>
                  </a:lnTo>
                  <a:lnTo>
                    <a:pt x="13643" y="23080"/>
                  </a:lnTo>
                  <a:lnTo>
                    <a:pt x="13685" y="23184"/>
                  </a:lnTo>
                  <a:lnTo>
                    <a:pt x="13748" y="23205"/>
                  </a:lnTo>
                  <a:lnTo>
                    <a:pt x="13789" y="23247"/>
                  </a:lnTo>
                  <a:lnTo>
                    <a:pt x="13768" y="23331"/>
                  </a:lnTo>
                  <a:lnTo>
                    <a:pt x="13789" y="23414"/>
                  </a:lnTo>
                  <a:lnTo>
                    <a:pt x="13873" y="23456"/>
                  </a:lnTo>
                  <a:lnTo>
                    <a:pt x="13915" y="23456"/>
                  </a:lnTo>
                  <a:lnTo>
                    <a:pt x="13915" y="23414"/>
                  </a:lnTo>
                  <a:lnTo>
                    <a:pt x="13957" y="23352"/>
                  </a:lnTo>
                  <a:lnTo>
                    <a:pt x="13999" y="23352"/>
                  </a:lnTo>
                  <a:lnTo>
                    <a:pt x="14061" y="23435"/>
                  </a:lnTo>
                  <a:lnTo>
                    <a:pt x="14229" y="23435"/>
                  </a:lnTo>
                  <a:lnTo>
                    <a:pt x="14292" y="23393"/>
                  </a:lnTo>
                  <a:lnTo>
                    <a:pt x="14312" y="23414"/>
                  </a:lnTo>
                  <a:lnTo>
                    <a:pt x="14375" y="23414"/>
                  </a:lnTo>
                  <a:lnTo>
                    <a:pt x="14438" y="23352"/>
                  </a:lnTo>
                  <a:lnTo>
                    <a:pt x="14480" y="23289"/>
                  </a:lnTo>
                  <a:lnTo>
                    <a:pt x="14522" y="23289"/>
                  </a:lnTo>
                  <a:lnTo>
                    <a:pt x="14522" y="23226"/>
                  </a:lnTo>
                  <a:lnTo>
                    <a:pt x="14584" y="23205"/>
                  </a:lnTo>
                  <a:lnTo>
                    <a:pt x="14626" y="23226"/>
                  </a:lnTo>
                  <a:lnTo>
                    <a:pt x="14731" y="23352"/>
                  </a:lnTo>
                  <a:lnTo>
                    <a:pt x="14752" y="23414"/>
                  </a:lnTo>
                  <a:lnTo>
                    <a:pt x="14815" y="23414"/>
                  </a:lnTo>
                  <a:lnTo>
                    <a:pt x="14856" y="23352"/>
                  </a:lnTo>
                  <a:lnTo>
                    <a:pt x="14919" y="23331"/>
                  </a:lnTo>
                  <a:lnTo>
                    <a:pt x="14919" y="23226"/>
                  </a:lnTo>
                  <a:lnTo>
                    <a:pt x="14940" y="23226"/>
                  </a:lnTo>
                  <a:lnTo>
                    <a:pt x="14961" y="23247"/>
                  </a:lnTo>
                  <a:lnTo>
                    <a:pt x="15024" y="23247"/>
                  </a:lnTo>
                  <a:lnTo>
                    <a:pt x="15024" y="23205"/>
                  </a:lnTo>
                  <a:lnTo>
                    <a:pt x="15066" y="23205"/>
                  </a:lnTo>
                  <a:lnTo>
                    <a:pt x="15108" y="23226"/>
                  </a:lnTo>
                  <a:lnTo>
                    <a:pt x="15170" y="23226"/>
                  </a:lnTo>
                  <a:lnTo>
                    <a:pt x="15212" y="23184"/>
                  </a:lnTo>
                  <a:lnTo>
                    <a:pt x="15212" y="23121"/>
                  </a:lnTo>
                  <a:lnTo>
                    <a:pt x="15254" y="23100"/>
                  </a:lnTo>
                  <a:lnTo>
                    <a:pt x="15338" y="23100"/>
                  </a:lnTo>
                  <a:lnTo>
                    <a:pt x="15359" y="23080"/>
                  </a:lnTo>
                  <a:lnTo>
                    <a:pt x="15359" y="23017"/>
                  </a:lnTo>
                  <a:lnTo>
                    <a:pt x="15380" y="23017"/>
                  </a:lnTo>
                  <a:lnTo>
                    <a:pt x="15380" y="23080"/>
                  </a:lnTo>
                  <a:lnTo>
                    <a:pt x="15442" y="23100"/>
                  </a:lnTo>
                  <a:lnTo>
                    <a:pt x="15484" y="23038"/>
                  </a:lnTo>
                  <a:lnTo>
                    <a:pt x="15526" y="22975"/>
                  </a:lnTo>
                  <a:lnTo>
                    <a:pt x="15547" y="22975"/>
                  </a:lnTo>
                  <a:lnTo>
                    <a:pt x="15589" y="23038"/>
                  </a:lnTo>
                  <a:lnTo>
                    <a:pt x="15652" y="23080"/>
                  </a:lnTo>
                  <a:lnTo>
                    <a:pt x="15693" y="22975"/>
                  </a:lnTo>
                  <a:lnTo>
                    <a:pt x="15735" y="22975"/>
                  </a:lnTo>
                  <a:lnTo>
                    <a:pt x="15756" y="23017"/>
                  </a:lnTo>
                  <a:lnTo>
                    <a:pt x="15798" y="23038"/>
                  </a:lnTo>
                  <a:lnTo>
                    <a:pt x="15861" y="23038"/>
                  </a:lnTo>
                  <a:lnTo>
                    <a:pt x="15882" y="22975"/>
                  </a:lnTo>
                  <a:lnTo>
                    <a:pt x="15944" y="22933"/>
                  </a:lnTo>
                  <a:lnTo>
                    <a:pt x="16007" y="22933"/>
                  </a:lnTo>
                  <a:lnTo>
                    <a:pt x="16112" y="22891"/>
                  </a:lnTo>
                  <a:lnTo>
                    <a:pt x="16175" y="22891"/>
                  </a:lnTo>
                  <a:lnTo>
                    <a:pt x="16196" y="22933"/>
                  </a:lnTo>
                  <a:lnTo>
                    <a:pt x="16258" y="22933"/>
                  </a:lnTo>
                  <a:lnTo>
                    <a:pt x="16279" y="22870"/>
                  </a:lnTo>
                  <a:lnTo>
                    <a:pt x="16321" y="22808"/>
                  </a:lnTo>
                  <a:lnTo>
                    <a:pt x="16426" y="22808"/>
                  </a:lnTo>
                  <a:lnTo>
                    <a:pt x="16468" y="22766"/>
                  </a:lnTo>
                  <a:lnTo>
                    <a:pt x="16572" y="22724"/>
                  </a:lnTo>
                  <a:lnTo>
                    <a:pt x="16614" y="22703"/>
                  </a:lnTo>
                  <a:lnTo>
                    <a:pt x="16614" y="22661"/>
                  </a:lnTo>
                  <a:lnTo>
                    <a:pt x="16572" y="22577"/>
                  </a:lnTo>
                  <a:lnTo>
                    <a:pt x="16572" y="22515"/>
                  </a:lnTo>
                  <a:lnTo>
                    <a:pt x="16719" y="22577"/>
                  </a:lnTo>
                  <a:lnTo>
                    <a:pt x="16802" y="22619"/>
                  </a:lnTo>
                  <a:lnTo>
                    <a:pt x="16823" y="22682"/>
                  </a:lnTo>
                  <a:lnTo>
                    <a:pt x="16886" y="22703"/>
                  </a:lnTo>
                  <a:lnTo>
                    <a:pt x="16991" y="22619"/>
                  </a:lnTo>
                  <a:lnTo>
                    <a:pt x="16991" y="22536"/>
                  </a:lnTo>
                  <a:lnTo>
                    <a:pt x="16928" y="22515"/>
                  </a:lnTo>
                  <a:lnTo>
                    <a:pt x="16928" y="22473"/>
                  </a:lnTo>
                  <a:lnTo>
                    <a:pt x="17012" y="22431"/>
                  </a:lnTo>
                  <a:lnTo>
                    <a:pt x="17033" y="22494"/>
                  </a:lnTo>
                  <a:lnTo>
                    <a:pt x="17116" y="22515"/>
                  </a:lnTo>
                  <a:lnTo>
                    <a:pt x="17158" y="22410"/>
                  </a:lnTo>
                  <a:lnTo>
                    <a:pt x="17137" y="22326"/>
                  </a:lnTo>
                  <a:lnTo>
                    <a:pt x="17137" y="22264"/>
                  </a:lnTo>
                  <a:lnTo>
                    <a:pt x="17200" y="22264"/>
                  </a:lnTo>
                  <a:lnTo>
                    <a:pt x="17221" y="22305"/>
                  </a:lnTo>
                  <a:lnTo>
                    <a:pt x="17305" y="22326"/>
                  </a:lnTo>
                  <a:lnTo>
                    <a:pt x="17346" y="22284"/>
                  </a:lnTo>
                  <a:lnTo>
                    <a:pt x="17409" y="22264"/>
                  </a:lnTo>
                  <a:lnTo>
                    <a:pt x="17451" y="22264"/>
                  </a:lnTo>
                  <a:lnTo>
                    <a:pt x="17451" y="22180"/>
                  </a:lnTo>
                  <a:lnTo>
                    <a:pt x="17430" y="22117"/>
                  </a:lnTo>
                  <a:lnTo>
                    <a:pt x="17451" y="22096"/>
                  </a:lnTo>
                  <a:lnTo>
                    <a:pt x="17514" y="22117"/>
                  </a:lnTo>
                  <a:lnTo>
                    <a:pt x="17556" y="22180"/>
                  </a:lnTo>
                  <a:lnTo>
                    <a:pt x="17639" y="22159"/>
                  </a:lnTo>
                  <a:lnTo>
                    <a:pt x="17681" y="22096"/>
                  </a:lnTo>
                  <a:lnTo>
                    <a:pt x="17681" y="22012"/>
                  </a:lnTo>
                  <a:lnTo>
                    <a:pt x="17660" y="21992"/>
                  </a:lnTo>
                  <a:lnTo>
                    <a:pt x="17660" y="21950"/>
                  </a:lnTo>
                  <a:lnTo>
                    <a:pt x="17681" y="21908"/>
                  </a:lnTo>
                  <a:lnTo>
                    <a:pt x="17786" y="21908"/>
                  </a:lnTo>
                  <a:lnTo>
                    <a:pt x="17849" y="21950"/>
                  </a:lnTo>
                  <a:lnTo>
                    <a:pt x="17869" y="21887"/>
                  </a:lnTo>
                  <a:lnTo>
                    <a:pt x="17890" y="21845"/>
                  </a:lnTo>
                  <a:lnTo>
                    <a:pt x="17953" y="21866"/>
                  </a:lnTo>
                  <a:lnTo>
                    <a:pt x="17995" y="21908"/>
                  </a:lnTo>
                  <a:lnTo>
                    <a:pt x="18058" y="21950"/>
                  </a:lnTo>
                  <a:lnTo>
                    <a:pt x="18079" y="21908"/>
                  </a:lnTo>
                  <a:lnTo>
                    <a:pt x="18079" y="21866"/>
                  </a:lnTo>
                  <a:lnTo>
                    <a:pt x="18037" y="21803"/>
                  </a:lnTo>
                  <a:lnTo>
                    <a:pt x="18037" y="21761"/>
                  </a:lnTo>
                  <a:lnTo>
                    <a:pt x="18100" y="21699"/>
                  </a:lnTo>
                  <a:lnTo>
                    <a:pt x="18162" y="21740"/>
                  </a:lnTo>
                  <a:lnTo>
                    <a:pt x="18288" y="21699"/>
                  </a:lnTo>
                  <a:lnTo>
                    <a:pt x="18393" y="21636"/>
                  </a:lnTo>
                  <a:lnTo>
                    <a:pt x="18455" y="21531"/>
                  </a:lnTo>
                  <a:lnTo>
                    <a:pt x="18455" y="21489"/>
                  </a:lnTo>
                  <a:lnTo>
                    <a:pt x="18309" y="21552"/>
                  </a:lnTo>
                  <a:lnTo>
                    <a:pt x="18183" y="21552"/>
                  </a:lnTo>
                  <a:lnTo>
                    <a:pt x="18141" y="21531"/>
                  </a:lnTo>
                  <a:lnTo>
                    <a:pt x="17890" y="21531"/>
                  </a:lnTo>
                  <a:lnTo>
                    <a:pt x="17765" y="21489"/>
                  </a:lnTo>
                  <a:lnTo>
                    <a:pt x="17639" y="21447"/>
                  </a:lnTo>
                  <a:lnTo>
                    <a:pt x="17472" y="21427"/>
                  </a:lnTo>
                  <a:lnTo>
                    <a:pt x="17325" y="21280"/>
                  </a:lnTo>
                  <a:lnTo>
                    <a:pt x="17263" y="21238"/>
                  </a:lnTo>
                  <a:lnTo>
                    <a:pt x="17221" y="21238"/>
                  </a:lnTo>
                  <a:lnTo>
                    <a:pt x="17095" y="21301"/>
                  </a:lnTo>
                  <a:lnTo>
                    <a:pt x="17053" y="21259"/>
                  </a:lnTo>
                  <a:lnTo>
                    <a:pt x="17095" y="21217"/>
                  </a:lnTo>
                  <a:lnTo>
                    <a:pt x="17095" y="21175"/>
                  </a:lnTo>
                  <a:lnTo>
                    <a:pt x="17033" y="21238"/>
                  </a:lnTo>
                  <a:lnTo>
                    <a:pt x="16886" y="21343"/>
                  </a:lnTo>
                  <a:lnTo>
                    <a:pt x="16802" y="21385"/>
                  </a:lnTo>
                  <a:lnTo>
                    <a:pt x="16635" y="21385"/>
                  </a:lnTo>
                  <a:lnTo>
                    <a:pt x="16593" y="21427"/>
                  </a:lnTo>
                  <a:lnTo>
                    <a:pt x="16530" y="21385"/>
                  </a:lnTo>
                  <a:lnTo>
                    <a:pt x="16489" y="21364"/>
                  </a:lnTo>
                  <a:cubicBezTo>
                    <a:pt x="16489" y="21364"/>
                    <a:pt x="16426" y="21385"/>
                    <a:pt x="16405" y="21385"/>
                  </a:cubicBezTo>
                  <a:lnTo>
                    <a:pt x="16321" y="21385"/>
                  </a:lnTo>
                  <a:lnTo>
                    <a:pt x="16196" y="21531"/>
                  </a:lnTo>
                  <a:lnTo>
                    <a:pt x="16154" y="21594"/>
                  </a:lnTo>
                  <a:lnTo>
                    <a:pt x="16091" y="21531"/>
                  </a:lnTo>
                  <a:lnTo>
                    <a:pt x="16049" y="21489"/>
                  </a:lnTo>
                  <a:lnTo>
                    <a:pt x="15861" y="21489"/>
                  </a:lnTo>
                  <a:lnTo>
                    <a:pt x="15777" y="21468"/>
                  </a:lnTo>
                  <a:lnTo>
                    <a:pt x="15735" y="21489"/>
                  </a:lnTo>
                  <a:lnTo>
                    <a:pt x="15672" y="21447"/>
                  </a:lnTo>
                  <a:lnTo>
                    <a:pt x="15735" y="21364"/>
                  </a:lnTo>
                  <a:lnTo>
                    <a:pt x="15840" y="21364"/>
                  </a:lnTo>
                  <a:lnTo>
                    <a:pt x="15882" y="21427"/>
                  </a:lnTo>
                  <a:lnTo>
                    <a:pt x="15965" y="21447"/>
                  </a:lnTo>
                  <a:lnTo>
                    <a:pt x="16049" y="21385"/>
                  </a:lnTo>
                  <a:lnTo>
                    <a:pt x="16175" y="21364"/>
                  </a:lnTo>
                  <a:lnTo>
                    <a:pt x="16258" y="21280"/>
                  </a:lnTo>
                  <a:lnTo>
                    <a:pt x="16321" y="21280"/>
                  </a:lnTo>
                  <a:lnTo>
                    <a:pt x="16426" y="21322"/>
                  </a:lnTo>
                  <a:lnTo>
                    <a:pt x="16530" y="21280"/>
                  </a:lnTo>
                  <a:lnTo>
                    <a:pt x="16572" y="21238"/>
                  </a:lnTo>
                  <a:lnTo>
                    <a:pt x="16530" y="21175"/>
                  </a:lnTo>
                  <a:lnTo>
                    <a:pt x="16489" y="21175"/>
                  </a:lnTo>
                  <a:lnTo>
                    <a:pt x="16468" y="21134"/>
                  </a:lnTo>
                  <a:lnTo>
                    <a:pt x="16405" y="21134"/>
                  </a:lnTo>
                  <a:lnTo>
                    <a:pt x="16300" y="21155"/>
                  </a:lnTo>
                  <a:lnTo>
                    <a:pt x="16216" y="21134"/>
                  </a:lnTo>
                  <a:lnTo>
                    <a:pt x="16049" y="21134"/>
                  </a:lnTo>
                  <a:lnTo>
                    <a:pt x="15944" y="21155"/>
                  </a:lnTo>
                  <a:lnTo>
                    <a:pt x="15840" y="21155"/>
                  </a:lnTo>
                  <a:lnTo>
                    <a:pt x="15693" y="21134"/>
                  </a:lnTo>
                  <a:lnTo>
                    <a:pt x="15672" y="21071"/>
                  </a:lnTo>
                  <a:lnTo>
                    <a:pt x="15631" y="21050"/>
                  </a:lnTo>
                  <a:lnTo>
                    <a:pt x="15526" y="21071"/>
                  </a:lnTo>
                  <a:lnTo>
                    <a:pt x="15380" y="21071"/>
                  </a:lnTo>
                  <a:lnTo>
                    <a:pt x="15212" y="21175"/>
                  </a:lnTo>
                  <a:lnTo>
                    <a:pt x="15170" y="21155"/>
                  </a:lnTo>
                  <a:lnTo>
                    <a:pt x="15212" y="21071"/>
                  </a:lnTo>
                  <a:lnTo>
                    <a:pt x="15275" y="21008"/>
                  </a:lnTo>
                  <a:lnTo>
                    <a:pt x="15463" y="21008"/>
                  </a:lnTo>
                  <a:lnTo>
                    <a:pt x="15672" y="20903"/>
                  </a:lnTo>
                  <a:lnTo>
                    <a:pt x="15756" y="20841"/>
                  </a:lnTo>
                  <a:lnTo>
                    <a:pt x="15756" y="20757"/>
                  </a:lnTo>
                  <a:lnTo>
                    <a:pt x="15777" y="20715"/>
                  </a:lnTo>
                  <a:lnTo>
                    <a:pt x="15861" y="20715"/>
                  </a:lnTo>
                  <a:lnTo>
                    <a:pt x="15903" y="20694"/>
                  </a:lnTo>
                  <a:lnTo>
                    <a:pt x="15965" y="20611"/>
                  </a:lnTo>
                  <a:lnTo>
                    <a:pt x="15944" y="20548"/>
                  </a:lnTo>
                  <a:lnTo>
                    <a:pt x="15882" y="20506"/>
                  </a:lnTo>
                  <a:lnTo>
                    <a:pt x="15798" y="20485"/>
                  </a:lnTo>
                  <a:lnTo>
                    <a:pt x="15777" y="20443"/>
                  </a:lnTo>
                  <a:lnTo>
                    <a:pt x="15861" y="20401"/>
                  </a:lnTo>
                  <a:lnTo>
                    <a:pt x="15903" y="20401"/>
                  </a:lnTo>
                  <a:lnTo>
                    <a:pt x="15903" y="20422"/>
                  </a:lnTo>
                  <a:lnTo>
                    <a:pt x="15986" y="20443"/>
                  </a:lnTo>
                  <a:lnTo>
                    <a:pt x="16007" y="20422"/>
                  </a:lnTo>
                  <a:lnTo>
                    <a:pt x="15986" y="20380"/>
                  </a:lnTo>
                  <a:lnTo>
                    <a:pt x="15965" y="20339"/>
                  </a:lnTo>
                  <a:lnTo>
                    <a:pt x="15965" y="20234"/>
                  </a:lnTo>
                  <a:lnTo>
                    <a:pt x="16007" y="20276"/>
                  </a:lnTo>
                  <a:lnTo>
                    <a:pt x="16049" y="20318"/>
                  </a:lnTo>
                  <a:lnTo>
                    <a:pt x="16049" y="20401"/>
                  </a:lnTo>
                  <a:lnTo>
                    <a:pt x="16091" y="20506"/>
                  </a:lnTo>
                  <a:lnTo>
                    <a:pt x="16175" y="20548"/>
                  </a:lnTo>
                  <a:lnTo>
                    <a:pt x="16279" y="20527"/>
                  </a:lnTo>
                  <a:lnTo>
                    <a:pt x="16405" y="20527"/>
                  </a:lnTo>
                  <a:lnTo>
                    <a:pt x="16698" y="20401"/>
                  </a:lnTo>
                  <a:lnTo>
                    <a:pt x="16781" y="20401"/>
                  </a:lnTo>
                  <a:lnTo>
                    <a:pt x="16844" y="20380"/>
                  </a:lnTo>
                  <a:lnTo>
                    <a:pt x="16907" y="20297"/>
                  </a:lnTo>
                  <a:lnTo>
                    <a:pt x="16991" y="20276"/>
                  </a:lnTo>
                  <a:lnTo>
                    <a:pt x="17033" y="20171"/>
                  </a:lnTo>
                  <a:lnTo>
                    <a:pt x="16991" y="20067"/>
                  </a:lnTo>
                  <a:lnTo>
                    <a:pt x="16949" y="19983"/>
                  </a:lnTo>
                  <a:lnTo>
                    <a:pt x="16907" y="19983"/>
                  </a:lnTo>
                  <a:lnTo>
                    <a:pt x="16802" y="19920"/>
                  </a:lnTo>
                  <a:lnTo>
                    <a:pt x="16530" y="19857"/>
                  </a:lnTo>
                  <a:lnTo>
                    <a:pt x="16489" y="19857"/>
                  </a:lnTo>
                  <a:lnTo>
                    <a:pt x="16384" y="19899"/>
                  </a:lnTo>
                  <a:lnTo>
                    <a:pt x="16321" y="19857"/>
                  </a:lnTo>
                  <a:lnTo>
                    <a:pt x="16321" y="19732"/>
                  </a:lnTo>
                  <a:lnTo>
                    <a:pt x="16300" y="19690"/>
                  </a:lnTo>
                  <a:lnTo>
                    <a:pt x="16196" y="19753"/>
                  </a:lnTo>
                  <a:lnTo>
                    <a:pt x="16112" y="19753"/>
                  </a:lnTo>
                  <a:lnTo>
                    <a:pt x="16007" y="19815"/>
                  </a:lnTo>
                  <a:lnTo>
                    <a:pt x="15944" y="19815"/>
                  </a:lnTo>
                  <a:lnTo>
                    <a:pt x="15861" y="19774"/>
                  </a:lnTo>
                  <a:lnTo>
                    <a:pt x="15861" y="19690"/>
                  </a:lnTo>
                  <a:lnTo>
                    <a:pt x="15944" y="19753"/>
                  </a:lnTo>
                  <a:lnTo>
                    <a:pt x="16007" y="19690"/>
                  </a:lnTo>
                  <a:lnTo>
                    <a:pt x="16070" y="19648"/>
                  </a:lnTo>
                  <a:lnTo>
                    <a:pt x="16196" y="19648"/>
                  </a:lnTo>
                  <a:lnTo>
                    <a:pt x="16216" y="19585"/>
                  </a:lnTo>
                  <a:lnTo>
                    <a:pt x="16175" y="19523"/>
                  </a:lnTo>
                  <a:lnTo>
                    <a:pt x="16091" y="19418"/>
                  </a:lnTo>
                  <a:lnTo>
                    <a:pt x="16049" y="19376"/>
                  </a:lnTo>
                  <a:lnTo>
                    <a:pt x="15944" y="19376"/>
                  </a:lnTo>
                  <a:lnTo>
                    <a:pt x="15965" y="19355"/>
                  </a:lnTo>
                  <a:lnTo>
                    <a:pt x="16070" y="19292"/>
                  </a:lnTo>
                  <a:lnTo>
                    <a:pt x="16070" y="19251"/>
                  </a:lnTo>
                  <a:lnTo>
                    <a:pt x="16070" y="19146"/>
                  </a:lnTo>
                  <a:lnTo>
                    <a:pt x="16091" y="19104"/>
                  </a:lnTo>
                  <a:lnTo>
                    <a:pt x="16154" y="19167"/>
                  </a:lnTo>
                  <a:lnTo>
                    <a:pt x="16175" y="19313"/>
                  </a:lnTo>
                  <a:lnTo>
                    <a:pt x="16216" y="19355"/>
                  </a:lnTo>
                  <a:lnTo>
                    <a:pt x="16216" y="19418"/>
                  </a:lnTo>
                  <a:lnTo>
                    <a:pt x="16363" y="19543"/>
                  </a:lnTo>
                  <a:lnTo>
                    <a:pt x="16363" y="19585"/>
                  </a:lnTo>
                  <a:lnTo>
                    <a:pt x="16426" y="19669"/>
                  </a:lnTo>
                  <a:lnTo>
                    <a:pt x="16489" y="19690"/>
                  </a:lnTo>
                  <a:lnTo>
                    <a:pt x="16572" y="19669"/>
                  </a:lnTo>
                  <a:lnTo>
                    <a:pt x="16614" y="19648"/>
                  </a:lnTo>
                  <a:lnTo>
                    <a:pt x="16698" y="19690"/>
                  </a:lnTo>
                  <a:lnTo>
                    <a:pt x="16802" y="19669"/>
                  </a:lnTo>
                  <a:lnTo>
                    <a:pt x="16886" y="19648"/>
                  </a:lnTo>
                  <a:lnTo>
                    <a:pt x="16928" y="19690"/>
                  </a:lnTo>
                  <a:lnTo>
                    <a:pt x="16928" y="19774"/>
                  </a:lnTo>
                  <a:lnTo>
                    <a:pt x="17116" y="20004"/>
                  </a:lnTo>
                  <a:lnTo>
                    <a:pt x="17200" y="20067"/>
                  </a:lnTo>
                  <a:lnTo>
                    <a:pt x="17221" y="20004"/>
                  </a:lnTo>
                  <a:lnTo>
                    <a:pt x="17325" y="19983"/>
                  </a:lnTo>
                  <a:lnTo>
                    <a:pt x="17346" y="19983"/>
                  </a:lnTo>
                  <a:lnTo>
                    <a:pt x="17367" y="20025"/>
                  </a:lnTo>
                  <a:lnTo>
                    <a:pt x="17346" y="20108"/>
                  </a:lnTo>
                  <a:lnTo>
                    <a:pt x="17325" y="20213"/>
                  </a:lnTo>
                  <a:lnTo>
                    <a:pt x="17346" y="20339"/>
                  </a:lnTo>
                  <a:lnTo>
                    <a:pt x="17409" y="20422"/>
                  </a:lnTo>
                  <a:lnTo>
                    <a:pt x="17451" y="20527"/>
                  </a:lnTo>
                  <a:lnTo>
                    <a:pt x="17472" y="20715"/>
                  </a:lnTo>
                  <a:lnTo>
                    <a:pt x="17535" y="20757"/>
                  </a:lnTo>
                  <a:lnTo>
                    <a:pt x="17618" y="20841"/>
                  </a:lnTo>
                  <a:lnTo>
                    <a:pt x="17681" y="21029"/>
                  </a:lnTo>
                  <a:lnTo>
                    <a:pt x="17828" y="21134"/>
                  </a:lnTo>
                  <a:lnTo>
                    <a:pt x="17869" y="21175"/>
                  </a:lnTo>
                  <a:lnTo>
                    <a:pt x="17953" y="21155"/>
                  </a:lnTo>
                  <a:lnTo>
                    <a:pt x="18037" y="21134"/>
                  </a:lnTo>
                  <a:lnTo>
                    <a:pt x="18100" y="21134"/>
                  </a:lnTo>
                  <a:lnTo>
                    <a:pt x="18141" y="21113"/>
                  </a:lnTo>
                  <a:lnTo>
                    <a:pt x="18141" y="21029"/>
                  </a:lnTo>
                  <a:lnTo>
                    <a:pt x="18141" y="20903"/>
                  </a:lnTo>
                  <a:lnTo>
                    <a:pt x="18141" y="20757"/>
                  </a:lnTo>
                  <a:lnTo>
                    <a:pt x="18162" y="20652"/>
                  </a:lnTo>
                  <a:lnTo>
                    <a:pt x="18183" y="20611"/>
                  </a:lnTo>
                  <a:lnTo>
                    <a:pt x="18204" y="20611"/>
                  </a:lnTo>
                  <a:lnTo>
                    <a:pt x="18246" y="20652"/>
                  </a:lnTo>
                  <a:lnTo>
                    <a:pt x="18204" y="20736"/>
                  </a:lnTo>
                  <a:lnTo>
                    <a:pt x="18204" y="20820"/>
                  </a:lnTo>
                  <a:lnTo>
                    <a:pt x="18267" y="20924"/>
                  </a:lnTo>
                  <a:lnTo>
                    <a:pt x="18204" y="21008"/>
                  </a:lnTo>
                  <a:lnTo>
                    <a:pt x="18204" y="21071"/>
                  </a:lnTo>
                  <a:lnTo>
                    <a:pt x="18267" y="21113"/>
                  </a:lnTo>
                  <a:lnTo>
                    <a:pt x="18309" y="21071"/>
                  </a:lnTo>
                  <a:lnTo>
                    <a:pt x="18393" y="21050"/>
                  </a:lnTo>
                  <a:lnTo>
                    <a:pt x="18455" y="21071"/>
                  </a:lnTo>
                  <a:lnTo>
                    <a:pt x="18476" y="21134"/>
                  </a:lnTo>
                  <a:lnTo>
                    <a:pt x="18455" y="21175"/>
                  </a:lnTo>
                  <a:lnTo>
                    <a:pt x="18476" y="21217"/>
                  </a:lnTo>
                  <a:lnTo>
                    <a:pt x="18581" y="21217"/>
                  </a:lnTo>
                  <a:lnTo>
                    <a:pt x="18623" y="21155"/>
                  </a:lnTo>
                  <a:lnTo>
                    <a:pt x="18623" y="21071"/>
                  </a:lnTo>
                  <a:lnTo>
                    <a:pt x="18602" y="21008"/>
                  </a:lnTo>
                  <a:lnTo>
                    <a:pt x="18602" y="20820"/>
                  </a:lnTo>
                  <a:lnTo>
                    <a:pt x="18623" y="20736"/>
                  </a:lnTo>
                  <a:lnTo>
                    <a:pt x="18623" y="20631"/>
                  </a:lnTo>
                  <a:lnTo>
                    <a:pt x="18665" y="20590"/>
                  </a:lnTo>
                  <a:lnTo>
                    <a:pt x="18623" y="20527"/>
                  </a:lnTo>
                  <a:lnTo>
                    <a:pt x="18581" y="20527"/>
                  </a:lnTo>
                  <a:lnTo>
                    <a:pt x="18602" y="20485"/>
                  </a:lnTo>
                  <a:lnTo>
                    <a:pt x="18623" y="20422"/>
                  </a:lnTo>
                  <a:lnTo>
                    <a:pt x="18602" y="20401"/>
                  </a:lnTo>
                  <a:lnTo>
                    <a:pt x="18497" y="20443"/>
                  </a:lnTo>
                  <a:lnTo>
                    <a:pt x="18497" y="20401"/>
                  </a:lnTo>
                  <a:lnTo>
                    <a:pt x="18518" y="20339"/>
                  </a:lnTo>
                  <a:lnTo>
                    <a:pt x="18623" y="20318"/>
                  </a:lnTo>
                  <a:lnTo>
                    <a:pt x="18685" y="20276"/>
                  </a:lnTo>
                  <a:lnTo>
                    <a:pt x="18685" y="20171"/>
                  </a:lnTo>
                  <a:lnTo>
                    <a:pt x="18665" y="20108"/>
                  </a:lnTo>
                  <a:lnTo>
                    <a:pt x="18602" y="20129"/>
                  </a:lnTo>
                  <a:lnTo>
                    <a:pt x="18581" y="20087"/>
                  </a:lnTo>
                  <a:lnTo>
                    <a:pt x="18623" y="20004"/>
                  </a:lnTo>
                  <a:lnTo>
                    <a:pt x="18685" y="19899"/>
                  </a:lnTo>
                  <a:lnTo>
                    <a:pt x="18685" y="19857"/>
                  </a:lnTo>
                  <a:lnTo>
                    <a:pt x="18623" y="19857"/>
                  </a:lnTo>
                  <a:lnTo>
                    <a:pt x="18560" y="19899"/>
                  </a:lnTo>
                  <a:lnTo>
                    <a:pt x="18476" y="20025"/>
                  </a:lnTo>
                  <a:lnTo>
                    <a:pt x="18455" y="20171"/>
                  </a:lnTo>
                  <a:lnTo>
                    <a:pt x="18393" y="20192"/>
                  </a:lnTo>
                  <a:lnTo>
                    <a:pt x="18393" y="20129"/>
                  </a:lnTo>
                  <a:lnTo>
                    <a:pt x="18413" y="20004"/>
                  </a:lnTo>
                  <a:lnTo>
                    <a:pt x="18413" y="19962"/>
                  </a:lnTo>
                  <a:lnTo>
                    <a:pt x="18393" y="19899"/>
                  </a:lnTo>
                  <a:lnTo>
                    <a:pt x="18393" y="19857"/>
                  </a:lnTo>
                  <a:lnTo>
                    <a:pt x="18413" y="19774"/>
                  </a:lnTo>
                  <a:lnTo>
                    <a:pt x="18497" y="19690"/>
                  </a:lnTo>
                  <a:lnTo>
                    <a:pt x="18581" y="19648"/>
                  </a:lnTo>
                  <a:lnTo>
                    <a:pt x="18602" y="19564"/>
                  </a:lnTo>
                  <a:lnTo>
                    <a:pt x="18560" y="19502"/>
                  </a:lnTo>
                  <a:lnTo>
                    <a:pt x="18476" y="19502"/>
                  </a:lnTo>
                  <a:lnTo>
                    <a:pt x="18413" y="19564"/>
                  </a:lnTo>
                  <a:lnTo>
                    <a:pt x="18393" y="19606"/>
                  </a:lnTo>
                  <a:lnTo>
                    <a:pt x="18372" y="19648"/>
                  </a:lnTo>
                  <a:lnTo>
                    <a:pt x="18393" y="19543"/>
                  </a:lnTo>
                  <a:lnTo>
                    <a:pt x="18413" y="19481"/>
                  </a:lnTo>
                  <a:lnTo>
                    <a:pt x="18393" y="19460"/>
                  </a:lnTo>
                  <a:lnTo>
                    <a:pt x="18351" y="19481"/>
                  </a:lnTo>
                  <a:lnTo>
                    <a:pt x="18246" y="19564"/>
                  </a:lnTo>
                  <a:lnTo>
                    <a:pt x="18162" y="19648"/>
                  </a:lnTo>
                  <a:lnTo>
                    <a:pt x="18162" y="19606"/>
                  </a:lnTo>
                  <a:lnTo>
                    <a:pt x="18183" y="19543"/>
                  </a:lnTo>
                  <a:lnTo>
                    <a:pt x="18246" y="19460"/>
                  </a:lnTo>
                  <a:lnTo>
                    <a:pt x="18288" y="19397"/>
                  </a:lnTo>
                  <a:lnTo>
                    <a:pt x="18351" y="19292"/>
                  </a:lnTo>
                  <a:lnTo>
                    <a:pt x="18351" y="19271"/>
                  </a:lnTo>
                  <a:lnTo>
                    <a:pt x="18288" y="19230"/>
                  </a:lnTo>
                  <a:lnTo>
                    <a:pt x="18267" y="19167"/>
                  </a:lnTo>
                  <a:lnTo>
                    <a:pt x="18204" y="19167"/>
                  </a:lnTo>
                  <a:lnTo>
                    <a:pt x="18162" y="19125"/>
                  </a:lnTo>
                  <a:lnTo>
                    <a:pt x="18141" y="19041"/>
                  </a:lnTo>
                  <a:lnTo>
                    <a:pt x="18079" y="19020"/>
                  </a:lnTo>
                  <a:lnTo>
                    <a:pt x="17995" y="18937"/>
                  </a:lnTo>
                  <a:lnTo>
                    <a:pt x="17953" y="18937"/>
                  </a:lnTo>
                  <a:lnTo>
                    <a:pt x="17932" y="18916"/>
                  </a:lnTo>
                  <a:lnTo>
                    <a:pt x="17869" y="18916"/>
                  </a:lnTo>
                  <a:lnTo>
                    <a:pt x="17869" y="18853"/>
                  </a:lnTo>
                  <a:lnTo>
                    <a:pt x="17849" y="18811"/>
                  </a:lnTo>
                  <a:lnTo>
                    <a:pt x="17660" y="18665"/>
                  </a:lnTo>
                  <a:lnTo>
                    <a:pt x="17639" y="18623"/>
                  </a:lnTo>
                  <a:lnTo>
                    <a:pt x="17535" y="18560"/>
                  </a:lnTo>
                  <a:lnTo>
                    <a:pt x="17430" y="18560"/>
                  </a:lnTo>
                  <a:lnTo>
                    <a:pt x="17325" y="18602"/>
                  </a:lnTo>
                  <a:lnTo>
                    <a:pt x="17242" y="18707"/>
                  </a:lnTo>
                  <a:lnTo>
                    <a:pt x="17242" y="18644"/>
                  </a:lnTo>
                  <a:lnTo>
                    <a:pt x="17221" y="18560"/>
                  </a:lnTo>
                  <a:lnTo>
                    <a:pt x="17053" y="18518"/>
                  </a:lnTo>
                  <a:lnTo>
                    <a:pt x="16949" y="18518"/>
                  </a:lnTo>
                  <a:lnTo>
                    <a:pt x="16844" y="18539"/>
                  </a:lnTo>
                  <a:lnTo>
                    <a:pt x="16823" y="18518"/>
                  </a:lnTo>
                  <a:lnTo>
                    <a:pt x="16907" y="18434"/>
                  </a:lnTo>
                  <a:lnTo>
                    <a:pt x="16949" y="18476"/>
                  </a:lnTo>
                  <a:lnTo>
                    <a:pt x="17137" y="18476"/>
                  </a:lnTo>
                  <a:lnTo>
                    <a:pt x="17221" y="18497"/>
                  </a:lnTo>
                  <a:lnTo>
                    <a:pt x="17325" y="18497"/>
                  </a:lnTo>
                  <a:lnTo>
                    <a:pt x="17430" y="18476"/>
                  </a:lnTo>
                  <a:lnTo>
                    <a:pt x="17472" y="18393"/>
                  </a:lnTo>
                  <a:lnTo>
                    <a:pt x="17514" y="18204"/>
                  </a:lnTo>
                  <a:lnTo>
                    <a:pt x="17472" y="18121"/>
                  </a:lnTo>
                  <a:lnTo>
                    <a:pt x="17451" y="18100"/>
                  </a:lnTo>
                  <a:lnTo>
                    <a:pt x="17409" y="18100"/>
                  </a:lnTo>
                  <a:lnTo>
                    <a:pt x="17263" y="17995"/>
                  </a:lnTo>
                  <a:lnTo>
                    <a:pt x="17221" y="17974"/>
                  </a:lnTo>
                  <a:lnTo>
                    <a:pt x="17158" y="17974"/>
                  </a:lnTo>
                  <a:lnTo>
                    <a:pt x="17053" y="18058"/>
                  </a:lnTo>
                  <a:lnTo>
                    <a:pt x="17012" y="18058"/>
                  </a:lnTo>
                  <a:lnTo>
                    <a:pt x="16928" y="18079"/>
                  </a:lnTo>
                  <a:lnTo>
                    <a:pt x="16886" y="18162"/>
                  </a:lnTo>
                  <a:lnTo>
                    <a:pt x="16844" y="18162"/>
                  </a:lnTo>
                  <a:lnTo>
                    <a:pt x="16844" y="18079"/>
                  </a:lnTo>
                  <a:lnTo>
                    <a:pt x="16823" y="18016"/>
                  </a:lnTo>
                  <a:lnTo>
                    <a:pt x="16781" y="18016"/>
                  </a:lnTo>
                  <a:lnTo>
                    <a:pt x="16635" y="18058"/>
                  </a:lnTo>
                  <a:lnTo>
                    <a:pt x="16593" y="18079"/>
                  </a:lnTo>
                  <a:lnTo>
                    <a:pt x="16530" y="18079"/>
                  </a:lnTo>
                  <a:lnTo>
                    <a:pt x="16572" y="18058"/>
                  </a:lnTo>
                  <a:lnTo>
                    <a:pt x="16677" y="17995"/>
                  </a:lnTo>
                  <a:lnTo>
                    <a:pt x="16781" y="17974"/>
                  </a:lnTo>
                  <a:lnTo>
                    <a:pt x="16802" y="17911"/>
                  </a:lnTo>
                  <a:lnTo>
                    <a:pt x="16781" y="17870"/>
                  </a:lnTo>
                  <a:lnTo>
                    <a:pt x="16719" y="17849"/>
                  </a:lnTo>
                  <a:lnTo>
                    <a:pt x="16677" y="17870"/>
                  </a:lnTo>
                  <a:lnTo>
                    <a:pt x="16719" y="17807"/>
                  </a:lnTo>
                  <a:lnTo>
                    <a:pt x="16781" y="17807"/>
                  </a:lnTo>
                  <a:lnTo>
                    <a:pt x="16823" y="17849"/>
                  </a:lnTo>
                  <a:lnTo>
                    <a:pt x="16928" y="17953"/>
                  </a:lnTo>
                  <a:lnTo>
                    <a:pt x="17012" y="17974"/>
                  </a:lnTo>
                  <a:lnTo>
                    <a:pt x="17095" y="17953"/>
                  </a:lnTo>
                  <a:lnTo>
                    <a:pt x="17200" y="17870"/>
                  </a:lnTo>
                  <a:lnTo>
                    <a:pt x="17367" y="17870"/>
                  </a:lnTo>
                  <a:lnTo>
                    <a:pt x="17430" y="17786"/>
                  </a:lnTo>
                  <a:lnTo>
                    <a:pt x="17472" y="17765"/>
                  </a:lnTo>
                  <a:lnTo>
                    <a:pt x="17514" y="17702"/>
                  </a:lnTo>
                  <a:lnTo>
                    <a:pt x="17472" y="17639"/>
                  </a:lnTo>
                  <a:lnTo>
                    <a:pt x="17409" y="17577"/>
                  </a:lnTo>
                  <a:lnTo>
                    <a:pt x="17263" y="17556"/>
                  </a:lnTo>
                  <a:lnTo>
                    <a:pt x="17200" y="17493"/>
                  </a:lnTo>
                  <a:lnTo>
                    <a:pt x="17137" y="17451"/>
                  </a:lnTo>
                  <a:lnTo>
                    <a:pt x="17033" y="17451"/>
                  </a:lnTo>
                  <a:lnTo>
                    <a:pt x="16928" y="17430"/>
                  </a:lnTo>
                  <a:lnTo>
                    <a:pt x="16844" y="17451"/>
                  </a:lnTo>
                  <a:lnTo>
                    <a:pt x="16823" y="17493"/>
                  </a:lnTo>
                  <a:lnTo>
                    <a:pt x="16740" y="17556"/>
                  </a:lnTo>
                  <a:lnTo>
                    <a:pt x="16677" y="17535"/>
                  </a:lnTo>
                  <a:lnTo>
                    <a:pt x="16593" y="17493"/>
                  </a:lnTo>
                  <a:lnTo>
                    <a:pt x="16489" y="17493"/>
                  </a:lnTo>
                  <a:lnTo>
                    <a:pt x="16468" y="17556"/>
                  </a:lnTo>
                  <a:lnTo>
                    <a:pt x="16426" y="17598"/>
                  </a:lnTo>
                  <a:lnTo>
                    <a:pt x="16384" y="17577"/>
                  </a:lnTo>
                  <a:lnTo>
                    <a:pt x="16321" y="17535"/>
                  </a:lnTo>
                  <a:lnTo>
                    <a:pt x="16300" y="17535"/>
                  </a:lnTo>
                  <a:lnTo>
                    <a:pt x="16279" y="17472"/>
                  </a:lnTo>
                  <a:lnTo>
                    <a:pt x="16321" y="17430"/>
                  </a:lnTo>
                  <a:lnTo>
                    <a:pt x="16426" y="17388"/>
                  </a:lnTo>
                  <a:lnTo>
                    <a:pt x="16572" y="17430"/>
                  </a:lnTo>
                  <a:lnTo>
                    <a:pt x="16740" y="17430"/>
                  </a:lnTo>
                  <a:lnTo>
                    <a:pt x="16802" y="17367"/>
                  </a:lnTo>
                  <a:lnTo>
                    <a:pt x="16802" y="17326"/>
                  </a:lnTo>
                  <a:lnTo>
                    <a:pt x="16740" y="17221"/>
                  </a:lnTo>
                  <a:lnTo>
                    <a:pt x="16635" y="17137"/>
                  </a:lnTo>
                  <a:lnTo>
                    <a:pt x="16530" y="17074"/>
                  </a:lnTo>
                  <a:lnTo>
                    <a:pt x="16489" y="17012"/>
                  </a:lnTo>
                  <a:lnTo>
                    <a:pt x="16489" y="16907"/>
                  </a:lnTo>
                  <a:lnTo>
                    <a:pt x="16509" y="16865"/>
                  </a:lnTo>
                  <a:lnTo>
                    <a:pt x="16572" y="16907"/>
                  </a:lnTo>
                  <a:lnTo>
                    <a:pt x="16593" y="16949"/>
                  </a:lnTo>
                  <a:lnTo>
                    <a:pt x="16593" y="17012"/>
                  </a:lnTo>
                  <a:lnTo>
                    <a:pt x="16677" y="17054"/>
                  </a:lnTo>
                  <a:lnTo>
                    <a:pt x="16802" y="17158"/>
                  </a:lnTo>
                  <a:lnTo>
                    <a:pt x="16823" y="17221"/>
                  </a:lnTo>
                  <a:lnTo>
                    <a:pt x="16886" y="17242"/>
                  </a:lnTo>
                  <a:lnTo>
                    <a:pt x="16928" y="17242"/>
                  </a:lnTo>
                  <a:lnTo>
                    <a:pt x="17012" y="17326"/>
                  </a:lnTo>
                  <a:lnTo>
                    <a:pt x="17095" y="17326"/>
                  </a:lnTo>
                  <a:lnTo>
                    <a:pt x="17200" y="17284"/>
                  </a:lnTo>
                  <a:lnTo>
                    <a:pt x="17263" y="17242"/>
                  </a:lnTo>
                  <a:lnTo>
                    <a:pt x="17346" y="17221"/>
                  </a:lnTo>
                  <a:lnTo>
                    <a:pt x="17409" y="17158"/>
                  </a:lnTo>
                  <a:lnTo>
                    <a:pt x="17472" y="17116"/>
                  </a:lnTo>
                  <a:lnTo>
                    <a:pt x="17556" y="17074"/>
                  </a:lnTo>
                  <a:lnTo>
                    <a:pt x="17606" y="17074"/>
                  </a:lnTo>
                  <a:lnTo>
                    <a:pt x="17618" y="17116"/>
                  </a:lnTo>
                  <a:lnTo>
                    <a:pt x="17618" y="17074"/>
                  </a:lnTo>
                  <a:lnTo>
                    <a:pt x="17618" y="17033"/>
                  </a:lnTo>
                  <a:lnTo>
                    <a:pt x="17577" y="16970"/>
                  </a:lnTo>
                  <a:lnTo>
                    <a:pt x="17588" y="17010"/>
                  </a:lnTo>
                  <a:lnTo>
                    <a:pt x="17472" y="16844"/>
                  </a:lnTo>
                  <a:lnTo>
                    <a:pt x="17409" y="16802"/>
                  </a:lnTo>
                  <a:lnTo>
                    <a:pt x="17409" y="16740"/>
                  </a:lnTo>
                  <a:lnTo>
                    <a:pt x="17430" y="16719"/>
                  </a:lnTo>
                  <a:lnTo>
                    <a:pt x="17472" y="16719"/>
                  </a:lnTo>
                  <a:lnTo>
                    <a:pt x="17535" y="16761"/>
                  </a:lnTo>
                  <a:lnTo>
                    <a:pt x="17535" y="16823"/>
                  </a:lnTo>
                  <a:lnTo>
                    <a:pt x="17577" y="16865"/>
                  </a:lnTo>
                  <a:lnTo>
                    <a:pt x="17681" y="17074"/>
                  </a:lnTo>
                  <a:lnTo>
                    <a:pt x="17869" y="17284"/>
                  </a:lnTo>
                  <a:lnTo>
                    <a:pt x="17890" y="17326"/>
                  </a:lnTo>
                  <a:lnTo>
                    <a:pt x="17932" y="17263"/>
                  </a:lnTo>
                  <a:lnTo>
                    <a:pt x="17932" y="17179"/>
                  </a:lnTo>
                  <a:lnTo>
                    <a:pt x="17953" y="17012"/>
                  </a:lnTo>
                  <a:lnTo>
                    <a:pt x="17953" y="16907"/>
                  </a:lnTo>
                  <a:lnTo>
                    <a:pt x="17995" y="16844"/>
                  </a:lnTo>
                  <a:lnTo>
                    <a:pt x="18058" y="16844"/>
                  </a:lnTo>
                  <a:lnTo>
                    <a:pt x="18100" y="16865"/>
                  </a:lnTo>
                  <a:lnTo>
                    <a:pt x="18100" y="16949"/>
                  </a:lnTo>
                  <a:lnTo>
                    <a:pt x="18141" y="17012"/>
                  </a:lnTo>
                  <a:lnTo>
                    <a:pt x="18183" y="17012"/>
                  </a:lnTo>
                  <a:lnTo>
                    <a:pt x="18372" y="17074"/>
                  </a:lnTo>
                  <a:lnTo>
                    <a:pt x="18518" y="17179"/>
                  </a:lnTo>
                  <a:lnTo>
                    <a:pt x="18602" y="17221"/>
                  </a:lnTo>
                  <a:lnTo>
                    <a:pt x="18665" y="17179"/>
                  </a:lnTo>
                  <a:lnTo>
                    <a:pt x="18706" y="17179"/>
                  </a:lnTo>
                  <a:lnTo>
                    <a:pt x="18769" y="17221"/>
                  </a:lnTo>
                  <a:lnTo>
                    <a:pt x="18769" y="17263"/>
                  </a:lnTo>
                  <a:lnTo>
                    <a:pt x="18602" y="17284"/>
                  </a:lnTo>
                  <a:lnTo>
                    <a:pt x="18581" y="17326"/>
                  </a:lnTo>
                  <a:lnTo>
                    <a:pt x="18476" y="17221"/>
                  </a:lnTo>
                  <a:lnTo>
                    <a:pt x="18288" y="17116"/>
                  </a:lnTo>
                  <a:lnTo>
                    <a:pt x="18246" y="17074"/>
                  </a:lnTo>
                  <a:lnTo>
                    <a:pt x="18204" y="17054"/>
                  </a:lnTo>
                  <a:lnTo>
                    <a:pt x="18162" y="17054"/>
                  </a:lnTo>
                  <a:lnTo>
                    <a:pt x="18121" y="17074"/>
                  </a:lnTo>
                  <a:lnTo>
                    <a:pt x="18121" y="17137"/>
                  </a:lnTo>
                  <a:lnTo>
                    <a:pt x="18183" y="17221"/>
                  </a:lnTo>
                  <a:lnTo>
                    <a:pt x="18413" y="17430"/>
                  </a:lnTo>
                  <a:lnTo>
                    <a:pt x="18518" y="17535"/>
                  </a:lnTo>
                  <a:lnTo>
                    <a:pt x="18685" y="17598"/>
                  </a:lnTo>
                  <a:lnTo>
                    <a:pt x="18790" y="17681"/>
                  </a:lnTo>
                  <a:lnTo>
                    <a:pt x="18832" y="17702"/>
                  </a:lnTo>
                  <a:lnTo>
                    <a:pt x="18916" y="17681"/>
                  </a:lnTo>
                  <a:lnTo>
                    <a:pt x="18937" y="17639"/>
                  </a:lnTo>
                  <a:lnTo>
                    <a:pt x="18999" y="17556"/>
                  </a:lnTo>
                  <a:lnTo>
                    <a:pt x="19125" y="17556"/>
                  </a:lnTo>
                  <a:lnTo>
                    <a:pt x="19167" y="17493"/>
                  </a:lnTo>
                  <a:lnTo>
                    <a:pt x="19167" y="17430"/>
                  </a:lnTo>
                  <a:lnTo>
                    <a:pt x="19250" y="17367"/>
                  </a:lnTo>
                  <a:lnTo>
                    <a:pt x="19313" y="17367"/>
                  </a:lnTo>
                  <a:lnTo>
                    <a:pt x="19376" y="17388"/>
                  </a:lnTo>
                  <a:lnTo>
                    <a:pt x="19460" y="17430"/>
                  </a:lnTo>
                  <a:lnTo>
                    <a:pt x="19564" y="17388"/>
                  </a:lnTo>
                  <a:lnTo>
                    <a:pt x="19669" y="17388"/>
                  </a:lnTo>
                  <a:lnTo>
                    <a:pt x="19690" y="17346"/>
                  </a:lnTo>
                  <a:lnTo>
                    <a:pt x="19732" y="17221"/>
                  </a:lnTo>
                  <a:lnTo>
                    <a:pt x="19732" y="17116"/>
                  </a:lnTo>
                  <a:lnTo>
                    <a:pt x="19774" y="17033"/>
                  </a:lnTo>
                  <a:lnTo>
                    <a:pt x="19857" y="16907"/>
                  </a:lnTo>
                  <a:lnTo>
                    <a:pt x="19857" y="16823"/>
                  </a:lnTo>
                  <a:lnTo>
                    <a:pt x="19836" y="16761"/>
                  </a:lnTo>
                  <a:lnTo>
                    <a:pt x="19753" y="16740"/>
                  </a:lnTo>
                  <a:lnTo>
                    <a:pt x="19648" y="16761"/>
                  </a:lnTo>
                  <a:lnTo>
                    <a:pt x="19627" y="16802"/>
                  </a:lnTo>
                  <a:lnTo>
                    <a:pt x="19585" y="16761"/>
                  </a:lnTo>
                  <a:lnTo>
                    <a:pt x="19543" y="16761"/>
                  </a:lnTo>
                  <a:lnTo>
                    <a:pt x="19522" y="16802"/>
                  </a:lnTo>
                  <a:lnTo>
                    <a:pt x="19439" y="16740"/>
                  </a:lnTo>
                  <a:lnTo>
                    <a:pt x="19376" y="16656"/>
                  </a:lnTo>
                  <a:lnTo>
                    <a:pt x="19334" y="16614"/>
                  </a:lnTo>
                  <a:lnTo>
                    <a:pt x="19313" y="16530"/>
                  </a:lnTo>
                  <a:lnTo>
                    <a:pt x="19271" y="16530"/>
                  </a:lnTo>
                  <a:lnTo>
                    <a:pt x="19250" y="16614"/>
                  </a:lnTo>
                  <a:lnTo>
                    <a:pt x="19250" y="16719"/>
                  </a:lnTo>
                  <a:lnTo>
                    <a:pt x="19313" y="16740"/>
                  </a:lnTo>
                  <a:lnTo>
                    <a:pt x="19313" y="16823"/>
                  </a:lnTo>
                  <a:lnTo>
                    <a:pt x="19250" y="16907"/>
                  </a:lnTo>
                  <a:lnTo>
                    <a:pt x="19229" y="17012"/>
                  </a:lnTo>
                  <a:lnTo>
                    <a:pt x="19209" y="16949"/>
                  </a:lnTo>
                  <a:lnTo>
                    <a:pt x="19229" y="16823"/>
                  </a:lnTo>
                  <a:lnTo>
                    <a:pt x="19209" y="16719"/>
                  </a:lnTo>
                  <a:lnTo>
                    <a:pt x="19146" y="16698"/>
                  </a:lnTo>
                  <a:lnTo>
                    <a:pt x="19125" y="16551"/>
                  </a:lnTo>
                  <a:lnTo>
                    <a:pt x="19062" y="16530"/>
                  </a:lnTo>
                  <a:lnTo>
                    <a:pt x="19041" y="16489"/>
                  </a:lnTo>
                  <a:lnTo>
                    <a:pt x="19041" y="16447"/>
                  </a:lnTo>
                  <a:lnTo>
                    <a:pt x="19104" y="16426"/>
                  </a:lnTo>
                  <a:lnTo>
                    <a:pt x="19161" y="16311"/>
                  </a:lnTo>
                  <a:lnTo>
                    <a:pt x="19146" y="16279"/>
                  </a:lnTo>
                  <a:lnTo>
                    <a:pt x="19104" y="16238"/>
                  </a:lnTo>
                  <a:lnTo>
                    <a:pt x="19146" y="16217"/>
                  </a:lnTo>
                  <a:lnTo>
                    <a:pt x="19229" y="16217"/>
                  </a:lnTo>
                  <a:lnTo>
                    <a:pt x="19271" y="16175"/>
                  </a:lnTo>
                  <a:lnTo>
                    <a:pt x="19313" y="16091"/>
                  </a:lnTo>
                  <a:lnTo>
                    <a:pt x="19313" y="15966"/>
                  </a:lnTo>
                  <a:lnTo>
                    <a:pt x="19271" y="15903"/>
                  </a:lnTo>
                  <a:lnTo>
                    <a:pt x="19271" y="15861"/>
                  </a:lnTo>
                  <a:lnTo>
                    <a:pt x="19334" y="15861"/>
                  </a:lnTo>
                  <a:lnTo>
                    <a:pt x="19376" y="15903"/>
                  </a:lnTo>
                  <a:lnTo>
                    <a:pt x="19439" y="15986"/>
                  </a:lnTo>
                  <a:lnTo>
                    <a:pt x="19481" y="16007"/>
                  </a:lnTo>
                  <a:lnTo>
                    <a:pt x="19564" y="16007"/>
                  </a:lnTo>
                  <a:lnTo>
                    <a:pt x="19648" y="15966"/>
                  </a:lnTo>
                  <a:lnTo>
                    <a:pt x="19732" y="15986"/>
                  </a:lnTo>
                  <a:lnTo>
                    <a:pt x="19794" y="16028"/>
                  </a:lnTo>
                  <a:lnTo>
                    <a:pt x="19899" y="16070"/>
                  </a:lnTo>
                  <a:lnTo>
                    <a:pt x="20046" y="16175"/>
                  </a:lnTo>
                  <a:lnTo>
                    <a:pt x="20046" y="16238"/>
                  </a:lnTo>
                  <a:lnTo>
                    <a:pt x="20066" y="16321"/>
                  </a:lnTo>
                  <a:lnTo>
                    <a:pt x="20108" y="16384"/>
                  </a:lnTo>
                  <a:lnTo>
                    <a:pt x="20150" y="16447"/>
                  </a:lnTo>
                  <a:lnTo>
                    <a:pt x="20192" y="16489"/>
                  </a:lnTo>
                  <a:lnTo>
                    <a:pt x="20318" y="16405"/>
                  </a:lnTo>
                  <a:lnTo>
                    <a:pt x="20422" y="16238"/>
                  </a:lnTo>
                  <a:lnTo>
                    <a:pt x="20485" y="16133"/>
                  </a:lnTo>
                  <a:lnTo>
                    <a:pt x="20422" y="16091"/>
                  </a:lnTo>
                  <a:lnTo>
                    <a:pt x="20401" y="15986"/>
                  </a:lnTo>
                  <a:lnTo>
                    <a:pt x="20464" y="15924"/>
                  </a:lnTo>
                  <a:lnTo>
                    <a:pt x="20464" y="15882"/>
                  </a:lnTo>
                  <a:lnTo>
                    <a:pt x="20359" y="15861"/>
                  </a:lnTo>
                  <a:lnTo>
                    <a:pt x="20276" y="15903"/>
                  </a:lnTo>
                  <a:lnTo>
                    <a:pt x="20255" y="15966"/>
                  </a:lnTo>
                  <a:lnTo>
                    <a:pt x="20108" y="15882"/>
                  </a:lnTo>
                  <a:lnTo>
                    <a:pt x="20046" y="15777"/>
                  </a:lnTo>
                  <a:lnTo>
                    <a:pt x="19899" y="15756"/>
                  </a:lnTo>
                  <a:lnTo>
                    <a:pt x="19857" y="15777"/>
                  </a:lnTo>
                  <a:lnTo>
                    <a:pt x="19794" y="15714"/>
                  </a:lnTo>
                  <a:lnTo>
                    <a:pt x="19794" y="15673"/>
                  </a:lnTo>
                  <a:lnTo>
                    <a:pt x="19857" y="15673"/>
                  </a:lnTo>
                  <a:lnTo>
                    <a:pt x="19899" y="15589"/>
                  </a:lnTo>
                  <a:lnTo>
                    <a:pt x="19941" y="15401"/>
                  </a:lnTo>
                  <a:lnTo>
                    <a:pt x="19962" y="15380"/>
                  </a:lnTo>
                  <a:lnTo>
                    <a:pt x="19962" y="15296"/>
                  </a:lnTo>
                  <a:lnTo>
                    <a:pt x="19836" y="15254"/>
                  </a:lnTo>
                  <a:lnTo>
                    <a:pt x="19774" y="15254"/>
                  </a:lnTo>
                  <a:lnTo>
                    <a:pt x="19669" y="15359"/>
                  </a:lnTo>
                  <a:lnTo>
                    <a:pt x="19564" y="15380"/>
                  </a:lnTo>
                  <a:lnTo>
                    <a:pt x="19460" y="15359"/>
                  </a:lnTo>
                  <a:lnTo>
                    <a:pt x="19439" y="15296"/>
                  </a:lnTo>
                  <a:lnTo>
                    <a:pt x="19418" y="15191"/>
                  </a:lnTo>
                  <a:lnTo>
                    <a:pt x="19376" y="15149"/>
                  </a:lnTo>
                  <a:lnTo>
                    <a:pt x="19376" y="15066"/>
                  </a:lnTo>
                  <a:lnTo>
                    <a:pt x="19460" y="15129"/>
                  </a:lnTo>
                  <a:lnTo>
                    <a:pt x="19481" y="15170"/>
                  </a:lnTo>
                  <a:lnTo>
                    <a:pt x="19460" y="15233"/>
                  </a:lnTo>
                  <a:lnTo>
                    <a:pt x="19481" y="15296"/>
                  </a:lnTo>
                  <a:lnTo>
                    <a:pt x="19564" y="15359"/>
                  </a:lnTo>
                  <a:lnTo>
                    <a:pt x="19648" y="15359"/>
                  </a:lnTo>
                  <a:lnTo>
                    <a:pt x="19753" y="15254"/>
                  </a:lnTo>
                  <a:lnTo>
                    <a:pt x="19836" y="15233"/>
                  </a:lnTo>
                  <a:lnTo>
                    <a:pt x="19941" y="15233"/>
                  </a:lnTo>
                  <a:lnTo>
                    <a:pt x="19983" y="15275"/>
                  </a:lnTo>
                  <a:lnTo>
                    <a:pt x="20046" y="15275"/>
                  </a:lnTo>
                  <a:lnTo>
                    <a:pt x="20066" y="15233"/>
                  </a:lnTo>
                  <a:lnTo>
                    <a:pt x="20046" y="15170"/>
                  </a:lnTo>
                  <a:lnTo>
                    <a:pt x="19836" y="14961"/>
                  </a:lnTo>
                  <a:lnTo>
                    <a:pt x="19669" y="14836"/>
                  </a:lnTo>
                  <a:lnTo>
                    <a:pt x="19522" y="14836"/>
                  </a:lnTo>
                  <a:lnTo>
                    <a:pt x="19355" y="14752"/>
                  </a:lnTo>
                  <a:lnTo>
                    <a:pt x="19271" y="14647"/>
                  </a:lnTo>
                  <a:lnTo>
                    <a:pt x="19271" y="14564"/>
                  </a:lnTo>
                  <a:lnTo>
                    <a:pt x="19271" y="14522"/>
                  </a:lnTo>
                  <a:lnTo>
                    <a:pt x="19334" y="14564"/>
                  </a:lnTo>
                  <a:lnTo>
                    <a:pt x="19376" y="14668"/>
                  </a:lnTo>
                  <a:lnTo>
                    <a:pt x="19460" y="14731"/>
                  </a:lnTo>
                  <a:lnTo>
                    <a:pt x="19585" y="14731"/>
                  </a:lnTo>
                  <a:lnTo>
                    <a:pt x="19627" y="14668"/>
                  </a:lnTo>
                  <a:lnTo>
                    <a:pt x="19627" y="14626"/>
                  </a:lnTo>
                  <a:lnTo>
                    <a:pt x="19522" y="14522"/>
                  </a:lnTo>
                  <a:lnTo>
                    <a:pt x="19481" y="14459"/>
                  </a:lnTo>
                  <a:lnTo>
                    <a:pt x="19481" y="14438"/>
                  </a:lnTo>
                  <a:lnTo>
                    <a:pt x="19522" y="14438"/>
                  </a:lnTo>
                  <a:lnTo>
                    <a:pt x="19564" y="14459"/>
                  </a:lnTo>
                  <a:lnTo>
                    <a:pt x="19690" y="14626"/>
                  </a:lnTo>
                  <a:lnTo>
                    <a:pt x="19753" y="14731"/>
                  </a:lnTo>
                  <a:lnTo>
                    <a:pt x="19753" y="14773"/>
                  </a:lnTo>
                  <a:lnTo>
                    <a:pt x="19857" y="14857"/>
                  </a:lnTo>
                  <a:lnTo>
                    <a:pt x="19962" y="14940"/>
                  </a:lnTo>
                  <a:lnTo>
                    <a:pt x="20087" y="15087"/>
                  </a:lnTo>
                  <a:lnTo>
                    <a:pt x="20171" y="15129"/>
                  </a:lnTo>
                  <a:lnTo>
                    <a:pt x="20213" y="15087"/>
                  </a:lnTo>
                  <a:lnTo>
                    <a:pt x="20276" y="15129"/>
                  </a:lnTo>
                  <a:lnTo>
                    <a:pt x="20297" y="15170"/>
                  </a:lnTo>
                  <a:lnTo>
                    <a:pt x="20213" y="15233"/>
                  </a:lnTo>
                  <a:lnTo>
                    <a:pt x="20276" y="15296"/>
                  </a:lnTo>
                  <a:lnTo>
                    <a:pt x="20318" y="15359"/>
                  </a:lnTo>
                  <a:lnTo>
                    <a:pt x="20380" y="15359"/>
                  </a:lnTo>
                  <a:lnTo>
                    <a:pt x="20422" y="15275"/>
                  </a:lnTo>
                  <a:lnTo>
                    <a:pt x="20485" y="15087"/>
                  </a:lnTo>
                  <a:lnTo>
                    <a:pt x="20506" y="15045"/>
                  </a:lnTo>
                  <a:lnTo>
                    <a:pt x="20527" y="14982"/>
                  </a:lnTo>
                  <a:lnTo>
                    <a:pt x="20506" y="14877"/>
                  </a:lnTo>
                  <a:lnTo>
                    <a:pt x="20506" y="14836"/>
                  </a:lnTo>
                  <a:lnTo>
                    <a:pt x="20506" y="14710"/>
                  </a:lnTo>
                  <a:lnTo>
                    <a:pt x="20464" y="14626"/>
                  </a:lnTo>
                  <a:lnTo>
                    <a:pt x="20464" y="14564"/>
                  </a:lnTo>
                  <a:lnTo>
                    <a:pt x="20464" y="14543"/>
                  </a:lnTo>
                  <a:lnTo>
                    <a:pt x="20506" y="14564"/>
                  </a:lnTo>
                  <a:lnTo>
                    <a:pt x="20590" y="14605"/>
                  </a:lnTo>
                  <a:lnTo>
                    <a:pt x="20610" y="14605"/>
                  </a:lnTo>
                  <a:lnTo>
                    <a:pt x="20590" y="14543"/>
                  </a:lnTo>
                  <a:lnTo>
                    <a:pt x="20506" y="14459"/>
                  </a:lnTo>
                  <a:lnTo>
                    <a:pt x="20464" y="14354"/>
                  </a:lnTo>
                  <a:lnTo>
                    <a:pt x="20401" y="14313"/>
                  </a:lnTo>
                  <a:lnTo>
                    <a:pt x="20318" y="14292"/>
                  </a:lnTo>
                  <a:lnTo>
                    <a:pt x="19962" y="14292"/>
                  </a:lnTo>
                  <a:lnTo>
                    <a:pt x="19920" y="14208"/>
                  </a:lnTo>
                  <a:lnTo>
                    <a:pt x="19836" y="14145"/>
                  </a:lnTo>
                  <a:lnTo>
                    <a:pt x="19648" y="14145"/>
                  </a:lnTo>
                  <a:lnTo>
                    <a:pt x="19564" y="14187"/>
                  </a:lnTo>
                  <a:lnTo>
                    <a:pt x="19502" y="14187"/>
                  </a:lnTo>
                  <a:lnTo>
                    <a:pt x="19460" y="14124"/>
                  </a:lnTo>
                  <a:lnTo>
                    <a:pt x="19439" y="14103"/>
                  </a:lnTo>
                  <a:lnTo>
                    <a:pt x="19460" y="14041"/>
                  </a:lnTo>
                  <a:lnTo>
                    <a:pt x="19502" y="14103"/>
                  </a:lnTo>
                  <a:lnTo>
                    <a:pt x="19543" y="14124"/>
                  </a:lnTo>
                  <a:lnTo>
                    <a:pt x="19669" y="14103"/>
                  </a:lnTo>
                  <a:lnTo>
                    <a:pt x="19836" y="14082"/>
                  </a:lnTo>
                  <a:lnTo>
                    <a:pt x="19878" y="14124"/>
                  </a:lnTo>
                  <a:lnTo>
                    <a:pt x="19941" y="14103"/>
                  </a:lnTo>
                  <a:lnTo>
                    <a:pt x="20025" y="14082"/>
                  </a:lnTo>
                  <a:lnTo>
                    <a:pt x="20087" y="14103"/>
                  </a:lnTo>
                  <a:lnTo>
                    <a:pt x="20150" y="14124"/>
                  </a:lnTo>
                  <a:lnTo>
                    <a:pt x="20192" y="14103"/>
                  </a:lnTo>
                  <a:lnTo>
                    <a:pt x="20234" y="14082"/>
                  </a:lnTo>
                  <a:lnTo>
                    <a:pt x="20234" y="14020"/>
                  </a:lnTo>
                  <a:lnTo>
                    <a:pt x="20234" y="13915"/>
                  </a:lnTo>
                  <a:lnTo>
                    <a:pt x="20234" y="13873"/>
                  </a:lnTo>
                  <a:lnTo>
                    <a:pt x="20171" y="13831"/>
                  </a:lnTo>
                  <a:lnTo>
                    <a:pt x="20129" y="13873"/>
                  </a:lnTo>
                  <a:lnTo>
                    <a:pt x="20066" y="13894"/>
                  </a:lnTo>
                  <a:lnTo>
                    <a:pt x="19983" y="13873"/>
                  </a:lnTo>
                  <a:lnTo>
                    <a:pt x="19857" y="13873"/>
                  </a:lnTo>
                  <a:lnTo>
                    <a:pt x="19815" y="13810"/>
                  </a:lnTo>
                  <a:lnTo>
                    <a:pt x="19711" y="13706"/>
                  </a:lnTo>
                  <a:lnTo>
                    <a:pt x="19606" y="13727"/>
                  </a:lnTo>
                  <a:lnTo>
                    <a:pt x="19564" y="13789"/>
                  </a:lnTo>
                  <a:lnTo>
                    <a:pt x="19543" y="13789"/>
                  </a:lnTo>
                  <a:lnTo>
                    <a:pt x="19543" y="13685"/>
                  </a:lnTo>
                  <a:lnTo>
                    <a:pt x="19543" y="13601"/>
                  </a:lnTo>
                  <a:lnTo>
                    <a:pt x="19522" y="13538"/>
                  </a:lnTo>
                  <a:lnTo>
                    <a:pt x="19313" y="13538"/>
                  </a:lnTo>
                  <a:lnTo>
                    <a:pt x="19229" y="13497"/>
                  </a:lnTo>
                  <a:lnTo>
                    <a:pt x="19250" y="13455"/>
                  </a:lnTo>
                  <a:lnTo>
                    <a:pt x="19313" y="13455"/>
                  </a:lnTo>
                  <a:lnTo>
                    <a:pt x="19418" y="13476"/>
                  </a:lnTo>
                  <a:lnTo>
                    <a:pt x="19460" y="13455"/>
                  </a:lnTo>
                  <a:lnTo>
                    <a:pt x="19460" y="13392"/>
                  </a:lnTo>
                  <a:lnTo>
                    <a:pt x="19439" y="13371"/>
                  </a:lnTo>
                  <a:lnTo>
                    <a:pt x="19481" y="13308"/>
                  </a:lnTo>
                  <a:lnTo>
                    <a:pt x="19460" y="13266"/>
                  </a:lnTo>
                  <a:lnTo>
                    <a:pt x="19439" y="13204"/>
                  </a:lnTo>
                  <a:lnTo>
                    <a:pt x="19481" y="13162"/>
                  </a:lnTo>
                  <a:lnTo>
                    <a:pt x="19460" y="13078"/>
                  </a:lnTo>
                  <a:lnTo>
                    <a:pt x="19460" y="12994"/>
                  </a:lnTo>
                  <a:lnTo>
                    <a:pt x="19522" y="12973"/>
                  </a:lnTo>
                  <a:lnTo>
                    <a:pt x="19543" y="12994"/>
                  </a:lnTo>
                  <a:lnTo>
                    <a:pt x="19543" y="13078"/>
                  </a:lnTo>
                  <a:lnTo>
                    <a:pt x="19585" y="13141"/>
                  </a:lnTo>
                  <a:lnTo>
                    <a:pt x="19648" y="13162"/>
                  </a:lnTo>
                  <a:lnTo>
                    <a:pt x="19732" y="13078"/>
                  </a:lnTo>
                  <a:lnTo>
                    <a:pt x="19857" y="12953"/>
                  </a:lnTo>
                  <a:lnTo>
                    <a:pt x="19941" y="12932"/>
                  </a:lnTo>
                  <a:lnTo>
                    <a:pt x="19941" y="12890"/>
                  </a:lnTo>
                  <a:lnTo>
                    <a:pt x="19899" y="12869"/>
                  </a:lnTo>
                  <a:lnTo>
                    <a:pt x="19794" y="12848"/>
                  </a:lnTo>
                  <a:lnTo>
                    <a:pt x="19732" y="12848"/>
                  </a:lnTo>
                  <a:lnTo>
                    <a:pt x="19690" y="12827"/>
                  </a:lnTo>
                  <a:lnTo>
                    <a:pt x="19774" y="12785"/>
                  </a:lnTo>
                  <a:lnTo>
                    <a:pt x="19878" y="12785"/>
                  </a:lnTo>
                  <a:lnTo>
                    <a:pt x="19941" y="12827"/>
                  </a:lnTo>
                  <a:lnTo>
                    <a:pt x="19983" y="12827"/>
                  </a:lnTo>
                  <a:lnTo>
                    <a:pt x="19983" y="12764"/>
                  </a:lnTo>
                  <a:lnTo>
                    <a:pt x="19962" y="12743"/>
                  </a:lnTo>
                  <a:lnTo>
                    <a:pt x="20046" y="12722"/>
                  </a:lnTo>
                  <a:lnTo>
                    <a:pt x="20150" y="12722"/>
                  </a:lnTo>
                  <a:lnTo>
                    <a:pt x="20213" y="12785"/>
                  </a:lnTo>
                  <a:lnTo>
                    <a:pt x="20276" y="12827"/>
                  </a:lnTo>
                  <a:lnTo>
                    <a:pt x="20318" y="12785"/>
                  </a:lnTo>
                  <a:lnTo>
                    <a:pt x="20380" y="12827"/>
                  </a:lnTo>
                  <a:lnTo>
                    <a:pt x="20422" y="12890"/>
                  </a:lnTo>
                  <a:lnTo>
                    <a:pt x="20401" y="12973"/>
                  </a:lnTo>
                  <a:lnTo>
                    <a:pt x="20422" y="13036"/>
                  </a:lnTo>
                  <a:lnTo>
                    <a:pt x="20506" y="13057"/>
                  </a:lnTo>
                  <a:lnTo>
                    <a:pt x="20527" y="13036"/>
                  </a:lnTo>
                  <a:lnTo>
                    <a:pt x="20590" y="13057"/>
                  </a:lnTo>
                  <a:lnTo>
                    <a:pt x="20631" y="13141"/>
                  </a:lnTo>
                  <a:lnTo>
                    <a:pt x="20778" y="13183"/>
                  </a:lnTo>
                  <a:lnTo>
                    <a:pt x="20820" y="13266"/>
                  </a:lnTo>
                  <a:lnTo>
                    <a:pt x="20841" y="13287"/>
                  </a:lnTo>
                  <a:lnTo>
                    <a:pt x="20882" y="13245"/>
                  </a:lnTo>
                  <a:lnTo>
                    <a:pt x="20903" y="13141"/>
                  </a:lnTo>
                  <a:lnTo>
                    <a:pt x="20945" y="13057"/>
                  </a:lnTo>
                  <a:lnTo>
                    <a:pt x="21008" y="12890"/>
                  </a:lnTo>
                  <a:lnTo>
                    <a:pt x="21008" y="12848"/>
                  </a:lnTo>
                  <a:lnTo>
                    <a:pt x="21029" y="12722"/>
                  </a:lnTo>
                  <a:lnTo>
                    <a:pt x="21050" y="12555"/>
                  </a:lnTo>
                  <a:lnTo>
                    <a:pt x="21092" y="12513"/>
                  </a:lnTo>
                  <a:lnTo>
                    <a:pt x="21092" y="12429"/>
                  </a:lnTo>
                  <a:lnTo>
                    <a:pt x="21050" y="12346"/>
                  </a:lnTo>
                  <a:lnTo>
                    <a:pt x="20987" y="12304"/>
                  </a:lnTo>
                  <a:lnTo>
                    <a:pt x="20924" y="12241"/>
                  </a:lnTo>
                  <a:lnTo>
                    <a:pt x="20882" y="12241"/>
                  </a:lnTo>
                  <a:lnTo>
                    <a:pt x="20841" y="12199"/>
                  </a:lnTo>
                  <a:lnTo>
                    <a:pt x="20841" y="12136"/>
                  </a:lnTo>
                  <a:lnTo>
                    <a:pt x="20757" y="12136"/>
                  </a:lnTo>
                  <a:lnTo>
                    <a:pt x="20694" y="12220"/>
                  </a:lnTo>
                  <a:lnTo>
                    <a:pt x="20590" y="12325"/>
                  </a:lnTo>
                  <a:lnTo>
                    <a:pt x="20506" y="12346"/>
                  </a:lnTo>
                  <a:lnTo>
                    <a:pt x="20464" y="12304"/>
                  </a:lnTo>
                  <a:lnTo>
                    <a:pt x="20485" y="12241"/>
                  </a:lnTo>
                  <a:lnTo>
                    <a:pt x="20485" y="12157"/>
                  </a:lnTo>
                  <a:lnTo>
                    <a:pt x="20485" y="12136"/>
                  </a:lnTo>
                  <a:lnTo>
                    <a:pt x="20380" y="12116"/>
                  </a:lnTo>
                  <a:lnTo>
                    <a:pt x="20297" y="12116"/>
                  </a:lnTo>
                  <a:lnTo>
                    <a:pt x="20276" y="12053"/>
                  </a:lnTo>
                  <a:lnTo>
                    <a:pt x="20338" y="12032"/>
                  </a:lnTo>
                  <a:lnTo>
                    <a:pt x="20338" y="12011"/>
                  </a:lnTo>
                  <a:lnTo>
                    <a:pt x="20255" y="11948"/>
                  </a:lnTo>
                  <a:lnTo>
                    <a:pt x="20213" y="11906"/>
                  </a:lnTo>
                  <a:lnTo>
                    <a:pt x="20255" y="11885"/>
                  </a:lnTo>
                  <a:lnTo>
                    <a:pt x="20276" y="11906"/>
                  </a:lnTo>
                  <a:lnTo>
                    <a:pt x="20359" y="11927"/>
                  </a:lnTo>
                  <a:lnTo>
                    <a:pt x="20359" y="11885"/>
                  </a:lnTo>
                  <a:lnTo>
                    <a:pt x="20297" y="11802"/>
                  </a:lnTo>
                  <a:lnTo>
                    <a:pt x="20276" y="11718"/>
                  </a:lnTo>
                  <a:lnTo>
                    <a:pt x="20297" y="11676"/>
                  </a:lnTo>
                  <a:lnTo>
                    <a:pt x="20359" y="11634"/>
                  </a:lnTo>
                  <a:lnTo>
                    <a:pt x="20380" y="11676"/>
                  </a:lnTo>
                  <a:lnTo>
                    <a:pt x="20443" y="11697"/>
                  </a:lnTo>
                  <a:lnTo>
                    <a:pt x="20464" y="11739"/>
                  </a:lnTo>
                  <a:lnTo>
                    <a:pt x="20590" y="11885"/>
                  </a:lnTo>
                  <a:lnTo>
                    <a:pt x="20673" y="11927"/>
                  </a:lnTo>
                  <a:lnTo>
                    <a:pt x="20757" y="11906"/>
                  </a:lnTo>
                  <a:lnTo>
                    <a:pt x="20799" y="11844"/>
                  </a:lnTo>
                  <a:lnTo>
                    <a:pt x="20757" y="11718"/>
                  </a:lnTo>
                  <a:lnTo>
                    <a:pt x="20652" y="11613"/>
                  </a:lnTo>
                  <a:lnTo>
                    <a:pt x="20569" y="11572"/>
                  </a:lnTo>
                  <a:lnTo>
                    <a:pt x="20464" y="11530"/>
                  </a:lnTo>
                  <a:lnTo>
                    <a:pt x="20443" y="11404"/>
                  </a:lnTo>
                  <a:lnTo>
                    <a:pt x="20380" y="11320"/>
                  </a:lnTo>
                  <a:lnTo>
                    <a:pt x="20338" y="11258"/>
                  </a:lnTo>
                  <a:lnTo>
                    <a:pt x="20255" y="11216"/>
                  </a:lnTo>
                  <a:lnTo>
                    <a:pt x="20171" y="11174"/>
                  </a:lnTo>
                  <a:lnTo>
                    <a:pt x="20171" y="11111"/>
                  </a:lnTo>
                  <a:lnTo>
                    <a:pt x="20234" y="11069"/>
                  </a:lnTo>
                  <a:lnTo>
                    <a:pt x="20234" y="11007"/>
                  </a:lnTo>
                  <a:lnTo>
                    <a:pt x="20192" y="10986"/>
                  </a:lnTo>
                  <a:lnTo>
                    <a:pt x="20192" y="10944"/>
                  </a:lnTo>
                  <a:lnTo>
                    <a:pt x="20255" y="10881"/>
                  </a:lnTo>
                  <a:lnTo>
                    <a:pt x="20297" y="10881"/>
                  </a:lnTo>
                  <a:lnTo>
                    <a:pt x="20359" y="10860"/>
                  </a:lnTo>
                  <a:lnTo>
                    <a:pt x="20443" y="10881"/>
                  </a:lnTo>
                  <a:lnTo>
                    <a:pt x="20485" y="10944"/>
                  </a:lnTo>
                  <a:lnTo>
                    <a:pt x="20401" y="10986"/>
                  </a:lnTo>
                  <a:lnTo>
                    <a:pt x="20464" y="10986"/>
                  </a:lnTo>
                  <a:lnTo>
                    <a:pt x="20548" y="11048"/>
                  </a:lnTo>
                  <a:lnTo>
                    <a:pt x="20548" y="11090"/>
                  </a:lnTo>
                  <a:lnTo>
                    <a:pt x="20569" y="11174"/>
                  </a:lnTo>
                  <a:lnTo>
                    <a:pt x="20652" y="11195"/>
                  </a:lnTo>
                  <a:lnTo>
                    <a:pt x="20757" y="11111"/>
                  </a:lnTo>
                  <a:lnTo>
                    <a:pt x="20799" y="10986"/>
                  </a:lnTo>
                  <a:lnTo>
                    <a:pt x="20820" y="10860"/>
                  </a:lnTo>
                  <a:lnTo>
                    <a:pt x="20882" y="10776"/>
                  </a:lnTo>
                  <a:lnTo>
                    <a:pt x="20903" y="10735"/>
                  </a:lnTo>
                  <a:lnTo>
                    <a:pt x="20882" y="10588"/>
                  </a:lnTo>
                  <a:lnTo>
                    <a:pt x="20966" y="10525"/>
                  </a:lnTo>
                  <a:lnTo>
                    <a:pt x="21029" y="10463"/>
                  </a:lnTo>
                  <a:lnTo>
                    <a:pt x="21071" y="10316"/>
                  </a:lnTo>
                  <a:lnTo>
                    <a:pt x="21029" y="10212"/>
                  </a:lnTo>
                  <a:lnTo>
                    <a:pt x="20987" y="10128"/>
                  </a:lnTo>
                  <a:lnTo>
                    <a:pt x="21029" y="9919"/>
                  </a:lnTo>
                  <a:lnTo>
                    <a:pt x="21092" y="9751"/>
                  </a:lnTo>
                  <a:lnTo>
                    <a:pt x="21092" y="9605"/>
                  </a:lnTo>
                  <a:lnTo>
                    <a:pt x="21175" y="9521"/>
                  </a:lnTo>
                  <a:lnTo>
                    <a:pt x="21175" y="9437"/>
                  </a:lnTo>
                  <a:lnTo>
                    <a:pt x="21196" y="9312"/>
                  </a:lnTo>
                  <a:lnTo>
                    <a:pt x="21196" y="9165"/>
                  </a:lnTo>
                  <a:lnTo>
                    <a:pt x="21280" y="9082"/>
                  </a:lnTo>
                  <a:lnTo>
                    <a:pt x="21343" y="8956"/>
                  </a:lnTo>
                  <a:lnTo>
                    <a:pt x="21531" y="8684"/>
                  </a:lnTo>
                  <a:lnTo>
                    <a:pt x="21615" y="8538"/>
                  </a:lnTo>
                  <a:lnTo>
                    <a:pt x="21761" y="8391"/>
                  </a:lnTo>
                  <a:lnTo>
                    <a:pt x="21824" y="8287"/>
                  </a:lnTo>
                  <a:lnTo>
                    <a:pt x="21908" y="8224"/>
                  </a:lnTo>
                  <a:lnTo>
                    <a:pt x="21950" y="8077"/>
                  </a:lnTo>
                  <a:lnTo>
                    <a:pt x="22075" y="7973"/>
                  </a:lnTo>
                  <a:lnTo>
                    <a:pt x="22117" y="7952"/>
                  </a:lnTo>
                  <a:lnTo>
                    <a:pt x="22075" y="7910"/>
                  </a:lnTo>
                  <a:lnTo>
                    <a:pt x="22012" y="7847"/>
                  </a:lnTo>
                  <a:lnTo>
                    <a:pt x="21908" y="7826"/>
                  </a:lnTo>
                  <a:lnTo>
                    <a:pt x="21845" y="7763"/>
                  </a:lnTo>
                  <a:lnTo>
                    <a:pt x="21803" y="7722"/>
                  </a:lnTo>
                  <a:lnTo>
                    <a:pt x="21719" y="7743"/>
                  </a:lnTo>
                  <a:lnTo>
                    <a:pt x="21552" y="7805"/>
                  </a:lnTo>
                  <a:lnTo>
                    <a:pt x="21406" y="7847"/>
                  </a:lnTo>
                  <a:lnTo>
                    <a:pt x="21280" y="7910"/>
                  </a:lnTo>
                  <a:lnTo>
                    <a:pt x="21196" y="8015"/>
                  </a:lnTo>
                  <a:lnTo>
                    <a:pt x="21092" y="8056"/>
                  </a:lnTo>
                  <a:lnTo>
                    <a:pt x="21071" y="8119"/>
                  </a:lnTo>
                  <a:lnTo>
                    <a:pt x="21008" y="8140"/>
                  </a:lnTo>
                  <a:lnTo>
                    <a:pt x="20903" y="8077"/>
                  </a:lnTo>
                  <a:lnTo>
                    <a:pt x="20862" y="8035"/>
                  </a:lnTo>
                  <a:lnTo>
                    <a:pt x="20862" y="7973"/>
                  </a:lnTo>
                  <a:lnTo>
                    <a:pt x="20924" y="7973"/>
                  </a:lnTo>
                  <a:lnTo>
                    <a:pt x="20987" y="7952"/>
                  </a:lnTo>
                  <a:lnTo>
                    <a:pt x="20987" y="7847"/>
                  </a:lnTo>
                  <a:lnTo>
                    <a:pt x="20966" y="7805"/>
                  </a:lnTo>
                  <a:lnTo>
                    <a:pt x="20882" y="7805"/>
                  </a:lnTo>
                  <a:lnTo>
                    <a:pt x="20820" y="7763"/>
                  </a:lnTo>
                  <a:lnTo>
                    <a:pt x="20903" y="7743"/>
                  </a:lnTo>
                  <a:lnTo>
                    <a:pt x="20966" y="7701"/>
                  </a:lnTo>
                  <a:lnTo>
                    <a:pt x="21071" y="7617"/>
                  </a:lnTo>
                  <a:lnTo>
                    <a:pt x="21134" y="7491"/>
                  </a:lnTo>
                  <a:lnTo>
                    <a:pt x="21238" y="7408"/>
                  </a:lnTo>
                  <a:lnTo>
                    <a:pt x="21322" y="7408"/>
                  </a:lnTo>
                  <a:lnTo>
                    <a:pt x="21447" y="7429"/>
                  </a:lnTo>
                  <a:lnTo>
                    <a:pt x="21698" y="7617"/>
                  </a:lnTo>
                  <a:lnTo>
                    <a:pt x="21761" y="7659"/>
                  </a:lnTo>
                  <a:lnTo>
                    <a:pt x="21970" y="7659"/>
                  </a:lnTo>
                  <a:lnTo>
                    <a:pt x="22075" y="7638"/>
                  </a:lnTo>
                  <a:lnTo>
                    <a:pt x="22180" y="7659"/>
                  </a:lnTo>
                  <a:lnTo>
                    <a:pt x="22389" y="7617"/>
                  </a:lnTo>
                  <a:lnTo>
                    <a:pt x="22494" y="7554"/>
                  </a:lnTo>
                  <a:lnTo>
                    <a:pt x="22494" y="7491"/>
                  </a:lnTo>
                  <a:lnTo>
                    <a:pt x="22473" y="7429"/>
                  </a:lnTo>
                  <a:lnTo>
                    <a:pt x="22515" y="7429"/>
                  </a:lnTo>
                  <a:lnTo>
                    <a:pt x="22598" y="7408"/>
                  </a:lnTo>
                  <a:lnTo>
                    <a:pt x="22682" y="7324"/>
                  </a:lnTo>
                  <a:lnTo>
                    <a:pt x="22682" y="7240"/>
                  </a:lnTo>
                  <a:lnTo>
                    <a:pt x="22640" y="7178"/>
                  </a:lnTo>
                  <a:lnTo>
                    <a:pt x="22535" y="7136"/>
                  </a:lnTo>
                  <a:lnTo>
                    <a:pt x="22473" y="7094"/>
                  </a:lnTo>
                  <a:lnTo>
                    <a:pt x="22431" y="7073"/>
                  </a:lnTo>
                  <a:lnTo>
                    <a:pt x="22347" y="7073"/>
                  </a:lnTo>
                  <a:lnTo>
                    <a:pt x="22263" y="7136"/>
                  </a:lnTo>
                  <a:lnTo>
                    <a:pt x="22222" y="7136"/>
                  </a:lnTo>
                  <a:lnTo>
                    <a:pt x="22138" y="7073"/>
                  </a:lnTo>
                  <a:lnTo>
                    <a:pt x="21908" y="7073"/>
                  </a:lnTo>
                  <a:lnTo>
                    <a:pt x="21761" y="7031"/>
                  </a:lnTo>
                  <a:lnTo>
                    <a:pt x="21657" y="6989"/>
                  </a:lnTo>
                  <a:lnTo>
                    <a:pt x="21594" y="6989"/>
                  </a:lnTo>
                  <a:lnTo>
                    <a:pt x="21510" y="7010"/>
                  </a:lnTo>
                  <a:lnTo>
                    <a:pt x="21196" y="7010"/>
                  </a:lnTo>
                  <a:lnTo>
                    <a:pt x="21092" y="6968"/>
                  </a:lnTo>
                  <a:lnTo>
                    <a:pt x="21196" y="6968"/>
                  </a:lnTo>
                  <a:lnTo>
                    <a:pt x="21301" y="6989"/>
                  </a:lnTo>
                  <a:lnTo>
                    <a:pt x="21406" y="6927"/>
                  </a:lnTo>
                  <a:lnTo>
                    <a:pt x="21531" y="6906"/>
                  </a:lnTo>
                  <a:lnTo>
                    <a:pt x="21636" y="6927"/>
                  </a:lnTo>
                  <a:lnTo>
                    <a:pt x="21740" y="6968"/>
                  </a:lnTo>
                  <a:lnTo>
                    <a:pt x="21782" y="6927"/>
                  </a:lnTo>
                  <a:lnTo>
                    <a:pt x="21845" y="6885"/>
                  </a:lnTo>
                  <a:lnTo>
                    <a:pt x="21950" y="6885"/>
                  </a:lnTo>
                  <a:lnTo>
                    <a:pt x="21991" y="6822"/>
                  </a:lnTo>
                  <a:lnTo>
                    <a:pt x="22054" y="6801"/>
                  </a:lnTo>
                  <a:lnTo>
                    <a:pt x="22138" y="6822"/>
                  </a:lnTo>
                  <a:lnTo>
                    <a:pt x="22180" y="6822"/>
                  </a:lnTo>
                  <a:lnTo>
                    <a:pt x="22201" y="6780"/>
                  </a:lnTo>
                  <a:lnTo>
                    <a:pt x="22242" y="6759"/>
                  </a:lnTo>
                  <a:lnTo>
                    <a:pt x="22284" y="6759"/>
                  </a:lnTo>
                  <a:lnTo>
                    <a:pt x="22305" y="6780"/>
                  </a:lnTo>
                  <a:lnTo>
                    <a:pt x="22368" y="6801"/>
                  </a:lnTo>
                  <a:lnTo>
                    <a:pt x="22410" y="6822"/>
                  </a:lnTo>
                  <a:lnTo>
                    <a:pt x="22515" y="6822"/>
                  </a:lnTo>
                  <a:lnTo>
                    <a:pt x="22619" y="6864"/>
                  </a:lnTo>
                  <a:lnTo>
                    <a:pt x="22703" y="6906"/>
                  </a:lnTo>
                  <a:lnTo>
                    <a:pt x="22891" y="6906"/>
                  </a:lnTo>
                  <a:lnTo>
                    <a:pt x="22996" y="6822"/>
                  </a:lnTo>
                  <a:lnTo>
                    <a:pt x="23184" y="6759"/>
                  </a:lnTo>
                  <a:lnTo>
                    <a:pt x="23331" y="6759"/>
                  </a:lnTo>
                  <a:lnTo>
                    <a:pt x="23351" y="6675"/>
                  </a:lnTo>
                  <a:lnTo>
                    <a:pt x="23351" y="6592"/>
                  </a:lnTo>
                  <a:lnTo>
                    <a:pt x="23310" y="6571"/>
                  </a:lnTo>
                  <a:lnTo>
                    <a:pt x="23247" y="6487"/>
                  </a:lnTo>
                  <a:lnTo>
                    <a:pt x="23247" y="6445"/>
                  </a:lnTo>
                  <a:lnTo>
                    <a:pt x="23226" y="6403"/>
                  </a:lnTo>
                  <a:lnTo>
                    <a:pt x="23226" y="6362"/>
                  </a:lnTo>
                  <a:lnTo>
                    <a:pt x="23289" y="6257"/>
                  </a:lnTo>
                  <a:lnTo>
                    <a:pt x="23351" y="6194"/>
                  </a:lnTo>
                  <a:lnTo>
                    <a:pt x="23414" y="6194"/>
                  </a:lnTo>
                  <a:lnTo>
                    <a:pt x="23561" y="6299"/>
                  </a:lnTo>
                  <a:lnTo>
                    <a:pt x="23644" y="6341"/>
                  </a:lnTo>
                  <a:lnTo>
                    <a:pt x="23707" y="6299"/>
                  </a:lnTo>
                  <a:lnTo>
                    <a:pt x="23749" y="6236"/>
                  </a:lnTo>
                  <a:lnTo>
                    <a:pt x="23854" y="6069"/>
                  </a:lnTo>
                  <a:lnTo>
                    <a:pt x="23958" y="5985"/>
                  </a:lnTo>
                  <a:lnTo>
                    <a:pt x="24042" y="5964"/>
                  </a:lnTo>
                  <a:lnTo>
                    <a:pt x="24063" y="5922"/>
                  </a:lnTo>
                  <a:lnTo>
                    <a:pt x="24167" y="5838"/>
                  </a:lnTo>
                  <a:lnTo>
                    <a:pt x="24272" y="5776"/>
                  </a:lnTo>
                  <a:lnTo>
                    <a:pt x="24335" y="5713"/>
                  </a:lnTo>
                  <a:lnTo>
                    <a:pt x="24335" y="5566"/>
                  </a:lnTo>
                  <a:lnTo>
                    <a:pt x="24272" y="5420"/>
                  </a:lnTo>
                  <a:lnTo>
                    <a:pt x="24188" y="5336"/>
                  </a:lnTo>
                  <a:lnTo>
                    <a:pt x="24167" y="5253"/>
                  </a:lnTo>
                  <a:lnTo>
                    <a:pt x="24021" y="5127"/>
                  </a:lnTo>
                  <a:lnTo>
                    <a:pt x="24021" y="5085"/>
                  </a:lnTo>
                  <a:lnTo>
                    <a:pt x="23958" y="5002"/>
                  </a:lnTo>
                  <a:lnTo>
                    <a:pt x="23854" y="4939"/>
                  </a:lnTo>
                  <a:lnTo>
                    <a:pt x="23812" y="4939"/>
                  </a:lnTo>
                  <a:lnTo>
                    <a:pt x="23728" y="4876"/>
                  </a:lnTo>
                  <a:lnTo>
                    <a:pt x="23623" y="4813"/>
                  </a:lnTo>
                  <a:lnTo>
                    <a:pt x="23498" y="4813"/>
                  </a:lnTo>
                  <a:lnTo>
                    <a:pt x="23331" y="4771"/>
                  </a:lnTo>
                  <a:lnTo>
                    <a:pt x="23184" y="4688"/>
                  </a:lnTo>
                  <a:lnTo>
                    <a:pt x="23038" y="4667"/>
                  </a:lnTo>
                  <a:lnTo>
                    <a:pt x="22975" y="4688"/>
                  </a:lnTo>
                  <a:lnTo>
                    <a:pt x="22828" y="4688"/>
                  </a:lnTo>
                  <a:lnTo>
                    <a:pt x="22682" y="4730"/>
                  </a:lnTo>
                  <a:lnTo>
                    <a:pt x="22619" y="4792"/>
                  </a:lnTo>
                  <a:lnTo>
                    <a:pt x="22515" y="4834"/>
                  </a:lnTo>
                  <a:lnTo>
                    <a:pt x="22410" y="4792"/>
                  </a:lnTo>
                  <a:lnTo>
                    <a:pt x="22389" y="4730"/>
                  </a:lnTo>
                  <a:lnTo>
                    <a:pt x="22347" y="4771"/>
                  </a:lnTo>
                  <a:lnTo>
                    <a:pt x="22305" y="4834"/>
                  </a:lnTo>
                  <a:lnTo>
                    <a:pt x="22347" y="4918"/>
                  </a:lnTo>
                  <a:lnTo>
                    <a:pt x="22347" y="5022"/>
                  </a:lnTo>
                  <a:lnTo>
                    <a:pt x="22284" y="5106"/>
                  </a:lnTo>
                  <a:lnTo>
                    <a:pt x="22242" y="5106"/>
                  </a:lnTo>
                  <a:lnTo>
                    <a:pt x="22242" y="5148"/>
                  </a:lnTo>
                  <a:lnTo>
                    <a:pt x="22263" y="5211"/>
                  </a:lnTo>
                  <a:lnTo>
                    <a:pt x="22242" y="5294"/>
                  </a:lnTo>
                  <a:lnTo>
                    <a:pt x="22138" y="5336"/>
                  </a:lnTo>
                  <a:lnTo>
                    <a:pt x="22033" y="5336"/>
                  </a:lnTo>
                  <a:lnTo>
                    <a:pt x="21970" y="5253"/>
                  </a:lnTo>
                  <a:lnTo>
                    <a:pt x="21970" y="5190"/>
                  </a:lnTo>
                  <a:lnTo>
                    <a:pt x="21929" y="5148"/>
                  </a:lnTo>
                  <a:lnTo>
                    <a:pt x="21866" y="5211"/>
                  </a:lnTo>
                  <a:lnTo>
                    <a:pt x="21866" y="5315"/>
                  </a:lnTo>
                  <a:lnTo>
                    <a:pt x="21887" y="5336"/>
                  </a:lnTo>
                  <a:lnTo>
                    <a:pt x="21845" y="5420"/>
                  </a:lnTo>
                  <a:lnTo>
                    <a:pt x="21824" y="5525"/>
                  </a:lnTo>
                  <a:lnTo>
                    <a:pt x="21782" y="5566"/>
                  </a:lnTo>
                  <a:lnTo>
                    <a:pt x="21782" y="5504"/>
                  </a:lnTo>
                  <a:lnTo>
                    <a:pt x="21824" y="5441"/>
                  </a:lnTo>
                  <a:lnTo>
                    <a:pt x="21782" y="5315"/>
                  </a:lnTo>
                  <a:lnTo>
                    <a:pt x="21740" y="5232"/>
                  </a:lnTo>
                  <a:lnTo>
                    <a:pt x="21761" y="5148"/>
                  </a:lnTo>
                  <a:lnTo>
                    <a:pt x="21761" y="5064"/>
                  </a:lnTo>
                  <a:lnTo>
                    <a:pt x="21719" y="5002"/>
                  </a:lnTo>
                  <a:lnTo>
                    <a:pt x="21719" y="4918"/>
                  </a:lnTo>
                  <a:lnTo>
                    <a:pt x="21657" y="4939"/>
                  </a:lnTo>
                  <a:lnTo>
                    <a:pt x="21636" y="5002"/>
                  </a:lnTo>
                  <a:lnTo>
                    <a:pt x="21552" y="5064"/>
                  </a:lnTo>
                  <a:lnTo>
                    <a:pt x="21552" y="5148"/>
                  </a:lnTo>
                  <a:lnTo>
                    <a:pt x="21531" y="5253"/>
                  </a:lnTo>
                  <a:lnTo>
                    <a:pt x="21364" y="5420"/>
                  </a:lnTo>
                  <a:lnTo>
                    <a:pt x="21301" y="5483"/>
                  </a:lnTo>
                  <a:lnTo>
                    <a:pt x="21217" y="5483"/>
                  </a:lnTo>
                  <a:lnTo>
                    <a:pt x="21154" y="5546"/>
                  </a:lnTo>
                  <a:lnTo>
                    <a:pt x="21050" y="5629"/>
                  </a:lnTo>
                  <a:lnTo>
                    <a:pt x="20945" y="5629"/>
                  </a:lnTo>
                  <a:lnTo>
                    <a:pt x="20841" y="5734"/>
                  </a:lnTo>
                  <a:lnTo>
                    <a:pt x="20694" y="5818"/>
                  </a:lnTo>
                  <a:lnTo>
                    <a:pt x="20422" y="5818"/>
                  </a:lnTo>
                  <a:lnTo>
                    <a:pt x="20422" y="5859"/>
                  </a:lnTo>
                  <a:lnTo>
                    <a:pt x="20359" y="5901"/>
                  </a:lnTo>
                  <a:lnTo>
                    <a:pt x="20255" y="5901"/>
                  </a:lnTo>
                  <a:lnTo>
                    <a:pt x="20171" y="5880"/>
                  </a:lnTo>
                  <a:lnTo>
                    <a:pt x="20087" y="5943"/>
                  </a:lnTo>
                  <a:lnTo>
                    <a:pt x="19711" y="6131"/>
                  </a:lnTo>
                  <a:lnTo>
                    <a:pt x="19522" y="6278"/>
                  </a:lnTo>
                  <a:lnTo>
                    <a:pt x="19502" y="6382"/>
                  </a:lnTo>
                  <a:lnTo>
                    <a:pt x="19439" y="6403"/>
                  </a:lnTo>
                  <a:lnTo>
                    <a:pt x="19229" y="6571"/>
                  </a:lnTo>
                  <a:lnTo>
                    <a:pt x="19125" y="6675"/>
                  </a:lnTo>
                  <a:lnTo>
                    <a:pt x="19104" y="6613"/>
                  </a:lnTo>
                  <a:lnTo>
                    <a:pt x="19083" y="6613"/>
                  </a:lnTo>
                  <a:lnTo>
                    <a:pt x="18978" y="6696"/>
                  </a:lnTo>
                  <a:lnTo>
                    <a:pt x="18895" y="6822"/>
                  </a:lnTo>
                  <a:lnTo>
                    <a:pt x="18790" y="6968"/>
                  </a:lnTo>
                  <a:lnTo>
                    <a:pt x="18769" y="7031"/>
                  </a:lnTo>
                  <a:lnTo>
                    <a:pt x="18727" y="7094"/>
                  </a:lnTo>
                  <a:lnTo>
                    <a:pt x="18706" y="7031"/>
                  </a:lnTo>
                  <a:lnTo>
                    <a:pt x="18748" y="6906"/>
                  </a:lnTo>
                  <a:lnTo>
                    <a:pt x="18748" y="6801"/>
                  </a:lnTo>
                  <a:lnTo>
                    <a:pt x="18748" y="6696"/>
                  </a:lnTo>
                  <a:lnTo>
                    <a:pt x="18853" y="6696"/>
                  </a:lnTo>
                  <a:lnTo>
                    <a:pt x="18895" y="6654"/>
                  </a:lnTo>
                  <a:lnTo>
                    <a:pt x="19020" y="6550"/>
                  </a:lnTo>
                  <a:lnTo>
                    <a:pt x="19104" y="6508"/>
                  </a:lnTo>
                  <a:lnTo>
                    <a:pt x="19209" y="6403"/>
                  </a:lnTo>
                  <a:lnTo>
                    <a:pt x="19355" y="6278"/>
                  </a:lnTo>
                  <a:lnTo>
                    <a:pt x="19418" y="6194"/>
                  </a:lnTo>
                  <a:lnTo>
                    <a:pt x="19522" y="6152"/>
                  </a:lnTo>
                  <a:lnTo>
                    <a:pt x="19627" y="5985"/>
                  </a:lnTo>
                  <a:lnTo>
                    <a:pt x="19669" y="5922"/>
                  </a:lnTo>
                  <a:lnTo>
                    <a:pt x="19648" y="5838"/>
                  </a:lnTo>
                  <a:lnTo>
                    <a:pt x="19669" y="5776"/>
                  </a:lnTo>
                  <a:lnTo>
                    <a:pt x="19690" y="5818"/>
                  </a:lnTo>
                  <a:lnTo>
                    <a:pt x="19753" y="5838"/>
                  </a:lnTo>
                  <a:lnTo>
                    <a:pt x="19836" y="5755"/>
                  </a:lnTo>
                  <a:lnTo>
                    <a:pt x="19941" y="5713"/>
                  </a:lnTo>
                  <a:lnTo>
                    <a:pt x="19941" y="5629"/>
                  </a:lnTo>
                  <a:lnTo>
                    <a:pt x="20004" y="5504"/>
                  </a:lnTo>
                  <a:lnTo>
                    <a:pt x="20066" y="5462"/>
                  </a:lnTo>
                  <a:lnTo>
                    <a:pt x="20150" y="5504"/>
                  </a:lnTo>
                  <a:lnTo>
                    <a:pt x="20213" y="5420"/>
                  </a:lnTo>
                  <a:lnTo>
                    <a:pt x="20297" y="5399"/>
                  </a:lnTo>
                  <a:lnTo>
                    <a:pt x="20318" y="5420"/>
                  </a:lnTo>
                  <a:lnTo>
                    <a:pt x="20401" y="5420"/>
                  </a:lnTo>
                  <a:lnTo>
                    <a:pt x="20715" y="5127"/>
                  </a:lnTo>
                  <a:lnTo>
                    <a:pt x="20778" y="5022"/>
                  </a:lnTo>
                  <a:lnTo>
                    <a:pt x="20799" y="4897"/>
                  </a:lnTo>
                  <a:lnTo>
                    <a:pt x="20882" y="4709"/>
                  </a:lnTo>
                  <a:lnTo>
                    <a:pt x="20987" y="4583"/>
                  </a:lnTo>
                  <a:lnTo>
                    <a:pt x="20987" y="4458"/>
                  </a:lnTo>
                  <a:lnTo>
                    <a:pt x="20987" y="4269"/>
                  </a:lnTo>
                  <a:lnTo>
                    <a:pt x="20945" y="4165"/>
                  </a:lnTo>
                  <a:lnTo>
                    <a:pt x="20882" y="4144"/>
                  </a:lnTo>
                  <a:lnTo>
                    <a:pt x="20736" y="4165"/>
                  </a:lnTo>
                  <a:lnTo>
                    <a:pt x="20590" y="4165"/>
                  </a:lnTo>
                  <a:lnTo>
                    <a:pt x="20464" y="4102"/>
                  </a:lnTo>
                  <a:lnTo>
                    <a:pt x="20318" y="4102"/>
                  </a:lnTo>
                  <a:lnTo>
                    <a:pt x="20255" y="4165"/>
                  </a:lnTo>
                  <a:lnTo>
                    <a:pt x="20213" y="4248"/>
                  </a:lnTo>
                  <a:lnTo>
                    <a:pt x="20255" y="4290"/>
                  </a:lnTo>
                  <a:lnTo>
                    <a:pt x="20213" y="4353"/>
                  </a:lnTo>
                  <a:lnTo>
                    <a:pt x="20213" y="4499"/>
                  </a:lnTo>
                  <a:lnTo>
                    <a:pt x="20171" y="4646"/>
                  </a:lnTo>
                  <a:lnTo>
                    <a:pt x="20066" y="4792"/>
                  </a:lnTo>
                  <a:lnTo>
                    <a:pt x="20004" y="4730"/>
                  </a:lnTo>
                  <a:lnTo>
                    <a:pt x="19941" y="4709"/>
                  </a:lnTo>
                  <a:lnTo>
                    <a:pt x="19899" y="4709"/>
                  </a:lnTo>
                  <a:lnTo>
                    <a:pt x="19857" y="4771"/>
                  </a:lnTo>
                  <a:lnTo>
                    <a:pt x="19794" y="4792"/>
                  </a:lnTo>
                  <a:lnTo>
                    <a:pt x="19732" y="4730"/>
                  </a:lnTo>
                  <a:lnTo>
                    <a:pt x="19669" y="4730"/>
                  </a:lnTo>
                  <a:cubicBezTo>
                    <a:pt x="19669" y="4730"/>
                    <a:pt x="19481" y="4688"/>
                    <a:pt x="19481" y="4646"/>
                  </a:cubicBezTo>
                  <a:lnTo>
                    <a:pt x="19271" y="4646"/>
                  </a:lnTo>
                  <a:lnTo>
                    <a:pt x="19167" y="4709"/>
                  </a:lnTo>
                  <a:lnTo>
                    <a:pt x="19020" y="4730"/>
                  </a:lnTo>
                  <a:lnTo>
                    <a:pt x="18895" y="4792"/>
                  </a:lnTo>
                  <a:lnTo>
                    <a:pt x="18832" y="4750"/>
                  </a:lnTo>
                  <a:lnTo>
                    <a:pt x="18832" y="4709"/>
                  </a:lnTo>
                  <a:lnTo>
                    <a:pt x="18853" y="4625"/>
                  </a:lnTo>
                  <a:lnTo>
                    <a:pt x="18853" y="4541"/>
                  </a:lnTo>
                  <a:lnTo>
                    <a:pt x="18895" y="4478"/>
                  </a:lnTo>
                  <a:lnTo>
                    <a:pt x="18916" y="4478"/>
                  </a:lnTo>
                  <a:lnTo>
                    <a:pt x="18957" y="4499"/>
                  </a:lnTo>
                  <a:lnTo>
                    <a:pt x="19020" y="4499"/>
                  </a:lnTo>
                  <a:lnTo>
                    <a:pt x="19146" y="4437"/>
                  </a:lnTo>
                  <a:lnTo>
                    <a:pt x="19439" y="4416"/>
                  </a:lnTo>
                  <a:lnTo>
                    <a:pt x="19481" y="4395"/>
                  </a:lnTo>
                  <a:lnTo>
                    <a:pt x="19543" y="4290"/>
                  </a:lnTo>
                  <a:lnTo>
                    <a:pt x="19564" y="4206"/>
                  </a:lnTo>
                  <a:lnTo>
                    <a:pt x="19648" y="4165"/>
                  </a:lnTo>
                  <a:lnTo>
                    <a:pt x="19669" y="4102"/>
                  </a:lnTo>
                  <a:lnTo>
                    <a:pt x="19627" y="4060"/>
                  </a:lnTo>
                  <a:lnTo>
                    <a:pt x="19627" y="3997"/>
                  </a:lnTo>
                  <a:lnTo>
                    <a:pt x="19313" y="3997"/>
                  </a:lnTo>
                  <a:lnTo>
                    <a:pt x="19125" y="3955"/>
                  </a:lnTo>
                  <a:lnTo>
                    <a:pt x="19020" y="3893"/>
                  </a:lnTo>
                  <a:lnTo>
                    <a:pt x="18937" y="3872"/>
                  </a:lnTo>
                  <a:lnTo>
                    <a:pt x="18685" y="3893"/>
                  </a:lnTo>
                  <a:lnTo>
                    <a:pt x="18560" y="3872"/>
                  </a:lnTo>
                  <a:lnTo>
                    <a:pt x="18455" y="3830"/>
                  </a:lnTo>
                  <a:lnTo>
                    <a:pt x="18288" y="3830"/>
                  </a:lnTo>
                  <a:lnTo>
                    <a:pt x="18162" y="3851"/>
                  </a:lnTo>
                  <a:lnTo>
                    <a:pt x="18100" y="3830"/>
                  </a:lnTo>
                  <a:lnTo>
                    <a:pt x="17995" y="3788"/>
                  </a:lnTo>
                  <a:lnTo>
                    <a:pt x="17932" y="3788"/>
                  </a:lnTo>
                  <a:lnTo>
                    <a:pt x="17849" y="3893"/>
                  </a:lnTo>
                  <a:lnTo>
                    <a:pt x="17849" y="3976"/>
                  </a:lnTo>
                  <a:lnTo>
                    <a:pt x="17765" y="4039"/>
                  </a:lnTo>
                  <a:lnTo>
                    <a:pt x="17744" y="4039"/>
                  </a:lnTo>
                  <a:lnTo>
                    <a:pt x="17765" y="3955"/>
                  </a:lnTo>
                  <a:lnTo>
                    <a:pt x="17765" y="3934"/>
                  </a:lnTo>
                  <a:lnTo>
                    <a:pt x="17681" y="3934"/>
                  </a:lnTo>
                  <a:lnTo>
                    <a:pt x="17451" y="3997"/>
                  </a:lnTo>
                  <a:lnTo>
                    <a:pt x="17305" y="4060"/>
                  </a:lnTo>
                  <a:lnTo>
                    <a:pt x="17221" y="4144"/>
                  </a:lnTo>
                  <a:lnTo>
                    <a:pt x="17158" y="4186"/>
                  </a:lnTo>
                  <a:lnTo>
                    <a:pt x="17053" y="4186"/>
                  </a:lnTo>
                  <a:lnTo>
                    <a:pt x="16949" y="4206"/>
                  </a:lnTo>
                  <a:lnTo>
                    <a:pt x="16886" y="4269"/>
                  </a:lnTo>
                  <a:lnTo>
                    <a:pt x="16781" y="4290"/>
                  </a:lnTo>
                  <a:lnTo>
                    <a:pt x="16698" y="4374"/>
                  </a:lnTo>
                  <a:lnTo>
                    <a:pt x="16698" y="4458"/>
                  </a:lnTo>
                  <a:lnTo>
                    <a:pt x="16635" y="4520"/>
                  </a:lnTo>
                  <a:lnTo>
                    <a:pt x="16593" y="4520"/>
                  </a:lnTo>
                  <a:lnTo>
                    <a:pt x="16530" y="4458"/>
                  </a:lnTo>
                  <a:lnTo>
                    <a:pt x="16530" y="4374"/>
                  </a:lnTo>
                  <a:lnTo>
                    <a:pt x="16509" y="4290"/>
                  </a:lnTo>
                  <a:lnTo>
                    <a:pt x="16468" y="4248"/>
                  </a:lnTo>
                  <a:lnTo>
                    <a:pt x="16468" y="4165"/>
                  </a:lnTo>
                  <a:lnTo>
                    <a:pt x="16509" y="4081"/>
                  </a:lnTo>
                  <a:lnTo>
                    <a:pt x="16593" y="4081"/>
                  </a:lnTo>
                  <a:lnTo>
                    <a:pt x="16698" y="4039"/>
                  </a:lnTo>
                  <a:lnTo>
                    <a:pt x="16802" y="4039"/>
                  </a:lnTo>
                  <a:lnTo>
                    <a:pt x="16886" y="3997"/>
                  </a:lnTo>
                  <a:lnTo>
                    <a:pt x="16928" y="3955"/>
                  </a:lnTo>
                  <a:lnTo>
                    <a:pt x="17012" y="3934"/>
                  </a:lnTo>
                  <a:lnTo>
                    <a:pt x="17158" y="3893"/>
                  </a:lnTo>
                  <a:lnTo>
                    <a:pt x="17263" y="3851"/>
                  </a:lnTo>
                  <a:lnTo>
                    <a:pt x="17346" y="3788"/>
                  </a:lnTo>
                  <a:lnTo>
                    <a:pt x="17472" y="3788"/>
                  </a:lnTo>
                  <a:lnTo>
                    <a:pt x="17556" y="3746"/>
                  </a:lnTo>
                  <a:lnTo>
                    <a:pt x="17577" y="3662"/>
                  </a:lnTo>
                  <a:lnTo>
                    <a:pt x="17556" y="3621"/>
                  </a:lnTo>
                  <a:lnTo>
                    <a:pt x="17514" y="3558"/>
                  </a:lnTo>
                  <a:lnTo>
                    <a:pt x="17346" y="3558"/>
                  </a:lnTo>
                  <a:lnTo>
                    <a:pt x="17346" y="3516"/>
                  </a:lnTo>
                  <a:lnTo>
                    <a:pt x="17430" y="3516"/>
                  </a:lnTo>
                  <a:lnTo>
                    <a:pt x="17451" y="3537"/>
                  </a:lnTo>
                  <a:lnTo>
                    <a:pt x="17535" y="3537"/>
                  </a:lnTo>
                  <a:lnTo>
                    <a:pt x="17577" y="3558"/>
                  </a:lnTo>
                  <a:lnTo>
                    <a:pt x="17618" y="3662"/>
                  </a:lnTo>
                  <a:lnTo>
                    <a:pt x="17639" y="3662"/>
                  </a:lnTo>
                  <a:lnTo>
                    <a:pt x="17660" y="3641"/>
                  </a:lnTo>
                  <a:lnTo>
                    <a:pt x="17765" y="3579"/>
                  </a:lnTo>
                  <a:lnTo>
                    <a:pt x="17890" y="3621"/>
                  </a:lnTo>
                  <a:lnTo>
                    <a:pt x="17974" y="3579"/>
                  </a:lnTo>
                  <a:lnTo>
                    <a:pt x="18058" y="3537"/>
                  </a:lnTo>
                  <a:lnTo>
                    <a:pt x="18141" y="3516"/>
                  </a:lnTo>
                  <a:lnTo>
                    <a:pt x="18246" y="3537"/>
                  </a:lnTo>
                  <a:lnTo>
                    <a:pt x="18351" y="3537"/>
                  </a:lnTo>
                  <a:lnTo>
                    <a:pt x="18455" y="3516"/>
                  </a:lnTo>
                  <a:lnTo>
                    <a:pt x="18518" y="3537"/>
                  </a:lnTo>
                  <a:lnTo>
                    <a:pt x="18602" y="3579"/>
                  </a:lnTo>
                  <a:lnTo>
                    <a:pt x="18769" y="3579"/>
                  </a:lnTo>
                  <a:lnTo>
                    <a:pt x="18790" y="3621"/>
                  </a:lnTo>
                  <a:lnTo>
                    <a:pt x="18832" y="3621"/>
                  </a:lnTo>
                  <a:lnTo>
                    <a:pt x="18978" y="3725"/>
                  </a:lnTo>
                  <a:lnTo>
                    <a:pt x="19041" y="3746"/>
                  </a:lnTo>
                  <a:lnTo>
                    <a:pt x="19146" y="3725"/>
                  </a:lnTo>
                  <a:lnTo>
                    <a:pt x="19209" y="3662"/>
                  </a:lnTo>
                  <a:lnTo>
                    <a:pt x="19292" y="3662"/>
                  </a:lnTo>
                  <a:lnTo>
                    <a:pt x="19355" y="3683"/>
                  </a:lnTo>
                  <a:lnTo>
                    <a:pt x="19439" y="3683"/>
                  </a:lnTo>
                  <a:lnTo>
                    <a:pt x="19502" y="3725"/>
                  </a:lnTo>
                  <a:lnTo>
                    <a:pt x="19564" y="3725"/>
                  </a:lnTo>
                  <a:lnTo>
                    <a:pt x="19732" y="3662"/>
                  </a:lnTo>
                  <a:lnTo>
                    <a:pt x="19815" y="3621"/>
                  </a:lnTo>
                  <a:lnTo>
                    <a:pt x="19920" y="3621"/>
                  </a:lnTo>
                  <a:lnTo>
                    <a:pt x="19983" y="3662"/>
                  </a:lnTo>
                  <a:lnTo>
                    <a:pt x="20046" y="3662"/>
                  </a:lnTo>
                  <a:lnTo>
                    <a:pt x="20129" y="3621"/>
                  </a:lnTo>
                  <a:lnTo>
                    <a:pt x="20234" y="3641"/>
                  </a:lnTo>
                  <a:lnTo>
                    <a:pt x="20338" y="3641"/>
                  </a:lnTo>
                  <a:lnTo>
                    <a:pt x="20338" y="3579"/>
                  </a:lnTo>
                  <a:lnTo>
                    <a:pt x="20276" y="3558"/>
                  </a:lnTo>
                  <a:lnTo>
                    <a:pt x="20276" y="3516"/>
                  </a:lnTo>
                  <a:lnTo>
                    <a:pt x="20297" y="3474"/>
                  </a:lnTo>
                  <a:lnTo>
                    <a:pt x="20359" y="3537"/>
                  </a:lnTo>
                  <a:lnTo>
                    <a:pt x="20401" y="3579"/>
                  </a:lnTo>
                  <a:lnTo>
                    <a:pt x="20485" y="3579"/>
                  </a:lnTo>
                  <a:lnTo>
                    <a:pt x="20548" y="3558"/>
                  </a:lnTo>
                  <a:lnTo>
                    <a:pt x="20694" y="3558"/>
                  </a:lnTo>
                  <a:lnTo>
                    <a:pt x="20903" y="3474"/>
                  </a:lnTo>
                  <a:lnTo>
                    <a:pt x="21008" y="3432"/>
                  </a:lnTo>
                  <a:lnTo>
                    <a:pt x="21029" y="3369"/>
                  </a:lnTo>
                  <a:lnTo>
                    <a:pt x="21029" y="3328"/>
                  </a:lnTo>
                  <a:lnTo>
                    <a:pt x="21092" y="3307"/>
                  </a:lnTo>
                  <a:lnTo>
                    <a:pt x="21134" y="3328"/>
                  </a:lnTo>
                  <a:lnTo>
                    <a:pt x="21217" y="3307"/>
                  </a:lnTo>
                  <a:lnTo>
                    <a:pt x="21322" y="3223"/>
                  </a:lnTo>
                  <a:lnTo>
                    <a:pt x="21406" y="3202"/>
                  </a:lnTo>
                  <a:lnTo>
                    <a:pt x="21406" y="3118"/>
                  </a:lnTo>
                  <a:lnTo>
                    <a:pt x="21426" y="3056"/>
                  </a:lnTo>
                  <a:lnTo>
                    <a:pt x="21489" y="3035"/>
                  </a:lnTo>
                  <a:lnTo>
                    <a:pt x="21489" y="2930"/>
                  </a:lnTo>
                  <a:lnTo>
                    <a:pt x="21447" y="2888"/>
                  </a:lnTo>
                  <a:lnTo>
                    <a:pt x="21343" y="2805"/>
                  </a:lnTo>
                  <a:lnTo>
                    <a:pt x="21217" y="2742"/>
                  </a:lnTo>
                  <a:lnTo>
                    <a:pt x="21113" y="2637"/>
                  </a:lnTo>
                  <a:lnTo>
                    <a:pt x="21092" y="2574"/>
                  </a:lnTo>
                  <a:lnTo>
                    <a:pt x="21029" y="2512"/>
                  </a:lnTo>
                  <a:lnTo>
                    <a:pt x="20882" y="2491"/>
                  </a:lnTo>
                  <a:lnTo>
                    <a:pt x="20799" y="2407"/>
                  </a:lnTo>
                  <a:lnTo>
                    <a:pt x="20778" y="2323"/>
                  </a:lnTo>
                  <a:lnTo>
                    <a:pt x="20715" y="2302"/>
                  </a:lnTo>
                  <a:lnTo>
                    <a:pt x="20694" y="2323"/>
                  </a:lnTo>
                  <a:lnTo>
                    <a:pt x="20610" y="2365"/>
                  </a:lnTo>
                  <a:lnTo>
                    <a:pt x="20569" y="2323"/>
                  </a:lnTo>
                  <a:lnTo>
                    <a:pt x="20548" y="2261"/>
                  </a:lnTo>
                  <a:lnTo>
                    <a:pt x="20485" y="2198"/>
                  </a:lnTo>
                  <a:lnTo>
                    <a:pt x="20255" y="2198"/>
                  </a:lnTo>
                  <a:lnTo>
                    <a:pt x="20171" y="2219"/>
                  </a:lnTo>
                  <a:lnTo>
                    <a:pt x="20171" y="2302"/>
                  </a:lnTo>
                  <a:lnTo>
                    <a:pt x="20171" y="2365"/>
                  </a:lnTo>
                  <a:lnTo>
                    <a:pt x="20129" y="2302"/>
                  </a:lnTo>
                  <a:lnTo>
                    <a:pt x="20066" y="2302"/>
                  </a:lnTo>
                  <a:lnTo>
                    <a:pt x="19920" y="2386"/>
                  </a:lnTo>
                  <a:lnTo>
                    <a:pt x="19836" y="2407"/>
                  </a:lnTo>
                  <a:lnTo>
                    <a:pt x="19711" y="2365"/>
                  </a:lnTo>
                  <a:lnTo>
                    <a:pt x="19606" y="2365"/>
                  </a:lnTo>
                  <a:lnTo>
                    <a:pt x="19522" y="2323"/>
                  </a:lnTo>
                  <a:lnTo>
                    <a:pt x="19460" y="2261"/>
                  </a:lnTo>
                  <a:lnTo>
                    <a:pt x="19460" y="2177"/>
                  </a:lnTo>
                  <a:lnTo>
                    <a:pt x="19522" y="2177"/>
                  </a:lnTo>
                  <a:lnTo>
                    <a:pt x="19564" y="2219"/>
                  </a:lnTo>
                  <a:lnTo>
                    <a:pt x="19669" y="2261"/>
                  </a:lnTo>
                  <a:lnTo>
                    <a:pt x="19711" y="2219"/>
                  </a:lnTo>
                  <a:lnTo>
                    <a:pt x="19711" y="2177"/>
                  </a:lnTo>
                  <a:lnTo>
                    <a:pt x="19606" y="2093"/>
                  </a:lnTo>
                  <a:lnTo>
                    <a:pt x="19606" y="2009"/>
                  </a:lnTo>
                  <a:lnTo>
                    <a:pt x="19627" y="1989"/>
                  </a:lnTo>
                  <a:lnTo>
                    <a:pt x="19669" y="2072"/>
                  </a:lnTo>
                  <a:lnTo>
                    <a:pt x="19774" y="2114"/>
                  </a:lnTo>
                  <a:lnTo>
                    <a:pt x="19857" y="2156"/>
                  </a:lnTo>
                  <a:lnTo>
                    <a:pt x="20025" y="2093"/>
                  </a:lnTo>
                  <a:lnTo>
                    <a:pt x="20171" y="1968"/>
                  </a:lnTo>
                  <a:lnTo>
                    <a:pt x="20171" y="1884"/>
                  </a:lnTo>
                  <a:lnTo>
                    <a:pt x="20150" y="1842"/>
                  </a:lnTo>
                  <a:lnTo>
                    <a:pt x="20087" y="1800"/>
                  </a:lnTo>
                  <a:lnTo>
                    <a:pt x="20087" y="1758"/>
                  </a:lnTo>
                  <a:lnTo>
                    <a:pt x="20150" y="1696"/>
                  </a:lnTo>
                  <a:lnTo>
                    <a:pt x="20150" y="1675"/>
                  </a:lnTo>
                  <a:lnTo>
                    <a:pt x="20046" y="1591"/>
                  </a:lnTo>
                  <a:lnTo>
                    <a:pt x="19962" y="1486"/>
                  </a:lnTo>
                  <a:lnTo>
                    <a:pt x="19920" y="1465"/>
                  </a:lnTo>
                  <a:lnTo>
                    <a:pt x="19857" y="1486"/>
                  </a:lnTo>
                  <a:lnTo>
                    <a:pt x="19774" y="1570"/>
                  </a:lnTo>
                  <a:lnTo>
                    <a:pt x="19627" y="1654"/>
                  </a:lnTo>
                  <a:lnTo>
                    <a:pt x="19439" y="1654"/>
                  </a:lnTo>
                  <a:lnTo>
                    <a:pt x="19334" y="1737"/>
                  </a:lnTo>
                  <a:lnTo>
                    <a:pt x="19292" y="1737"/>
                  </a:lnTo>
                  <a:lnTo>
                    <a:pt x="19229" y="1675"/>
                  </a:lnTo>
                  <a:lnTo>
                    <a:pt x="19188" y="1654"/>
                  </a:lnTo>
                  <a:lnTo>
                    <a:pt x="19104" y="1675"/>
                  </a:lnTo>
                  <a:lnTo>
                    <a:pt x="19020" y="1696"/>
                  </a:lnTo>
                  <a:lnTo>
                    <a:pt x="18937" y="1675"/>
                  </a:lnTo>
                  <a:lnTo>
                    <a:pt x="18874" y="1633"/>
                  </a:lnTo>
                  <a:lnTo>
                    <a:pt x="18769" y="1591"/>
                  </a:lnTo>
                  <a:lnTo>
                    <a:pt x="18685" y="1549"/>
                  </a:lnTo>
                  <a:lnTo>
                    <a:pt x="18581" y="1528"/>
                  </a:lnTo>
                  <a:lnTo>
                    <a:pt x="18476" y="1445"/>
                  </a:lnTo>
                  <a:lnTo>
                    <a:pt x="18309" y="1424"/>
                  </a:lnTo>
                  <a:lnTo>
                    <a:pt x="18100" y="1445"/>
                  </a:lnTo>
                  <a:lnTo>
                    <a:pt x="17995" y="1465"/>
                  </a:lnTo>
                  <a:lnTo>
                    <a:pt x="17849" y="1528"/>
                  </a:lnTo>
                  <a:lnTo>
                    <a:pt x="17723" y="1549"/>
                  </a:lnTo>
                  <a:lnTo>
                    <a:pt x="17577" y="1570"/>
                  </a:lnTo>
                  <a:lnTo>
                    <a:pt x="17472" y="1549"/>
                  </a:lnTo>
                  <a:lnTo>
                    <a:pt x="17346" y="1570"/>
                  </a:lnTo>
                  <a:lnTo>
                    <a:pt x="17325" y="1591"/>
                  </a:lnTo>
                  <a:lnTo>
                    <a:pt x="17346" y="1737"/>
                  </a:lnTo>
                  <a:lnTo>
                    <a:pt x="17346" y="1800"/>
                  </a:lnTo>
                  <a:lnTo>
                    <a:pt x="17305" y="1800"/>
                  </a:lnTo>
                  <a:lnTo>
                    <a:pt x="17242" y="1779"/>
                  </a:lnTo>
                  <a:lnTo>
                    <a:pt x="17158" y="1654"/>
                  </a:lnTo>
                  <a:lnTo>
                    <a:pt x="17137" y="1570"/>
                  </a:lnTo>
                  <a:lnTo>
                    <a:pt x="17095" y="1549"/>
                  </a:lnTo>
                  <a:lnTo>
                    <a:pt x="17012" y="1570"/>
                  </a:lnTo>
                  <a:lnTo>
                    <a:pt x="16698" y="1570"/>
                  </a:lnTo>
                  <a:cubicBezTo>
                    <a:pt x="16698" y="1570"/>
                    <a:pt x="16593" y="1633"/>
                    <a:pt x="16572" y="1633"/>
                  </a:cubicBezTo>
                  <a:lnTo>
                    <a:pt x="16489" y="1737"/>
                  </a:lnTo>
                  <a:lnTo>
                    <a:pt x="16426" y="1884"/>
                  </a:lnTo>
                  <a:lnTo>
                    <a:pt x="16384" y="1968"/>
                  </a:lnTo>
                  <a:lnTo>
                    <a:pt x="16363" y="1968"/>
                  </a:lnTo>
                  <a:lnTo>
                    <a:pt x="16363" y="1905"/>
                  </a:lnTo>
                  <a:lnTo>
                    <a:pt x="16405" y="1800"/>
                  </a:lnTo>
                  <a:lnTo>
                    <a:pt x="16426" y="1737"/>
                  </a:lnTo>
                  <a:lnTo>
                    <a:pt x="16405" y="1696"/>
                  </a:lnTo>
                  <a:lnTo>
                    <a:pt x="16321" y="1737"/>
                  </a:lnTo>
                  <a:lnTo>
                    <a:pt x="16196" y="1737"/>
                  </a:lnTo>
                  <a:lnTo>
                    <a:pt x="16154" y="1779"/>
                  </a:lnTo>
                  <a:lnTo>
                    <a:pt x="16154" y="1842"/>
                  </a:lnTo>
                  <a:lnTo>
                    <a:pt x="16112" y="1884"/>
                  </a:lnTo>
                  <a:lnTo>
                    <a:pt x="16112" y="1989"/>
                  </a:lnTo>
                  <a:lnTo>
                    <a:pt x="16049" y="2009"/>
                  </a:lnTo>
                  <a:lnTo>
                    <a:pt x="16007" y="1968"/>
                  </a:lnTo>
                  <a:lnTo>
                    <a:pt x="16007" y="1905"/>
                  </a:lnTo>
                  <a:lnTo>
                    <a:pt x="16070" y="1842"/>
                  </a:lnTo>
                  <a:lnTo>
                    <a:pt x="16070" y="1675"/>
                  </a:lnTo>
                  <a:lnTo>
                    <a:pt x="16091" y="1591"/>
                  </a:lnTo>
                  <a:lnTo>
                    <a:pt x="16300" y="1465"/>
                  </a:lnTo>
                  <a:lnTo>
                    <a:pt x="16426" y="1382"/>
                  </a:lnTo>
                  <a:lnTo>
                    <a:pt x="16593" y="1382"/>
                  </a:lnTo>
                  <a:lnTo>
                    <a:pt x="16719" y="1424"/>
                  </a:lnTo>
                  <a:lnTo>
                    <a:pt x="16823" y="1424"/>
                  </a:lnTo>
                  <a:lnTo>
                    <a:pt x="16844" y="1382"/>
                  </a:lnTo>
                  <a:lnTo>
                    <a:pt x="17116" y="1382"/>
                  </a:lnTo>
                  <a:lnTo>
                    <a:pt x="17200" y="1340"/>
                  </a:lnTo>
                  <a:lnTo>
                    <a:pt x="17221" y="1256"/>
                  </a:lnTo>
                  <a:lnTo>
                    <a:pt x="17158" y="1256"/>
                  </a:lnTo>
                  <a:lnTo>
                    <a:pt x="17095" y="1173"/>
                  </a:lnTo>
                  <a:lnTo>
                    <a:pt x="17095" y="1068"/>
                  </a:lnTo>
                  <a:lnTo>
                    <a:pt x="17200" y="1005"/>
                  </a:lnTo>
                  <a:lnTo>
                    <a:pt x="17263" y="963"/>
                  </a:lnTo>
                  <a:lnTo>
                    <a:pt x="17346" y="963"/>
                  </a:lnTo>
                  <a:lnTo>
                    <a:pt x="17367" y="1026"/>
                  </a:lnTo>
                  <a:lnTo>
                    <a:pt x="17346" y="1068"/>
                  </a:lnTo>
                  <a:lnTo>
                    <a:pt x="17305" y="1068"/>
                  </a:lnTo>
                  <a:lnTo>
                    <a:pt x="17346" y="1152"/>
                  </a:lnTo>
                  <a:lnTo>
                    <a:pt x="17346" y="1256"/>
                  </a:lnTo>
                  <a:lnTo>
                    <a:pt x="17409" y="1340"/>
                  </a:lnTo>
                  <a:lnTo>
                    <a:pt x="17556" y="1340"/>
                  </a:lnTo>
                  <a:lnTo>
                    <a:pt x="17681" y="1277"/>
                  </a:lnTo>
                  <a:lnTo>
                    <a:pt x="17765" y="1277"/>
                  </a:lnTo>
                  <a:lnTo>
                    <a:pt x="17869" y="1319"/>
                  </a:lnTo>
                  <a:lnTo>
                    <a:pt x="17953" y="1277"/>
                  </a:lnTo>
                  <a:lnTo>
                    <a:pt x="18141" y="1214"/>
                  </a:lnTo>
                  <a:lnTo>
                    <a:pt x="18267" y="1214"/>
                  </a:lnTo>
                  <a:lnTo>
                    <a:pt x="18309" y="1256"/>
                  </a:lnTo>
                  <a:lnTo>
                    <a:pt x="18393" y="1256"/>
                  </a:lnTo>
                  <a:lnTo>
                    <a:pt x="18455" y="1214"/>
                  </a:lnTo>
                  <a:lnTo>
                    <a:pt x="18581" y="1214"/>
                  </a:lnTo>
                  <a:lnTo>
                    <a:pt x="18685" y="1256"/>
                  </a:lnTo>
                  <a:lnTo>
                    <a:pt x="18769" y="1256"/>
                  </a:lnTo>
                  <a:lnTo>
                    <a:pt x="18853" y="1277"/>
                  </a:lnTo>
                  <a:lnTo>
                    <a:pt x="19083" y="1382"/>
                  </a:lnTo>
                  <a:lnTo>
                    <a:pt x="19209" y="1382"/>
                  </a:lnTo>
                  <a:lnTo>
                    <a:pt x="19313" y="1361"/>
                  </a:lnTo>
                  <a:lnTo>
                    <a:pt x="19439" y="1361"/>
                  </a:lnTo>
                  <a:lnTo>
                    <a:pt x="19481" y="1277"/>
                  </a:lnTo>
                  <a:lnTo>
                    <a:pt x="19564" y="1235"/>
                  </a:lnTo>
                  <a:lnTo>
                    <a:pt x="19669" y="1256"/>
                  </a:lnTo>
                  <a:lnTo>
                    <a:pt x="19774" y="1256"/>
                  </a:lnTo>
                  <a:lnTo>
                    <a:pt x="19836" y="1173"/>
                  </a:lnTo>
                  <a:lnTo>
                    <a:pt x="19836" y="1131"/>
                  </a:lnTo>
                  <a:lnTo>
                    <a:pt x="19669" y="1026"/>
                  </a:lnTo>
                  <a:lnTo>
                    <a:pt x="19585" y="963"/>
                  </a:lnTo>
                  <a:lnTo>
                    <a:pt x="19543" y="859"/>
                  </a:lnTo>
                  <a:lnTo>
                    <a:pt x="19439" y="796"/>
                  </a:lnTo>
                  <a:lnTo>
                    <a:pt x="19250" y="733"/>
                  </a:lnTo>
                  <a:lnTo>
                    <a:pt x="19167" y="649"/>
                  </a:lnTo>
                  <a:lnTo>
                    <a:pt x="19062" y="628"/>
                  </a:lnTo>
                  <a:lnTo>
                    <a:pt x="18957" y="649"/>
                  </a:lnTo>
                  <a:lnTo>
                    <a:pt x="18916" y="608"/>
                  </a:lnTo>
                  <a:lnTo>
                    <a:pt x="18853" y="545"/>
                  </a:lnTo>
                  <a:lnTo>
                    <a:pt x="18727" y="587"/>
                  </a:lnTo>
                  <a:lnTo>
                    <a:pt x="18685" y="524"/>
                  </a:lnTo>
                  <a:lnTo>
                    <a:pt x="18455" y="503"/>
                  </a:lnTo>
                  <a:lnTo>
                    <a:pt x="18309" y="398"/>
                  </a:lnTo>
                  <a:lnTo>
                    <a:pt x="18246" y="398"/>
                  </a:lnTo>
                  <a:lnTo>
                    <a:pt x="18058" y="294"/>
                  </a:lnTo>
                  <a:lnTo>
                    <a:pt x="17995" y="294"/>
                  </a:lnTo>
                  <a:lnTo>
                    <a:pt x="17995" y="315"/>
                  </a:lnTo>
                  <a:lnTo>
                    <a:pt x="17932" y="336"/>
                  </a:lnTo>
                  <a:lnTo>
                    <a:pt x="17765" y="231"/>
                  </a:lnTo>
                  <a:lnTo>
                    <a:pt x="17744" y="168"/>
                  </a:lnTo>
                  <a:lnTo>
                    <a:pt x="17681" y="105"/>
                  </a:lnTo>
                  <a:lnTo>
                    <a:pt x="17597" y="126"/>
                  </a:lnTo>
                  <a:lnTo>
                    <a:pt x="17535" y="126"/>
                  </a:lnTo>
                  <a:lnTo>
                    <a:pt x="17472" y="84"/>
                  </a:lnTo>
                  <a:lnTo>
                    <a:pt x="17263" y="84"/>
                  </a:lnTo>
                  <a:lnTo>
                    <a:pt x="17158" y="22"/>
                  </a:lnTo>
                  <a:lnTo>
                    <a:pt x="17074" y="84"/>
                  </a:lnTo>
                  <a:lnTo>
                    <a:pt x="17033" y="84"/>
                  </a:lnTo>
                  <a:lnTo>
                    <a:pt x="17012" y="64"/>
                  </a:lnTo>
                  <a:lnTo>
                    <a:pt x="16928" y="1"/>
                  </a:lnTo>
                  <a:lnTo>
                    <a:pt x="16740" y="22"/>
                  </a:lnTo>
                  <a:lnTo>
                    <a:pt x="166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6B65"/>
                </a:solidFill>
              </a:endParaRPr>
            </a:p>
          </p:txBody>
        </p:sp>
        <p:grpSp>
          <p:nvGrpSpPr>
            <p:cNvPr id="18" name="Google Shape;9194;p128">
              <a:extLst>
                <a:ext uri="{FF2B5EF4-FFF2-40B4-BE49-F238E27FC236}">
                  <a16:creationId xmlns:a16="http://schemas.microsoft.com/office/drawing/2014/main" id="{3399FC2A-3498-03DE-771A-4B495A084608}"/>
                </a:ext>
              </a:extLst>
            </p:cNvPr>
            <p:cNvGrpSpPr/>
            <p:nvPr/>
          </p:nvGrpSpPr>
          <p:grpSpPr>
            <a:xfrm>
              <a:off x="2905224" y="2311071"/>
              <a:ext cx="596721" cy="528992"/>
              <a:chOff x="1922950" y="1410350"/>
              <a:chExt cx="1252825" cy="1162875"/>
            </a:xfrm>
            <a:grpFill/>
          </p:grpSpPr>
          <p:sp>
            <p:nvSpPr>
              <p:cNvPr id="464" name="Google Shape;9195;p128">
                <a:extLst>
                  <a:ext uri="{FF2B5EF4-FFF2-40B4-BE49-F238E27FC236}">
                    <a16:creationId xmlns:a16="http://schemas.microsoft.com/office/drawing/2014/main" id="{EE2520F5-1DAC-C1C4-743A-F4F60C165EEC}"/>
                  </a:ext>
                </a:extLst>
              </p:cNvPr>
              <p:cNvSpPr/>
              <p:nvPr/>
            </p:nvSpPr>
            <p:spPr>
              <a:xfrm>
                <a:off x="1988325" y="2333100"/>
                <a:ext cx="52325" cy="65925"/>
              </a:xfrm>
              <a:custGeom>
                <a:avLst/>
                <a:gdLst/>
                <a:ahLst/>
                <a:cxnLst/>
                <a:rect l="l" t="t" r="r" b="b"/>
                <a:pathLst>
                  <a:path w="2093" h="2637" extrusionOk="0">
                    <a:moveTo>
                      <a:pt x="210" y="0"/>
                    </a:moveTo>
                    <a:lnTo>
                      <a:pt x="189" y="63"/>
                    </a:lnTo>
                    <a:lnTo>
                      <a:pt x="1" y="21"/>
                    </a:lnTo>
                    <a:lnTo>
                      <a:pt x="63" y="188"/>
                    </a:lnTo>
                    <a:lnTo>
                      <a:pt x="105" y="209"/>
                    </a:lnTo>
                    <a:lnTo>
                      <a:pt x="168" y="335"/>
                    </a:lnTo>
                    <a:lnTo>
                      <a:pt x="440" y="377"/>
                    </a:lnTo>
                    <a:lnTo>
                      <a:pt x="314" y="439"/>
                    </a:lnTo>
                    <a:lnTo>
                      <a:pt x="189" y="439"/>
                    </a:lnTo>
                    <a:lnTo>
                      <a:pt x="105" y="544"/>
                    </a:lnTo>
                    <a:lnTo>
                      <a:pt x="168" y="607"/>
                    </a:lnTo>
                    <a:lnTo>
                      <a:pt x="105" y="732"/>
                    </a:lnTo>
                    <a:lnTo>
                      <a:pt x="126" y="774"/>
                    </a:lnTo>
                    <a:lnTo>
                      <a:pt x="273" y="732"/>
                    </a:lnTo>
                    <a:lnTo>
                      <a:pt x="293" y="837"/>
                    </a:lnTo>
                    <a:lnTo>
                      <a:pt x="419" y="837"/>
                    </a:lnTo>
                    <a:lnTo>
                      <a:pt x="419" y="942"/>
                    </a:lnTo>
                    <a:lnTo>
                      <a:pt x="524" y="1025"/>
                    </a:lnTo>
                    <a:lnTo>
                      <a:pt x="649" y="963"/>
                    </a:lnTo>
                    <a:lnTo>
                      <a:pt x="503" y="1130"/>
                    </a:lnTo>
                    <a:lnTo>
                      <a:pt x="545" y="1276"/>
                    </a:lnTo>
                    <a:lnTo>
                      <a:pt x="649" y="1255"/>
                    </a:lnTo>
                    <a:lnTo>
                      <a:pt x="649" y="1151"/>
                    </a:lnTo>
                    <a:lnTo>
                      <a:pt x="817" y="1109"/>
                    </a:lnTo>
                    <a:lnTo>
                      <a:pt x="817" y="1109"/>
                    </a:lnTo>
                    <a:lnTo>
                      <a:pt x="754" y="1235"/>
                    </a:lnTo>
                    <a:lnTo>
                      <a:pt x="691" y="1339"/>
                    </a:lnTo>
                    <a:lnTo>
                      <a:pt x="691" y="1423"/>
                    </a:lnTo>
                    <a:lnTo>
                      <a:pt x="733" y="1423"/>
                    </a:lnTo>
                    <a:lnTo>
                      <a:pt x="796" y="1548"/>
                    </a:lnTo>
                    <a:lnTo>
                      <a:pt x="963" y="1528"/>
                    </a:lnTo>
                    <a:lnTo>
                      <a:pt x="963" y="1632"/>
                    </a:lnTo>
                    <a:lnTo>
                      <a:pt x="1047" y="1632"/>
                    </a:lnTo>
                    <a:lnTo>
                      <a:pt x="1068" y="1737"/>
                    </a:lnTo>
                    <a:lnTo>
                      <a:pt x="1047" y="1820"/>
                    </a:lnTo>
                    <a:lnTo>
                      <a:pt x="1172" y="1967"/>
                    </a:lnTo>
                    <a:lnTo>
                      <a:pt x="1256" y="1883"/>
                    </a:lnTo>
                    <a:lnTo>
                      <a:pt x="1319" y="1946"/>
                    </a:lnTo>
                    <a:lnTo>
                      <a:pt x="1423" y="1946"/>
                    </a:lnTo>
                    <a:lnTo>
                      <a:pt x="1256" y="2113"/>
                    </a:lnTo>
                    <a:lnTo>
                      <a:pt x="1465" y="2323"/>
                    </a:lnTo>
                    <a:lnTo>
                      <a:pt x="1549" y="2364"/>
                    </a:lnTo>
                    <a:lnTo>
                      <a:pt x="1591" y="2427"/>
                    </a:lnTo>
                    <a:lnTo>
                      <a:pt x="1946" y="2636"/>
                    </a:lnTo>
                    <a:lnTo>
                      <a:pt x="1988" y="2595"/>
                    </a:lnTo>
                    <a:lnTo>
                      <a:pt x="2093" y="2616"/>
                    </a:lnTo>
                    <a:lnTo>
                      <a:pt x="2009" y="2302"/>
                    </a:lnTo>
                    <a:lnTo>
                      <a:pt x="2051" y="2176"/>
                    </a:lnTo>
                    <a:lnTo>
                      <a:pt x="2009" y="2072"/>
                    </a:lnTo>
                    <a:lnTo>
                      <a:pt x="2009" y="1820"/>
                    </a:lnTo>
                    <a:lnTo>
                      <a:pt x="1946" y="1695"/>
                    </a:lnTo>
                    <a:lnTo>
                      <a:pt x="1674" y="1548"/>
                    </a:lnTo>
                    <a:lnTo>
                      <a:pt x="1653" y="1214"/>
                    </a:lnTo>
                    <a:lnTo>
                      <a:pt x="1528" y="1004"/>
                    </a:lnTo>
                    <a:lnTo>
                      <a:pt x="1486" y="774"/>
                    </a:lnTo>
                    <a:lnTo>
                      <a:pt x="1444" y="732"/>
                    </a:lnTo>
                    <a:lnTo>
                      <a:pt x="1319" y="711"/>
                    </a:lnTo>
                    <a:lnTo>
                      <a:pt x="1130" y="607"/>
                    </a:lnTo>
                    <a:lnTo>
                      <a:pt x="1005" y="607"/>
                    </a:lnTo>
                    <a:lnTo>
                      <a:pt x="858" y="544"/>
                    </a:lnTo>
                    <a:lnTo>
                      <a:pt x="817" y="439"/>
                    </a:lnTo>
                    <a:lnTo>
                      <a:pt x="628" y="377"/>
                    </a:lnTo>
                    <a:lnTo>
                      <a:pt x="545" y="251"/>
                    </a:lnTo>
                    <a:lnTo>
                      <a:pt x="524" y="167"/>
                    </a:lnTo>
                    <a:lnTo>
                      <a:pt x="398" y="167"/>
                    </a:lnTo>
                    <a:lnTo>
                      <a:pt x="314" y="21"/>
                    </a:lnTo>
                    <a:lnTo>
                      <a:pt x="21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Google Shape;9196;p128">
                <a:extLst>
                  <a:ext uri="{FF2B5EF4-FFF2-40B4-BE49-F238E27FC236}">
                    <a16:creationId xmlns:a16="http://schemas.microsoft.com/office/drawing/2014/main" id="{EAC7DD7D-3807-40CB-4E4F-1A5D628D6C66}"/>
                  </a:ext>
                </a:extLst>
              </p:cNvPr>
              <p:cNvSpPr/>
              <p:nvPr/>
            </p:nvSpPr>
            <p:spPr>
              <a:xfrm>
                <a:off x="1953800" y="2242075"/>
                <a:ext cx="23050" cy="54425"/>
              </a:xfrm>
              <a:custGeom>
                <a:avLst/>
                <a:gdLst/>
                <a:ahLst/>
                <a:cxnLst/>
                <a:rect l="l" t="t" r="r" b="b"/>
                <a:pathLst>
                  <a:path w="922" h="2177" extrusionOk="0">
                    <a:moveTo>
                      <a:pt x="210" y="0"/>
                    </a:moveTo>
                    <a:lnTo>
                      <a:pt x="21" y="314"/>
                    </a:lnTo>
                    <a:lnTo>
                      <a:pt x="42" y="523"/>
                    </a:lnTo>
                    <a:lnTo>
                      <a:pt x="1" y="628"/>
                    </a:lnTo>
                    <a:lnTo>
                      <a:pt x="1" y="733"/>
                    </a:lnTo>
                    <a:lnTo>
                      <a:pt x="105" y="754"/>
                    </a:lnTo>
                    <a:lnTo>
                      <a:pt x="189" y="837"/>
                    </a:lnTo>
                    <a:lnTo>
                      <a:pt x="189" y="942"/>
                    </a:lnTo>
                    <a:lnTo>
                      <a:pt x="126" y="921"/>
                    </a:lnTo>
                    <a:lnTo>
                      <a:pt x="21" y="900"/>
                    </a:lnTo>
                    <a:lnTo>
                      <a:pt x="21" y="984"/>
                    </a:lnTo>
                    <a:lnTo>
                      <a:pt x="105" y="1047"/>
                    </a:lnTo>
                    <a:lnTo>
                      <a:pt x="21" y="1193"/>
                    </a:lnTo>
                    <a:lnTo>
                      <a:pt x="105" y="1214"/>
                    </a:lnTo>
                    <a:lnTo>
                      <a:pt x="210" y="1339"/>
                    </a:lnTo>
                    <a:lnTo>
                      <a:pt x="84" y="1319"/>
                    </a:lnTo>
                    <a:lnTo>
                      <a:pt x="21" y="1402"/>
                    </a:lnTo>
                    <a:lnTo>
                      <a:pt x="42" y="1507"/>
                    </a:lnTo>
                    <a:lnTo>
                      <a:pt x="210" y="1528"/>
                    </a:lnTo>
                    <a:lnTo>
                      <a:pt x="147" y="1611"/>
                    </a:lnTo>
                    <a:lnTo>
                      <a:pt x="189" y="1758"/>
                    </a:lnTo>
                    <a:lnTo>
                      <a:pt x="356" y="2135"/>
                    </a:lnTo>
                    <a:lnTo>
                      <a:pt x="503" y="2176"/>
                    </a:lnTo>
                    <a:lnTo>
                      <a:pt x="565" y="2072"/>
                    </a:lnTo>
                    <a:lnTo>
                      <a:pt x="524" y="1988"/>
                    </a:lnTo>
                    <a:lnTo>
                      <a:pt x="440" y="1988"/>
                    </a:lnTo>
                    <a:lnTo>
                      <a:pt x="398" y="1863"/>
                    </a:lnTo>
                    <a:lnTo>
                      <a:pt x="335" y="1653"/>
                    </a:lnTo>
                    <a:lnTo>
                      <a:pt x="356" y="1507"/>
                    </a:lnTo>
                    <a:lnTo>
                      <a:pt x="314" y="1402"/>
                    </a:lnTo>
                    <a:lnTo>
                      <a:pt x="398" y="1235"/>
                    </a:lnTo>
                    <a:lnTo>
                      <a:pt x="545" y="1235"/>
                    </a:lnTo>
                    <a:lnTo>
                      <a:pt x="524" y="1109"/>
                    </a:lnTo>
                    <a:lnTo>
                      <a:pt x="419" y="1109"/>
                    </a:lnTo>
                    <a:lnTo>
                      <a:pt x="335" y="1130"/>
                    </a:lnTo>
                    <a:lnTo>
                      <a:pt x="231" y="1130"/>
                    </a:lnTo>
                    <a:lnTo>
                      <a:pt x="314" y="1026"/>
                    </a:lnTo>
                    <a:lnTo>
                      <a:pt x="419" y="1026"/>
                    </a:lnTo>
                    <a:lnTo>
                      <a:pt x="545" y="921"/>
                    </a:lnTo>
                    <a:lnTo>
                      <a:pt x="565" y="733"/>
                    </a:lnTo>
                    <a:lnTo>
                      <a:pt x="670" y="607"/>
                    </a:lnTo>
                    <a:lnTo>
                      <a:pt x="712" y="419"/>
                    </a:lnTo>
                    <a:lnTo>
                      <a:pt x="921" y="210"/>
                    </a:lnTo>
                    <a:lnTo>
                      <a:pt x="858" y="189"/>
                    </a:lnTo>
                    <a:lnTo>
                      <a:pt x="670" y="272"/>
                    </a:lnTo>
                    <a:lnTo>
                      <a:pt x="545" y="461"/>
                    </a:lnTo>
                    <a:lnTo>
                      <a:pt x="461" y="628"/>
                    </a:lnTo>
                    <a:lnTo>
                      <a:pt x="335" y="670"/>
                    </a:lnTo>
                    <a:lnTo>
                      <a:pt x="335" y="586"/>
                    </a:lnTo>
                    <a:lnTo>
                      <a:pt x="252" y="523"/>
                    </a:lnTo>
                    <a:lnTo>
                      <a:pt x="461" y="461"/>
                    </a:lnTo>
                    <a:lnTo>
                      <a:pt x="565" y="377"/>
                    </a:lnTo>
                    <a:lnTo>
                      <a:pt x="607" y="231"/>
                    </a:lnTo>
                    <a:lnTo>
                      <a:pt x="607" y="168"/>
                    </a:lnTo>
                    <a:lnTo>
                      <a:pt x="503" y="105"/>
                    </a:lnTo>
                    <a:lnTo>
                      <a:pt x="440" y="189"/>
                    </a:lnTo>
                    <a:lnTo>
                      <a:pt x="356" y="210"/>
                    </a:lnTo>
                    <a:lnTo>
                      <a:pt x="398" y="63"/>
                    </a:lnTo>
                    <a:lnTo>
                      <a:pt x="21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Google Shape;9197;p128">
                <a:extLst>
                  <a:ext uri="{FF2B5EF4-FFF2-40B4-BE49-F238E27FC236}">
                    <a16:creationId xmlns:a16="http://schemas.microsoft.com/office/drawing/2014/main" id="{AB4DA092-2CD4-6808-8610-2A6133AD3F3E}"/>
                  </a:ext>
                </a:extLst>
              </p:cNvPr>
              <p:cNvSpPr/>
              <p:nvPr/>
            </p:nvSpPr>
            <p:spPr>
              <a:xfrm>
                <a:off x="2552225" y="1885325"/>
                <a:ext cx="48150" cy="486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947" extrusionOk="0">
                    <a:moveTo>
                      <a:pt x="1402" y="0"/>
                    </a:moveTo>
                    <a:lnTo>
                      <a:pt x="1256" y="21"/>
                    </a:lnTo>
                    <a:lnTo>
                      <a:pt x="1067" y="189"/>
                    </a:lnTo>
                    <a:lnTo>
                      <a:pt x="984" y="356"/>
                    </a:lnTo>
                    <a:lnTo>
                      <a:pt x="1046" y="544"/>
                    </a:lnTo>
                    <a:lnTo>
                      <a:pt x="942" y="524"/>
                    </a:lnTo>
                    <a:lnTo>
                      <a:pt x="900" y="356"/>
                    </a:lnTo>
                    <a:lnTo>
                      <a:pt x="858" y="356"/>
                    </a:lnTo>
                    <a:lnTo>
                      <a:pt x="837" y="503"/>
                    </a:lnTo>
                    <a:lnTo>
                      <a:pt x="753" y="503"/>
                    </a:lnTo>
                    <a:lnTo>
                      <a:pt x="795" y="607"/>
                    </a:lnTo>
                    <a:lnTo>
                      <a:pt x="753" y="712"/>
                    </a:lnTo>
                    <a:lnTo>
                      <a:pt x="649" y="712"/>
                    </a:lnTo>
                    <a:lnTo>
                      <a:pt x="586" y="816"/>
                    </a:lnTo>
                    <a:lnTo>
                      <a:pt x="419" y="775"/>
                    </a:lnTo>
                    <a:lnTo>
                      <a:pt x="335" y="837"/>
                    </a:lnTo>
                    <a:lnTo>
                      <a:pt x="251" y="816"/>
                    </a:lnTo>
                    <a:lnTo>
                      <a:pt x="0" y="963"/>
                    </a:lnTo>
                    <a:lnTo>
                      <a:pt x="21" y="1088"/>
                    </a:lnTo>
                    <a:lnTo>
                      <a:pt x="147" y="1235"/>
                    </a:lnTo>
                    <a:lnTo>
                      <a:pt x="230" y="1172"/>
                    </a:lnTo>
                    <a:lnTo>
                      <a:pt x="209" y="1088"/>
                    </a:lnTo>
                    <a:lnTo>
                      <a:pt x="251" y="1026"/>
                    </a:lnTo>
                    <a:lnTo>
                      <a:pt x="356" y="1130"/>
                    </a:lnTo>
                    <a:lnTo>
                      <a:pt x="314" y="1277"/>
                    </a:lnTo>
                    <a:lnTo>
                      <a:pt x="440" y="1381"/>
                    </a:lnTo>
                    <a:lnTo>
                      <a:pt x="523" y="1256"/>
                    </a:lnTo>
                    <a:lnTo>
                      <a:pt x="544" y="1340"/>
                    </a:lnTo>
                    <a:lnTo>
                      <a:pt x="523" y="1423"/>
                    </a:lnTo>
                    <a:lnTo>
                      <a:pt x="649" y="1591"/>
                    </a:lnTo>
                    <a:lnTo>
                      <a:pt x="753" y="1612"/>
                    </a:lnTo>
                    <a:lnTo>
                      <a:pt x="795" y="1779"/>
                    </a:lnTo>
                    <a:lnTo>
                      <a:pt x="879" y="1863"/>
                    </a:lnTo>
                    <a:lnTo>
                      <a:pt x="963" y="1716"/>
                    </a:lnTo>
                    <a:lnTo>
                      <a:pt x="984" y="1821"/>
                    </a:lnTo>
                    <a:lnTo>
                      <a:pt x="1109" y="1946"/>
                    </a:lnTo>
                    <a:lnTo>
                      <a:pt x="1214" y="1925"/>
                    </a:lnTo>
                    <a:lnTo>
                      <a:pt x="1318" y="1925"/>
                    </a:lnTo>
                    <a:lnTo>
                      <a:pt x="1423" y="1821"/>
                    </a:lnTo>
                    <a:lnTo>
                      <a:pt x="1507" y="1800"/>
                    </a:lnTo>
                    <a:lnTo>
                      <a:pt x="1632" y="1695"/>
                    </a:lnTo>
                    <a:lnTo>
                      <a:pt x="1695" y="1800"/>
                    </a:lnTo>
                    <a:lnTo>
                      <a:pt x="1737" y="1758"/>
                    </a:lnTo>
                    <a:lnTo>
                      <a:pt x="1925" y="1653"/>
                    </a:lnTo>
                    <a:lnTo>
                      <a:pt x="1925" y="1549"/>
                    </a:lnTo>
                    <a:lnTo>
                      <a:pt x="1800" y="1591"/>
                    </a:lnTo>
                    <a:lnTo>
                      <a:pt x="1716" y="1507"/>
                    </a:lnTo>
                    <a:lnTo>
                      <a:pt x="1841" y="1277"/>
                    </a:lnTo>
                    <a:lnTo>
                      <a:pt x="1883" y="1151"/>
                    </a:lnTo>
                    <a:lnTo>
                      <a:pt x="1737" y="1235"/>
                    </a:lnTo>
                    <a:lnTo>
                      <a:pt x="1674" y="1402"/>
                    </a:lnTo>
                    <a:lnTo>
                      <a:pt x="1674" y="1277"/>
                    </a:lnTo>
                    <a:lnTo>
                      <a:pt x="1737" y="1026"/>
                    </a:lnTo>
                    <a:lnTo>
                      <a:pt x="1695" y="649"/>
                    </a:lnTo>
                    <a:lnTo>
                      <a:pt x="1528" y="544"/>
                    </a:lnTo>
                    <a:lnTo>
                      <a:pt x="1528" y="419"/>
                    </a:lnTo>
                    <a:lnTo>
                      <a:pt x="1423" y="419"/>
                    </a:lnTo>
                    <a:lnTo>
                      <a:pt x="1360" y="524"/>
                    </a:lnTo>
                    <a:lnTo>
                      <a:pt x="1360" y="398"/>
                    </a:lnTo>
                    <a:lnTo>
                      <a:pt x="1423" y="314"/>
                    </a:lnTo>
                    <a:lnTo>
                      <a:pt x="1381" y="210"/>
                    </a:lnTo>
                    <a:lnTo>
                      <a:pt x="1402" y="105"/>
                    </a:lnTo>
                    <a:lnTo>
                      <a:pt x="14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Google Shape;9198;p128">
                <a:extLst>
                  <a:ext uri="{FF2B5EF4-FFF2-40B4-BE49-F238E27FC236}">
                    <a16:creationId xmlns:a16="http://schemas.microsoft.com/office/drawing/2014/main" id="{894974CB-89C1-B098-5FFA-AEB7F3CE6F08}"/>
                  </a:ext>
                </a:extLst>
              </p:cNvPr>
              <p:cNvSpPr/>
              <p:nvPr/>
            </p:nvSpPr>
            <p:spPr>
              <a:xfrm>
                <a:off x="2722750" y="1634775"/>
                <a:ext cx="145950" cy="133925"/>
              </a:xfrm>
              <a:custGeom>
                <a:avLst/>
                <a:gdLst/>
                <a:ahLst/>
                <a:cxnLst/>
                <a:rect l="l" t="t" r="r" b="b"/>
                <a:pathLst>
                  <a:path w="5838" h="5357" extrusionOk="0">
                    <a:moveTo>
                      <a:pt x="502" y="0"/>
                    </a:moveTo>
                    <a:lnTo>
                      <a:pt x="440" y="84"/>
                    </a:lnTo>
                    <a:lnTo>
                      <a:pt x="230" y="105"/>
                    </a:lnTo>
                    <a:lnTo>
                      <a:pt x="210" y="126"/>
                    </a:lnTo>
                    <a:lnTo>
                      <a:pt x="147" y="126"/>
                    </a:lnTo>
                    <a:lnTo>
                      <a:pt x="105" y="230"/>
                    </a:lnTo>
                    <a:lnTo>
                      <a:pt x="189" y="335"/>
                    </a:lnTo>
                    <a:lnTo>
                      <a:pt x="230" y="439"/>
                    </a:lnTo>
                    <a:lnTo>
                      <a:pt x="147" y="439"/>
                    </a:lnTo>
                    <a:lnTo>
                      <a:pt x="21" y="272"/>
                    </a:lnTo>
                    <a:lnTo>
                      <a:pt x="0" y="398"/>
                    </a:lnTo>
                    <a:lnTo>
                      <a:pt x="21" y="502"/>
                    </a:lnTo>
                    <a:lnTo>
                      <a:pt x="147" y="544"/>
                    </a:lnTo>
                    <a:lnTo>
                      <a:pt x="251" y="732"/>
                    </a:lnTo>
                    <a:lnTo>
                      <a:pt x="356" y="732"/>
                    </a:lnTo>
                    <a:lnTo>
                      <a:pt x="293" y="816"/>
                    </a:lnTo>
                    <a:lnTo>
                      <a:pt x="210" y="816"/>
                    </a:lnTo>
                    <a:lnTo>
                      <a:pt x="189" y="921"/>
                    </a:lnTo>
                    <a:lnTo>
                      <a:pt x="314" y="1109"/>
                    </a:lnTo>
                    <a:lnTo>
                      <a:pt x="440" y="1151"/>
                    </a:lnTo>
                    <a:lnTo>
                      <a:pt x="419" y="1235"/>
                    </a:lnTo>
                    <a:lnTo>
                      <a:pt x="398" y="1172"/>
                    </a:lnTo>
                    <a:lnTo>
                      <a:pt x="210" y="1151"/>
                    </a:lnTo>
                    <a:lnTo>
                      <a:pt x="210" y="1235"/>
                    </a:lnTo>
                    <a:lnTo>
                      <a:pt x="147" y="1255"/>
                    </a:lnTo>
                    <a:lnTo>
                      <a:pt x="105" y="1360"/>
                    </a:lnTo>
                    <a:lnTo>
                      <a:pt x="251" y="1276"/>
                    </a:lnTo>
                    <a:lnTo>
                      <a:pt x="335" y="1360"/>
                    </a:lnTo>
                    <a:lnTo>
                      <a:pt x="523" y="1276"/>
                    </a:lnTo>
                    <a:lnTo>
                      <a:pt x="544" y="1360"/>
                    </a:lnTo>
                    <a:lnTo>
                      <a:pt x="649" y="1381"/>
                    </a:lnTo>
                    <a:lnTo>
                      <a:pt x="670" y="1465"/>
                    </a:lnTo>
                    <a:lnTo>
                      <a:pt x="837" y="1590"/>
                    </a:lnTo>
                    <a:lnTo>
                      <a:pt x="879" y="1590"/>
                    </a:lnTo>
                    <a:lnTo>
                      <a:pt x="879" y="1527"/>
                    </a:lnTo>
                    <a:lnTo>
                      <a:pt x="942" y="1548"/>
                    </a:lnTo>
                    <a:lnTo>
                      <a:pt x="1046" y="1486"/>
                    </a:lnTo>
                    <a:lnTo>
                      <a:pt x="1130" y="1527"/>
                    </a:lnTo>
                    <a:lnTo>
                      <a:pt x="1151" y="1590"/>
                    </a:lnTo>
                    <a:lnTo>
                      <a:pt x="1130" y="1674"/>
                    </a:lnTo>
                    <a:lnTo>
                      <a:pt x="1130" y="1883"/>
                    </a:lnTo>
                    <a:lnTo>
                      <a:pt x="1067" y="2051"/>
                    </a:lnTo>
                    <a:lnTo>
                      <a:pt x="1067" y="2113"/>
                    </a:lnTo>
                    <a:lnTo>
                      <a:pt x="1151" y="2260"/>
                    </a:lnTo>
                    <a:lnTo>
                      <a:pt x="1088" y="2385"/>
                    </a:lnTo>
                    <a:lnTo>
                      <a:pt x="1088" y="2469"/>
                    </a:lnTo>
                    <a:lnTo>
                      <a:pt x="1067" y="2595"/>
                    </a:lnTo>
                    <a:lnTo>
                      <a:pt x="879" y="2699"/>
                    </a:lnTo>
                    <a:lnTo>
                      <a:pt x="754" y="2741"/>
                    </a:lnTo>
                    <a:lnTo>
                      <a:pt x="733" y="2825"/>
                    </a:lnTo>
                    <a:lnTo>
                      <a:pt x="628" y="2992"/>
                    </a:lnTo>
                    <a:lnTo>
                      <a:pt x="628" y="3055"/>
                    </a:lnTo>
                    <a:lnTo>
                      <a:pt x="523" y="3118"/>
                    </a:lnTo>
                    <a:lnTo>
                      <a:pt x="461" y="3222"/>
                    </a:lnTo>
                    <a:lnTo>
                      <a:pt x="461" y="3348"/>
                    </a:lnTo>
                    <a:lnTo>
                      <a:pt x="544" y="3369"/>
                    </a:lnTo>
                    <a:lnTo>
                      <a:pt x="544" y="3452"/>
                    </a:lnTo>
                    <a:lnTo>
                      <a:pt x="440" y="3473"/>
                    </a:lnTo>
                    <a:lnTo>
                      <a:pt x="419" y="3578"/>
                    </a:lnTo>
                    <a:lnTo>
                      <a:pt x="461" y="3641"/>
                    </a:lnTo>
                    <a:lnTo>
                      <a:pt x="398" y="3745"/>
                    </a:lnTo>
                    <a:lnTo>
                      <a:pt x="356" y="3850"/>
                    </a:lnTo>
                    <a:lnTo>
                      <a:pt x="419" y="3955"/>
                    </a:lnTo>
                    <a:lnTo>
                      <a:pt x="502" y="3976"/>
                    </a:lnTo>
                    <a:lnTo>
                      <a:pt x="502" y="4059"/>
                    </a:lnTo>
                    <a:lnTo>
                      <a:pt x="565" y="4143"/>
                    </a:lnTo>
                    <a:lnTo>
                      <a:pt x="628" y="4143"/>
                    </a:lnTo>
                    <a:lnTo>
                      <a:pt x="649" y="4038"/>
                    </a:lnTo>
                    <a:lnTo>
                      <a:pt x="670" y="3955"/>
                    </a:lnTo>
                    <a:lnTo>
                      <a:pt x="733" y="3996"/>
                    </a:lnTo>
                    <a:lnTo>
                      <a:pt x="774" y="3996"/>
                    </a:lnTo>
                    <a:lnTo>
                      <a:pt x="879" y="3871"/>
                    </a:lnTo>
                    <a:lnTo>
                      <a:pt x="942" y="3892"/>
                    </a:lnTo>
                    <a:lnTo>
                      <a:pt x="879" y="4059"/>
                    </a:lnTo>
                    <a:lnTo>
                      <a:pt x="774" y="4080"/>
                    </a:lnTo>
                    <a:lnTo>
                      <a:pt x="754" y="4143"/>
                    </a:lnTo>
                    <a:lnTo>
                      <a:pt x="816" y="4185"/>
                    </a:lnTo>
                    <a:lnTo>
                      <a:pt x="816" y="4268"/>
                    </a:lnTo>
                    <a:lnTo>
                      <a:pt x="921" y="4394"/>
                    </a:lnTo>
                    <a:lnTo>
                      <a:pt x="1026" y="4352"/>
                    </a:lnTo>
                    <a:lnTo>
                      <a:pt x="1067" y="4394"/>
                    </a:lnTo>
                    <a:lnTo>
                      <a:pt x="1193" y="4415"/>
                    </a:lnTo>
                    <a:lnTo>
                      <a:pt x="1256" y="4352"/>
                    </a:lnTo>
                    <a:lnTo>
                      <a:pt x="1402" y="4310"/>
                    </a:lnTo>
                    <a:lnTo>
                      <a:pt x="1381" y="4164"/>
                    </a:lnTo>
                    <a:lnTo>
                      <a:pt x="1465" y="4164"/>
                    </a:lnTo>
                    <a:lnTo>
                      <a:pt x="1507" y="4101"/>
                    </a:lnTo>
                    <a:lnTo>
                      <a:pt x="1507" y="4185"/>
                    </a:lnTo>
                    <a:lnTo>
                      <a:pt x="1486" y="4206"/>
                    </a:lnTo>
                    <a:lnTo>
                      <a:pt x="1507" y="4310"/>
                    </a:lnTo>
                    <a:lnTo>
                      <a:pt x="1570" y="4289"/>
                    </a:lnTo>
                    <a:lnTo>
                      <a:pt x="1653" y="4143"/>
                    </a:lnTo>
                    <a:lnTo>
                      <a:pt x="1695" y="4080"/>
                    </a:lnTo>
                    <a:lnTo>
                      <a:pt x="1716" y="4143"/>
                    </a:lnTo>
                    <a:lnTo>
                      <a:pt x="1695" y="4268"/>
                    </a:lnTo>
                    <a:lnTo>
                      <a:pt x="1570" y="4478"/>
                    </a:lnTo>
                    <a:lnTo>
                      <a:pt x="1486" y="4520"/>
                    </a:lnTo>
                    <a:lnTo>
                      <a:pt x="1486" y="4624"/>
                    </a:lnTo>
                    <a:lnTo>
                      <a:pt x="1611" y="4666"/>
                    </a:lnTo>
                    <a:lnTo>
                      <a:pt x="1695" y="4729"/>
                    </a:lnTo>
                    <a:lnTo>
                      <a:pt x="1800" y="4729"/>
                    </a:lnTo>
                    <a:lnTo>
                      <a:pt x="1821" y="4771"/>
                    </a:lnTo>
                    <a:lnTo>
                      <a:pt x="1967" y="4792"/>
                    </a:lnTo>
                    <a:lnTo>
                      <a:pt x="1988" y="4708"/>
                    </a:lnTo>
                    <a:lnTo>
                      <a:pt x="2114" y="4708"/>
                    </a:lnTo>
                    <a:lnTo>
                      <a:pt x="2072" y="4771"/>
                    </a:lnTo>
                    <a:lnTo>
                      <a:pt x="2093" y="4833"/>
                    </a:lnTo>
                    <a:lnTo>
                      <a:pt x="2176" y="4833"/>
                    </a:lnTo>
                    <a:lnTo>
                      <a:pt x="2239" y="4917"/>
                    </a:lnTo>
                    <a:lnTo>
                      <a:pt x="2323" y="4875"/>
                    </a:lnTo>
                    <a:lnTo>
                      <a:pt x="2302" y="4792"/>
                    </a:lnTo>
                    <a:lnTo>
                      <a:pt x="2281" y="4708"/>
                    </a:lnTo>
                    <a:lnTo>
                      <a:pt x="2344" y="4603"/>
                    </a:lnTo>
                    <a:lnTo>
                      <a:pt x="2386" y="4687"/>
                    </a:lnTo>
                    <a:lnTo>
                      <a:pt x="2344" y="4792"/>
                    </a:lnTo>
                    <a:lnTo>
                      <a:pt x="2386" y="4917"/>
                    </a:lnTo>
                    <a:lnTo>
                      <a:pt x="2448" y="4917"/>
                    </a:lnTo>
                    <a:lnTo>
                      <a:pt x="2490" y="4792"/>
                    </a:lnTo>
                    <a:lnTo>
                      <a:pt x="2532" y="4729"/>
                    </a:lnTo>
                    <a:lnTo>
                      <a:pt x="2616" y="4708"/>
                    </a:lnTo>
                    <a:lnTo>
                      <a:pt x="2616" y="4792"/>
                    </a:lnTo>
                    <a:lnTo>
                      <a:pt x="2553" y="4833"/>
                    </a:lnTo>
                    <a:lnTo>
                      <a:pt x="2553" y="4917"/>
                    </a:lnTo>
                    <a:lnTo>
                      <a:pt x="2720" y="4917"/>
                    </a:lnTo>
                    <a:lnTo>
                      <a:pt x="2804" y="4875"/>
                    </a:lnTo>
                    <a:lnTo>
                      <a:pt x="2867" y="4687"/>
                    </a:lnTo>
                    <a:lnTo>
                      <a:pt x="2909" y="4792"/>
                    </a:lnTo>
                    <a:lnTo>
                      <a:pt x="2846" y="4833"/>
                    </a:lnTo>
                    <a:lnTo>
                      <a:pt x="2846" y="4938"/>
                    </a:lnTo>
                    <a:lnTo>
                      <a:pt x="2971" y="4917"/>
                    </a:lnTo>
                    <a:lnTo>
                      <a:pt x="3013" y="4771"/>
                    </a:lnTo>
                    <a:lnTo>
                      <a:pt x="3055" y="4687"/>
                    </a:lnTo>
                    <a:lnTo>
                      <a:pt x="3055" y="4687"/>
                    </a:lnTo>
                    <a:lnTo>
                      <a:pt x="3034" y="4917"/>
                    </a:lnTo>
                    <a:lnTo>
                      <a:pt x="3055" y="5001"/>
                    </a:lnTo>
                    <a:lnTo>
                      <a:pt x="3160" y="5001"/>
                    </a:lnTo>
                    <a:lnTo>
                      <a:pt x="3327" y="5105"/>
                    </a:lnTo>
                    <a:lnTo>
                      <a:pt x="3432" y="5043"/>
                    </a:lnTo>
                    <a:lnTo>
                      <a:pt x="3495" y="5022"/>
                    </a:lnTo>
                    <a:lnTo>
                      <a:pt x="3536" y="5105"/>
                    </a:lnTo>
                    <a:lnTo>
                      <a:pt x="3662" y="5084"/>
                    </a:lnTo>
                    <a:lnTo>
                      <a:pt x="3746" y="5022"/>
                    </a:lnTo>
                    <a:lnTo>
                      <a:pt x="3746" y="4896"/>
                    </a:lnTo>
                    <a:lnTo>
                      <a:pt x="3850" y="4792"/>
                    </a:lnTo>
                    <a:lnTo>
                      <a:pt x="3892" y="4729"/>
                    </a:lnTo>
                    <a:lnTo>
                      <a:pt x="3850" y="4603"/>
                    </a:lnTo>
                    <a:lnTo>
                      <a:pt x="3871" y="4520"/>
                    </a:lnTo>
                    <a:lnTo>
                      <a:pt x="3913" y="4520"/>
                    </a:lnTo>
                    <a:lnTo>
                      <a:pt x="3955" y="4666"/>
                    </a:lnTo>
                    <a:lnTo>
                      <a:pt x="3997" y="4687"/>
                    </a:lnTo>
                    <a:lnTo>
                      <a:pt x="3997" y="4729"/>
                    </a:lnTo>
                    <a:lnTo>
                      <a:pt x="3913" y="4812"/>
                    </a:lnTo>
                    <a:lnTo>
                      <a:pt x="3871" y="4980"/>
                    </a:lnTo>
                    <a:lnTo>
                      <a:pt x="3892" y="5210"/>
                    </a:lnTo>
                    <a:lnTo>
                      <a:pt x="3997" y="5252"/>
                    </a:lnTo>
                    <a:lnTo>
                      <a:pt x="4101" y="5210"/>
                    </a:lnTo>
                    <a:lnTo>
                      <a:pt x="4122" y="5315"/>
                    </a:lnTo>
                    <a:lnTo>
                      <a:pt x="4227" y="5315"/>
                    </a:lnTo>
                    <a:lnTo>
                      <a:pt x="4269" y="5357"/>
                    </a:lnTo>
                    <a:lnTo>
                      <a:pt x="4373" y="5357"/>
                    </a:lnTo>
                    <a:lnTo>
                      <a:pt x="4583" y="5231"/>
                    </a:lnTo>
                    <a:lnTo>
                      <a:pt x="4687" y="5210"/>
                    </a:lnTo>
                    <a:lnTo>
                      <a:pt x="4855" y="5315"/>
                    </a:lnTo>
                    <a:lnTo>
                      <a:pt x="4938" y="5294"/>
                    </a:lnTo>
                    <a:lnTo>
                      <a:pt x="5022" y="5336"/>
                    </a:lnTo>
                    <a:lnTo>
                      <a:pt x="5064" y="5252"/>
                    </a:lnTo>
                    <a:lnTo>
                      <a:pt x="5064" y="5210"/>
                    </a:lnTo>
                    <a:lnTo>
                      <a:pt x="5147" y="5084"/>
                    </a:lnTo>
                    <a:lnTo>
                      <a:pt x="5231" y="5043"/>
                    </a:lnTo>
                    <a:lnTo>
                      <a:pt x="5231" y="5001"/>
                    </a:lnTo>
                    <a:lnTo>
                      <a:pt x="5168" y="4875"/>
                    </a:lnTo>
                    <a:lnTo>
                      <a:pt x="5168" y="4729"/>
                    </a:lnTo>
                    <a:lnTo>
                      <a:pt x="5231" y="4812"/>
                    </a:lnTo>
                    <a:lnTo>
                      <a:pt x="5231" y="4896"/>
                    </a:lnTo>
                    <a:lnTo>
                      <a:pt x="5336" y="5022"/>
                    </a:lnTo>
                    <a:lnTo>
                      <a:pt x="5378" y="4938"/>
                    </a:lnTo>
                    <a:lnTo>
                      <a:pt x="5524" y="4938"/>
                    </a:lnTo>
                    <a:lnTo>
                      <a:pt x="5566" y="4980"/>
                    </a:lnTo>
                    <a:lnTo>
                      <a:pt x="5587" y="4896"/>
                    </a:lnTo>
                    <a:lnTo>
                      <a:pt x="5566" y="4792"/>
                    </a:lnTo>
                    <a:lnTo>
                      <a:pt x="5566" y="4708"/>
                    </a:lnTo>
                    <a:lnTo>
                      <a:pt x="5524" y="4666"/>
                    </a:lnTo>
                    <a:lnTo>
                      <a:pt x="5378" y="4687"/>
                    </a:lnTo>
                    <a:lnTo>
                      <a:pt x="5252" y="4708"/>
                    </a:lnTo>
                    <a:lnTo>
                      <a:pt x="5231" y="4603"/>
                    </a:lnTo>
                    <a:lnTo>
                      <a:pt x="5273" y="4582"/>
                    </a:lnTo>
                    <a:lnTo>
                      <a:pt x="5336" y="4603"/>
                    </a:lnTo>
                    <a:lnTo>
                      <a:pt x="5461" y="4561"/>
                    </a:lnTo>
                    <a:lnTo>
                      <a:pt x="5545" y="4457"/>
                    </a:lnTo>
                    <a:lnTo>
                      <a:pt x="5587" y="4520"/>
                    </a:lnTo>
                    <a:lnTo>
                      <a:pt x="5671" y="4499"/>
                    </a:lnTo>
                    <a:lnTo>
                      <a:pt x="5733" y="4394"/>
                    </a:lnTo>
                    <a:lnTo>
                      <a:pt x="5691" y="4310"/>
                    </a:lnTo>
                    <a:lnTo>
                      <a:pt x="5775" y="4206"/>
                    </a:lnTo>
                    <a:lnTo>
                      <a:pt x="5754" y="4143"/>
                    </a:lnTo>
                    <a:lnTo>
                      <a:pt x="5796" y="4143"/>
                    </a:lnTo>
                    <a:lnTo>
                      <a:pt x="5838" y="4080"/>
                    </a:lnTo>
                    <a:lnTo>
                      <a:pt x="5691" y="4038"/>
                    </a:lnTo>
                    <a:lnTo>
                      <a:pt x="5566" y="4059"/>
                    </a:lnTo>
                    <a:lnTo>
                      <a:pt x="5629" y="3976"/>
                    </a:lnTo>
                    <a:lnTo>
                      <a:pt x="5691" y="3955"/>
                    </a:lnTo>
                    <a:lnTo>
                      <a:pt x="5691" y="3850"/>
                    </a:lnTo>
                    <a:lnTo>
                      <a:pt x="5587" y="3766"/>
                    </a:lnTo>
                    <a:lnTo>
                      <a:pt x="5357" y="3766"/>
                    </a:lnTo>
                    <a:lnTo>
                      <a:pt x="5336" y="3724"/>
                    </a:lnTo>
                    <a:lnTo>
                      <a:pt x="5336" y="3641"/>
                    </a:lnTo>
                    <a:lnTo>
                      <a:pt x="5378" y="3620"/>
                    </a:lnTo>
                    <a:lnTo>
                      <a:pt x="5357" y="3515"/>
                    </a:lnTo>
                    <a:lnTo>
                      <a:pt x="5168" y="3348"/>
                    </a:lnTo>
                    <a:lnTo>
                      <a:pt x="5106" y="3348"/>
                    </a:lnTo>
                    <a:lnTo>
                      <a:pt x="5001" y="3432"/>
                    </a:lnTo>
                    <a:lnTo>
                      <a:pt x="4834" y="3432"/>
                    </a:lnTo>
                    <a:lnTo>
                      <a:pt x="4687" y="3452"/>
                    </a:lnTo>
                    <a:lnTo>
                      <a:pt x="4478" y="3327"/>
                    </a:lnTo>
                    <a:lnTo>
                      <a:pt x="4436" y="3243"/>
                    </a:lnTo>
                    <a:lnTo>
                      <a:pt x="4394" y="3222"/>
                    </a:lnTo>
                    <a:lnTo>
                      <a:pt x="4290" y="3264"/>
                    </a:lnTo>
                    <a:lnTo>
                      <a:pt x="4206" y="3264"/>
                    </a:lnTo>
                    <a:lnTo>
                      <a:pt x="4122" y="3306"/>
                    </a:lnTo>
                    <a:lnTo>
                      <a:pt x="4018" y="3306"/>
                    </a:lnTo>
                    <a:lnTo>
                      <a:pt x="3976" y="3411"/>
                    </a:lnTo>
                    <a:lnTo>
                      <a:pt x="3913" y="3348"/>
                    </a:lnTo>
                    <a:lnTo>
                      <a:pt x="3808" y="3264"/>
                    </a:lnTo>
                    <a:lnTo>
                      <a:pt x="3704" y="3327"/>
                    </a:lnTo>
                    <a:lnTo>
                      <a:pt x="3578" y="3348"/>
                    </a:lnTo>
                    <a:lnTo>
                      <a:pt x="3578" y="3411"/>
                    </a:lnTo>
                    <a:lnTo>
                      <a:pt x="3536" y="3452"/>
                    </a:lnTo>
                    <a:lnTo>
                      <a:pt x="3536" y="3369"/>
                    </a:lnTo>
                    <a:lnTo>
                      <a:pt x="3474" y="3327"/>
                    </a:lnTo>
                    <a:lnTo>
                      <a:pt x="3369" y="3348"/>
                    </a:lnTo>
                    <a:lnTo>
                      <a:pt x="3139" y="3327"/>
                    </a:lnTo>
                    <a:lnTo>
                      <a:pt x="3076" y="3348"/>
                    </a:lnTo>
                    <a:lnTo>
                      <a:pt x="3160" y="3432"/>
                    </a:lnTo>
                    <a:lnTo>
                      <a:pt x="3160" y="3536"/>
                    </a:lnTo>
                    <a:lnTo>
                      <a:pt x="3264" y="3620"/>
                    </a:lnTo>
                    <a:lnTo>
                      <a:pt x="3139" y="3578"/>
                    </a:lnTo>
                    <a:lnTo>
                      <a:pt x="3076" y="3515"/>
                    </a:lnTo>
                    <a:lnTo>
                      <a:pt x="3013" y="3473"/>
                    </a:lnTo>
                    <a:lnTo>
                      <a:pt x="2867" y="3536"/>
                    </a:lnTo>
                    <a:lnTo>
                      <a:pt x="2804" y="3473"/>
                    </a:lnTo>
                    <a:lnTo>
                      <a:pt x="2930" y="3432"/>
                    </a:lnTo>
                    <a:lnTo>
                      <a:pt x="2930" y="3348"/>
                    </a:lnTo>
                    <a:lnTo>
                      <a:pt x="2804" y="3222"/>
                    </a:lnTo>
                    <a:lnTo>
                      <a:pt x="2825" y="3139"/>
                    </a:lnTo>
                    <a:lnTo>
                      <a:pt x="2762" y="3097"/>
                    </a:lnTo>
                    <a:lnTo>
                      <a:pt x="2637" y="3160"/>
                    </a:lnTo>
                    <a:lnTo>
                      <a:pt x="2658" y="3243"/>
                    </a:lnTo>
                    <a:lnTo>
                      <a:pt x="2637" y="3306"/>
                    </a:lnTo>
                    <a:lnTo>
                      <a:pt x="2532" y="3264"/>
                    </a:lnTo>
                    <a:lnTo>
                      <a:pt x="2595" y="3201"/>
                    </a:lnTo>
                    <a:lnTo>
                      <a:pt x="2553" y="3139"/>
                    </a:lnTo>
                    <a:lnTo>
                      <a:pt x="2448" y="3097"/>
                    </a:lnTo>
                    <a:lnTo>
                      <a:pt x="2406" y="3139"/>
                    </a:lnTo>
                    <a:lnTo>
                      <a:pt x="2323" y="3139"/>
                    </a:lnTo>
                    <a:lnTo>
                      <a:pt x="2344" y="3034"/>
                    </a:lnTo>
                    <a:lnTo>
                      <a:pt x="2344" y="2992"/>
                    </a:lnTo>
                    <a:lnTo>
                      <a:pt x="2323" y="2888"/>
                    </a:lnTo>
                    <a:lnTo>
                      <a:pt x="2218" y="2908"/>
                    </a:lnTo>
                    <a:lnTo>
                      <a:pt x="2093" y="3034"/>
                    </a:lnTo>
                    <a:lnTo>
                      <a:pt x="2114" y="3160"/>
                    </a:lnTo>
                    <a:lnTo>
                      <a:pt x="2030" y="3160"/>
                    </a:lnTo>
                    <a:lnTo>
                      <a:pt x="1988" y="3055"/>
                    </a:lnTo>
                    <a:lnTo>
                      <a:pt x="2030" y="2992"/>
                    </a:lnTo>
                    <a:lnTo>
                      <a:pt x="2030" y="2908"/>
                    </a:lnTo>
                    <a:lnTo>
                      <a:pt x="2093" y="2720"/>
                    </a:lnTo>
                    <a:lnTo>
                      <a:pt x="2009" y="2636"/>
                    </a:lnTo>
                    <a:lnTo>
                      <a:pt x="1883" y="2699"/>
                    </a:lnTo>
                    <a:lnTo>
                      <a:pt x="1883" y="2636"/>
                    </a:lnTo>
                    <a:lnTo>
                      <a:pt x="1988" y="2616"/>
                    </a:lnTo>
                    <a:lnTo>
                      <a:pt x="2030" y="2490"/>
                    </a:lnTo>
                    <a:lnTo>
                      <a:pt x="2009" y="2385"/>
                    </a:lnTo>
                    <a:lnTo>
                      <a:pt x="1925" y="2427"/>
                    </a:lnTo>
                    <a:lnTo>
                      <a:pt x="1862" y="2385"/>
                    </a:lnTo>
                    <a:lnTo>
                      <a:pt x="1800" y="2427"/>
                    </a:lnTo>
                    <a:lnTo>
                      <a:pt x="1695" y="2427"/>
                    </a:lnTo>
                    <a:lnTo>
                      <a:pt x="1758" y="2385"/>
                    </a:lnTo>
                    <a:lnTo>
                      <a:pt x="1758" y="2323"/>
                    </a:lnTo>
                    <a:lnTo>
                      <a:pt x="1653" y="2323"/>
                    </a:lnTo>
                    <a:lnTo>
                      <a:pt x="1590" y="2406"/>
                    </a:lnTo>
                    <a:lnTo>
                      <a:pt x="1444" y="2427"/>
                    </a:lnTo>
                    <a:lnTo>
                      <a:pt x="1444" y="2364"/>
                    </a:lnTo>
                    <a:lnTo>
                      <a:pt x="1507" y="2323"/>
                    </a:lnTo>
                    <a:lnTo>
                      <a:pt x="1570" y="2218"/>
                    </a:lnTo>
                    <a:lnTo>
                      <a:pt x="1590" y="2155"/>
                    </a:lnTo>
                    <a:lnTo>
                      <a:pt x="1674" y="2155"/>
                    </a:lnTo>
                    <a:lnTo>
                      <a:pt x="1779" y="2260"/>
                    </a:lnTo>
                    <a:lnTo>
                      <a:pt x="1925" y="2260"/>
                    </a:lnTo>
                    <a:lnTo>
                      <a:pt x="1904" y="2197"/>
                    </a:lnTo>
                    <a:lnTo>
                      <a:pt x="1800" y="2071"/>
                    </a:lnTo>
                    <a:lnTo>
                      <a:pt x="1695" y="2071"/>
                    </a:lnTo>
                    <a:lnTo>
                      <a:pt x="1758" y="2009"/>
                    </a:lnTo>
                    <a:lnTo>
                      <a:pt x="1611" y="1883"/>
                    </a:lnTo>
                    <a:lnTo>
                      <a:pt x="1507" y="1841"/>
                    </a:lnTo>
                    <a:lnTo>
                      <a:pt x="1570" y="1799"/>
                    </a:lnTo>
                    <a:lnTo>
                      <a:pt x="1590" y="1737"/>
                    </a:lnTo>
                    <a:lnTo>
                      <a:pt x="1653" y="1737"/>
                    </a:lnTo>
                    <a:lnTo>
                      <a:pt x="1695" y="1841"/>
                    </a:lnTo>
                    <a:lnTo>
                      <a:pt x="1800" y="1967"/>
                    </a:lnTo>
                    <a:lnTo>
                      <a:pt x="1967" y="1988"/>
                    </a:lnTo>
                    <a:lnTo>
                      <a:pt x="2030" y="2092"/>
                    </a:lnTo>
                    <a:lnTo>
                      <a:pt x="2114" y="2009"/>
                    </a:lnTo>
                    <a:lnTo>
                      <a:pt x="2176" y="2092"/>
                    </a:lnTo>
                    <a:lnTo>
                      <a:pt x="2344" y="2155"/>
                    </a:lnTo>
                    <a:lnTo>
                      <a:pt x="2448" y="2155"/>
                    </a:lnTo>
                    <a:lnTo>
                      <a:pt x="2511" y="2051"/>
                    </a:lnTo>
                    <a:lnTo>
                      <a:pt x="2490" y="1904"/>
                    </a:lnTo>
                    <a:lnTo>
                      <a:pt x="2239" y="1758"/>
                    </a:lnTo>
                    <a:lnTo>
                      <a:pt x="2134" y="1653"/>
                    </a:lnTo>
                    <a:lnTo>
                      <a:pt x="2072" y="1653"/>
                    </a:lnTo>
                    <a:lnTo>
                      <a:pt x="2030" y="1548"/>
                    </a:lnTo>
                    <a:lnTo>
                      <a:pt x="1925" y="1444"/>
                    </a:lnTo>
                    <a:lnTo>
                      <a:pt x="1883" y="1444"/>
                    </a:lnTo>
                    <a:lnTo>
                      <a:pt x="1821" y="1381"/>
                    </a:lnTo>
                    <a:lnTo>
                      <a:pt x="1883" y="1318"/>
                    </a:lnTo>
                    <a:lnTo>
                      <a:pt x="1967" y="1339"/>
                    </a:lnTo>
                    <a:lnTo>
                      <a:pt x="2030" y="1444"/>
                    </a:lnTo>
                    <a:lnTo>
                      <a:pt x="2114" y="1444"/>
                    </a:lnTo>
                    <a:lnTo>
                      <a:pt x="2134" y="1548"/>
                    </a:lnTo>
                    <a:lnTo>
                      <a:pt x="2197" y="1548"/>
                    </a:lnTo>
                    <a:lnTo>
                      <a:pt x="2239" y="1465"/>
                    </a:lnTo>
                    <a:lnTo>
                      <a:pt x="2197" y="1276"/>
                    </a:lnTo>
                    <a:lnTo>
                      <a:pt x="2072" y="1130"/>
                    </a:lnTo>
                    <a:lnTo>
                      <a:pt x="1988" y="1130"/>
                    </a:lnTo>
                    <a:lnTo>
                      <a:pt x="1967" y="1109"/>
                    </a:lnTo>
                    <a:lnTo>
                      <a:pt x="1821" y="1109"/>
                    </a:lnTo>
                    <a:lnTo>
                      <a:pt x="1695" y="1172"/>
                    </a:lnTo>
                    <a:lnTo>
                      <a:pt x="1590" y="1172"/>
                    </a:lnTo>
                    <a:lnTo>
                      <a:pt x="1486" y="1109"/>
                    </a:lnTo>
                    <a:lnTo>
                      <a:pt x="1402" y="1130"/>
                    </a:lnTo>
                    <a:lnTo>
                      <a:pt x="1360" y="1025"/>
                    </a:lnTo>
                    <a:lnTo>
                      <a:pt x="1235" y="1214"/>
                    </a:lnTo>
                    <a:lnTo>
                      <a:pt x="1067" y="1276"/>
                    </a:lnTo>
                    <a:lnTo>
                      <a:pt x="1046" y="1381"/>
                    </a:lnTo>
                    <a:lnTo>
                      <a:pt x="963" y="1423"/>
                    </a:lnTo>
                    <a:lnTo>
                      <a:pt x="963" y="1339"/>
                    </a:lnTo>
                    <a:lnTo>
                      <a:pt x="1046" y="1235"/>
                    </a:lnTo>
                    <a:lnTo>
                      <a:pt x="1088" y="1235"/>
                    </a:lnTo>
                    <a:lnTo>
                      <a:pt x="1339" y="1004"/>
                    </a:lnTo>
                    <a:lnTo>
                      <a:pt x="1360" y="921"/>
                    </a:lnTo>
                    <a:lnTo>
                      <a:pt x="1298" y="816"/>
                    </a:lnTo>
                    <a:lnTo>
                      <a:pt x="1298" y="544"/>
                    </a:lnTo>
                    <a:lnTo>
                      <a:pt x="1339" y="523"/>
                    </a:lnTo>
                    <a:lnTo>
                      <a:pt x="1256" y="419"/>
                    </a:lnTo>
                    <a:lnTo>
                      <a:pt x="1193" y="481"/>
                    </a:lnTo>
                    <a:lnTo>
                      <a:pt x="1088" y="481"/>
                    </a:lnTo>
                    <a:lnTo>
                      <a:pt x="1026" y="419"/>
                    </a:lnTo>
                    <a:lnTo>
                      <a:pt x="1026" y="314"/>
                    </a:lnTo>
                    <a:lnTo>
                      <a:pt x="1026" y="230"/>
                    </a:lnTo>
                    <a:lnTo>
                      <a:pt x="816" y="188"/>
                    </a:lnTo>
                    <a:lnTo>
                      <a:pt x="733" y="84"/>
                    </a:lnTo>
                    <a:lnTo>
                      <a:pt x="628" y="84"/>
                    </a:lnTo>
                    <a:lnTo>
                      <a:pt x="5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Google Shape;9199;p128">
                <a:extLst>
                  <a:ext uri="{FF2B5EF4-FFF2-40B4-BE49-F238E27FC236}">
                    <a16:creationId xmlns:a16="http://schemas.microsoft.com/office/drawing/2014/main" id="{081DECE6-60F9-16C2-8FA1-2472A3795C7D}"/>
                  </a:ext>
                </a:extLst>
              </p:cNvPr>
              <p:cNvSpPr/>
              <p:nvPr/>
            </p:nvSpPr>
            <p:spPr>
              <a:xfrm>
                <a:off x="2687175" y="1694400"/>
                <a:ext cx="33500" cy="37675"/>
              </a:xfrm>
              <a:custGeom>
                <a:avLst/>
                <a:gdLst/>
                <a:ahLst/>
                <a:cxnLst/>
                <a:rect l="l" t="t" r="r" b="b"/>
                <a:pathLst>
                  <a:path w="1340" h="1507" extrusionOk="0">
                    <a:moveTo>
                      <a:pt x="796" y="0"/>
                    </a:moveTo>
                    <a:lnTo>
                      <a:pt x="670" y="21"/>
                    </a:lnTo>
                    <a:lnTo>
                      <a:pt x="607" y="84"/>
                    </a:lnTo>
                    <a:lnTo>
                      <a:pt x="691" y="147"/>
                    </a:lnTo>
                    <a:lnTo>
                      <a:pt x="691" y="231"/>
                    </a:lnTo>
                    <a:lnTo>
                      <a:pt x="628" y="210"/>
                    </a:lnTo>
                    <a:lnTo>
                      <a:pt x="565" y="147"/>
                    </a:lnTo>
                    <a:lnTo>
                      <a:pt x="461" y="126"/>
                    </a:lnTo>
                    <a:lnTo>
                      <a:pt x="419" y="210"/>
                    </a:lnTo>
                    <a:lnTo>
                      <a:pt x="524" y="210"/>
                    </a:lnTo>
                    <a:lnTo>
                      <a:pt x="565" y="251"/>
                    </a:lnTo>
                    <a:lnTo>
                      <a:pt x="524" y="293"/>
                    </a:lnTo>
                    <a:lnTo>
                      <a:pt x="398" y="314"/>
                    </a:lnTo>
                    <a:lnTo>
                      <a:pt x="356" y="335"/>
                    </a:lnTo>
                    <a:lnTo>
                      <a:pt x="398" y="440"/>
                    </a:lnTo>
                    <a:lnTo>
                      <a:pt x="419" y="461"/>
                    </a:lnTo>
                    <a:lnTo>
                      <a:pt x="419" y="523"/>
                    </a:lnTo>
                    <a:lnTo>
                      <a:pt x="293" y="461"/>
                    </a:lnTo>
                    <a:lnTo>
                      <a:pt x="168" y="503"/>
                    </a:lnTo>
                    <a:lnTo>
                      <a:pt x="84" y="565"/>
                    </a:lnTo>
                    <a:lnTo>
                      <a:pt x="42" y="712"/>
                    </a:lnTo>
                    <a:lnTo>
                      <a:pt x="0" y="733"/>
                    </a:lnTo>
                    <a:lnTo>
                      <a:pt x="0" y="754"/>
                    </a:lnTo>
                    <a:lnTo>
                      <a:pt x="63" y="754"/>
                    </a:lnTo>
                    <a:lnTo>
                      <a:pt x="42" y="837"/>
                    </a:lnTo>
                    <a:lnTo>
                      <a:pt x="42" y="879"/>
                    </a:lnTo>
                    <a:lnTo>
                      <a:pt x="63" y="921"/>
                    </a:lnTo>
                    <a:lnTo>
                      <a:pt x="147" y="816"/>
                    </a:lnTo>
                    <a:lnTo>
                      <a:pt x="168" y="837"/>
                    </a:lnTo>
                    <a:lnTo>
                      <a:pt x="105" y="963"/>
                    </a:lnTo>
                    <a:lnTo>
                      <a:pt x="147" y="1026"/>
                    </a:lnTo>
                    <a:lnTo>
                      <a:pt x="210" y="1067"/>
                    </a:lnTo>
                    <a:lnTo>
                      <a:pt x="272" y="1047"/>
                    </a:lnTo>
                    <a:lnTo>
                      <a:pt x="293" y="1067"/>
                    </a:lnTo>
                    <a:lnTo>
                      <a:pt x="314" y="1151"/>
                    </a:lnTo>
                    <a:lnTo>
                      <a:pt x="356" y="1151"/>
                    </a:lnTo>
                    <a:lnTo>
                      <a:pt x="398" y="1088"/>
                    </a:lnTo>
                    <a:lnTo>
                      <a:pt x="461" y="1130"/>
                    </a:lnTo>
                    <a:lnTo>
                      <a:pt x="461" y="1256"/>
                    </a:lnTo>
                    <a:lnTo>
                      <a:pt x="482" y="1298"/>
                    </a:lnTo>
                    <a:lnTo>
                      <a:pt x="586" y="1277"/>
                    </a:lnTo>
                    <a:lnTo>
                      <a:pt x="607" y="1402"/>
                    </a:lnTo>
                    <a:lnTo>
                      <a:pt x="712" y="1402"/>
                    </a:lnTo>
                    <a:lnTo>
                      <a:pt x="837" y="1486"/>
                    </a:lnTo>
                    <a:lnTo>
                      <a:pt x="942" y="1486"/>
                    </a:lnTo>
                    <a:lnTo>
                      <a:pt x="1005" y="1507"/>
                    </a:lnTo>
                    <a:lnTo>
                      <a:pt x="1026" y="1486"/>
                    </a:lnTo>
                    <a:lnTo>
                      <a:pt x="1005" y="1402"/>
                    </a:lnTo>
                    <a:lnTo>
                      <a:pt x="1088" y="1381"/>
                    </a:lnTo>
                    <a:lnTo>
                      <a:pt x="1151" y="1235"/>
                    </a:lnTo>
                    <a:lnTo>
                      <a:pt x="1130" y="1088"/>
                    </a:lnTo>
                    <a:lnTo>
                      <a:pt x="1214" y="942"/>
                    </a:lnTo>
                    <a:lnTo>
                      <a:pt x="1235" y="921"/>
                    </a:lnTo>
                    <a:lnTo>
                      <a:pt x="1319" y="712"/>
                    </a:lnTo>
                    <a:lnTo>
                      <a:pt x="1319" y="565"/>
                    </a:lnTo>
                    <a:lnTo>
                      <a:pt x="1340" y="523"/>
                    </a:lnTo>
                    <a:lnTo>
                      <a:pt x="1319" y="419"/>
                    </a:lnTo>
                    <a:lnTo>
                      <a:pt x="1235" y="335"/>
                    </a:lnTo>
                    <a:lnTo>
                      <a:pt x="1235" y="210"/>
                    </a:lnTo>
                    <a:lnTo>
                      <a:pt x="1193" y="147"/>
                    </a:lnTo>
                    <a:lnTo>
                      <a:pt x="1151" y="42"/>
                    </a:lnTo>
                    <a:lnTo>
                      <a:pt x="1005" y="0"/>
                    </a:lnTo>
                    <a:lnTo>
                      <a:pt x="900" y="42"/>
                    </a:lnTo>
                    <a:lnTo>
                      <a:pt x="7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Google Shape;9200;p128">
                <a:extLst>
                  <a:ext uri="{FF2B5EF4-FFF2-40B4-BE49-F238E27FC236}">
                    <a16:creationId xmlns:a16="http://schemas.microsoft.com/office/drawing/2014/main" id="{5949F039-93DE-9480-C6E0-24BCBCD19D74}"/>
                  </a:ext>
                </a:extLst>
              </p:cNvPr>
              <p:cNvSpPr/>
              <p:nvPr/>
            </p:nvSpPr>
            <p:spPr>
              <a:xfrm>
                <a:off x="2605050" y="1520200"/>
                <a:ext cx="42400" cy="26175"/>
              </a:xfrm>
              <a:custGeom>
                <a:avLst/>
                <a:gdLst/>
                <a:ahLst/>
                <a:cxnLst/>
                <a:rect l="l" t="t" r="r" b="b"/>
                <a:pathLst>
                  <a:path w="1696" h="1047" extrusionOk="0">
                    <a:moveTo>
                      <a:pt x="1570" y="1"/>
                    </a:moveTo>
                    <a:lnTo>
                      <a:pt x="1486" y="64"/>
                    </a:lnTo>
                    <a:lnTo>
                      <a:pt x="1256" y="64"/>
                    </a:lnTo>
                    <a:lnTo>
                      <a:pt x="1130" y="168"/>
                    </a:lnTo>
                    <a:lnTo>
                      <a:pt x="963" y="168"/>
                    </a:lnTo>
                    <a:lnTo>
                      <a:pt x="921" y="189"/>
                    </a:lnTo>
                    <a:lnTo>
                      <a:pt x="816" y="105"/>
                    </a:lnTo>
                    <a:lnTo>
                      <a:pt x="712" y="84"/>
                    </a:lnTo>
                    <a:lnTo>
                      <a:pt x="356" y="189"/>
                    </a:lnTo>
                    <a:lnTo>
                      <a:pt x="126" y="189"/>
                    </a:lnTo>
                    <a:lnTo>
                      <a:pt x="105" y="273"/>
                    </a:lnTo>
                    <a:lnTo>
                      <a:pt x="0" y="377"/>
                    </a:lnTo>
                    <a:lnTo>
                      <a:pt x="0" y="482"/>
                    </a:lnTo>
                    <a:lnTo>
                      <a:pt x="105" y="461"/>
                    </a:lnTo>
                    <a:lnTo>
                      <a:pt x="231" y="461"/>
                    </a:lnTo>
                    <a:lnTo>
                      <a:pt x="314" y="419"/>
                    </a:lnTo>
                    <a:lnTo>
                      <a:pt x="398" y="461"/>
                    </a:lnTo>
                    <a:lnTo>
                      <a:pt x="503" y="461"/>
                    </a:lnTo>
                    <a:lnTo>
                      <a:pt x="565" y="503"/>
                    </a:lnTo>
                    <a:lnTo>
                      <a:pt x="503" y="587"/>
                    </a:lnTo>
                    <a:lnTo>
                      <a:pt x="544" y="712"/>
                    </a:lnTo>
                    <a:lnTo>
                      <a:pt x="628" y="817"/>
                    </a:lnTo>
                    <a:lnTo>
                      <a:pt x="712" y="712"/>
                    </a:lnTo>
                    <a:lnTo>
                      <a:pt x="712" y="628"/>
                    </a:lnTo>
                    <a:lnTo>
                      <a:pt x="754" y="587"/>
                    </a:lnTo>
                    <a:lnTo>
                      <a:pt x="858" y="712"/>
                    </a:lnTo>
                    <a:lnTo>
                      <a:pt x="837" y="838"/>
                    </a:lnTo>
                    <a:lnTo>
                      <a:pt x="984" y="1005"/>
                    </a:lnTo>
                    <a:lnTo>
                      <a:pt x="1088" y="984"/>
                    </a:lnTo>
                    <a:lnTo>
                      <a:pt x="1151" y="1047"/>
                    </a:lnTo>
                    <a:lnTo>
                      <a:pt x="1360" y="1047"/>
                    </a:lnTo>
                    <a:lnTo>
                      <a:pt x="1465" y="942"/>
                    </a:lnTo>
                    <a:lnTo>
                      <a:pt x="1591" y="900"/>
                    </a:lnTo>
                    <a:lnTo>
                      <a:pt x="1674" y="670"/>
                    </a:lnTo>
                    <a:lnTo>
                      <a:pt x="1591" y="503"/>
                    </a:lnTo>
                    <a:lnTo>
                      <a:pt x="1695" y="356"/>
                    </a:lnTo>
                    <a:lnTo>
                      <a:pt x="1695" y="273"/>
                    </a:lnTo>
                    <a:lnTo>
                      <a:pt x="1612" y="147"/>
                    </a:lnTo>
                    <a:lnTo>
                      <a:pt x="1653" y="64"/>
                    </a:lnTo>
                    <a:lnTo>
                      <a:pt x="157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Google Shape;9201;p128">
                <a:extLst>
                  <a:ext uri="{FF2B5EF4-FFF2-40B4-BE49-F238E27FC236}">
                    <a16:creationId xmlns:a16="http://schemas.microsoft.com/office/drawing/2014/main" id="{57BA53A4-0681-116B-B34D-6E9F63200560}"/>
                  </a:ext>
                </a:extLst>
              </p:cNvPr>
              <p:cNvSpPr/>
              <p:nvPr/>
            </p:nvSpPr>
            <p:spPr>
              <a:xfrm>
                <a:off x="2443425" y="1547400"/>
                <a:ext cx="1098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4395" h="2428" extrusionOk="0">
                    <a:moveTo>
                      <a:pt x="4268" y="1"/>
                    </a:moveTo>
                    <a:lnTo>
                      <a:pt x="4185" y="43"/>
                    </a:lnTo>
                    <a:lnTo>
                      <a:pt x="4059" y="105"/>
                    </a:lnTo>
                    <a:lnTo>
                      <a:pt x="4059" y="252"/>
                    </a:lnTo>
                    <a:lnTo>
                      <a:pt x="4038" y="336"/>
                    </a:lnTo>
                    <a:lnTo>
                      <a:pt x="4059" y="377"/>
                    </a:lnTo>
                    <a:lnTo>
                      <a:pt x="3955" y="419"/>
                    </a:lnTo>
                    <a:lnTo>
                      <a:pt x="3934" y="315"/>
                    </a:lnTo>
                    <a:lnTo>
                      <a:pt x="3892" y="315"/>
                    </a:lnTo>
                    <a:lnTo>
                      <a:pt x="3871" y="377"/>
                    </a:lnTo>
                    <a:lnTo>
                      <a:pt x="3829" y="440"/>
                    </a:lnTo>
                    <a:lnTo>
                      <a:pt x="3766" y="357"/>
                    </a:lnTo>
                    <a:lnTo>
                      <a:pt x="3745" y="168"/>
                    </a:lnTo>
                    <a:lnTo>
                      <a:pt x="3641" y="64"/>
                    </a:lnTo>
                    <a:lnTo>
                      <a:pt x="3578" y="64"/>
                    </a:lnTo>
                    <a:lnTo>
                      <a:pt x="3557" y="126"/>
                    </a:lnTo>
                    <a:lnTo>
                      <a:pt x="3432" y="126"/>
                    </a:lnTo>
                    <a:lnTo>
                      <a:pt x="3306" y="64"/>
                    </a:lnTo>
                    <a:lnTo>
                      <a:pt x="3222" y="64"/>
                    </a:lnTo>
                    <a:lnTo>
                      <a:pt x="2992" y="43"/>
                    </a:lnTo>
                    <a:lnTo>
                      <a:pt x="2846" y="126"/>
                    </a:lnTo>
                    <a:lnTo>
                      <a:pt x="2804" y="231"/>
                    </a:lnTo>
                    <a:lnTo>
                      <a:pt x="2741" y="315"/>
                    </a:lnTo>
                    <a:lnTo>
                      <a:pt x="2699" y="273"/>
                    </a:lnTo>
                    <a:lnTo>
                      <a:pt x="2636" y="273"/>
                    </a:lnTo>
                    <a:lnTo>
                      <a:pt x="2364" y="482"/>
                    </a:lnTo>
                    <a:lnTo>
                      <a:pt x="2281" y="566"/>
                    </a:lnTo>
                    <a:lnTo>
                      <a:pt x="2197" y="566"/>
                    </a:lnTo>
                    <a:lnTo>
                      <a:pt x="2051" y="670"/>
                    </a:lnTo>
                    <a:lnTo>
                      <a:pt x="1946" y="691"/>
                    </a:lnTo>
                    <a:lnTo>
                      <a:pt x="1862" y="775"/>
                    </a:lnTo>
                    <a:lnTo>
                      <a:pt x="1841" y="859"/>
                    </a:lnTo>
                    <a:lnTo>
                      <a:pt x="1653" y="859"/>
                    </a:lnTo>
                    <a:lnTo>
                      <a:pt x="1590" y="880"/>
                    </a:lnTo>
                    <a:lnTo>
                      <a:pt x="1465" y="859"/>
                    </a:lnTo>
                    <a:lnTo>
                      <a:pt x="1423" y="901"/>
                    </a:lnTo>
                    <a:lnTo>
                      <a:pt x="1339" y="901"/>
                    </a:lnTo>
                    <a:lnTo>
                      <a:pt x="1151" y="1068"/>
                    </a:lnTo>
                    <a:lnTo>
                      <a:pt x="1025" y="1152"/>
                    </a:lnTo>
                    <a:lnTo>
                      <a:pt x="900" y="1089"/>
                    </a:lnTo>
                    <a:lnTo>
                      <a:pt x="795" y="1152"/>
                    </a:lnTo>
                    <a:lnTo>
                      <a:pt x="523" y="1193"/>
                    </a:lnTo>
                    <a:lnTo>
                      <a:pt x="398" y="1382"/>
                    </a:lnTo>
                    <a:lnTo>
                      <a:pt x="314" y="1382"/>
                    </a:lnTo>
                    <a:lnTo>
                      <a:pt x="167" y="1403"/>
                    </a:lnTo>
                    <a:lnTo>
                      <a:pt x="105" y="1528"/>
                    </a:lnTo>
                    <a:lnTo>
                      <a:pt x="209" y="1528"/>
                    </a:lnTo>
                    <a:lnTo>
                      <a:pt x="272" y="1591"/>
                    </a:lnTo>
                    <a:lnTo>
                      <a:pt x="167" y="1591"/>
                    </a:lnTo>
                    <a:lnTo>
                      <a:pt x="126" y="1633"/>
                    </a:lnTo>
                    <a:lnTo>
                      <a:pt x="209" y="1717"/>
                    </a:lnTo>
                    <a:lnTo>
                      <a:pt x="188" y="1779"/>
                    </a:lnTo>
                    <a:lnTo>
                      <a:pt x="0" y="1842"/>
                    </a:lnTo>
                    <a:lnTo>
                      <a:pt x="0" y="1905"/>
                    </a:lnTo>
                    <a:lnTo>
                      <a:pt x="126" y="1926"/>
                    </a:lnTo>
                    <a:lnTo>
                      <a:pt x="230" y="1905"/>
                    </a:lnTo>
                    <a:lnTo>
                      <a:pt x="293" y="1821"/>
                    </a:lnTo>
                    <a:lnTo>
                      <a:pt x="377" y="1800"/>
                    </a:lnTo>
                    <a:lnTo>
                      <a:pt x="481" y="1842"/>
                    </a:lnTo>
                    <a:lnTo>
                      <a:pt x="586" y="1989"/>
                    </a:lnTo>
                    <a:lnTo>
                      <a:pt x="586" y="2114"/>
                    </a:lnTo>
                    <a:lnTo>
                      <a:pt x="691" y="2156"/>
                    </a:lnTo>
                    <a:lnTo>
                      <a:pt x="732" y="2114"/>
                    </a:lnTo>
                    <a:lnTo>
                      <a:pt x="732" y="2009"/>
                    </a:lnTo>
                    <a:lnTo>
                      <a:pt x="753" y="1989"/>
                    </a:lnTo>
                    <a:lnTo>
                      <a:pt x="816" y="1821"/>
                    </a:lnTo>
                    <a:lnTo>
                      <a:pt x="858" y="1821"/>
                    </a:lnTo>
                    <a:lnTo>
                      <a:pt x="1004" y="1779"/>
                    </a:lnTo>
                    <a:lnTo>
                      <a:pt x="1067" y="1800"/>
                    </a:lnTo>
                    <a:lnTo>
                      <a:pt x="1046" y="1884"/>
                    </a:lnTo>
                    <a:lnTo>
                      <a:pt x="942" y="1926"/>
                    </a:lnTo>
                    <a:lnTo>
                      <a:pt x="900" y="2093"/>
                    </a:lnTo>
                    <a:lnTo>
                      <a:pt x="942" y="2156"/>
                    </a:lnTo>
                    <a:lnTo>
                      <a:pt x="858" y="2240"/>
                    </a:lnTo>
                    <a:lnTo>
                      <a:pt x="816" y="2323"/>
                    </a:lnTo>
                    <a:lnTo>
                      <a:pt x="858" y="2407"/>
                    </a:lnTo>
                    <a:lnTo>
                      <a:pt x="921" y="2323"/>
                    </a:lnTo>
                    <a:lnTo>
                      <a:pt x="1004" y="2344"/>
                    </a:lnTo>
                    <a:lnTo>
                      <a:pt x="1004" y="2428"/>
                    </a:lnTo>
                    <a:lnTo>
                      <a:pt x="1046" y="2428"/>
                    </a:lnTo>
                    <a:lnTo>
                      <a:pt x="1235" y="2323"/>
                    </a:lnTo>
                    <a:lnTo>
                      <a:pt x="1318" y="2219"/>
                    </a:lnTo>
                    <a:lnTo>
                      <a:pt x="1381" y="2240"/>
                    </a:lnTo>
                    <a:lnTo>
                      <a:pt x="1444" y="2135"/>
                    </a:lnTo>
                    <a:lnTo>
                      <a:pt x="1444" y="2009"/>
                    </a:lnTo>
                    <a:lnTo>
                      <a:pt x="1527" y="2009"/>
                    </a:lnTo>
                    <a:lnTo>
                      <a:pt x="1590" y="1905"/>
                    </a:lnTo>
                    <a:lnTo>
                      <a:pt x="1590" y="1779"/>
                    </a:lnTo>
                    <a:lnTo>
                      <a:pt x="1653" y="1717"/>
                    </a:lnTo>
                    <a:lnTo>
                      <a:pt x="1674" y="1779"/>
                    </a:lnTo>
                    <a:lnTo>
                      <a:pt x="1653" y="1842"/>
                    </a:lnTo>
                    <a:lnTo>
                      <a:pt x="1674" y="1926"/>
                    </a:lnTo>
                    <a:lnTo>
                      <a:pt x="1653" y="2051"/>
                    </a:lnTo>
                    <a:lnTo>
                      <a:pt x="1674" y="2198"/>
                    </a:lnTo>
                    <a:lnTo>
                      <a:pt x="1737" y="2198"/>
                    </a:lnTo>
                    <a:lnTo>
                      <a:pt x="1841" y="2051"/>
                    </a:lnTo>
                    <a:lnTo>
                      <a:pt x="1862" y="1926"/>
                    </a:lnTo>
                    <a:lnTo>
                      <a:pt x="1883" y="1884"/>
                    </a:lnTo>
                    <a:lnTo>
                      <a:pt x="1967" y="1842"/>
                    </a:lnTo>
                    <a:lnTo>
                      <a:pt x="2092" y="1696"/>
                    </a:lnTo>
                    <a:lnTo>
                      <a:pt x="2113" y="1570"/>
                    </a:lnTo>
                    <a:lnTo>
                      <a:pt x="2092" y="1465"/>
                    </a:lnTo>
                    <a:lnTo>
                      <a:pt x="2155" y="1361"/>
                    </a:lnTo>
                    <a:lnTo>
                      <a:pt x="2197" y="1486"/>
                    </a:lnTo>
                    <a:lnTo>
                      <a:pt x="2406" y="1361"/>
                    </a:lnTo>
                    <a:lnTo>
                      <a:pt x="2469" y="1193"/>
                    </a:lnTo>
                    <a:lnTo>
                      <a:pt x="2490" y="1089"/>
                    </a:lnTo>
                    <a:lnTo>
                      <a:pt x="2595" y="1068"/>
                    </a:lnTo>
                    <a:lnTo>
                      <a:pt x="2636" y="1047"/>
                    </a:lnTo>
                    <a:lnTo>
                      <a:pt x="2720" y="1089"/>
                    </a:lnTo>
                    <a:lnTo>
                      <a:pt x="2825" y="984"/>
                    </a:lnTo>
                    <a:lnTo>
                      <a:pt x="2888" y="1047"/>
                    </a:lnTo>
                    <a:lnTo>
                      <a:pt x="2825" y="1256"/>
                    </a:lnTo>
                    <a:lnTo>
                      <a:pt x="2678" y="1403"/>
                    </a:lnTo>
                    <a:lnTo>
                      <a:pt x="2636" y="1507"/>
                    </a:lnTo>
                    <a:lnTo>
                      <a:pt x="2574" y="1591"/>
                    </a:lnTo>
                    <a:lnTo>
                      <a:pt x="2574" y="1633"/>
                    </a:lnTo>
                    <a:lnTo>
                      <a:pt x="2469" y="1696"/>
                    </a:lnTo>
                    <a:lnTo>
                      <a:pt x="2323" y="1926"/>
                    </a:lnTo>
                    <a:lnTo>
                      <a:pt x="2323" y="1989"/>
                    </a:lnTo>
                    <a:lnTo>
                      <a:pt x="2385" y="2093"/>
                    </a:lnTo>
                    <a:lnTo>
                      <a:pt x="2364" y="2198"/>
                    </a:lnTo>
                    <a:lnTo>
                      <a:pt x="2427" y="2219"/>
                    </a:lnTo>
                    <a:lnTo>
                      <a:pt x="2532" y="2261"/>
                    </a:lnTo>
                    <a:lnTo>
                      <a:pt x="2616" y="2198"/>
                    </a:lnTo>
                    <a:lnTo>
                      <a:pt x="2720" y="2135"/>
                    </a:lnTo>
                    <a:lnTo>
                      <a:pt x="2741" y="2030"/>
                    </a:lnTo>
                    <a:lnTo>
                      <a:pt x="2741" y="1926"/>
                    </a:lnTo>
                    <a:lnTo>
                      <a:pt x="2825" y="1842"/>
                    </a:lnTo>
                    <a:lnTo>
                      <a:pt x="2888" y="1737"/>
                    </a:lnTo>
                    <a:lnTo>
                      <a:pt x="2950" y="1737"/>
                    </a:lnTo>
                    <a:lnTo>
                      <a:pt x="3013" y="1717"/>
                    </a:lnTo>
                    <a:lnTo>
                      <a:pt x="3097" y="1779"/>
                    </a:lnTo>
                    <a:lnTo>
                      <a:pt x="3201" y="1779"/>
                    </a:lnTo>
                    <a:lnTo>
                      <a:pt x="3243" y="1717"/>
                    </a:lnTo>
                    <a:lnTo>
                      <a:pt x="3432" y="1717"/>
                    </a:lnTo>
                    <a:lnTo>
                      <a:pt x="3515" y="1612"/>
                    </a:lnTo>
                    <a:lnTo>
                      <a:pt x="3557" y="1403"/>
                    </a:lnTo>
                    <a:lnTo>
                      <a:pt x="3662" y="1256"/>
                    </a:lnTo>
                    <a:lnTo>
                      <a:pt x="3662" y="1152"/>
                    </a:lnTo>
                    <a:lnTo>
                      <a:pt x="3683" y="1089"/>
                    </a:lnTo>
                    <a:lnTo>
                      <a:pt x="3766" y="1214"/>
                    </a:lnTo>
                    <a:lnTo>
                      <a:pt x="3871" y="1256"/>
                    </a:lnTo>
                    <a:lnTo>
                      <a:pt x="3892" y="1193"/>
                    </a:lnTo>
                    <a:lnTo>
                      <a:pt x="3892" y="1110"/>
                    </a:lnTo>
                    <a:lnTo>
                      <a:pt x="3787" y="963"/>
                    </a:lnTo>
                    <a:lnTo>
                      <a:pt x="3787" y="880"/>
                    </a:lnTo>
                    <a:lnTo>
                      <a:pt x="3934" y="775"/>
                    </a:lnTo>
                    <a:lnTo>
                      <a:pt x="4038" y="754"/>
                    </a:lnTo>
                    <a:lnTo>
                      <a:pt x="4143" y="691"/>
                    </a:lnTo>
                    <a:lnTo>
                      <a:pt x="4206" y="733"/>
                    </a:lnTo>
                    <a:lnTo>
                      <a:pt x="4289" y="733"/>
                    </a:lnTo>
                    <a:lnTo>
                      <a:pt x="4394" y="587"/>
                    </a:lnTo>
                    <a:lnTo>
                      <a:pt x="4373" y="524"/>
                    </a:lnTo>
                    <a:lnTo>
                      <a:pt x="4352" y="273"/>
                    </a:lnTo>
                    <a:lnTo>
                      <a:pt x="4373" y="231"/>
                    </a:lnTo>
                    <a:lnTo>
                      <a:pt x="4352" y="168"/>
                    </a:lnTo>
                    <a:lnTo>
                      <a:pt x="4352" y="22"/>
                    </a:lnTo>
                    <a:lnTo>
                      <a:pt x="426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Google Shape;9202;p128">
                <a:extLst>
                  <a:ext uri="{FF2B5EF4-FFF2-40B4-BE49-F238E27FC236}">
                    <a16:creationId xmlns:a16="http://schemas.microsoft.com/office/drawing/2014/main" id="{86E2928C-F6D7-A19A-8F02-953041673A4D}"/>
                  </a:ext>
                </a:extLst>
              </p:cNvPr>
              <p:cNvSpPr/>
              <p:nvPr/>
            </p:nvSpPr>
            <p:spPr>
              <a:xfrm>
                <a:off x="2580975" y="1547400"/>
                <a:ext cx="48150" cy="324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299" extrusionOk="0">
                    <a:moveTo>
                      <a:pt x="796" y="1"/>
                    </a:moveTo>
                    <a:lnTo>
                      <a:pt x="524" y="43"/>
                    </a:lnTo>
                    <a:lnTo>
                      <a:pt x="440" y="43"/>
                    </a:lnTo>
                    <a:lnTo>
                      <a:pt x="336" y="126"/>
                    </a:lnTo>
                    <a:lnTo>
                      <a:pt x="231" y="168"/>
                    </a:lnTo>
                    <a:lnTo>
                      <a:pt x="210" y="315"/>
                    </a:lnTo>
                    <a:lnTo>
                      <a:pt x="64" y="419"/>
                    </a:lnTo>
                    <a:lnTo>
                      <a:pt x="64" y="524"/>
                    </a:lnTo>
                    <a:lnTo>
                      <a:pt x="1" y="629"/>
                    </a:lnTo>
                    <a:lnTo>
                      <a:pt x="22" y="754"/>
                    </a:lnTo>
                    <a:lnTo>
                      <a:pt x="22" y="880"/>
                    </a:lnTo>
                    <a:lnTo>
                      <a:pt x="106" y="880"/>
                    </a:lnTo>
                    <a:lnTo>
                      <a:pt x="231" y="963"/>
                    </a:lnTo>
                    <a:lnTo>
                      <a:pt x="315" y="1110"/>
                    </a:lnTo>
                    <a:lnTo>
                      <a:pt x="231" y="1193"/>
                    </a:lnTo>
                    <a:lnTo>
                      <a:pt x="252" y="1214"/>
                    </a:lnTo>
                    <a:lnTo>
                      <a:pt x="378" y="1214"/>
                    </a:lnTo>
                    <a:lnTo>
                      <a:pt x="524" y="1256"/>
                    </a:lnTo>
                    <a:lnTo>
                      <a:pt x="566" y="1214"/>
                    </a:lnTo>
                    <a:lnTo>
                      <a:pt x="691" y="1298"/>
                    </a:lnTo>
                    <a:lnTo>
                      <a:pt x="838" y="1298"/>
                    </a:lnTo>
                    <a:lnTo>
                      <a:pt x="943" y="1256"/>
                    </a:lnTo>
                    <a:lnTo>
                      <a:pt x="1068" y="1256"/>
                    </a:lnTo>
                    <a:lnTo>
                      <a:pt x="1110" y="1152"/>
                    </a:lnTo>
                    <a:lnTo>
                      <a:pt x="1110" y="1089"/>
                    </a:lnTo>
                    <a:lnTo>
                      <a:pt x="1215" y="1068"/>
                    </a:lnTo>
                    <a:lnTo>
                      <a:pt x="1256" y="984"/>
                    </a:lnTo>
                    <a:lnTo>
                      <a:pt x="1403" y="796"/>
                    </a:lnTo>
                    <a:lnTo>
                      <a:pt x="1382" y="733"/>
                    </a:lnTo>
                    <a:lnTo>
                      <a:pt x="1319" y="754"/>
                    </a:lnTo>
                    <a:lnTo>
                      <a:pt x="1215" y="733"/>
                    </a:lnTo>
                    <a:lnTo>
                      <a:pt x="1215" y="670"/>
                    </a:lnTo>
                    <a:lnTo>
                      <a:pt x="1361" y="545"/>
                    </a:lnTo>
                    <a:lnTo>
                      <a:pt x="1466" y="545"/>
                    </a:lnTo>
                    <a:lnTo>
                      <a:pt x="1738" y="440"/>
                    </a:lnTo>
                    <a:lnTo>
                      <a:pt x="1821" y="461"/>
                    </a:lnTo>
                    <a:lnTo>
                      <a:pt x="1926" y="273"/>
                    </a:lnTo>
                    <a:lnTo>
                      <a:pt x="1905" y="231"/>
                    </a:lnTo>
                    <a:lnTo>
                      <a:pt x="1779" y="210"/>
                    </a:lnTo>
                    <a:lnTo>
                      <a:pt x="1717" y="147"/>
                    </a:lnTo>
                    <a:lnTo>
                      <a:pt x="1591" y="126"/>
                    </a:lnTo>
                    <a:lnTo>
                      <a:pt x="1424" y="126"/>
                    </a:lnTo>
                    <a:lnTo>
                      <a:pt x="1403" y="105"/>
                    </a:lnTo>
                    <a:lnTo>
                      <a:pt x="1256" y="43"/>
                    </a:lnTo>
                    <a:lnTo>
                      <a:pt x="1173" y="64"/>
                    </a:lnTo>
                    <a:lnTo>
                      <a:pt x="1047" y="64"/>
                    </a:lnTo>
                    <a:lnTo>
                      <a:pt x="963" y="43"/>
                    </a:lnTo>
                    <a:lnTo>
                      <a:pt x="859" y="43"/>
                    </a:lnTo>
                    <a:lnTo>
                      <a:pt x="79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Google Shape;9203;p128">
                <a:extLst>
                  <a:ext uri="{FF2B5EF4-FFF2-40B4-BE49-F238E27FC236}">
                    <a16:creationId xmlns:a16="http://schemas.microsoft.com/office/drawing/2014/main" id="{EABD397C-A443-2A4C-AD43-ADCD057A7D19}"/>
                  </a:ext>
                </a:extLst>
              </p:cNvPr>
              <p:cNvSpPr/>
              <p:nvPr/>
            </p:nvSpPr>
            <p:spPr>
              <a:xfrm>
                <a:off x="2474800" y="1600250"/>
                <a:ext cx="142825" cy="8842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3537" extrusionOk="0">
                    <a:moveTo>
                      <a:pt x="2177" y="0"/>
                    </a:moveTo>
                    <a:lnTo>
                      <a:pt x="1863" y="84"/>
                    </a:lnTo>
                    <a:lnTo>
                      <a:pt x="1800" y="126"/>
                    </a:lnTo>
                    <a:lnTo>
                      <a:pt x="1863" y="188"/>
                    </a:lnTo>
                    <a:lnTo>
                      <a:pt x="1863" y="293"/>
                    </a:lnTo>
                    <a:lnTo>
                      <a:pt x="1988" y="356"/>
                    </a:lnTo>
                    <a:lnTo>
                      <a:pt x="2051" y="460"/>
                    </a:lnTo>
                    <a:lnTo>
                      <a:pt x="1967" y="439"/>
                    </a:lnTo>
                    <a:lnTo>
                      <a:pt x="1842" y="335"/>
                    </a:lnTo>
                    <a:lnTo>
                      <a:pt x="1758" y="335"/>
                    </a:lnTo>
                    <a:lnTo>
                      <a:pt x="1695" y="293"/>
                    </a:lnTo>
                    <a:lnTo>
                      <a:pt x="1591" y="293"/>
                    </a:lnTo>
                    <a:lnTo>
                      <a:pt x="1465" y="335"/>
                    </a:lnTo>
                    <a:lnTo>
                      <a:pt x="1381" y="335"/>
                    </a:lnTo>
                    <a:lnTo>
                      <a:pt x="1319" y="398"/>
                    </a:lnTo>
                    <a:lnTo>
                      <a:pt x="1256" y="502"/>
                    </a:lnTo>
                    <a:lnTo>
                      <a:pt x="1130" y="607"/>
                    </a:lnTo>
                    <a:lnTo>
                      <a:pt x="1214" y="711"/>
                    </a:lnTo>
                    <a:lnTo>
                      <a:pt x="1444" y="753"/>
                    </a:lnTo>
                    <a:lnTo>
                      <a:pt x="1549" y="753"/>
                    </a:lnTo>
                    <a:lnTo>
                      <a:pt x="1653" y="837"/>
                    </a:lnTo>
                    <a:lnTo>
                      <a:pt x="1737" y="837"/>
                    </a:lnTo>
                    <a:lnTo>
                      <a:pt x="1758" y="879"/>
                    </a:lnTo>
                    <a:lnTo>
                      <a:pt x="1695" y="921"/>
                    </a:lnTo>
                    <a:lnTo>
                      <a:pt x="1570" y="879"/>
                    </a:lnTo>
                    <a:lnTo>
                      <a:pt x="1319" y="858"/>
                    </a:lnTo>
                    <a:lnTo>
                      <a:pt x="1109" y="879"/>
                    </a:lnTo>
                    <a:lnTo>
                      <a:pt x="1026" y="858"/>
                    </a:lnTo>
                    <a:lnTo>
                      <a:pt x="921" y="879"/>
                    </a:lnTo>
                    <a:lnTo>
                      <a:pt x="754" y="1046"/>
                    </a:lnTo>
                    <a:lnTo>
                      <a:pt x="607" y="1193"/>
                    </a:lnTo>
                    <a:lnTo>
                      <a:pt x="628" y="1256"/>
                    </a:lnTo>
                    <a:lnTo>
                      <a:pt x="754" y="1256"/>
                    </a:lnTo>
                    <a:lnTo>
                      <a:pt x="942" y="1297"/>
                    </a:lnTo>
                    <a:lnTo>
                      <a:pt x="1068" y="1276"/>
                    </a:lnTo>
                    <a:lnTo>
                      <a:pt x="1214" y="1276"/>
                    </a:lnTo>
                    <a:lnTo>
                      <a:pt x="1256" y="1339"/>
                    </a:lnTo>
                    <a:lnTo>
                      <a:pt x="1340" y="1381"/>
                    </a:lnTo>
                    <a:lnTo>
                      <a:pt x="1214" y="1486"/>
                    </a:lnTo>
                    <a:lnTo>
                      <a:pt x="1068" y="1486"/>
                    </a:lnTo>
                    <a:lnTo>
                      <a:pt x="963" y="1569"/>
                    </a:lnTo>
                    <a:lnTo>
                      <a:pt x="837" y="1548"/>
                    </a:lnTo>
                    <a:lnTo>
                      <a:pt x="712" y="1465"/>
                    </a:lnTo>
                    <a:lnTo>
                      <a:pt x="503" y="1465"/>
                    </a:lnTo>
                    <a:lnTo>
                      <a:pt x="419" y="1444"/>
                    </a:lnTo>
                    <a:lnTo>
                      <a:pt x="314" y="1465"/>
                    </a:lnTo>
                    <a:lnTo>
                      <a:pt x="84" y="1611"/>
                    </a:lnTo>
                    <a:lnTo>
                      <a:pt x="126" y="1674"/>
                    </a:lnTo>
                    <a:lnTo>
                      <a:pt x="126" y="1800"/>
                    </a:lnTo>
                    <a:lnTo>
                      <a:pt x="0" y="1800"/>
                    </a:lnTo>
                    <a:lnTo>
                      <a:pt x="0" y="1862"/>
                    </a:lnTo>
                    <a:lnTo>
                      <a:pt x="189" y="1988"/>
                    </a:lnTo>
                    <a:lnTo>
                      <a:pt x="314" y="2134"/>
                    </a:lnTo>
                    <a:lnTo>
                      <a:pt x="377" y="2134"/>
                    </a:lnTo>
                    <a:lnTo>
                      <a:pt x="398" y="2030"/>
                    </a:lnTo>
                    <a:lnTo>
                      <a:pt x="482" y="2072"/>
                    </a:lnTo>
                    <a:lnTo>
                      <a:pt x="419" y="2134"/>
                    </a:lnTo>
                    <a:lnTo>
                      <a:pt x="544" y="2239"/>
                    </a:lnTo>
                    <a:lnTo>
                      <a:pt x="544" y="2385"/>
                    </a:lnTo>
                    <a:lnTo>
                      <a:pt x="649" y="2427"/>
                    </a:lnTo>
                    <a:lnTo>
                      <a:pt x="733" y="2344"/>
                    </a:lnTo>
                    <a:lnTo>
                      <a:pt x="733" y="2218"/>
                    </a:lnTo>
                    <a:lnTo>
                      <a:pt x="796" y="2239"/>
                    </a:lnTo>
                    <a:lnTo>
                      <a:pt x="900" y="2239"/>
                    </a:lnTo>
                    <a:lnTo>
                      <a:pt x="837" y="2323"/>
                    </a:lnTo>
                    <a:lnTo>
                      <a:pt x="837" y="2427"/>
                    </a:lnTo>
                    <a:lnTo>
                      <a:pt x="963" y="2511"/>
                    </a:lnTo>
                    <a:lnTo>
                      <a:pt x="1068" y="2490"/>
                    </a:lnTo>
                    <a:lnTo>
                      <a:pt x="1109" y="2406"/>
                    </a:lnTo>
                    <a:lnTo>
                      <a:pt x="1277" y="2323"/>
                    </a:lnTo>
                    <a:lnTo>
                      <a:pt x="1319" y="2197"/>
                    </a:lnTo>
                    <a:lnTo>
                      <a:pt x="1340" y="2176"/>
                    </a:lnTo>
                    <a:lnTo>
                      <a:pt x="1423" y="2281"/>
                    </a:lnTo>
                    <a:lnTo>
                      <a:pt x="1465" y="2197"/>
                    </a:lnTo>
                    <a:lnTo>
                      <a:pt x="1591" y="2176"/>
                    </a:lnTo>
                    <a:lnTo>
                      <a:pt x="1674" y="2176"/>
                    </a:lnTo>
                    <a:lnTo>
                      <a:pt x="1549" y="2281"/>
                    </a:lnTo>
                    <a:lnTo>
                      <a:pt x="1423" y="2344"/>
                    </a:lnTo>
                    <a:lnTo>
                      <a:pt x="1423" y="2448"/>
                    </a:lnTo>
                    <a:lnTo>
                      <a:pt x="1570" y="2511"/>
                    </a:lnTo>
                    <a:lnTo>
                      <a:pt x="1674" y="2490"/>
                    </a:lnTo>
                    <a:lnTo>
                      <a:pt x="1737" y="2532"/>
                    </a:lnTo>
                    <a:lnTo>
                      <a:pt x="1842" y="2511"/>
                    </a:lnTo>
                    <a:lnTo>
                      <a:pt x="1946" y="2490"/>
                    </a:lnTo>
                    <a:lnTo>
                      <a:pt x="2009" y="2406"/>
                    </a:lnTo>
                    <a:lnTo>
                      <a:pt x="2093" y="2490"/>
                    </a:lnTo>
                    <a:lnTo>
                      <a:pt x="2093" y="2553"/>
                    </a:lnTo>
                    <a:lnTo>
                      <a:pt x="2260" y="2553"/>
                    </a:lnTo>
                    <a:lnTo>
                      <a:pt x="2407" y="2490"/>
                    </a:lnTo>
                    <a:lnTo>
                      <a:pt x="2407" y="2553"/>
                    </a:lnTo>
                    <a:lnTo>
                      <a:pt x="2574" y="2553"/>
                    </a:lnTo>
                    <a:lnTo>
                      <a:pt x="2637" y="2490"/>
                    </a:lnTo>
                    <a:lnTo>
                      <a:pt x="2700" y="2532"/>
                    </a:lnTo>
                    <a:lnTo>
                      <a:pt x="2616" y="2595"/>
                    </a:lnTo>
                    <a:lnTo>
                      <a:pt x="2595" y="2657"/>
                    </a:lnTo>
                    <a:lnTo>
                      <a:pt x="2323" y="2657"/>
                    </a:lnTo>
                    <a:lnTo>
                      <a:pt x="2218" y="2741"/>
                    </a:lnTo>
                    <a:lnTo>
                      <a:pt x="2156" y="2720"/>
                    </a:lnTo>
                    <a:lnTo>
                      <a:pt x="2009" y="2720"/>
                    </a:lnTo>
                    <a:lnTo>
                      <a:pt x="1842" y="2657"/>
                    </a:lnTo>
                    <a:lnTo>
                      <a:pt x="1653" y="2657"/>
                    </a:lnTo>
                    <a:lnTo>
                      <a:pt x="1486" y="2741"/>
                    </a:lnTo>
                    <a:lnTo>
                      <a:pt x="1381" y="2741"/>
                    </a:lnTo>
                    <a:lnTo>
                      <a:pt x="1256" y="2720"/>
                    </a:lnTo>
                    <a:lnTo>
                      <a:pt x="1172" y="2762"/>
                    </a:lnTo>
                    <a:lnTo>
                      <a:pt x="1005" y="2720"/>
                    </a:lnTo>
                    <a:lnTo>
                      <a:pt x="837" y="2762"/>
                    </a:lnTo>
                    <a:lnTo>
                      <a:pt x="816" y="2950"/>
                    </a:lnTo>
                    <a:lnTo>
                      <a:pt x="837" y="3034"/>
                    </a:lnTo>
                    <a:lnTo>
                      <a:pt x="796" y="3160"/>
                    </a:lnTo>
                    <a:lnTo>
                      <a:pt x="921" y="3285"/>
                    </a:lnTo>
                    <a:lnTo>
                      <a:pt x="963" y="3390"/>
                    </a:lnTo>
                    <a:lnTo>
                      <a:pt x="1130" y="3432"/>
                    </a:lnTo>
                    <a:lnTo>
                      <a:pt x="1319" y="3494"/>
                    </a:lnTo>
                    <a:lnTo>
                      <a:pt x="1465" y="3494"/>
                    </a:lnTo>
                    <a:lnTo>
                      <a:pt x="1633" y="3452"/>
                    </a:lnTo>
                    <a:lnTo>
                      <a:pt x="1779" y="3452"/>
                    </a:lnTo>
                    <a:lnTo>
                      <a:pt x="1800" y="3536"/>
                    </a:lnTo>
                    <a:lnTo>
                      <a:pt x="1946" y="3536"/>
                    </a:lnTo>
                    <a:lnTo>
                      <a:pt x="2072" y="3473"/>
                    </a:lnTo>
                    <a:lnTo>
                      <a:pt x="2093" y="3473"/>
                    </a:lnTo>
                    <a:lnTo>
                      <a:pt x="2218" y="3452"/>
                    </a:lnTo>
                    <a:lnTo>
                      <a:pt x="2260" y="3369"/>
                    </a:lnTo>
                    <a:lnTo>
                      <a:pt x="2386" y="3369"/>
                    </a:lnTo>
                    <a:lnTo>
                      <a:pt x="2428" y="3348"/>
                    </a:lnTo>
                    <a:lnTo>
                      <a:pt x="2469" y="3243"/>
                    </a:lnTo>
                    <a:lnTo>
                      <a:pt x="2532" y="3222"/>
                    </a:lnTo>
                    <a:lnTo>
                      <a:pt x="2616" y="3222"/>
                    </a:lnTo>
                    <a:lnTo>
                      <a:pt x="2679" y="3139"/>
                    </a:lnTo>
                    <a:lnTo>
                      <a:pt x="2741" y="3180"/>
                    </a:lnTo>
                    <a:lnTo>
                      <a:pt x="2909" y="3180"/>
                    </a:lnTo>
                    <a:lnTo>
                      <a:pt x="2930" y="3222"/>
                    </a:lnTo>
                    <a:lnTo>
                      <a:pt x="3055" y="3222"/>
                    </a:lnTo>
                    <a:lnTo>
                      <a:pt x="3118" y="3160"/>
                    </a:lnTo>
                    <a:lnTo>
                      <a:pt x="3306" y="3076"/>
                    </a:lnTo>
                    <a:lnTo>
                      <a:pt x="3369" y="3076"/>
                    </a:lnTo>
                    <a:lnTo>
                      <a:pt x="3453" y="3055"/>
                    </a:lnTo>
                    <a:lnTo>
                      <a:pt x="3453" y="2971"/>
                    </a:lnTo>
                    <a:lnTo>
                      <a:pt x="3537" y="3013"/>
                    </a:lnTo>
                    <a:lnTo>
                      <a:pt x="3557" y="3076"/>
                    </a:lnTo>
                    <a:lnTo>
                      <a:pt x="3516" y="3160"/>
                    </a:lnTo>
                    <a:lnTo>
                      <a:pt x="3516" y="3222"/>
                    </a:lnTo>
                    <a:lnTo>
                      <a:pt x="3662" y="3264"/>
                    </a:lnTo>
                    <a:lnTo>
                      <a:pt x="3746" y="3243"/>
                    </a:lnTo>
                    <a:lnTo>
                      <a:pt x="3767" y="3160"/>
                    </a:lnTo>
                    <a:lnTo>
                      <a:pt x="3892" y="3118"/>
                    </a:lnTo>
                    <a:lnTo>
                      <a:pt x="3934" y="3118"/>
                    </a:lnTo>
                    <a:lnTo>
                      <a:pt x="3955" y="3180"/>
                    </a:lnTo>
                    <a:lnTo>
                      <a:pt x="3871" y="3264"/>
                    </a:lnTo>
                    <a:lnTo>
                      <a:pt x="3892" y="3348"/>
                    </a:lnTo>
                    <a:lnTo>
                      <a:pt x="4039" y="3390"/>
                    </a:lnTo>
                    <a:lnTo>
                      <a:pt x="4206" y="3369"/>
                    </a:lnTo>
                    <a:lnTo>
                      <a:pt x="4394" y="3285"/>
                    </a:lnTo>
                    <a:lnTo>
                      <a:pt x="4478" y="3285"/>
                    </a:lnTo>
                    <a:lnTo>
                      <a:pt x="4583" y="3264"/>
                    </a:lnTo>
                    <a:lnTo>
                      <a:pt x="4666" y="3327"/>
                    </a:lnTo>
                    <a:lnTo>
                      <a:pt x="4708" y="3285"/>
                    </a:lnTo>
                    <a:lnTo>
                      <a:pt x="4708" y="3243"/>
                    </a:lnTo>
                    <a:lnTo>
                      <a:pt x="4771" y="3222"/>
                    </a:lnTo>
                    <a:lnTo>
                      <a:pt x="4834" y="3222"/>
                    </a:lnTo>
                    <a:lnTo>
                      <a:pt x="4876" y="3139"/>
                    </a:lnTo>
                    <a:lnTo>
                      <a:pt x="4876" y="3055"/>
                    </a:lnTo>
                    <a:lnTo>
                      <a:pt x="4980" y="2971"/>
                    </a:lnTo>
                    <a:lnTo>
                      <a:pt x="5085" y="2971"/>
                    </a:lnTo>
                    <a:lnTo>
                      <a:pt x="5190" y="2804"/>
                    </a:lnTo>
                    <a:lnTo>
                      <a:pt x="5190" y="2720"/>
                    </a:lnTo>
                    <a:lnTo>
                      <a:pt x="5210" y="2657"/>
                    </a:lnTo>
                    <a:lnTo>
                      <a:pt x="5294" y="2657"/>
                    </a:lnTo>
                    <a:lnTo>
                      <a:pt x="5399" y="2616"/>
                    </a:lnTo>
                    <a:lnTo>
                      <a:pt x="5524" y="2490"/>
                    </a:lnTo>
                    <a:lnTo>
                      <a:pt x="5650" y="2218"/>
                    </a:lnTo>
                    <a:lnTo>
                      <a:pt x="5713" y="2072"/>
                    </a:lnTo>
                    <a:lnTo>
                      <a:pt x="5650" y="1967"/>
                    </a:lnTo>
                    <a:lnTo>
                      <a:pt x="5566" y="1779"/>
                    </a:lnTo>
                    <a:lnTo>
                      <a:pt x="5441" y="1695"/>
                    </a:lnTo>
                    <a:lnTo>
                      <a:pt x="5357" y="1695"/>
                    </a:lnTo>
                    <a:lnTo>
                      <a:pt x="5190" y="1820"/>
                    </a:lnTo>
                    <a:lnTo>
                      <a:pt x="5190" y="1925"/>
                    </a:lnTo>
                    <a:lnTo>
                      <a:pt x="5106" y="2072"/>
                    </a:lnTo>
                    <a:lnTo>
                      <a:pt x="5127" y="2092"/>
                    </a:lnTo>
                    <a:lnTo>
                      <a:pt x="5106" y="2134"/>
                    </a:lnTo>
                    <a:lnTo>
                      <a:pt x="5022" y="2134"/>
                    </a:lnTo>
                    <a:lnTo>
                      <a:pt x="4918" y="2239"/>
                    </a:lnTo>
                    <a:lnTo>
                      <a:pt x="4897" y="2197"/>
                    </a:lnTo>
                    <a:lnTo>
                      <a:pt x="4980" y="2009"/>
                    </a:lnTo>
                    <a:lnTo>
                      <a:pt x="5001" y="1883"/>
                    </a:lnTo>
                    <a:lnTo>
                      <a:pt x="4834" y="1800"/>
                    </a:lnTo>
                    <a:lnTo>
                      <a:pt x="4771" y="1820"/>
                    </a:lnTo>
                    <a:lnTo>
                      <a:pt x="4687" y="1904"/>
                    </a:lnTo>
                    <a:lnTo>
                      <a:pt x="4499" y="2009"/>
                    </a:lnTo>
                    <a:lnTo>
                      <a:pt x="4457" y="2113"/>
                    </a:lnTo>
                    <a:lnTo>
                      <a:pt x="4394" y="2030"/>
                    </a:lnTo>
                    <a:lnTo>
                      <a:pt x="4415" y="1925"/>
                    </a:lnTo>
                    <a:lnTo>
                      <a:pt x="4583" y="1800"/>
                    </a:lnTo>
                    <a:lnTo>
                      <a:pt x="4771" y="1695"/>
                    </a:lnTo>
                    <a:lnTo>
                      <a:pt x="4834" y="1569"/>
                    </a:lnTo>
                    <a:lnTo>
                      <a:pt x="4813" y="1507"/>
                    </a:lnTo>
                    <a:lnTo>
                      <a:pt x="4666" y="1507"/>
                    </a:lnTo>
                    <a:lnTo>
                      <a:pt x="4562" y="1548"/>
                    </a:lnTo>
                    <a:lnTo>
                      <a:pt x="4499" y="1548"/>
                    </a:lnTo>
                    <a:lnTo>
                      <a:pt x="4499" y="1486"/>
                    </a:lnTo>
                    <a:lnTo>
                      <a:pt x="4583" y="1402"/>
                    </a:lnTo>
                    <a:lnTo>
                      <a:pt x="4771" y="1276"/>
                    </a:lnTo>
                    <a:lnTo>
                      <a:pt x="4813" y="1276"/>
                    </a:lnTo>
                    <a:lnTo>
                      <a:pt x="4876" y="1235"/>
                    </a:lnTo>
                    <a:lnTo>
                      <a:pt x="4876" y="942"/>
                    </a:lnTo>
                    <a:lnTo>
                      <a:pt x="4834" y="921"/>
                    </a:lnTo>
                    <a:lnTo>
                      <a:pt x="4834" y="753"/>
                    </a:lnTo>
                    <a:lnTo>
                      <a:pt x="4876" y="649"/>
                    </a:lnTo>
                    <a:lnTo>
                      <a:pt x="4876" y="565"/>
                    </a:lnTo>
                    <a:lnTo>
                      <a:pt x="4938" y="502"/>
                    </a:lnTo>
                    <a:lnTo>
                      <a:pt x="5022" y="502"/>
                    </a:lnTo>
                    <a:lnTo>
                      <a:pt x="5085" y="419"/>
                    </a:lnTo>
                    <a:lnTo>
                      <a:pt x="5022" y="335"/>
                    </a:lnTo>
                    <a:lnTo>
                      <a:pt x="5043" y="251"/>
                    </a:lnTo>
                    <a:lnTo>
                      <a:pt x="4897" y="188"/>
                    </a:lnTo>
                    <a:lnTo>
                      <a:pt x="4813" y="188"/>
                    </a:lnTo>
                    <a:lnTo>
                      <a:pt x="4562" y="419"/>
                    </a:lnTo>
                    <a:lnTo>
                      <a:pt x="4415" y="460"/>
                    </a:lnTo>
                    <a:lnTo>
                      <a:pt x="4374" y="565"/>
                    </a:lnTo>
                    <a:lnTo>
                      <a:pt x="4394" y="628"/>
                    </a:lnTo>
                    <a:lnTo>
                      <a:pt x="4290" y="628"/>
                    </a:lnTo>
                    <a:lnTo>
                      <a:pt x="4248" y="607"/>
                    </a:lnTo>
                    <a:lnTo>
                      <a:pt x="4143" y="649"/>
                    </a:lnTo>
                    <a:lnTo>
                      <a:pt x="4039" y="816"/>
                    </a:lnTo>
                    <a:lnTo>
                      <a:pt x="4081" y="942"/>
                    </a:lnTo>
                    <a:lnTo>
                      <a:pt x="4081" y="1067"/>
                    </a:lnTo>
                    <a:lnTo>
                      <a:pt x="4143" y="1130"/>
                    </a:lnTo>
                    <a:lnTo>
                      <a:pt x="4206" y="1297"/>
                    </a:lnTo>
                    <a:lnTo>
                      <a:pt x="4143" y="1465"/>
                    </a:lnTo>
                    <a:lnTo>
                      <a:pt x="4039" y="1465"/>
                    </a:lnTo>
                    <a:lnTo>
                      <a:pt x="3871" y="1507"/>
                    </a:lnTo>
                    <a:lnTo>
                      <a:pt x="3788" y="1507"/>
                    </a:lnTo>
                    <a:lnTo>
                      <a:pt x="3746" y="1569"/>
                    </a:lnTo>
                    <a:lnTo>
                      <a:pt x="3788" y="1674"/>
                    </a:lnTo>
                    <a:lnTo>
                      <a:pt x="3788" y="1758"/>
                    </a:lnTo>
                    <a:lnTo>
                      <a:pt x="3892" y="1883"/>
                    </a:lnTo>
                    <a:lnTo>
                      <a:pt x="3955" y="2072"/>
                    </a:lnTo>
                    <a:lnTo>
                      <a:pt x="3767" y="2134"/>
                    </a:lnTo>
                    <a:lnTo>
                      <a:pt x="3788" y="2197"/>
                    </a:lnTo>
                    <a:lnTo>
                      <a:pt x="3829" y="2239"/>
                    </a:lnTo>
                    <a:lnTo>
                      <a:pt x="3746" y="2281"/>
                    </a:lnTo>
                    <a:lnTo>
                      <a:pt x="3662" y="2134"/>
                    </a:lnTo>
                    <a:lnTo>
                      <a:pt x="3453" y="2092"/>
                    </a:lnTo>
                    <a:lnTo>
                      <a:pt x="3411" y="2113"/>
                    </a:lnTo>
                    <a:lnTo>
                      <a:pt x="3265" y="2092"/>
                    </a:lnTo>
                    <a:lnTo>
                      <a:pt x="3244" y="2009"/>
                    </a:lnTo>
                    <a:lnTo>
                      <a:pt x="3202" y="1967"/>
                    </a:lnTo>
                    <a:lnTo>
                      <a:pt x="3118" y="2030"/>
                    </a:lnTo>
                    <a:lnTo>
                      <a:pt x="2993" y="2092"/>
                    </a:lnTo>
                    <a:lnTo>
                      <a:pt x="2930" y="2030"/>
                    </a:lnTo>
                    <a:lnTo>
                      <a:pt x="2930" y="1820"/>
                    </a:lnTo>
                    <a:lnTo>
                      <a:pt x="3034" y="1758"/>
                    </a:lnTo>
                    <a:lnTo>
                      <a:pt x="3118" y="1507"/>
                    </a:lnTo>
                    <a:lnTo>
                      <a:pt x="3034" y="1507"/>
                    </a:lnTo>
                    <a:lnTo>
                      <a:pt x="2909" y="1465"/>
                    </a:lnTo>
                    <a:lnTo>
                      <a:pt x="2804" y="1486"/>
                    </a:lnTo>
                    <a:lnTo>
                      <a:pt x="2783" y="1402"/>
                    </a:lnTo>
                    <a:lnTo>
                      <a:pt x="2888" y="1381"/>
                    </a:lnTo>
                    <a:lnTo>
                      <a:pt x="2993" y="1402"/>
                    </a:lnTo>
                    <a:lnTo>
                      <a:pt x="3034" y="1339"/>
                    </a:lnTo>
                    <a:lnTo>
                      <a:pt x="3013" y="1088"/>
                    </a:lnTo>
                    <a:lnTo>
                      <a:pt x="2909" y="963"/>
                    </a:lnTo>
                    <a:lnTo>
                      <a:pt x="2951" y="879"/>
                    </a:lnTo>
                    <a:lnTo>
                      <a:pt x="3013" y="858"/>
                    </a:lnTo>
                    <a:lnTo>
                      <a:pt x="3034" y="774"/>
                    </a:lnTo>
                    <a:lnTo>
                      <a:pt x="2951" y="711"/>
                    </a:lnTo>
                    <a:lnTo>
                      <a:pt x="2951" y="649"/>
                    </a:lnTo>
                    <a:lnTo>
                      <a:pt x="2909" y="565"/>
                    </a:lnTo>
                    <a:lnTo>
                      <a:pt x="2825" y="565"/>
                    </a:lnTo>
                    <a:lnTo>
                      <a:pt x="2783" y="523"/>
                    </a:lnTo>
                    <a:lnTo>
                      <a:pt x="2700" y="565"/>
                    </a:lnTo>
                    <a:lnTo>
                      <a:pt x="2490" y="565"/>
                    </a:lnTo>
                    <a:lnTo>
                      <a:pt x="2428" y="502"/>
                    </a:lnTo>
                    <a:lnTo>
                      <a:pt x="2532" y="335"/>
                    </a:lnTo>
                    <a:lnTo>
                      <a:pt x="2616" y="293"/>
                    </a:lnTo>
                    <a:lnTo>
                      <a:pt x="2574" y="126"/>
                    </a:lnTo>
                    <a:lnTo>
                      <a:pt x="2469" y="21"/>
                    </a:lnTo>
                    <a:lnTo>
                      <a:pt x="2281" y="21"/>
                    </a:lnTo>
                    <a:lnTo>
                      <a:pt x="217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Google Shape;9204;p128">
                <a:extLst>
                  <a:ext uri="{FF2B5EF4-FFF2-40B4-BE49-F238E27FC236}">
                    <a16:creationId xmlns:a16="http://schemas.microsoft.com/office/drawing/2014/main" id="{50D419C5-369A-C05C-0767-4A6D19BF7CBB}"/>
                  </a:ext>
                </a:extLst>
              </p:cNvPr>
              <p:cNvSpPr/>
              <p:nvPr/>
            </p:nvSpPr>
            <p:spPr>
              <a:xfrm>
                <a:off x="2638000" y="1637900"/>
                <a:ext cx="69075" cy="67500"/>
              </a:xfrm>
              <a:custGeom>
                <a:avLst/>
                <a:gdLst/>
                <a:ahLst/>
                <a:cxnLst/>
                <a:rect l="l" t="t" r="r" b="b"/>
                <a:pathLst>
                  <a:path w="2763" h="2700" extrusionOk="0">
                    <a:moveTo>
                      <a:pt x="1884" y="1"/>
                    </a:moveTo>
                    <a:lnTo>
                      <a:pt x="1758" y="84"/>
                    </a:lnTo>
                    <a:lnTo>
                      <a:pt x="1654" y="84"/>
                    </a:lnTo>
                    <a:lnTo>
                      <a:pt x="1612" y="126"/>
                    </a:lnTo>
                    <a:lnTo>
                      <a:pt x="1507" y="126"/>
                    </a:lnTo>
                    <a:lnTo>
                      <a:pt x="1423" y="189"/>
                    </a:lnTo>
                    <a:lnTo>
                      <a:pt x="1423" y="335"/>
                    </a:lnTo>
                    <a:lnTo>
                      <a:pt x="1403" y="398"/>
                    </a:lnTo>
                    <a:lnTo>
                      <a:pt x="1423" y="545"/>
                    </a:lnTo>
                    <a:lnTo>
                      <a:pt x="1528" y="649"/>
                    </a:lnTo>
                    <a:lnTo>
                      <a:pt x="1549" y="733"/>
                    </a:lnTo>
                    <a:lnTo>
                      <a:pt x="1549" y="733"/>
                    </a:lnTo>
                    <a:lnTo>
                      <a:pt x="1444" y="691"/>
                    </a:lnTo>
                    <a:lnTo>
                      <a:pt x="1361" y="691"/>
                    </a:lnTo>
                    <a:lnTo>
                      <a:pt x="1340" y="733"/>
                    </a:lnTo>
                    <a:lnTo>
                      <a:pt x="1528" y="858"/>
                    </a:lnTo>
                    <a:lnTo>
                      <a:pt x="1528" y="963"/>
                    </a:lnTo>
                    <a:lnTo>
                      <a:pt x="1423" y="1005"/>
                    </a:lnTo>
                    <a:lnTo>
                      <a:pt x="1403" y="1151"/>
                    </a:lnTo>
                    <a:lnTo>
                      <a:pt x="1444" y="1235"/>
                    </a:lnTo>
                    <a:lnTo>
                      <a:pt x="1340" y="1319"/>
                    </a:lnTo>
                    <a:lnTo>
                      <a:pt x="1235" y="1256"/>
                    </a:lnTo>
                    <a:lnTo>
                      <a:pt x="1235" y="1214"/>
                    </a:lnTo>
                    <a:lnTo>
                      <a:pt x="1256" y="1110"/>
                    </a:lnTo>
                    <a:lnTo>
                      <a:pt x="1235" y="796"/>
                    </a:lnTo>
                    <a:lnTo>
                      <a:pt x="1151" y="712"/>
                    </a:lnTo>
                    <a:lnTo>
                      <a:pt x="1131" y="628"/>
                    </a:lnTo>
                    <a:lnTo>
                      <a:pt x="1151" y="586"/>
                    </a:lnTo>
                    <a:lnTo>
                      <a:pt x="1151" y="482"/>
                    </a:lnTo>
                    <a:lnTo>
                      <a:pt x="1110" y="419"/>
                    </a:lnTo>
                    <a:lnTo>
                      <a:pt x="1089" y="314"/>
                    </a:lnTo>
                    <a:lnTo>
                      <a:pt x="1026" y="273"/>
                    </a:lnTo>
                    <a:lnTo>
                      <a:pt x="900" y="314"/>
                    </a:lnTo>
                    <a:lnTo>
                      <a:pt x="879" y="377"/>
                    </a:lnTo>
                    <a:lnTo>
                      <a:pt x="775" y="461"/>
                    </a:lnTo>
                    <a:lnTo>
                      <a:pt x="733" y="524"/>
                    </a:lnTo>
                    <a:lnTo>
                      <a:pt x="796" y="566"/>
                    </a:lnTo>
                    <a:lnTo>
                      <a:pt x="838" y="566"/>
                    </a:lnTo>
                    <a:lnTo>
                      <a:pt x="900" y="628"/>
                    </a:lnTo>
                    <a:lnTo>
                      <a:pt x="796" y="670"/>
                    </a:lnTo>
                    <a:lnTo>
                      <a:pt x="775" y="733"/>
                    </a:lnTo>
                    <a:lnTo>
                      <a:pt x="670" y="796"/>
                    </a:lnTo>
                    <a:lnTo>
                      <a:pt x="628" y="942"/>
                    </a:lnTo>
                    <a:lnTo>
                      <a:pt x="733" y="984"/>
                    </a:lnTo>
                    <a:lnTo>
                      <a:pt x="733" y="1026"/>
                    </a:lnTo>
                    <a:lnTo>
                      <a:pt x="607" y="1068"/>
                    </a:lnTo>
                    <a:lnTo>
                      <a:pt x="587" y="1172"/>
                    </a:lnTo>
                    <a:lnTo>
                      <a:pt x="628" y="1256"/>
                    </a:lnTo>
                    <a:lnTo>
                      <a:pt x="670" y="1361"/>
                    </a:lnTo>
                    <a:lnTo>
                      <a:pt x="607" y="1423"/>
                    </a:lnTo>
                    <a:lnTo>
                      <a:pt x="566" y="1382"/>
                    </a:lnTo>
                    <a:lnTo>
                      <a:pt x="566" y="1235"/>
                    </a:lnTo>
                    <a:lnTo>
                      <a:pt x="503" y="1214"/>
                    </a:lnTo>
                    <a:lnTo>
                      <a:pt x="503" y="1110"/>
                    </a:lnTo>
                    <a:lnTo>
                      <a:pt x="461" y="1130"/>
                    </a:lnTo>
                    <a:lnTo>
                      <a:pt x="294" y="1130"/>
                    </a:lnTo>
                    <a:lnTo>
                      <a:pt x="273" y="1214"/>
                    </a:lnTo>
                    <a:lnTo>
                      <a:pt x="335" y="1256"/>
                    </a:lnTo>
                    <a:lnTo>
                      <a:pt x="252" y="1298"/>
                    </a:lnTo>
                    <a:lnTo>
                      <a:pt x="168" y="1235"/>
                    </a:lnTo>
                    <a:lnTo>
                      <a:pt x="84" y="1298"/>
                    </a:lnTo>
                    <a:lnTo>
                      <a:pt x="1" y="1256"/>
                    </a:lnTo>
                    <a:lnTo>
                      <a:pt x="1" y="1402"/>
                    </a:lnTo>
                    <a:lnTo>
                      <a:pt x="63" y="1444"/>
                    </a:lnTo>
                    <a:lnTo>
                      <a:pt x="147" y="1444"/>
                    </a:lnTo>
                    <a:lnTo>
                      <a:pt x="189" y="1465"/>
                    </a:lnTo>
                    <a:lnTo>
                      <a:pt x="252" y="1444"/>
                    </a:lnTo>
                    <a:lnTo>
                      <a:pt x="356" y="1444"/>
                    </a:lnTo>
                    <a:lnTo>
                      <a:pt x="419" y="1465"/>
                    </a:lnTo>
                    <a:lnTo>
                      <a:pt x="503" y="1444"/>
                    </a:lnTo>
                    <a:lnTo>
                      <a:pt x="628" y="1507"/>
                    </a:lnTo>
                    <a:lnTo>
                      <a:pt x="796" y="1465"/>
                    </a:lnTo>
                    <a:lnTo>
                      <a:pt x="879" y="1528"/>
                    </a:lnTo>
                    <a:lnTo>
                      <a:pt x="984" y="1528"/>
                    </a:lnTo>
                    <a:lnTo>
                      <a:pt x="1444" y="1612"/>
                    </a:lnTo>
                    <a:lnTo>
                      <a:pt x="1507" y="1654"/>
                    </a:lnTo>
                    <a:lnTo>
                      <a:pt x="1423" y="1695"/>
                    </a:lnTo>
                    <a:lnTo>
                      <a:pt x="1298" y="1674"/>
                    </a:lnTo>
                    <a:lnTo>
                      <a:pt x="1151" y="1674"/>
                    </a:lnTo>
                    <a:lnTo>
                      <a:pt x="1047" y="1737"/>
                    </a:lnTo>
                    <a:lnTo>
                      <a:pt x="879" y="1758"/>
                    </a:lnTo>
                    <a:lnTo>
                      <a:pt x="921" y="1758"/>
                    </a:lnTo>
                    <a:lnTo>
                      <a:pt x="984" y="1800"/>
                    </a:lnTo>
                    <a:lnTo>
                      <a:pt x="921" y="1842"/>
                    </a:lnTo>
                    <a:lnTo>
                      <a:pt x="754" y="1779"/>
                    </a:lnTo>
                    <a:lnTo>
                      <a:pt x="670" y="1758"/>
                    </a:lnTo>
                    <a:lnTo>
                      <a:pt x="587" y="1800"/>
                    </a:lnTo>
                    <a:lnTo>
                      <a:pt x="607" y="1863"/>
                    </a:lnTo>
                    <a:lnTo>
                      <a:pt x="587" y="1905"/>
                    </a:lnTo>
                    <a:lnTo>
                      <a:pt x="524" y="1863"/>
                    </a:lnTo>
                    <a:lnTo>
                      <a:pt x="482" y="1863"/>
                    </a:lnTo>
                    <a:lnTo>
                      <a:pt x="503" y="1905"/>
                    </a:lnTo>
                    <a:lnTo>
                      <a:pt x="503" y="1967"/>
                    </a:lnTo>
                    <a:lnTo>
                      <a:pt x="566" y="2009"/>
                    </a:lnTo>
                    <a:lnTo>
                      <a:pt x="649" y="2051"/>
                    </a:lnTo>
                    <a:lnTo>
                      <a:pt x="607" y="2114"/>
                    </a:lnTo>
                    <a:lnTo>
                      <a:pt x="670" y="2198"/>
                    </a:lnTo>
                    <a:lnTo>
                      <a:pt x="607" y="2198"/>
                    </a:lnTo>
                    <a:lnTo>
                      <a:pt x="566" y="2114"/>
                    </a:lnTo>
                    <a:lnTo>
                      <a:pt x="503" y="2114"/>
                    </a:lnTo>
                    <a:lnTo>
                      <a:pt x="461" y="2218"/>
                    </a:lnTo>
                    <a:lnTo>
                      <a:pt x="461" y="2281"/>
                    </a:lnTo>
                    <a:lnTo>
                      <a:pt x="440" y="2323"/>
                    </a:lnTo>
                    <a:lnTo>
                      <a:pt x="440" y="2428"/>
                    </a:lnTo>
                    <a:lnTo>
                      <a:pt x="503" y="2491"/>
                    </a:lnTo>
                    <a:lnTo>
                      <a:pt x="607" y="2491"/>
                    </a:lnTo>
                    <a:lnTo>
                      <a:pt x="670" y="2532"/>
                    </a:lnTo>
                    <a:lnTo>
                      <a:pt x="712" y="2532"/>
                    </a:lnTo>
                    <a:lnTo>
                      <a:pt x="775" y="2470"/>
                    </a:lnTo>
                    <a:lnTo>
                      <a:pt x="900" y="2407"/>
                    </a:lnTo>
                    <a:lnTo>
                      <a:pt x="817" y="2511"/>
                    </a:lnTo>
                    <a:lnTo>
                      <a:pt x="859" y="2595"/>
                    </a:lnTo>
                    <a:lnTo>
                      <a:pt x="921" y="2595"/>
                    </a:lnTo>
                    <a:lnTo>
                      <a:pt x="1005" y="2511"/>
                    </a:lnTo>
                    <a:lnTo>
                      <a:pt x="1026" y="2574"/>
                    </a:lnTo>
                    <a:lnTo>
                      <a:pt x="1068" y="2679"/>
                    </a:lnTo>
                    <a:lnTo>
                      <a:pt x="1382" y="2700"/>
                    </a:lnTo>
                    <a:lnTo>
                      <a:pt x="1444" y="2595"/>
                    </a:lnTo>
                    <a:lnTo>
                      <a:pt x="1423" y="2511"/>
                    </a:lnTo>
                    <a:lnTo>
                      <a:pt x="1444" y="2407"/>
                    </a:lnTo>
                    <a:lnTo>
                      <a:pt x="1507" y="2365"/>
                    </a:lnTo>
                    <a:lnTo>
                      <a:pt x="1528" y="2407"/>
                    </a:lnTo>
                    <a:lnTo>
                      <a:pt x="1528" y="2511"/>
                    </a:lnTo>
                    <a:lnTo>
                      <a:pt x="1570" y="2616"/>
                    </a:lnTo>
                    <a:lnTo>
                      <a:pt x="1612" y="2574"/>
                    </a:lnTo>
                    <a:lnTo>
                      <a:pt x="1612" y="2470"/>
                    </a:lnTo>
                    <a:lnTo>
                      <a:pt x="1612" y="2407"/>
                    </a:lnTo>
                    <a:lnTo>
                      <a:pt x="1654" y="2323"/>
                    </a:lnTo>
                    <a:lnTo>
                      <a:pt x="1675" y="2281"/>
                    </a:lnTo>
                    <a:lnTo>
                      <a:pt x="1570" y="2302"/>
                    </a:lnTo>
                    <a:lnTo>
                      <a:pt x="1486" y="2344"/>
                    </a:lnTo>
                    <a:lnTo>
                      <a:pt x="1528" y="2239"/>
                    </a:lnTo>
                    <a:lnTo>
                      <a:pt x="1633" y="2198"/>
                    </a:lnTo>
                    <a:lnTo>
                      <a:pt x="1695" y="2135"/>
                    </a:lnTo>
                    <a:lnTo>
                      <a:pt x="1758" y="2072"/>
                    </a:lnTo>
                    <a:lnTo>
                      <a:pt x="1758" y="1988"/>
                    </a:lnTo>
                    <a:lnTo>
                      <a:pt x="1821" y="1967"/>
                    </a:lnTo>
                    <a:lnTo>
                      <a:pt x="1905" y="1988"/>
                    </a:lnTo>
                    <a:lnTo>
                      <a:pt x="1905" y="2072"/>
                    </a:lnTo>
                    <a:lnTo>
                      <a:pt x="1905" y="2156"/>
                    </a:lnTo>
                    <a:lnTo>
                      <a:pt x="1947" y="2093"/>
                    </a:lnTo>
                    <a:lnTo>
                      <a:pt x="2072" y="1926"/>
                    </a:lnTo>
                    <a:lnTo>
                      <a:pt x="2072" y="1863"/>
                    </a:lnTo>
                    <a:lnTo>
                      <a:pt x="1947" y="1779"/>
                    </a:lnTo>
                    <a:lnTo>
                      <a:pt x="1947" y="1737"/>
                    </a:lnTo>
                    <a:lnTo>
                      <a:pt x="1988" y="1674"/>
                    </a:lnTo>
                    <a:lnTo>
                      <a:pt x="2051" y="1716"/>
                    </a:lnTo>
                    <a:lnTo>
                      <a:pt x="2135" y="1716"/>
                    </a:lnTo>
                    <a:lnTo>
                      <a:pt x="2156" y="1612"/>
                    </a:lnTo>
                    <a:lnTo>
                      <a:pt x="2156" y="1549"/>
                    </a:lnTo>
                    <a:lnTo>
                      <a:pt x="2260" y="1423"/>
                    </a:lnTo>
                    <a:lnTo>
                      <a:pt x="2281" y="1340"/>
                    </a:lnTo>
                    <a:lnTo>
                      <a:pt x="2407" y="1214"/>
                    </a:lnTo>
                    <a:lnTo>
                      <a:pt x="2511" y="1151"/>
                    </a:lnTo>
                    <a:lnTo>
                      <a:pt x="2553" y="1089"/>
                    </a:lnTo>
                    <a:lnTo>
                      <a:pt x="2511" y="942"/>
                    </a:lnTo>
                    <a:lnTo>
                      <a:pt x="2616" y="775"/>
                    </a:lnTo>
                    <a:lnTo>
                      <a:pt x="2742" y="691"/>
                    </a:lnTo>
                    <a:lnTo>
                      <a:pt x="2763" y="586"/>
                    </a:lnTo>
                    <a:lnTo>
                      <a:pt x="2700" y="482"/>
                    </a:lnTo>
                    <a:lnTo>
                      <a:pt x="2595" y="461"/>
                    </a:lnTo>
                    <a:lnTo>
                      <a:pt x="2553" y="356"/>
                    </a:lnTo>
                    <a:lnTo>
                      <a:pt x="2595" y="356"/>
                    </a:lnTo>
                    <a:lnTo>
                      <a:pt x="2616" y="294"/>
                    </a:lnTo>
                    <a:lnTo>
                      <a:pt x="2595" y="252"/>
                    </a:lnTo>
                    <a:lnTo>
                      <a:pt x="2616" y="168"/>
                    </a:lnTo>
                    <a:lnTo>
                      <a:pt x="2595" y="84"/>
                    </a:lnTo>
                    <a:lnTo>
                      <a:pt x="2511" y="84"/>
                    </a:lnTo>
                    <a:lnTo>
                      <a:pt x="2553" y="147"/>
                    </a:lnTo>
                    <a:lnTo>
                      <a:pt x="2553" y="252"/>
                    </a:lnTo>
                    <a:lnTo>
                      <a:pt x="2470" y="273"/>
                    </a:lnTo>
                    <a:lnTo>
                      <a:pt x="2386" y="189"/>
                    </a:lnTo>
                    <a:lnTo>
                      <a:pt x="2302" y="273"/>
                    </a:lnTo>
                    <a:lnTo>
                      <a:pt x="2302" y="461"/>
                    </a:lnTo>
                    <a:lnTo>
                      <a:pt x="2260" y="503"/>
                    </a:lnTo>
                    <a:lnTo>
                      <a:pt x="2198" y="503"/>
                    </a:lnTo>
                    <a:lnTo>
                      <a:pt x="2156" y="566"/>
                    </a:lnTo>
                    <a:lnTo>
                      <a:pt x="2093" y="566"/>
                    </a:lnTo>
                    <a:lnTo>
                      <a:pt x="2093" y="482"/>
                    </a:lnTo>
                    <a:lnTo>
                      <a:pt x="2177" y="398"/>
                    </a:lnTo>
                    <a:lnTo>
                      <a:pt x="2219" y="168"/>
                    </a:lnTo>
                    <a:lnTo>
                      <a:pt x="2156" y="105"/>
                    </a:lnTo>
                    <a:lnTo>
                      <a:pt x="2072" y="126"/>
                    </a:lnTo>
                    <a:lnTo>
                      <a:pt x="1988" y="84"/>
                    </a:lnTo>
                    <a:lnTo>
                      <a:pt x="196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Google Shape;9205;p128">
                <a:extLst>
                  <a:ext uri="{FF2B5EF4-FFF2-40B4-BE49-F238E27FC236}">
                    <a16:creationId xmlns:a16="http://schemas.microsoft.com/office/drawing/2014/main" id="{9AADC386-264B-18D8-7E21-7509694279FF}"/>
                  </a:ext>
                </a:extLst>
              </p:cNvPr>
              <p:cNvSpPr/>
              <p:nvPr/>
            </p:nvSpPr>
            <p:spPr>
              <a:xfrm>
                <a:off x="2686125" y="1510800"/>
                <a:ext cx="62275" cy="87900"/>
              </a:xfrm>
              <a:custGeom>
                <a:avLst/>
                <a:gdLst/>
                <a:ahLst/>
                <a:cxnLst/>
                <a:rect l="l" t="t" r="r" b="b"/>
                <a:pathLst>
                  <a:path w="2491" h="3516" extrusionOk="0">
                    <a:moveTo>
                      <a:pt x="1026" y="0"/>
                    </a:moveTo>
                    <a:lnTo>
                      <a:pt x="921" y="63"/>
                    </a:lnTo>
                    <a:lnTo>
                      <a:pt x="879" y="147"/>
                    </a:lnTo>
                    <a:lnTo>
                      <a:pt x="754" y="230"/>
                    </a:lnTo>
                    <a:lnTo>
                      <a:pt x="733" y="335"/>
                    </a:lnTo>
                    <a:lnTo>
                      <a:pt x="607" y="481"/>
                    </a:lnTo>
                    <a:lnTo>
                      <a:pt x="607" y="586"/>
                    </a:lnTo>
                    <a:lnTo>
                      <a:pt x="712" y="649"/>
                    </a:lnTo>
                    <a:lnTo>
                      <a:pt x="754" y="586"/>
                    </a:lnTo>
                    <a:lnTo>
                      <a:pt x="879" y="565"/>
                    </a:lnTo>
                    <a:lnTo>
                      <a:pt x="921" y="628"/>
                    </a:lnTo>
                    <a:lnTo>
                      <a:pt x="775" y="753"/>
                    </a:lnTo>
                    <a:lnTo>
                      <a:pt x="649" y="837"/>
                    </a:lnTo>
                    <a:lnTo>
                      <a:pt x="545" y="984"/>
                    </a:lnTo>
                    <a:lnTo>
                      <a:pt x="545" y="1046"/>
                    </a:lnTo>
                    <a:lnTo>
                      <a:pt x="712" y="963"/>
                    </a:lnTo>
                    <a:lnTo>
                      <a:pt x="858" y="837"/>
                    </a:lnTo>
                    <a:lnTo>
                      <a:pt x="942" y="837"/>
                    </a:lnTo>
                    <a:lnTo>
                      <a:pt x="1026" y="774"/>
                    </a:lnTo>
                    <a:lnTo>
                      <a:pt x="1068" y="858"/>
                    </a:lnTo>
                    <a:lnTo>
                      <a:pt x="1047" y="984"/>
                    </a:lnTo>
                    <a:lnTo>
                      <a:pt x="963" y="984"/>
                    </a:lnTo>
                    <a:lnTo>
                      <a:pt x="838" y="1109"/>
                    </a:lnTo>
                    <a:lnTo>
                      <a:pt x="775" y="1193"/>
                    </a:lnTo>
                    <a:lnTo>
                      <a:pt x="838" y="1276"/>
                    </a:lnTo>
                    <a:lnTo>
                      <a:pt x="984" y="1256"/>
                    </a:lnTo>
                    <a:lnTo>
                      <a:pt x="1089" y="1297"/>
                    </a:lnTo>
                    <a:lnTo>
                      <a:pt x="963" y="1381"/>
                    </a:lnTo>
                    <a:lnTo>
                      <a:pt x="817" y="1465"/>
                    </a:lnTo>
                    <a:lnTo>
                      <a:pt x="712" y="1402"/>
                    </a:lnTo>
                    <a:lnTo>
                      <a:pt x="712" y="1486"/>
                    </a:lnTo>
                    <a:lnTo>
                      <a:pt x="838" y="1528"/>
                    </a:lnTo>
                    <a:lnTo>
                      <a:pt x="838" y="1590"/>
                    </a:lnTo>
                    <a:lnTo>
                      <a:pt x="649" y="1779"/>
                    </a:lnTo>
                    <a:lnTo>
                      <a:pt x="607" y="1779"/>
                    </a:lnTo>
                    <a:lnTo>
                      <a:pt x="545" y="1611"/>
                    </a:lnTo>
                    <a:lnTo>
                      <a:pt x="440" y="1569"/>
                    </a:lnTo>
                    <a:lnTo>
                      <a:pt x="335" y="1423"/>
                    </a:lnTo>
                    <a:lnTo>
                      <a:pt x="126" y="1528"/>
                    </a:lnTo>
                    <a:lnTo>
                      <a:pt x="126" y="1590"/>
                    </a:lnTo>
                    <a:lnTo>
                      <a:pt x="1" y="1800"/>
                    </a:lnTo>
                    <a:lnTo>
                      <a:pt x="105" y="1925"/>
                    </a:lnTo>
                    <a:lnTo>
                      <a:pt x="105" y="2051"/>
                    </a:lnTo>
                    <a:lnTo>
                      <a:pt x="189" y="2093"/>
                    </a:lnTo>
                    <a:lnTo>
                      <a:pt x="294" y="2009"/>
                    </a:lnTo>
                    <a:lnTo>
                      <a:pt x="356" y="2009"/>
                    </a:lnTo>
                    <a:lnTo>
                      <a:pt x="545" y="2051"/>
                    </a:lnTo>
                    <a:lnTo>
                      <a:pt x="733" y="2051"/>
                    </a:lnTo>
                    <a:lnTo>
                      <a:pt x="754" y="2113"/>
                    </a:lnTo>
                    <a:lnTo>
                      <a:pt x="942" y="2051"/>
                    </a:lnTo>
                    <a:lnTo>
                      <a:pt x="942" y="2134"/>
                    </a:lnTo>
                    <a:lnTo>
                      <a:pt x="838" y="2155"/>
                    </a:lnTo>
                    <a:lnTo>
                      <a:pt x="775" y="2239"/>
                    </a:lnTo>
                    <a:lnTo>
                      <a:pt x="817" y="2344"/>
                    </a:lnTo>
                    <a:lnTo>
                      <a:pt x="963" y="2323"/>
                    </a:lnTo>
                    <a:lnTo>
                      <a:pt x="1089" y="2427"/>
                    </a:lnTo>
                    <a:lnTo>
                      <a:pt x="1172" y="2616"/>
                    </a:lnTo>
                    <a:lnTo>
                      <a:pt x="1256" y="2616"/>
                    </a:lnTo>
                    <a:lnTo>
                      <a:pt x="1298" y="2657"/>
                    </a:lnTo>
                    <a:lnTo>
                      <a:pt x="1256" y="2741"/>
                    </a:lnTo>
                    <a:lnTo>
                      <a:pt x="1256" y="2867"/>
                    </a:lnTo>
                    <a:lnTo>
                      <a:pt x="1068" y="3201"/>
                    </a:lnTo>
                    <a:lnTo>
                      <a:pt x="1130" y="3390"/>
                    </a:lnTo>
                    <a:lnTo>
                      <a:pt x="1172" y="3494"/>
                    </a:lnTo>
                    <a:lnTo>
                      <a:pt x="1256" y="3494"/>
                    </a:lnTo>
                    <a:lnTo>
                      <a:pt x="1361" y="3473"/>
                    </a:lnTo>
                    <a:lnTo>
                      <a:pt x="1403" y="3515"/>
                    </a:lnTo>
                    <a:lnTo>
                      <a:pt x="1486" y="3515"/>
                    </a:lnTo>
                    <a:lnTo>
                      <a:pt x="1654" y="3411"/>
                    </a:lnTo>
                    <a:lnTo>
                      <a:pt x="1654" y="3348"/>
                    </a:lnTo>
                    <a:lnTo>
                      <a:pt x="1758" y="3285"/>
                    </a:lnTo>
                    <a:lnTo>
                      <a:pt x="1821" y="3160"/>
                    </a:lnTo>
                    <a:lnTo>
                      <a:pt x="1863" y="3034"/>
                    </a:lnTo>
                    <a:lnTo>
                      <a:pt x="1884" y="2846"/>
                    </a:lnTo>
                    <a:lnTo>
                      <a:pt x="1988" y="2678"/>
                    </a:lnTo>
                    <a:lnTo>
                      <a:pt x="1905" y="2657"/>
                    </a:lnTo>
                    <a:lnTo>
                      <a:pt x="1905" y="2574"/>
                    </a:lnTo>
                    <a:lnTo>
                      <a:pt x="1988" y="2532"/>
                    </a:lnTo>
                    <a:lnTo>
                      <a:pt x="2072" y="2365"/>
                    </a:lnTo>
                    <a:lnTo>
                      <a:pt x="2135" y="2365"/>
                    </a:lnTo>
                    <a:lnTo>
                      <a:pt x="2219" y="2260"/>
                    </a:lnTo>
                    <a:lnTo>
                      <a:pt x="2344" y="2197"/>
                    </a:lnTo>
                    <a:lnTo>
                      <a:pt x="2386" y="2030"/>
                    </a:lnTo>
                    <a:lnTo>
                      <a:pt x="2386" y="1925"/>
                    </a:lnTo>
                    <a:lnTo>
                      <a:pt x="2491" y="1841"/>
                    </a:lnTo>
                    <a:lnTo>
                      <a:pt x="2491" y="1800"/>
                    </a:lnTo>
                    <a:lnTo>
                      <a:pt x="2428" y="1695"/>
                    </a:lnTo>
                    <a:lnTo>
                      <a:pt x="2407" y="1569"/>
                    </a:lnTo>
                    <a:lnTo>
                      <a:pt x="2344" y="1569"/>
                    </a:lnTo>
                    <a:lnTo>
                      <a:pt x="2239" y="1507"/>
                    </a:lnTo>
                    <a:lnTo>
                      <a:pt x="2114" y="1507"/>
                    </a:lnTo>
                    <a:lnTo>
                      <a:pt x="2093" y="1465"/>
                    </a:lnTo>
                    <a:lnTo>
                      <a:pt x="2135" y="1360"/>
                    </a:lnTo>
                    <a:lnTo>
                      <a:pt x="2302" y="1276"/>
                    </a:lnTo>
                    <a:lnTo>
                      <a:pt x="2302" y="1193"/>
                    </a:lnTo>
                    <a:lnTo>
                      <a:pt x="2239" y="1109"/>
                    </a:lnTo>
                    <a:lnTo>
                      <a:pt x="2239" y="984"/>
                    </a:lnTo>
                    <a:lnTo>
                      <a:pt x="2281" y="879"/>
                    </a:lnTo>
                    <a:lnTo>
                      <a:pt x="2177" y="774"/>
                    </a:lnTo>
                    <a:lnTo>
                      <a:pt x="2093" y="774"/>
                    </a:lnTo>
                    <a:lnTo>
                      <a:pt x="1967" y="858"/>
                    </a:lnTo>
                    <a:lnTo>
                      <a:pt x="1779" y="900"/>
                    </a:lnTo>
                    <a:lnTo>
                      <a:pt x="1758" y="984"/>
                    </a:lnTo>
                    <a:lnTo>
                      <a:pt x="1675" y="1088"/>
                    </a:lnTo>
                    <a:lnTo>
                      <a:pt x="1591" y="1067"/>
                    </a:lnTo>
                    <a:lnTo>
                      <a:pt x="1570" y="963"/>
                    </a:lnTo>
                    <a:lnTo>
                      <a:pt x="1695" y="900"/>
                    </a:lnTo>
                    <a:lnTo>
                      <a:pt x="1758" y="837"/>
                    </a:lnTo>
                    <a:lnTo>
                      <a:pt x="1758" y="670"/>
                    </a:lnTo>
                    <a:lnTo>
                      <a:pt x="1800" y="460"/>
                    </a:lnTo>
                    <a:lnTo>
                      <a:pt x="1758" y="356"/>
                    </a:lnTo>
                    <a:lnTo>
                      <a:pt x="1695" y="272"/>
                    </a:lnTo>
                    <a:lnTo>
                      <a:pt x="1654" y="168"/>
                    </a:lnTo>
                    <a:lnTo>
                      <a:pt x="1507" y="105"/>
                    </a:lnTo>
                    <a:lnTo>
                      <a:pt x="1403" y="147"/>
                    </a:lnTo>
                    <a:lnTo>
                      <a:pt x="1277" y="105"/>
                    </a:lnTo>
                    <a:lnTo>
                      <a:pt x="1130" y="230"/>
                    </a:lnTo>
                    <a:lnTo>
                      <a:pt x="1047" y="209"/>
                    </a:lnTo>
                    <a:lnTo>
                      <a:pt x="1047" y="21"/>
                    </a:lnTo>
                    <a:lnTo>
                      <a:pt x="102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Google Shape;9206;p128">
                <a:extLst>
                  <a:ext uri="{FF2B5EF4-FFF2-40B4-BE49-F238E27FC236}">
                    <a16:creationId xmlns:a16="http://schemas.microsoft.com/office/drawing/2014/main" id="{87FDF839-BDA7-0B66-21F9-C5B93222B3B9}"/>
                  </a:ext>
                </a:extLst>
              </p:cNvPr>
              <p:cNvSpPr/>
              <p:nvPr/>
            </p:nvSpPr>
            <p:spPr>
              <a:xfrm>
                <a:off x="2799125" y="1455875"/>
                <a:ext cx="96775" cy="158525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6341" extrusionOk="0">
                    <a:moveTo>
                      <a:pt x="2385" y="0"/>
                    </a:moveTo>
                    <a:lnTo>
                      <a:pt x="2385" y="126"/>
                    </a:lnTo>
                    <a:lnTo>
                      <a:pt x="2302" y="272"/>
                    </a:lnTo>
                    <a:lnTo>
                      <a:pt x="2385" y="356"/>
                    </a:lnTo>
                    <a:lnTo>
                      <a:pt x="2490" y="356"/>
                    </a:lnTo>
                    <a:lnTo>
                      <a:pt x="2595" y="314"/>
                    </a:lnTo>
                    <a:lnTo>
                      <a:pt x="2741" y="377"/>
                    </a:lnTo>
                    <a:lnTo>
                      <a:pt x="2783" y="460"/>
                    </a:lnTo>
                    <a:lnTo>
                      <a:pt x="2888" y="481"/>
                    </a:lnTo>
                    <a:lnTo>
                      <a:pt x="2888" y="565"/>
                    </a:lnTo>
                    <a:lnTo>
                      <a:pt x="2699" y="733"/>
                    </a:lnTo>
                    <a:lnTo>
                      <a:pt x="2616" y="733"/>
                    </a:lnTo>
                    <a:lnTo>
                      <a:pt x="2490" y="649"/>
                    </a:lnTo>
                    <a:lnTo>
                      <a:pt x="2385" y="649"/>
                    </a:lnTo>
                    <a:lnTo>
                      <a:pt x="2281" y="628"/>
                    </a:lnTo>
                    <a:lnTo>
                      <a:pt x="2281" y="628"/>
                    </a:lnTo>
                    <a:lnTo>
                      <a:pt x="2323" y="733"/>
                    </a:lnTo>
                    <a:lnTo>
                      <a:pt x="2406" y="753"/>
                    </a:lnTo>
                    <a:lnTo>
                      <a:pt x="2323" y="837"/>
                    </a:lnTo>
                    <a:lnTo>
                      <a:pt x="2218" y="858"/>
                    </a:lnTo>
                    <a:lnTo>
                      <a:pt x="2072" y="691"/>
                    </a:lnTo>
                    <a:lnTo>
                      <a:pt x="1904" y="774"/>
                    </a:lnTo>
                    <a:lnTo>
                      <a:pt x="1862" y="942"/>
                    </a:lnTo>
                    <a:lnTo>
                      <a:pt x="1779" y="1005"/>
                    </a:lnTo>
                    <a:lnTo>
                      <a:pt x="1779" y="1088"/>
                    </a:lnTo>
                    <a:lnTo>
                      <a:pt x="1883" y="1109"/>
                    </a:lnTo>
                    <a:lnTo>
                      <a:pt x="1904" y="1256"/>
                    </a:lnTo>
                    <a:lnTo>
                      <a:pt x="2051" y="1318"/>
                    </a:lnTo>
                    <a:lnTo>
                      <a:pt x="2051" y="1381"/>
                    </a:lnTo>
                    <a:lnTo>
                      <a:pt x="1946" y="1381"/>
                    </a:lnTo>
                    <a:lnTo>
                      <a:pt x="1946" y="1465"/>
                    </a:lnTo>
                    <a:lnTo>
                      <a:pt x="1988" y="1528"/>
                    </a:lnTo>
                    <a:lnTo>
                      <a:pt x="1988" y="1611"/>
                    </a:lnTo>
                    <a:lnTo>
                      <a:pt x="1904" y="1590"/>
                    </a:lnTo>
                    <a:lnTo>
                      <a:pt x="1841" y="1528"/>
                    </a:lnTo>
                    <a:lnTo>
                      <a:pt x="1695" y="1507"/>
                    </a:lnTo>
                    <a:lnTo>
                      <a:pt x="1590" y="1423"/>
                    </a:lnTo>
                    <a:lnTo>
                      <a:pt x="1528" y="1402"/>
                    </a:lnTo>
                    <a:lnTo>
                      <a:pt x="1423" y="1486"/>
                    </a:lnTo>
                    <a:lnTo>
                      <a:pt x="1381" y="1569"/>
                    </a:lnTo>
                    <a:lnTo>
                      <a:pt x="1465" y="1674"/>
                    </a:lnTo>
                    <a:lnTo>
                      <a:pt x="1423" y="1779"/>
                    </a:lnTo>
                    <a:lnTo>
                      <a:pt x="1360" y="1737"/>
                    </a:lnTo>
                    <a:lnTo>
                      <a:pt x="1360" y="1674"/>
                    </a:lnTo>
                    <a:lnTo>
                      <a:pt x="1276" y="1611"/>
                    </a:lnTo>
                    <a:lnTo>
                      <a:pt x="1151" y="1569"/>
                    </a:lnTo>
                    <a:lnTo>
                      <a:pt x="1109" y="1569"/>
                    </a:lnTo>
                    <a:lnTo>
                      <a:pt x="1025" y="1486"/>
                    </a:lnTo>
                    <a:lnTo>
                      <a:pt x="942" y="1465"/>
                    </a:lnTo>
                    <a:lnTo>
                      <a:pt x="921" y="1528"/>
                    </a:lnTo>
                    <a:lnTo>
                      <a:pt x="963" y="1674"/>
                    </a:lnTo>
                    <a:lnTo>
                      <a:pt x="963" y="1800"/>
                    </a:lnTo>
                    <a:lnTo>
                      <a:pt x="1004" y="1946"/>
                    </a:lnTo>
                    <a:lnTo>
                      <a:pt x="1109" y="2009"/>
                    </a:lnTo>
                    <a:lnTo>
                      <a:pt x="1235" y="2030"/>
                    </a:lnTo>
                    <a:lnTo>
                      <a:pt x="1276" y="2093"/>
                    </a:lnTo>
                    <a:lnTo>
                      <a:pt x="1256" y="2113"/>
                    </a:lnTo>
                    <a:lnTo>
                      <a:pt x="1130" y="2113"/>
                    </a:lnTo>
                    <a:lnTo>
                      <a:pt x="1256" y="2197"/>
                    </a:lnTo>
                    <a:lnTo>
                      <a:pt x="1318" y="2260"/>
                    </a:lnTo>
                    <a:lnTo>
                      <a:pt x="1423" y="2344"/>
                    </a:lnTo>
                    <a:lnTo>
                      <a:pt x="1548" y="2344"/>
                    </a:lnTo>
                    <a:lnTo>
                      <a:pt x="1632" y="2260"/>
                    </a:lnTo>
                    <a:lnTo>
                      <a:pt x="1674" y="2260"/>
                    </a:lnTo>
                    <a:lnTo>
                      <a:pt x="1674" y="2344"/>
                    </a:lnTo>
                    <a:lnTo>
                      <a:pt x="1590" y="2427"/>
                    </a:lnTo>
                    <a:lnTo>
                      <a:pt x="1548" y="2616"/>
                    </a:lnTo>
                    <a:lnTo>
                      <a:pt x="1486" y="2616"/>
                    </a:lnTo>
                    <a:lnTo>
                      <a:pt x="1339" y="2469"/>
                    </a:lnTo>
                    <a:lnTo>
                      <a:pt x="1025" y="2427"/>
                    </a:lnTo>
                    <a:lnTo>
                      <a:pt x="921" y="2260"/>
                    </a:lnTo>
                    <a:lnTo>
                      <a:pt x="837" y="2239"/>
                    </a:lnTo>
                    <a:lnTo>
                      <a:pt x="795" y="2155"/>
                    </a:lnTo>
                    <a:lnTo>
                      <a:pt x="753" y="2155"/>
                    </a:lnTo>
                    <a:lnTo>
                      <a:pt x="712" y="2302"/>
                    </a:lnTo>
                    <a:lnTo>
                      <a:pt x="712" y="2344"/>
                    </a:lnTo>
                    <a:lnTo>
                      <a:pt x="649" y="2406"/>
                    </a:lnTo>
                    <a:lnTo>
                      <a:pt x="712" y="2574"/>
                    </a:lnTo>
                    <a:lnTo>
                      <a:pt x="628" y="2637"/>
                    </a:lnTo>
                    <a:lnTo>
                      <a:pt x="544" y="2616"/>
                    </a:lnTo>
                    <a:lnTo>
                      <a:pt x="544" y="2762"/>
                    </a:lnTo>
                    <a:lnTo>
                      <a:pt x="502" y="2783"/>
                    </a:lnTo>
                    <a:lnTo>
                      <a:pt x="502" y="3034"/>
                    </a:lnTo>
                    <a:lnTo>
                      <a:pt x="586" y="3097"/>
                    </a:lnTo>
                    <a:lnTo>
                      <a:pt x="732" y="3097"/>
                    </a:lnTo>
                    <a:lnTo>
                      <a:pt x="837" y="3160"/>
                    </a:lnTo>
                    <a:lnTo>
                      <a:pt x="942" y="3139"/>
                    </a:lnTo>
                    <a:lnTo>
                      <a:pt x="942" y="3181"/>
                    </a:lnTo>
                    <a:lnTo>
                      <a:pt x="858" y="3243"/>
                    </a:lnTo>
                    <a:lnTo>
                      <a:pt x="753" y="3181"/>
                    </a:lnTo>
                    <a:lnTo>
                      <a:pt x="586" y="3181"/>
                    </a:lnTo>
                    <a:lnTo>
                      <a:pt x="523" y="3160"/>
                    </a:lnTo>
                    <a:lnTo>
                      <a:pt x="419" y="3181"/>
                    </a:lnTo>
                    <a:lnTo>
                      <a:pt x="272" y="3369"/>
                    </a:lnTo>
                    <a:lnTo>
                      <a:pt x="230" y="3473"/>
                    </a:lnTo>
                    <a:lnTo>
                      <a:pt x="314" y="3557"/>
                    </a:lnTo>
                    <a:lnTo>
                      <a:pt x="293" y="3599"/>
                    </a:lnTo>
                    <a:lnTo>
                      <a:pt x="209" y="3620"/>
                    </a:lnTo>
                    <a:lnTo>
                      <a:pt x="209" y="3725"/>
                    </a:lnTo>
                    <a:lnTo>
                      <a:pt x="293" y="3787"/>
                    </a:lnTo>
                    <a:lnTo>
                      <a:pt x="335" y="3725"/>
                    </a:lnTo>
                    <a:lnTo>
                      <a:pt x="502" y="3725"/>
                    </a:lnTo>
                    <a:lnTo>
                      <a:pt x="586" y="3662"/>
                    </a:lnTo>
                    <a:lnTo>
                      <a:pt x="628" y="3704"/>
                    </a:lnTo>
                    <a:lnTo>
                      <a:pt x="628" y="3787"/>
                    </a:lnTo>
                    <a:lnTo>
                      <a:pt x="523" y="3808"/>
                    </a:lnTo>
                    <a:lnTo>
                      <a:pt x="440" y="3913"/>
                    </a:lnTo>
                    <a:lnTo>
                      <a:pt x="502" y="3976"/>
                    </a:lnTo>
                    <a:lnTo>
                      <a:pt x="586" y="3976"/>
                    </a:lnTo>
                    <a:lnTo>
                      <a:pt x="691" y="3892"/>
                    </a:lnTo>
                    <a:lnTo>
                      <a:pt x="753" y="3892"/>
                    </a:lnTo>
                    <a:lnTo>
                      <a:pt x="858" y="3808"/>
                    </a:lnTo>
                    <a:lnTo>
                      <a:pt x="858" y="3871"/>
                    </a:lnTo>
                    <a:lnTo>
                      <a:pt x="816" y="3934"/>
                    </a:lnTo>
                    <a:lnTo>
                      <a:pt x="858" y="3976"/>
                    </a:lnTo>
                    <a:lnTo>
                      <a:pt x="1046" y="3976"/>
                    </a:lnTo>
                    <a:lnTo>
                      <a:pt x="1067" y="4018"/>
                    </a:lnTo>
                    <a:lnTo>
                      <a:pt x="963" y="4038"/>
                    </a:lnTo>
                    <a:lnTo>
                      <a:pt x="963" y="4122"/>
                    </a:lnTo>
                    <a:lnTo>
                      <a:pt x="1067" y="4143"/>
                    </a:lnTo>
                    <a:lnTo>
                      <a:pt x="1172" y="4122"/>
                    </a:lnTo>
                    <a:lnTo>
                      <a:pt x="1318" y="4206"/>
                    </a:lnTo>
                    <a:lnTo>
                      <a:pt x="1590" y="4290"/>
                    </a:lnTo>
                    <a:lnTo>
                      <a:pt x="1632" y="4331"/>
                    </a:lnTo>
                    <a:lnTo>
                      <a:pt x="1381" y="4310"/>
                    </a:lnTo>
                    <a:lnTo>
                      <a:pt x="1276" y="4331"/>
                    </a:lnTo>
                    <a:lnTo>
                      <a:pt x="1130" y="4227"/>
                    </a:lnTo>
                    <a:lnTo>
                      <a:pt x="963" y="4290"/>
                    </a:lnTo>
                    <a:lnTo>
                      <a:pt x="963" y="4352"/>
                    </a:lnTo>
                    <a:lnTo>
                      <a:pt x="1130" y="4415"/>
                    </a:lnTo>
                    <a:lnTo>
                      <a:pt x="1339" y="4436"/>
                    </a:lnTo>
                    <a:lnTo>
                      <a:pt x="1569" y="4436"/>
                    </a:lnTo>
                    <a:lnTo>
                      <a:pt x="1653" y="4499"/>
                    </a:lnTo>
                    <a:lnTo>
                      <a:pt x="1423" y="4541"/>
                    </a:lnTo>
                    <a:lnTo>
                      <a:pt x="1339" y="4520"/>
                    </a:lnTo>
                    <a:lnTo>
                      <a:pt x="1109" y="4499"/>
                    </a:lnTo>
                    <a:lnTo>
                      <a:pt x="942" y="4457"/>
                    </a:lnTo>
                    <a:lnTo>
                      <a:pt x="900" y="4394"/>
                    </a:lnTo>
                    <a:lnTo>
                      <a:pt x="753" y="4352"/>
                    </a:lnTo>
                    <a:lnTo>
                      <a:pt x="607" y="4206"/>
                    </a:lnTo>
                    <a:lnTo>
                      <a:pt x="544" y="4248"/>
                    </a:lnTo>
                    <a:lnTo>
                      <a:pt x="481" y="4331"/>
                    </a:lnTo>
                    <a:lnTo>
                      <a:pt x="293" y="4352"/>
                    </a:lnTo>
                    <a:lnTo>
                      <a:pt x="209" y="4415"/>
                    </a:lnTo>
                    <a:lnTo>
                      <a:pt x="188" y="4624"/>
                    </a:lnTo>
                    <a:lnTo>
                      <a:pt x="314" y="4729"/>
                    </a:lnTo>
                    <a:lnTo>
                      <a:pt x="314" y="4854"/>
                    </a:lnTo>
                    <a:lnTo>
                      <a:pt x="272" y="4917"/>
                    </a:lnTo>
                    <a:lnTo>
                      <a:pt x="188" y="4729"/>
                    </a:lnTo>
                    <a:lnTo>
                      <a:pt x="126" y="4729"/>
                    </a:lnTo>
                    <a:lnTo>
                      <a:pt x="63" y="4980"/>
                    </a:lnTo>
                    <a:lnTo>
                      <a:pt x="84" y="5126"/>
                    </a:lnTo>
                    <a:lnTo>
                      <a:pt x="168" y="5147"/>
                    </a:lnTo>
                    <a:lnTo>
                      <a:pt x="188" y="5126"/>
                    </a:lnTo>
                    <a:lnTo>
                      <a:pt x="272" y="5126"/>
                    </a:lnTo>
                    <a:lnTo>
                      <a:pt x="335" y="5252"/>
                    </a:lnTo>
                    <a:lnTo>
                      <a:pt x="419" y="5273"/>
                    </a:lnTo>
                    <a:lnTo>
                      <a:pt x="335" y="5294"/>
                    </a:lnTo>
                    <a:lnTo>
                      <a:pt x="272" y="5336"/>
                    </a:lnTo>
                    <a:lnTo>
                      <a:pt x="188" y="5231"/>
                    </a:lnTo>
                    <a:lnTo>
                      <a:pt x="21" y="5252"/>
                    </a:lnTo>
                    <a:lnTo>
                      <a:pt x="0" y="5461"/>
                    </a:lnTo>
                    <a:lnTo>
                      <a:pt x="63" y="5503"/>
                    </a:lnTo>
                    <a:lnTo>
                      <a:pt x="126" y="5482"/>
                    </a:lnTo>
                    <a:lnTo>
                      <a:pt x="84" y="5566"/>
                    </a:lnTo>
                    <a:lnTo>
                      <a:pt x="84" y="5817"/>
                    </a:lnTo>
                    <a:lnTo>
                      <a:pt x="168" y="5754"/>
                    </a:lnTo>
                    <a:lnTo>
                      <a:pt x="230" y="5775"/>
                    </a:lnTo>
                    <a:lnTo>
                      <a:pt x="230" y="5963"/>
                    </a:lnTo>
                    <a:lnTo>
                      <a:pt x="398" y="6005"/>
                    </a:lnTo>
                    <a:lnTo>
                      <a:pt x="628" y="6173"/>
                    </a:lnTo>
                    <a:lnTo>
                      <a:pt x="732" y="6110"/>
                    </a:lnTo>
                    <a:lnTo>
                      <a:pt x="795" y="6005"/>
                    </a:lnTo>
                    <a:lnTo>
                      <a:pt x="753" y="5922"/>
                    </a:lnTo>
                    <a:lnTo>
                      <a:pt x="921" y="5922"/>
                    </a:lnTo>
                    <a:lnTo>
                      <a:pt x="942" y="6026"/>
                    </a:lnTo>
                    <a:lnTo>
                      <a:pt x="921" y="6131"/>
                    </a:lnTo>
                    <a:lnTo>
                      <a:pt x="942" y="6235"/>
                    </a:lnTo>
                    <a:lnTo>
                      <a:pt x="1004" y="6214"/>
                    </a:lnTo>
                    <a:lnTo>
                      <a:pt x="1067" y="5963"/>
                    </a:lnTo>
                    <a:lnTo>
                      <a:pt x="1067" y="5712"/>
                    </a:lnTo>
                    <a:lnTo>
                      <a:pt x="1130" y="5566"/>
                    </a:lnTo>
                    <a:lnTo>
                      <a:pt x="1256" y="5440"/>
                    </a:lnTo>
                    <a:lnTo>
                      <a:pt x="1318" y="5294"/>
                    </a:lnTo>
                    <a:lnTo>
                      <a:pt x="1318" y="5461"/>
                    </a:lnTo>
                    <a:lnTo>
                      <a:pt x="1172" y="5670"/>
                    </a:lnTo>
                    <a:lnTo>
                      <a:pt x="1151" y="5817"/>
                    </a:lnTo>
                    <a:lnTo>
                      <a:pt x="1172" y="5922"/>
                    </a:lnTo>
                    <a:lnTo>
                      <a:pt x="1130" y="6131"/>
                    </a:lnTo>
                    <a:lnTo>
                      <a:pt x="1172" y="6235"/>
                    </a:lnTo>
                    <a:lnTo>
                      <a:pt x="1151" y="6319"/>
                    </a:lnTo>
                    <a:lnTo>
                      <a:pt x="1214" y="6340"/>
                    </a:lnTo>
                    <a:lnTo>
                      <a:pt x="1256" y="6298"/>
                    </a:lnTo>
                    <a:lnTo>
                      <a:pt x="1339" y="6173"/>
                    </a:lnTo>
                    <a:lnTo>
                      <a:pt x="1528" y="5984"/>
                    </a:lnTo>
                    <a:lnTo>
                      <a:pt x="1590" y="5691"/>
                    </a:lnTo>
                    <a:lnTo>
                      <a:pt x="1674" y="5650"/>
                    </a:lnTo>
                    <a:lnTo>
                      <a:pt x="1674" y="5754"/>
                    </a:lnTo>
                    <a:lnTo>
                      <a:pt x="1632" y="5880"/>
                    </a:lnTo>
                    <a:lnTo>
                      <a:pt x="1632" y="5963"/>
                    </a:lnTo>
                    <a:lnTo>
                      <a:pt x="1737" y="5984"/>
                    </a:lnTo>
                    <a:lnTo>
                      <a:pt x="1862" y="5859"/>
                    </a:lnTo>
                    <a:lnTo>
                      <a:pt x="1946" y="5775"/>
                    </a:lnTo>
                    <a:lnTo>
                      <a:pt x="1946" y="5670"/>
                    </a:lnTo>
                    <a:lnTo>
                      <a:pt x="1841" y="5650"/>
                    </a:lnTo>
                    <a:lnTo>
                      <a:pt x="1841" y="5608"/>
                    </a:lnTo>
                    <a:lnTo>
                      <a:pt x="1946" y="5566"/>
                    </a:lnTo>
                    <a:lnTo>
                      <a:pt x="1946" y="5398"/>
                    </a:lnTo>
                    <a:lnTo>
                      <a:pt x="1904" y="5336"/>
                    </a:lnTo>
                    <a:lnTo>
                      <a:pt x="1904" y="5231"/>
                    </a:lnTo>
                    <a:lnTo>
                      <a:pt x="2072" y="5126"/>
                    </a:lnTo>
                    <a:lnTo>
                      <a:pt x="2113" y="4938"/>
                    </a:lnTo>
                    <a:lnTo>
                      <a:pt x="2218" y="4875"/>
                    </a:lnTo>
                    <a:lnTo>
                      <a:pt x="2281" y="4813"/>
                    </a:lnTo>
                    <a:lnTo>
                      <a:pt x="2281" y="4917"/>
                    </a:lnTo>
                    <a:lnTo>
                      <a:pt x="2281" y="4959"/>
                    </a:lnTo>
                    <a:lnTo>
                      <a:pt x="2197" y="4980"/>
                    </a:lnTo>
                    <a:lnTo>
                      <a:pt x="2113" y="5168"/>
                    </a:lnTo>
                    <a:lnTo>
                      <a:pt x="2051" y="5294"/>
                    </a:lnTo>
                    <a:lnTo>
                      <a:pt x="2009" y="5461"/>
                    </a:lnTo>
                    <a:lnTo>
                      <a:pt x="2072" y="5566"/>
                    </a:lnTo>
                    <a:lnTo>
                      <a:pt x="2092" y="5691"/>
                    </a:lnTo>
                    <a:lnTo>
                      <a:pt x="2155" y="5650"/>
                    </a:lnTo>
                    <a:lnTo>
                      <a:pt x="2260" y="5461"/>
                    </a:lnTo>
                    <a:lnTo>
                      <a:pt x="2469" y="5273"/>
                    </a:lnTo>
                    <a:lnTo>
                      <a:pt x="2532" y="5147"/>
                    </a:lnTo>
                    <a:lnTo>
                      <a:pt x="2532" y="4980"/>
                    </a:lnTo>
                    <a:lnTo>
                      <a:pt x="2616" y="4875"/>
                    </a:lnTo>
                    <a:lnTo>
                      <a:pt x="2699" y="4854"/>
                    </a:lnTo>
                    <a:lnTo>
                      <a:pt x="2699" y="4917"/>
                    </a:lnTo>
                    <a:lnTo>
                      <a:pt x="2678" y="4959"/>
                    </a:lnTo>
                    <a:lnTo>
                      <a:pt x="2678" y="5085"/>
                    </a:lnTo>
                    <a:lnTo>
                      <a:pt x="2741" y="5064"/>
                    </a:lnTo>
                    <a:lnTo>
                      <a:pt x="2888" y="4875"/>
                    </a:lnTo>
                    <a:lnTo>
                      <a:pt x="2971" y="4875"/>
                    </a:lnTo>
                    <a:lnTo>
                      <a:pt x="3139" y="4917"/>
                    </a:lnTo>
                    <a:lnTo>
                      <a:pt x="3327" y="4854"/>
                    </a:lnTo>
                    <a:lnTo>
                      <a:pt x="3432" y="4834"/>
                    </a:lnTo>
                    <a:lnTo>
                      <a:pt x="3494" y="4750"/>
                    </a:lnTo>
                    <a:lnTo>
                      <a:pt x="3620" y="4729"/>
                    </a:lnTo>
                    <a:lnTo>
                      <a:pt x="3662" y="4624"/>
                    </a:lnTo>
                    <a:lnTo>
                      <a:pt x="3662" y="4541"/>
                    </a:lnTo>
                    <a:lnTo>
                      <a:pt x="3683" y="4457"/>
                    </a:lnTo>
                    <a:lnTo>
                      <a:pt x="3620" y="4394"/>
                    </a:lnTo>
                    <a:lnTo>
                      <a:pt x="3662" y="4227"/>
                    </a:lnTo>
                    <a:lnTo>
                      <a:pt x="3662" y="3976"/>
                    </a:lnTo>
                    <a:lnTo>
                      <a:pt x="3620" y="3976"/>
                    </a:lnTo>
                    <a:lnTo>
                      <a:pt x="3536" y="4122"/>
                    </a:lnTo>
                    <a:lnTo>
                      <a:pt x="3411" y="4290"/>
                    </a:lnTo>
                    <a:lnTo>
                      <a:pt x="3348" y="4290"/>
                    </a:lnTo>
                    <a:lnTo>
                      <a:pt x="3348" y="4206"/>
                    </a:lnTo>
                    <a:lnTo>
                      <a:pt x="3432" y="4101"/>
                    </a:lnTo>
                    <a:lnTo>
                      <a:pt x="3536" y="4018"/>
                    </a:lnTo>
                    <a:lnTo>
                      <a:pt x="3557" y="3934"/>
                    </a:lnTo>
                    <a:lnTo>
                      <a:pt x="3432" y="3829"/>
                    </a:lnTo>
                    <a:lnTo>
                      <a:pt x="3411" y="3725"/>
                    </a:lnTo>
                    <a:lnTo>
                      <a:pt x="3348" y="3725"/>
                    </a:lnTo>
                    <a:lnTo>
                      <a:pt x="3306" y="3766"/>
                    </a:lnTo>
                    <a:lnTo>
                      <a:pt x="3264" y="3829"/>
                    </a:lnTo>
                    <a:lnTo>
                      <a:pt x="3201" y="3787"/>
                    </a:lnTo>
                    <a:lnTo>
                      <a:pt x="3097" y="3808"/>
                    </a:lnTo>
                    <a:lnTo>
                      <a:pt x="3013" y="3871"/>
                    </a:lnTo>
                    <a:lnTo>
                      <a:pt x="2909" y="3829"/>
                    </a:lnTo>
                    <a:lnTo>
                      <a:pt x="2950" y="3787"/>
                    </a:lnTo>
                    <a:lnTo>
                      <a:pt x="3222" y="3683"/>
                    </a:lnTo>
                    <a:lnTo>
                      <a:pt x="3327" y="3662"/>
                    </a:lnTo>
                    <a:lnTo>
                      <a:pt x="3536" y="3453"/>
                    </a:lnTo>
                    <a:lnTo>
                      <a:pt x="3578" y="3390"/>
                    </a:lnTo>
                    <a:lnTo>
                      <a:pt x="3725" y="3160"/>
                    </a:lnTo>
                    <a:lnTo>
                      <a:pt x="3766" y="2971"/>
                    </a:lnTo>
                    <a:lnTo>
                      <a:pt x="3725" y="2950"/>
                    </a:lnTo>
                    <a:lnTo>
                      <a:pt x="3641" y="2971"/>
                    </a:lnTo>
                    <a:lnTo>
                      <a:pt x="3578" y="3034"/>
                    </a:lnTo>
                    <a:lnTo>
                      <a:pt x="3536" y="2950"/>
                    </a:lnTo>
                    <a:lnTo>
                      <a:pt x="3578" y="2888"/>
                    </a:lnTo>
                    <a:lnTo>
                      <a:pt x="3641" y="2846"/>
                    </a:lnTo>
                    <a:lnTo>
                      <a:pt x="3725" y="2867"/>
                    </a:lnTo>
                    <a:lnTo>
                      <a:pt x="3766" y="2783"/>
                    </a:lnTo>
                    <a:lnTo>
                      <a:pt x="3766" y="2657"/>
                    </a:lnTo>
                    <a:lnTo>
                      <a:pt x="3871" y="2553"/>
                    </a:lnTo>
                    <a:lnTo>
                      <a:pt x="3871" y="2427"/>
                    </a:lnTo>
                    <a:lnTo>
                      <a:pt x="3850" y="2365"/>
                    </a:lnTo>
                    <a:lnTo>
                      <a:pt x="3850" y="2302"/>
                    </a:lnTo>
                    <a:lnTo>
                      <a:pt x="3745" y="2260"/>
                    </a:lnTo>
                    <a:lnTo>
                      <a:pt x="3641" y="2302"/>
                    </a:lnTo>
                    <a:lnTo>
                      <a:pt x="3494" y="2553"/>
                    </a:lnTo>
                    <a:lnTo>
                      <a:pt x="3494" y="2678"/>
                    </a:lnTo>
                    <a:lnTo>
                      <a:pt x="3557" y="2762"/>
                    </a:lnTo>
                    <a:lnTo>
                      <a:pt x="3473" y="2846"/>
                    </a:lnTo>
                    <a:lnTo>
                      <a:pt x="3432" y="2888"/>
                    </a:lnTo>
                    <a:lnTo>
                      <a:pt x="3369" y="2867"/>
                    </a:lnTo>
                    <a:lnTo>
                      <a:pt x="3411" y="2825"/>
                    </a:lnTo>
                    <a:lnTo>
                      <a:pt x="3348" y="2762"/>
                    </a:lnTo>
                    <a:lnTo>
                      <a:pt x="3348" y="2657"/>
                    </a:lnTo>
                    <a:lnTo>
                      <a:pt x="3453" y="2448"/>
                    </a:lnTo>
                    <a:lnTo>
                      <a:pt x="3432" y="2344"/>
                    </a:lnTo>
                    <a:lnTo>
                      <a:pt x="3453" y="2302"/>
                    </a:lnTo>
                    <a:lnTo>
                      <a:pt x="3473" y="2323"/>
                    </a:lnTo>
                    <a:lnTo>
                      <a:pt x="3557" y="2302"/>
                    </a:lnTo>
                    <a:lnTo>
                      <a:pt x="3536" y="2134"/>
                    </a:lnTo>
                    <a:lnTo>
                      <a:pt x="3453" y="2030"/>
                    </a:lnTo>
                    <a:lnTo>
                      <a:pt x="3348" y="2030"/>
                    </a:lnTo>
                    <a:lnTo>
                      <a:pt x="3222" y="2051"/>
                    </a:lnTo>
                    <a:lnTo>
                      <a:pt x="3160" y="2155"/>
                    </a:lnTo>
                    <a:lnTo>
                      <a:pt x="3139" y="2113"/>
                    </a:lnTo>
                    <a:lnTo>
                      <a:pt x="3118" y="2051"/>
                    </a:lnTo>
                    <a:lnTo>
                      <a:pt x="3139" y="1904"/>
                    </a:lnTo>
                    <a:lnTo>
                      <a:pt x="3055" y="1737"/>
                    </a:lnTo>
                    <a:lnTo>
                      <a:pt x="3097" y="1507"/>
                    </a:lnTo>
                    <a:lnTo>
                      <a:pt x="3097" y="1318"/>
                    </a:lnTo>
                    <a:lnTo>
                      <a:pt x="3139" y="1193"/>
                    </a:lnTo>
                    <a:lnTo>
                      <a:pt x="3160" y="1005"/>
                    </a:lnTo>
                    <a:lnTo>
                      <a:pt x="3139" y="858"/>
                    </a:lnTo>
                    <a:lnTo>
                      <a:pt x="3243" y="670"/>
                    </a:lnTo>
                    <a:lnTo>
                      <a:pt x="3243" y="523"/>
                    </a:lnTo>
                    <a:lnTo>
                      <a:pt x="3139" y="419"/>
                    </a:lnTo>
                    <a:lnTo>
                      <a:pt x="3118" y="272"/>
                    </a:lnTo>
                    <a:lnTo>
                      <a:pt x="2950" y="147"/>
                    </a:lnTo>
                    <a:lnTo>
                      <a:pt x="2909" y="63"/>
                    </a:lnTo>
                    <a:lnTo>
                      <a:pt x="2741" y="0"/>
                    </a:lnTo>
                    <a:lnTo>
                      <a:pt x="2699" y="21"/>
                    </a:lnTo>
                    <a:lnTo>
                      <a:pt x="2699" y="105"/>
                    </a:lnTo>
                    <a:lnTo>
                      <a:pt x="2678" y="126"/>
                    </a:lnTo>
                    <a:lnTo>
                      <a:pt x="2511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Google Shape;9207;p128">
                <a:extLst>
                  <a:ext uri="{FF2B5EF4-FFF2-40B4-BE49-F238E27FC236}">
                    <a16:creationId xmlns:a16="http://schemas.microsoft.com/office/drawing/2014/main" id="{506BC78D-69C3-D2FD-8384-9C736F39A3A5}"/>
                  </a:ext>
                </a:extLst>
              </p:cNvPr>
              <p:cNvSpPr/>
              <p:nvPr/>
            </p:nvSpPr>
            <p:spPr>
              <a:xfrm>
                <a:off x="2744725" y="1557875"/>
                <a:ext cx="36625" cy="48150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1926" extrusionOk="0">
                    <a:moveTo>
                      <a:pt x="711" y="0"/>
                    </a:moveTo>
                    <a:lnTo>
                      <a:pt x="586" y="105"/>
                    </a:lnTo>
                    <a:lnTo>
                      <a:pt x="502" y="168"/>
                    </a:lnTo>
                    <a:lnTo>
                      <a:pt x="502" y="356"/>
                    </a:lnTo>
                    <a:lnTo>
                      <a:pt x="419" y="419"/>
                    </a:lnTo>
                    <a:lnTo>
                      <a:pt x="356" y="377"/>
                    </a:lnTo>
                    <a:lnTo>
                      <a:pt x="272" y="544"/>
                    </a:lnTo>
                    <a:lnTo>
                      <a:pt x="272" y="733"/>
                    </a:lnTo>
                    <a:lnTo>
                      <a:pt x="188" y="837"/>
                    </a:lnTo>
                    <a:lnTo>
                      <a:pt x="272" y="963"/>
                    </a:lnTo>
                    <a:lnTo>
                      <a:pt x="147" y="963"/>
                    </a:lnTo>
                    <a:lnTo>
                      <a:pt x="167" y="1005"/>
                    </a:lnTo>
                    <a:lnTo>
                      <a:pt x="272" y="1088"/>
                    </a:lnTo>
                    <a:lnTo>
                      <a:pt x="398" y="1256"/>
                    </a:lnTo>
                    <a:lnTo>
                      <a:pt x="377" y="1360"/>
                    </a:lnTo>
                    <a:lnTo>
                      <a:pt x="356" y="1360"/>
                    </a:lnTo>
                    <a:lnTo>
                      <a:pt x="209" y="1256"/>
                    </a:lnTo>
                    <a:lnTo>
                      <a:pt x="84" y="1256"/>
                    </a:lnTo>
                    <a:lnTo>
                      <a:pt x="63" y="1318"/>
                    </a:lnTo>
                    <a:lnTo>
                      <a:pt x="0" y="1402"/>
                    </a:lnTo>
                    <a:lnTo>
                      <a:pt x="105" y="1465"/>
                    </a:lnTo>
                    <a:lnTo>
                      <a:pt x="147" y="1590"/>
                    </a:lnTo>
                    <a:lnTo>
                      <a:pt x="188" y="1632"/>
                    </a:lnTo>
                    <a:lnTo>
                      <a:pt x="105" y="1737"/>
                    </a:lnTo>
                    <a:lnTo>
                      <a:pt x="105" y="1883"/>
                    </a:lnTo>
                    <a:lnTo>
                      <a:pt x="251" y="1821"/>
                    </a:lnTo>
                    <a:lnTo>
                      <a:pt x="272" y="1737"/>
                    </a:lnTo>
                    <a:lnTo>
                      <a:pt x="356" y="1737"/>
                    </a:lnTo>
                    <a:lnTo>
                      <a:pt x="377" y="1883"/>
                    </a:lnTo>
                    <a:lnTo>
                      <a:pt x="460" y="1883"/>
                    </a:lnTo>
                    <a:lnTo>
                      <a:pt x="607" y="1842"/>
                    </a:lnTo>
                    <a:lnTo>
                      <a:pt x="711" y="1883"/>
                    </a:lnTo>
                    <a:lnTo>
                      <a:pt x="837" y="1779"/>
                    </a:lnTo>
                    <a:lnTo>
                      <a:pt x="900" y="1821"/>
                    </a:lnTo>
                    <a:lnTo>
                      <a:pt x="900" y="1925"/>
                    </a:lnTo>
                    <a:lnTo>
                      <a:pt x="983" y="1925"/>
                    </a:lnTo>
                    <a:lnTo>
                      <a:pt x="1025" y="1883"/>
                    </a:lnTo>
                    <a:lnTo>
                      <a:pt x="1235" y="1737"/>
                    </a:lnTo>
                    <a:lnTo>
                      <a:pt x="1235" y="1632"/>
                    </a:lnTo>
                    <a:lnTo>
                      <a:pt x="1214" y="1465"/>
                    </a:lnTo>
                    <a:lnTo>
                      <a:pt x="1151" y="1465"/>
                    </a:lnTo>
                    <a:lnTo>
                      <a:pt x="1109" y="1402"/>
                    </a:lnTo>
                    <a:lnTo>
                      <a:pt x="1193" y="1360"/>
                    </a:lnTo>
                    <a:lnTo>
                      <a:pt x="1297" y="1381"/>
                    </a:lnTo>
                    <a:lnTo>
                      <a:pt x="1339" y="1298"/>
                    </a:lnTo>
                    <a:lnTo>
                      <a:pt x="1465" y="1214"/>
                    </a:lnTo>
                    <a:lnTo>
                      <a:pt x="1423" y="984"/>
                    </a:lnTo>
                    <a:lnTo>
                      <a:pt x="1360" y="900"/>
                    </a:lnTo>
                    <a:lnTo>
                      <a:pt x="1360" y="837"/>
                    </a:lnTo>
                    <a:lnTo>
                      <a:pt x="1235" y="837"/>
                    </a:lnTo>
                    <a:lnTo>
                      <a:pt x="1193" y="691"/>
                    </a:lnTo>
                    <a:lnTo>
                      <a:pt x="1193" y="649"/>
                    </a:lnTo>
                    <a:lnTo>
                      <a:pt x="1130" y="586"/>
                    </a:lnTo>
                    <a:lnTo>
                      <a:pt x="1109" y="482"/>
                    </a:lnTo>
                    <a:lnTo>
                      <a:pt x="1046" y="461"/>
                    </a:lnTo>
                    <a:lnTo>
                      <a:pt x="1004" y="377"/>
                    </a:lnTo>
                    <a:lnTo>
                      <a:pt x="1025" y="272"/>
                    </a:lnTo>
                    <a:lnTo>
                      <a:pt x="983" y="168"/>
                    </a:lnTo>
                    <a:lnTo>
                      <a:pt x="83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Google Shape;9208;p128">
                <a:extLst>
                  <a:ext uri="{FF2B5EF4-FFF2-40B4-BE49-F238E27FC236}">
                    <a16:creationId xmlns:a16="http://schemas.microsoft.com/office/drawing/2014/main" id="{E5766B11-28D9-EDCE-504F-01415072ECBD}"/>
                  </a:ext>
                </a:extLst>
              </p:cNvPr>
              <p:cNvSpPr/>
              <p:nvPr/>
            </p:nvSpPr>
            <p:spPr>
              <a:xfrm>
                <a:off x="2789175" y="1410350"/>
                <a:ext cx="386600" cy="302375"/>
              </a:xfrm>
              <a:custGeom>
                <a:avLst/>
                <a:gdLst/>
                <a:ahLst/>
                <a:cxnLst/>
                <a:rect l="l" t="t" r="r" b="b"/>
                <a:pathLst>
                  <a:path w="15464" h="12095" extrusionOk="0">
                    <a:moveTo>
                      <a:pt x="9625" y="1"/>
                    </a:moveTo>
                    <a:lnTo>
                      <a:pt x="9521" y="105"/>
                    </a:lnTo>
                    <a:lnTo>
                      <a:pt x="9416" y="105"/>
                    </a:lnTo>
                    <a:lnTo>
                      <a:pt x="9353" y="168"/>
                    </a:lnTo>
                    <a:lnTo>
                      <a:pt x="9416" y="252"/>
                    </a:lnTo>
                    <a:lnTo>
                      <a:pt x="9521" y="273"/>
                    </a:lnTo>
                    <a:lnTo>
                      <a:pt x="9584" y="315"/>
                    </a:lnTo>
                    <a:lnTo>
                      <a:pt x="9458" y="315"/>
                    </a:lnTo>
                    <a:lnTo>
                      <a:pt x="9395" y="377"/>
                    </a:lnTo>
                    <a:lnTo>
                      <a:pt x="9458" y="461"/>
                    </a:lnTo>
                    <a:lnTo>
                      <a:pt x="9584" y="566"/>
                    </a:lnTo>
                    <a:lnTo>
                      <a:pt x="9563" y="629"/>
                    </a:lnTo>
                    <a:lnTo>
                      <a:pt x="9521" y="691"/>
                    </a:lnTo>
                    <a:lnTo>
                      <a:pt x="9625" y="796"/>
                    </a:lnTo>
                    <a:lnTo>
                      <a:pt x="9709" y="817"/>
                    </a:lnTo>
                    <a:lnTo>
                      <a:pt x="9709" y="880"/>
                    </a:lnTo>
                    <a:lnTo>
                      <a:pt x="9605" y="901"/>
                    </a:lnTo>
                    <a:lnTo>
                      <a:pt x="9605" y="942"/>
                    </a:lnTo>
                    <a:lnTo>
                      <a:pt x="9395" y="712"/>
                    </a:lnTo>
                    <a:lnTo>
                      <a:pt x="9353" y="712"/>
                    </a:lnTo>
                    <a:lnTo>
                      <a:pt x="9312" y="796"/>
                    </a:lnTo>
                    <a:lnTo>
                      <a:pt x="9312" y="901"/>
                    </a:lnTo>
                    <a:lnTo>
                      <a:pt x="9270" y="880"/>
                    </a:lnTo>
                    <a:lnTo>
                      <a:pt x="9249" y="691"/>
                    </a:lnTo>
                    <a:lnTo>
                      <a:pt x="9270" y="566"/>
                    </a:lnTo>
                    <a:lnTo>
                      <a:pt x="9186" y="419"/>
                    </a:lnTo>
                    <a:lnTo>
                      <a:pt x="9186" y="273"/>
                    </a:lnTo>
                    <a:lnTo>
                      <a:pt x="9123" y="210"/>
                    </a:lnTo>
                    <a:lnTo>
                      <a:pt x="9081" y="252"/>
                    </a:lnTo>
                    <a:lnTo>
                      <a:pt x="8956" y="147"/>
                    </a:lnTo>
                    <a:lnTo>
                      <a:pt x="8872" y="105"/>
                    </a:lnTo>
                    <a:lnTo>
                      <a:pt x="8851" y="252"/>
                    </a:lnTo>
                    <a:lnTo>
                      <a:pt x="8872" y="461"/>
                    </a:lnTo>
                    <a:lnTo>
                      <a:pt x="8851" y="670"/>
                    </a:lnTo>
                    <a:lnTo>
                      <a:pt x="8893" y="817"/>
                    </a:lnTo>
                    <a:lnTo>
                      <a:pt x="8935" y="984"/>
                    </a:lnTo>
                    <a:lnTo>
                      <a:pt x="8935" y="1047"/>
                    </a:lnTo>
                    <a:lnTo>
                      <a:pt x="8935" y="1193"/>
                    </a:lnTo>
                    <a:lnTo>
                      <a:pt x="8872" y="1235"/>
                    </a:lnTo>
                    <a:lnTo>
                      <a:pt x="8830" y="1131"/>
                    </a:lnTo>
                    <a:lnTo>
                      <a:pt x="8788" y="984"/>
                    </a:lnTo>
                    <a:lnTo>
                      <a:pt x="8747" y="901"/>
                    </a:lnTo>
                    <a:lnTo>
                      <a:pt x="8747" y="775"/>
                    </a:lnTo>
                    <a:lnTo>
                      <a:pt x="8726" y="629"/>
                    </a:lnTo>
                    <a:lnTo>
                      <a:pt x="8684" y="482"/>
                    </a:lnTo>
                    <a:lnTo>
                      <a:pt x="8475" y="357"/>
                    </a:lnTo>
                    <a:lnTo>
                      <a:pt x="8412" y="357"/>
                    </a:lnTo>
                    <a:lnTo>
                      <a:pt x="8370" y="482"/>
                    </a:lnTo>
                    <a:lnTo>
                      <a:pt x="8349" y="524"/>
                    </a:lnTo>
                    <a:lnTo>
                      <a:pt x="8370" y="691"/>
                    </a:lnTo>
                    <a:lnTo>
                      <a:pt x="8558" y="817"/>
                    </a:lnTo>
                    <a:lnTo>
                      <a:pt x="8558" y="901"/>
                    </a:lnTo>
                    <a:lnTo>
                      <a:pt x="8370" y="880"/>
                    </a:lnTo>
                    <a:lnTo>
                      <a:pt x="8328" y="838"/>
                    </a:lnTo>
                    <a:lnTo>
                      <a:pt x="8244" y="838"/>
                    </a:lnTo>
                    <a:lnTo>
                      <a:pt x="8161" y="921"/>
                    </a:lnTo>
                    <a:lnTo>
                      <a:pt x="8244" y="1131"/>
                    </a:lnTo>
                    <a:lnTo>
                      <a:pt x="8224" y="1193"/>
                    </a:lnTo>
                    <a:lnTo>
                      <a:pt x="8077" y="1235"/>
                    </a:lnTo>
                    <a:lnTo>
                      <a:pt x="8035" y="1340"/>
                    </a:lnTo>
                    <a:lnTo>
                      <a:pt x="7952" y="1403"/>
                    </a:lnTo>
                    <a:lnTo>
                      <a:pt x="7910" y="1319"/>
                    </a:lnTo>
                    <a:lnTo>
                      <a:pt x="7910" y="1214"/>
                    </a:lnTo>
                    <a:lnTo>
                      <a:pt x="7847" y="1214"/>
                    </a:lnTo>
                    <a:lnTo>
                      <a:pt x="7784" y="1361"/>
                    </a:lnTo>
                    <a:lnTo>
                      <a:pt x="7700" y="1403"/>
                    </a:lnTo>
                    <a:lnTo>
                      <a:pt x="7680" y="1131"/>
                    </a:lnTo>
                    <a:lnTo>
                      <a:pt x="7700" y="984"/>
                    </a:lnTo>
                    <a:lnTo>
                      <a:pt x="7700" y="921"/>
                    </a:lnTo>
                    <a:lnTo>
                      <a:pt x="7491" y="838"/>
                    </a:lnTo>
                    <a:lnTo>
                      <a:pt x="7470" y="775"/>
                    </a:lnTo>
                    <a:lnTo>
                      <a:pt x="7533" y="691"/>
                    </a:lnTo>
                    <a:lnTo>
                      <a:pt x="7554" y="608"/>
                    </a:lnTo>
                    <a:lnTo>
                      <a:pt x="7470" y="566"/>
                    </a:lnTo>
                    <a:lnTo>
                      <a:pt x="7261" y="524"/>
                    </a:lnTo>
                    <a:lnTo>
                      <a:pt x="7219" y="482"/>
                    </a:lnTo>
                    <a:lnTo>
                      <a:pt x="7073" y="524"/>
                    </a:lnTo>
                    <a:lnTo>
                      <a:pt x="7031" y="629"/>
                    </a:lnTo>
                    <a:lnTo>
                      <a:pt x="7115" y="712"/>
                    </a:lnTo>
                    <a:lnTo>
                      <a:pt x="7115" y="921"/>
                    </a:lnTo>
                    <a:lnTo>
                      <a:pt x="7073" y="984"/>
                    </a:lnTo>
                    <a:lnTo>
                      <a:pt x="6968" y="942"/>
                    </a:lnTo>
                    <a:lnTo>
                      <a:pt x="6864" y="984"/>
                    </a:lnTo>
                    <a:lnTo>
                      <a:pt x="6780" y="901"/>
                    </a:lnTo>
                    <a:lnTo>
                      <a:pt x="6654" y="901"/>
                    </a:lnTo>
                    <a:lnTo>
                      <a:pt x="6633" y="1026"/>
                    </a:lnTo>
                    <a:lnTo>
                      <a:pt x="6675" y="1089"/>
                    </a:lnTo>
                    <a:lnTo>
                      <a:pt x="6738" y="1193"/>
                    </a:lnTo>
                    <a:lnTo>
                      <a:pt x="6801" y="1256"/>
                    </a:lnTo>
                    <a:lnTo>
                      <a:pt x="6801" y="1403"/>
                    </a:lnTo>
                    <a:lnTo>
                      <a:pt x="6864" y="1465"/>
                    </a:lnTo>
                    <a:lnTo>
                      <a:pt x="6905" y="1465"/>
                    </a:lnTo>
                    <a:lnTo>
                      <a:pt x="7010" y="1633"/>
                    </a:lnTo>
                    <a:lnTo>
                      <a:pt x="7010" y="1779"/>
                    </a:lnTo>
                    <a:lnTo>
                      <a:pt x="6968" y="1842"/>
                    </a:lnTo>
                    <a:lnTo>
                      <a:pt x="6989" y="1717"/>
                    </a:lnTo>
                    <a:lnTo>
                      <a:pt x="6947" y="1717"/>
                    </a:lnTo>
                    <a:lnTo>
                      <a:pt x="6843" y="1842"/>
                    </a:lnTo>
                    <a:lnTo>
                      <a:pt x="6780" y="1758"/>
                    </a:lnTo>
                    <a:lnTo>
                      <a:pt x="6780" y="1654"/>
                    </a:lnTo>
                    <a:lnTo>
                      <a:pt x="6801" y="1633"/>
                    </a:lnTo>
                    <a:lnTo>
                      <a:pt x="6780" y="1549"/>
                    </a:lnTo>
                    <a:lnTo>
                      <a:pt x="6738" y="1612"/>
                    </a:lnTo>
                    <a:lnTo>
                      <a:pt x="6654" y="1612"/>
                    </a:lnTo>
                    <a:lnTo>
                      <a:pt x="6654" y="1758"/>
                    </a:lnTo>
                    <a:lnTo>
                      <a:pt x="6592" y="1842"/>
                    </a:lnTo>
                    <a:lnTo>
                      <a:pt x="6571" y="1758"/>
                    </a:lnTo>
                    <a:lnTo>
                      <a:pt x="6508" y="1675"/>
                    </a:lnTo>
                    <a:lnTo>
                      <a:pt x="6550" y="1570"/>
                    </a:lnTo>
                    <a:lnTo>
                      <a:pt x="6550" y="1424"/>
                    </a:lnTo>
                    <a:lnTo>
                      <a:pt x="6445" y="1298"/>
                    </a:lnTo>
                    <a:lnTo>
                      <a:pt x="6382" y="1298"/>
                    </a:lnTo>
                    <a:lnTo>
                      <a:pt x="6257" y="1465"/>
                    </a:lnTo>
                    <a:lnTo>
                      <a:pt x="6215" y="1507"/>
                    </a:lnTo>
                    <a:lnTo>
                      <a:pt x="6215" y="1633"/>
                    </a:lnTo>
                    <a:lnTo>
                      <a:pt x="6257" y="1717"/>
                    </a:lnTo>
                    <a:lnTo>
                      <a:pt x="6215" y="1758"/>
                    </a:lnTo>
                    <a:lnTo>
                      <a:pt x="6131" y="1675"/>
                    </a:lnTo>
                    <a:lnTo>
                      <a:pt x="6152" y="1612"/>
                    </a:lnTo>
                    <a:lnTo>
                      <a:pt x="6110" y="1528"/>
                    </a:lnTo>
                    <a:lnTo>
                      <a:pt x="6131" y="1424"/>
                    </a:lnTo>
                    <a:lnTo>
                      <a:pt x="6110" y="1298"/>
                    </a:lnTo>
                    <a:lnTo>
                      <a:pt x="5985" y="1235"/>
                    </a:lnTo>
                    <a:lnTo>
                      <a:pt x="5985" y="1089"/>
                    </a:lnTo>
                    <a:lnTo>
                      <a:pt x="5985" y="984"/>
                    </a:lnTo>
                    <a:lnTo>
                      <a:pt x="5943" y="984"/>
                    </a:lnTo>
                    <a:lnTo>
                      <a:pt x="5796" y="1110"/>
                    </a:lnTo>
                    <a:lnTo>
                      <a:pt x="5713" y="1131"/>
                    </a:lnTo>
                    <a:lnTo>
                      <a:pt x="5692" y="1256"/>
                    </a:lnTo>
                    <a:lnTo>
                      <a:pt x="5713" y="1340"/>
                    </a:lnTo>
                    <a:lnTo>
                      <a:pt x="5692" y="1403"/>
                    </a:lnTo>
                    <a:lnTo>
                      <a:pt x="5692" y="1465"/>
                    </a:lnTo>
                    <a:lnTo>
                      <a:pt x="5608" y="1528"/>
                    </a:lnTo>
                    <a:lnTo>
                      <a:pt x="5608" y="1445"/>
                    </a:lnTo>
                    <a:lnTo>
                      <a:pt x="5629" y="1403"/>
                    </a:lnTo>
                    <a:lnTo>
                      <a:pt x="5608" y="1340"/>
                    </a:lnTo>
                    <a:lnTo>
                      <a:pt x="5524" y="1424"/>
                    </a:lnTo>
                    <a:lnTo>
                      <a:pt x="5462" y="1570"/>
                    </a:lnTo>
                    <a:lnTo>
                      <a:pt x="5399" y="1612"/>
                    </a:lnTo>
                    <a:lnTo>
                      <a:pt x="5399" y="1340"/>
                    </a:lnTo>
                    <a:lnTo>
                      <a:pt x="5420" y="1256"/>
                    </a:lnTo>
                    <a:lnTo>
                      <a:pt x="5420" y="1193"/>
                    </a:lnTo>
                    <a:lnTo>
                      <a:pt x="5336" y="1152"/>
                    </a:lnTo>
                    <a:lnTo>
                      <a:pt x="5273" y="1214"/>
                    </a:lnTo>
                    <a:lnTo>
                      <a:pt x="5022" y="1214"/>
                    </a:lnTo>
                    <a:lnTo>
                      <a:pt x="4876" y="1319"/>
                    </a:lnTo>
                    <a:lnTo>
                      <a:pt x="4771" y="1298"/>
                    </a:lnTo>
                    <a:lnTo>
                      <a:pt x="4646" y="1361"/>
                    </a:lnTo>
                    <a:lnTo>
                      <a:pt x="4583" y="1465"/>
                    </a:lnTo>
                    <a:lnTo>
                      <a:pt x="4457" y="1465"/>
                    </a:lnTo>
                    <a:lnTo>
                      <a:pt x="4353" y="1528"/>
                    </a:lnTo>
                    <a:lnTo>
                      <a:pt x="4332" y="1654"/>
                    </a:lnTo>
                    <a:lnTo>
                      <a:pt x="4248" y="1612"/>
                    </a:lnTo>
                    <a:lnTo>
                      <a:pt x="4227" y="1633"/>
                    </a:lnTo>
                    <a:lnTo>
                      <a:pt x="4248" y="1737"/>
                    </a:lnTo>
                    <a:lnTo>
                      <a:pt x="4290" y="1758"/>
                    </a:lnTo>
                    <a:lnTo>
                      <a:pt x="4269" y="1863"/>
                    </a:lnTo>
                    <a:lnTo>
                      <a:pt x="4290" y="1968"/>
                    </a:lnTo>
                    <a:lnTo>
                      <a:pt x="4415" y="1947"/>
                    </a:lnTo>
                    <a:lnTo>
                      <a:pt x="4478" y="1863"/>
                    </a:lnTo>
                    <a:lnTo>
                      <a:pt x="4478" y="1779"/>
                    </a:lnTo>
                    <a:lnTo>
                      <a:pt x="4604" y="1758"/>
                    </a:lnTo>
                    <a:lnTo>
                      <a:pt x="4667" y="1717"/>
                    </a:lnTo>
                    <a:lnTo>
                      <a:pt x="4708" y="1675"/>
                    </a:lnTo>
                    <a:lnTo>
                      <a:pt x="4750" y="1821"/>
                    </a:lnTo>
                    <a:lnTo>
                      <a:pt x="4813" y="1758"/>
                    </a:lnTo>
                    <a:lnTo>
                      <a:pt x="4855" y="1654"/>
                    </a:lnTo>
                    <a:lnTo>
                      <a:pt x="4897" y="1633"/>
                    </a:lnTo>
                    <a:lnTo>
                      <a:pt x="4876" y="1779"/>
                    </a:lnTo>
                    <a:lnTo>
                      <a:pt x="4918" y="1842"/>
                    </a:lnTo>
                    <a:lnTo>
                      <a:pt x="5064" y="1842"/>
                    </a:lnTo>
                    <a:lnTo>
                      <a:pt x="4939" y="1884"/>
                    </a:lnTo>
                    <a:lnTo>
                      <a:pt x="4771" y="1926"/>
                    </a:lnTo>
                    <a:lnTo>
                      <a:pt x="4604" y="2051"/>
                    </a:lnTo>
                    <a:lnTo>
                      <a:pt x="4478" y="2093"/>
                    </a:lnTo>
                    <a:lnTo>
                      <a:pt x="4499" y="2198"/>
                    </a:lnTo>
                    <a:lnTo>
                      <a:pt x="4499" y="2281"/>
                    </a:lnTo>
                    <a:lnTo>
                      <a:pt x="4583" y="2281"/>
                    </a:lnTo>
                    <a:lnTo>
                      <a:pt x="4667" y="2198"/>
                    </a:lnTo>
                    <a:lnTo>
                      <a:pt x="4771" y="2198"/>
                    </a:lnTo>
                    <a:lnTo>
                      <a:pt x="4918" y="2156"/>
                    </a:lnTo>
                    <a:lnTo>
                      <a:pt x="5127" y="2135"/>
                    </a:lnTo>
                    <a:lnTo>
                      <a:pt x="5378" y="2072"/>
                    </a:lnTo>
                    <a:lnTo>
                      <a:pt x="5420" y="2135"/>
                    </a:lnTo>
                    <a:lnTo>
                      <a:pt x="5420" y="2198"/>
                    </a:lnTo>
                    <a:lnTo>
                      <a:pt x="5336" y="2240"/>
                    </a:lnTo>
                    <a:lnTo>
                      <a:pt x="5273" y="2177"/>
                    </a:lnTo>
                    <a:lnTo>
                      <a:pt x="5169" y="2177"/>
                    </a:lnTo>
                    <a:lnTo>
                      <a:pt x="5064" y="2261"/>
                    </a:lnTo>
                    <a:lnTo>
                      <a:pt x="4876" y="2261"/>
                    </a:lnTo>
                    <a:lnTo>
                      <a:pt x="4708" y="2386"/>
                    </a:lnTo>
                    <a:lnTo>
                      <a:pt x="4562" y="2386"/>
                    </a:lnTo>
                    <a:lnTo>
                      <a:pt x="4541" y="2449"/>
                    </a:lnTo>
                    <a:lnTo>
                      <a:pt x="4604" y="2554"/>
                    </a:lnTo>
                    <a:lnTo>
                      <a:pt x="4708" y="2554"/>
                    </a:lnTo>
                    <a:lnTo>
                      <a:pt x="4813" y="2616"/>
                    </a:lnTo>
                    <a:lnTo>
                      <a:pt x="4750" y="2658"/>
                    </a:lnTo>
                    <a:lnTo>
                      <a:pt x="4562" y="2658"/>
                    </a:lnTo>
                    <a:lnTo>
                      <a:pt x="4478" y="2574"/>
                    </a:lnTo>
                    <a:lnTo>
                      <a:pt x="4415" y="2574"/>
                    </a:lnTo>
                    <a:lnTo>
                      <a:pt x="4353" y="2616"/>
                    </a:lnTo>
                    <a:lnTo>
                      <a:pt x="4353" y="2763"/>
                    </a:lnTo>
                    <a:lnTo>
                      <a:pt x="4290" y="2826"/>
                    </a:lnTo>
                    <a:lnTo>
                      <a:pt x="4332" y="2909"/>
                    </a:lnTo>
                    <a:lnTo>
                      <a:pt x="4415" y="2972"/>
                    </a:lnTo>
                    <a:lnTo>
                      <a:pt x="4562" y="2909"/>
                    </a:lnTo>
                    <a:lnTo>
                      <a:pt x="4750" y="3014"/>
                    </a:lnTo>
                    <a:lnTo>
                      <a:pt x="4897" y="2993"/>
                    </a:lnTo>
                    <a:lnTo>
                      <a:pt x="4918" y="3035"/>
                    </a:lnTo>
                    <a:lnTo>
                      <a:pt x="5022" y="3035"/>
                    </a:lnTo>
                    <a:lnTo>
                      <a:pt x="5169" y="3139"/>
                    </a:lnTo>
                    <a:lnTo>
                      <a:pt x="5231" y="3139"/>
                    </a:lnTo>
                    <a:lnTo>
                      <a:pt x="5315" y="3118"/>
                    </a:lnTo>
                    <a:lnTo>
                      <a:pt x="5462" y="3139"/>
                    </a:lnTo>
                    <a:lnTo>
                      <a:pt x="5545" y="3139"/>
                    </a:lnTo>
                    <a:lnTo>
                      <a:pt x="5713" y="3035"/>
                    </a:lnTo>
                    <a:lnTo>
                      <a:pt x="5943" y="3035"/>
                    </a:lnTo>
                    <a:lnTo>
                      <a:pt x="6110" y="3014"/>
                    </a:lnTo>
                    <a:lnTo>
                      <a:pt x="6173" y="2972"/>
                    </a:lnTo>
                    <a:lnTo>
                      <a:pt x="6236" y="2930"/>
                    </a:lnTo>
                    <a:lnTo>
                      <a:pt x="6320" y="2930"/>
                    </a:lnTo>
                    <a:lnTo>
                      <a:pt x="6320" y="2993"/>
                    </a:lnTo>
                    <a:lnTo>
                      <a:pt x="6278" y="3077"/>
                    </a:lnTo>
                    <a:lnTo>
                      <a:pt x="6068" y="3098"/>
                    </a:lnTo>
                    <a:lnTo>
                      <a:pt x="5838" y="3139"/>
                    </a:lnTo>
                    <a:lnTo>
                      <a:pt x="5755" y="3202"/>
                    </a:lnTo>
                    <a:lnTo>
                      <a:pt x="5650" y="3223"/>
                    </a:lnTo>
                    <a:lnTo>
                      <a:pt x="5629" y="3244"/>
                    </a:lnTo>
                    <a:lnTo>
                      <a:pt x="5462" y="3223"/>
                    </a:lnTo>
                    <a:lnTo>
                      <a:pt x="5336" y="3286"/>
                    </a:lnTo>
                    <a:lnTo>
                      <a:pt x="5231" y="3286"/>
                    </a:lnTo>
                    <a:lnTo>
                      <a:pt x="5190" y="3223"/>
                    </a:lnTo>
                    <a:lnTo>
                      <a:pt x="5085" y="3223"/>
                    </a:lnTo>
                    <a:lnTo>
                      <a:pt x="4897" y="3118"/>
                    </a:lnTo>
                    <a:lnTo>
                      <a:pt x="4562" y="3118"/>
                    </a:lnTo>
                    <a:lnTo>
                      <a:pt x="4499" y="3077"/>
                    </a:lnTo>
                    <a:lnTo>
                      <a:pt x="4374" y="3098"/>
                    </a:lnTo>
                    <a:lnTo>
                      <a:pt x="4269" y="3077"/>
                    </a:lnTo>
                    <a:lnTo>
                      <a:pt x="4227" y="3118"/>
                    </a:lnTo>
                    <a:lnTo>
                      <a:pt x="4248" y="3286"/>
                    </a:lnTo>
                    <a:lnTo>
                      <a:pt x="4290" y="3328"/>
                    </a:lnTo>
                    <a:lnTo>
                      <a:pt x="4290" y="3516"/>
                    </a:lnTo>
                    <a:lnTo>
                      <a:pt x="4353" y="3642"/>
                    </a:lnTo>
                    <a:lnTo>
                      <a:pt x="4395" y="3704"/>
                    </a:lnTo>
                    <a:lnTo>
                      <a:pt x="4478" y="3725"/>
                    </a:lnTo>
                    <a:lnTo>
                      <a:pt x="4646" y="3934"/>
                    </a:lnTo>
                    <a:lnTo>
                      <a:pt x="4708" y="3976"/>
                    </a:lnTo>
                    <a:lnTo>
                      <a:pt x="4771" y="3955"/>
                    </a:lnTo>
                    <a:lnTo>
                      <a:pt x="4897" y="3767"/>
                    </a:lnTo>
                    <a:lnTo>
                      <a:pt x="5106" y="3662"/>
                    </a:lnTo>
                    <a:lnTo>
                      <a:pt x="5315" y="3537"/>
                    </a:lnTo>
                    <a:lnTo>
                      <a:pt x="5441" y="3432"/>
                    </a:lnTo>
                    <a:lnTo>
                      <a:pt x="5503" y="3349"/>
                    </a:lnTo>
                    <a:lnTo>
                      <a:pt x="5545" y="3349"/>
                    </a:lnTo>
                    <a:lnTo>
                      <a:pt x="5817" y="3411"/>
                    </a:lnTo>
                    <a:lnTo>
                      <a:pt x="6027" y="3390"/>
                    </a:lnTo>
                    <a:lnTo>
                      <a:pt x="6173" y="3390"/>
                    </a:lnTo>
                    <a:lnTo>
                      <a:pt x="6320" y="3495"/>
                    </a:lnTo>
                    <a:lnTo>
                      <a:pt x="6571" y="3516"/>
                    </a:lnTo>
                    <a:lnTo>
                      <a:pt x="6780" y="3516"/>
                    </a:lnTo>
                    <a:lnTo>
                      <a:pt x="6864" y="3558"/>
                    </a:lnTo>
                    <a:lnTo>
                      <a:pt x="6843" y="3600"/>
                    </a:lnTo>
                    <a:lnTo>
                      <a:pt x="6654" y="3621"/>
                    </a:lnTo>
                    <a:lnTo>
                      <a:pt x="6550" y="3600"/>
                    </a:lnTo>
                    <a:lnTo>
                      <a:pt x="6361" y="3558"/>
                    </a:lnTo>
                    <a:lnTo>
                      <a:pt x="6152" y="3453"/>
                    </a:lnTo>
                    <a:lnTo>
                      <a:pt x="6047" y="3453"/>
                    </a:lnTo>
                    <a:lnTo>
                      <a:pt x="5964" y="3495"/>
                    </a:lnTo>
                    <a:lnTo>
                      <a:pt x="5734" y="3453"/>
                    </a:lnTo>
                    <a:lnTo>
                      <a:pt x="5608" y="3432"/>
                    </a:lnTo>
                    <a:lnTo>
                      <a:pt x="5545" y="3516"/>
                    </a:lnTo>
                    <a:lnTo>
                      <a:pt x="5399" y="3600"/>
                    </a:lnTo>
                    <a:lnTo>
                      <a:pt x="5294" y="3725"/>
                    </a:lnTo>
                    <a:lnTo>
                      <a:pt x="5106" y="3830"/>
                    </a:lnTo>
                    <a:lnTo>
                      <a:pt x="5022" y="3976"/>
                    </a:lnTo>
                    <a:lnTo>
                      <a:pt x="4939" y="4060"/>
                    </a:lnTo>
                    <a:lnTo>
                      <a:pt x="4918" y="4123"/>
                    </a:lnTo>
                    <a:lnTo>
                      <a:pt x="5064" y="4227"/>
                    </a:lnTo>
                    <a:lnTo>
                      <a:pt x="5190" y="4227"/>
                    </a:lnTo>
                    <a:lnTo>
                      <a:pt x="5190" y="4290"/>
                    </a:lnTo>
                    <a:lnTo>
                      <a:pt x="5294" y="4395"/>
                    </a:lnTo>
                    <a:lnTo>
                      <a:pt x="5503" y="4395"/>
                    </a:lnTo>
                    <a:lnTo>
                      <a:pt x="5755" y="4478"/>
                    </a:lnTo>
                    <a:lnTo>
                      <a:pt x="5943" y="4478"/>
                    </a:lnTo>
                    <a:lnTo>
                      <a:pt x="6110" y="4332"/>
                    </a:lnTo>
                    <a:lnTo>
                      <a:pt x="6131" y="4144"/>
                    </a:lnTo>
                    <a:lnTo>
                      <a:pt x="6278" y="4081"/>
                    </a:lnTo>
                    <a:lnTo>
                      <a:pt x="6382" y="4123"/>
                    </a:lnTo>
                    <a:lnTo>
                      <a:pt x="6257" y="4165"/>
                    </a:lnTo>
                    <a:lnTo>
                      <a:pt x="6257" y="4269"/>
                    </a:lnTo>
                    <a:lnTo>
                      <a:pt x="6361" y="4290"/>
                    </a:lnTo>
                    <a:lnTo>
                      <a:pt x="6508" y="4248"/>
                    </a:lnTo>
                    <a:lnTo>
                      <a:pt x="6654" y="4269"/>
                    </a:lnTo>
                    <a:lnTo>
                      <a:pt x="6780" y="4186"/>
                    </a:lnTo>
                    <a:lnTo>
                      <a:pt x="6884" y="4227"/>
                    </a:lnTo>
                    <a:lnTo>
                      <a:pt x="6780" y="4332"/>
                    </a:lnTo>
                    <a:lnTo>
                      <a:pt x="6571" y="4353"/>
                    </a:lnTo>
                    <a:lnTo>
                      <a:pt x="6466" y="4374"/>
                    </a:lnTo>
                    <a:lnTo>
                      <a:pt x="6320" y="4374"/>
                    </a:lnTo>
                    <a:lnTo>
                      <a:pt x="6152" y="4541"/>
                    </a:lnTo>
                    <a:lnTo>
                      <a:pt x="6173" y="4604"/>
                    </a:lnTo>
                    <a:lnTo>
                      <a:pt x="6257" y="4646"/>
                    </a:lnTo>
                    <a:lnTo>
                      <a:pt x="6445" y="4604"/>
                    </a:lnTo>
                    <a:lnTo>
                      <a:pt x="6571" y="4771"/>
                    </a:lnTo>
                    <a:lnTo>
                      <a:pt x="7010" y="4771"/>
                    </a:lnTo>
                    <a:lnTo>
                      <a:pt x="7156" y="4750"/>
                    </a:lnTo>
                    <a:lnTo>
                      <a:pt x="7554" y="4583"/>
                    </a:lnTo>
                    <a:lnTo>
                      <a:pt x="7680" y="4562"/>
                    </a:lnTo>
                    <a:lnTo>
                      <a:pt x="7889" y="4395"/>
                    </a:lnTo>
                    <a:lnTo>
                      <a:pt x="7847" y="4353"/>
                    </a:lnTo>
                    <a:lnTo>
                      <a:pt x="7805" y="4353"/>
                    </a:lnTo>
                    <a:lnTo>
                      <a:pt x="7952" y="4165"/>
                    </a:lnTo>
                    <a:lnTo>
                      <a:pt x="8056" y="4165"/>
                    </a:lnTo>
                    <a:lnTo>
                      <a:pt x="8140" y="4039"/>
                    </a:lnTo>
                    <a:lnTo>
                      <a:pt x="8161" y="4060"/>
                    </a:lnTo>
                    <a:lnTo>
                      <a:pt x="8224" y="4165"/>
                    </a:lnTo>
                    <a:lnTo>
                      <a:pt x="8265" y="4165"/>
                    </a:lnTo>
                    <a:lnTo>
                      <a:pt x="8265" y="4060"/>
                    </a:lnTo>
                    <a:lnTo>
                      <a:pt x="8579" y="3830"/>
                    </a:lnTo>
                    <a:lnTo>
                      <a:pt x="8788" y="3809"/>
                    </a:lnTo>
                    <a:lnTo>
                      <a:pt x="9123" y="3662"/>
                    </a:lnTo>
                    <a:lnTo>
                      <a:pt x="9123" y="3746"/>
                    </a:lnTo>
                    <a:lnTo>
                      <a:pt x="8851" y="3872"/>
                    </a:lnTo>
                    <a:lnTo>
                      <a:pt x="8684" y="3872"/>
                    </a:lnTo>
                    <a:lnTo>
                      <a:pt x="8370" y="4060"/>
                    </a:lnTo>
                    <a:lnTo>
                      <a:pt x="8328" y="4227"/>
                    </a:lnTo>
                    <a:lnTo>
                      <a:pt x="8203" y="4332"/>
                    </a:lnTo>
                    <a:lnTo>
                      <a:pt x="8056" y="4332"/>
                    </a:lnTo>
                    <a:lnTo>
                      <a:pt x="8014" y="4478"/>
                    </a:lnTo>
                    <a:lnTo>
                      <a:pt x="7952" y="4541"/>
                    </a:lnTo>
                    <a:lnTo>
                      <a:pt x="7952" y="4583"/>
                    </a:lnTo>
                    <a:lnTo>
                      <a:pt x="8244" y="4562"/>
                    </a:lnTo>
                    <a:lnTo>
                      <a:pt x="8328" y="4604"/>
                    </a:lnTo>
                    <a:lnTo>
                      <a:pt x="8454" y="4604"/>
                    </a:lnTo>
                    <a:lnTo>
                      <a:pt x="8579" y="4688"/>
                    </a:lnTo>
                    <a:lnTo>
                      <a:pt x="8558" y="4750"/>
                    </a:lnTo>
                    <a:lnTo>
                      <a:pt x="8663" y="4792"/>
                    </a:lnTo>
                    <a:lnTo>
                      <a:pt x="8747" y="4792"/>
                    </a:lnTo>
                    <a:lnTo>
                      <a:pt x="8788" y="4855"/>
                    </a:lnTo>
                    <a:lnTo>
                      <a:pt x="8663" y="4876"/>
                    </a:lnTo>
                    <a:lnTo>
                      <a:pt x="8558" y="4918"/>
                    </a:lnTo>
                    <a:lnTo>
                      <a:pt x="8433" y="4813"/>
                    </a:lnTo>
                    <a:lnTo>
                      <a:pt x="8224" y="4750"/>
                    </a:lnTo>
                    <a:lnTo>
                      <a:pt x="7952" y="4771"/>
                    </a:lnTo>
                    <a:lnTo>
                      <a:pt x="7554" y="4813"/>
                    </a:lnTo>
                    <a:lnTo>
                      <a:pt x="7408" y="4876"/>
                    </a:lnTo>
                    <a:lnTo>
                      <a:pt x="7303" y="4876"/>
                    </a:lnTo>
                    <a:lnTo>
                      <a:pt x="7303" y="4918"/>
                    </a:lnTo>
                    <a:lnTo>
                      <a:pt x="7324" y="4981"/>
                    </a:lnTo>
                    <a:lnTo>
                      <a:pt x="7512" y="5022"/>
                    </a:lnTo>
                    <a:lnTo>
                      <a:pt x="7680" y="5022"/>
                    </a:lnTo>
                    <a:lnTo>
                      <a:pt x="7784" y="5085"/>
                    </a:lnTo>
                    <a:lnTo>
                      <a:pt x="7784" y="5169"/>
                    </a:lnTo>
                    <a:lnTo>
                      <a:pt x="7638" y="5190"/>
                    </a:lnTo>
                    <a:lnTo>
                      <a:pt x="7533" y="5106"/>
                    </a:lnTo>
                    <a:lnTo>
                      <a:pt x="7324" y="5085"/>
                    </a:lnTo>
                    <a:lnTo>
                      <a:pt x="7219" y="5002"/>
                    </a:lnTo>
                    <a:lnTo>
                      <a:pt x="7115" y="4981"/>
                    </a:lnTo>
                    <a:lnTo>
                      <a:pt x="6947" y="5064"/>
                    </a:lnTo>
                    <a:lnTo>
                      <a:pt x="6696" y="5085"/>
                    </a:lnTo>
                    <a:lnTo>
                      <a:pt x="6508" y="5002"/>
                    </a:lnTo>
                    <a:lnTo>
                      <a:pt x="6361" y="5002"/>
                    </a:lnTo>
                    <a:lnTo>
                      <a:pt x="6215" y="4960"/>
                    </a:lnTo>
                    <a:lnTo>
                      <a:pt x="6131" y="4897"/>
                    </a:lnTo>
                    <a:lnTo>
                      <a:pt x="5922" y="4918"/>
                    </a:lnTo>
                    <a:lnTo>
                      <a:pt x="5859" y="5064"/>
                    </a:lnTo>
                    <a:lnTo>
                      <a:pt x="5922" y="5169"/>
                    </a:lnTo>
                    <a:lnTo>
                      <a:pt x="5922" y="5587"/>
                    </a:lnTo>
                    <a:lnTo>
                      <a:pt x="5943" y="5629"/>
                    </a:lnTo>
                    <a:lnTo>
                      <a:pt x="5838" y="5755"/>
                    </a:lnTo>
                    <a:lnTo>
                      <a:pt x="5838" y="5839"/>
                    </a:lnTo>
                    <a:lnTo>
                      <a:pt x="5922" y="5901"/>
                    </a:lnTo>
                    <a:lnTo>
                      <a:pt x="5985" y="6006"/>
                    </a:lnTo>
                    <a:lnTo>
                      <a:pt x="6131" y="6006"/>
                    </a:lnTo>
                    <a:lnTo>
                      <a:pt x="6236" y="6069"/>
                    </a:lnTo>
                    <a:lnTo>
                      <a:pt x="6110" y="6048"/>
                    </a:lnTo>
                    <a:lnTo>
                      <a:pt x="6027" y="6111"/>
                    </a:lnTo>
                    <a:lnTo>
                      <a:pt x="5985" y="6173"/>
                    </a:lnTo>
                    <a:lnTo>
                      <a:pt x="5964" y="6069"/>
                    </a:lnTo>
                    <a:lnTo>
                      <a:pt x="5859" y="5964"/>
                    </a:lnTo>
                    <a:lnTo>
                      <a:pt x="5817" y="5964"/>
                    </a:lnTo>
                    <a:lnTo>
                      <a:pt x="5796" y="6027"/>
                    </a:lnTo>
                    <a:lnTo>
                      <a:pt x="5713" y="5922"/>
                    </a:lnTo>
                    <a:lnTo>
                      <a:pt x="5692" y="5734"/>
                    </a:lnTo>
                    <a:lnTo>
                      <a:pt x="5692" y="5525"/>
                    </a:lnTo>
                    <a:lnTo>
                      <a:pt x="5629" y="5232"/>
                    </a:lnTo>
                    <a:lnTo>
                      <a:pt x="5503" y="5085"/>
                    </a:lnTo>
                    <a:lnTo>
                      <a:pt x="5503" y="4981"/>
                    </a:lnTo>
                    <a:lnTo>
                      <a:pt x="5231" y="4792"/>
                    </a:lnTo>
                    <a:lnTo>
                      <a:pt x="5169" y="4792"/>
                    </a:lnTo>
                    <a:lnTo>
                      <a:pt x="5001" y="4688"/>
                    </a:lnTo>
                    <a:lnTo>
                      <a:pt x="4980" y="4583"/>
                    </a:lnTo>
                    <a:lnTo>
                      <a:pt x="4876" y="4541"/>
                    </a:lnTo>
                    <a:lnTo>
                      <a:pt x="4708" y="4583"/>
                    </a:lnTo>
                    <a:lnTo>
                      <a:pt x="4353" y="4981"/>
                    </a:lnTo>
                    <a:lnTo>
                      <a:pt x="4290" y="5106"/>
                    </a:lnTo>
                    <a:lnTo>
                      <a:pt x="4290" y="5211"/>
                    </a:lnTo>
                    <a:lnTo>
                      <a:pt x="4374" y="5274"/>
                    </a:lnTo>
                    <a:lnTo>
                      <a:pt x="4499" y="5315"/>
                    </a:lnTo>
                    <a:lnTo>
                      <a:pt x="4562" y="5441"/>
                    </a:lnTo>
                    <a:lnTo>
                      <a:pt x="4562" y="5525"/>
                    </a:lnTo>
                    <a:lnTo>
                      <a:pt x="4541" y="5546"/>
                    </a:lnTo>
                    <a:lnTo>
                      <a:pt x="4457" y="5420"/>
                    </a:lnTo>
                    <a:lnTo>
                      <a:pt x="4374" y="5399"/>
                    </a:lnTo>
                    <a:lnTo>
                      <a:pt x="4290" y="5336"/>
                    </a:lnTo>
                    <a:lnTo>
                      <a:pt x="4248" y="5378"/>
                    </a:lnTo>
                    <a:lnTo>
                      <a:pt x="4164" y="5399"/>
                    </a:lnTo>
                    <a:lnTo>
                      <a:pt x="4143" y="5483"/>
                    </a:lnTo>
                    <a:lnTo>
                      <a:pt x="4185" y="5608"/>
                    </a:lnTo>
                    <a:lnTo>
                      <a:pt x="4269" y="5650"/>
                    </a:lnTo>
                    <a:lnTo>
                      <a:pt x="4332" y="5818"/>
                    </a:lnTo>
                    <a:lnTo>
                      <a:pt x="4353" y="6131"/>
                    </a:lnTo>
                    <a:lnTo>
                      <a:pt x="4269" y="6278"/>
                    </a:lnTo>
                    <a:lnTo>
                      <a:pt x="4269" y="6445"/>
                    </a:lnTo>
                    <a:lnTo>
                      <a:pt x="4185" y="6634"/>
                    </a:lnTo>
                    <a:lnTo>
                      <a:pt x="4185" y="6759"/>
                    </a:lnTo>
                    <a:lnTo>
                      <a:pt x="4227" y="6780"/>
                    </a:lnTo>
                    <a:lnTo>
                      <a:pt x="4290" y="6759"/>
                    </a:lnTo>
                    <a:lnTo>
                      <a:pt x="4290" y="6759"/>
                    </a:lnTo>
                    <a:lnTo>
                      <a:pt x="4269" y="6906"/>
                    </a:lnTo>
                    <a:lnTo>
                      <a:pt x="4185" y="7052"/>
                    </a:lnTo>
                    <a:lnTo>
                      <a:pt x="4143" y="6968"/>
                    </a:lnTo>
                    <a:lnTo>
                      <a:pt x="4123" y="6864"/>
                    </a:lnTo>
                    <a:lnTo>
                      <a:pt x="4018" y="6780"/>
                    </a:lnTo>
                    <a:lnTo>
                      <a:pt x="3934" y="6864"/>
                    </a:lnTo>
                    <a:lnTo>
                      <a:pt x="3934" y="7052"/>
                    </a:lnTo>
                    <a:lnTo>
                      <a:pt x="4081" y="7303"/>
                    </a:lnTo>
                    <a:lnTo>
                      <a:pt x="4248" y="7282"/>
                    </a:lnTo>
                    <a:lnTo>
                      <a:pt x="4353" y="7324"/>
                    </a:lnTo>
                    <a:lnTo>
                      <a:pt x="4395" y="7408"/>
                    </a:lnTo>
                    <a:lnTo>
                      <a:pt x="4583" y="7408"/>
                    </a:lnTo>
                    <a:lnTo>
                      <a:pt x="4792" y="7491"/>
                    </a:lnTo>
                    <a:lnTo>
                      <a:pt x="4876" y="7408"/>
                    </a:lnTo>
                    <a:lnTo>
                      <a:pt x="5001" y="7324"/>
                    </a:lnTo>
                    <a:lnTo>
                      <a:pt x="5001" y="7261"/>
                    </a:lnTo>
                    <a:lnTo>
                      <a:pt x="5085" y="7219"/>
                    </a:lnTo>
                    <a:lnTo>
                      <a:pt x="5085" y="7303"/>
                    </a:lnTo>
                    <a:lnTo>
                      <a:pt x="5022" y="7408"/>
                    </a:lnTo>
                    <a:lnTo>
                      <a:pt x="5022" y="7533"/>
                    </a:lnTo>
                    <a:lnTo>
                      <a:pt x="4980" y="7596"/>
                    </a:lnTo>
                    <a:lnTo>
                      <a:pt x="4876" y="7533"/>
                    </a:lnTo>
                    <a:lnTo>
                      <a:pt x="4646" y="7533"/>
                    </a:lnTo>
                    <a:lnTo>
                      <a:pt x="4541" y="7575"/>
                    </a:lnTo>
                    <a:lnTo>
                      <a:pt x="4541" y="7680"/>
                    </a:lnTo>
                    <a:lnTo>
                      <a:pt x="4583" y="7701"/>
                    </a:lnTo>
                    <a:lnTo>
                      <a:pt x="4708" y="7701"/>
                    </a:lnTo>
                    <a:lnTo>
                      <a:pt x="4750" y="7784"/>
                    </a:lnTo>
                    <a:lnTo>
                      <a:pt x="4646" y="7784"/>
                    </a:lnTo>
                    <a:lnTo>
                      <a:pt x="4646" y="7952"/>
                    </a:lnTo>
                    <a:lnTo>
                      <a:pt x="4478" y="7722"/>
                    </a:lnTo>
                    <a:lnTo>
                      <a:pt x="4395" y="7722"/>
                    </a:lnTo>
                    <a:lnTo>
                      <a:pt x="4353" y="7617"/>
                    </a:lnTo>
                    <a:lnTo>
                      <a:pt x="4290" y="7533"/>
                    </a:lnTo>
                    <a:lnTo>
                      <a:pt x="4039" y="7366"/>
                    </a:lnTo>
                    <a:lnTo>
                      <a:pt x="3976" y="7366"/>
                    </a:lnTo>
                    <a:lnTo>
                      <a:pt x="3830" y="7199"/>
                    </a:lnTo>
                    <a:lnTo>
                      <a:pt x="3830" y="7178"/>
                    </a:lnTo>
                    <a:lnTo>
                      <a:pt x="3725" y="7178"/>
                    </a:lnTo>
                    <a:lnTo>
                      <a:pt x="3620" y="7261"/>
                    </a:lnTo>
                    <a:lnTo>
                      <a:pt x="3516" y="7261"/>
                    </a:lnTo>
                    <a:lnTo>
                      <a:pt x="3432" y="7303"/>
                    </a:lnTo>
                    <a:lnTo>
                      <a:pt x="3286" y="7261"/>
                    </a:lnTo>
                    <a:lnTo>
                      <a:pt x="3034" y="7303"/>
                    </a:lnTo>
                    <a:lnTo>
                      <a:pt x="2972" y="7282"/>
                    </a:lnTo>
                    <a:lnTo>
                      <a:pt x="2783" y="7471"/>
                    </a:lnTo>
                    <a:lnTo>
                      <a:pt x="2700" y="7617"/>
                    </a:lnTo>
                    <a:lnTo>
                      <a:pt x="2700" y="7743"/>
                    </a:lnTo>
                    <a:lnTo>
                      <a:pt x="2595" y="7784"/>
                    </a:lnTo>
                    <a:lnTo>
                      <a:pt x="2490" y="7847"/>
                    </a:lnTo>
                    <a:lnTo>
                      <a:pt x="2365" y="7910"/>
                    </a:lnTo>
                    <a:lnTo>
                      <a:pt x="2344" y="7994"/>
                    </a:lnTo>
                    <a:lnTo>
                      <a:pt x="2198" y="8098"/>
                    </a:lnTo>
                    <a:lnTo>
                      <a:pt x="2177" y="8224"/>
                    </a:lnTo>
                    <a:lnTo>
                      <a:pt x="2260" y="8224"/>
                    </a:lnTo>
                    <a:lnTo>
                      <a:pt x="2281" y="8307"/>
                    </a:lnTo>
                    <a:lnTo>
                      <a:pt x="2177" y="8307"/>
                    </a:lnTo>
                    <a:lnTo>
                      <a:pt x="2093" y="8349"/>
                    </a:lnTo>
                    <a:lnTo>
                      <a:pt x="2260" y="8475"/>
                    </a:lnTo>
                    <a:lnTo>
                      <a:pt x="2407" y="8517"/>
                    </a:lnTo>
                    <a:lnTo>
                      <a:pt x="2511" y="8433"/>
                    </a:lnTo>
                    <a:lnTo>
                      <a:pt x="2490" y="8349"/>
                    </a:lnTo>
                    <a:lnTo>
                      <a:pt x="2658" y="8370"/>
                    </a:lnTo>
                    <a:lnTo>
                      <a:pt x="2825" y="8245"/>
                    </a:lnTo>
                    <a:lnTo>
                      <a:pt x="2825" y="8349"/>
                    </a:lnTo>
                    <a:lnTo>
                      <a:pt x="2700" y="8412"/>
                    </a:lnTo>
                    <a:lnTo>
                      <a:pt x="2616" y="8538"/>
                    </a:lnTo>
                    <a:lnTo>
                      <a:pt x="2616" y="8621"/>
                    </a:lnTo>
                    <a:lnTo>
                      <a:pt x="2783" y="8621"/>
                    </a:lnTo>
                    <a:lnTo>
                      <a:pt x="2888" y="8642"/>
                    </a:lnTo>
                    <a:lnTo>
                      <a:pt x="3014" y="8475"/>
                    </a:lnTo>
                    <a:lnTo>
                      <a:pt x="3202" y="8349"/>
                    </a:lnTo>
                    <a:lnTo>
                      <a:pt x="3307" y="8119"/>
                    </a:lnTo>
                    <a:lnTo>
                      <a:pt x="3453" y="7931"/>
                    </a:lnTo>
                    <a:lnTo>
                      <a:pt x="3558" y="7910"/>
                    </a:lnTo>
                    <a:lnTo>
                      <a:pt x="3558" y="7910"/>
                    </a:lnTo>
                    <a:lnTo>
                      <a:pt x="3537" y="7994"/>
                    </a:lnTo>
                    <a:lnTo>
                      <a:pt x="3453" y="8035"/>
                    </a:lnTo>
                    <a:lnTo>
                      <a:pt x="3307" y="8245"/>
                    </a:lnTo>
                    <a:lnTo>
                      <a:pt x="3348" y="8349"/>
                    </a:lnTo>
                    <a:lnTo>
                      <a:pt x="3244" y="8349"/>
                    </a:lnTo>
                    <a:lnTo>
                      <a:pt x="3181" y="8454"/>
                    </a:lnTo>
                    <a:lnTo>
                      <a:pt x="3202" y="8538"/>
                    </a:lnTo>
                    <a:lnTo>
                      <a:pt x="3286" y="8538"/>
                    </a:lnTo>
                    <a:lnTo>
                      <a:pt x="3223" y="8580"/>
                    </a:lnTo>
                    <a:lnTo>
                      <a:pt x="3139" y="8580"/>
                    </a:lnTo>
                    <a:lnTo>
                      <a:pt x="3034" y="8684"/>
                    </a:lnTo>
                    <a:lnTo>
                      <a:pt x="3076" y="8747"/>
                    </a:lnTo>
                    <a:lnTo>
                      <a:pt x="3202" y="8747"/>
                    </a:lnTo>
                    <a:lnTo>
                      <a:pt x="3118" y="8789"/>
                    </a:lnTo>
                    <a:lnTo>
                      <a:pt x="2993" y="8747"/>
                    </a:lnTo>
                    <a:lnTo>
                      <a:pt x="2888" y="8747"/>
                    </a:lnTo>
                    <a:lnTo>
                      <a:pt x="2804" y="8789"/>
                    </a:lnTo>
                    <a:lnTo>
                      <a:pt x="2721" y="8831"/>
                    </a:lnTo>
                    <a:lnTo>
                      <a:pt x="2679" y="8872"/>
                    </a:lnTo>
                    <a:lnTo>
                      <a:pt x="2721" y="8977"/>
                    </a:lnTo>
                    <a:lnTo>
                      <a:pt x="2804" y="8977"/>
                    </a:lnTo>
                    <a:lnTo>
                      <a:pt x="2867" y="8935"/>
                    </a:lnTo>
                    <a:lnTo>
                      <a:pt x="2909" y="8956"/>
                    </a:lnTo>
                    <a:lnTo>
                      <a:pt x="3014" y="8956"/>
                    </a:lnTo>
                    <a:lnTo>
                      <a:pt x="3014" y="9040"/>
                    </a:lnTo>
                    <a:lnTo>
                      <a:pt x="2930" y="9040"/>
                    </a:lnTo>
                    <a:lnTo>
                      <a:pt x="2825" y="8998"/>
                    </a:lnTo>
                    <a:lnTo>
                      <a:pt x="2783" y="9040"/>
                    </a:lnTo>
                    <a:lnTo>
                      <a:pt x="2783" y="9082"/>
                    </a:lnTo>
                    <a:lnTo>
                      <a:pt x="2888" y="9103"/>
                    </a:lnTo>
                    <a:lnTo>
                      <a:pt x="2867" y="9144"/>
                    </a:lnTo>
                    <a:lnTo>
                      <a:pt x="2783" y="9186"/>
                    </a:lnTo>
                    <a:lnTo>
                      <a:pt x="2700" y="9186"/>
                    </a:lnTo>
                    <a:lnTo>
                      <a:pt x="2700" y="9249"/>
                    </a:lnTo>
                    <a:lnTo>
                      <a:pt x="2783" y="9396"/>
                    </a:lnTo>
                    <a:lnTo>
                      <a:pt x="2867" y="9396"/>
                    </a:lnTo>
                    <a:lnTo>
                      <a:pt x="2909" y="9312"/>
                    </a:lnTo>
                    <a:lnTo>
                      <a:pt x="3034" y="9207"/>
                    </a:lnTo>
                    <a:lnTo>
                      <a:pt x="3014" y="9312"/>
                    </a:lnTo>
                    <a:lnTo>
                      <a:pt x="2909" y="9396"/>
                    </a:lnTo>
                    <a:lnTo>
                      <a:pt x="2825" y="9479"/>
                    </a:lnTo>
                    <a:lnTo>
                      <a:pt x="2804" y="9563"/>
                    </a:lnTo>
                    <a:lnTo>
                      <a:pt x="2972" y="9626"/>
                    </a:lnTo>
                    <a:lnTo>
                      <a:pt x="3097" y="9626"/>
                    </a:lnTo>
                    <a:lnTo>
                      <a:pt x="3118" y="9605"/>
                    </a:lnTo>
                    <a:lnTo>
                      <a:pt x="3181" y="9605"/>
                    </a:lnTo>
                    <a:lnTo>
                      <a:pt x="3244" y="9668"/>
                    </a:lnTo>
                    <a:lnTo>
                      <a:pt x="3432" y="9584"/>
                    </a:lnTo>
                    <a:lnTo>
                      <a:pt x="3620" y="9416"/>
                    </a:lnTo>
                    <a:lnTo>
                      <a:pt x="3620" y="9396"/>
                    </a:lnTo>
                    <a:lnTo>
                      <a:pt x="3725" y="9312"/>
                    </a:lnTo>
                    <a:lnTo>
                      <a:pt x="3934" y="9103"/>
                    </a:lnTo>
                    <a:lnTo>
                      <a:pt x="3934" y="9040"/>
                    </a:lnTo>
                    <a:lnTo>
                      <a:pt x="4018" y="8956"/>
                    </a:lnTo>
                    <a:lnTo>
                      <a:pt x="4081" y="8956"/>
                    </a:lnTo>
                    <a:lnTo>
                      <a:pt x="4018" y="9040"/>
                    </a:lnTo>
                    <a:lnTo>
                      <a:pt x="3976" y="9144"/>
                    </a:lnTo>
                    <a:lnTo>
                      <a:pt x="3809" y="9354"/>
                    </a:lnTo>
                    <a:lnTo>
                      <a:pt x="3599" y="9479"/>
                    </a:lnTo>
                    <a:lnTo>
                      <a:pt x="3453" y="9626"/>
                    </a:lnTo>
                    <a:lnTo>
                      <a:pt x="3307" y="9709"/>
                    </a:lnTo>
                    <a:lnTo>
                      <a:pt x="3223" y="9793"/>
                    </a:lnTo>
                    <a:lnTo>
                      <a:pt x="3286" y="9877"/>
                    </a:lnTo>
                    <a:lnTo>
                      <a:pt x="3223" y="9898"/>
                    </a:lnTo>
                    <a:lnTo>
                      <a:pt x="3076" y="9772"/>
                    </a:lnTo>
                    <a:lnTo>
                      <a:pt x="2825" y="9772"/>
                    </a:lnTo>
                    <a:lnTo>
                      <a:pt x="2825" y="9835"/>
                    </a:lnTo>
                    <a:lnTo>
                      <a:pt x="2783" y="9814"/>
                    </a:lnTo>
                    <a:lnTo>
                      <a:pt x="2700" y="9688"/>
                    </a:lnTo>
                    <a:lnTo>
                      <a:pt x="2490" y="9584"/>
                    </a:lnTo>
                    <a:lnTo>
                      <a:pt x="2407" y="9605"/>
                    </a:lnTo>
                    <a:lnTo>
                      <a:pt x="2365" y="9563"/>
                    </a:lnTo>
                    <a:lnTo>
                      <a:pt x="2407" y="9416"/>
                    </a:lnTo>
                    <a:lnTo>
                      <a:pt x="2407" y="9082"/>
                    </a:lnTo>
                    <a:lnTo>
                      <a:pt x="2365" y="8872"/>
                    </a:lnTo>
                    <a:lnTo>
                      <a:pt x="2239" y="8726"/>
                    </a:lnTo>
                    <a:lnTo>
                      <a:pt x="2156" y="8726"/>
                    </a:lnTo>
                    <a:lnTo>
                      <a:pt x="2030" y="8663"/>
                    </a:lnTo>
                    <a:lnTo>
                      <a:pt x="1946" y="8684"/>
                    </a:lnTo>
                    <a:lnTo>
                      <a:pt x="1821" y="8684"/>
                    </a:lnTo>
                    <a:lnTo>
                      <a:pt x="1737" y="8726"/>
                    </a:lnTo>
                    <a:lnTo>
                      <a:pt x="1633" y="8747"/>
                    </a:lnTo>
                    <a:lnTo>
                      <a:pt x="1633" y="8831"/>
                    </a:lnTo>
                    <a:lnTo>
                      <a:pt x="1654" y="8935"/>
                    </a:lnTo>
                    <a:lnTo>
                      <a:pt x="1633" y="8977"/>
                    </a:lnTo>
                    <a:lnTo>
                      <a:pt x="1612" y="9165"/>
                    </a:lnTo>
                    <a:lnTo>
                      <a:pt x="1654" y="9249"/>
                    </a:lnTo>
                    <a:lnTo>
                      <a:pt x="1716" y="9249"/>
                    </a:lnTo>
                    <a:lnTo>
                      <a:pt x="1716" y="9312"/>
                    </a:lnTo>
                    <a:lnTo>
                      <a:pt x="1612" y="9396"/>
                    </a:lnTo>
                    <a:lnTo>
                      <a:pt x="1570" y="9458"/>
                    </a:lnTo>
                    <a:lnTo>
                      <a:pt x="1654" y="9563"/>
                    </a:lnTo>
                    <a:lnTo>
                      <a:pt x="1737" y="9563"/>
                    </a:lnTo>
                    <a:lnTo>
                      <a:pt x="1758" y="9500"/>
                    </a:lnTo>
                    <a:lnTo>
                      <a:pt x="1884" y="9563"/>
                    </a:lnTo>
                    <a:lnTo>
                      <a:pt x="1863" y="9584"/>
                    </a:lnTo>
                    <a:lnTo>
                      <a:pt x="1737" y="9584"/>
                    </a:lnTo>
                    <a:lnTo>
                      <a:pt x="1737" y="9605"/>
                    </a:lnTo>
                    <a:lnTo>
                      <a:pt x="1821" y="9668"/>
                    </a:lnTo>
                    <a:lnTo>
                      <a:pt x="1821" y="9709"/>
                    </a:lnTo>
                    <a:lnTo>
                      <a:pt x="1737" y="9772"/>
                    </a:lnTo>
                    <a:lnTo>
                      <a:pt x="1716" y="9793"/>
                    </a:lnTo>
                    <a:lnTo>
                      <a:pt x="1779" y="9814"/>
                    </a:lnTo>
                    <a:lnTo>
                      <a:pt x="1842" y="9877"/>
                    </a:lnTo>
                    <a:lnTo>
                      <a:pt x="1946" y="9877"/>
                    </a:lnTo>
                    <a:lnTo>
                      <a:pt x="1967" y="9898"/>
                    </a:lnTo>
                    <a:lnTo>
                      <a:pt x="1926" y="9940"/>
                    </a:lnTo>
                    <a:lnTo>
                      <a:pt x="1821" y="9940"/>
                    </a:lnTo>
                    <a:lnTo>
                      <a:pt x="1779" y="9981"/>
                    </a:lnTo>
                    <a:lnTo>
                      <a:pt x="1654" y="9877"/>
                    </a:lnTo>
                    <a:lnTo>
                      <a:pt x="1612" y="9898"/>
                    </a:lnTo>
                    <a:lnTo>
                      <a:pt x="1570" y="9940"/>
                    </a:lnTo>
                    <a:lnTo>
                      <a:pt x="1507" y="9940"/>
                    </a:lnTo>
                    <a:lnTo>
                      <a:pt x="1444" y="9835"/>
                    </a:lnTo>
                    <a:lnTo>
                      <a:pt x="1361" y="9814"/>
                    </a:lnTo>
                    <a:lnTo>
                      <a:pt x="1298" y="9877"/>
                    </a:lnTo>
                    <a:lnTo>
                      <a:pt x="1110" y="9877"/>
                    </a:lnTo>
                    <a:lnTo>
                      <a:pt x="984" y="9793"/>
                    </a:lnTo>
                    <a:lnTo>
                      <a:pt x="879" y="9793"/>
                    </a:lnTo>
                    <a:lnTo>
                      <a:pt x="817" y="9835"/>
                    </a:lnTo>
                    <a:lnTo>
                      <a:pt x="817" y="9919"/>
                    </a:lnTo>
                    <a:lnTo>
                      <a:pt x="733" y="9940"/>
                    </a:lnTo>
                    <a:lnTo>
                      <a:pt x="628" y="9981"/>
                    </a:lnTo>
                    <a:lnTo>
                      <a:pt x="586" y="10044"/>
                    </a:lnTo>
                    <a:lnTo>
                      <a:pt x="419" y="10086"/>
                    </a:lnTo>
                    <a:lnTo>
                      <a:pt x="377" y="10107"/>
                    </a:lnTo>
                    <a:lnTo>
                      <a:pt x="273" y="10128"/>
                    </a:lnTo>
                    <a:lnTo>
                      <a:pt x="189" y="10212"/>
                    </a:lnTo>
                    <a:lnTo>
                      <a:pt x="168" y="10316"/>
                    </a:lnTo>
                    <a:lnTo>
                      <a:pt x="168" y="10358"/>
                    </a:lnTo>
                    <a:lnTo>
                      <a:pt x="147" y="10442"/>
                    </a:lnTo>
                    <a:lnTo>
                      <a:pt x="1" y="10525"/>
                    </a:lnTo>
                    <a:lnTo>
                      <a:pt x="1" y="10609"/>
                    </a:lnTo>
                    <a:lnTo>
                      <a:pt x="42" y="10651"/>
                    </a:lnTo>
                    <a:lnTo>
                      <a:pt x="42" y="10818"/>
                    </a:lnTo>
                    <a:lnTo>
                      <a:pt x="63" y="10860"/>
                    </a:lnTo>
                    <a:lnTo>
                      <a:pt x="189" y="10860"/>
                    </a:lnTo>
                    <a:lnTo>
                      <a:pt x="252" y="10735"/>
                    </a:lnTo>
                    <a:lnTo>
                      <a:pt x="294" y="10735"/>
                    </a:lnTo>
                    <a:lnTo>
                      <a:pt x="273" y="10756"/>
                    </a:lnTo>
                    <a:lnTo>
                      <a:pt x="210" y="10860"/>
                    </a:lnTo>
                    <a:lnTo>
                      <a:pt x="273" y="10881"/>
                    </a:lnTo>
                    <a:lnTo>
                      <a:pt x="356" y="10818"/>
                    </a:lnTo>
                    <a:lnTo>
                      <a:pt x="356" y="10651"/>
                    </a:lnTo>
                    <a:lnTo>
                      <a:pt x="398" y="10421"/>
                    </a:lnTo>
                    <a:lnTo>
                      <a:pt x="482" y="10400"/>
                    </a:lnTo>
                    <a:lnTo>
                      <a:pt x="566" y="10337"/>
                    </a:lnTo>
                    <a:lnTo>
                      <a:pt x="419" y="10567"/>
                    </a:lnTo>
                    <a:lnTo>
                      <a:pt x="419" y="10672"/>
                    </a:lnTo>
                    <a:lnTo>
                      <a:pt x="398" y="10714"/>
                    </a:lnTo>
                    <a:lnTo>
                      <a:pt x="377" y="10839"/>
                    </a:lnTo>
                    <a:lnTo>
                      <a:pt x="314" y="10944"/>
                    </a:lnTo>
                    <a:lnTo>
                      <a:pt x="377" y="10986"/>
                    </a:lnTo>
                    <a:lnTo>
                      <a:pt x="419" y="10986"/>
                    </a:lnTo>
                    <a:lnTo>
                      <a:pt x="503" y="11069"/>
                    </a:lnTo>
                    <a:lnTo>
                      <a:pt x="607" y="11069"/>
                    </a:lnTo>
                    <a:lnTo>
                      <a:pt x="628" y="10965"/>
                    </a:lnTo>
                    <a:lnTo>
                      <a:pt x="607" y="10944"/>
                    </a:lnTo>
                    <a:lnTo>
                      <a:pt x="670" y="10839"/>
                    </a:lnTo>
                    <a:lnTo>
                      <a:pt x="691" y="10735"/>
                    </a:lnTo>
                    <a:lnTo>
                      <a:pt x="733" y="10672"/>
                    </a:lnTo>
                    <a:lnTo>
                      <a:pt x="733" y="10756"/>
                    </a:lnTo>
                    <a:lnTo>
                      <a:pt x="775" y="10818"/>
                    </a:lnTo>
                    <a:lnTo>
                      <a:pt x="712" y="10944"/>
                    </a:lnTo>
                    <a:lnTo>
                      <a:pt x="712" y="11028"/>
                    </a:lnTo>
                    <a:lnTo>
                      <a:pt x="712" y="11090"/>
                    </a:lnTo>
                    <a:lnTo>
                      <a:pt x="796" y="11195"/>
                    </a:lnTo>
                    <a:lnTo>
                      <a:pt x="838" y="11237"/>
                    </a:lnTo>
                    <a:lnTo>
                      <a:pt x="921" y="11153"/>
                    </a:lnTo>
                    <a:lnTo>
                      <a:pt x="900" y="11069"/>
                    </a:lnTo>
                    <a:lnTo>
                      <a:pt x="900" y="11048"/>
                    </a:lnTo>
                    <a:lnTo>
                      <a:pt x="921" y="11028"/>
                    </a:lnTo>
                    <a:lnTo>
                      <a:pt x="1005" y="11028"/>
                    </a:lnTo>
                    <a:lnTo>
                      <a:pt x="1047" y="10965"/>
                    </a:lnTo>
                    <a:lnTo>
                      <a:pt x="1026" y="10860"/>
                    </a:lnTo>
                    <a:lnTo>
                      <a:pt x="984" y="10818"/>
                    </a:lnTo>
                    <a:lnTo>
                      <a:pt x="984" y="10735"/>
                    </a:lnTo>
                    <a:lnTo>
                      <a:pt x="1026" y="10756"/>
                    </a:lnTo>
                    <a:lnTo>
                      <a:pt x="1110" y="10923"/>
                    </a:lnTo>
                    <a:lnTo>
                      <a:pt x="1110" y="10986"/>
                    </a:lnTo>
                    <a:lnTo>
                      <a:pt x="1047" y="11090"/>
                    </a:lnTo>
                    <a:lnTo>
                      <a:pt x="1005" y="11090"/>
                    </a:lnTo>
                    <a:lnTo>
                      <a:pt x="942" y="11195"/>
                    </a:lnTo>
                    <a:lnTo>
                      <a:pt x="984" y="11258"/>
                    </a:lnTo>
                    <a:lnTo>
                      <a:pt x="1026" y="11258"/>
                    </a:lnTo>
                    <a:lnTo>
                      <a:pt x="1089" y="11279"/>
                    </a:lnTo>
                    <a:lnTo>
                      <a:pt x="1110" y="11341"/>
                    </a:lnTo>
                    <a:lnTo>
                      <a:pt x="1151" y="11341"/>
                    </a:lnTo>
                    <a:lnTo>
                      <a:pt x="1340" y="11446"/>
                    </a:lnTo>
                    <a:lnTo>
                      <a:pt x="1402" y="11446"/>
                    </a:lnTo>
                    <a:lnTo>
                      <a:pt x="1402" y="11551"/>
                    </a:lnTo>
                    <a:lnTo>
                      <a:pt x="1612" y="11551"/>
                    </a:lnTo>
                    <a:lnTo>
                      <a:pt x="1674" y="11593"/>
                    </a:lnTo>
                    <a:lnTo>
                      <a:pt x="1737" y="11572"/>
                    </a:lnTo>
                    <a:lnTo>
                      <a:pt x="1779" y="11488"/>
                    </a:lnTo>
                    <a:lnTo>
                      <a:pt x="1716" y="11362"/>
                    </a:lnTo>
                    <a:lnTo>
                      <a:pt x="1654" y="11174"/>
                    </a:lnTo>
                    <a:lnTo>
                      <a:pt x="1716" y="11048"/>
                    </a:lnTo>
                    <a:lnTo>
                      <a:pt x="1758" y="10986"/>
                    </a:lnTo>
                    <a:lnTo>
                      <a:pt x="1779" y="11048"/>
                    </a:lnTo>
                    <a:lnTo>
                      <a:pt x="1821" y="11174"/>
                    </a:lnTo>
                    <a:lnTo>
                      <a:pt x="1821" y="11279"/>
                    </a:lnTo>
                    <a:lnTo>
                      <a:pt x="1842" y="11341"/>
                    </a:lnTo>
                    <a:lnTo>
                      <a:pt x="1926" y="11341"/>
                    </a:lnTo>
                    <a:lnTo>
                      <a:pt x="1946" y="11279"/>
                    </a:lnTo>
                    <a:lnTo>
                      <a:pt x="2030" y="11279"/>
                    </a:lnTo>
                    <a:lnTo>
                      <a:pt x="2051" y="11237"/>
                    </a:lnTo>
                    <a:lnTo>
                      <a:pt x="2072" y="11153"/>
                    </a:lnTo>
                    <a:lnTo>
                      <a:pt x="2135" y="11090"/>
                    </a:lnTo>
                    <a:lnTo>
                      <a:pt x="2156" y="10965"/>
                    </a:lnTo>
                    <a:lnTo>
                      <a:pt x="2177" y="10923"/>
                    </a:lnTo>
                    <a:lnTo>
                      <a:pt x="2198" y="10923"/>
                    </a:lnTo>
                    <a:lnTo>
                      <a:pt x="2260" y="11048"/>
                    </a:lnTo>
                    <a:lnTo>
                      <a:pt x="2239" y="11090"/>
                    </a:lnTo>
                    <a:lnTo>
                      <a:pt x="2177" y="11195"/>
                    </a:lnTo>
                    <a:lnTo>
                      <a:pt x="2156" y="11279"/>
                    </a:lnTo>
                    <a:lnTo>
                      <a:pt x="2198" y="11341"/>
                    </a:lnTo>
                    <a:lnTo>
                      <a:pt x="2198" y="11404"/>
                    </a:lnTo>
                    <a:lnTo>
                      <a:pt x="2302" y="11488"/>
                    </a:lnTo>
                    <a:lnTo>
                      <a:pt x="2386" y="11446"/>
                    </a:lnTo>
                    <a:lnTo>
                      <a:pt x="2490" y="11279"/>
                    </a:lnTo>
                    <a:lnTo>
                      <a:pt x="2449" y="11174"/>
                    </a:lnTo>
                    <a:lnTo>
                      <a:pt x="2470" y="11028"/>
                    </a:lnTo>
                    <a:lnTo>
                      <a:pt x="2574" y="10944"/>
                    </a:lnTo>
                    <a:lnTo>
                      <a:pt x="2679" y="10923"/>
                    </a:lnTo>
                    <a:lnTo>
                      <a:pt x="2574" y="11028"/>
                    </a:lnTo>
                    <a:lnTo>
                      <a:pt x="2553" y="11132"/>
                    </a:lnTo>
                    <a:lnTo>
                      <a:pt x="2595" y="11237"/>
                    </a:lnTo>
                    <a:lnTo>
                      <a:pt x="2511" y="11446"/>
                    </a:lnTo>
                    <a:lnTo>
                      <a:pt x="2511" y="11509"/>
                    </a:lnTo>
                    <a:lnTo>
                      <a:pt x="2595" y="11593"/>
                    </a:lnTo>
                    <a:lnTo>
                      <a:pt x="2700" y="11572"/>
                    </a:lnTo>
                    <a:lnTo>
                      <a:pt x="2783" y="11593"/>
                    </a:lnTo>
                    <a:lnTo>
                      <a:pt x="2867" y="11572"/>
                    </a:lnTo>
                    <a:lnTo>
                      <a:pt x="2867" y="11446"/>
                    </a:lnTo>
                    <a:lnTo>
                      <a:pt x="2930" y="11362"/>
                    </a:lnTo>
                    <a:lnTo>
                      <a:pt x="2909" y="11279"/>
                    </a:lnTo>
                    <a:lnTo>
                      <a:pt x="2825" y="11132"/>
                    </a:lnTo>
                    <a:lnTo>
                      <a:pt x="2909" y="10944"/>
                    </a:lnTo>
                    <a:lnTo>
                      <a:pt x="2909" y="10818"/>
                    </a:lnTo>
                    <a:lnTo>
                      <a:pt x="2972" y="10923"/>
                    </a:lnTo>
                    <a:lnTo>
                      <a:pt x="2930" y="11028"/>
                    </a:lnTo>
                    <a:lnTo>
                      <a:pt x="2909" y="11090"/>
                    </a:lnTo>
                    <a:lnTo>
                      <a:pt x="2993" y="11258"/>
                    </a:lnTo>
                    <a:lnTo>
                      <a:pt x="3076" y="11279"/>
                    </a:lnTo>
                    <a:lnTo>
                      <a:pt x="3118" y="11300"/>
                    </a:lnTo>
                    <a:lnTo>
                      <a:pt x="3034" y="11341"/>
                    </a:lnTo>
                    <a:lnTo>
                      <a:pt x="2993" y="11488"/>
                    </a:lnTo>
                    <a:lnTo>
                      <a:pt x="3014" y="11551"/>
                    </a:lnTo>
                    <a:lnTo>
                      <a:pt x="3181" y="11593"/>
                    </a:lnTo>
                    <a:lnTo>
                      <a:pt x="3244" y="11551"/>
                    </a:lnTo>
                    <a:lnTo>
                      <a:pt x="3348" y="11697"/>
                    </a:lnTo>
                    <a:lnTo>
                      <a:pt x="3348" y="11802"/>
                    </a:lnTo>
                    <a:lnTo>
                      <a:pt x="3286" y="11906"/>
                    </a:lnTo>
                    <a:lnTo>
                      <a:pt x="3181" y="11990"/>
                    </a:lnTo>
                    <a:lnTo>
                      <a:pt x="3223" y="12011"/>
                    </a:lnTo>
                    <a:lnTo>
                      <a:pt x="3286" y="12095"/>
                    </a:lnTo>
                    <a:lnTo>
                      <a:pt x="3369" y="12095"/>
                    </a:lnTo>
                    <a:lnTo>
                      <a:pt x="3495" y="12074"/>
                    </a:lnTo>
                    <a:lnTo>
                      <a:pt x="3537" y="12095"/>
                    </a:lnTo>
                    <a:lnTo>
                      <a:pt x="3725" y="11927"/>
                    </a:lnTo>
                    <a:lnTo>
                      <a:pt x="3830" y="11969"/>
                    </a:lnTo>
                    <a:lnTo>
                      <a:pt x="3871" y="11990"/>
                    </a:lnTo>
                    <a:lnTo>
                      <a:pt x="4039" y="11823"/>
                    </a:lnTo>
                    <a:lnTo>
                      <a:pt x="4123" y="11802"/>
                    </a:lnTo>
                    <a:lnTo>
                      <a:pt x="4227" y="11655"/>
                    </a:lnTo>
                    <a:lnTo>
                      <a:pt x="4290" y="11593"/>
                    </a:lnTo>
                    <a:lnTo>
                      <a:pt x="4332" y="11613"/>
                    </a:lnTo>
                    <a:lnTo>
                      <a:pt x="4290" y="11781"/>
                    </a:lnTo>
                    <a:lnTo>
                      <a:pt x="4269" y="11906"/>
                    </a:lnTo>
                    <a:lnTo>
                      <a:pt x="4290" y="11927"/>
                    </a:lnTo>
                    <a:lnTo>
                      <a:pt x="4395" y="11865"/>
                    </a:lnTo>
                    <a:lnTo>
                      <a:pt x="4478" y="11718"/>
                    </a:lnTo>
                    <a:lnTo>
                      <a:pt x="4583" y="11655"/>
                    </a:lnTo>
                    <a:lnTo>
                      <a:pt x="4687" y="11655"/>
                    </a:lnTo>
                    <a:lnTo>
                      <a:pt x="4813" y="11446"/>
                    </a:lnTo>
                    <a:lnTo>
                      <a:pt x="4876" y="11237"/>
                    </a:lnTo>
                    <a:lnTo>
                      <a:pt x="4855" y="11153"/>
                    </a:lnTo>
                    <a:lnTo>
                      <a:pt x="4876" y="11048"/>
                    </a:lnTo>
                    <a:lnTo>
                      <a:pt x="4792" y="11028"/>
                    </a:lnTo>
                    <a:lnTo>
                      <a:pt x="4750" y="11048"/>
                    </a:lnTo>
                    <a:lnTo>
                      <a:pt x="4667" y="11048"/>
                    </a:lnTo>
                    <a:lnTo>
                      <a:pt x="4541" y="11132"/>
                    </a:lnTo>
                    <a:lnTo>
                      <a:pt x="4478" y="11195"/>
                    </a:lnTo>
                    <a:lnTo>
                      <a:pt x="4374" y="11195"/>
                    </a:lnTo>
                    <a:lnTo>
                      <a:pt x="4457" y="11090"/>
                    </a:lnTo>
                    <a:lnTo>
                      <a:pt x="4478" y="11028"/>
                    </a:lnTo>
                    <a:lnTo>
                      <a:pt x="4374" y="11048"/>
                    </a:lnTo>
                    <a:lnTo>
                      <a:pt x="4353" y="10986"/>
                    </a:lnTo>
                    <a:lnTo>
                      <a:pt x="4374" y="10923"/>
                    </a:lnTo>
                    <a:lnTo>
                      <a:pt x="4457" y="10923"/>
                    </a:lnTo>
                    <a:lnTo>
                      <a:pt x="4499" y="10735"/>
                    </a:lnTo>
                    <a:lnTo>
                      <a:pt x="4562" y="10651"/>
                    </a:lnTo>
                    <a:lnTo>
                      <a:pt x="4541" y="10546"/>
                    </a:lnTo>
                    <a:lnTo>
                      <a:pt x="4395" y="10463"/>
                    </a:lnTo>
                    <a:lnTo>
                      <a:pt x="4185" y="10525"/>
                    </a:lnTo>
                    <a:lnTo>
                      <a:pt x="4060" y="10630"/>
                    </a:lnTo>
                    <a:lnTo>
                      <a:pt x="4123" y="10504"/>
                    </a:lnTo>
                    <a:lnTo>
                      <a:pt x="4039" y="10358"/>
                    </a:lnTo>
                    <a:lnTo>
                      <a:pt x="3892" y="10295"/>
                    </a:lnTo>
                    <a:lnTo>
                      <a:pt x="3830" y="10316"/>
                    </a:lnTo>
                    <a:lnTo>
                      <a:pt x="3767" y="10358"/>
                    </a:lnTo>
                    <a:lnTo>
                      <a:pt x="3725" y="10358"/>
                    </a:lnTo>
                    <a:lnTo>
                      <a:pt x="3599" y="10525"/>
                    </a:lnTo>
                    <a:lnTo>
                      <a:pt x="3495" y="10525"/>
                    </a:lnTo>
                    <a:lnTo>
                      <a:pt x="3558" y="10337"/>
                    </a:lnTo>
                    <a:lnTo>
                      <a:pt x="3453" y="10232"/>
                    </a:lnTo>
                    <a:lnTo>
                      <a:pt x="3809" y="10232"/>
                    </a:lnTo>
                    <a:lnTo>
                      <a:pt x="3830" y="10191"/>
                    </a:lnTo>
                    <a:lnTo>
                      <a:pt x="3725" y="10044"/>
                    </a:lnTo>
                    <a:lnTo>
                      <a:pt x="3767" y="9981"/>
                    </a:lnTo>
                    <a:lnTo>
                      <a:pt x="3830" y="9793"/>
                    </a:lnTo>
                    <a:lnTo>
                      <a:pt x="3830" y="9709"/>
                    </a:lnTo>
                    <a:lnTo>
                      <a:pt x="3934" y="9605"/>
                    </a:lnTo>
                    <a:lnTo>
                      <a:pt x="3934" y="9668"/>
                    </a:lnTo>
                    <a:lnTo>
                      <a:pt x="3955" y="9730"/>
                    </a:lnTo>
                    <a:lnTo>
                      <a:pt x="3934" y="9835"/>
                    </a:lnTo>
                    <a:lnTo>
                      <a:pt x="3871" y="9898"/>
                    </a:lnTo>
                    <a:lnTo>
                      <a:pt x="3934" y="10128"/>
                    </a:lnTo>
                    <a:lnTo>
                      <a:pt x="4164" y="10421"/>
                    </a:lnTo>
                    <a:lnTo>
                      <a:pt x="4332" y="10442"/>
                    </a:lnTo>
                    <a:lnTo>
                      <a:pt x="4353" y="10421"/>
                    </a:lnTo>
                    <a:lnTo>
                      <a:pt x="4478" y="10421"/>
                    </a:lnTo>
                    <a:lnTo>
                      <a:pt x="4771" y="10546"/>
                    </a:lnTo>
                    <a:lnTo>
                      <a:pt x="4813" y="10525"/>
                    </a:lnTo>
                    <a:lnTo>
                      <a:pt x="4897" y="10358"/>
                    </a:lnTo>
                    <a:lnTo>
                      <a:pt x="4980" y="10295"/>
                    </a:lnTo>
                    <a:lnTo>
                      <a:pt x="5022" y="10295"/>
                    </a:lnTo>
                    <a:lnTo>
                      <a:pt x="4980" y="10358"/>
                    </a:lnTo>
                    <a:lnTo>
                      <a:pt x="5064" y="10400"/>
                    </a:lnTo>
                    <a:lnTo>
                      <a:pt x="5169" y="10337"/>
                    </a:lnTo>
                    <a:lnTo>
                      <a:pt x="5190" y="10253"/>
                    </a:lnTo>
                    <a:lnTo>
                      <a:pt x="5211" y="10212"/>
                    </a:lnTo>
                    <a:lnTo>
                      <a:pt x="5273" y="10253"/>
                    </a:lnTo>
                    <a:lnTo>
                      <a:pt x="5399" y="10212"/>
                    </a:lnTo>
                    <a:lnTo>
                      <a:pt x="5399" y="10086"/>
                    </a:lnTo>
                    <a:lnTo>
                      <a:pt x="5545" y="9981"/>
                    </a:lnTo>
                    <a:lnTo>
                      <a:pt x="5545" y="9877"/>
                    </a:lnTo>
                    <a:lnTo>
                      <a:pt x="5524" y="9835"/>
                    </a:lnTo>
                    <a:lnTo>
                      <a:pt x="5420" y="9835"/>
                    </a:lnTo>
                    <a:lnTo>
                      <a:pt x="5524" y="9730"/>
                    </a:lnTo>
                    <a:lnTo>
                      <a:pt x="5545" y="9521"/>
                    </a:lnTo>
                    <a:lnTo>
                      <a:pt x="5713" y="9500"/>
                    </a:lnTo>
                    <a:lnTo>
                      <a:pt x="5943" y="9563"/>
                    </a:lnTo>
                    <a:lnTo>
                      <a:pt x="6027" y="9626"/>
                    </a:lnTo>
                    <a:lnTo>
                      <a:pt x="6173" y="9626"/>
                    </a:lnTo>
                    <a:lnTo>
                      <a:pt x="6278" y="9563"/>
                    </a:lnTo>
                    <a:lnTo>
                      <a:pt x="6382" y="9563"/>
                    </a:lnTo>
                    <a:lnTo>
                      <a:pt x="6466" y="9668"/>
                    </a:lnTo>
                    <a:lnTo>
                      <a:pt x="6571" y="9626"/>
                    </a:lnTo>
                    <a:lnTo>
                      <a:pt x="6675" y="9521"/>
                    </a:lnTo>
                    <a:lnTo>
                      <a:pt x="6759" y="9479"/>
                    </a:lnTo>
                    <a:lnTo>
                      <a:pt x="6759" y="9396"/>
                    </a:lnTo>
                    <a:lnTo>
                      <a:pt x="6633" y="9396"/>
                    </a:lnTo>
                    <a:lnTo>
                      <a:pt x="6278" y="9207"/>
                    </a:lnTo>
                    <a:lnTo>
                      <a:pt x="6257" y="9144"/>
                    </a:lnTo>
                    <a:lnTo>
                      <a:pt x="6340" y="9082"/>
                    </a:lnTo>
                    <a:lnTo>
                      <a:pt x="6445" y="9103"/>
                    </a:lnTo>
                    <a:lnTo>
                      <a:pt x="6487" y="9165"/>
                    </a:lnTo>
                    <a:lnTo>
                      <a:pt x="6592" y="9144"/>
                    </a:lnTo>
                    <a:lnTo>
                      <a:pt x="6780" y="9291"/>
                    </a:lnTo>
                    <a:lnTo>
                      <a:pt x="6864" y="9270"/>
                    </a:lnTo>
                    <a:lnTo>
                      <a:pt x="6989" y="9165"/>
                    </a:lnTo>
                    <a:lnTo>
                      <a:pt x="7073" y="9144"/>
                    </a:lnTo>
                    <a:lnTo>
                      <a:pt x="7115" y="9061"/>
                    </a:lnTo>
                    <a:lnTo>
                      <a:pt x="7094" y="8935"/>
                    </a:lnTo>
                    <a:lnTo>
                      <a:pt x="6968" y="8831"/>
                    </a:lnTo>
                    <a:lnTo>
                      <a:pt x="6884" y="8831"/>
                    </a:lnTo>
                    <a:lnTo>
                      <a:pt x="6864" y="8747"/>
                    </a:lnTo>
                    <a:lnTo>
                      <a:pt x="6738" y="8684"/>
                    </a:lnTo>
                    <a:lnTo>
                      <a:pt x="6738" y="8642"/>
                    </a:lnTo>
                    <a:lnTo>
                      <a:pt x="6864" y="8663"/>
                    </a:lnTo>
                    <a:lnTo>
                      <a:pt x="6947" y="8684"/>
                    </a:lnTo>
                    <a:lnTo>
                      <a:pt x="6968" y="8768"/>
                    </a:lnTo>
                    <a:lnTo>
                      <a:pt x="7031" y="8789"/>
                    </a:lnTo>
                    <a:lnTo>
                      <a:pt x="7156" y="8789"/>
                    </a:lnTo>
                    <a:lnTo>
                      <a:pt x="7198" y="8852"/>
                    </a:lnTo>
                    <a:lnTo>
                      <a:pt x="7387" y="8726"/>
                    </a:lnTo>
                    <a:lnTo>
                      <a:pt x="7428" y="8726"/>
                    </a:lnTo>
                    <a:lnTo>
                      <a:pt x="7470" y="8538"/>
                    </a:lnTo>
                    <a:lnTo>
                      <a:pt x="7596" y="8328"/>
                    </a:lnTo>
                    <a:lnTo>
                      <a:pt x="7596" y="8224"/>
                    </a:lnTo>
                    <a:lnTo>
                      <a:pt x="7512" y="8161"/>
                    </a:lnTo>
                    <a:lnTo>
                      <a:pt x="7387" y="8056"/>
                    </a:lnTo>
                    <a:lnTo>
                      <a:pt x="7198" y="8056"/>
                    </a:lnTo>
                    <a:lnTo>
                      <a:pt x="7094" y="8119"/>
                    </a:lnTo>
                    <a:lnTo>
                      <a:pt x="7094" y="8035"/>
                    </a:lnTo>
                    <a:lnTo>
                      <a:pt x="7219" y="7994"/>
                    </a:lnTo>
                    <a:lnTo>
                      <a:pt x="7366" y="7994"/>
                    </a:lnTo>
                    <a:lnTo>
                      <a:pt x="7387" y="7931"/>
                    </a:lnTo>
                    <a:lnTo>
                      <a:pt x="7198" y="7784"/>
                    </a:lnTo>
                    <a:lnTo>
                      <a:pt x="7115" y="7743"/>
                    </a:lnTo>
                    <a:lnTo>
                      <a:pt x="7010" y="7743"/>
                    </a:lnTo>
                    <a:lnTo>
                      <a:pt x="6968" y="7722"/>
                    </a:lnTo>
                    <a:lnTo>
                      <a:pt x="6947" y="7743"/>
                    </a:lnTo>
                    <a:lnTo>
                      <a:pt x="6843" y="7784"/>
                    </a:lnTo>
                    <a:lnTo>
                      <a:pt x="6801" y="7743"/>
                    </a:lnTo>
                    <a:lnTo>
                      <a:pt x="6780" y="7784"/>
                    </a:lnTo>
                    <a:lnTo>
                      <a:pt x="6675" y="7784"/>
                    </a:lnTo>
                    <a:lnTo>
                      <a:pt x="6675" y="7701"/>
                    </a:lnTo>
                    <a:lnTo>
                      <a:pt x="6696" y="7638"/>
                    </a:lnTo>
                    <a:lnTo>
                      <a:pt x="6487" y="7533"/>
                    </a:lnTo>
                    <a:lnTo>
                      <a:pt x="6466" y="7491"/>
                    </a:lnTo>
                    <a:lnTo>
                      <a:pt x="6466" y="7491"/>
                    </a:lnTo>
                    <a:lnTo>
                      <a:pt x="6571" y="7533"/>
                    </a:lnTo>
                    <a:lnTo>
                      <a:pt x="6759" y="7575"/>
                    </a:lnTo>
                    <a:lnTo>
                      <a:pt x="6843" y="7617"/>
                    </a:lnTo>
                    <a:lnTo>
                      <a:pt x="6801" y="7701"/>
                    </a:lnTo>
                    <a:lnTo>
                      <a:pt x="6801" y="7701"/>
                    </a:lnTo>
                    <a:lnTo>
                      <a:pt x="6989" y="7638"/>
                    </a:lnTo>
                    <a:lnTo>
                      <a:pt x="7198" y="7638"/>
                    </a:lnTo>
                    <a:lnTo>
                      <a:pt x="7324" y="7743"/>
                    </a:lnTo>
                    <a:lnTo>
                      <a:pt x="7366" y="7722"/>
                    </a:lnTo>
                    <a:lnTo>
                      <a:pt x="7387" y="7596"/>
                    </a:lnTo>
                    <a:lnTo>
                      <a:pt x="7115" y="7512"/>
                    </a:lnTo>
                    <a:lnTo>
                      <a:pt x="6905" y="7491"/>
                    </a:lnTo>
                    <a:lnTo>
                      <a:pt x="6759" y="7429"/>
                    </a:lnTo>
                    <a:lnTo>
                      <a:pt x="6780" y="7387"/>
                    </a:lnTo>
                    <a:lnTo>
                      <a:pt x="6884" y="7366"/>
                    </a:lnTo>
                    <a:lnTo>
                      <a:pt x="6989" y="7429"/>
                    </a:lnTo>
                    <a:lnTo>
                      <a:pt x="7219" y="7491"/>
                    </a:lnTo>
                    <a:lnTo>
                      <a:pt x="7408" y="7491"/>
                    </a:lnTo>
                    <a:lnTo>
                      <a:pt x="7470" y="7596"/>
                    </a:lnTo>
                    <a:lnTo>
                      <a:pt x="7470" y="7722"/>
                    </a:lnTo>
                    <a:lnTo>
                      <a:pt x="7491" y="7805"/>
                    </a:lnTo>
                    <a:lnTo>
                      <a:pt x="7638" y="7910"/>
                    </a:lnTo>
                    <a:lnTo>
                      <a:pt x="7805" y="7952"/>
                    </a:lnTo>
                    <a:lnTo>
                      <a:pt x="7889" y="8035"/>
                    </a:lnTo>
                    <a:lnTo>
                      <a:pt x="7910" y="8035"/>
                    </a:lnTo>
                    <a:lnTo>
                      <a:pt x="7993" y="7994"/>
                    </a:lnTo>
                    <a:lnTo>
                      <a:pt x="7952" y="7847"/>
                    </a:lnTo>
                    <a:lnTo>
                      <a:pt x="7993" y="7743"/>
                    </a:lnTo>
                    <a:lnTo>
                      <a:pt x="7952" y="7701"/>
                    </a:lnTo>
                    <a:lnTo>
                      <a:pt x="8056" y="7617"/>
                    </a:lnTo>
                    <a:lnTo>
                      <a:pt x="7993" y="7575"/>
                    </a:lnTo>
                    <a:lnTo>
                      <a:pt x="7680" y="7491"/>
                    </a:lnTo>
                    <a:lnTo>
                      <a:pt x="7554" y="7512"/>
                    </a:lnTo>
                    <a:lnTo>
                      <a:pt x="7512" y="7512"/>
                    </a:lnTo>
                    <a:lnTo>
                      <a:pt x="7408" y="7408"/>
                    </a:lnTo>
                    <a:lnTo>
                      <a:pt x="7282" y="7387"/>
                    </a:lnTo>
                    <a:lnTo>
                      <a:pt x="7198" y="7282"/>
                    </a:lnTo>
                    <a:lnTo>
                      <a:pt x="7115" y="7282"/>
                    </a:lnTo>
                    <a:lnTo>
                      <a:pt x="7073" y="7324"/>
                    </a:lnTo>
                    <a:lnTo>
                      <a:pt x="6989" y="7324"/>
                    </a:lnTo>
                    <a:lnTo>
                      <a:pt x="7010" y="7219"/>
                    </a:lnTo>
                    <a:lnTo>
                      <a:pt x="6864" y="7178"/>
                    </a:lnTo>
                    <a:lnTo>
                      <a:pt x="6843" y="7094"/>
                    </a:lnTo>
                    <a:lnTo>
                      <a:pt x="6947" y="7073"/>
                    </a:lnTo>
                    <a:lnTo>
                      <a:pt x="6989" y="7115"/>
                    </a:lnTo>
                    <a:lnTo>
                      <a:pt x="7094" y="7157"/>
                    </a:lnTo>
                    <a:lnTo>
                      <a:pt x="7156" y="7073"/>
                    </a:lnTo>
                    <a:lnTo>
                      <a:pt x="7115" y="7010"/>
                    </a:lnTo>
                    <a:lnTo>
                      <a:pt x="7156" y="6968"/>
                    </a:lnTo>
                    <a:lnTo>
                      <a:pt x="7219" y="7052"/>
                    </a:lnTo>
                    <a:lnTo>
                      <a:pt x="7219" y="7178"/>
                    </a:lnTo>
                    <a:lnTo>
                      <a:pt x="7324" y="7219"/>
                    </a:lnTo>
                    <a:lnTo>
                      <a:pt x="7638" y="7303"/>
                    </a:lnTo>
                    <a:lnTo>
                      <a:pt x="7700" y="7261"/>
                    </a:lnTo>
                    <a:lnTo>
                      <a:pt x="7554" y="7052"/>
                    </a:lnTo>
                    <a:lnTo>
                      <a:pt x="7408" y="6989"/>
                    </a:lnTo>
                    <a:lnTo>
                      <a:pt x="7303" y="6947"/>
                    </a:lnTo>
                    <a:lnTo>
                      <a:pt x="7303" y="6864"/>
                    </a:lnTo>
                    <a:lnTo>
                      <a:pt x="7324" y="6801"/>
                    </a:lnTo>
                    <a:lnTo>
                      <a:pt x="7408" y="6906"/>
                    </a:lnTo>
                    <a:lnTo>
                      <a:pt x="7554" y="6906"/>
                    </a:lnTo>
                    <a:lnTo>
                      <a:pt x="7638" y="6968"/>
                    </a:lnTo>
                    <a:lnTo>
                      <a:pt x="7680" y="7073"/>
                    </a:lnTo>
                    <a:lnTo>
                      <a:pt x="7721" y="7052"/>
                    </a:lnTo>
                    <a:lnTo>
                      <a:pt x="7805" y="7157"/>
                    </a:lnTo>
                    <a:lnTo>
                      <a:pt x="7910" y="7199"/>
                    </a:lnTo>
                    <a:lnTo>
                      <a:pt x="7952" y="7261"/>
                    </a:lnTo>
                    <a:lnTo>
                      <a:pt x="8014" y="7282"/>
                    </a:lnTo>
                    <a:lnTo>
                      <a:pt x="8077" y="7178"/>
                    </a:lnTo>
                    <a:lnTo>
                      <a:pt x="8203" y="7178"/>
                    </a:lnTo>
                    <a:lnTo>
                      <a:pt x="8307" y="7282"/>
                    </a:lnTo>
                    <a:lnTo>
                      <a:pt x="8349" y="7261"/>
                    </a:lnTo>
                    <a:lnTo>
                      <a:pt x="8349" y="7157"/>
                    </a:lnTo>
                    <a:lnTo>
                      <a:pt x="8412" y="7157"/>
                    </a:lnTo>
                    <a:lnTo>
                      <a:pt x="8516" y="7261"/>
                    </a:lnTo>
                    <a:lnTo>
                      <a:pt x="8642" y="7261"/>
                    </a:lnTo>
                    <a:lnTo>
                      <a:pt x="8684" y="7199"/>
                    </a:lnTo>
                    <a:lnTo>
                      <a:pt x="8684" y="6885"/>
                    </a:lnTo>
                    <a:lnTo>
                      <a:pt x="8433" y="6634"/>
                    </a:lnTo>
                    <a:lnTo>
                      <a:pt x="8349" y="6634"/>
                    </a:lnTo>
                    <a:lnTo>
                      <a:pt x="8307" y="6655"/>
                    </a:lnTo>
                    <a:lnTo>
                      <a:pt x="8224" y="6634"/>
                    </a:lnTo>
                    <a:lnTo>
                      <a:pt x="8244" y="6571"/>
                    </a:lnTo>
                    <a:lnTo>
                      <a:pt x="8433" y="6550"/>
                    </a:lnTo>
                    <a:lnTo>
                      <a:pt x="8516" y="6571"/>
                    </a:lnTo>
                    <a:lnTo>
                      <a:pt x="8558" y="6550"/>
                    </a:lnTo>
                    <a:lnTo>
                      <a:pt x="8642" y="6592"/>
                    </a:lnTo>
                    <a:lnTo>
                      <a:pt x="8642" y="6696"/>
                    </a:lnTo>
                    <a:lnTo>
                      <a:pt x="8684" y="6759"/>
                    </a:lnTo>
                    <a:lnTo>
                      <a:pt x="8851" y="6780"/>
                    </a:lnTo>
                    <a:lnTo>
                      <a:pt x="8851" y="6968"/>
                    </a:lnTo>
                    <a:lnTo>
                      <a:pt x="8893" y="7052"/>
                    </a:lnTo>
                    <a:lnTo>
                      <a:pt x="8998" y="7052"/>
                    </a:lnTo>
                    <a:lnTo>
                      <a:pt x="9060" y="7094"/>
                    </a:lnTo>
                    <a:lnTo>
                      <a:pt x="9353" y="7115"/>
                    </a:lnTo>
                    <a:lnTo>
                      <a:pt x="9500" y="7115"/>
                    </a:lnTo>
                    <a:lnTo>
                      <a:pt x="9688" y="6947"/>
                    </a:lnTo>
                    <a:lnTo>
                      <a:pt x="9709" y="6864"/>
                    </a:lnTo>
                    <a:lnTo>
                      <a:pt x="9605" y="6801"/>
                    </a:lnTo>
                    <a:lnTo>
                      <a:pt x="9563" y="6843"/>
                    </a:lnTo>
                    <a:lnTo>
                      <a:pt x="9500" y="6780"/>
                    </a:lnTo>
                    <a:lnTo>
                      <a:pt x="9563" y="6759"/>
                    </a:lnTo>
                    <a:lnTo>
                      <a:pt x="9709" y="6696"/>
                    </a:lnTo>
                    <a:lnTo>
                      <a:pt x="9835" y="6738"/>
                    </a:lnTo>
                    <a:lnTo>
                      <a:pt x="9981" y="6675"/>
                    </a:lnTo>
                    <a:lnTo>
                      <a:pt x="10002" y="6571"/>
                    </a:lnTo>
                    <a:lnTo>
                      <a:pt x="9918" y="6466"/>
                    </a:lnTo>
                    <a:lnTo>
                      <a:pt x="9625" y="6466"/>
                    </a:lnTo>
                    <a:lnTo>
                      <a:pt x="9395" y="6424"/>
                    </a:lnTo>
                    <a:lnTo>
                      <a:pt x="9416" y="6362"/>
                    </a:lnTo>
                    <a:lnTo>
                      <a:pt x="9521" y="6362"/>
                    </a:lnTo>
                    <a:lnTo>
                      <a:pt x="9563" y="6257"/>
                    </a:lnTo>
                    <a:lnTo>
                      <a:pt x="9605" y="6278"/>
                    </a:lnTo>
                    <a:lnTo>
                      <a:pt x="9625" y="6383"/>
                    </a:lnTo>
                    <a:lnTo>
                      <a:pt x="9709" y="6383"/>
                    </a:lnTo>
                    <a:lnTo>
                      <a:pt x="9772" y="6341"/>
                    </a:lnTo>
                    <a:lnTo>
                      <a:pt x="9981" y="6424"/>
                    </a:lnTo>
                    <a:lnTo>
                      <a:pt x="10044" y="6362"/>
                    </a:lnTo>
                    <a:lnTo>
                      <a:pt x="10149" y="6445"/>
                    </a:lnTo>
                    <a:lnTo>
                      <a:pt x="10211" y="6445"/>
                    </a:lnTo>
                    <a:lnTo>
                      <a:pt x="10316" y="6320"/>
                    </a:lnTo>
                    <a:lnTo>
                      <a:pt x="10295" y="6236"/>
                    </a:lnTo>
                    <a:lnTo>
                      <a:pt x="10149" y="6152"/>
                    </a:lnTo>
                    <a:lnTo>
                      <a:pt x="10211" y="6048"/>
                    </a:lnTo>
                    <a:lnTo>
                      <a:pt x="10253" y="6006"/>
                    </a:lnTo>
                    <a:lnTo>
                      <a:pt x="10232" y="5839"/>
                    </a:lnTo>
                    <a:lnTo>
                      <a:pt x="10316" y="5901"/>
                    </a:lnTo>
                    <a:lnTo>
                      <a:pt x="10316" y="6006"/>
                    </a:lnTo>
                    <a:lnTo>
                      <a:pt x="10253" y="6069"/>
                    </a:lnTo>
                    <a:lnTo>
                      <a:pt x="10295" y="6152"/>
                    </a:lnTo>
                    <a:lnTo>
                      <a:pt x="10358" y="6173"/>
                    </a:lnTo>
                    <a:lnTo>
                      <a:pt x="10441" y="6111"/>
                    </a:lnTo>
                    <a:lnTo>
                      <a:pt x="10734" y="6111"/>
                    </a:lnTo>
                    <a:lnTo>
                      <a:pt x="10776" y="6027"/>
                    </a:lnTo>
                    <a:lnTo>
                      <a:pt x="10923" y="5922"/>
                    </a:lnTo>
                    <a:lnTo>
                      <a:pt x="10881" y="5797"/>
                    </a:lnTo>
                    <a:lnTo>
                      <a:pt x="10944" y="5755"/>
                    </a:lnTo>
                    <a:lnTo>
                      <a:pt x="11048" y="5755"/>
                    </a:lnTo>
                    <a:lnTo>
                      <a:pt x="11132" y="5650"/>
                    </a:lnTo>
                    <a:lnTo>
                      <a:pt x="11216" y="5692"/>
                    </a:lnTo>
                    <a:lnTo>
                      <a:pt x="11299" y="5629"/>
                    </a:lnTo>
                    <a:lnTo>
                      <a:pt x="11550" y="5608"/>
                    </a:lnTo>
                    <a:lnTo>
                      <a:pt x="11613" y="5483"/>
                    </a:lnTo>
                    <a:lnTo>
                      <a:pt x="11822" y="5420"/>
                    </a:lnTo>
                    <a:lnTo>
                      <a:pt x="11927" y="5336"/>
                    </a:lnTo>
                    <a:lnTo>
                      <a:pt x="12073" y="5336"/>
                    </a:lnTo>
                    <a:lnTo>
                      <a:pt x="12136" y="5315"/>
                    </a:lnTo>
                    <a:lnTo>
                      <a:pt x="12262" y="5315"/>
                    </a:lnTo>
                    <a:lnTo>
                      <a:pt x="12429" y="5232"/>
                    </a:lnTo>
                    <a:lnTo>
                      <a:pt x="12555" y="5106"/>
                    </a:lnTo>
                    <a:lnTo>
                      <a:pt x="12659" y="5085"/>
                    </a:lnTo>
                    <a:lnTo>
                      <a:pt x="12743" y="4960"/>
                    </a:lnTo>
                    <a:lnTo>
                      <a:pt x="12952" y="4918"/>
                    </a:lnTo>
                    <a:lnTo>
                      <a:pt x="13036" y="4876"/>
                    </a:lnTo>
                    <a:lnTo>
                      <a:pt x="13224" y="4771"/>
                    </a:lnTo>
                    <a:lnTo>
                      <a:pt x="13308" y="4604"/>
                    </a:lnTo>
                    <a:lnTo>
                      <a:pt x="13371" y="4458"/>
                    </a:lnTo>
                    <a:lnTo>
                      <a:pt x="13182" y="4458"/>
                    </a:lnTo>
                    <a:lnTo>
                      <a:pt x="13057" y="4478"/>
                    </a:lnTo>
                    <a:lnTo>
                      <a:pt x="12973" y="4437"/>
                    </a:lnTo>
                    <a:lnTo>
                      <a:pt x="12848" y="4458"/>
                    </a:lnTo>
                    <a:lnTo>
                      <a:pt x="12659" y="4646"/>
                    </a:lnTo>
                    <a:lnTo>
                      <a:pt x="12387" y="4667"/>
                    </a:lnTo>
                    <a:lnTo>
                      <a:pt x="11927" y="4709"/>
                    </a:lnTo>
                    <a:lnTo>
                      <a:pt x="11801" y="4688"/>
                    </a:lnTo>
                    <a:lnTo>
                      <a:pt x="11488" y="4688"/>
                    </a:lnTo>
                    <a:lnTo>
                      <a:pt x="11299" y="4771"/>
                    </a:lnTo>
                    <a:lnTo>
                      <a:pt x="11299" y="4667"/>
                    </a:lnTo>
                    <a:lnTo>
                      <a:pt x="11174" y="4667"/>
                    </a:lnTo>
                    <a:lnTo>
                      <a:pt x="11216" y="4562"/>
                    </a:lnTo>
                    <a:lnTo>
                      <a:pt x="11362" y="4562"/>
                    </a:lnTo>
                    <a:lnTo>
                      <a:pt x="11446" y="4583"/>
                    </a:lnTo>
                    <a:lnTo>
                      <a:pt x="11550" y="4541"/>
                    </a:lnTo>
                    <a:lnTo>
                      <a:pt x="11571" y="4604"/>
                    </a:lnTo>
                    <a:lnTo>
                      <a:pt x="11718" y="4604"/>
                    </a:lnTo>
                    <a:lnTo>
                      <a:pt x="11906" y="4583"/>
                    </a:lnTo>
                    <a:lnTo>
                      <a:pt x="12032" y="4583"/>
                    </a:lnTo>
                    <a:lnTo>
                      <a:pt x="12346" y="4541"/>
                    </a:lnTo>
                    <a:lnTo>
                      <a:pt x="12848" y="4332"/>
                    </a:lnTo>
                    <a:lnTo>
                      <a:pt x="12931" y="4269"/>
                    </a:lnTo>
                    <a:lnTo>
                      <a:pt x="12848" y="4186"/>
                    </a:lnTo>
                    <a:lnTo>
                      <a:pt x="12638" y="4144"/>
                    </a:lnTo>
                    <a:lnTo>
                      <a:pt x="12262" y="4081"/>
                    </a:lnTo>
                    <a:lnTo>
                      <a:pt x="12199" y="3976"/>
                    </a:lnTo>
                    <a:lnTo>
                      <a:pt x="12199" y="3976"/>
                    </a:lnTo>
                    <a:lnTo>
                      <a:pt x="12346" y="4060"/>
                    </a:lnTo>
                    <a:lnTo>
                      <a:pt x="12450" y="4039"/>
                    </a:lnTo>
                    <a:lnTo>
                      <a:pt x="12450" y="3976"/>
                    </a:lnTo>
                    <a:lnTo>
                      <a:pt x="12325" y="3851"/>
                    </a:lnTo>
                    <a:lnTo>
                      <a:pt x="12304" y="3725"/>
                    </a:lnTo>
                    <a:lnTo>
                      <a:pt x="12408" y="3851"/>
                    </a:lnTo>
                    <a:lnTo>
                      <a:pt x="12597" y="4060"/>
                    </a:lnTo>
                    <a:lnTo>
                      <a:pt x="12638" y="4060"/>
                    </a:lnTo>
                    <a:lnTo>
                      <a:pt x="12722" y="4018"/>
                    </a:lnTo>
                    <a:lnTo>
                      <a:pt x="12764" y="4081"/>
                    </a:lnTo>
                    <a:lnTo>
                      <a:pt x="12973" y="4081"/>
                    </a:lnTo>
                    <a:lnTo>
                      <a:pt x="13057" y="4144"/>
                    </a:lnTo>
                    <a:lnTo>
                      <a:pt x="13141" y="4144"/>
                    </a:lnTo>
                    <a:lnTo>
                      <a:pt x="13287" y="4165"/>
                    </a:lnTo>
                    <a:lnTo>
                      <a:pt x="13371" y="4123"/>
                    </a:lnTo>
                    <a:lnTo>
                      <a:pt x="13308" y="4081"/>
                    </a:lnTo>
                    <a:lnTo>
                      <a:pt x="13162" y="4060"/>
                    </a:lnTo>
                    <a:lnTo>
                      <a:pt x="13162" y="3976"/>
                    </a:lnTo>
                    <a:lnTo>
                      <a:pt x="13350" y="4018"/>
                    </a:lnTo>
                    <a:lnTo>
                      <a:pt x="13475" y="4060"/>
                    </a:lnTo>
                    <a:lnTo>
                      <a:pt x="13601" y="4165"/>
                    </a:lnTo>
                    <a:lnTo>
                      <a:pt x="13664" y="4144"/>
                    </a:lnTo>
                    <a:lnTo>
                      <a:pt x="13706" y="4018"/>
                    </a:lnTo>
                    <a:lnTo>
                      <a:pt x="13810" y="4081"/>
                    </a:lnTo>
                    <a:lnTo>
                      <a:pt x="13978" y="4081"/>
                    </a:lnTo>
                    <a:lnTo>
                      <a:pt x="14124" y="4039"/>
                    </a:lnTo>
                    <a:lnTo>
                      <a:pt x="14229" y="4018"/>
                    </a:lnTo>
                    <a:lnTo>
                      <a:pt x="14354" y="3914"/>
                    </a:lnTo>
                    <a:lnTo>
                      <a:pt x="14710" y="3746"/>
                    </a:lnTo>
                    <a:lnTo>
                      <a:pt x="14794" y="3662"/>
                    </a:lnTo>
                    <a:lnTo>
                      <a:pt x="14794" y="3621"/>
                    </a:lnTo>
                    <a:lnTo>
                      <a:pt x="14877" y="3600"/>
                    </a:lnTo>
                    <a:lnTo>
                      <a:pt x="15003" y="3621"/>
                    </a:lnTo>
                    <a:lnTo>
                      <a:pt x="15045" y="3558"/>
                    </a:lnTo>
                    <a:lnTo>
                      <a:pt x="15275" y="3432"/>
                    </a:lnTo>
                    <a:lnTo>
                      <a:pt x="15400" y="3181"/>
                    </a:lnTo>
                    <a:lnTo>
                      <a:pt x="15463" y="2909"/>
                    </a:lnTo>
                    <a:lnTo>
                      <a:pt x="15442" y="2721"/>
                    </a:lnTo>
                    <a:lnTo>
                      <a:pt x="15379" y="2595"/>
                    </a:lnTo>
                    <a:lnTo>
                      <a:pt x="15233" y="2512"/>
                    </a:lnTo>
                    <a:lnTo>
                      <a:pt x="15149" y="2512"/>
                    </a:lnTo>
                    <a:lnTo>
                      <a:pt x="15128" y="2554"/>
                    </a:lnTo>
                    <a:lnTo>
                      <a:pt x="15024" y="2554"/>
                    </a:lnTo>
                    <a:lnTo>
                      <a:pt x="14961" y="2658"/>
                    </a:lnTo>
                    <a:lnTo>
                      <a:pt x="14877" y="2700"/>
                    </a:lnTo>
                    <a:lnTo>
                      <a:pt x="14835" y="2658"/>
                    </a:lnTo>
                    <a:lnTo>
                      <a:pt x="14961" y="2470"/>
                    </a:lnTo>
                    <a:lnTo>
                      <a:pt x="15003" y="2386"/>
                    </a:lnTo>
                    <a:lnTo>
                      <a:pt x="15107" y="2302"/>
                    </a:lnTo>
                    <a:lnTo>
                      <a:pt x="15128" y="2156"/>
                    </a:lnTo>
                    <a:lnTo>
                      <a:pt x="15066" y="2051"/>
                    </a:lnTo>
                    <a:lnTo>
                      <a:pt x="15024" y="2030"/>
                    </a:lnTo>
                    <a:lnTo>
                      <a:pt x="15107" y="1968"/>
                    </a:lnTo>
                    <a:lnTo>
                      <a:pt x="15170" y="1737"/>
                    </a:lnTo>
                    <a:lnTo>
                      <a:pt x="15066" y="1717"/>
                    </a:lnTo>
                    <a:lnTo>
                      <a:pt x="14940" y="1737"/>
                    </a:lnTo>
                    <a:lnTo>
                      <a:pt x="14919" y="1842"/>
                    </a:lnTo>
                    <a:lnTo>
                      <a:pt x="14856" y="1884"/>
                    </a:lnTo>
                    <a:lnTo>
                      <a:pt x="14794" y="1926"/>
                    </a:lnTo>
                    <a:lnTo>
                      <a:pt x="14731" y="1863"/>
                    </a:lnTo>
                    <a:lnTo>
                      <a:pt x="14794" y="1779"/>
                    </a:lnTo>
                    <a:lnTo>
                      <a:pt x="14794" y="1717"/>
                    </a:lnTo>
                    <a:lnTo>
                      <a:pt x="14835" y="1633"/>
                    </a:lnTo>
                    <a:lnTo>
                      <a:pt x="14814" y="1570"/>
                    </a:lnTo>
                    <a:lnTo>
                      <a:pt x="14689" y="1654"/>
                    </a:lnTo>
                    <a:lnTo>
                      <a:pt x="14626" y="1779"/>
                    </a:lnTo>
                    <a:lnTo>
                      <a:pt x="14584" y="1821"/>
                    </a:lnTo>
                    <a:lnTo>
                      <a:pt x="14522" y="1758"/>
                    </a:lnTo>
                    <a:lnTo>
                      <a:pt x="14584" y="1633"/>
                    </a:lnTo>
                    <a:lnTo>
                      <a:pt x="14542" y="1549"/>
                    </a:lnTo>
                    <a:lnTo>
                      <a:pt x="14417" y="1549"/>
                    </a:lnTo>
                    <a:lnTo>
                      <a:pt x="14270" y="1633"/>
                    </a:lnTo>
                    <a:lnTo>
                      <a:pt x="14208" y="1737"/>
                    </a:lnTo>
                    <a:lnTo>
                      <a:pt x="14082" y="1737"/>
                    </a:lnTo>
                    <a:lnTo>
                      <a:pt x="14019" y="1779"/>
                    </a:lnTo>
                    <a:lnTo>
                      <a:pt x="13978" y="1884"/>
                    </a:lnTo>
                    <a:lnTo>
                      <a:pt x="13894" y="1884"/>
                    </a:lnTo>
                    <a:lnTo>
                      <a:pt x="13789" y="1842"/>
                    </a:lnTo>
                    <a:lnTo>
                      <a:pt x="13580" y="1821"/>
                    </a:lnTo>
                    <a:lnTo>
                      <a:pt x="13308" y="1821"/>
                    </a:lnTo>
                    <a:lnTo>
                      <a:pt x="13496" y="1758"/>
                    </a:lnTo>
                    <a:lnTo>
                      <a:pt x="13559" y="1717"/>
                    </a:lnTo>
                    <a:lnTo>
                      <a:pt x="13643" y="1737"/>
                    </a:lnTo>
                    <a:lnTo>
                      <a:pt x="13747" y="1737"/>
                    </a:lnTo>
                    <a:lnTo>
                      <a:pt x="13894" y="1654"/>
                    </a:lnTo>
                    <a:lnTo>
                      <a:pt x="14019" y="1633"/>
                    </a:lnTo>
                    <a:lnTo>
                      <a:pt x="14124" y="1507"/>
                    </a:lnTo>
                    <a:lnTo>
                      <a:pt x="14333" y="1403"/>
                    </a:lnTo>
                    <a:lnTo>
                      <a:pt x="14396" y="1340"/>
                    </a:lnTo>
                    <a:lnTo>
                      <a:pt x="14354" y="1298"/>
                    </a:lnTo>
                    <a:lnTo>
                      <a:pt x="14270" y="1298"/>
                    </a:lnTo>
                    <a:lnTo>
                      <a:pt x="14061" y="1152"/>
                    </a:lnTo>
                    <a:lnTo>
                      <a:pt x="14019" y="1089"/>
                    </a:lnTo>
                    <a:lnTo>
                      <a:pt x="13978" y="1089"/>
                    </a:lnTo>
                    <a:lnTo>
                      <a:pt x="13873" y="1131"/>
                    </a:lnTo>
                    <a:lnTo>
                      <a:pt x="13810" y="1193"/>
                    </a:lnTo>
                    <a:lnTo>
                      <a:pt x="13747" y="1152"/>
                    </a:lnTo>
                    <a:lnTo>
                      <a:pt x="13706" y="1089"/>
                    </a:lnTo>
                    <a:lnTo>
                      <a:pt x="13789" y="1005"/>
                    </a:lnTo>
                    <a:lnTo>
                      <a:pt x="13768" y="921"/>
                    </a:lnTo>
                    <a:lnTo>
                      <a:pt x="13601" y="942"/>
                    </a:lnTo>
                    <a:lnTo>
                      <a:pt x="13538" y="1047"/>
                    </a:lnTo>
                    <a:lnTo>
                      <a:pt x="13454" y="1026"/>
                    </a:lnTo>
                    <a:lnTo>
                      <a:pt x="13454" y="901"/>
                    </a:lnTo>
                    <a:lnTo>
                      <a:pt x="13308" y="942"/>
                    </a:lnTo>
                    <a:lnTo>
                      <a:pt x="13266" y="1005"/>
                    </a:lnTo>
                    <a:lnTo>
                      <a:pt x="13224" y="921"/>
                    </a:lnTo>
                    <a:lnTo>
                      <a:pt x="13287" y="838"/>
                    </a:lnTo>
                    <a:lnTo>
                      <a:pt x="13245" y="775"/>
                    </a:lnTo>
                    <a:lnTo>
                      <a:pt x="13308" y="775"/>
                    </a:lnTo>
                    <a:lnTo>
                      <a:pt x="13371" y="691"/>
                    </a:lnTo>
                    <a:lnTo>
                      <a:pt x="13287" y="608"/>
                    </a:lnTo>
                    <a:lnTo>
                      <a:pt x="13078" y="587"/>
                    </a:lnTo>
                    <a:lnTo>
                      <a:pt x="12910" y="503"/>
                    </a:lnTo>
                    <a:lnTo>
                      <a:pt x="12785" y="524"/>
                    </a:lnTo>
                    <a:lnTo>
                      <a:pt x="12659" y="629"/>
                    </a:lnTo>
                    <a:lnTo>
                      <a:pt x="12638" y="733"/>
                    </a:lnTo>
                    <a:lnTo>
                      <a:pt x="12597" y="775"/>
                    </a:lnTo>
                    <a:lnTo>
                      <a:pt x="12513" y="670"/>
                    </a:lnTo>
                    <a:lnTo>
                      <a:pt x="12638" y="524"/>
                    </a:lnTo>
                    <a:lnTo>
                      <a:pt x="12659" y="461"/>
                    </a:lnTo>
                    <a:lnTo>
                      <a:pt x="12513" y="461"/>
                    </a:lnTo>
                    <a:lnTo>
                      <a:pt x="12387" y="377"/>
                    </a:lnTo>
                    <a:lnTo>
                      <a:pt x="12262" y="377"/>
                    </a:lnTo>
                    <a:lnTo>
                      <a:pt x="12199" y="482"/>
                    </a:lnTo>
                    <a:lnTo>
                      <a:pt x="12011" y="608"/>
                    </a:lnTo>
                    <a:lnTo>
                      <a:pt x="11885" y="733"/>
                    </a:lnTo>
                    <a:lnTo>
                      <a:pt x="11801" y="775"/>
                    </a:lnTo>
                    <a:lnTo>
                      <a:pt x="11781" y="712"/>
                    </a:lnTo>
                    <a:lnTo>
                      <a:pt x="11822" y="587"/>
                    </a:lnTo>
                    <a:lnTo>
                      <a:pt x="11822" y="419"/>
                    </a:lnTo>
                    <a:lnTo>
                      <a:pt x="11781" y="377"/>
                    </a:lnTo>
                    <a:lnTo>
                      <a:pt x="11739" y="273"/>
                    </a:lnTo>
                    <a:lnTo>
                      <a:pt x="11592" y="189"/>
                    </a:lnTo>
                    <a:lnTo>
                      <a:pt x="11467" y="210"/>
                    </a:lnTo>
                    <a:lnTo>
                      <a:pt x="11341" y="189"/>
                    </a:lnTo>
                    <a:lnTo>
                      <a:pt x="11278" y="85"/>
                    </a:lnTo>
                    <a:lnTo>
                      <a:pt x="11153" y="64"/>
                    </a:lnTo>
                    <a:lnTo>
                      <a:pt x="10985" y="105"/>
                    </a:lnTo>
                    <a:lnTo>
                      <a:pt x="10881" y="85"/>
                    </a:lnTo>
                    <a:lnTo>
                      <a:pt x="10818" y="64"/>
                    </a:lnTo>
                    <a:lnTo>
                      <a:pt x="10734" y="1"/>
                    </a:lnTo>
                    <a:lnTo>
                      <a:pt x="10651" y="64"/>
                    </a:lnTo>
                    <a:lnTo>
                      <a:pt x="10630" y="210"/>
                    </a:lnTo>
                    <a:lnTo>
                      <a:pt x="10734" y="461"/>
                    </a:lnTo>
                    <a:lnTo>
                      <a:pt x="10651" y="670"/>
                    </a:lnTo>
                    <a:lnTo>
                      <a:pt x="10651" y="817"/>
                    </a:lnTo>
                    <a:lnTo>
                      <a:pt x="10609" y="880"/>
                    </a:lnTo>
                    <a:lnTo>
                      <a:pt x="10525" y="838"/>
                    </a:lnTo>
                    <a:lnTo>
                      <a:pt x="10400" y="880"/>
                    </a:lnTo>
                    <a:lnTo>
                      <a:pt x="10337" y="817"/>
                    </a:lnTo>
                    <a:lnTo>
                      <a:pt x="10421" y="733"/>
                    </a:lnTo>
                    <a:lnTo>
                      <a:pt x="10358" y="566"/>
                    </a:lnTo>
                    <a:lnTo>
                      <a:pt x="10421" y="461"/>
                    </a:lnTo>
                    <a:lnTo>
                      <a:pt x="10441" y="315"/>
                    </a:lnTo>
                    <a:lnTo>
                      <a:pt x="10400" y="273"/>
                    </a:lnTo>
                    <a:lnTo>
                      <a:pt x="10232" y="398"/>
                    </a:lnTo>
                    <a:lnTo>
                      <a:pt x="10232" y="461"/>
                    </a:lnTo>
                    <a:lnTo>
                      <a:pt x="10149" y="482"/>
                    </a:lnTo>
                    <a:lnTo>
                      <a:pt x="10107" y="419"/>
                    </a:lnTo>
                    <a:lnTo>
                      <a:pt x="10149" y="273"/>
                    </a:lnTo>
                    <a:lnTo>
                      <a:pt x="10107" y="210"/>
                    </a:lnTo>
                    <a:lnTo>
                      <a:pt x="10044" y="252"/>
                    </a:lnTo>
                    <a:lnTo>
                      <a:pt x="9981" y="398"/>
                    </a:lnTo>
                    <a:lnTo>
                      <a:pt x="9897" y="398"/>
                    </a:lnTo>
                    <a:lnTo>
                      <a:pt x="9877" y="357"/>
                    </a:lnTo>
                    <a:lnTo>
                      <a:pt x="9918" y="252"/>
                    </a:lnTo>
                    <a:lnTo>
                      <a:pt x="9918" y="105"/>
                    </a:lnTo>
                    <a:lnTo>
                      <a:pt x="9897" y="64"/>
                    </a:lnTo>
                    <a:lnTo>
                      <a:pt x="962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Google Shape;9209;p128">
                <a:extLst>
                  <a:ext uri="{FF2B5EF4-FFF2-40B4-BE49-F238E27FC236}">
                    <a16:creationId xmlns:a16="http://schemas.microsoft.com/office/drawing/2014/main" id="{98C65138-65AE-F96B-250B-315E819F5C98}"/>
                  </a:ext>
                </a:extLst>
              </p:cNvPr>
              <p:cNvSpPr/>
              <p:nvPr/>
            </p:nvSpPr>
            <p:spPr>
              <a:xfrm>
                <a:off x="2905300" y="2401625"/>
                <a:ext cx="91575" cy="98875"/>
              </a:xfrm>
              <a:custGeom>
                <a:avLst/>
                <a:gdLst/>
                <a:ahLst/>
                <a:cxnLst/>
                <a:rect l="l" t="t" r="r" b="b"/>
                <a:pathLst>
                  <a:path w="3663" h="3955" extrusionOk="0">
                    <a:moveTo>
                      <a:pt x="2909" y="2155"/>
                    </a:move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930" y="2155"/>
                    </a:lnTo>
                    <a:close/>
                    <a:moveTo>
                      <a:pt x="2323" y="0"/>
                    </a:moveTo>
                    <a:lnTo>
                      <a:pt x="2260" y="42"/>
                    </a:lnTo>
                    <a:lnTo>
                      <a:pt x="2219" y="84"/>
                    </a:lnTo>
                    <a:lnTo>
                      <a:pt x="2135" y="84"/>
                    </a:lnTo>
                    <a:lnTo>
                      <a:pt x="2072" y="147"/>
                    </a:lnTo>
                    <a:lnTo>
                      <a:pt x="2009" y="188"/>
                    </a:lnTo>
                    <a:lnTo>
                      <a:pt x="1905" y="188"/>
                    </a:lnTo>
                    <a:lnTo>
                      <a:pt x="1779" y="293"/>
                    </a:lnTo>
                    <a:lnTo>
                      <a:pt x="1675" y="377"/>
                    </a:lnTo>
                    <a:lnTo>
                      <a:pt x="1675" y="460"/>
                    </a:lnTo>
                    <a:lnTo>
                      <a:pt x="1612" y="460"/>
                    </a:lnTo>
                    <a:lnTo>
                      <a:pt x="1570" y="419"/>
                    </a:lnTo>
                    <a:lnTo>
                      <a:pt x="1570" y="460"/>
                    </a:lnTo>
                    <a:lnTo>
                      <a:pt x="1591" y="481"/>
                    </a:lnTo>
                    <a:lnTo>
                      <a:pt x="1591" y="523"/>
                    </a:lnTo>
                    <a:lnTo>
                      <a:pt x="1528" y="586"/>
                    </a:lnTo>
                    <a:lnTo>
                      <a:pt x="1423" y="670"/>
                    </a:lnTo>
                    <a:lnTo>
                      <a:pt x="1382" y="691"/>
                    </a:lnTo>
                    <a:lnTo>
                      <a:pt x="1402" y="711"/>
                    </a:lnTo>
                    <a:lnTo>
                      <a:pt x="1382" y="774"/>
                    </a:lnTo>
                    <a:lnTo>
                      <a:pt x="1319" y="774"/>
                    </a:lnTo>
                    <a:lnTo>
                      <a:pt x="1319" y="816"/>
                    </a:lnTo>
                    <a:lnTo>
                      <a:pt x="1382" y="837"/>
                    </a:lnTo>
                    <a:lnTo>
                      <a:pt x="1319" y="879"/>
                    </a:lnTo>
                    <a:lnTo>
                      <a:pt x="1256" y="879"/>
                    </a:lnTo>
                    <a:lnTo>
                      <a:pt x="1193" y="942"/>
                    </a:lnTo>
                    <a:lnTo>
                      <a:pt x="1193" y="1004"/>
                    </a:lnTo>
                    <a:lnTo>
                      <a:pt x="1214" y="1004"/>
                    </a:lnTo>
                    <a:lnTo>
                      <a:pt x="1256" y="1025"/>
                    </a:lnTo>
                    <a:lnTo>
                      <a:pt x="1193" y="1046"/>
                    </a:lnTo>
                    <a:lnTo>
                      <a:pt x="1151" y="1046"/>
                    </a:lnTo>
                    <a:lnTo>
                      <a:pt x="1089" y="1151"/>
                    </a:lnTo>
                    <a:lnTo>
                      <a:pt x="1068" y="1214"/>
                    </a:lnTo>
                    <a:lnTo>
                      <a:pt x="942" y="1402"/>
                    </a:lnTo>
                    <a:lnTo>
                      <a:pt x="942" y="1444"/>
                    </a:lnTo>
                    <a:lnTo>
                      <a:pt x="984" y="1507"/>
                    </a:lnTo>
                    <a:lnTo>
                      <a:pt x="984" y="1548"/>
                    </a:lnTo>
                    <a:lnTo>
                      <a:pt x="963" y="1548"/>
                    </a:lnTo>
                    <a:lnTo>
                      <a:pt x="942" y="1527"/>
                    </a:lnTo>
                    <a:lnTo>
                      <a:pt x="900" y="1527"/>
                    </a:lnTo>
                    <a:lnTo>
                      <a:pt x="796" y="1569"/>
                    </a:lnTo>
                    <a:lnTo>
                      <a:pt x="754" y="1653"/>
                    </a:lnTo>
                    <a:lnTo>
                      <a:pt x="754" y="1716"/>
                    </a:lnTo>
                    <a:lnTo>
                      <a:pt x="796" y="1716"/>
                    </a:lnTo>
                    <a:lnTo>
                      <a:pt x="858" y="1758"/>
                    </a:lnTo>
                    <a:lnTo>
                      <a:pt x="838" y="1779"/>
                    </a:lnTo>
                    <a:lnTo>
                      <a:pt x="838" y="1841"/>
                    </a:lnTo>
                    <a:lnTo>
                      <a:pt x="775" y="1883"/>
                    </a:lnTo>
                    <a:lnTo>
                      <a:pt x="649" y="1862"/>
                    </a:lnTo>
                    <a:lnTo>
                      <a:pt x="628" y="1883"/>
                    </a:lnTo>
                    <a:lnTo>
                      <a:pt x="628" y="1946"/>
                    </a:lnTo>
                    <a:lnTo>
                      <a:pt x="545" y="2030"/>
                    </a:lnTo>
                    <a:lnTo>
                      <a:pt x="482" y="2134"/>
                    </a:lnTo>
                    <a:lnTo>
                      <a:pt x="440" y="2197"/>
                    </a:lnTo>
                    <a:lnTo>
                      <a:pt x="419" y="2197"/>
                    </a:lnTo>
                    <a:lnTo>
                      <a:pt x="419" y="2134"/>
                    </a:lnTo>
                    <a:lnTo>
                      <a:pt x="377" y="2197"/>
                    </a:lnTo>
                    <a:lnTo>
                      <a:pt x="335" y="2134"/>
                    </a:lnTo>
                    <a:lnTo>
                      <a:pt x="356" y="2072"/>
                    </a:lnTo>
                    <a:lnTo>
                      <a:pt x="440" y="2030"/>
                    </a:lnTo>
                    <a:lnTo>
                      <a:pt x="461" y="1967"/>
                    </a:lnTo>
                    <a:lnTo>
                      <a:pt x="440" y="1988"/>
                    </a:lnTo>
                    <a:lnTo>
                      <a:pt x="356" y="2051"/>
                    </a:lnTo>
                    <a:lnTo>
                      <a:pt x="231" y="2134"/>
                    </a:lnTo>
                    <a:lnTo>
                      <a:pt x="168" y="2260"/>
                    </a:lnTo>
                    <a:lnTo>
                      <a:pt x="231" y="2260"/>
                    </a:lnTo>
                    <a:lnTo>
                      <a:pt x="314" y="2239"/>
                    </a:lnTo>
                    <a:lnTo>
                      <a:pt x="461" y="2197"/>
                    </a:lnTo>
                    <a:lnTo>
                      <a:pt x="586" y="2197"/>
                    </a:lnTo>
                    <a:lnTo>
                      <a:pt x="524" y="2281"/>
                    </a:lnTo>
                    <a:lnTo>
                      <a:pt x="419" y="2406"/>
                    </a:lnTo>
                    <a:lnTo>
                      <a:pt x="335" y="2511"/>
                    </a:lnTo>
                    <a:lnTo>
                      <a:pt x="210" y="2595"/>
                    </a:lnTo>
                    <a:lnTo>
                      <a:pt x="105" y="2699"/>
                    </a:lnTo>
                    <a:lnTo>
                      <a:pt x="22" y="2699"/>
                    </a:lnTo>
                    <a:lnTo>
                      <a:pt x="1" y="2762"/>
                    </a:lnTo>
                    <a:lnTo>
                      <a:pt x="22" y="2804"/>
                    </a:lnTo>
                    <a:lnTo>
                      <a:pt x="1" y="2888"/>
                    </a:lnTo>
                    <a:lnTo>
                      <a:pt x="22" y="2929"/>
                    </a:lnTo>
                    <a:lnTo>
                      <a:pt x="63" y="2929"/>
                    </a:lnTo>
                    <a:lnTo>
                      <a:pt x="168" y="2971"/>
                    </a:lnTo>
                    <a:lnTo>
                      <a:pt x="314" y="2929"/>
                    </a:lnTo>
                    <a:lnTo>
                      <a:pt x="377" y="2888"/>
                    </a:lnTo>
                    <a:lnTo>
                      <a:pt x="482" y="2888"/>
                    </a:lnTo>
                    <a:lnTo>
                      <a:pt x="566" y="2825"/>
                    </a:lnTo>
                    <a:lnTo>
                      <a:pt x="586" y="2783"/>
                    </a:lnTo>
                    <a:lnTo>
                      <a:pt x="586" y="2804"/>
                    </a:lnTo>
                    <a:lnTo>
                      <a:pt x="545" y="2888"/>
                    </a:lnTo>
                    <a:lnTo>
                      <a:pt x="670" y="2908"/>
                    </a:lnTo>
                    <a:lnTo>
                      <a:pt x="754" y="2888"/>
                    </a:lnTo>
                    <a:lnTo>
                      <a:pt x="796" y="2929"/>
                    </a:lnTo>
                    <a:lnTo>
                      <a:pt x="963" y="2929"/>
                    </a:lnTo>
                    <a:lnTo>
                      <a:pt x="1047" y="2908"/>
                    </a:lnTo>
                    <a:lnTo>
                      <a:pt x="1068" y="2971"/>
                    </a:lnTo>
                    <a:lnTo>
                      <a:pt x="1110" y="3013"/>
                    </a:lnTo>
                    <a:lnTo>
                      <a:pt x="1214" y="3013"/>
                    </a:lnTo>
                    <a:lnTo>
                      <a:pt x="1256" y="2992"/>
                    </a:lnTo>
                    <a:lnTo>
                      <a:pt x="1277" y="3013"/>
                    </a:lnTo>
                    <a:lnTo>
                      <a:pt x="1361" y="3013"/>
                    </a:lnTo>
                    <a:lnTo>
                      <a:pt x="1402" y="2992"/>
                    </a:lnTo>
                    <a:lnTo>
                      <a:pt x="1402" y="2950"/>
                    </a:lnTo>
                    <a:lnTo>
                      <a:pt x="1486" y="2950"/>
                    </a:lnTo>
                    <a:lnTo>
                      <a:pt x="1507" y="2992"/>
                    </a:lnTo>
                    <a:lnTo>
                      <a:pt x="1570" y="2992"/>
                    </a:lnTo>
                    <a:lnTo>
                      <a:pt x="1591" y="2929"/>
                    </a:lnTo>
                    <a:lnTo>
                      <a:pt x="1633" y="2929"/>
                    </a:lnTo>
                    <a:lnTo>
                      <a:pt x="1695" y="2971"/>
                    </a:lnTo>
                    <a:lnTo>
                      <a:pt x="1716" y="2908"/>
                    </a:lnTo>
                    <a:lnTo>
                      <a:pt x="1716" y="2867"/>
                    </a:lnTo>
                    <a:lnTo>
                      <a:pt x="1716" y="2783"/>
                    </a:lnTo>
                    <a:lnTo>
                      <a:pt x="1737" y="2804"/>
                    </a:lnTo>
                    <a:lnTo>
                      <a:pt x="1779" y="2762"/>
                    </a:lnTo>
                    <a:lnTo>
                      <a:pt x="1821" y="2762"/>
                    </a:lnTo>
                    <a:lnTo>
                      <a:pt x="1800" y="2783"/>
                    </a:lnTo>
                    <a:lnTo>
                      <a:pt x="1779" y="2888"/>
                    </a:lnTo>
                    <a:lnTo>
                      <a:pt x="1800" y="2908"/>
                    </a:lnTo>
                    <a:lnTo>
                      <a:pt x="1821" y="2867"/>
                    </a:lnTo>
                    <a:lnTo>
                      <a:pt x="1884" y="2783"/>
                    </a:lnTo>
                    <a:lnTo>
                      <a:pt x="1905" y="2783"/>
                    </a:lnTo>
                    <a:lnTo>
                      <a:pt x="1905" y="2867"/>
                    </a:lnTo>
                    <a:lnTo>
                      <a:pt x="1884" y="2908"/>
                    </a:lnTo>
                    <a:lnTo>
                      <a:pt x="1884" y="2971"/>
                    </a:lnTo>
                    <a:lnTo>
                      <a:pt x="1947" y="2929"/>
                    </a:lnTo>
                    <a:lnTo>
                      <a:pt x="1988" y="2929"/>
                    </a:lnTo>
                    <a:lnTo>
                      <a:pt x="1988" y="2971"/>
                    </a:lnTo>
                    <a:lnTo>
                      <a:pt x="1884" y="3034"/>
                    </a:lnTo>
                    <a:lnTo>
                      <a:pt x="1779" y="3097"/>
                    </a:lnTo>
                    <a:lnTo>
                      <a:pt x="1800" y="3118"/>
                    </a:lnTo>
                    <a:lnTo>
                      <a:pt x="1821" y="3097"/>
                    </a:lnTo>
                    <a:lnTo>
                      <a:pt x="1884" y="3097"/>
                    </a:lnTo>
                    <a:lnTo>
                      <a:pt x="1905" y="3118"/>
                    </a:lnTo>
                    <a:lnTo>
                      <a:pt x="1947" y="3118"/>
                    </a:lnTo>
                    <a:lnTo>
                      <a:pt x="1988" y="3139"/>
                    </a:lnTo>
                    <a:lnTo>
                      <a:pt x="2030" y="3118"/>
                    </a:lnTo>
                    <a:lnTo>
                      <a:pt x="2114" y="3097"/>
                    </a:lnTo>
                    <a:lnTo>
                      <a:pt x="2135" y="3013"/>
                    </a:lnTo>
                    <a:lnTo>
                      <a:pt x="2135" y="2971"/>
                    </a:lnTo>
                    <a:lnTo>
                      <a:pt x="2198" y="2992"/>
                    </a:lnTo>
                    <a:lnTo>
                      <a:pt x="2260" y="3013"/>
                    </a:lnTo>
                    <a:lnTo>
                      <a:pt x="2323" y="3076"/>
                    </a:lnTo>
                    <a:lnTo>
                      <a:pt x="2365" y="3034"/>
                    </a:lnTo>
                    <a:lnTo>
                      <a:pt x="2428" y="3013"/>
                    </a:lnTo>
                    <a:lnTo>
                      <a:pt x="2511" y="3013"/>
                    </a:lnTo>
                    <a:lnTo>
                      <a:pt x="2449" y="3076"/>
                    </a:lnTo>
                    <a:lnTo>
                      <a:pt x="2449" y="3097"/>
                    </a:lnTo>
                    <a:lnTo>
                      <a:pt x="2344" y="3139"/>
                    </a:lnTo>
                    <a:lnTo>
                      <a:pt x="2239" y="3139"/>
                    </a:lnTo>
                    <a:lnTo>
                      <a:pt x="2198" y="3201"/>
                    </a:lnTo>
                    <a:lnTo>
                      <a:pt x="2198" y="3243"/>
                    </a:lnTo>
                    <a:lnTo>
                      <a:pt x="2156" y="3285"/>
                    </a:lnTo>
                    <a:lnTo>
                      <a:pt x="2135" y="3327"/>
                    </a:lnTo>
                    <a:lnTo>
                      <a:pt x="2051" y="3327"/>
                    </a:lnTo>
                    <a:lnTo>
                      <a:pt x="2009" y="3348"/>
                    </a:lnTo>
                    <a:lnTo>
                      <a:pt x="1988" y="3411"/>
                    </a:lnTo>
                    <a:lnTo>
                      <a:pt x="1926" y="3432"/>
                    </a:lnTo>
                    <a:lnTo>
                      <a:pt x="1821" y="3452"/>
                    </a:lnTo>
                    <a:lnTo>
                      <a:pt x="1737" y="3515"/>
                    </a:lnTo>
                    <a:lnTo>
                      <a:pt x="1716" y="3557"/>
                    </a:lnTo>
                    <a:lnTo>
                      <a:pt x="1737" y="3599"/>
                    </a:lnTo>
                    <a:lnTo>
                      <a:pt x="1779" y="3620"/>
                    </a:lnTo>
                    <a:lnTo>
                      <a:pt x="1842" y="3620"/>
                    </a:lnTo>
                    <a:lnTo>
                      <a:pt x="1884" y="3557"/>
                    </a:lnTo>
                    <a:lnTo>
                      <a:pt x="1905" y="3536"/>
                    </a:lnTo>
                    <a:lnTo>
                      <a:pt x="1947" y="3536"/>
                    </a:lnTo>
                    <a:lnTo>
                      <a:pt x="1947" y="3599"/>
                    </a:lnTo>
                    <a:lnTo>
                      <a:pt x="1988" y="3620"/>
                    </a:lnTo>
                    <a:lnTo>
                      <a:pt x="2051" y="3599"/>
                    </a:lnTo>
                    <a:lnTo>
                      <a:pt x="2114" y="3536"/>
                    </a:lnTo>
                    <a:lnTo>
                      <a:pt x="2135" y="3494"/>
                    </a:lnTo>
                    <a:lnTo>
                      <a:pt x="2156" y="3494"/>
                    </a:lnTo>
                    <a:lnTo>
                      <a:pt x="2198" y="3432"/>
                    </a:lnTo>
                    <a:lnTo>
                      <a:pt x="2219" y="3348"/>
                    </a:lnTo>
                    <a:lnTo>
                      <a:pt x="2260" y="3327"/>
                    </a:lnTo>
                    <a:lnTo>
                      <a:pt x="2365" y="3222"/>
                    </a:lnTo>
                    <a:lnTo>
                      <a:pt x="2428" y="3201"/>
                    </a:lnTo>
                    <a:lnTo>
                      <a:pt x="2470" y="3222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553" y="3285"/>
                    </a:lnTo>
                    <a:lnTo>
                      <a:pt x="2616" y="3243"/>
                    </a:lnTo>
                    <a:lnTo>
                      <a:pt x="2658" y="3118"/>
                    </a:lnTo>
                    <a:lnTo>
                      <a:pt x="2721" y="3013"/>
                    </a:lnTo>
                    <a:lnTo>
                      <a:pt x="2721" y="2908"/>
                    </a:lnTo>
                    <a:lnTo>
                      <a:pt x="2742" y="2888"/>
                    </a:lnTo>
                    <a:lnTo>
                      <a:pt x="2763" y="2888"/>
                    </a:lnTo>
                    <a:lnTo>
                      <a:pt x="2825" y="2929"/>
                    </a:lnTo>
                    <a:lnTo>
                      <a:pt x="2846" y="2929"/>
                    </a:lnTo>
                    <a:lnTo>
                      <a:pt x="2888" y="2971"/>
                    </a:lnTo>
                    <a:lnTo>
                      <a:pt x="2888" y="3076"/>
                    </a:lnTo>
                    <a:lnTo>
                      <a:pt x="2867" y="3139"/>
                    </a:lnTo>
                    <a:lnTo>
                      <a:pt x="2846" y="3222"/>
                    </a:lnTo>
                    <a:lnTo>
                      <a:pt x="2867" y="3285"/>
                    </a:lnTo>
                    <a:lnTo>
                      <a:pt x="2846" y="3327"/>
                    </a:lnTo>
                    <a:lnTo>
                      <a:pt x="2763" y="3411"/>
                    </a:lnTo>
                    <a:lnTo>
                      <a:pt x="2721" y="3557"/>
                    </a:lnTo>
                    <a:lnTo>
                      <a:pt x="2721" y="3641"/>
                    </a:lnTo>
                    <a:lnTo>
                      <a:pt x="2679" y="3662"/>
                    </a:lnTo>
                    <a:lnTo>
                      <a:pt x="2679" y="3745"/>
                    </a:lnTo>
                    <a:lnTo>
                      <a:pt x="2742" y="3766"/>
                    </a:lnTo>
                    <a:lnTo>
                      <a:pt x="2825" y="3724"/>
                    </a:lnTo>
                    <a:lnTo>
                      <a:pt x="2888" y="3557"/>
                    </a:lnTo>
                    <a:lnTo>
                      <a:pt x="2951" y="3557"/>
                    </a:lnTo>
                    <a:lnTo>
                      <a:pt x="3035" y="3452"/>
                    </a:lnTo>
                    <a:lnTo>
                      <a:pt x="3076" y="3411"/>
                    </a:lnTo>
                    <a:lnTo>
                      <a:pt x="3097" y="3432"/>
                    </a:lnTo>
                    <a:lnTo>
                      <a:pt x="3202" y="3432"/>
                    </a:lnTo>
                    <a:lnTo>
                      <a:pt x="3202" y="3494"/>
                    </a:lnTo>
                    <a:lnTo>
                      <a:pt x="3139" y="3515"/>
                    </a:lnTo>
                    <a:lnTo>
                      <a:pt x="3035" y="3620"/>
                    </a:lnTo>
                    <a:lnTo>
                      <a:pt x="3035" y="3704"/>
                    </a:lnTo>
                    <a:lnTo>
                      <a:pt x="2993" y="3766"/>
                    </a:lnTo>
                    <a:lnTo>
                      <a:pt x="3035" y="3808"/>
                    </a:lnTo>
                    <a:lnTo>
                      <a:pt x="3035" y="3913"/>
                    </a:lnTo>
                    <a:lnTo>
                      <a:pt x="3076" y="3955"/>
                    </a:lnTo>
                    <a:lnTo>
                      <a:pt x="3097" y="3871"/>
                    </a:lnTo>
                    <a:lnTo>
                      <a:pt x="3160" y="3829"/>
                    </a:lnTo>
                    <a:lnTo>
                      <a:pt x="3202" y="3829"/>
                    </a:lnTo>
                    <a:lnTo>
                      <a:pt x="3265" y="3913"/>
                    </a:lnTo>
                    <a:lnTo>
                      <a:pt x="3307" y="3934"/>
                    </a:lnTo>
                    <a:lnTo>
                      <a:pt x="3390" y="3871"/>
                    </a:lnTo>
                    <a:lnTo>
                      <a:pt x="3390" y="3829"/>
                    </a:lnTo>
                    <a:lnTo>
                      <a:pt x="3411" y="3829"/>
                    </a:lnTo>
                    <a:lnTo>
                      <a:pt x="3453" y="3766"/>
                    </a:lnTo>
                    <a:lnTo>
                      <a:pt x="3453" y="3704"/>
                    </a:lnTo>
                    <a:lnTo>
                      <a:pt x="3474" y="3704"/>
                    </a:lnTo>
                    <a:lnTo>
                      <a:pt x="3495" y="3641"/>
                    </a:lnTo>
                    <a:lnTo>
                      <a:pt x="3474" y="3599"/>
                    </a:lnTo>
                    <a:lnTo>
                      <a:pt x="3495" y="3494"/>
                    </a:lnTo>
                    <a:lnTo>
                      <a:pt x="3599" y="3348"/>
                    </a:lnTo>
                    <a:lnTo>
                      <a:pt x="3662" y="3243"/>
                    </a:lnTo>
                    <a:lnTo>
                      <a:pt x="3662" y="3097"/>
                    </a:lnTo>
                    <a:lnTo>
                      <a:pt x="3662" y="3034"/>
                    </a:lnTo>
                    <a:lnTo>
                      <a:pt x="3620" y="3034"/>
                    </a:lnTo>
                    <a:lnTo>
                      <a:pt x="3620" y="3097"/>
                    </a:lnTo>
                    <a:lnTo>
                      <a:pt x="3579" y="3180"/>
                    </a:lnTo>
                    <a:lnTo>
                      <a:pt x="3495" y="3222"/>
                    </a:lnTo>
                    <a:lnTo>
                      <a:pt x="3411" y="3306"/>
                    </a:lnTo>
                    <a:lnTo>
                      <a:pt x="3369" y="3327"/>
                    </a:lnTo>
                    <a:lnTo>
                      <a:pt x="3348" y="3243"/>
                    </a:lnTo>
                    <a:lnTo>
                      <a:pt x="3369" y="3180"/>
                    </a:lnTo>
                    <a:lnTo>
                      <a:pt x="3369" y="3097"/>
                    </a:lnTo>
                    <a:lnTo>
                      <a:pt x="3474" y="3013"/>
                    </a:lnTo>
                    <a:lnTo>
                      <a:pt x="3495" y="2971"/>
                    </a:lnTo>
                    <a:lnTo>
                      <a:pt x="3579" y="2888"/>
                    </a:lnTo>
                    <a:lnTo>
                      <a:pt x="3599" y="2888"/>
                    </a:lnTo>
                    <a:lnTo>
                      <a:pt x="3662" y="2867"/>
                    </a:lnTo>
                    <a:lnTo>
                      <a:pt x="3620" y="2804"/>
                    </a:lnTo>
                    <a:lnTo>
                      <a:pt x="3579" y="2867"/>
                    </a:lnTo>
                    <a:lnTo>
                      <a:pt x="3516" y="2867"/>
                    </a:lnTo>
                    <a:lnTo>
                      <a:pt x="3453" y="2888"/>
                    </a:lnTo>
                    <a:lnTo>
                      <a:pt x="3390" y="2888"/>
                    </a:lnTo>
                    <a:lnTo>
                      <a:pt x="3307" y="2929"/>
                    </a:lnTo>
                    <a:lnTo>
                      <a:pt x="3286" y="2992"/>
                    </a:lnTo>
                    <a:lnTo>
                      <a:pt x="3181" y="3076"/>
                    </a:lnTo>
                    <a:lnTo>
                      <a:pt x="3181" y="3118"/>
                    </a:lnTo>
                    <a:lnTo>
                      <a:pt x="3139" y="3180"/>
                    </a:lnTo>
                    <a:lnTo>
                      <a:pt x="3055" y="3097"/>
                    </a:lnTo>
                    <a:lnTo>
                      <a:pt x="3055" y="3034"/>
                    </a:lnTo>
                    <a:lnTo>
                      <a:pt x="3035" y="2971"/>
                    </a:lnTo>
                    <a:lnTo>
                      <a:pt x="3035" y="2888"/>
                    </a:lnTo>
                    <a:lnTo>
                      <a:pt x="3076" y="2929"/>
                    </a:lnTo>
                    <a:lnTo>
                      <a:pt x="3097" y="2929"/>
                    </a:lnTo>
                    <a:lnTo>
                      <a:pt x="3181" y="2825"/>
                    </a:lnTo>
                    <a:lnTo>
                      <a:pt x="3139" y="2825"/>
                    </a:lnTo>
                    <a:lnTo>
                      <a:pt x="3055" y="2804"/>
                    </a:lnTo>
                    <a:lnTo>
                      <a:pt x="3181" y="2804"/>
                    </a:lnTo>
                    <a:lnTo>
                      <a:pt x="3076" y="2783"/>
                    </a:lnTo>
                    <a:lnTo>
                      <a:pt x="3035" y="2720"/>
                    </a:lnTo>
                    <a:lnTo>
                      <a:pt x="3035" y="2678"/>
                    </a:lnTo>
                    <a:lnTo>
                      <a:pt x="3055" y="2657"/>
                    </a:lnTo>
                    <a:lnTo>
                      <a:pt x="3160" y="2657"/>
                    </a:lnTo>
                    <a:lnTo>
                      <a:pt x="3181" y="2616"/>
                    </a:lnTo>
                    <a:lnTo>
                      <a:pt x="3265" y="2553"/>
                    </a:lnTo>
                    <a:lnTo>
                      <a:pt x="3286" y="2448"/>
                    </a:lnTo>
                    <a:lnTo>
                      <a:pt x="3369" y="2448"/>
                    </a:lnTo>
                    <a:lnTo>
                      <a:pt x="3390" y="2469"/>
                    </a:lnTo>
                    <a:lnTo>
                      <a:pt x="3495" y="2406"/>
                    </a:lnTo>
                    <a:lnTo>
                      <a:pt x="3516" y="2344"/>
                    </a:lnTo>
                    <a:lnTo>
                      <a:pt x="3516" y="2260"/>
                    </a:lnTo>
                    <a:lnTo>
                      <a:pt x="3495" y="2197"/>
                    </a:lnTo>
                    <a:lnTo>
                      <a:pt x="3411" y="2281"/>
                    </a:lnTo>
                    <a:lnTo>
                      <a:pt x="3369" y="2302"/>
                    </a:lnTo>
                    <a:lnTo>
                      <a:pt x="3348" y="2281"/>
                    </a:lnTo>
                    <a:lnTo>
                      <a:pt x="3286" y="2281"/>
                    </a:lnTo>
                    <a:lnTo>
                      <a:pt x="3286" y="2344"/>
                    </a:lnTo>
                    <a:lnTo>
                      <a:pt x="3286" y="2406"/>
                    </a:lnTo>
                    <a:lnTo>
                      <a:pt x="3244" y="2448"/>
                    </a:lnTo>
                    <a:lnTo>
                      <a:pt x="3181" y="2448"/>
                    </a:lnTo>
                    <a:lnTo>
                      <a:pt x="3097" y="2490"/>
                    </a:lnTo>
                    <a:lnTo>
                      <a:pt x="3055" y="2511"/>
                    </a:lnTo>
                    <a:lnTo>
                      <a:pt x="3055" y="2574"/>
                    </a:lnTo>
                    <a:lnTo>
                      <a:pt x="2993" y="2595"/>
                    </a:lnTo>
                    <a:lnTo>
                      <a:pt x="3035" y="2553"/>
                    </a:lnTo>
                    <a:lnTo>
                      <a:pt x="3035" y="2469"/>
                    </a:lnTo>
                    <a:lnTo>
                      <a:pt x="2993" y="2490"/>
                    </a:lnTo>
                    <a:lnTo>
                      <a:pt x="2951" y="2490"/>
                    </a:lnTo>
                    <a:lnTo>
                      <a:pt x="2993" y="2469"/>
                    </a:lnTo>
                    <a:lnTo>
                      <a:pt x="3055" y="2406"/>
                    </a:lnTo>
                    <a:lnTo>
                      <a:pt x="3076" y="2385"/>
                    </a:lnTo>
                    <a:lnTo>
                      <a:pt x="3035" y="2364"/>
                    </a:lnTo>
                    <a:lnTo>
                      <a:pt x="3076" y="2302"/>
                    </a:lnTo>
                    <a:lnTo>
                      <a:pt x="3097" y="2239"/>
                    </a:lnTo>
                    <a:lnTo>
                      <a:pt x="3055" y="2197"/>
                    </a:lnTo>
                    <a:lnTo>
                      <a:pt x="2993" y="2260"/>
                    </a:lnTo>
                    <a:lnTo>
                      <a:pt x="3035" y="2197"/>
                    </a:lnTo>
                    <a:lnTo>
                      <a:pt x="3035" y="2155"/>
                    </a:lnTo>
                    <a:lnTo>
                      <a:pt x="2993" y="2155"/>
                    </a:lnTo>
                    <a:lnTo>
                      <a:pt x="2930" y="2176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825" y="2176"/>
                    </a:ln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25" y="2155"/>
                    </a:lnTo>
                    <a:lnTo>
                      <a:pt x="2909" y="2155"/>
                    </a:lnTo>
                    <a:lnTo>
                      <a:pt x="2993" y="2113"/>
                    </a:lnTo>
                    <a:lnTo>
                      <a:pt x="3035" y="2072"/>
                    </a:lnTo>
                    <a:lnTo>
                      <a:pt x="3076" y="2072"/>
                    </a:lnTo>
                    <a:lnTo>
                      <a:pt x="3139" y="2051"/>
                    </a:lnTo>
                    <a:lnTo>
                      <a:pt x="3139" y="1967"/>
                    </a:lnTo>
                    <a:lnTo>
                      <a:pt x="3181" y="1904"/>
                    </a:lnTo>
                    <a:lnTo>
                      <a:pt x="3181" y="1862"/>
                    </a:lnTo>
                    <a:lnTo>
                      <a:pt x="3097" y="1800"/>
                    </a:lnTo>
                    <a:lnTo>
                      <a:pt x="2993" y="1716"/>
                    </a:lnTo>
                    <a:lnTo>
                      <a:pt x="2888" y="1716"/>
                    </a:lnTo>
                    <a:lnTo>
                      <a:pt x="2783" y="1737"/>
                    </a:lnTo>
                    <a:lnTo>
                      <a:pt x="2742" y="1737"/>
                    </a:lnTo>
                    <a:lnTo>
                      <a:pt x="2742" y="1779"/>
                    </a:lnTo>
                    <a:lnTo>
                      <a:pt x="2679" y="1862"/>
                    </a:lnTo>
                    <a:lnTo>
                      <a:pt x="2658" y="1946"/>
                    </a:lnTo>
                    <a:lnTo>
                      <a:pt x="2679" y="1841"/>
                    </a:lnTo>
                    <a:lnTo>
                      <a:pt x="2658" y="1820"/>
                    </a:lnTo>
                    <a:lnTo>
                      <a:pt x="2679" y="1758"/>
                    </a:lnTo>
                    <a:lnTo>
                      <a:pt x="2742" y="1674"/>
                    </a:lnTo>
                    <a:lnTo>
                      <a:pt x="2721" y="1674"/>
                    </a:lnTo>
                    <a:lnTo>
                      <a:pt x="2637" y="1737"/>
                    </a:lnTo>
                    <a:lnTo>
                      <a:pt x="2574" y="1779"/>
                    </a:lnTo>
                    <a:lnTo>
                      <a:pt x="2553" y="1862"/>
                    </a:lnTo>
                    <a:lnTo>
                      <a:pt x="2532" y="1841"/>
                    </a:lnTo>
                    <a:lnTo>
                      <a:pt x="2491" y="1862"/>
                    </a:lnTo>
                    <a:lnTo>
                      <a:pt x="2449" y="1883"/>
                    </a:lnTo>
                    <a:lnTo>
                      <a:pt x="2428" y="1862"/>
                    </a:lnTo>
                    <a:lnTo>
                      <a:pt x="2344" y="1925"/>
                    </a:lnTo>
                    <a:lnTo>
                      <a:pt x="2323" y="2030"/>
                    </a:lnTo>
                    <a:lnTo>
                      <a:pt x="2239" y="2072"/>
                    </a:lnTo>
                    <a:lnTo>
                      <a:pt x="2239" y="2072"/>
                    </a:lnTo>
                    <a:lnTo>
                      <a:pt x="2281" y="2030"/>
                    </a:lnTo>
                    <a:lnTo>
                      <a:pt x="2323" y="1883"/>
                    </a:lnTo>
                    <a:lnTo>
                      <a:pt x="2365" y="1779"/>
                    </a:lnTo>
                    <a:lnTo>
                      <a:pt x="2344" y="1758"/>
                    </a:lnTo>
                    <a:lnTo>
                      <a:pt x="2281" y="1779"/>
                    </a:lnTo>
                    <a:lnTo>
                      <a:pt x="2260" y="1841"/>
                    </a:lnTo>
                    <a:lnTo>
                      <a:pt x="2219" y="1883"/>
                    </a:lnTo>
                    <a:lnTo>
                      <a:pt x="2177" y="1841"/>
                    </a:lnTo>
                    <a:lnTo>
                      <a:pt x="2239" y="1779"/>
                    </a:lnTo>
                    <a:lnTo>
                      <a:pt x="2260" y="1737"/>
                    </a:lnTo>
                    <a:lnTo>
                      <a:pt x="2260" y="1716"/>
                    </a:lnTo>
                    <a:lnTo>
                      <a:pt x="2177" y="1737"/>
                    </a:lnTo>
                    <a:lnTo>
                      <a:pt x="2072" y="1820"/>
                    </a:lnTo>
                    <a:lnTo>
                      <a:pt x="2030" y="1820"/>
                    </a:lnTo>
                    <a:lnTo>
                      <a:pt x="2009" y="1737"/>
                    </a:lnTo>
                    <a:lnTo>
                      <a:pt x="1967" y="1737"/>
                    </a:lnTo>
                    <a:lnTo>
                      <a:pt x="1905" y="1820"/>
                    </a:lnTo>
                    <a:lnTo>
                      <a:pt x="1842" y="1820"/>
                    </a:lnTo>
                    <a:lnTo>
                      <a:pt x="1842" y="1779"/>
                    </a:lnTo>
                    <a:lnTo>
                      <a:pt x="1947" y="1737"/>
                    </a:lnTo>
                    <a:lnTo>
                      <a:pt x="2009" y="1632"/>
                    </a:lnTo>
                    <a:lnTo>
                      <a:pt x="2030" y="1548"/>
                    </a:lnTo>
                    <a:lnTo>
                      <a:pt x="1947" y="1548"/>
                    </a:lnTo>
                    <a:lnTo>
                      <a:pt x="1863" y="1611"/>
                    </a:lnTo>
                    <a:lnTo>
                      <a:pt x="1863" y="1611"/>
                    </a:lnTo>
                    <a:lnTo>
                      <a:pt x="1926" y="1527"/>
                    </a:lnTo>
                    <a:lnTo>
                      <a:pt x="2009" y="1444"/>
                    </a:lnTo>
                    <a:lnTo>
                      <a:pt x="2114" y="1444"/>
                    </a:lnTo>
                    <a:lnTo>
                      <a:pt x="2156" y="1423"/>
                    </a:lnTo>
                    <a:lnTo>
                      <a:pt x="2239" y="1381"/>
                    </a:lnTo>
                    <a:lnTo>
                      <a:pt x="2281" y="1339"/>
                    </a:lnTo>
                    <a:lnTo>
                      <a:pt x="2281" y="1276"/>
                    </a:lnTo>
                    <a:lnTo>
                      <a:pt x="2260" y="1318"/>
                    </a:lnTo>
                    <a:lnTo>
                      <a:pt x="2156" y="1339"/>
                    </a:lnTo>
                    <a:lnTo>
                      <a:pt x="2114" y="1318"/>
                    </a:lnTo>
                    <a:lnTo>
                      <a:pt x="2030" y="1235"/>
                    </a:lnTo>
                    <a:lnTo>
                      <a:pt x="1967" y="1235"/>
                    </a:lnTo>
                    <a:lnTo>
                      <a:pt x="1926" y="1255"/>
                    </a:lnTo>
                    <a:lnTo>
                      <a:pt x="1967" y="1151"/>
                    </a:lnTo>
                    <a:lnTo>
                      <a:pt x="2009" y="1130"/>
                    </a:lnTo>
                    <a:lnTo>
                      <a:pt x="2009" y="1109"/>
                    </a:lnTo>
                    <a:lnTo>
                      <a:pt x="1947" y="1130"/>
                    </a:lnTo>
                    <a:lnTo>
                      <a:pt x="1863" y="1193"/>
                    </a:lnTo>
                    <a:lnTo>
                      <a:pt x="1821" y="1255"/>
                    </a:lnTo>
                    <a:lnTo>
                      <a:pt x="1737" y="1339"/>
                    </a:lnTo>
                    <a:lnTo>
                      <a:pt x="1695" y="1360"/>
                    </a:lnTo>
                    <a:lnTo>
                      <a:pt x="1654" y="1423"/>
                    </a:lnTo>
                    <a:lnTo>
                      <a:pt x="1591" y="1465"/>
                    </a:lnTo>
                    <a:lnTo>
                      <a:pt x="1528" y="1548"/>
                    </a:lnTo>
                    <a:lnTo>
                      <a:pt x="1528" y="1444"/>
                    </a:lnTo>
                    <a:lnTo>
                      <a:pt x="1549" y="1360"/>
                    </a:lnTo>
                    <a:lnTo>
                      <a:pt x="1612" y="1297"/>
                    </a:lnTo>
                    <a:lnTo>
                      <a:pt x="1612" y="1235"/>
                    </a:lnTo>
                    <a:lnTo>
                      <a:pt x="1654" y="1130"/>
                    </a:lnTo>
                    <a:lnTo>
                      <a:pt x="1737" y="1046"/>
                    </a:lnTo>
                    <a:lnTo>
                      <a:pt x="1737" y="1004"/>
                    </a:lnTo>
                    <a:lnTo>
                      <a:pt x="1800" y="942"/>
                    </a:lnTo>
                    <a:lnTo>
                      <a:pt x="1821" y="921"/>
                    </a:lnTo>
                    <a:lnTo>
                      <a:pt x="1863" y="816"/>
                    </a:lnTo>
                    <a:lnTo>
                      <a:pt x="1947" y="774"/>
                    </a:lnTo>
                    <a:lnTo>
                      <a:pt x="2009" y="711"/>
                    </a:lnTo>
                    <a:lnTo>
                      <a:pt x="2051" y="691"/>
                    </a:lnTo>
                    <a:lnTo>
                      <a:pt x="2072" y="670"/>
                    </a:lnTo>
                    <a:lnTo>
                      <a:pt x="2072" y="607"/>
                    </a:lnTo>
                    <a:lnTo>
                      <a:pt x="2114" y="565"/>
                    </a:lnTo>
                    <a:lnTo>
                      <a:pt x="2135" y="481"/>
                    </a:lnTo>
                    <a:lnTo>
                      <a:pt x="2135" y="523"/>
                    </a:lnTo>
                    <a:lnTo>
                      <a:pt x="2114" y="586"/>
                    </a:lnTo>
                    <a:lnTo>
                      <a:pt x="2135" y="628"/>
                    </a:lnTo>
                    <a:lnTo>
                      <a:pt x="2219" y="523"/>
                    </a:lnTo>
                    <a:lnTo>
                      <a:pt x="2323" y="419"/>
                    </a:lnTo>
                    <a:lnTo>
                      <a:pt x="2344" y="377"/>
                    </a:lnTo>
                    <a:lnTo>
                      <a:pt x="2323" y="314"/>
                    </a:lnTo>
                    <a:lnTo>
                      <a:pt x="2260" y="314"/>
                    </a:lnTo>
                    <a:lnTo>
                      <a:pt x="2219" y="377"/>
                    </a:lnTo>
                    <a:lnTo>
                      <a:pt x="2177" y="293"/>
                    </a:lnTo>
                    <a:lnTo>
                      <a:pt x="2156" y="272"/>
                    </a:lnTo>
                    <a:lnTo>
                      <a:pt x="2177" y="209"/>
                    </a:lnTo>
                    <a:lnTo>
                      <a:pt x="2239" y="188"/>
                    </a:lnTo>
                    <a:lnTo>
                      <a:pt x="2323" y="209"/>
                    </a:lnTo>
                    <a:lnTo>
                      <a:pt x="2386" y="272"/>
                    </a:lnTo>
                    <a:lnTo>
                      <a:pt x="2449" y="251"/>
                    </a:lnTo>
                    <a:lnTo>
                      <a:pt x="2491" y="188"/>
                    </a:lnTo>
                    <a:lnTo>
                      <a:pt x="2491" y="42"/>
                    </a:lnTo>
                    <a:lnTo>
                      <a:pt x="2428" y="42"/>
                    </a:lnTo>
                    <a:lnTo>
                      <a:pt x="2365" y="63"/>
                    </a:lnTo>
                    <a:lnTo>
                      <a:pt x="2365" y="105"/>
                    </a:lnTo>
                    <a:lnTo>
                      <a:pt x="2323" y="105"/>
                    </a:lnTo>
                    <a:lnTo>
                      <a:pt x="2323" y="63"/>
                    </a:lnTo>
                    <a:lnTo>
                      <a:pt x="232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Google Shape;9210;p128">
                <a:extLst>
                  <a:ext uri="{FF2B5EF4-FFF2-40B4-BE49-F238E27FC236}">
                    <a16:creationId xmlns:a16="http://schemas.microsoft.com/office/drawing/2014/main" id="{E729CFF8-C0B8-6C07-D043-D182ECF8E575}"/>
                  </a:ext>
                </a:extLst>
              </p:cNvPr>
              <p:cNvSpPr/>
              <p:nvPr/>
            </p:nvSpPr>
            <p:spPr>
              <a:xfrm>
                <a:off x="1922950" y="1659350"/>
                <a:ext cx="1050900" cy="913875"/>
              </a:xfrm>
              <a:custGeom>
                <a:avLst/>
                <a:gdLst/>
                <a:ahLst/>
                <a:cxnLst/>
                <a:rect l="l" t="t" r="r" b="b"/>
                <a:pathLst>
                  <a:path w="42036" h="36555" extrusionOk="0">
                    <a:moveTo>
                      <a:pt x="4310" y="26929"/>
                    </a:moveTo>
                    <a:lnTo>
                      <a:pt x="4310" y="27055"/>
                    </a:lnTo>
                    <a:lnTo>
                      <a:pt x="4268" y="27159"/>
                    </a:lnTo>
                    <a:lnTo>
                      <a:pt x="4101" y="27264"/>
                    </a:lnTo>
                    <a:lnTo>
                      <a:pt x="4076" y="27268"/>
                    </a:lnTo>
                    <a:lnTo>
                      <a:pt x="4076" y="27268"/>
                    </a:lnTo>
                    <a:lnTo>
                      <a:pt x="4101" y="27243"/>
                    </a:lnTo>
                    <a:lnTo>
                      <a:pt x="4185" y="27117"/>
                    </a:lnTo>
                    <a:lnTo>
                      <a:pt x="4289" y="27034"/>
                    </a:lnTo>
                    <a:lnTo>
                      <a:pt x="4310" y="26929"/>
                    </a:lnTo>
                    <a:close/>
                    <a:moveTo>
                      <a:pt x="40508" y="27473"/>
                    </a:moveTo>
                    <a:lnTo>
                      <a:pt x="40299" y="27557"/>
                    </a:lnTo>
                    <a:lnTo>
                      <a:pt x="40090" y="27599"/>
                    </a:lnTo>
                    <a:lnTo>
                      <a:pt x="40132" y="27536"/>
                    </a:lnTo>
                    <a:lnTo>
                      <a:pt x="40404" y="27473"/>
                    </a:lnTo>
                    <a:close/>
                    <a:moveTo>
                      <a:pt x="19459" y="0"/>
                    </a:moveTo>
                    <a:lnTo>
                      <a:pt x="19187" y="105"/>
                    </a:lnTo>
                    <a:lnTo>
                      <a:pt x="18810" y="105"/>
                    </a:lnTo>
                    <a:lnTo>
                      <a:pt x="18727" y="63"/>
                    </a:lnTo>
                    <a:lnTo>
                      <a:pt x="18392" y="84"/>
                    </a:lnTo>
                    <a:lnTo>
                      <a:pt x="18308" y="63"/>
                    </a:lnTo>
                    <a:lnTo>
                      <a:pt x="18120" y="105"/>
                    </a:lnTo>
                    <a:lnTo>
                      <a:pt x="18078" y="210"/>
                    </a:lnTo>
                    <a:lnTo>
                      <a:pt x="18120" y="272"/>
                    </a:lnTo>
                    <a:lnTo>
                      <a:pt x="18078" y="377"/>
                    </a:lnTo>
                    <a:lnTo>
                      <a:pt x="18078" y="524"/>
                    </a:lnTo>
                    <a:lnTo>
                      <a:pt x="18036" y="775"/>
                    </a:lnTo>
                    <a:lnTo>
                      <a:pt x="18120" y="879"/>
                    </a:lnTo>
                    <a:lnTo>
                      <a:pt x="18036" y="942"/>
                    </a:lnTo>
                    <a:lnTo>
                      <a:pt x="17911" y="942"/>
                    </a:lnTo>
                    <a:lnTo>
                      <a:pt x="17764" y="1109"/>
                    </a:lnTo>
                    <a:lnTo>
                      <a:pt x="17701" y="1214"/>
                    </a:lnTo>
                    <a:lnTo>
                      <a:pt x="17471" y="1298"/>
                    </a:lnTo>
                    <a:lnTo>
                      <a:pt x="17367" y="1444"/>
                    </a:lnTo>
                    <a:lnTo>
                      <a:pt x="17095" y="1633"/>
                    </a:lnTo>
                    <a:lnTo>
                      <a:pt x="16990" y="1674"/>
                    </a:lnTo>
                    <a:lnTo>
                      <a:pt x="16990" y="1758"/>
                    </a:lnTo>
                    <a:lnTo>
                      <a:pt x="17074" y="1925"/>
                    </a:lnTo>
                    <a:lnTo>
                      <a:pt x="17074" y="2072"/>
                    </a:lnTo>
                    <a:lnTo>
                      <a:pt x="16760" y="2030"/>
                    </a:lnTo>
                    <a:lnTo>
                      <a:pt x="16739" y="1946"/>
                    </a:lnTo>
                    <a:lnTo>
                      <a:pt x="16718" y="2135"/>
                    </a:lnTo>
                    <a:lnTo>
                      <a:pt x="16613" y="2281"/>
                    </a:lnTo>
                    <a:lnTo>
                      <a:pt x="16530" y="2302"/>
                    </a:lnTo>
                    <a:lnTo>
                      <a:pt x="16509" y="2365"/>
                    </a:lnTo>
                    <a:lnTo>
                      <a:pt x="16300" y="2407"/>
                    </a:lnTo>
                    <a:lnTo>
                      <a:pt x="16237" y="2574"/>
                    </a:lnTo>
                    <a:lnTo>
                      <a:pt x="16132" y="2595"/>
                    </a:lnTo>
                    <a:lnTo>
                      <a:pt x="16028" y="2700"/>
                    </a:lnTo>
                    <a:lnTo>
                      <a:pt x="15944" y="2700"/>
                    </a:lnTo>
                    <a:lnTo>
                      <a:pt x="15923" y="2804"/>
                    </a:lnTo>
                    <a:lnTo>
                      <a:pt x="15776" y="2888"/>
                    </a:lnTo>
                    <a:lnTo>
                      <a:pt x="15672" y="2993"/>
                    </a:lnTo>
                    <a:lnTo>
                      <a:pt x="15588" y="2972"/>
                    </a:lnTo>
                    <a:lnTo>
                      <a:pt x="15588" y="3076"/>
                    </a:lnTo>
                    <a:lnTo>
                      <a:pt x="15776" y="3139"/>
                    </a:lnTo>
                    <a:lnTo>
                      <a:pt x="15986" y="3139"/>
                    </a:lnTo>
                    <a:lnTo>
                      <a:pt x="15986" y="3244"/>
                    </a:lnTo>
                    <a:lnTo>
                      <a:pt x="15839" y="3202"/>
                    </a:lnTo>
                    <a:lnTo>
                      <a:pt x="15944" y="3516"/>
                    </a:lnTo>
                    <a:lnTo>
                      <a:pt x="16028" y="3599"/>
                    </a:lnTo>
                    <a:lnTo>
                      <a:pt x="16007" y="3725"/>
                    </a:lnTo>
                    <a:lnTo>
                      <a:pt x="15944" y="3871"/>
                    </a:lnTo>
                    <a:lnTo>
                      <a:pt x="16007" y="4018"/>
                    </a:lnTo>
                    <a:lnTo>
                      <a:pt x="15902" y="4185"/>
                    </a:lnTo>
                    <a:lnTo>
                      <a:pt x="15902" y="4394"/>
                    </a:lnTo>
                    <a:lnTo>
                      <a:pt x="15902" y="4457"/>
                    </a:lnTo>
                    <a:lnTo>
                      <a:pt x="15986" y="4457"/>
                    </a:lnTo>
                    <a:lnTo>
                      <a:pt x="16028" y="4478"/>
                    </a:lnTo>
                    <a:lnTo>
                      <a:pt x="16111" y="4394"/>
                    </a:lnTo>
                    <a:lnTo>
                      <a:pt x="16237" y="4374"/>
                    </a:lnTo>
                    <a:lnTo>
                      <a:pt x="16341" y="4394"/>
                    </a:lnTo>
                    <a:lnTo>
                      <a:pt x="16509" y="4374"/>
                    </a:lnTo>
                    <a:lnTo>
                      <a:pt x="16676" y="4227"/>
                    </a:lnTo>
                    <a:lnTo>
                      <a:pt x="16760" y="4185"/>
                    </a:lnTo>
                    <a:lnTo>
                      <a:pt x="16760" y="4143"/>
                    </a:lnTo>
                    <a:lnTo>
                      <a:pt x="16864" y="4060"/>
                    </a:lnTo>
                    <a:lnTo>
                      <a:pt x="16927" y="4143"/>
                    </a:lnTo>
                    <a:lnTo>
                      <a:pt x="16927" y="4269"/>
                    </a:lnTo>
                    <a:lnTo>
                      <a:pt x="16844" y="4353"/>
                    </a:lnTo>
                    <a:lnTo>
                      <a:pt x="16927" y="4457"/>
                    </a:lnTo>
                    <a:lnTo>
                      <a:pt x="17032" y="4457"/>
                    </a:lnTo>
                    <a:lnTo>
                      <a:pt x="17178" y="4374"/>
                    </a:lnTo>
                    <a:lnTo>
                      <a:pt x="17346" y="4374"/>
                    </a:lnTo>
                    <a:lnTo>
                      <a:pt x="17450" y="4248"/>
                    </a:lnTo>
                    <a:lnTo>
                      <a:pt x="17597" y="4081"/>
                    </a:lnTo>
                    <a:lnTo>
                      <a:pt x="17576" y="4018"/>
                    </a:lnTo>
                    <a:lnTo>
                      <a:pt x="17701" y="3850"/>
                    </a:lnTo>
                    <a:lnTo>
                      <a:pt x="17722" y="3767"/>
                    </a:lnTo>
                    <a:lnTo>
                      <a:pt x="17890" y="3620"/>
                    </a:lnTo>
                    <a:lnTo>
                      <a:pt x="18015" y="3557"/>
                    </a:lnTo>
                    <a:lnTo>
                      <a:pt x="18036" y="3453"/>
                    </a:lnTo>
                    <a:lnTo>
                      <a:pt x="18099" y="3306"/>
                    </a:lnTo>
                    <a:lnTo>
                      <a:pt x="18204" y="3453"/>
                    </a:lnTo>
                    <a:lnTo>
                      <a:pt x="18350" y="3453"/>
                    </a:lnTo>
                    <a:lnTo>
                      <a:pt x="18497" y="3348"/>
                    </a:lnTo>
                    <a:lnTo>
                      <a:pt x="18643" y="3327"/>
                    </a:lnTo>
                    <a:lnTo>
                      <a:pt x="18706" y="3181"/>
                    </a:lnTo>
                    <a:lnTo>
                      <a:pt x="18769" y="3181"/>
                    </a:lnTo>
                    <a:lnTo>
                      <a:pt x="18873" y="3076"/>
                    </a:lnTo>
                    <a:lnTo>
                      <a:pt x="18936" y="2909"/>
                    </a:lnTo>
                    <a:lnTo>
                      <a:pt x="19124" y="2867"/>
                    </a:lnTo>
                    <a:lnTo>
                      <a:pt x="19187" y="2846"/>
                    </a:lnTo>
                    <a:lnTo>
                      <a:pt x="19250" y="2888"/>
                    </a:lnTo>
                    <a:lnTo>
                      <a:pt x="19333" y="2846"/>
                    </a:lnTo>
                    <a:lnTo>
                      <a:pt x="19543" y="2846"/>
                    </a:lnTo>
                    <a:lnTo>
                      <a:pt x="19668" y="2762"/>
                    </a:lnTo>
                    <a:lnTo>
                      <a:pt x="19773" y="2762"/>
                    </a:lnTo>
                    <a:lnTo>
                      <a:pt x="20024" y="2658"/>
                    </a:lnTo>
                    <a:lnTo>
                      <a:pt x="20233" y="2616"/>
                    </a:lnTo>
                    <a:lnTo>
                      <a:pt x="20296" y="2595"/>
                    </a:lnTo>
                    <a:cubicBezTo>
                      <a:pt x="20338" y="2679"/>
                      <a:pt x="20442" y="2741"/>
                      <a:pt x="20526" y="2762"/>
                    </a:cubicBezTo>
                    <a:lnTo>
                      <a:pt x="20401" y="2783"/>
                    </a:lnTo>
                    <a:lnTo>
                      <a:pt x="19877" y="2993"/>
                    </a:lnTo>
                    <a:lnTo>
                      <a:pt x="19752" y="3097"/>
                    </a:lnTo>
                    <a:lnTo>
                      <a:pt x="19438" y="3181"/>
                    </a:lnTo>
                    <a:lnTo>
                      <a:pt x="19020" y="3369"/>
                    </a:lnTo>
                    <a:lnTo>
                      <a:pt x="18852" y="3495"/>
                    </a:lnTo>
                    <a:lnTo>
                      <a:pt x="18852" y="3578"/>
                    </a:lnTo>
                    <a:lnTo>
                      <a:pt x="18957" y="3578"/>
                    </a:lnTo>
                    <a:lnTo>
                      <a:pt x="19020" y="3620"/>
                    </a:lnTo>
                    <a:lnTo>
                      <a:pt x="18915" y="3704"/>
                    </a:lnTo>
                    <a:lnTo>
                      <a:pt x="18831" y="3704"/>
                    </a:lnTo>
                    <a:lnTo>
                      <a:pt x="18643" y="3850"/>
                    </a:lnTo>
                    <a:lnTo>
                      <a:pt x="18497" y="3850"/>
                    </a:lnTo>
                    <a:lnTo>
                      <a:pt x="18413" y="3934"/>
                    </a:lnTo>
                    <a:lnTo>
                      <a:pt x="18392" y="4039"/>
                    </a:lnTo>
                    <a:lnTo>
                      <a:pt x="18225" y="4143"/>
                    </a:lnTo>
                    <a:lnTo>
                      <a:pt x="18162" y="4227"/>
                    </a:lnTo>
                    <a:lnTo>
                      <a:pt x="18162" y="4353"/>
                    </a:lnTo>
                    <a:lnTo>
                      <a:pt x="18225" y="4311"/>
                    </a:lnTo>
                    <a:lnTo>
                      <a:pt x="18308" y="4374"/>
                    </a:lnTo>
                    <a:lnTo>
                      <a:pt x="18266" y="4457"/>
                    </a:lnTo>
                    <a:lnTo>
                      <a:pt x="18287" y="4478"/>
                    </a:lnTo>
                    <a:lnTo>
                      <a:pt x="18371" y="4457"/>
                    </a:lnTo>
                    <a:lnTo>
                      <a:pt x="18476" y="4415"/>
                    </a:lnTo>
                    <a:lnTo>
                      <a:pt x="18580" y="4415"/>
                    </a:lnTo>
                    <a:lnTo>
                      <a:pt x="18643" y="4457"/>
                    </a:lnTo>
                    <a:lnTo>
                      <a:pt x="18622" y="4541"/>
                    </a:lnTo>
                    <a:lnTo>
                      <a:pt x="18497" y="4583"/>
                    </a:lnTo>
                    <a:lnTo>
                      <a:pt x="18371" y="4520"/>
                    </a:lnTo>
                    <a:lnTo>
                      <a:pt x="18287" y="4562"/>
                    </a:lnTo>
                    <a:lnTo>
                      <a:pt x="18308" y="4666"/>
                    </a:lnTo>
                    <a:lnTo>
                      <a:pt x="18517" y="4771"/>
                    </a:lnTo>
                    <a:lnTo>
                      <a:pt x="18601" y="4729"/>
                    </a:lnTo>
                    <a:lnTo>
                      <a:pt x="18622" y="4646"/>
                    </a:lnTo>
                    <a:lnTo>
                      <a:pt x="18685" y="4646"/>
                    </a:lnTo>
                    <a:lnTo>
                      <a:pt x="18727" y="4687"/>
                    </a:lnTo>
                    <a:lnTo>
                      <a:pt x="18685" y="4771"/>
                    </a:lnTo>
                    <a:lnTo>
                      <a:pt x="18789" y="4771"/>
                    </a:lnTo>
                    <a:lnTo>
                      <a:pt x="18957" y="4792"/>
                    </a:lnTo>
                    <a:lnTo>
                      <a:pt x="19145" y="4750"/>
                    </a:lnTo>
                    <a:lnTo>
                      <a:pt x="19250" y="4750"/>
                    </a:lnTo>
                    <a:lnTo>
                      <a:pt x="19417" y="4834"/>
                    </a:lnTo>
                    <a:lnTo>
                      <a:pt x="19543" y="4792"/>
                    </a:lnTo>
                    <a:lnTo>
                      <a:pt x="19647" y="4855"/>
                    </a:lnTo>
                    <a:lnTo>
                      <a:pt x="19689" y="4959"/>
                    </a:lnTo>
                    <a:lnTo>
                      <a:pt x="19773" y="4959"/>
                    </a:lnTo>
                    <a:lnTo>
                      <a:pt x="19752" y="5001"/>
                    </a:lnTo>
                    <a:lnTo>
                      <a:pt x="19668" y="5001"/>
                    </a:lnTo>
                    <a:lnTo>
                      <a:pt x="19522" y="4897"/>
                    </a:lnTo>
                    <a:lnTo>
                      <a:pt x="19313" y="4897"/>
                    </a:lnTo>
                    <a:lnTo>
                      <a:pt x="19250" y="4959"/>
                    </a:lnTo>
                    <a:lnTo>
                      <a:pt x="19375" y="5001"/>
                    </a:lnTo>
                    <a:lnTo>
                      <a:pt x="19417" y="5064"/>
                    </a:lnTo>
                    <a:lnTo>
                      <a:pt x="19229" y="5064"/>
                    </a:lnTo>
                    <a:lnTo>
                      <a:pt x="19145" y="4980"/>
                    </a:lnTo>
                    <a:lnTo>
                      <a:pt x="18894" y="5001"/>
                    </a:lnTo>
                    <a:lnTo>
                      <a:pt x="18810" y="5064"/>
                    </a:lnTo>
                    <a:lnTo>
                      <a:pt x="18727" y="5001"/>
                    </a:lnTo>
                    <a:lnTo>
                      <a:pt x="18643" y="5001"/>
                    </a:lnTo>
                    <a:lnTo>
                      <a:pt x="18580" y="5043"/>
                    </a:lnTo>
                    <a:lnTo>
                      <a:pt x="18497" y="5043"/>
                    </a:lnTo>
                    <a:lnTo>
                      <a:pt x="18225" y="5064"/>
                    </a:lnTo>
                    <a:lnTo>
                      <a:pt x="18183" y="5085"/>
                    </a:lnTo>
                    <a:lnTo>
                      <a:pt x="17973" y="5127"/>
                    </a:lnTo>
                    <a:lnTo>
                      <a:pt x="17953" y="5273"/>
                    </a:lnTo>
                    <a:lnTo>
                      <a:pt x="17973" y="5587"/>
                    </a:lnTo>
                    <a:lnTo>
                      <a:pt x="17994" y="5629"/>
                    </a:lnTo>
                    <a:lnTo>
                      <a:pt x="17994" y="5754"/>
                    </a:lnTo>
                    <a:lnTo>
                      <a:pt x="17953" y="5796"/>
                    </a:lnTo>
                    <a:lnTo>
                      <a:pt x="17953" y="5859"/>
                    </a:lnTo>
                    <a:lnTo>
                      <a:pt x="17994" y="5922"/>
                    </a:lnTo>
                    <a:lnTo>
                      <a:pt x="18099" y="5901"/>
                    </a:lnTo>
                    <a:lnTo>
                      <a:pt x="18141" y="5901"/>
                    </a:lnTo>
                    <a:lnTo>
                      <a:pt x="18225" y="5943"/>
                    </a:lnTo>
                    <a:lnTo>
                      <a:pt x="18329" y="5943"/>
                    </a:lnTo>
                    <a:lnTo>
                      <a:pt x="18371" y="5901"/>
                    </a:lnTo>
                    <a:lnTo>
                      <a:pt x="18392" y="5901"/>
                    </a:lnTo>
                    <a:lnTo>
                      <a:pt x="18476" y="5922"/>
                    </a:lnTo>
                    <a:lnTo>
                      <a:pt x="18517" y="5964"/>
                    </a:lnTo>
                    <a:lnTo>
                      <a:pt x="18559" y="5943"/>
                    </a:lnTo>
                    <a:lnTo>
                      <a:pt x="18622" y="6006"/>
                    </a:lnTo>
                    <a:lnTo>
                      <a:pt x="18622" y="6047"/>
                    </a:lnTo>
                    <a:lnTo>
                      <a:pt x="18706" y="6068"/>
                    </a:lnTo>
                    <a:lnTo>
                      <a:pt x="18789" y="6047"/>
                    </a:lnTo>
                    <a:lnTo>
                      <a:pt x="18852" y="6047"/>
                    </a:lnTo>
                    <a:lnTo>
                      <a:pt x="18915" y="6110"/>
                    </a:lnTo>
                    <a:lnTo>
                      <a:pt x="19041" y="6110"/>
                    </a:lnTo>
                    <a:lnTo>
                      <a:pt x="19124" y="6068"/>
                    </a:lnTo>
                    <a:lnTo>
                      <a:pt x="19229" y="6131"/>
                    </a:lnTo>
                    <a:lnTo>
                      <a:pt x="19333" y="6068"/>
                    </a:lnTo>
                    <a:lnTo>
                      <a:pt x="19417" y="6110"/>
                    </a:lnTo>
                    <a:lnTo>
                      <a:pt x="19543" y="6110"/>
                    </a:lnTo>
                    <a:lnTo>
                      <a:pt x="19647" y="6068"/>
                    </a:lnTo>
                    <a:lnTo>
                      <a:pt x="19752" y="6131"/>
                    </a:lnTo>
                    <a:lnTo>
                      <a:pt x="19773" y="6215"/>
                    </a:lnTo>
                    <a:lnTo>
                      <a:pt x="19857" y="6152"/>
                    </a:lnTo>
                    <a:lnTo>
                      <a:pt x="19877" y="6257"/>
                    </a:lnTo>
                    <a:lnTo>
                      <a:pt x="19982" y="6340"/>
                    </a:lnTo>
                    <a:lnTo>
                      <a:pt x="19982" y="6382"/>
                    </a:lnTo>
                    <a:lnTo>
                      <a:pt x="20003" y="6445"/>
                    </a:lnTo>
                    <a:lnTo>
                      <a:pt x="20108" y="6445"/>
                    </a:lnTo>
                    <a:lnTo>
                      <a:pt x="20191" y="6466"/>
                    </a:lnTo>
                    <a:lnTo>
                      <a:pt x="20212" y="6550"/>
                    </a:lnTo>
                    <a:lnTo>
                      <a:pt x="20275" y="6570"/>
                    </a:lnTo>
                    <a:lnTo>
                      <a:pt x="20359" y="6654"/>
                    </a:lnTo>
                    <a:lnTo>
                      <a:pt x="20317" y="6696"/>
                    </a:lnTo>
                    <a:lnTo>
                      <a:pt x="20317" y="6780"/>
                    </a:lnTo>
                    <a:lnTo>
                      <a:pt x="20422" y="6884"/>
                    </a:lnTo>
                    <a:lnTo>
                      <a:pt x="20589" y="6989"/>
                    </a:lnTo>
                    <a:lnTo>
                      <a:pt x="20589" y="7052"/>
                    </a:lnTo>
                    <a:lnTo>
                      <a:pt x="20568" y="7073"/>
                    </a:lnTo>
                    <a:lnTo>
                      <a:pt x="20589" y="7114"/>
                    </a:lnTo>
                    <a:lnTo>
                      <a:pt x="20526" y="7094"/>
                    </a:lnTo>
                    <a:lnTo>
                      <a:pt x="20317" y="7052"/>
                    </a:lnTo>
                    <a:lnTo>
                      <a:pt x="20170" y="6989"/>
                    </a:lnTo>
                    <a:lnTo>
                      <a:pt x="20087" y="7010"/>
                    </a:lnTo>
                    <a:lnTo>
                      <a:pt x="20003" y="6989"/>
                    </a:lnTo>
                    <a:lnTo>
                      <a:pt x="19982" y="7010"/>
                    </a:lnTo>
                    <a:lnTo>
                      <a:pt x="19898" y="7010"/>
                    </a:lnTo>
                    <a:lnTo>
                      <a:pt x="19836" y="6905"/>
                    </a:lnTo>
                    <a:lnTo>
                      <a:pt x="19752" y="6905"/>
                    </a:lnTo>
                    <a:lnTo>
                      <a:pt x="19689" y="6801"/>
                    </a:lnTo>
                    <a:lnTo>
                      <a:pt x="19647" y="6780"/>
                    </a:lnTo>
                    <a:lnTo>
                      <a:pt x="19522" y="6801"/>
                    </a:lnTo>
                    <a:lnTo>
                      <a:pt x="19438" y="6780"/>
                    </a:lnTo>
                    <a:lnTo>
                      <a:pt x="19375" y="6738"/>
                    </a:lnTo>
                    <a:lnTo>
                      <a:pt x="19250" y="6675"/>
                    </a:lnTo>
                    <a:lnTo>
                      <a:pt x="19229" y="6591"/>
                    </a:lnTo>
                    <a:lnTo>
                      <a:pt x="19166" y="6591"/>
                    </a:lnTo>
                    <a:lnTo>
                      <a:pt x="19124" y="6570"/>
                    </a:lnTo>
                    <a:lnTo>
                      <a:pt x="18999" y="6570"/>
                    </a:lnTo>
                    <a:lnTo>
                      <a:pt x="18936" y="6550"/>
                    </a:lnTo>
                    <a:lnTo>
                      <a:pt x="18685" y="6550"/>
                    </a:lnTo>
                    <a:lnTo>
                      <a:pt x="18517" y="6529"/>
                    </a:lnTo>
                    <a:lnTo>
                      <a:pt x="18413" y="6487"/>
                    </a:lnTo>
                    <a:lnTo>
                      <a:pt x="17973" y="6487"/>
                    </a:lnTo>
                    <a:lnTo>
                      <a:pt x="17890" y="6529"/>
                    </a:lnTo>
                    <a:lnTo>
                      <a:pt x="17764" y="6550"/>
                    </a:lnTo>
                    <a:lnTo>
                      <a:pt x="17701" y="6633"/>
                    </a:lnTo>
                    <a:lnTo>
                      <a:pt x="17701" y="6801"/>
                    </a:lnTo>
                    <a:lnTo>
                      <a:pt x="17597" y="6968"/>
                    </a:lnTo>
                    <a:lnTo>
                      <a:pt x="17639" y="7156"/>
                    </a:lnTo>
                    <a:lnTo>
                      <a:pt x="17597" y="7219"/>
                    </a:lnTo>
                    <a:lnTo>
                      <a:pt x="17639" y="7282"/>
                    </a:lnTo>
                    <a:lnTo>
                      <a:pt x="17701" y="7303"/>
                    </a:lnTo>
                    <a:lnTo>
                      <a:pt x="17681" y="7366"/>
                    </a:lnTo>
                    <a:lnTo>
                      <a:pt x="17639" y="7387"/>
                    </a:lnTo>
                    <a:lnTo>
                      <a:pt x="17701" y="7617"/>
                    </a:lnTo>
                    <a:lnTo>
                      <a:pt x="17785" y="7700"/>
                    </a:lnTo>
                    <a:lnTo>
                      <a:pt x="17806" y="7742"/>
                    </a:lnTo>
                    <a:lnTo>
                      <a:pt x="17973" y="7847"/>
                    </a:lnTo>
                    <a:lnTo>
                      <a:pt x="18015" y="7910"/>
                    </a:lnTo>
                    <a:lnTo>
                      <a:pt x="18120" y="7889"/>
                    </a:lnTo>
                    <a:lnTo>
                      <a:pt x="18183" y="7951"/>
                    </a:lnTo>
                    <a:lnTo>
                      <a:pt x="18266" y="7993"/>
                    </a:lnTo>
                    <a:lnTo>
                      <a:pt x="18392" y="7931"/>
                    </a:lnTo>
                    <a:lnTo>
                      <a:pt x="18476" y="7931"/>
                    </a:lnTo>
                    <a:lnTo>
                      <a:pt x="18538" y="8014"/>
                    </a:lnTo>
                    <a:lnTo>
                      <a:pt x="18685" y="8014"/>
                    </a:lnTo>
                    <a:lnTo>
                      <a:pt x="18748" y="8140"/>
                    </a:lnTo>
                    <a:lnTo>
                      <a:pt x="18831" y="8161"/>
                    </a:lnTo>
                    <a:lnTo>
                      <a:pt x="18852" y="8223"/>
                    </a:lnTo>
                    <a:lnTo>
                      <a:pt x="18727" y="8265"/>
                    </a:lnTo>
                    <a:lnTo>
                      <a:pt x="18727" y="8349"/>
                    </a:lnTo>
                    <a:lnTo>
                      <a:pt x="18685" y="8412"/>
                    </a:lnTo>
                    <a:lnTo>
                      <a:pt x="18685" y="8454"/>
                    </a:lnTo>
                    <a:lnTo>
                      <a:pt x="18622" y="8537"/>
                    </a:lnTo>
                    <a:lnTo>
                      <a:pt x="18497" y="8621"/>
                    </a:lnTo>
                    <a:lnTo>
                      <a:pt x="18497" y="8663"/>
                    </a:lnTo>
                    <a:lnTo>
                      <a:pt x="18434" y="8747"/>
                    </a:lnTo>
                    <a:lnTo>
                      <a:pt x="18517" y="8788"/>
                    </a:lnTo>
                    <a:lnTo>
                      <a:pt x="18517" y="8935"/>
                    </a:lnTo>
                    <a:lnTo>
                      <a:pt x="18580" y="9060"/>
                    </a:lnTo>
                    <a:lnTo>
                      <a:pt x="18580" y="9144"/>
                    </a:lnTo>
                    <a:lnTo>
                      <a:pt x="18434" y="9165"/>
                    </a:lnTo>
                    <a:lnTo>
                      <a:pt x="18497" y="9207"/>
                    </a:lnTo>
                    <a:lnTo>
                      <a:pt x="18685" y="9249"/>
                    </a:lnTo>
                    <a:lnTo>
                      <a:pt x="18748" y="9207"/>
                    </a:lnTo>
                    <a:lnTo>
                      <a:pt x="18810" y="9207"/>
                    </a:lnTo>
                    <a:lnTo>
                      <a:pt x="18831" y="9270"/>
                    </a:lnTo>
                    <a:lnTo>
                      <a:pt x="18894" y="9207"/>
                    </a:lnTo>
                    <a:lnTo>
                      <a:pt x="18936" y="9207"/>
                    </a:lnTo>
                    <a:lnTo>
                      <a:pt x="18999" y="9249"/>
                    </a:lnTo>
                    <a:lnTo>
                      <a:pt x="19145" y="9249"/>
                    </a:lnTo>
                    <a:lnTo>
                      <a:pt x="19333" y="9311"/>
                    </a:lnTo>
                    <a:lnTo>
                      <a:pt x="19417" y="9249"/>
                    </a:lnTo>
                    <a:lnTo>
                      <a:pt x="19564" y="9249"/>
                    </a:lnTo>
                    <a:lnTo>
                      <a:pt x="19585" y="9291"/>
                    </a:lnTo>
                    <a:lnTo>
                      <a:pt x="19626" y="9291"/>
                    </a:lnTo>
                    <a:lnTo>
                      <a:pt x="19668" y="9270"/>
                    </a:lnTo>
                    <a:lnTo>
                      <a:pt x="19752" y="9249"/>
                    </a:lnTo>
                    <a:lnTo>
                      <a:pt x="19794" y="9270"/>
                    </a:lnTo>
                    <a:lnTo>
                      <a:pt x="19836" y="9353"/>
                    </a:lnTo>
                    <a:lnTo>
                      <a:pt x="19877" y="9353"/>
                    </a:lnTo>
                    <a:lnTo>
                      <a:pt x="19940" y="9311"/>
                    </a:lnTo>
                    <a:lnTo>
                      <a:pt x="19982" y="9353"/>
                    </a:lnTo>
                    <a:lnTo>
                      <a:pt x="20003" y="9416"/>
                    </a:lnTo>
                    <a:lnTo>
                      <a:pt x="20066" y="9416"/>
                    </a:lnTo>
                    <a:lnTo>
                      <a:pt x="20108" y="9374"/>
                    </a:lnTo>
                    <a:lnTo>
                      <a:pt x="20254" y="9353"/>
                    </a:lnTo>
                    <a:lnTo>
                      <a:pt x="20296" y="9270"/>
                    </a:lnTo>
                    <a:lnTo>
                      <a:pt x="20401" y="9249"/>
                    </a:lnTo>
                    <a:lnTo>
                      <a:pt x="20484" y="9249"/>
                    </a:lnTo>
                    <a:lnTo>
                      <a:pt x="20589" y="9144"/>
                    </a:lnTo>
                    <a:lnTo>
                      <a:pt x="20714" y="9081"/>
                    </a:lnTo>
                    <a:lnTo>
                      <a:pt x="20819" y="9060"/>
                    </a:lnTo>
                    <a:lnTo>
                      <a:pt x="20840" y="8998"/>
                    </a:lnTo>
                    <a:lnTo>
                      <a:pt x="20924" y="8998"/>
                    </a:lnTo>
                    <a:lnTo>
                      <a:pt x="21028" y="9039"/>
                    </a:lnTo>
                    <a:lnTo>
                      <a:pt x="21112" y="9039"/>
                    </a:lnTo>
                    <a:lnTo>
                      <a:pt x="21196" y="9081"/>
                    </a:lnTo>
                    <a:lnTo>
                      <a:pt x="21405" y="9081"/>
                    </a:lnTo>
                    <a:lnTo>
                      <a:pt x="21635" y="8935"/>
                    </a:lnTo>
                    <a:lnTo>
                      <a:pt x="21656" y="8851"/>
                    </a:lnTo>
                    <a:lnTo>
                      <a:pt x="21719" y="8851"/>
                    </a:lnTo>
                    <a:lnTo>
                      <a:pt x="21740" y="8893"/>
                    </a:lnTo>
                    <a:lnTo>
                      <a:pt x="21761" y="8851"/>
                    </a:lnTo>
                    <a:lnTo>
                      <a:pt x="21844" y="8788"/>
                    </a:lnTo>
                    <a:lnTo>
                      <a:pt x="21844" y="8726"/>
                    </a:lnTo>
                    <a:lnTo>
                      <a:pt x="21865" y="8663"/>
                    </a:lnTo>
                    <a:lnTo>
                      <a:pt x="21928" y="8684"/>
                    </a:lnTo>
                    <a:lnTo>
                      <a:pt x="21991" y="8684"/>
                    </a:lnTo>
                    <a:lnTo>
                      <a:pt x="22054" y="8642"/>
                    </a:lnTo>
                    <a:lnTo>
                      <a:pt x="22054" y="8579"/>
                    </a:lnTo>
                    <a:lnTo>
                      <a:pt x="22095" y="8621"/>
                    </a:lnTo>
                    <a:lnTo>
                      <a:pt x="22158" y="8621"/>
                    </a:lnTo>
                    <a:lnTo>
                      <a:pt x="22179" y="8663"/>
                    </a:lnTo>
                    <a:lnTo>
                      <a:pt x="22179" y="8726"/>
                    </a:lnTo>
                    <a:lnTo>
                      <a:pt x="22242" y="8767"/>
                    </a:lnTo>
                    <a:lnTo>
                      <a:pt x="22158" y="8830"/>
                    </a:lnTo>
                    <a:lnTo>
                      <a:pt x="22158" y="8893"/>
                    </a:lnTo>
                    <a:lnTo>
                      <a:pt x="22095" y="8977"/>
                    </a:lnTo>
                    <a:lnTo>
                      <a:pt x="22054" y="8998"/>
                    </a:lnTo>
                    <a:lnTo>
                      <a:pt x="22054" y="9060"/>
                    </a:lnTo>
                    <a:lnTo>
                      <a:pt x="22137" y="9081"/>
                    </a:lnTo>
                    <a:lnTo>
                      <a:pt x="22200" y="9165"/>
                    </a:lnTo>
                    <a:lnTo>
                      <a:pt x="22242" y="9144"/>
                    </a:lnTo>
                    <a:lnTo>
                      <a:pt x="22305" y="9144"/>
                    </a:lnTo>
                    <a:lnTo>
                      <a:pt x="22409" y="9186"/>
                    </a:lnTo>
                    <a:lnTo>
                      <a:pt x="22409" y="9207"/>
                    </a:lnTo>
                    <a:cubicBezTo>
                      <a:pt x="22367" y="9207"/>
                      <a:pt x="22305" y="9249"/>
                      <a:pt x="22263" y="9270"/>
                    </a:cubicBezTo>
                    <a:lnTo>
                      <a:pt x="22242" y="9270"/>
                    </a:lnTo>
                    <a:cubicBezTo>
                      <a:pt x="22137" y="9291"/>
                      <a:pt x="22054" y="9353"/>
                      <a:pt x="21949" y="9374"/>
                    </a:cubicBezTo>
                    <a:cubicBezTo>
                      <a:pt x="21886" y="9374"/>
                      <a:pt x="21865" y="9395"/>
                      <a:pt x="21844" y="9458"/>
                    </a:cubicBezTo>
                    <a:lnTo>
                      <a:pt x="21551" y="9521"/>
                    </a:lnTo>
                    <a:lnTo>
                      <a:pt x="21133" y="9563"/>
                    </a:lnTo>
                    <a:lnTo>
                      <a:pt x="21007" y="9521"/>
                    </a:lnTo>
                    <a:lnTo>
                      <a:pt x="20903" y="9521"/>
                    </a:lnTo>
                    <a:lnTo>
                      <a:pt x="20735" y="9730"/>
                    </a:lnTo>
                    <a:lnTo>
                      <a:pt x="20631" y="9793"/>
                    </a:lnTo>
                    <a:lnTo>
                      <a:pt x="20589" y="9876"/>
                    </a:lnTo>
                    <a:lnTo>
                      <a:pt x="20673" y="9918"/>
                    </a:lnTo>
                    <a:lnTo>
                      <a:pt x="20735" y="9876"/>
                    </a:lnTo>
                    <a:lnTo>
                      <a:pt x="20798" y="9876"/>
                    </a:lnTo>
                    <a:lnTo>
                      <a:pt x="20777" y="9981"/>
                    </a:lnTo>
                    <a:lnTo>
                      <a:pt x="20694" y="10023"/>
                    </a:lnTo>
                    <a:lnTo>
                      <a:pt x="20714" y="10086"/>
                    </a:lnTo>
                    <a:lnTo>
                      <a:pt x="20882" y="10107"/>
                    </a:lnTo>
                    <a:lnTo>
                      <a:pt x="20903" y="10148"/>
                    </a:lnTo>
                    <a:lnTo>
                      <a:pt x="21028" y="10127"/>
                    </a:lnTo>
                    <a:lnTo>
                      <a:pt x="21028" y="10044"/>
                    </a:lnTo>
                    <a:lnTo>
                      <a:pt x="20945" y="9981"/>
                    </a:lnTo>
                    <a:lnTo>
                      <a:pt x="20945" y="9897"/>
                    </a:lnTo>
                    <a:lnTo>
                      <a:pt x="21028" y="9876"/>
                    </a:lnTo>
                    <a:lnTo>
                      <a:pt x="21049" y="9918"/>
                    </a:lnTo>
                    <a:lnTo>
                      <a:pt x="21133" y="9918"/>
                    </a:lnTo>
                    <a:lnTo>
                      <a:pt x="21238" y="10002"/>
                    </a:lnTo>
                    <a:lnTo>
                      <a:pt x="21321" y="9981"/>
                    </a:lnTo>
                    <a:lnTo>
                      <a:pt x="21342" y="9876"/>
                    </a:lnTo>
                    <a:lnTo>
                      <a:pt x="21426" y="9814"/>
                    </a:lnTo>
                    <a:lnTo>
                      <a:pt x="21426" y="9918"/>
                    </a:lnTo>
                    <a:lnTo>
                      <a:pt x="21530" y="10023"/>
                    </a:lnTo>
                    <a:lnTo>
                      <a:pt x="21551" y="9981"/>
                    </a:lnTo>
                    <a:lnTo>
                      <a:pt x="21551" y="9897"/>
                    </a:lnTo>
                    <a:lnTo>
                      <a:pt x="21656" y="9897"/>
                    </a:lnTo>
                    <a:lnTo>
                      <a:pt x="21677" y="9814"/>
                    </a:lnTo>
                    <a:lnTo>
                      <a:pt x="21761" y="9814"/>
                    </a:lnTo>
                    <a:lnTo>
                      <a:pt x="21886" y="9772"/>
                    </a:lnTo>
                    <a:cubicBezTo>
                      <a:pt x="21932" y="9802"/>
                      <a:pt x="21989" y="9822"/>
                      <a:pt x="22041" y="9822"/>
                    </a:cubicBezTo>
                    <a:cubicBezTo>
                      <a:pt x="22060" y="9822"/>
                      <a:pt x="22079" y="9819"/>
                      <a:pt x="22095" y="9814"/>
                    </a:cubicBezTo>
                    <a:cubicBezTo>
                      <a:pt x="22116" y="9814"/>
                      <a:pt x="22132" y="9808"/>
                      <a:pt x="22142" y="9803"/>
                    </a:cubicBezTo>
                    <a:lnTo>
                      <a:pt x="22142" y="9803"/>
                    </a:lnTo>
                    <a:lnTo>
                      <a:pt x="22095" y="9835"/>
                    </a:lnTo>
                    <a:lnTo>
                      <a:pt x="22158" y="9918"/>
                    </a:lnTo>
                    <a:lnTo>
                      <a:pt x="22033" y="10044"/>
                    </a:lnTo>
                    <a:lnTo>
                      <a:pt x="21949" y="10002"/>
                    </a:lnTo>
                    <a:lnTo>
                      <a:pt x="21886" y="10044"/>
                    </a:lnTo>
                    <a:lnTo>
                      <a:pt x="21782" y="10044"/>
                    </a:lnTo>
                    <a:lnTo>
                      <a:pt x="21740" y="10002"/>
                    </a:lnTo>
                    <a:lnTo>
                      <a:pt x="21656" y="10002"/>
                    </a:lnTo>
                    <a:lnTo>
                      <a:pt x="21551" y="10190"/>
                    </a:lnTo>
                    <a:lnTo>
                      <a:pt x="21572" y="10316"/>
                    </a:lnTo>
                    <a:lnTo>
                      <a:pt x="21572" y="10462"/>
                    </a:lnTo>
                    <a:lnTo>
                      <a:pt x="21551" y="10316"/>
                    </a:lnTo>
                    <a:lnTo>
                      <a:pt x="21510" y="10316"/>
                    </a:lnTo>
                    <a:lnTo>
                      <a:pt x="21468" y="10232"/>
                    </a:lnTo>
                    <a:lnTo>
                      <a:pt x="21405" y="10232"/>
                    </a:lnTo>
                    <a:lnTo>
                      <a:pt x="21342" y="10337"/>
                    </a:lnTo>
                    <a:lnTo>
                      <a:pt x="21196" y="10379"/>
                    </a:lnTo>
                    <a:lnTo>
                      <a:pt x="21133" y="10400"/>
                    </a:lnTo>
                    <a:lnTo>
                      <a:pt x="21133" y="10316"/>
                    </a:lnTo>
                    <a:lnTo>
                      <a:pt x="21091" y="10316"/>
                    </a:lnTo>
                    <a:lnTo>
                      <a:pt x="21007" y="10420"/>
                    </a:lnTo>
                    <a:lnTo>
                      <a:pt x="20924" y="10441"/>
                    </a:lnTo>
                    <a:lnTo>
                      <a:pt x="20882" y="10400"/>
                    </a:lnTo>
                    <a:lnTo>
                      <a:pt x="20798" y="10400"/>
                    </a:lnTo>
                    <a:lnTo>
                      <a:pt x="20735" y="10483"/>
                    </a:lnTo>
                    <a:lnTo>
                      <a:pt x="20735" y="10504"/>
                    </a:lnTo>
                    <a:lnTo>
                      <a:pt x="20589" y="10525"/>
                    </a:lnTo>
                    <a:lnTo>
                      <a:pt x="20505" y="10588"/>
                    </a:lnTo>
                    <a:lnTo>
                      <a:pt x="20505" y="10692"/>
                    </a:lnTo>
                    <a:lnTo>
                      <a:pt x="20526" y="10797"/>
                    </a:lnTo>
                    <a:lnTo>
                      <a:pt x="20422" y="11069"/>
                    </a:lnTo>
                    <a:lnTo>
                      <a:pt x="20380" y="11278"/>
                    </a:lnTo>
                    <a:lnTo>
                      <a:pt x="20380" y="11362"/>
                    </a:lnTo>
                    <a:lnTo>
                      <a:pt x="20484" y="11446"/>
                    </a:lnTo>
                    <a:lnTo>
                      <a:pt x="20463" y="11488"/>
                    </a:lnTo>
                    <a:lnTo>
                      <a:pt x="20359" y="11529"/>
                    </a:lnTo>
                    <a:lnTo>
                      <a:pt x="20359" y="11592"/>
                    </a:lnTo>
                    <a:lnTo>
                      <a:pt x="20422" y="11697"/>
                    </a:lnTo>
                    <a:lnTo>
                      <a:pt x="20422" y="11801"/>
                    </a:lnTo>
                    <a:lnTo>
                      <a:pt x="20380" y="11864"/>
                    </a:lnTo>
                    <a:lnTo>
                      <a:pt x="20359" y="11801"/>
                    </a:lnTo>
                    <a:lnTo>
                      <a:pt x="20275" y="11864"/>
                    </a:lnTo>
                    <a:lnTo>
                      <a:pt x="20212" y="11843"/>
                    </a:lnTo>
                    <a:lnTo>
                      <a:pt x="20254" y="11760"/>
                    </a:lnTo>
                    <a:lnTo>
                      <a:pt x="20296" y="11739"/>
                    </a:lnTo>
                    <a:lnTo>
                      <a:pt x="20296" y="11634"/>
                    </a:lnTo>
                    <a:lnTo>
                      <a:pt x="20212" y="11634"/>
                    </a:lnTo>
                    <a:lnTo>
                      <a:pt x="20087" y="11864"/>
                    </a:lnTo>
                    <a:lnTo>
                      <a:pt x="20066" y="12115"/>
                    </a:lnTo>
                    <a:lnTo>
                      <a:pt x="20108" y="12408"/>
                    </a:lnTo>
                    <a:lnTo>
                      <a:pt x="20108" y="12785"/>
                    </a:lnTo>
                    <a:lnTo>
                      <a:pt x="20087" y="12408"/>
                    </a:lnTo>
                    <a:lnTo>
                      <a:pt x="20045" y="12220"/>
                    </a:lnTo>
                    <a:lnTo>
                      <a:pt x="19982" y="12178"/>
                    </a:lnTo>
                    <a:lnTo>
                      <a:pt x="20045" y="12073"/>
                    </a:lnTo>
                    <a:lnTo>
                      <a:pt x="20045" y="11990"/>
                    </a:lnTo>
                    <a:lnTo>
                      <a:pt x="19898" y="11906"/>
                    </a:lnTo>
                    <a:lnTo>
                      <a:pt x="19961" y="11780"/>
                    </a:lnTo>
                    <a:lnTo>
                      <a:pt x="19961" y="11571"/>
                    </a:lnTo>
                    <a:lnTo>
                      <a:pt x="19877" y="11446"/>
                    </a:lnTo>
                    <a:lnTo>
                      <a:pt x="19877" y="11236"/>
                    </a:lnTo>
                    <a:lnTo>
                      <a:pt x="19961" y="11111"/>
                    </a:lnTo>
                    <a:lnTo>
                      <a:pt x="20045" y="10923"/>
                    </a:lnTo>
                    <a:lnTo>
                      <a:pt x="20045" y="10755"/>
                    </a:lnTo>
                    <a:lnTo>
                      <a:pt x="20003" y="10755"/>
                    </a:lnTo>
                    <a:lnTo>
                      <a:pt x="19961" y="10839"/>
                    </a:lnTo>
                    <a:lnTo>
                      <a:pt x="19940" y="10964"/>
                    </a:lnTo>
                    <a:lnTo>
                      <a:pt x="19857" y="11048"/>
                    </a:lnTo>
                    <a:lnTo>
                      <a:pt x="19836" y="11027"/>
                    </a:lnTo>
                    <a:lnTo>
                      <a:pt x="19794" y="10902"/>
                    </a:lnTo>
                    <a:lnTo>
                      <a:pt x="19877" y="10713"/>
                    </a:lnTo>
                    <a:lnTo>
                      <a:pt x="19898" y="10609"/>
                    </a:lnTo>
                    <a:lnTo>
                      <a:pt x="19836" y="10546"/>
                    </a:lnTo>
                    <a:lnTo>
                      <a:pt x="19752" y="10630"/>
                    </a:lnTo>
                    <a:lnTo>
                      <a:pt x="19731" y="10609"/>
                    </a:lnTo>
                    <a:lnTo>
                      <a:pt x="19689" y="10546"/>
                    </a:lnTo>
                    <a:lnTo>
                      <a:pt x="19731" y="10483"/>
                    </a:lnTo>
                    <a:lnTo>
                      <a:pt x="19731" y="10337"/>
                    </a:lnTo>
                    <a:lnTo>
                      <a:pt x="19668" y="10337"/>
                    </a:lnTo>
                    <a:lnTo>
                      <a:pt x="19668" y="10295"/>
                    </a:lnTo>
                    <a:lnTo>
                      <a:pt x="19689" y="10232"/>
                    </a:lnTo>
                    <a:lnTo>
                      <a:pt x="19689" y="10127"/>
                    </a:lnTo>
                    <a:lnTo>
                      <a:pt x="19585" y="10169"/>
                    </a:lnTo>
                    <a:lnTo>
                      <a:pt x="19271" y="10274"/>
                    </a:lnTo>
                    <a:lnTo>
                      <a:pt x="19103" y="10379"/>
                    </a:lnTo>
                    <a:lnTo>
                      <a:pt x="19041" y="10337"/>
                    </a:lnTo>
                    <a:lnTo>
                      <a:pt x="19041" y="10295"/>
                    </a:lnTo>
                    <a:lnTo>
                      <a:pt x="18999" y="10295"/>
                    </a:lnTo>
                    <a:lnTo>
                      <a:pt x="18915" y="10379"/>
                    </a:lnTo>
                    <a:lnTo>
                      <a:pt x="18831" y="10379"/>
                    </a:lnTo>
                    <a:lnTo>
                      <a:pt x="18789" y="10295"/>
                    </a:lnTo>
                    <a:lnTo>
                      <a:pt x="18622" y="10420"/>
                    </a:lnTo>
                    <a:lnTo>
                      <a:pt x="18622" y="10337"/>
                    </a:lnTo>
                    <a:lnTo>
                      <a:pt x="18517" y="10295"/>
                    </a:lnTo>
                    <a:lnTo>
                      <a:pt x="18476" y="10295"/>
                    </a:lnTo>
                    <a:lnTo>
                      <a:pt x="18476" y="10337"/>
                    </a:lnTo>
                    <a:lnTo>
                      <a:pt x="18308" y="10337"/>
                    </a:lnTo>
                    <a:lnTo>
                      <a:pt x="18078" y="10232"/>
                    </a:lnTo>
                    <a:lnTo>
                      <a:pt x="17890" y="10232"/>
                    </a:lnTo>
                    <a:lnTo>
                      <a:pt x="17701" y="10127"/>
                    </a:lnTo>
                    <a:lnTo>
                      <a:pt x="17555" y="10127"/>
                    </a:lnTo>
                    <a:lnTo>
                      <a:pt x="17555" y="10023"/>
                    </a:lnTo>
                    <a:lnTo>
                      <a:pt x="17429" y="9918"/>
                    </a:lnTo>
                    <a:lnTo>
                      <a:pt x="17346" y="9981"/>
                    </a:lnTo>
                    <a:lnTo>
                      <a:pt x="17241" y="9897"/>
                    </a:lnTo>
                    <a:lnTo>
                      <a:pt x="17220" y="9772"/>
                    </a:lnTo>
                    <a:lnTo>
                      <a:pt x="17116" y="9709"/>
                    </a:lnTo>
                    <a:lnTo>
                      <a:pt x="17053" y="9667"/>
                    </a:lnTo>
                    <a:lnTo>
                      <a:pt x="17157" y="9646"/>
                    </a:lnTo>
                    <a:lnTo>
                      <a:pt x="17283" y="9646"/>
                    </a:lnTo>
                    <a:lnTo>
                      <a:pt x="17283" y="9500"/>
                    </a:lnTo>
                    <a:lnTo>
                      <a:pt x="17388" y="9437"/>
                    </a:lnTo>
                    <a:lnTo>
                      <a:pt x="17367" y="9353"/>
                    </a:lnTo>
                    <a:lnTo>
                      <a:pt x="17471" y="9353"/>
                    </a:lnTo>
                    <a:lnTo>
                      <a:pt x="17639" y="9395"/>
                    </a:lnTo>
                    <a:lnTo>
                      <a:pt x="17681" y="9374"/>
                    </a:lnTo>
                    <a:lnTo>
                      <a:pt x="17681" y="9332"/>
                    </a:lnTo>
                    <a:lnTo>
                      <a:pt x="17806" y="9332"/>
                    </a:lnTo>
                    <a:lnTo>
                      <a:pt x="18078" y="9395"/>
                    </a:lnTo>
                    <a:lnTo>
                      <a:pt x="18183" y="9291"/>
                    </a:lnTo>
                    <a:lnTo>
                      <a:pt x="18183" y="9165"/>
                    </a:lnTo>
                    <a:lnTo>
                      <a:pt x="18225" y="9060"/>
                    </a:lnTo>
                    <a:lnTo>
                      <a:pt x="18183" y="8935"/>
                    </a:lnTo>
                    <a:lnTo>
                      <a:pt x="18183" y="8809"/>
                    </a:lnTo>
                    <a:lnTo>
                      <a:pt x="18120" y="8705"/>
                    </a:lnTo>
                    <a:lnTo>
                      <a:pt x="18078" y="8537"/>
                    </a:lnTo>
                    <a:lnTo>
                      <a:pt x="17994" y="8516"/>
                    </a:lnTo>
                    <a:lnTo>
                      <a:pt x="17973" y="8433"/>
                    </a:lnTo>
                    <a:lnTo>
                      <a:pt x="17806" y="8286"/>
                    </a:lnTo>
                    <a:lnTo>
                      <a:pt x="17764" y="8286"/>
                    </a:lnTo>
                    <a:lnTo>
                      <a:pt x="17743" y="8349"/>
                    </a:lnTo>
                    <a:lnTo>
                      <a:pt x="17681" y="8349"/>
                    </a:lnTo>
                    <a:lnTo>
                      <a:pt x="17660" y="8286"/>
                    </a:lnTo>
                    <a:lnTo>
                      <a:pt x="17492" y="8203"/>
                    </a:lnTo>
                    <a:lnTo>
                      <a:pt x="17492" y="8244"/>
                    </a:lnTo>
                    <a:lnTo>
                      <a:pt x="17597" y="8328"/>
                    </a:lnTo>
                    <a:lnTo>
                      <a:pt x="17576" y="8391"/>
                    </a:lnTo>
                    <a:lnTo>
                      <a:pt x="17639" y="8454"/>
                    </a:lnTo>
                    <a:lnTo>
                      <a:pt x="17576" y="8558"/>
                    </a:lnTo>
                    <a:lnTo>
                      <a:pt x="17492" y="8454"/>
                    </a:lnTo>
                    <a:lnTo>
                      <a:pt x="17492" y="8349"/>
                    </a:lnTo>
                    <a:lnTo>
                      <a:pt x="17388" y="8349"/>
                    </a:lnTo>
                    <a:lnTo>
                      <a:pt x="17220" y="8244"/>
                    </a:lnTo>
                    <a:lnTo>
                      <a:pt x="17178" y="8182"/>
                    </a:lnTo>
                    <a:lnTo>
                      <a:pt x="17137" y="8223"/>
                    </a:lnTo>
                    <a:lnTo>
                      <a:pt x="17053" y="8182"/>
                    </a:lnTo>
                    <a:lnTo>
                      <a:pt x="17011" y="8077"/>
                    </a:lnTo>
                    <a:lnTo>
                      <a:pt x="16906" y="7993"/>
                    </a:lnTo>
                    <a:lnTo>
                      <a:pt x="16739" y="7993"/>
                    </a:lnTo>
                    <a:lnTo>
                      <a:pt x="16551" y="7805"/>
                    </a:lnTo>
                    <a:lnTo>
                      <a:pt x="16404" y="7721"/>
                    </a:lnTo>
                    <a:lnTo>
                      <a:pt x="16383" y="7617"/>
                    </a:lnTo>
                    <a:lnTo>
                      <a:pt x="15902" y="7345"/>
                    </a:lnTo>
                    <a:lnTo>
                      <a:pt x="15776" y="7135"/>
                    </a:lnTo>
                    <a:lnTo>
                      <a:pt x="15776" y="6968"/>
                    </a:lnTo>
                    <a:lnTo>
                      <a:pt x="15672" y="6717"/>
                    </a:lnTo>
                    <a:lnTo>
                      <a:pt x="15672" y="6612"/>
                    </a:lnTo>
                    <a:lnTo>
                      <a:pt x="15567" y="6612"/>
                    </a:lnTo>
                    <a:lnTo>
                      <a:pt x="15442" y="6508"/>
                    </a:lnTo>
                    <a:lnTo>
                      <a:pt x="15337" y="6508"/>
                    </a:lnTo>
                    <a:lnTo>
                      <a:pt x="15253" y="6424"/>
                    </a:lnTo>
                    <a:lnTo>
                      <a:pt x="15149" y="6403"/>
                    </a:lnTo>
                    <a:lnTo>
                      <a:pt x="15065" y="6319"/>
                    </a:lnTo>
                    <a:lnTo>
                      <a:pt x="14940" y="6361"/>
                    </a:lnTo>
                    <a:lnTo>
                      <a:pt x="14793" y="6487"/>
                    </a:lnTo>
                    <a:lnTo>
                      <a:pt x="14688" y="6696"/>
                    </a:lnTo>
                    <a:lnTo>
                      <a:pt x="14584" y="6738"/>
                    </a:lnTo>
                    <a:lnTo>
                      <a:pt x="14479" y="6801"/>
                    </a:lnTo>
                    <a:lnTo>
                      <a:pt x="14375" y="6801"/>
                    </a:lnTo>
                    <a:lnTo>
                      <a:pt x="14312" y="6738"/>
                    </a:lnTo>
                    <a:lnTo>
                      <a:pt x="14144" y="6696"/>
                    </a:lnTo>
                    <a:lnTo>
                      <a:pt x="14061" y="6633"/>
                    </a:lnTo>
                    <a:lnTo>
                      <a:pt x="14144" y="6529"/>
                    </a:lnTo>
                    <a:lnTo>
                      <a:pt x="14207" y="6466"/>
                    </a:lnTo>
                    <a:lnTo>
                      <a:pt x="14270" y="6466"/>
                    </a:lnTo>
                    <a:lnTo>
                      <a:pt x="14375" y="6361"/>
                    </a:lnTo>
                    <a:lnTo>
                      <a:pt x="14458" y="6319"/>
                    </a:lnTo>
                    <a:lnTo>
                      <a:pt x="14479" y="6257"/>
                    </a:lnTo>
                    <a:lnTo>
                      <a:pt x="14458" y="6215"/>
                    </a:lnTo>
                    <a:lnTo>
                      <a:pt x="14375" y="6236"/>
                    </a:lnTo>
                    <a:lnTo>
                      <a:pt x="14333" y="6194"/>
                    </a:lnTo>
                    <a:lnTo>
                      <a:pt x="14354" y="6110"/>
                    </a:lnTo>
                    <a:lnTo>
                      <a:pt x="14458" y="6006"/>
                    </a:lnTo>
                    <a:lnTo>
                      <a:pt x="14437" y="5943"/>
                    </a:lnTo>
                    <a:lnTo>
                      <a:pt x="14542" y="5838"/>
                    </a:lnTo>
                    <a:lnTo>
                      <a:pt x="14542" y="5754"/>
                    </a:lnTo>
                    <a:lnTo>
                      <a:pt x="14521" y="5629"/>
                    </a:lnTo>
                    <a:lnTo>
                      <a:pt x="14375" y="5650"/>
                    </a:lnTo>
                    <a:lnTo>
                      <a:pt x="14375" y="5734"/>
                    </a:lnTo>
                    <a:lnTo>
                      <a:pt x="14165" y="5880"/>
                    </a:lnTo>
                    <a:lnTo>
                      <a:pt x="14061" y="5838"/>
                    </a:lnTo>
                    <a:lnTo>
                      <a:pt x="14165" y="6047"/>
                    </a:lnTo>
                    <a:lnTo>
                      <a:pt x="14103" y="6131"/>
                    </a:lnTo>
                    <a:lnTo>
                      <a:pt x="14061" y="6026"/>
                    </a:lnTo>
                    <a:lnTo>
                      <a:pt x="13914" y="6026"/>
                    </a:lnTo>
                    <a:lnTo>
                      <a:pt x="13810" y="6131"/>
                    </a:lnTo>
                    <a:lnTo>
                      <a:pt x="13893" y="6152"/>
                    </a:lnTo>
                    <a:lnTo>
                      <a:pt x="13851" y="6298"/>
                    </a:lnTo>
                    <a:lnTo>
                      <a:pt x="13747" y="6236"/>
                    </a:lnTo>
                    <a:lnTo>
                      <a:pt x="13642" y="6319"/>
                    </a:lnTo>
                    <a:lnTo>
                      <a:pt x="13684" y="6403"/>
                    </a:lnTo>
                    <a:lnTo>
                      <a:pt x="13789" y="6403"/>
                    </a:lnTo>
                    <a:lnTo>
                      <a:pt x="13831" y="6466"/>
                    </a:lnTo>
                    <a:lnTo>
                      <a:pt x="13642" y="6570"/>
                    </a:lnTo>
                    <a:lnTo>
                      <a:pt x="13579" y="6424"/>
                    </a:lnTo>
                    <a:lnTo>
                      <a:pt x="13433" y="6361"/>
                    </a:lnTo>
                    <a:lnTo>
                      <a:pt x="13391" y="6236"/>
                    </a:lnTo>
                    <a:lnTo>
                      <a:pt x="13391" y="5713"/>
                    </a:lnTo>
                    <a:lnTo>
                      <a:pt x="13496" y="5503"/>
                    </a:lnTo>
                    <a:lnTo>
                      <a:pt x="13475" y="5148"/>
                    </a:lnTo>
                    <a:lnTo>
                      <a:pt x="13538" y="5001"/>
                    </a:lnTo>
                    <a:lnTo>
                      <a:pt x="13517" y="4562"/>
                    </a:lnTo>
                    <a:lnTo>
                      <a:pt x="13517" y="4625"/>
                    </a:lnTo>
                    <a:lnTo>
                      <a:pt x="13370" y="4687"/>
                    </a:lnTo>
                    <a:lnTo>
                      <a:pt x="13266" y="4855"/>
                    </a:lnTo>
                    <a:lnTo>
                      <a:pt x="13349" y="4938"/>
                    </a:lnTo>
                    <a:lnTo>
                      <a:pt x="13287" y="5001"/>
                    </a:lnTo>
                    <a:lnTo>
                      <a:pt x="13349" y="5148"/>
                    </a:lnTo>
                    <a:lnTo>
                      <a:pt x="13307" y="5315"/>
                    </a:lnTo>
                    <a:lnTo>
                      <a:pt x="13245" y="5294"/>
                    </a:lnTo>
                    <a:lnTo>
                      <a:pt x="13161" y="5210"/>
                    </a:lnTo>
                    <a:lnTo>
                      <a:pt x="13119" y="5294"/>
                    </a:lnTo>
                    <a:lnTo>
                      <a:pt x="13119" y="5378"/>
                    </a:lnTo>
                    <a:lnTo>
                      <a:pt x="13056" y="5315"/>
                    </a:lnTo>
                    <a:lnTo>
                      <a:pt x="12952" y="5399"/>
                    </a:lnTo>
                    <a:lnTo>
                      <a:pt x="12952" y="5482"/>
                    </a:lnTo>
                    <a:lnTo>
                      <a:pt x="12889" y="5482"/>
                    </a:lnTo>
                    <a:lnTo>
                      <a:pt x="12638" y="5608"/>
                    </a:lnTo>
                    <a:lnTo>
                      <a:pt x="12491" y="5775"/>
                    </a:lnTo>
                    <a:lnTo>
                      <a:pt x="12429" y="5692"/>
                    </a:lnTo>
                    <a:lnTo>
                      <a:pt x="12429" y="5587"/>
                    </a:lnTo>
                    <a:lnTo>
                      <a:pt x="12575" y="5524"/>
                    </a:lnTo>
                    <a:lnTo>
                      <a:pt x="12596" y="5420"/>
                    </a:lnTo>
                    <a:lnTo>
                      <a:pt x="12491" y="5420"/>
                    </a:lnTo>
                    <a:lnTo>
                      <a:pt x="12387" y="5482"/>
                    </a:lnTo>
                    <a:lnTo>
                      <a:pt x="12178" y="5482"/>
                    </a:lnTo>
                    <a:lnTo>
                      <a:pt x="12052" y="5566"/>
                    </a:lnTo>
                    <a:lnTo>
                      <a:pt x="11780" y="5566"/>
                    </a:lnTo>
                    <a:lnTo>
                      <a:pt x="11424" y="5817"/>
                    </a:lnTo>
                    <a:lnTo>
                      <a:pt x="11257" y="5880"/>
                    </a:lnTo>
                    <a:lnTo>
                      <a:pt x="11111" y="6089"/>
                    </a:lnTo>
                    <a:lnTo>
                      <a:pt x="11090" y="5985"/>
                    </a:lnTo>
                    <a:lnTo>
                      <a:pt x="11215" y="5796"/>
                    </a:lnTo>
                    <a:lnTo>
                      <a:pt x="11173" y="5713"/>
                    </a:lnTo>
                    <a:lnTo>
                      <a:pt x="10985" y="5817"/>
                    </a:lnTo>
                    <a:lnTo>
                      <a:pt x="10964" y="5775"/>
                    </a:lnTo>
                    <a:lnTo>
                      <a:pt x="10880" y="5796"/>
                    </a:lnTo>
                    <a:lnTo>
                      <a:pt x="10797" y="5838"/>
                    </a:lnTo>
                    <a:lnTo>
                      <a:pt x="10734" y="5775"/>
                    </a:lnTo>
                    <a:lnTo>
                      <a:pt x="10629" y="5796"/>
                    </a:lnTo>
                    <a:lnTo>
                      <a:pt x="10587" y="5880"/>
                    </a:lnTo>
                    <a:lnTo>
                      <a:pt x="10315" y="6047"/>
                    </a:lnTo>
                    <a:lnTo>
                      <a:pt x="10211" y="6047"/>
                    </a:lnTo>
                    <a:lnTo>
                      <a:pt x="10022" y="6110"/>
                    </a:lnTo>
                    <a:lnTo>
                      <a:pt x="9897" y="6257"/>
                    </a:lnTo>
                    <a:lnTo>
                      <a:pt x="9939" y="6361"/>
                    </a:lnTo>
                    <a:lnTo>
                      <a:pt x="9834" y="6340"/>
                    </a:lnTo>
                    <a:lnTo>
                      <a:pt x="9792" y="6403"/>
                    </a:lnTo>
                    <a:lnTo>
                      <a:pt x="9688" y="6361"/>
                    </a:lnTo>
                    <a:lnTo>
                      <a:pt x="9657" y="6408"/>
                    </a:lnTo>
                    <a:lnTo>
                      <a:pt x="9657" y="6408"/>
                    </a:lnTo>
                    <a:lnTo>
                      <a:pt x="9583" y="6319"/>
                    </a:lnTo>
                    <a:lnTo>
                      <a:pt x="9625" y="6215"/>
                    </a:lnTo>
                    <a:lnTo>
                      <a:pt x="9709" y="6215"/>
                    </a:lnTo>
                    <a:lnTo>
                      <a:pt x="9792" y="6110"/>
                    </a:lnTo>
                    <a:lnTo>
                      <a:pt x="9897" y="6026"/>
                    </a:lnTo>
                    <a:lnTo>
                      <a:pt x="9939" y="6068"/>
                    </a:lnTo>
                    <a:lnTo>
                      <a:pt x="10022" y="6026"/>
                    </a:lnTo>
                    <a:lnTo>
                      <a:pt x="10043" y="5943"/>
                    </a:lnTo>
                    <a:lnTo>
                      <a:pt x="10169" y="5838"/>
                    </a:lnTo>
                    <a:lnTo>
                      <a:pt x="10211" y="5901"/>
                    </a:lnTo>
                    <a:lnTo>
                      <a:pt x="10462" y="5796"/>
                    </a:lnTo>
                    <a:lnTo>
                      <a:pt x="10546" y="5650"/>
                    </a:lnTo>
                    <a:lnTo>
                      <a:pt x="10671" y="5608"/>
                    </a:lnTo>
                    <a:lnTo>
                      <a:pt x="10880" y="5629"/>
                    </a:lnTo>
                    <a:lnTo>
                      <a:pt x="10901" y="5587"/>
                    </a:lnTo>
                    <a:lnTo>
                      <a:pt x="11090" y="5587"/>
                    </a:lnTo>
                    <a:lnTo>
                      <a:pt x="11278" y="5503"/>
                    </a:lnTo>
                    <a:lnTo>
                      <a:pt x="11320" y="5587"/>
                    </a:lnTo>
                    <a:lnTo>
                      <a:pt x="11383" y="5587"/>
                    </a:lnTo>
                    <a:lnTo>
                      <a:pt x="11445" y="5524"/>
                    </a:lnTo>
                    <a:lnTo>
                      <a:pt x="11529" y="5524"/>
                    </a:lnTo>
                    <a:lnTo>
                      <a:pt x="11675" y="5503"/>
                    </a:lnTo>
                    <a:lnTo>
                      <a:pt x="11738" y="5399"/>
                    </a:lnTo>
                    <a:lnTo>
                      <a:pt x="11989" y="5315"/>
                    </a:lnTo>
                    <a:lnTo>
                      <a:pt x="12240" y="5231"/>
                    </a:lnTo>
                    <a:lnTo>
                      <a:pt x="12261" y="5127"/>
                    </a:lnTo>
                    <a:lnTo>
                      <a:pt x="12324" y="5127"/>
                    </a:lnTo>
                    <a:lnTo>
                      <a:pt x="12366" y="5085"/>
                    </a:lnTo>
                    <a:lnTo>
                      <a:pt x="12324" y="5022"/>
                    </a:lnTo>
                    <a:lnTo>
                      <a:pt x="12324" y="4918"/>
                    </a:lnTo>
                    <a:lnTo>
                      <a:pt x="12240" y="4876"/>
                    </a:lnTo>
                    <a:lnTo>
                      <a:pt x="12219" y="4918"/>
                    </a:lnTo>
                    <a:lnTo>
                      <a:pt x="12219" y="5001"/>
                    </a:lnTo>
                    <a:lnTo>
                      <a:pt x="12115" y="5022"/>
                    </a:lnTo>
                    <a:lnTo>
                      <a:pt x="12073" y="4980"/>
                    </a:lnTo>
                    <a:lnTo>
                      <a:pt x="12031" y="4980"/>
                    </a:lnTo>
                    <a:lnTo>
                      <a:pt x="12010" y="4938"/>
                    </a:lnTo>
                    <a:lnTo>
                      <a:pt x="11885" y="4938"/>
                    </a:lnTo>
                    <a:lnTo>
                      <a:pt x="11696" y="5001"/>
                    </a:lnTo>
                    <a:lnTo>
                      <a:pt x="11634" y="5106"/>
                    </a:lnTo>
                    <a:lnTo>
                      <a:pt x="11571" y="5169"/>
                    </a:lnTo>
                    <a:lnTo>
                      <a:pt x="11508" y="5085"/>
                    </a:lnTo>
                    <a:lnTo>
                      <a:pt x="11466" y="5085"/>
                    </a:lnTo>
                    <a:lnTo>
                      <a:pt x="11362" y="5169"/>
                    </a:lnTo>
                    <a:lnTo>
                      <a:pt x="11090" y="5252"/>
                    </a:lnTo>
                    <a:lnTo>
                      <a:pt x="10755" y="5273"/>
                    </a:lnTo>
                    <a:lnTo>
                      <a:pt x="10692" y="5210"/>
                    </a:lnTo>
                    <a:lnTo>
                      <a:pt x="10629" y="5210"/>
                    </a:lnTo>
                    <a:lnTo>
                      <a:pt x="10650" y="5273"/>
                    </a:lnTo>
                    <a:lnTo>
                      <a:pt x="10587" y="5315"/>
                    </a:lnTo>
                    <a:lnTo>
                      <a:pt x="10483" y="5294"/>
                    </a:lnTo>
                    <a:lnTo>
                      <a:pt x="10420" y="5294"/>
                    </a:lnTo>
                    <a:lnTo>
                      <a:pt x="10357" y="5420"/>
                    </a:lnTo>
                    <a:lnTo>
                      <a:pt x="10211" y="5587"/>
                    </a:lnTo>
                    <a:lnTo>
                      <a:pt x="10148" y="5524"/>
                    </a:lnTo>
                    <a:lnTo>
                      <a:pt x="10043" y="5524"/>
                    </a:lnTo>
                    <a:lnTo>
                      <a:pt x="10022" y="5503"/>
                    </a:lnTo>
                    <a:lnTo>
                      <a:pt x="9897" y="5503"/>
                    </a:lnTo>
                    <a:lnTo>
                      <a:pt x="9813" y="5566"/>
                    </a:lnTo>
                    <a:lnTo>
                      <a:pt x="9730" y="5566"/>
                    </a:lnTo>
                    <a:lnTo>
                      <a:pt x="9688" y="5629"/>
                    </a:lnTo>
                    <a:lnTo>
                      <a:pt x="9583" y="5671"/>
                    </a:lnTo>
                    <a:lnTo>
                      <a:pt x="9478" y="5734"/>
                    </a:lnTo>
                    <a:lnTo>
                      <a:pt x="9311" y="5817"/>
                    </a:lnTo>
                    <a:lnTo>
                      <a:pt x="9123" y="5880"/>
                    </a:lnTo>
                    <a:lnTo>
                      <a:pt x="9081" y="5985"/>
                    </a:lnTo>
                    <a:lnTo>
                      <a:pt x="9081" y="6152"/>
                    </a:lnTo>
                    <a:lnTo>
                      <a:pt x="9102" y="6466"/>
                    </a:lnTo>
                    <a:lnTo>
                      <a:pt x="9081" y="6633"/>
                    </a:lnTo>
                    <a:lnTo>
                      <a:pt x="9018" y="6612"/>
                    </a:lnTo>
                    <a:lnTo>
                      <a:pt x="8955" y="6654"/>
                    </a:lnTo>
                    <a:lnTo>
                      <a:pt x="8704" y="6863"/>
                    </a:lnTo>
                    <a:lnTo>
                      <a:pt x="8788" y="6759"/>
                    </a:lnTo>
                    <a:lnTo>
                      <a:pt x="8893" y="6633"/>
                    </a:lnTo>
                    <a:lnTo>
                      <a:pt x="8914" y="6550"/>
                    </a:lnTo>
                    <a:lnTo>
                      <a:pt x="8872" y="6529"/>
                    </a:lnTo>
                    <a:lnTo>
                      <a:pt x="8872" y="6445"/>
                    </a:lnTo>
                    <a:lnTo>
                      <a:pt x="8746" y="6257"/>
                    </a:lnTo>
                    <a:lnTo>
                      <a:pt x="8662" y="6257"/>
                    </a:lnTo>
                    <a:lnTo>
                      <a:pt x="8600" y="6173"/>
                    </a:lnTo>
                    <a:lnTo>
                      <a:pt x="8537" y="6152"/>
                    </a:lnTo>
                    <a:lnTo>
                      <a:pt x="8537" y="6006"/>
                    </a:lnTo>
                    <a:lnTo>
                      <a:pt x="8390" y="5817"/>
                    </a:lnTo>
                    <a:lnTo>
                      <a:pt x="8370" y="5817"/>
                    </a:lnTo>
                    <a:lnTo>
                      <a:pt x="8286" y="5796"/>
                    </a:lnTo>
                    <a:lnTo>
                      <a:pt x="8265" y="5692"/>
                    </a:lnTo>
                    <a:lnTo>
                      <a:pt x="8181" y="5629"/>
                    </a:lnTo>
                    <a:lnTo>
                      <a:pt x="8139" y="5671"/>
                    </a:lnTo>
                    <a:lnTo>
                      <a:pt x="8035" y="5587"/>
                    </a:lnTo>
                    <a:lnTo>
                      <a:pt x="7846" y="5378"/>
                    </a:lnTo>
                    <a:lnTo>
                      <a:pt x="7805" y="5190"/>
                    </a:lnTo>
                    <a:lnTo>
                      <a:pt x="7805" y="5001"/>
                    </a:lnTo>
                    <a:lnTo>
                      <a:pt x="7763" y="4980"/>
                    </a:lnTo>
                    <a:lnTo>
                      <a:pt x="7721" y="5043"/>
                    </a:lnTo>
                    <a:lnTo>
                      <a:pt x="7658" y="5001"/>
                    </a:lnTo>
                    <a:lnTo>
                      <a:pt x="7616" y="4876"/>
                    </a:lnTo>
                    <a:lnTo>
                      <a:pt x="7658" y="4750"/>
                    </a:lnTo>
                    <a:lnTo>
                      <a:pt x="7637" y="4729"/>
                    </a:lnTo>
                    <a:lnTo>
                      <a:pt x="7658" y="4646"/>
                    </a:lnTo>
                    <a:lnTo>
                      <a:pt x="7533" y="4520"/>
                    </a:lnTo>
                    <a:lnTo>
                      <a:pt x="7533" y="4415"/>
                    </a:lnTo>
                    <a:lnTo>
                      <a:pt x="7428" y="4332"/>
                    </a:lnTo>
                    <a:lnTo>
                      <a:pt x="7386" y="4332"/>
                    </a:lnTo>
                    <a:lnTo>
                      <a:pt x="7323" y="4248"/>
                    </a:lnTo>
                    <a:lnTo>
                      <a:pt x="7219" y="4164"/>
                    </a:lnTo>
                    <a:lnTo>
                      <a:pt x="7114" y="4164"/>
                    </a:lnTo>
                    <a:lnTo>
                      <a:pt x="6800" y="3934"/>
                    </a:lnTo>
                    <a:lnTo>
                      <a:pt x="6717" y="3934"/>
                    </a:lnTo>
                    <a:lnTo>
                      <a:pt x="6696" y="3850"/>
                    </a:lnTo>
                    <a:lnTo>
                      <a:pt x="0" y="16091"/>
                    </a:lnTo>
                    <a:lnTo>
                      <a:pt x="377" y="16091"/>
                    </a:lnTo>
                    <a:lnTo>
                      <a:pt x="502" y="16153"/>
                    </a:lnTo>
                    <a:lnTo>
                      <a:pt x="711" y="16007"/>
                    </a:lnTo>
                    <a:lnTo>
                      <a:pt x="1004" y="16049"/>
                    </a:lnTo>
                    <a:lnTo>
                      <a:pt x="858" y="16300"/>
                    </a:lnTo>
                    <a:lnTo>
                      <a:pt x="921" y="16446"/>
                    </a:lnTo>
                    <a:lnTo>
                      <a:pt x="1025" y="16718"/>
                    </a:lnTo>
                    <a:lnTo>
                      <a:pt x="1172" y="17388"/>
                    </a:lnTo>
                    <a:lnTo>
                      <a:pt x="1235" y="17534"/>
                    </a:lnTo>
                    <a:lnTo>
                      <a:pt x="1130" y="17702"/>
                    </a:lnTo>
                    <a:lnTo>
                      <a:pt x="1130" y="17765"/>
                    </a:lnTo>
                    <a:lnTo>
                      <a:pt x="1172" y="17765"/>
                    </a:lnTo>
                    <a:lnTo>
                      <a:pt x="1381" y="17744"/>
                    </a:lnTo>
                    <a:lnTo>
                      <a:pt x="1569" y="17723"/>
                    </a:lnTo>
                    <a:lnTo>
                      <a:pt x="1695" y="17639"/>
                    </a:lnTo>
                    <a:lnTo>
                      <a:pt x="1862" y="17409"/>
                    </a:lnTo>
                    <a:lnTo>
                      <a:pt x="1988" y="17283"/>
                    </a:lnTo>
                    <a:lnTo>
                      <a:pt x="2197" y="17200"/>
                    </a:lnTo>
                    <a:lnTo>
                      <a:pt x="2260" y="17179"/>
                    </a:lnTo>
                    <a:lnTo>
                      <a:pt x="2469" y="17116"/>
                    </a:lnTo>
                    <a:lnTo>
                      <a:pt x="2636" y="17116"/>
                    </a:lnTo>
                    <a:lnTo>
                      <a:pt x="2783" y="17221"/>
                    </a:lnTo>
                    <a:lnTo>
                      <a:pt x="2783" y="17325"/>
                    </a:lnTo>
                    <a:lnTo>
                      <a:pt x="2804" y="17409"/>
                    </a:lnTo>
                    <a:lnTo>
                      <a:pt x="2720" y="17555"/>
                    </a:lnTo>
                    <a:lnTo>
                      <a:pt x="2699" y="17639"/>
                    </a:lnTo>
                    <a:lnTo>
                      <a:pt x="2825" y="17974"/>
                    </a:lnTo>
                    <a:lnTo>
                      <a:pt x="2804" y="18078"/>
                    </a:lnTo>
                    <a:lnTo>
                      <a:pt x="2846" y="18288"/>
                    </a:lnTo>
                    <a:lnTo>
                      <a:pt x="2992" y="18455"/>
                    </a:lnTo>
                    <a:lnTo>
                      <a:pt x="3013" y="18664"/>
                    </a:lnTo>
                    <a:lnTo>
                      <a:pt x="3055" y="18748"/>
                    </a:lnTo>
                    <a:lnTo>
                      <a:pt x="3097" y="18853"/>
                    </a:lnTo>
                    <a:lnTo>
                      <a:pt x="3034" y="18957"/>
                    </a:lnTo>
                    <a:lnTo>
                      <a:pt x="3034" y="19062"/>
                    </a:lnTo>
                    <a:lnTo>
                      <a:pt x="3055" y="19146"/>
                    </a:lnTo>
                    <a:lnTo>
                      <a:pt x="3013" y="19501"/>
                    </a:lnTo>
                    <a:lnTo>
                      <a:pt x="3013" y="19920"/>
                    </a:lnTo>
                    <a:lnTo>
                      <a:pt x="3034" y="20338"/>
                    </a:lnTo>
                    <a:lnTo>
                      <a:pt x="2929" y="20380"/>
                    </a:lnTo>
                    <a:lnTo>
                      <a:pt x="2929" y="20464"/>
                    </a:lnTo>
                    <a:lnTo>
                      <a:pt x="2971" y="20464"/>
                    </a:lnTo>
                    <a:lnTo>
                      <a:pt x="3055" y="20527"/>
                    </a:lnTo>
                    <a:lnTo>
                      <a:pt x="3076" y="20568"/>
                    </a:lnTo>
                    <a:lnTo>
                      <a:pt x="3034" y="20589"/>
                    </a:lnTo>
                    <a:lnTo>
                      <a:pt x="2971" y="20652"/>
                    </a:lnTo>
                    <a:lnTo>
                      <a:pt x="3013" y="20736"/>
                    </a:lnTo>
                    <a:lnTo>
                      <a:pt x="3055" y="20778"/>
                    </a:lnTo>
                    <a:lnTo>
                      <a:pt x="3076" y="20861"/>
                    </a:lnTo>
                    <a:lnTo>
                      <a:pt x="3055" y="20903"/>
                    </a:lnTo>
                    <a:lnTo>
                      <a:pt x="3055" y="20966"/>
                    </a:lnTo>
                    <a:lnTo>
                      <a:pt x="3160" y="20966"/>
                    </a:lnTo>
                    <a:lnTo>
                      <a:pt x="3243" y="20987"/>
                    </a:lnTo>
                    <a:lnTo>
                      <a:pt x="3348" y="21154"/>
                    </a:lnTo>
                    <a:lnTo>
                      <a:pt x="3369" y="21217"/>
                    </a:lnTo>
                    <a:lnTo>
                      <a:pt x="3452" y="21280"/>
                    </a:lnTo>
                    <a:lnTo>
                      <a:pt x="3578" y="21363"/>
                    </a:lnTo>
                    <a:lnTo>
                      <a:pt x="3641" y="21468"/>
                    </a:lnTo>
                    <a:lnTo>
                      <a:pt x="3641" y="21573"/>
                    </a:lnTo>
                    <a:lnTo>
                      <a:pt x="3683" y="21594"/>
                    </a:lnTo>
                    <a:lnTo>
                      <a:pt x="3704" y="21635"/>
                    </a:lnTo>
                    <a:lnTo>
                      <a:pt x="3683" y="21698"/>
                    </a:lnTo>
                    <a:lnTo>
                      <a:pt x="3683" y="21740"/>
                    </a:lnTo>
                    <a:lnTo>
                      <a:pt x="3641" y="21782"/>
                    </a:lnTo>
                    <a:lnTo>
                      <a:pt x="3641" y="21845"/>
                    </a:lnTo>
                    <a:lnTo>
                      <a:pt x="3641" y="21887"/>
                    </a:lnTo>
                    <a:lnTo>
                      <a:pt x="3662" y="21907"/>
                    </a:lnTo>
                    <a:lnTo>
                      <a:pt x="3599" y="22033"/>
                    </a:lnTo>
                    <a:lnTo>
                      <a:pt x="3452" y="22326"/>
                    </a:lnTo>
                    <a:lnTo>
                      <a:pt x="3432" y="22514"/>
                    </a:lnTo>
                    <a:lnTo>
                      <a:pt x="3285" y="22661"/>
                    </a:lnTo>
                    <a:lnTo>
                      <a:pt x="3285" y="22744"/>
                    </a:lnTo>
                    <a:lnTo>
                      <a:pt x="3327" y="22744"/>
                    </a:lnTo>
                    <a:lnTo>
                      <a:pt x="3494" y="22535"/>
                    </a:lnTo>
                    <a:lnTo>
                      <a:pt x="3536" y="22410"/>
                    </a:lnTo>
                    <a:lnTo>
                      <a:pt x="3662" y="22305"/>
                    </a:lnTo>
                    <a:lnTo>
                      <a:pt x="3683" y="22347"/>
                    </a:lnTo>
                    <a:lnTo>
                      <a:pt x="3766" y="22368"/>
                    </a:lnTo>
                    <a:lnTo>
                      <a:pt x="3766" y="22431"/>
                    </a:lnTo>
                    <a:lnTo>
                      <a:pt x="3599" y="22514"/>
                    </a:lnTo>
                    <a:lnTo>
                      <a:pt x="3557" y="22619"/>
                    </a:lnTo>
                    <a:lnTo>
                      <a:pt x="3390" y="22786"/>
                    </a:lnTo>
                    <a:lnTo>
                      <a:pt x="3390" y="22828"/>
                    </a:lnTo>
                    <a:lnTo>
                      <a:pt x="3473" y="22828"/>
                    </a:lnTo>
                    <a:lnTo>
                      <a:pt x="3432" y="22870"/>
                    </a:lnTo>
                    <a:lnTo>
                      <a:pt x="3285" y="22849"/>
                    </a:lnTo>
                    <a:lnTo>
                      <a:pt x="3222" y="22870"/>
                    </a:lnTo>
                    <a:lnTo>
                      <a:pt x="3160" y="23037"/>
                    </a:lnTo>
                    <a:lnTo>
                      <a:pt x="3055" y="23142"/>
                    </a:lnTo>
                    <a:lnTo>
                      <a:pt x="3076" y="23268"/>
                    </a:lnTo>
                    <a:lnTo>
                      <a:pt x="3034" y="23247"/>
                    </a:lnTo>
                    <a:lnTo>
                      <a:pt x="2971" y="23184"/>
                    </a:lnTo>
                    <a:lnTo>
                      <a:pt x="2908" y="23247"/>
                    </a:lnTo>
                    <a:lnTo>
                      <a:pt x="2908" y="23393"/>
                    </a:lnTo>
                    <a:lnTo>
                      <a:pt x="3013" y="23393"/>
                    </a:lnTo>
                    <a:lnTo>
                      <a:pt x="3034" y="23477"/>
                    </a:lnTo>
                    <a:lnTo>
                      <a:pt x="2971" y="23665"/>
                    </a:lnTo>
                    <a:lnTo>
                      <a:pt x="2950" y="23937"/>
                    </a:lnTo>
                    <a:lnTo>
                      <a:pt x="3013" y="24125"/>
                    </a:lnTo>
                    <a:lnTo>
                      <a:pt x="3076" y="24293"/>
                    </a:lnTo>
                    <a:lnTo>
                      <a:pt x="3160" y="24314"/>
                    </a:lnTo>
                    <a:lnTo>
                      <a:pt x="3180" y="24230"/>
                    </a:lnTo>
                    <a:lnTo>
                      <a:pt x="3264" y="24146"/>
                    </a:lnTo>
                    <a:lnTo>
                      <a:pt x="3452" y="24104"/>
                    </a:lnTo>
                    <a:lnTo>
                      <a:pt x="3557" y="24021"/>
                    </a:lnTo>
                    <a:lnTo>
                      <a:pt x="3662" y="23895"/>
                    </a:lnTo>
                    <a:lnTo>
                      <a:pt x="3704" y="23895"/>
                    </a:lnTo>
                    <a:lnTo>
                      <a:pt x="3704" y="24021"/>
                    </a:lnTo>
                    <a:lnTo>
                      <a:pt x="3662" y="24125"/>
                    </a:lnTo>
                    <a:lnTo>
                      <a:pt x="3599" y="24146"/>
                    </a:lnTo>
                    <a:lnTo>
                      <a:pt x="3536" y="24251"/>
                    </a:lnTo>
                    <a:lnTo>
                      <a:pt x="3536" y="24314"/>
                    </a:lnTo>
                    <a:lnTo>
                      <a:pt x="3641" y="24397"/>
                    </a:lnTo>
                    <a:lnTo>
                      <a:pt x="3704" y="24460"/>
                    </a:lnTo>
                    <a:lnTo>
                      <a:pt x="3808" y="24460"/>
                    </a:lnTo>
                    <a:lnTo>
                      <a:pt x="3892" y="24502"/>
                    </a:lnTo>
                    <a:lnTo>
                      <a:pt x="3955" y="24544"/>
                    </a:lnTo>
                    <a:lnTo>
                      <a:pt x="3808" y="24502"/>
                    </a:lnTo>
                    <a:lnTo>
                      <a:pt x="3683" y="24502"/>
                    </a:lnTo>
                    <a:lnTo>
                      <a:pt x="3578" y="24439"/>
                    </a:lnTo>
                    <a:lnTo>
                      <a:pt x="3432" y="24439"/>
                    </a:lnTo>
                    <a:lnTo>
                      <a:pt x="3369" y="24523"/>
                    </a:lnTo>
                    <a:lnTo>
                      <a:pt x="3369" y="24607"/>
                    </a:lnTo>
                    <a:lnTo>
                      <a:pt x="3432" y="24669"/>
                    </a:lnTo>
                    <a:lnTo>
                      <a:pt x="3452" y="24920"/>
                    </a:lnTo>
                    <a:lnTo>
                      <a:pt x="3494" y="24983"/>
                    </a:lnTo>
                    <a:lnTo>
                      <a:pt x="3557" y="24983"/>
                    </a:lnTo>
                    <a:lnTo>
                      <a:pt x="3641" y="24941"/>
                    </a:lnTo>
                    <a:lnTo>
                      <a:pt x="3683" y="24983"/>
                    </a:lnTo>
                    <a:lnTo>
                      <a:pt x="3641" y="25046"/>
                    </a:lnTo>
                    <a:lnTo>
                      <a:pt x="3599" y="25088"/>
                    </a:lnTo>
                    <a:lnTo>
                      <a:pt x="3683" y="25151"/>
                    </a:lnTo>
                    <a:lnTo>
                      <a:pt x="3683" y="25192"/>
                    </a:lnTo>
                    <a:lnTo>
                      <a:pt x="3662" y="25255"/>
                    </a:lnTo>
                    <a:lnTo>
                      <a:pt x="3557" y="25234"/>
                    </a:lnTo>
                    <a:lnTo>
                      <a:pt x="3411" y="25276"/>
                    </a:lnTo>
                    <a:lnTo>
                      <a:pt x="3264" y="25381"/>
                    </a:lnTo>
                    <a:lnTo>
                      <a:pt x="3243" y="25423"/>
                    </a:lnTo>
                    <a:lnTo>
                      <a:pt x="3306" y="25485"/>
                    </a:lnTo>
                    <a:lnTo>
                      <a:pt x="3452" y="25423"/>
                    </a:lnTo>
                    <a:lnTo>
                      <a:pt x="3536" y="25465"/>
                    </a:lnTo>
                    <a:lnTo>
                      <a:pt x="3452" y="25485"/>
                    </a:lnTo>
                    <a:lnTo>
                      <a:pt x="3432" y="25548"/>
                    </a:lnTo>
                    <a:lnTo>
                      <a:pt x="3515" y="25632"/>
                    </a:lnTo>
                    <a:lnTo>
                      <a:pt x="3662" y="25590"/>
                    </a:lnTo>
                    <a:lnTo>
                      <a:pt x="3829" y="25465"/>
                    </a:lnTo>
                    <a:lnTo>
                      <a:pt x="3934" y="25297"/>
                    </a:lnTo>
                    <a:lnTo>
                      <a:pt x="4038" y="25297"/>
                    </a:lnTo>
                    <a:lnTo>
                      <a:pt x="4143" y="25213"/>
                    </a:lnTo>
                    <a:lnTo>
                      <a:pt x="4164" y="25109"/>
                    </a:lnTo>
                    <a:lnTo>
                      <a:pt x="4185" y="25088"/>
                    </a:lnTo>
                    <a:lnTo>
                      <a:pt x="4206" y="25172"/>
                    </a:lnTo>
                    <a:lnTo>
                      <a:pt x="4143" y="25339"/>
                    </a:lnTo>
                    <a:lnTo>
                      <a:pt x="4038" y="25402"/>
                    </a:lnTo>
                    <a:lnTo>
                      <a:pt x="3913" y="25465"/>
                    </a:lnTo>
                    <a:lnTo>
                      <a:pt x="3892" y="25548"/>
                    </a:lnTo>
                    <a:lnTo>
                      <a:pt x="3955" y="25611"/>
                    </a:lnTo>
                    <a:lnTo>
                      <a:pt x="4038" y="25590"/>
                    </a:lnTo>
                    <a:lnTo>
                      <a:pt x="4164" y="25590"/>
                    </a:lnTo>
                    <a:lnTo>
                      <a:pt x="4268" y="25611"/>
                    </a:lnTo>
                    <a:lnTo>
                      <a:pt x="4122" y="25611"/>
                    </a:lnTo>
                    <a:lnTo>
                      <a:pt x="4017" y="25674"/>
                    </a:lnTo>
                    <a:lnTo>
                      <a:pt x="4017" y="25820"/>
                    </a:lnTo>
                    <a:lnTo>
                      <a:pt x="4059" y="25967"/>
                    </a:lnTo>
                    <a:lnTo>
                      <a:pt x="4017" y="25988"/>
                    </a:lnTo>
                    <a:lnTo>
                      <a:pt x="3976" y="25904"/>
                    </a:lnTo>
                    <a:lnTo>
                      <a:pt x="3976" y="25757"/>
                    </a:lnTo>
                    <a:lnTo>
                      <a:pt x="3913" y="25674"/>
                    </a:lnTo>
                    <a:lnTo>
                      <a:pt x="3850" y="25716"/>
                    </a:lnTo>
                    <a:lnTo>
                      <a:pt x="3578" y="25904"/>
                    </a:lnTo>
                    <a:lnTo>
                      <a:pt x="3536" y="25988"/>
                    </a:lnTo>
                    <a:lnTo>
                      <a:pt x="3369" y="26071"/>
                    </a:lnTo>
                    <a:lnTo>
                      <a:pt x="3327" y="26134"/>
                    </a:lnTo>
                    <a:lnTo>
                      <a:pt x="3348" y="26218"/>
                    </a:lnTo>
                    <a:lnTo>
                      <a:pt x="3348" y="26301"/>
                    </a:lnTo>
                    <a:lnTo>
                      <a:pt x="3369" y="26322"/>
                    </a:lnTo>
                    <a:lnTo>
                      <a:pt x="3452" y="26281"/>
                    </a:lnTo>
                    <a:lnTo>
                      <a:pt x="3557" y="26218"/>
                    </a:lnTo>
                    <a:lnTo>
                      <a:pt x="3599" y="26113"/>
                    </a:lnTo>
                    <a:lnTo>
                      <a:pt x="3662" y="26134"/>
                    </a:lnTo>
                    <a:lnTo>
                      <a:pt x="3704" y="26197"/>
                    </a:lnTo>
                    <a:lnTo>
                      <a:pt x="3892" y="26218"/>
                    </a:lnTo>
                    <a:lnTo>
                      <a:pt x="3871" y="26239"/>
                    </a:lnTo>
                    <a:lnTo>
                      <a:pt x="3766" y="26218"/>
                    </a:lnTo>
                    <a:lnTo>
                      <a:pt x="3599" y="26218"/>
                    </a:lnTo>
                    <a:lnTo>
                      <a:pt x="3536" y="26281"/>
                    </a:lnTo>
                    <a:lnTo>
                      <a:pt x="3536" y="26322"/>
                    </a:lnTo>
                    <a:lnTo>
                      <a:pt x="3557" y="26385"/>
                    </a:lnTo>
                    <a:lnTo>
                      <a:pt x="3473" y="26406"/>
                    </a:lnTo>
                    <a:lnTo>
                      <a:pt x="3432" y="26385"/>
                    </a:lnTo>
                    <a:lnTo>
                      <a:pt x="3264" y="26427"/>
                    </a:lnTo>
                    <a:lnTo>
                      <a:pt x="3264" y="26490"/>
                    </a:lnTo>
                    <a:lnTo>
                      <a:pt x="3390" y="26490"/>
                    </a:lnTo>
                    <a:lnTo>
                      <a:pt x="3473" y="26532"/>
                    </a:lnTo>
                    <a:lnTo>
                      <a:pt x="3578" y="26532"/>
                    </a:lnTo>
                    <a:lnTo>
                      <a:pt x="3515" y="26594"/>
                    </a:lnTo>
                    <a:lnTo>
                      <a:pt x="3390" y="26594"/>
                    </a:lnTo>
                    <a:lnTo>
                      <a:pt x="3327" y="26532"/>
                    </a:lnTo>
                    <a:lnTo>
                      <a:pt x="3222" y="26553"/>
                    </a:lnTo>
                    <a:lnTo>
                      <a:pt x="3180" y="26657"/>
                    </a:lnTo>
                    <a:lnTo>
                      <a:pt x="3243" y="26720"/>
                    </a:lnTo>
                    <a:lnTo>
                      <a:pt x="3327" y="26720"/>
                    </a:lnTo>
                    <a:lnTo>
                      <a:pt x="3452" y="26699"/>
                    </a:lnTo>
                    <a:lnTo>
                      <a:pt x="3536" y="26741"/>
                    </a:lnTo>
                    <a:lnTo>
                      <a:pt x="3683" y="26741"/>
                    </a:lnTo>
                    <a:lnTo>
                      <a:pt x="3662" y="26804"/>
                    </a:lnTo>
                    <a:lnTo>
                      <a:pt x="3557" y="26825"/>
                    </a:lnTo>
                    <a:lnTo>
                      <a:pt x="3452" y="26804"/>
                    </a:lnTo>
                    <a:lnTo>
                      <a:pt x="3432" y="26825"/>
                    </a:lnTo>
                    <a:lnTo>
                      <a:pt x="3452" y="26845"/>
                    </a:lnTo>
                    <a:lnTo>
                      <a:pt x="3662" y="26845"/>
                    </a:lnTo>
                    <a:lnTo>
                      <a:pt x="3662" y="26908"/>
                    </a:lnTo>
                    <a:lnTo>
                      <a:pt x="3536" y="26929"/>
                    </a:lnTo>
                    <a:lnTo>
                      <a:pt x="3390" y="26908"/>
                    </a:lnTo>
                    <a:lnTo>
                      <a:pt x="3327" y="26845"/>
                    </a:lnTo>
                    <a:lnTo>
                      <a:pt x="3264" y="26908"/>
                    </a:lnTo>
                    <a:lnTo>
                      <a:pt x="3327" y="27013"/>
                    </a:lnTo>
                    <a:lnTo>
                      <a:pt x="3452" y="27076"/>
                    </a:lnTo>
                    <a:lnTo>
                      <a:pt x="3473" y="27013"/>
                    </a:lnTo>
                    <a:lnTo>
                      <a:pt x="3557" y="27013"/>
                    </a:lnTo>
                    <a:lnTo>
                      <a:pt x="3641" y="27055"/>
                    </a:lnTo>
                    <a:lnTo>
                      <a:pt x="3787" y="27034"/>
                    </a:lnTo>
                    <a:lnTo>
                      <a:pt x="3850" y="27076"/>
                    </a:lnTo>
                    <a:lnTo>
                      <a:pt x="3766" y="27117"/>
                    </a:lnTo>
                    <a:lnTo>
                      <a:pt x="3766" y="27159"/>
                    </a:lnTo>
                    <a:lnTo>
                      <a:pt x="3871" y="27159"/>
                    </a:lnTo>
                    <a:lnTo>
                      <a:pt x="3892" y="27243"/>
                    </a:lnTo>
                    <a:lnTo>
                      <a:pt x="4026" y="27276"/>
                    </a:lnTo>
                    <a:lnTo>
                      <a:pt x="3976" y="27285"/>
                    </a:lnTo>
                    <a:lnTo>
                      <a:pt x="3871" y="27285"/>
                    </a:lnTo>
                    <a:lnTo>
                      <a:pt x="3787" y="27369"/>
                    </a:lnTo>
                    <a:lnTo>
                      <a:pt x="3787" y="27431"/>
                    </a:lnTo>
                    <a:lnTo>
                      <a:pt x="3871" y="27473"/>
                    </a:lnTo>
                    <a:lnTo>
                      <a:pt x="3913" y="27431"/>
                    </a:lnTo>
                    <a:lnTo>
                      <a:pt x="3976" y="27389"/>
                    </a:lnTo>
                    <a:lnTo>
                      <a:pt x="3996" y="27452"/>
                    </a:lnTo>
                    <a:lnTo>
                      <a:pt x="4017" y="27452"/>
                    </a:lnTo>
                    <a:lnTo>
                      <a:pt x="4080" y="27369"/>
                    </a:lnTo>
                    <a:lnTo>
                      <a:pt x="4185" y="27306"/>
                    </a:lnTo>
                    <a:lnTo>
                      <a:pt x="4185" y="27369"/>
                    </a:lnTo>
                    <a:lnTo>
                      <a:pt x="4164" y="27410"/>
                    </a:lnTo>
                    <a:lnTo>
                      <a:pt x="4164" y="27473"/>
                    </a:lnTo>
                    <a:lnTo>
                      <a:pt x="4206" y="27494"/>
                    </a:lnTo>
                    <a:lnTo>
                      <a:pt x="4289" y="27557"/>
                    </a:lnTo>
                    <a:lnTo>
                      <a:pt x="4373" y="27557"/>
                    </a:lnTo>
                    <a:lnTo>
                      <a:pt x="4499" y="27369"/>
                    </a:lnTo>
                    <a:lnTo>
                      <a:pt x="4520" y="27159"/>
                    </a:lnTo>
                    <a:lnTo>
                      <a:pt x="4582" y="27055"/>
                    </a:lnTo>
                    <a:lnTo>
                      <a:pt x="4645" y="27034"/>
                    </a:lnTo>
                    <a:lnTo>
                      <a:pt x="4645" y="27097"/>
                    </a:lnTo>
                    <a:lnTo>
                      <a:pt x="4603" y="27159"/>
                    </a:lnTo>
                    <a:lnTo>
                      <a:pt x="4603" y="27306"/>
                    </a:lnTo>
                    <a:lnTo>
                      <a:pt x="4499" y="27473"/>
                    </a:lnTo>
                    <a:lnTo>
                      <a:pt x="4415" y="27557"/>
                    </a:lnTo>
                    <a:lnTo>
                      <a:pt x="4436" y="27599"/>
                    </a:lnTo>
                    <a:lnTo>
                      <a:pt x="4582" y="27599"/>
                    </a:lnTo>
                    <a:lnTo>
                      <a:pt x="4687" y="27578"/>
                    </a:lnTo>
                    <a:lnTo>
                      <a:pt x="4708" y="27599"/>
                    </a:lnTo>
                    <a:lnTo>
                      <a:pt x="4624" y="27682"/>
                    </a:lnTo>
                    <a:lnTo>
                      <a:pt x="4582" y="27808"/>
                    </a:lnTo>
                    <a:lnTo>
                      <a:pt x="4415" y="27913"/>
                    </a:lnTo>
                    <a:lnTo>
                      <a:pt x="4415" y="27975"/>
                    </a:lnTo>
                    <a:lnTo>
                      <a:pt x="4499" y="28122"/>
                    </a:lnTo>
                    <a:lnTo>
                      <a:pt x="4624" y="28185"/>
                    </a:lnTo>
                    <a:lnTo>
                      <a:pt x="4708" y="28122"/>
                    </a:lnTo>
                    <a:lnTo>
                      <a:pt x="4792" y="28122"/>
                    </a:lnTo>
                    <a:lnTo>
                      <a:pt x="4812" y="28226"/>
                    </a:lnTo>
                    <a:lnTo>
                      <a:pt x="4875" y="28331"/>
                    </a:lnTo>
                    <a:lnTo>
                      <a:pt x="4875" y="28415"/>
                    </a:lnTo>
                    <a:lnTo>
                      <a:pt x="4812" y="28415"/>
                    </a:lnTo>
                    <a:lnTo>
                      <a:pt x="4771" y="28310"/>
                    </a:lnTo>
                    <a:lnTo>
                      <a:pt x="4708" y="28310"/>
                    </a:lnTo>
                    <a:lnTo>
                      <a:pt x="4708" y="28415"/>
                    </a:lnTo>
                    <a:lnTo>
                      <a:pt x="4812" y="28561"/>
                    </a:lnTo>
                    <a:lnTo>
                      <a:pt x="4938" y="28498"/>
                    </a:lnTo>
                    <a:lnTo>
                      <a:pt x="5085" y="28436"/>
                    </a:lnTo>
                    <a:lnTo>
                      <a:pt x="5147" y="28352"/>
                    </a:lnTo>
                    <a:lnTo>
                      <a:pt x="5147" y="28352"/>
                    </a:lnTo>
                    <a:lnTo>
                      <a:pt x="5126" y="28519"/>
                    </a:lnTo>
                    <a:lnTo>
                      <a:pt x="5022" y="28750"/>
                    </a:lnTo>
                    <a:lnTo>
                      <a:pt x="5043" y="28938"/>
                    </a:lnTo>
                    <a:lnTo>
                      <a:pt x="5126" y="28959"/>
                    </a:lnTo>
                    <a:lnTo>
                      <a:pt x="20087" y="30444"/>
                    </a:lnTo>
                    <a:lnTo>
                      <a:pt x="20212" y="30507"/>
                    </a:lnTo>
                    <a:lnTo>
                      <a:pt x="20359" y="30507"/>
                    </a:lnTo>
                    <a:lnTo>
                      <a:pt x="20484" y="30612"/>
                    </a:lnTo>
                    <a:lnTo>
                      <a:pt x="20484" y="30674"/>
                    </a:lnTo>
                    <a:lnTo>
                      <a:pt x="20568" y="30737"/>
                    </a:lnTo>
                    <a:lnTo>
                      <a:pt x="20589" y="30779"/>
                    </a:lnTo>
                    <a:lnTo>
                      <a:pt x="20694" y="30821"/>
                    </a:lnTo>
                    <a:lnTo>
                      <a:pt x="20714" y="30842"/>
                    </a:lnTo>
                    <a:lnTo>
                      <a:pt x="20840" y="30884"/>
                    </a:lnTo>
                    <a:lnTo>
                      <a:pt x="20903" y="30946"/>
                    </a:lnTo>
                    <a:lnTo>
                      <a:pt x="20945" y="30946"/>
                    </a:lnTo>
                    <a:lnTo>
                      <a:pt x="21049" y="30926"/>
                    </a:lnTo>
                    <a:lnTo>
                      <a:pt x="21133" y="30946"/>
                    </a:lnTo>
                    <a:lnTo>
                      <a:pt x="21238" y="30946"/>
                    </a:lnTo>
                    <a:lnTo>
                      <a:pt x="21363" y="31051"/>
                    </a:lnTo>
                    <a:lnTo>
                      <a:pt x="21447" y="31051"/>
                    </a:lnTo>
                    <a:lnTo>
                      <a:pt x="21510" y="31198"/>
                    </a:lnTo>
                    <a:lnTo>
                      <a:pt x="21719" y="31239"/>
                    </a:lnTo>
                    <a:lnTo>
                      <a:pt x="21823" y="31260"/>
                    </a:lnTo>
                    <a:lnTo>
                      <a:pt x="21886" y="31344"/>
                    </a:lnTo>
                    <a:lnTo>
                      <a:pt x="21970" y="31407"/>
                    </a:lnTo>
                    <a:lnTo>
                      <a:pt x="22158" y="31407"/>
                    </a:lnTo>
                    <a:lnTo>
                      <a:pt x="22263" y="31344"/>
                    </a:lnTo>
                    <a:lnTo>
                      <a:pt x="22305" y="31407"/>
                    </a:lnTo>
                    <a:lnTo>
                      <a:pt x="22367" y="31511"/>
                    </a:lnTo>
                    <a:lnTo>
                      <a:pt x="22618" y="31532"/>
                    </a:lnTo>
                    <a:lnTo>
                      <a:pt x="22681" y="31574"/>
                    </a:lnTo>
                    <a:lnTo>
                      <a:pt x="22807" y="31616"/>
                    </a:lnTo>
                    <a:lnTo>
                      <a:pt x="22890" y="31658"/>
                    </a:lnTo>
                    <a:lnTo>
                      <a:pt x="25192" y="32725"/>
                    </a:lnTo>
                    <a:lnTo>
                      <a:pt x="25339" y="32913"/>
                    </a:lnTo>
                    <a:lnTo>
                      <a:pt x="25694" y="33206"/>
                    </a:lnTo>
                    <a:lnTo>
                      <a:pt x="26050" y="34985"/>
                    </a:lnTo>
                    <a:lnTo>
                      <a:pt x="26008" y="35738"/>
                    </a:lnTo>
                    <a:lnTo>
                      <a:pt x="25945" y="35864"/>
                    </a:lnTo>
                    <a:lnTo>
                      <a:pt x="25903" y="36010"/>
                    </a:lnTo>
                    <a:lnTo>
                      <a:pt x="25820" y="36136"/>
                    </a:lnTo>
                    <a:lnTo>
                      <a:pt x="25611" y="36240"/>
                    </a:lnTo>
                    <a:lnTo>
                      <a:pt x="25506" y="36366"/>
                    </a:lnTo>
                    <a:lnTo>
                      <a:pt x="25611" y="36554"/>
                    </a:lnTo>
                    <a:lnTo>
                      <a:pt x="27598" y="36031"/>
                    </a:lnTo>
                    <a:lnTo>
                      <a:pt x="27849" y="35947"/>
                    </a:lnTo>
                    <a:lnTo>
                      <a:pt x="27912" y="35654"/>
                    </a:lnTo>
                    <a:lnTo>
                      <a:pt x="28979" y="35340"/>
                    </a:lnTo>
                    <a:lnTo>
                      <a:pt x="29461" y="34985"/>
                    </a:lnTo>
                    <a:lnTo>
                      <a:pt x="29565" y="34901"/>
                    </a:lnTo>
                    <a:lnTo>
                      <a:pt x="29712" y="34880"/>
                    </a:lnTo>
                    <a:lnTo>
                      <a:pt x="29984" y="34650"/>
                    </a:lnTo>
                    <a:lnTo>
                      <a:pt x="30088" y="34545"/>
                    </a:lnTo>
                    <a:lnTo>
                      <a:pt x="30214" y="34483"/>
                    </a:lnTo>
                    <a:lnTo>
                      <a:pt x="30318" y="34378"/>
                    </a:lnTo>
                    <a:lnTo>
                      <a:pt x="30528" y="34357"/>
                    </a:lnTo>
                    <a:lnTo>
                      <a:pt x="32202" y="34378"/>
                    </a:lnTo>
                    <a:lnTo>
                      <a:pt x="32327" y="34252"/>
                    </a:lnTo>
                    <a:lnTo>
                      <a:pt x="32390" y="34252"/>
                    </a:lnTo>
                    <a:lnTo>
                      <a:pt x="32432" y="34190"/>
                    </a:lnTo>
                    <a:lnTo>
                      <a:pt x="32515" y="34190"/>
                    </a:lnTo>
                    <a:lnTo>
                      <a:pt x="32620" y="34231"/>
                    </a:lnTo>
                    <a:lnTo>
                      <a:pt x="32704" y="34169"/>
                    </a:lnTo>
                    <a:lnTo>
                      <a:pt x="32725" y="34085"/>
                    </a:lnTo>
                    <a:lnTo>
                      <a:pt x="32913" y="33876"/>
                    </a:lnTo>
                    <a:lnTo>
                      <a:pt x="32976" y="33855"/>
                    </a:lnTo>
                    <a:lnTo>
                      <a:pt x="33143" y="33667"/>
                    </a:lnTo>
                    <a:lnTo>
                      <a:pt x="33185" y="33541"/>
                    </a:lnTo>
                    <a:lnTo>
                      <a:pt x="33227" y="33415"/>
                    </a:lnTo>
                    <a:lnTo>
                      <a:pt x="33373" y="33332"/>
                    </a:lnTo>
                    <a:lnTo>
                      <a:pt x="33373" y="33227"/>
                    </a:lnTo>
                    <a:lnTo>
                      <a:pt x="33478" y="33102"/>
                    </a:lnTo>
                    <a:lnTo>
                      <a:pt x="33687" y="32871"/>
                    </a:lnTo>
                    <a:lnTo>
                      <a:pt x="33750" y="32767"/>
                    </a:lnTo>
                    <a:lnTo>
                      <a:pt x="33854" y="32662"/>
                    </a:lnTo>
                    <a:lnTo>
                      <a:pt x="33875" y="32662"/>
                    </a:lnTo>
                    <a:lnTo>
                      <a:pt x="33959" y="32704"/>
                    </a:lnTo>
                    <a:lnTo>
                      <a:pt x="34022" y="32788"/>
                    </a:lnTo>
                    <a:lnTo>
                      <a:pt x="34168" y="32767"/>
                    </a:lnTo>
                    <a:lnTo>
                      <a:pt x="34315" y="32809"/>
                    </a:lnTo>
                    <a:lnTo>
                      <a:pt x="34378" y="32767"/>
                    </a:lnTo>
                    <a:lnTo>
                      <a:pt x="34608" y="32976"/>
                    </a:lnTo>
                    <a:lnTo>
                      <a:pt x="34608" y="33143"/>
                    </a:lnTo>
                    <a:lnTo>
                      <a:pt x="34482" y="33876"/>
                    </a:lnTo>
                    <a:lnTo>
                      <a:pt x="34440" y="33959"/>
                    </a:lnTo>
                    <a:lnTo>
                      <a:pt x="34503" y="33959"/>
                    </a:lnTo>
                    <a:lnTo>
                      <a:pt x="34524" y="34043"/>
                    </a:lnTo>
                    <a:lnTo>
                      <a:pt x="34587" y="34085"/>
                    </a:lnTo>
                    <a:lnTo>
                      <a:pt x="34587" y="34190"/>
                    </a:lnTo>
                    <a:lnTo>
                      <a:pt x="34587" y="34252"/>
                    </a:lnTo>
                    <a:lnTo>
                      <a:pt x="34587" y="34294"/>
                    </a:lnTo>
                    <a:lnTo>
                      <a:pt x="34545" y="34357"/>
                    </a:lnTo>
                    <a:lnTo>
                      <a:pt x="34587" y="34378"/>
                    </a:lnTo>
                    <a:lnTo>
                      <a:pt x="34733" y="34399"/>
                    </a:lnTo>
                    <a:lnTo>
                      <a:pt x="34859" y="34378"/>
                    </a:lnTo>
                    <a:lnTo>
                      <a:pt x="34901" y="34462"/>
                    </a:lnTo>
                    <a:lnTo>
                      <a:pt x="34963" y="34483"/>
                    </a:lnTo>
                    <a:lnTo>
                      <a:pt x="35026" y="34399"/>
                    </a:lnTo>
                    <a:lnTo>
                      <a:pt x="35110" y="34462"/>
                    </a:lnTo>
                    <a:lnTo>
                      <a:pt x="35235" y="34441"/>
                    </a:lnTo>
                    <a:lnTo>
                      <a:pt x="35277" y="34336"/>
                    </a:lnTo>
                    <a:lnTo>
                      <a:pt x="35382" y="34231"/>
                    </a:lnTo>
                    <a:lnTo>
                      <a:pt x="35382" y="34231"/>
                    </a:lnTo>
                    <a:lnTo>
                      <a:pt x="35319" y="34336"/>
                    </a:lnTo>
                    <a:lnTo>
                      <a:pt x="35340" y="34336"/>
                    </a:lnTo>
                    <a:lnTo>
                      <a:pt x="35319" y="34378"/>
                    </a:lnTo>
                    <a:lnTo>
                      <a:pt x="35361" y="34399"/>
                    </a:lnTo>
                    <a:lnTo>
                      <a:pt x="35633" y="34336"/>
                    </a:lnTo>
                    <a:lnTo>
                      <a:pt x="35675" y="34252"/>
                    </a:lnTo>
                    <a:lnTo>
                      <a:pt x="35842" y="34252"/>
                    </a:lnTo>
                    <a:lnTo>
                      <a:pt x="35968" y="34127"/>
                    </a:lnTo>
                    <a:lnTo>
                      <a:pt x="36072" y="34085"/>
                    </a:lnTo>
                    <a:lnTo>
                      <a:pt x="36198" y="33918"/>
                    </a:lnTo>
                    <a:lnTo>
                      <a:pt x="36198" y="33980"/>
                    </a:lnTo>
                    <a:lnTo>
                      <a:pt x="36282" y="33939"/>
                    </a:lnTo>
                    <a:lnTo>
                      <a:pt x="36282" y="33980"/>
                    </a:lnTo>
                    <a:lnTo>
                      <a:pt x="36156" y="34127"/>
                    </a:lnTo>
                    <a:lnTo>
                      <a:pt x="36051" y="34148"/>
                    </a:lnTo>
                    <a:lnTo>
                      <a:pt x="35947" y="34294"/>
                    </a:lnTo>
                    <a:lnTo>
                      <a:pt x="36072" y="34336"/>
                    </a:lnTo>
                    <a:lnTo>
                      <a:pt x="36156" y="34231"/>
                    </a:lnTo>
                    <a:lnTo>
                      <a:pt x="36261" y="34231"/>
                    </a:lnTo>
                    <a:lnTo>
                      <a:pt x="36323" y="34273"/>
                    </a:lnTo>
                    <a:lnTo>
                      <a:pt x="36575" y="34294"/>
                    </a:lnTo>
                    <a:lnTo>
                      <a:pt x="36742" y="34294"/>
                    </a:lnTo>
                    <a:lnTo>
                      <a:pt x="36616" y="34357"/>
                    </a:lnTo>
                    <a:lnTo>
                      <a:pt x="36470" y="34378"/>
                    </a:lnTo>
                    <a:lnTo>
                      <a:pt x="36365" y="34399"/>
                    </a:lnTo>
                    <a:lnTo>
                      <a:pt x="36323" y="34483"/>
                    </a:lnTo>
                    <a:lnTo>
                      <a:pt x="36323" y="34545"/>
                    </a:lnTo>
                    <a:lnTo>
                      <a:pt x="36261" y="34483"/>
                    </a:lnTo>
                    <a:lnTo>
                      <a:pt x="36219" y="34378"/>
                    </a:lnTo>
                    <a:lnTo>
                      <a:pt x="36156" y="34357"/>
                    </a:lnTo>
                    <a:lnTo>
                      <a:pt x="35968" y="34399"/>
                    </a:lnTo>
                    <a:lnTo>
                      <a:pt x="35779" y="34545"/>
                    </a:lnTo>
                    <a:lnTo>
                      <a:pt x="35549" y="34587"/>
                    </a:lnTo>
                    <a:lnTo>
                      <a:pt x="35340" y="34713"/>
                    </a:lnTo>
                    <a:lnTo>
                      <a:pt x="35319" y="34817"/>
                    </a:lnTo>
                    <a:lnTo>
                      <a:pt x="35173" y="34922"/>
                    </a:lnTo>
                    <a:lnTo>
                      <a:pt x="35110" y="35110"/>
                    </a:lnTo>
                    <a:lnTo>
                      <a:pt x="35110" y="35236"/>
                    </a:lnTo>
                    <a:lnTo>
                      <a:pt x="35131" y="35340"/>
                    </a:lnTo>
                    <a:lnTo>
                      <a:pt x="35152" y="35445"/>
                    </a:lnTo>
                    <a:lnTo>
                      <a:pt x="35215" y="35424"/>
                    </a:lnTo>
                    <a:lnTo>
                      <a:pt x="35256" y="35445"/>
                    </a:lnTo>
                    <a:lnTo>
                      <a:pt x="35256" y="35592"/>
                    </a:lnTo>
                    <a:lnTo>
                      <a:pt x="35361" y="35654"/>
                    </a:lnTo>
                    <a:lnTo>
                      <a:pt x="35403" y="35612"/>
                    </a:lnTo>
                    <a:lnTo>
                      <a:pt x="35466" y="35654"/>
                    </a:lnTo>
                    <a:lnTo>
                      <a:pt x="35507" y="35612"/>
                    </a:lnTo>
                    <a:lnTo>
                      <a:pt x="35507" y="35508"/>
                    </a:lnTo>
                    <a:lnTo>
                      <a:pt x="35570" y="35487"/>
                    </a:lnTo>
                    <a:lnTo>
                      <a:pt x="35654" y="35487"/>
                    </a:lnTo>
                    <a:lnTo>
                      <a:pt x="35779" y="35382"/>
                    </a:lnTo>
                    <a:lnTo>
                      <a:pt x="35884" y="35340"/>
                    </a:lnTo>
                    <a:lnTo>
                      <a:pt x="36031" y="35131"/>
                    </a:lnTo>
                    <a:lnTo>
                      <a:pt x="36219" y="35006"/>
                    </a:lnTo>
                    <a:lnTo>
                      <a:pt x="36177" y="34964"/>
                    </a:lnTo>
                    <a:lnTo>
                      <a:pt x="36240" y="34817"/>
                    </a:lnTo>
                    <a:lnTo>
                      <a:pt x="36323" y="34817"/>
                    </a:lnTo>
                    <a:lnTo>
                      <a:pt x="36386" y="34755"/>
                    </a:lnTo>
                    <a:lnTo>
                      <a:pt x="36428" y="34755"/>
                    </a:lnTo>
                    <a:lnTo>
                      <a:pt x="36491" y="34880"/>
                    </a:lnTo>
                    <a:lnTo>
                      <a:pt x="36637" y="34901"/>
                    </a:lnTo>
                    <a:lnTo>
                      <a:pt x="36637" y="34859"/>
                    </a:lnTo>
                    <a:lnTo>
                      <a:pt x="36721" y="34859"/>
                    </a:lnTo>
                    <a:lnTo>
                      <a:pt x="36909" y="34755"/>
                    </a:lnTo>
                    <a:lnTo>
                      <a:pt x="37077" y="34692"/>
                    </a:lnTo>
                    <a:lnTo>
                      <a:pt x="37286" y="34650"/>
                    </a:lnTo>
                    <a:lnTo>
                      <a:pt x="37391" y="34650"/>
                    </a:lnTo>
                    <a:lnTo>
                      <a:pt x="37663" y="34483"/>
                    </a:lnTo>
                    <a:lnTo>
                      <a:pt x="37809" y="34441"/>
                    </a:lnTo>
                    <a:lnTo>
                      <a:pt x="37914" y="34441"/>
                    </a:lnTo>
                    <a:lnTo>
                      <a:pt x="37997" y="34462"/>
                    </a:lnTo>
                    <a:lnTo>
                      <a:pt x="38081" y="34399"/>
                    </a:lnTo>
                    <a:lnTo>
                      <a:pt x="38018" y="34357"/>
                    </a:lnTo>
                    <a:lnTo>
                      <a:pt x="37935" y="34357"/>
                    </a:lnTo>
                    <a:lnTo>
                      <a:pt x="37830" y="34294"/>
                    </a:lnTo>
                    <a:lnTo>
                      <a:pt x="37872" y="34294"/>
                    </a:lnTo>
                    <a:lnTo>
                      <a:pt x="37956" y="34273"/>
                    </a:lnTo>
                    <a:lnTo>
                      <a:pt x="37956" y="34231"/>
                    </a:lnTo>
                    <a:lnTo>
                      <a:pt x="37663" y="34169"/>
                    </a:lnTo>
                    <a:lnTo>
                      <a:pt x="37537" y="34148"/>
                    </a:lnTo>
                    <a:lnTo>
                      <a:pt x="37558" y="34085"/>
                    </a:lnTo>
                    <a:lnTo>
                      <a:pt x="37537" y="33980"/>
                    </a:lnTo>
                    <a:lnTo>
                      <a:pt x="37370" y="34085"/>
                    </a:lnTo>
                    <a:lnTo>
                      <a:pt x="37349" y="34148"/>
                    </a:lnTo>
                    <a:lnTo>
                      <a:pt x="37160" y="34106"/>
                    </a:lnTo>
                    <a:lnTo>
                      <a:pt x="37139" y="34064"/>
                    </a:lnTo>
                    <a:lnTo>
                      <a:pt x="36993" y="34022"/>
                    </a:lnTo>
                    <a:lnTo>
                      <a:pt x="36930" y="34043"/>
                    </a:lnTo>
                    <a:lnTo>
                      <a:pt x="36826" y="33980"/>
                    </a:lnTo>
                    <a:lnTo>
                      <a:pt x="36637" y="33980"/>
                    </a:lnTo>
                    <a:lnTo>
                      <a:pt x="36491" y="33876"/>
                    </a:lnTo>
                    <a:lnTo>
                      <a:pt x="36616" y="33834"/>
                    </a:lnTo>
                    <a:lnTo>
                      <a:pt x="36637" y="33750"/>
                    </a:lnTo>
                    <a:lnTo>
                      <a:pt x="36491" y="33750"/>
                    </a:lnTo>
                    <a:lnTo>
                      <a:pt x="36428" y="33708"/>
                    </a:lnTo>
                    <a:lnTo>
                      <a:pt x="36323" y="33708"/>
                    </a:lnTo>
                    <a:lnTo>
                      <a:pt x="36282" y="33541"/>
                    </a:lnTo>
                    <a:lnTo>
                      <a:pt x="36219" y="33499"/>
                    </a:lnTo>
                    <a:lnTo>
                      <a:pt x="36219" y="33332"/>
                    </a:lnTo>
                    <a:lnTo>
                      <a:pt x="36261" y="33227"/>
                    </a:lnTo>
                    <a:lnTo>
                      <a:pt x="36177" y="33143"/>
                    </a:lnTo>
                    <a:lnTo>
                      <a:pt x="36261" y="33039"/>
                    </a:lnTo>
                    <a:lnTo>
                      <a:pt x="36261" y="32997"/>
                    </a:lnTo>
                    <a:lnTo>
                      <a:pt x="36051" y="32997"/>
                    </a:lnTo>
                    <a:lnTo>
                      <a:pt x="36114" y="32913"/>
                    </a:lnTo>
                    <a:lnTo>
                      <a:pt x="36198" y="32913"/>
                    </a:lnTo>
                    <a:lnTo>
                      <a:pt x="36365" y="32620"/>
                    </a:lnTo>
                    <a:lnTo>
                      <a:pt x="36470" y="32558"/>
                    </a:lnTo>
                    <a:lnTo>
                      <a:pt x="36428" y="32474"/>
                    </a:lnTo>
                    <a:lnTo>
                      <a:pt x="36365" y="32474"/>
                    </a:lnTo>
                    <a:lnTo>
                      <a:pt x="36323" y="32411"/>
                    </a:lnTo>
                    <a:lnTo>
                      <a:pt x="36219" y="32411"/>
                    </a:lnTo>
                    <a:lnTo>
                      <a:pt x="36114" y="32495"/>
                    </a:lnTo>
                    <a:lnTo>
                      <a:pt x="35989" y="32558"/>
                    </a:lnTo>
                    <a:lnTo>
                      <a:pt x="35947" y="32474"/>
                    </a:lnTo>
                    <a:lnTo>
                      <a:pt x="35905" y="32369"/>
                    </a:lnTo>
                    <a:lnTo>
                      <a:pt x="35675" y="32307"/>
                    </a:lnTo>
                    <a:lnTo>
                      <a:pt x="35528" y="32286"/>
                    </a:lnTo>
                    <a:lnTo>
                      <a:pt x="35361" y="32307"/>
                    </a:lnTo>
                    <a:lnTo>
                      <a:pt x="35528" y="32244"/>
                    </a:lnTo>
                    <a:lnTo>
                      <a:pt x="35654" y="32265"/>
                    </a:lnTo>
                    <a:lnTo>
                      <a:pt x="35779" y="32244"/>
                    </a:lnTo>
                    <a:lnTo>
                      <a:pt x="35863" y="32181"/>
                    </a:lnTo>
                    <a:lnTo>
                      <a:pt x="35989" y="32244"/>
                    </a:lnTo>
                    <a:lnTo>
                      <a:pt x="36093" y="32307"/>
                    </a:lnTo>
                    <a:lnTo>
                      <a:pt x="36219" y="32307"/>
                    </a:lnTo>
                    <a:lnTo>
                      <a:pt x="36386" y="32202"/>
                    </a:lnTo>
                    <a:lnTo>
                      <a:pt x="36470" y="32202"/>
                    </a:lnTo>
                    <a:lnTo>
                      <a:pt x="36575" y="32097"/>
                    </a:lnTo>
                    <a:lnTo>
                      <a:pt x="36700" y="32076"/>
                    </a:lnTo>
                    <a:lnTo>
                      <a:pt x="36784" y="31867"/>
                    </a:lnTo>
                    <a:lnTo>
                      <a:pt x="36721" y="31825"/>
                    </a:lnTo>
                    <a:lnTo>
                      <a:pt x="36805" y="31783"/>
                    </a:lnTo>
                    <a:lnTo>
                      <a:pt x="36742" y="31721"/>
                    </a:lnTo>
                    <a:lnTo>
                      <a:pt x="36616" y="31658"/>
                    </a:lnTo>
                    <a:lnTo>
                      <a:pt x="36533" y="31658"/>
                    </a:lnTo>
                    <a:lnTo>
                      <a:pt x="36575" y="31637"/>
                    </a:lnTo>
                    <a:lnTo>
                      <a:pt x="36575" y="31616"/>
                    </a:lnTo>
                    <a:lnTo>
                      <a:pt x="36742" y="31637"/>
                    </a:lnTo>
                    <a:lnTo>
                      <a:pt x="36742" y="31574"/>
                    </a:lnTo>
                    <a:lnTo>
                      <a:pt x="36512" y="31449"/>
                    </a:lnTo>
                    <a:lnTo>
                      <a:pt x="36303" y="31365"/>
                    </a:lnTo>
                    <a:lnTo>
                      <a:pt x="35905" y="31365"/>
                    </a:lnTo>
                    <a:lnTo>
                      <a:pt x="35800" y="31428"/>
                    </a:lnTo>
                    <a:lnTo>
                      <a:pt x="35675" y="31428"/>
                    </a:lnTo>
                    <a:lnTo>
                      <a:pt x="35319" y="31553"/>
                    </a:lnTo>
                    <a:lnTo>
                      <a:pt x="35026" y="31616"/>
                    </a:lnTo>
                    <a:lnTo>
                      <a:pt x="34859" y="31679"/>
                    </a:lnTo>
                    <a:lnTo>
                      <a:pt x="34712" y="31721"/>
                    </a:lnTo>
                    <a:lnTo>
                      <a:pt x="34440" y="31867"/>
                    </a:lnTo>
                    <a:lnTo>
                      <a:pt x="34064" y="32139"/>
                    </a:lnTo>
                    <a:lnTo>
                      <a:pt x="33771" y="32390"/>
                    </a:lnTo>
                    <a:lnTo>
                      <a:pt x="33666" y="32453"/>
                    </a:lnTo>
                    <a:lnTo>
                      <a:pt x="33541" y="32579"/>
                    </a:lnTo>
                    <a:lnTo>
                      <a:pt x="33373" y="32767"/>
                    </a:lnTo>
                    <a:lnTo>
                      <a:pt x="33185" y="32892"/>
                    </a:lnTo>
                    <a:lnTo>
                      <a:pt x="32934" y="33018"/>
                    </a:lnTo>
                    <a:lnTo>
                      <a:pt x="32641" y="33143"/>
                    </a:lnTo>
                    <a:lnTo>
                      <a:pt x="32515" y="33143"/>
                    </a:lnTo>
                    <a:lnTo>
                      <a:pt x="32704" y="33102"/>
                    </a:lnTo>
                    <a:lnTo>
                      <a:pt x="33018" y="32976"/>
                    </a:lnTo>
                    <a:lnTo>
                      <a:pt x="33038" y="32892"/>
                    </a:lnTo>
                    <a:lnTo>
                      <a:pt x="33290" y="32725"/>
                    </a:lnTo>
                    <a:lnTo>
                      <a:pt x="33373" y="32599"/>
                    </a:lnTo>
                    <a:lnTo>
                      <a:pt x="33436" y="32453"/>
                    </a:lnTo>
                    <a:lnTo>
                      <a:pt x="33541" y="32411"/>
                    </a:lnTo>
                    <a:lnTo>
                      <a:pt x="33666" y="32286"/>
                    </a:lnTo>
                    <a:lnTo>
                      <a:pt x="33813" y="32202"/>
                    </a:lnTo>
                    <a:lnTo>
                      <a:pt x="33875" y="31993"/>
                    </a:lnTo>
                    <a:lnTo>
                      <a:pt x="34106" y="31888"/>
                    </a:lnTo>
                    <a:lnTo>
                      <a:pt x="34231" y="31679"/>
                    </a:lnTo>
                    <a:lnTo>
                      <a:pt x="34294" y="31658"/>
                    </a:lnTo>
                    <a:lnTo>
                      <a:pt x="34315" y="31595"/>
                    </a:lnTo>
                    <a:lnTo>
                      <a:pt x="34440" y="31532"/>
                    </a:lnTo>
                    <a:lnTo>
                      <a:pt x="34545" y="31491"/>
                    </a:lnTo>
                    <a:lnTo>
                      <a:pt x="34608" y="31386"/>
                    </a:lnTo>
                    <a:lnTo>
                      <a:pt x="34712" y="31344"/>
                    </a:lnTo>
                    <a:lnTo>
                      <a:pt x="34754" y="31386"/>
                    </a:lnTo>
                    <a:lnTo>
                      <a:pt x="34838" y="31365"/>
                    </a:lnTo>
                    <a:lnTo>
                      <a:pt x="34922" y="31239"/>
                    </a:lnTo>
                    <a:lnTo>
                      <a:pt x="35131" y="31239"/>
                    </a:lnTo>
                    <a:lnTo>
                      <a:pt x="35235" y="31177"/>
                    </a:lnTo>
                    <a:lnTo>
                      <a:pt x="35424" y="31177"/>
                    </a:lnTo>
                    <a:lnTo>
                      <a:pt x="35487" y="31072"/>
                    </a:lnTo>
                    <a:lnTo>
                      <a:pt x="35528" y="30946"/>
                    </a:lnTo>
                    <a:lnTo>
                      <a:pt x="35570" y="30905"/>
                    </a:lnTo>
                    <a:lnTo>
                      <a:pt x="35570" y="30821"/>
                    </a:lnTo>
                    <a:lnTo>
                      <a:pt x="35696" y="30758"/>
                    </a:lnTo>
                    <a:lnTo>
                      <a:pt x="35905" y="30591"/>
                    </a:lnTo>
                    <a:lnTo>
                      <a:pt x="36010" y="30549"/>
                    </a:lnTo>
                    <a:lnTo>
                      <a:pt x="36072" y="30507"/>
                    </a:lnTo>
                    <a:lnTo>
                      <a:pt x="36010" y="30444"/>
                    </a:lnTo>
                    <a:lnTo>
                      <a:pt x="36072" y="30382"/>
                    </a:lnTo>
                    <a:lnTo>
                      <a:pt x="36156" y="30319"/>
                    </a:lnTo>
                    <a:lnTo>
                      <a:pt x="36261" y="30423"/>
                    </a:lnTo>
                    <a:lnTo>
                      <a:pt x="36386" y="30486"/>
                    </a:lnTo>
                    <a:lnTo>
                      <a:pt x="36616" y="30444"/>
                    </a:lnTo>
                    <a:lnTo>
                      <a:pt x="36805" y="30528"/>
                    </a:lnTo>
                    <a:lnTo>
                      <a:pt x="36888" y="30528"/>
                    </a:lnTo>
                    <a:lnTo>
                      <a:pt x="36951" y="30549"/>
                    </a:lnTo>
                    <a:lnTo>
                      <a:pt x="37098" y="30486"/>
                    </a:lnTo>
                    <a:lnTo>
                      <a:pt x="37160" y="30549"/>
                    </a:lnTo>
                    <a:lnTo>
                      <a:pt x="37265" y="30549"/>
                    </a:lnTo>
                    <a:lnTo>
                      <a:pt x="37349" y="30507"/>
                    </a:lnTo>
                    <a:lnTo>
                      <a:pt x="37474" y="30591"/>
                    </a:lnTo>
                    <a:lnTo>
                      <a:pt x="37663" y="30612"/>
                    </a:lnTo>
                    <a:lnTo>
                      <a:pt x="37746" y="30570"/>
                    </a:lnTo>
                    <a:lnTo>
                      <a:pt x="37788" y="30570"/>
                    </a:lnTo>
                    <a:lnTo>
                      <a:pt x="37893" y="30633"/>
                    </a:lnTo>
                    <a:lnTo>
                      <a:pt x="38039" y="30674"/>
                    </a:lnTo>
                    <a:lnTo>
                      <a:pt x="38081" y="30633"/>
                    </a:lnTo>
                    <a:lnTo>
                      <a:pt x="38248" y="30716"/>
                    </a:lnTo>
                    <a:lnTo>
                      <a:pt x="38311" y="30716"/>
                    </a:lnTo>
                    <a:lnTo>
                      <a:pt x="38416" y="30674"/>
                    </a:lnTo>
                    <a:lnTo>
                      <a:pt x="38500" y="30695"/>
                    </a:lnTo>
                    <a:lnTo>
                      <a:pt x="38479" y="30737"/>
                    </a:lnTo>
                    <a:lnTo>
                      <a:pt x="38583" y="30779"/>
                    </a:lnTo>
                    <a:lnTo>
                      <a:pt x="38834" y="30695"/>
                    </a:lnTo>
                    <a:lnTo>
                      <a:pt x="38897" y="30695"/>
                    </a:lnTo>
                    <a:lnTo>
                      <a:pt x="39023" y="30633"/>
                    </a:lnTo>
                    <a:lnTo>
                      <a:pt x="39085" y="30674"/>
                    </a:lnTo>
                    <a:lnTo>
                      <a:pt x="39253" y="30674"/>
                    </a:lnTo>
                    <a:lnTo>
                      <a:pt x="39336" y="30716"/>
                    </a:lnTo>
                    <a:lnTo>
                      <a:pt x="39441" y="30674"/>
                    </a:lnTo>
                    <a:lnTo>
                      <a:pt x="39462" y="30591"/>
                    </a:lnTo>
                    <a:lnTo>
                      <a:pt x="39608" y="30591"/>
                    </a:lnTo>
                    <a:lnTo>
                      <a:pt x="39671" y="30528"/>
                    </a:lnTo>
                    <a:lnTo>
                      <a:pt x="39734" y="30570"/>
                    </a:lnTo>
                    <a:lnTo>
                      <a:pt x="39818" y="30465"/>
                    </a:lnTo>
                    <a:lnTo>
                      <a:pt x="39922" y="30402"/>
                    </a:lnTo>
                    <a:lnTo>
                      <a:pt x="39943" y="30361"/>
                    </a:lnTo>
                    <a:lnTo>
                      <a:pt x="40048" y="30382"/>
                    </a:lnTo>
                    <a:lnTo>
                      <a:pt x="40132" y="30214"/>
                    </a:lnTo>
                    <a:lnTo>
                      <a:pt x="40132" y="30110"/>
                    </a:lnTo>
                    <a:lnTo>
                      <a:pt x="40194" y="30110"/>
                    </a:lnTo>
                    <a:lnTo>
                      <a:pt x="40278" y="30047"/>
                    </a:lnTo>
                    <a:lnTo>
                      <a:pt x="40299" y="29963"/>
                    </a:lnTo>
                    <a:lnTo>
                      <a:pt x="40257" y="29942"/>
                    </a:lnTo>
                    <a:lnTo>
                      <a:pt x="40278" y="29879"/>
                    </a:lnTo>
                    <a:lnTo>
                      <a:pt x="40383" y="29879"/>
                    </a:lnTo>
                    <a:lnTo>
                      <a:pt x="40487" y="29858"/>
                    </a:lnTo>
                    <a:lnTo>
                      <a:pt x="40487" y="29775"/>
                    </a:lnTo>
                    <a:lnTo>
                      <a:pt x="40508" y="29754"/>
                    </a:lnTo>
                    <a:lnTo>
                      <a:pt x="40571" y="29838"/>
                    </a:lnTo>
                    <a:lnTo>
                      <a:pt x="40696" y="29858"/>
                    </a:lnTo>
                    <a:lnTo>
                      <a:pt x="40801" y="29775"/>
                    </a:lnTo>
                    <a:lnTo>
                      <a:pt x="40822" y="29838"/>
                    </a:lnTo>
                    <a:lnTo>
                      <a:pt x="40906" y="29838"/>
                    </a:lnTo>
                    <a:lnTo>
                      <a:pt x="40989" y="29775"/>
                    </a:lnTo>
                    <a:lnTo>
                      <a:pt x="41031" y="29838"/>
                    </a:lnTo>
                    <a:lnTo>
                      <a:pt x="41136" y="29796"/>
                    </a:lnTo>
                    <a:lnTo>
                      <a:pt x="41178" y="29754"/>
                    </a:lnTo>
                    <a:lnTo>
                      <a:pt x="41241" y="29754"/>
                    </a:lnTo>
                    <a:lnTo>
                      <a:pt x="41324" y="29649"/>
                    </a:lnTo>
                    <a:lnTo>
                      <a:pt x="41387" y="29649"/>
                    </a:lnTo>
                    <a:lnTo>
                      <a:pt x="41492" y="29545"/>
                    </a:lnTo>
                    <a:lnTo>
                      <a:pt x="41617" y="29545"/>
                    </a:lnTo>
                    <a:lnTo>
                      <a:pt x="41764" y="29440"/>
                    </a:lnTo>
                    <a:lnTo>
                      <a:pt x="41826" y="29356"/>
                    </a:lnTo>
                    <a:lnTo>
                      <a:pt x="41910" y="29356"/>
                    </a:lnTo>
                    <a:lnTo>
                      <a:pt x="41931" y="29252"/>
                    </a:lnTo>
                    <a:lnTo>
                      <a:pt x="41973" y="29147"/>
                    </a:lnTo>
                    <a:lnTo>
                      <a:pt x="41910" y="29126"/>
                    </a:lnTo>
                    <a:lnTo>
                      <a:pt x="41805" y="29147"/>
                    </a:lnTo>
                    <a:lnTo>
                      <a:pt x="41722" y="29105"/>
                    </a:lnTo>
                    <a:lnTo>
                      <a:pt x="41764" y="29105"/>
                    </a:lnTo>
                    <a:lnTo>
                      <a:pt x="41868" y="29126"/>
                    </a:lnTo>
                    <a:lnTo>
                      <a:pt x="41952" y="29105"/>
                    </a:lnTo>
                    <a:lnTo>
                      <a:pt x="41868" y="29001"/>
                    </a:lnTo>
                    <a:lnTo>
                      <a:pt x="41764" y="29001"/>
                    </a:lnTo>
                    <a:lnTo>
                      <a:pt x="41617" y="28917"/>
                    </a:lnTo>
                    <a:lnTo>
                      <a:pt x="41554" y="28812"/>
                    </a:lnTo>
                    <a:lnTo>
                      <a:pt x="41554" y="28812"/>
                    </a:lnTo>
                    <a:lnTo>
                      <a:pt x="41701" y="28896"/>
                    </a:lnTo>
                    <a:lnTo>
                      <a:pt x="41805" y="28833"/>
                    </a:lnTo>
                    <a:lnTo>
                      <a:pt x="41826" y="28729"/>
                    </a:lnTo>
                    <a:lnTo>
                      <a:pt x="41910" y="28708"/>
                    </a:lnTo>
                    <a:lnTo>
                      <a:pt x="41952" y="28603"/>
                    </a:lnTo>
                    <a:lnTo>
                      <a:pt x="41764" y="28540"/>
                    </a:lnTo>
                    <a:lnTo>
                      <a:pt x="41847" y="28478"/>
                    </a:lnTo>
                    <a:lnTo>
                      <a:pt x="41931" y="28498"/>
                    </a:lnTo>
                    <a:lnTo>
                      <a:pt x="42015" y="28415"/>
                    </a:lnTo>
                    <a:lnTo>
                      <a:pt x="41973" y="28331"/>
                    </a:lnTo>
                    <a:lnTo>
                      <a:pt x="41826" y="28268"/>
                    </a:lnTo>
                    <a:lnTo>
                      <a:pt x="41805" y="28164"/>
                    </a:lnTo>
                    <a:lnTo>
                      <a:pt x="41847" y="28122"/>
                    </a:lnTo>
                    <a:lnTo>
                      <a:pt x="41952" y="28185"/>
                    </a:lnTo>
                    <a:lnTo>
                      <a:pt x="41931" y="28101"/>
                    </a:lnTo>
                    <a:lnTo>
                      <a:pt x="41764" y="28017"/>
                    </a:lnTo>
                    <a:lnTo>
                      <a:pt x="41617" y="28017"/>
                    </a:lnTo>
                    <a:lnTo>
                      <a:pt x="41638" y="27954"/>
                    </a:lnTo>
                    <a:lnTo>
                      <a:pt x="41701" y="27913"/>
                    </a:lnTo>
                    <a:lnTo>
                      <a:pt x="41659" y="27871"/>
                    </a:lnTo>
                    <a:lnTo>
                      <a:pt x="41533" y="27871"/>
                    </a:lnTo>
                    <a:lnTo>
                      <a:pt x="41387" y="27954"/>
                    </a:lnTo>
                    <a:lnTo>
                      <a:pt x="41345" y="28059"/>
                    </a:lnTo>
                    <a:lnTo>
                      <a:pt x="41303" y="28101"/>
                    </a:lnTo>
                    <a:lnTo>
                      <a:pt x="41241" y="27996"/>
                    </a:lnTo>
                    <a:lnTo>
                      <a:pt x="41094" y="27996"/>
                    </a:lnTo>
                    <a:lnTo>
                      <a:pt x="41157" y="27913"/>
                    </a:lnTo>
                    <a:lnTo>
                      <a:pt x="41220" y="27913"/>
                    </a:lnTo>
                    <a:lnTo>
                      <a:pt x="41345" y="27808"/>
                    </a:lnTo>
                    <a:lnTo>
                      <a:pt x="41387" y="27703"/>
                    </a:lnTo>
                    <a:lnTo>
                      <a:pt x="41303" y="27536"/>
                    </a:lnTo>
                    <a:lnTo>
                      <a:pt x="41115" y="27473"/>
                    </a:lnTo>
                    <a:lnTo>
                      <a:pt x="40885" y="27494"/>
                    </a:lnTo>
                    <a:lnTo>
                      <a:pt x="40801" y="27536"/>
                    </a:lnTo>
                    <a:lnTo>
                      <a:pt x="40822" y="27557"/>
                    </a:lnTo>
                    <a:lnTo>
                      <a:pt x="40969" y="27557"/>
                    </a:lnTo>
                    <a:lnTo>
                      <a:pt x="41010" y="27578"/>
                    </a:lnTo>
                    <a:lnTo>
                      <a:pt x="40885" y="27578"/>
                    </a:lnTo>
                    <a:lnTo>
                      <a:pt x="40717" y="27557"/>
                    </a:lnTo>
                    <a:lnTo>
                      <a:pt x="40550" y="27641"/>
                    </a:lnTo>
                    <a:lnTo>
                      <a:pt x="40404" y="27661"/>
                    </a:lnTo>
                    <a:lnTo>
                      <a:pt x="40299" y="27787"/>
                    </a:lnTo>
                    <a:lnTo>
                      <a:pt x="40257" y="27892"/>
                    </a:lnTo>
                    <a:lnTo>
                      <a:pt x="40173" y="27892"/>
                    </a:lnTo>
                    <a:lnTo>
                      <a:pt x="40048" y="27996"/>
                    </a:lnTo>
                    <a:lnTo>
                      <a:pt x="39860" y="27996"/>
                    </a:lnTo>
                    <a:lnTo>
                      <a:pt x="39755" y="28205"/>
                    </a:lnTo>
                    <a:lnTo>
                      <a:pt x="39671" y="28205"/>
                    </a:lnTo>
                    <a:lnTo>
                      <a:pt x="39629" y="28268"/>
                    </a:lnTo>
                    <a:lnTo>
                      <a:pt x="39567" y="28268"/>
                    </a:lnTo>
                    <a:lnTo>
                      <a:pt x="39525" y="28185"/>
                    </a:lnTo>
                    <a:lnTo>
                      <a:pt x="39608" y="28101"/>
                    </a:lnTo>
                    <a:lnTo>
                      <a:pt x="39671" y="28122"/>
                    </a:lnTo>
                    <a:lnTo>
                      <a:pt x="39713" y="28059"/>
                    </a:lnTo>
                    <a:lnTo>
                      <a:pt x="39462" y="27871"/>
                    </a:lnTo>
                    <a:lnTo>
                      <a:pt x="39441" y="27808"/>
                    </a:lnTo>
                    <a:lnTo>
                      <a:pt x="39357" y="27787"/>
                    </a:lnTo>
                    <a:lnTo>
                      <a:pt x="39399" y="27745"/>
                    </a:lnTo>
                    <a:lnTo>
                      <a:pt x="39399" y="27641"/>
                    </a:lnTo>
                    <a:lnTo>
                      <a:pt x="39525" y="27850"/>
                    </a:lnTo>
                    <a:lnTo>
                      <a:pt x="39734" y="27975"/>
                    </a:lnTo>
                    <a:lnTo>
                      <a:pt x="39776" y="27913"/>
                    </a:lnTo>
                    <a:lnTo>
                      <a:pt x="39818" y="27808"/>
                    </a:lnTo>
                    <a:lnTo>
                      <a:pt x="39943" y="27808"/>
                    </a:lnTo>
                    <a:lnTo>
                      <a:pt x="40027" y="27745"/>
                    </a:lnTo>
                    <a:lnTo>
                      <a:pt x="40194" y="27641"/>
                    </a:lnTo>
                    <a:lnTo>
                      <a:pt x="40404" y="27578"/>
                    </a:lnTo>
                    <a:lnTo>
                      <a:pt x="40613" y="27557"/>
                    </a:lnTo>
                    <a:lnTo>
                      <a:pt x="40592" y="27494"/>
                    </a:lnTo>
                    <a:lnTo>
                      <a:pt x="40508" y="27473"/>
                    </a:lnTo>
                    <a:lnTo>
                      <a:pt x="40613" y="27473"/>
                    </a:lnTo>
                    <a:lnTo>
                      <a:pt x="40717" y="27369"/>
                    </a:lnTo>
                    <a:lnTo>
                      <a:pt x="40906" y="27285"/>
                    </a:lnTo>
                    <a:lnTo>
                      <a:pt x="40969" y="27348"/>
                    </a:lnTo>
                    <a:lnTo>
                      <a:pt x="41199" y="27285"/>
                    </a:lnTo>
                    <a:lnTo>
                      <a:pt x="41199" y="27243"/>
                    </a:lnTo>
                    <a:lnTo>
                      <a:pt x="41387" y="27222"/>
                    </a:lnTo>
                    <a:lnTo>
                      <a:pt x="41282" y="27117"/>
                    </a:lnTo>
                    <a:lnTo>
                      <a:pt x="41010" y="27034"/>
                    </a:lnTo>
                    <a:lnTo>
                      <a:pt x="41073" y="26971"/>
                    </a:lnTo>
                    <a:lnTo>
                      <a:pt x="41136" y="26971"/>
                    </a:lnTo>
                    <a:lnTo>
                      <a:pt x="41199" y="26866"/>
                    </a:lnTo>
                    <a:lnTo>
                      <a:pt x="41115" y="26845"/>
                    </a:lnTo>
                    <a:lnTo>
                      <a:pt x="40969" y="26908"/>
                    </a:lnTo>
                    <a:lnTo>
                      <a:pt x="40885" y="27013"/>
                    </a:lnTo>
                    <a:lnTo>
                      <a:pt x="40759" y="26929"/>
                    </a:lnTo>
                    <a:lnTo>
                      <a:pt x="40613" y="26950"/>
                    </a:lnTo>
                    <a:lnTo>
                      <a:pt x="40592" y="26866"/>
                    </a:lnTo>
                    <a:lnTo>
                      <a:pt x="40676" y="26845"/>
                    </a:lnTo>
                    <a:lnTo>
                      <a:pt x="40676" y="26657"/>
                    </a:lnTo>
                    <a:lnTo>
                      <a:pt x="40696" y="26615"/>
                    </a:lnTo>
                    <a:lnTo>
                      <a:pt x="40550" y="26720"/>
                    </a:lnTo>
                    <a:lnTo>
                      <a:pt x="40550" y="26657"/>
                    </a:lnTo>
                    <a:lnTo>
                      <a:pt x="40592" y="26615"/>
                    </a:lnTo>
                    <a:lnTo>
                      <a:pt x="40550" y="26594"/>
                    </a:lnTo>
                    <a:lnTo>
                      <a:pt x="40341" y="26762"/>
                    </a:lnTo>
                    <a:lnTo>
                      <a:pt x="40257" y="26845"/>
                    </a:lnTo>
                    <a:lnTo>
                      <a:pt x="40194" y="26845"/>
                    </a:lnTo>
                    <a:lnTo>
                      <a:pt x="40278" y="26762"/>
                    </a:lnTo>
                    <a:lnTo>
                      <a:pt x="40445" y="26636"/>
                    </a:lnTo>
                    <a:lnTo>
                      <a:pt x="40383" y="26594"/>
                    </a:lnTo>
                    <a:lnTo>
                      <a:pt x="40236" y="26657"/>
                    </a:lnTo>
                    <a:lnTo>
                      <a:pt x="40194" y="26636"/>
                    </a:lnTo>
                    <a:lnTo>
                      <a:pt x="40257" y="26594"/>
                    </a:lnTo>
                    <a:lnTo>
                      <a:pt x="40341" y="26532"/>
                    </a:lnTo>
                    <a:lnTo>
                      <a:pt x="40341" y="26490"/>
                    </a:lnTo>
                    <a:lnTo>
                      <a:pt x="40194" y="26511"/>
                    </a:lnTo>
                    <a:lnTo>
                      <a:pt x="40090" y="26615"/>
                    </a:lnTo>
                    <a:lnTo>
                      <a:pt x="39985" y="26741"/>
                    </a:lnTo>
                    <a:lnTo>
                      <a:pt x="39943" y="26720"/>
                    </a:lnTo>
                    <a:lnTo>
                      <a:pt x="39985" y="26615"/>
                    </a:lnTo>
                    <a:lnTo>
                      <a:pt x="40090" y="26532"/>
                    </a:lnTo>
                    <a:lnTo>
                      <a:pt x="40090" y="26490"/>
                    </a:lnTo>
                    <a:lnTo>
                      <a:pt x="40027" y="26490"/>
                    </a:lnTo>
                    <a:lnTo>
                      <a:pt x="39818" y="26699"/>
                    </a:lnTo>
                    <a:lnTo>
                      <a:pt x="39713" y="26720"/>
                    </a:lnTo>
                    <a:lnTo>
                      <a:pt x="39608" y="26636"/>
                    </a:lnTo>
                    <a:lnTo>
                      <a:pt x="39734" y="26657"/>
                    </a:lnTo>
                    <a:lnTo>
                      <a:pt x="39839" y="26594"/>
                    </a:lnTo>
                    <a:lnTo>
                      <a:pt x="40027" y="26343"/>
                    </a:lnTo>
                    <a:lnTo>
                      <a:pt x="40152" y="26281"/>
                    </a:lnTo>
                    <a:lnTo>
                      <a:pt x="40069" y="26197"/>
                    </a:lnTo>
                    <a:lnTo>
                      <a:pt x="40090" y="26092"/>
                    </a:lnTo>
                    <a:lnTo>
                      <a:pt x="40069" y="26071"/>
                    </a:lnTo>
                    <a:lnTo>
                      <a:pt x="39964" y="26218"/>
                    </a:lnTo>
                    <a:lnTo>
                      <a:pt x="39922" y="26218"/>
                    </a:lnTo>
                    <a:lnTo>
                      <a:pt x="39922" y="26176"/>
                    </a:lnTo>
                    <a:lnTo>
                      <a:pt x="39964" y="26092"/>
                    </a:lnTo>
                    <a:lnTo>
                      <a:pt x="39964" y="25925"/>
                    </a:lnTo>
                    <a:lnTo>
                      <a:pt x="39880" y="25904"/>
                    </a:lnTo>
                    <a:lnTo>
                      <a:pt x="39860" y="25883"/>
                    </a:lnTo>
                    <a:lnTo>
                      <a:pt x="39755" y="25967"/>
                    </a:lnTo>
                    <a:lnTo>
                      <a:pt x="39734" y="25904"/>
                    </a:lnTo>
                    <a:lnTo>
                      <a:pt x="39755" y="25820"/>
                    </a:lnTo>
                    <a:lnTo>
                      <a:pt x="39734" y="25799"/>
                    </a:lnTo>
                    <a:lnTo>
                      <a:pt x="39650" y="25799"/>
                    </a:lnTo>
                    <a:lnTo>
                      <a:pt x="39713" y="25757"/>
                    </a:lnTo>
                    <a:lnTo>
                      <a:pt x="39650" y="25695"/>
                    </a:lnTo>
                    <a:lnTo>
                      <a:pt x="39650" y="25611"/>
                    </a:lnTo>
                    <a:lnTo>
                      <a:pt x="39608" y="25611"/>
                    </a:lnTo>
                    <a:lnTo>
                      <a:pt x="39441" y="25653"/>
                    </a:lnTo>
                    <a:lnTo>
                      <a:pt x="39441" y="25695"/>
                    </a:lnTo>
                    <a:lnTo>
                      <a:pt x="39357" y="25716"/>
                    </a:lnTo>
                    <a:lnTo>
                      <a:pt x="39148" y="25674"/>
                    </a:lnTo>
                    <a:lnTo>
                      <a:pt x="39316" y="25674"/>
                    </a:lnTo>
                    <a:lnTo>
                      <a:pt x="39357" y="25590"/>
                    </a:lnTo>
                    <a:lnTo>
                      <a:pt x="39504" y="25569"/>
                    </a:lnTo>
                    <a:lnTo>
                      <a:pt x="39525" y="25506"/>
                    </a:lnTo>
                    <a:lnTo>
                      <a:pt x="39462" y="25444"/>
                    </a:lnTo>
                    <a:lnTo>
                      <a:pt x="39357" y="25339"/>
                    </a:lnTo>
                    <a:lnTo>
                      <a:pt x="39357" y="25234"/>
                    </a:lnTo>
                    <a:lnTo>
                      <a:pt x="39211" y="25151"/>
                    </a:lnTo>
                    <a:lnTo>
                      <a:pt x="39357" y="25151"/>
                    </a:lnTo>
                    <a:lnTo>
                      <a:pt x="39525" y="25234"/>
                    </a:lnTo>
                    <a:lnTo>
                      <a:pt x="39650" y="25234"/>
                    </a:lnTo>
                    <a:lnTo>
                      <a:pt x="39650" y="25151"/>
                    </a:lnTo>
                    <a:lnTo>
                      <a:pt x="39546" y="25088"/>
                    </a:lnTo>
                    <a:lnTo>
                      <a:pt x="39567" y="25046"/>
                    </a:lnTo>
                    <a:lnTo>
                      <a:pt x="39650" y="25067"/>
                    </a:lnTo>
                    <a:lnTo>
                      <a:pt x="39776" y="24962"/>
                    </a:lnTo>
                    <a:lnTo>
                      <a:pt x="39860" y="24920"/>
                    </a:lnTo>
                    <a:lnTo>
                      <a:pt x="39880" y="24816"/>
                    </a:lnTo>
                    <a:lnTo>
                      <a:pt x="39776" y="24711"/>
                    </a:lnTo>
                    <a:lnTo>
                      <a:pt x="39713" y="24732"/>
                    </a:lnTo>
                    <a:lnTo>
                      <a:pt x="39608" y="24711"/>
                    </a:lnTo>
                    <a:lnTo>
                      <a:pt x="39671" y="24648"/>
                    </a:lnTo>
                    <a:lnTo>
                      <a:pt x="39713" y="24565"/>
                    </a:lnTo>
                    <a:lnTo>
                      <a:pt x="39650" y="24523"/>
                    </a:lnTo>
                    <a:lnTo>
                      <a:pt x="39525" y="24523"/>
                    </a:lnTo>
                    <a:lnTo>
                      <a:pt x="39462" y="24502"/>
                    </a:lnTo>
                    <a:lnTo>
                      <a:pt x="39399" y="24523"/>
                    </a:lnTo>
                    <a:lnTo>
                      <a:pt x="39316" y="24439"/>
                    </a:lnTo>
                    <a:lnTo>
                      <a:pt x="39420" y="24439"/>
                    </a:lnTo>
                    <a:lnTo>
                      <a:pt x="39462" y="24397"/>
                    </a:lnTo>
                    <a:lnTo>
                      <a:pt x="39546" y="24418"/>
                    </a:lnTo>
                    <a:lnTo>
                      <a:pt x="39650" y="24314"/>
                    </a:lnTo>
                    <a:lnTo>
                      <a:pt x="39608" y="24125"/>
                    </a:lnTo>
                    <a:lnTo>
                      <a:pt x="39504" y="24021"/>
                    </a:lnTo>
                    <a:lnTo>
                      <a:pt x="39441" y="24104"/>
                    </a:lnTo>
                    <a:lnTo>
                      <a:pt x="39336" y="24084"/>
                    </a:lnTo>
                    <a:lnTo>
                      <a:pt x="39253" y="24146"/>
                    </a:lnTo>
                    <a:lnTo>
                      <a:pt x="39295" y="24042"/>
                    </a:lnTo>
                    <a:lnTo>
                      <a:pt x="39420" y="23979"/>
                    </a:lnTo>
                    <a:lnTo>
                      <a:pt x="39504" y="23979"/>
                    </a:lnTo>
                    <a:lnTo>
                      <a:pt x="39504" y="23874"/>
                    </a:lnTo>
                    <a:lnTo>
                      <a:pt x="39399" y="23832"/>
                    </a:lnTo>
                    <a:lnTo>
                      <a:pt x="39316" y="23874"/>
                    </a:lnTo>
                    <a:lnTo>
                      <a:pt x="39190" y="23874"/>
                    </a:lnTo>
                    <a:lnTo>
                      <a:pt x="39002" y="23937"/>
                    </a:lnTo>
                    <a:lnTo>
                      <a:pt x="39002" y="23937"/>
                    </a:lnTo>
                    <a:lnTo>
                      <a:pt x="39148" y="23728"/>
                    </a:lnTo>
                    <a:lnTo>
                      <a:pt x="39253" y="23728"/>
                    </a:lnTo>
                    <a:lnTo>
                      <a:pt x="39357" y="23686"/>
                    </a:lnTo>
                    <a:lnTo>
                      <a:pt x="39357" y="23623"/>
                    </a:lnTo>
                    <a:lnTo>
                      <a:pt x="39441" y="23560"/>
                    </a:lnTo>
                    <a:lnTo>
                      <a:pt x="39420" y="23519"/>
                    </a:lnTo>
                    <a:lnTo>
                      <a:pt x="39295" y="23581"/>
                    </a:lnTo>
                    <a:lnTo>
                      <a:pt x="39106" y="23581"/>
                    </a:lnTo>
                    <a:lnTo>
                      <a:pt x="38939" y="23665"/>
                    </a:lnTo>
                    <a:lnTo>
                      <a:pt x="38939" y="23665"/>
                    </a:lnTo>
                    <a:lnTo>
                      <a:pt x="39002" y="23581"/>
                    </a:lnTo>
                    <a:lnTo>
                      <a:pt x="38981" y="23498"/>
                    </a:lnTo>
                    <a:lnTo>
                      <a:pt x="39023" y="23414"/>
                    </a:lnTo>
                    <a:lnTo>
                      <a:pt x="39106" y="23477"/>
                    </a:lnTo>
                    <a:lnTo>
                      <a:pt x="39295" y="23477"/>
                    </a:lnTo>
                    <a:lnTo>
                      <a:pt x="39399" y="23351"/>
                    </a:lnTo>
                    <a:lnTo>
                      <a:pt x="39399" y="23205"/>
                    </a:lnTo>
                    <a:lnTo>
                      <a:pt x="39295" y="23268"/>
                    </a:lnTo>
                    <a:lnTo>
                      <a:pt x="39211" y="23247"/>
                    </a:lnTo>
                    <a:lnTo>
                      <a:pt x="39316" y="23142"/>
                    </a:lnTo>
                    <a:lnTo>
                      <a:pt x="39336" y="23037"/>
                    </a:lnTo>
                    <a:lnTo>
                      <a:pt x="39253" y="22996"/>
                    </a:lnTo>
                    <a:lnTo>
                      <a:pt x="39002" y="23079"/>
                    </a:lnTo>
                    <a:lnTo>
                      <a:pt x="38918" y="23037"/>
                    </a:lnTo>
                    <a:lnTo>
                      <a:pt x="38981" y="22954"/>
                    </a:lnTo>
                    <a:lnTo>
                      <a:pt x="39106" y="22975"/>
                    </a:lnTo>
                    <a:lnTo>
                      <a:pt x="39211" y="22954"/>
                    </a:lnTo>
                    <a:lnTo>
                      <a:pt x="39295" y="22828"/>
                    </a:lnTo>
                    <a:lnTo>
                      <a:pt x="39211" y="22765"/>
                    </a:lnTo>
                    <a:lnTo>
                      <a:pt x="39211" y="22682"/>
                    </a:lnTo>
                    <a:lnTo>
                      <a:pt x="39127" y="22765"/>
                    </a:lnTo>
                    <a:lnTo>
                      <a:pt x="39085" y="22765"/>
                    </a:lnTo>
                    <a:lnTo>
                      <a:pt x="39044" y="22682"/>
                    </a:lnTo>
                    <a:lnTo>
                      <a:pt x="38981" y="22619"/>
                    </a:lnTo>
                    <a:lnTo>
                      <a:pt x="39044" y="22577"/>
                    </a:lnTo>
                    <a:lnTo>
                      <a:pt x="39106" y="22640"/>
                    </a:lnTo>
                    <a:lnTo>
                      <a:pt x="39148" y="22577"/>
                    </a:lnTo>
                    <a:lnTo>
                      <a:pt x="39148" y="22452"/>
                    </a:lnTo>
                    <a:lnTo>
                      <a:pt x="39044" y="22347"/>
                    </a:lnTo>
                    <a:lnTo>
                      <a:pt x="39023" y="22242"/>
                    </a:lnTo>
                    <a:lnTo>
                      <a:pt x="39106" y="22200"/>
                    </a:lnTo>
                    <a:lnTo>
                      <a:pt x="39106" y="22096"/>
                    </a:lnTo>
                    <a:lnTo>
                      <a:pt x="39023" y="22096"/>
                    </a:lnTo>
                    <a:lnTo>
                      <a:pt x="39044" y="22033"/>
                    </a:lnTo>
                    <a:lnTo>
                      <a:pt x="39085" y="21928"/>
                    </a:lnTo>
                    <a:lnTo>
                      <a:pt x="39002" y="21928"/>
                    </a:lnTo>
                    <a:lnTo>
                      <a:pt x="38918" y="21907"/>
                    </a:lnTo>
                    <a:lnTo>
                      <a:pt x="38918" y="21887"/>
                    </a:lnTo>
                    <a:lnTo>
                      <a:pt x="38981" y="21887"/>
                    </a:lnTo>
                    <a:lnTo>
                      <a:pt x="39044" y="21803"/>
                    </a:lnTo>
                    <a:lnTo>
                      <a:pt x="38981" y="21740"/>
                    </a:lnTo>
                    <a:lnTo>
                      <a:pt x="38981" y="21677"/>
                    </a:lnTo>
                    <a:lnTo>
                      <a:pt x="39044" y="21615"/>
                    </a:lnTo>
                    <a:lnTo>
                      <a:pt x="39023" y="21573"/>
                    </a:lnTo>
                    <a:lnTo>
                      <a:pt x="38918" y="21615"/>
                    </a:lnTo>
                    <a:lnTo>
                      <a:pt x="38918" y="21615"/>
                    </a:lnTo>
                    <a:lnTo>
                      <a:pt x="39023" y="21531"/>
                    </a:lnTo>
                    <a:lnTo>
                      <a:pt x="38981" y="21489"/>
                    </a:lnTo>
                    <a:lnTo>
                      <a:pt x="38876" y="21510"/>
                    </a:lnTo>
                    <a:lnTo>
                      <a:pt x="38772" y="21635"/>
                    </a:lnTo>
                    <a:lnTo>
                      <a:pt x="38792" y="21719"/>
                    </a:lnTo>
                    <a:lnTo>
                      <a:pt x="38730" y="21824"/>
                    </a:lnTo>
                    <a:lnTo>
                      <a:pt x="38604" y="21949"/>
                    </a:lnTo>
                    <a:lnTo>
                      <a:pt x="38604" y="22033"/>
                    </a:lnTo>
                    <a:lnTo>
                      <a:pt x="38520" y="22096"/>
                    </a:lnTo>
                    <a:lnTo>
                      <a:pt x="38520" y="22200"/>
                    </a:lnTo>
                    <a:lnTo>
                      <a:pt x="38458" y="22117"/>
                    </a:lnTo>
                    <a:lnTo>
                      <a:pt x="38395" y="22138"/>
                    </a:lnTo>
                    <a:lnTo>
                      <a:pt x="38311" y="22326"/>
                    </a:lnTo>
                    <a:lnTo>
                      <a:pt x="38311" y="22410"/>
                    </a:lnTo>
                    <a:lnTo>
                      <a:pt x="38416" y="22410"/>
                    </a:lnTo>
                    <a:lnTo>
                      <a:pt x="38479" y="22472"/>
                    </a:lnTo>
                    <a:lnTo>
                      <a:pt x="38479" y="22556"/>
                    </a:lnTo>
                    <a:lnTo>
                      <a:pt x="38374" y="22452"/>
                    </a:lnTo>
                    <a:lnTo>
                      <a:pt x="38311" y="22452"/>
                    </a:lnTo>
                    <a:lnTo>
                      <a:pt x="38290" y="22535"/>
                    </a:lnTo>
                    <a:lnTo>
                      <a:pt x="38207" y="22640"/>
                    </a:lnTo>
                    <a:lnTo>
                      <a:pt x="38144" y="22682"/>
                    </a:lnTo>
                    <a:lnTo>
                      <a:pt x="38102" y="22849"/>
                    </a:lnTo>
                    <a:lnTo>
                      <a:pt x="37997" y="22870"/>
                    </a:lnTo>
                    <a:lnTo>
                      <a:pt x="37935" y="22975"/>
                    </a:lnTo>
                    <a:lnTo>
                      <a:pt x="37935" y="23037"/>
                    </a:lnTo>
                    <a:lnTo>
                      <a:pt x="37872" y="23037"/>
                    </a:lnTo>
                    <a:lnTo>
                      <a:pt x="37872" y="23205"/>
                    </a:lnTo>
                    <a:lnTo>
                      <a:pt x="37788" y="23393"/>
                    </a:lnTo>
                    <a:lnTo>
                      <a:pt x="37788" y="23393"/>
                    </a:lnTo>
                    <a:lnTo>
                      <a:pt x="37830" y="23268"/>
                    </a:lnTo>
                    <a:lnTo>
                      <a:pt x="37788" y="23100"/>
                    </a:lnTo>
                    <a:lnTo>
                      <a:pt x="37725" y="23037"/>
                    </a:lnTo>
                    <a:lnTo>
                      <a:pt x="37558" y="23142"/>
                    </a:lnTo>
                    <a:lnTo>
                      <a:pt x="37474" y="23247"/>
                    </a:lnTo>
                    <a:lnTo>
                      <a:pt x="37453" y="23351"/>
                    </a:lnTo>
                    <a:lnTo>
                      <a:pt x="37349" y="23372"/>
                    </a:lnTo>
                    <a:lnTo>
                      <a:pt x="37307" y="23414"/>
                    </a:lnTo>
                    <a:lnTo>
                      <a:pt x="37265" y="23372"/>
                    </a:lnTo>
                    <a:lnTo>
                      <a:pt x="37202" y="23372"/>
                    </a:lnTo>
                    <a:lnTo>
                      <a:pt x="37098" y="23456"/>
                    </a:lnTo>
                    <a:lnTo>
                      <a:pt x="36993" y="23456"/>
                    </a:lnTo>
                    <a:lnTo>
                      <a:pt x="36847" y="23560"/>
                    </a:lnTo>
                    <a:lnTo>
                      <a:pt x="36826" y="23686"/>
                    </a:lnTo>
                    <a:lnTo>
                      <a:pt x="36700" y="23832"/>
                    </a:lnTo>
                    <a:lnTo>
                      <a:pt x="36742" y="23728"/>
                    </a:lnTo>
                    <a:lnTo>
                      <a:pt x="36742" y="23623"/>
                    </a:lnTo>
                    <a:lnTo>
                      <a:pt x="36784" y="23581"/>
                    </a:lnTo>
                    <a:lnTo>
                      <a:pt x="36784" y="23351"/>
                    </a:lnTo>
                    <a:lnTo>
                      <a:pt x="36805" y="23247"/>
                    </a:lnTo>
                    <a:lnTo>
                      <a:pt x="36784" y="23247"/>
                    </a:lnTo>
                    <a:lnTo>
                      <a:pt x="36365" y="23456"/>
                    </a:lnTo>
                    <a:lnTo>
                      <a:pt x="36198" y="23770"/>
                    </a:lnTo>
                    <a:lnTo>
                      <a:pt x="36072" y="23812"/>
                    </a:lnTo>
                    <a:lnTo>
                      <a:pt x="36156" y="23707"/>
                    </a:lnTo>
                    <a:lnTo>
                      <a:pt x="36177" y="23581"/>
                    </a:lnTo>
                    <a:lnTo>
                      <a:pt x="36303" y="23393"/>
                    </a:lnTo>
                    <a:lnTo>
                      <a:pt x="36303" y="23268"/>
                    </a:lnTo>
                    <a:lnTo>
                      <a:pt x="36323" y="23142"/>
                    </a:lnTo>
                    <a:lnTo>
                      <a:pt x="36282" y="23037"/>
                    </a:lnTo>
                    <a:lnTo>
                      <a:pt x="36177" y="22933"/>
                    </a:lnTo>
                    <a:lnTo>
                      <a:pt x="36072" y="22933"/>
                    </a:lnTo>
                    <a:lnTo>
                      <a:pt x="36093" y="23058"/>
                    </a:lnTo>
                    <a:lnTo>
                      <a:pt x="36072" y="23058"/>
                    </a:lnTo>
                    <a:lnTo>
                      <a:pt x="35968" y="22975"/>
                    </a:lnTo>
                    <a:lnTo>
                      <a:pt x="35842" y="22765"/>
                    </a:lnTo>
                    <a:lnTo>
                      <a:pt x="36051" y="22870"/>
                    </a:lnTo>
                    <a:lnTo>
                      <a:pt x="36093" y="22849"/>
                    </a:lnTo>
                    <a:lnTo>
                      <a:pt x="35989" y="22807"/>
                    </a:lnTo>
                    <a:lnTo>
                      <a:pt x="35863" y="22598"/>
                    </a:lnTo>
                    <a:lnTo>
                      <a:pt x="35842" y="22577"/>
                    </a:lnTo>
                    <a:lnTo>
                      <a:pt x="35968" y="22431"/>
                    </a:lnTo>
                    <a:lnTo>
                      <a:pt x="35989" y="22347"/>
                    </a:lnTo>
                    <a:lnTo>
                      <a:pt x="36093" y="22179"/>
                    </a:lnTo>
                    <a:lnTo>
                      <a:pt x="36093" y="21970"/>
                    </a:lnTo>
                    <a:lnTo>
                      <a:pt x="35947" y="21845"/>
                    </a:lnTo>
                    <a:lnTo>
                      <a:pt x="35738" y="21803"/>
                    </a:lnTo>
                    <a:lnTo>
                      <a:pt x="35466" y="21656"/>
                    </a:lnTo>
                    <a:lnTo>
                      <a:pt x="35466" y="21656"/>
                    </a:lnTo>
                    <a:lnTo>
                      <a:pt x="35759" y="21761"/>
                    </a:lnTo>
                    <a:lnTo>
                      <a:pt x="36010" y="21803"/>
                    </a:lnTo>
                    <a:lnTo>
                      <a:pt x="36051" y="21615"/>
                    </a:lnTo>
                    <a:lnTo>
                      <a:pt x="36093" y="21531"/>
                    </a:lnTo>
                    <a:lnTo>
                      <a:pt x="36114" y="21698"/>
                    </a:lnTo>
                    <a:lnTo>
                      <a:pt x="36177" y="21594"/>
                    </a:lnTo>
                    <a:lnTo>
                      <a:pt x="36093" y="21363"/>
                    </a:lnTo>
                    <a:lnTo>
                      <a:pt x="36198" y="21196"/>
                    </a:lnTo>
                    <a:lnTo>
                      <a:pt x="36365" y="21175"/>
                    </a:lnTo>
                    <a:lnTo>
                      <a:pt x="36386" y="20987"/>
                    </a:lnTo>
                    <a:lnTo>
                      <a:pt x="36386" y="20778"/>
                    </a:lnTo>
                    <a:lnTo>
                      <a:pt x="36303" y="20778"/>
                    </a:lnTo>
                    <a:lnTo>
                      <a:pt x="36282" y="20966"/>
                    </a:lnTo>
                    <a:lnTo>
                      <a:pt x="36156" y="21071"/>
                    </a:lnTo>
                    <a:lnTo>
                      <a:pt x="36093" y="20987"/>
                    </a:lnTo>
                    <a:lnTo>
                      <a:pt x="36114" y="20778"/>
                    </a:lnTo>
                    <a:lnTo>
                      <a:pt x="35968" y="20715"/>
                    </a:lnTo>
                    <a:lnTo>
                      <a:pt x="35842" y="20778"/>
                    </a:lnTo>
                    <a:lnTo>
                      <a:pt x="35779" y="20715"/>
                    </a:lnTo>
                    <a:lnTo>
                      <a:pt x="35696" y="20757"/>
                    </a:lnTo>
                    <a:lnTo>
                      <a:pt x="35528" y="20589"/>
                    </a:lnTo>
                    <a:lnTo>
                      <a:pt x="35424" y="20652"/>
                    </a:lnTo>
                    <a:lnTo>
                      <a:pt x="35424" y="20547"/>
                    </a:lnTo>
                    <a:lnTo>
                      <a:pt x="35319" y="20652"/>
                    </a:lnTo>
                    <a:lnTo>
                      <a:pt x="35319" y="20547"/>
                    </a:lnTo>
                    <a:lnTo>
                      <a:pt x="35173" y="20401"/>
                    </a:lnTo>
                    <a:lnTo>
                      <a:pt x="35277" y="20401"/>
                    </a:lnTo>
                    <a:lnTo>
                      <a:pt x="35340" y="20296"/>
                    </a:lnTo>
                    <a:lnTo>
                      <a:pt x="35445" y="20380"/>
                    </a:lnTo>
                    <a:lnTo>
                      <a:pt x="35466" y="20296"/>
                    </a:lnTo>
                    <a:lnTo>
                      <a:pt x="35361" y="20171"/>
                    </a:lnTo>
                    <a:lnTo>
                      <a:pt x="35277" y="20255"/>
                    </a:lnTo>
                    <a:lnTo>
                      <a:pt x="35173" y="20171"/>
                    </a:lnTo>
                    <a:lnTo>
                      <a:pt x="35277" y="20150"/>
                    </a:lnTo>
                    <a:lnTo>
                      <a:pt x="35235" y="20024"/>
                    </a:lnTo>
                    <a:lnTo>
                      <a:pt x="35110" y="19920"/>
                    </a:lnTo>
                    <a:lnTo>
                      <a:pt x="35026" y="19962"/>
                    </a:lnTo>
                    <a:lnTo>
                      <a:pt x="35026" y="19878"/>
                    </a:lnTo>
                    <a:lnTo>
                      <a:pt x="35110" y="19773"/>
                    </a:lnTo>
                    <a:lnTo>
                      <a:pt x="35110" y="19606"/>
                    </a:lnTo>
                    <a:lnTo>
                      <a:pt x="35005" y="19606"/>
                    </a:lnTo>
                    <a:lnTo>
                      <a:pt x="34859" y="19501"/>
                    </a:lnTo>
                    <a:lnTo>
                      <a:pt x="34859" y="19397"/>
                    </a:lnTo>
                    <a:lnTo>
                      <a:pt x="34650" y="19229"/>
                    </a:lnTo>
                    <a:lnTo>
                      <a:pt x="34503" y="19313"/>
                    </a:lnTo>
                    <a:lnTo>
                      <a:pt x="34398" y="19313"/>
                    </a:lnTo>
                    <a:lnTo>
                      <a:pt x="34336" y="19397"/>
                    </a:lnTo>
                    <a:lnTo>
                      <a:pt x="34210" y="19334"/>
                    </a:lnTo>
                    <a:lnTo>
                      <a:pt x="34210" y="19480"/>
                    </a:lnTo>
                    <a:lnTo>
                      <a:pt x="34126" y="19376"/>
                    </a:lnTo>
                    <a:lnTo>
                      <a:pt x="34043" y="19376"/>
                    </a:lnTo>
                    <a:lnTo>
                      <a:pt x="34001" y="19292"/>
                    </a:lnTo>
                    <a:lnTo>
                      <a:pt x="33896" y="19292"/>
                    </a:lnTo>
                    <a:lnTo>
                      <a:pt x="33729" y="19397"/>
                    </a:lnTo>
                    <a:lnTo>
                      <a:pt x="33562" y="19397"/>
                    </a:lnTo>
                    <a:lnTo>
                      <a:pt x="33708" y="19334"/>
                    </a:lnTo>
                    <a:lnTo>
                      <a:pt x="33729" y="19229"/>
                    </a:lnTo>
                    <a:lnTo>
                      <a:pt x="33603" y="19229"/>
                    </a:lnTo>
                    <a:lnTo>
                      <a:pt x="33352" y="19104"/>
                    </a:lnTo>
                    <a:lnTo>
                      <a:pt x="33164" y="18999"/>
                    </a:lnTo>
                    <a:lnTo>
                      <a:pt x="32976" y="18999"/>
                    </a:lnTo>
                    <a:lnTo>
                      <a:pt x="32913" y="18957"/>
                    </a:lnTo>
                    <a:lnTo>
                      <a:pt x="32829" y="18978"/>
                    </a:lnTo>
                    <a:lnTo>
                      <a:pt x="32746" y="18978"/>
                    </a:lnTo>
                    <a:lnTo>
                      <a:pt x="32662" y="19062"/>
                    </a:lnTo>
                    <a:lnTo>
                      <a:pt x="32662" y="19125"/>
                    </a:lnTo>
                    <a:lnTo>
                      <a:pt x="32578" y="19125"/>
                    </a:lnTo>
                    <a:lnTo>
                      <a:pt x="32536" y="19104"/>
                    </a:lnTo>
                    <a:lnTo>
                      <a:pt x="32453" y="19166"/>
                    </a:lnTo>
                    <a:lnTo>
                      <a:pt x="32453" y="19313"/>
                    </a:lnTo>
                    <a:lnTo>
                      <a:pt x="32369" y="19480"/>
                    </a:lnTo>
                    <a:lnTo>
                      <a:pt x="32369" y="19690"/>
                    </a:lnTo>
                    <a:lnTo>
                      <a:pt x="32453" y="19794"/>
                    </a:lnTo>
                    <a:lnTo>
                      <a:pt x="32515" y="19794"/>
                    </a:lnTo>
                    <a:lnTo>
                      <a:pt x="32515" y="19836"/>
                    </a:lnTo>
                    <a:lnTo>
                      <a:pt x="32557" y="19857"/>
                    </a:lnTo>
                    <a:lnTo>
                      <a:pt x="32557" y="20003"/>
                    </a:lnTo>
                    <a:lnTo>
                      <a:pt x="32515" y="20045"/>
                    </a:lnTo>
                    <a:lnTo>
                      <a:pt x="32432" y="20045"/>
                    </a:lnTo>
                    <a:lnTo>
                      <a:pt x="32411" y="20171"/>
                    </a:lnTo>
                    <a:lnTo>
                      <a:pt x="32243" y="20380"/>
                    </a:lnTo>
                    <a:lnTo>
                      <a:pt x="32013" y="20568"/>
                    </a:lnTo>
                    <a:lnTo>
                      <a:pt x="32013" y="20652"/>
                    </a:lnTo>
                    <a:lnTo>
                      <a:pt x="32055" y="20673"/>
                    </a:lnTo>
                    <a:lnTo>
                      <a:pt x="32243" y="20652"/>
                    </a:lnTo>
                    <a:lnTo>
                      <a:pt x="32327" y="20652"/>
                    </a:lnTo>
                    <a:lnTo>
                      <a:pt x="32243" y="20694"/>
                    </a:lnTo>
                    <a:lnTo>
                      <a:pt x="32202" y="20861"/>
                    </a:lnTo>
                    <a:lnTo>
                      <a:pt x="32202" y="20903"/>
                    </a:lnTo>
                    <a:lnTo>
                      <a:pt x="32327" y="20945"/>
                    </a:lnTo>
                    <a:lnTo>
                      <a:pt x="32222" y="20966"/>
                    </a:lnTo>
                    <a:lnTo>
                      <a:pt x="32139" y="21050"/>
                    </a:lnTo>
                    <a:lnTo>
                      <a:pt x="32160" y="21112"/>
                    </a:lnTo>
                    <a:lnTo>
                      <a:pt x="32222" y="21175"/>
                    </a:lnTo>
                    <a:lnTo>
                      <a:pt x="32118" y="21301"/>
                    </a:lnTo>
                    <a:lnTo>
                      <a:pt x="32118" y="21363"/>
                    </a:lnTo>
                    <a:lnTo>
                      <a:pt x="32264" y="21363"/>
                    </a:lnTo>
                    <a:lnTo>
                      <a:pt x="32306" y="21426"/>
                    </a:lnTo>
                    <a:lnTo>
                      <a:pt x="32160" y="21635"/>
                    </a:lnTo>
                    <a:lnTo>
                      <a:pt x="32034" y="21698"/>
                    </a:lnTo>
                    <a:lnTo>
                      <a:pt x="32034" y="21824"/>
                    </a:lnTo>
                    <a:lnTo>
                      <a:pt x="32097" y="21887"/>
                    </a:lnTo>
                    <a:lnTo>
                      <a:pt x="32013" y="21845"/>
                    </a:lnTo>
                    <a:lnTo>
                      <a:pt x="31930" y="21719"/>
                    </a:lnTo>
                    <a:lnTo>
                      <a:pt x="31888" y="21719"/>
                    </a:lnTo>
                    <a:lnTo>
                      <a:pt x="31741" y="21887"/>
                    </a:lnTo>
                    <a:lnTo>
                      <a:pt x="31741" y="21928"/>
                    </a:lnTo>
                    <a:lnTo>
                      <a:pt x="31804" y="21949"/>
                    </a:lnTo>
                    <a:lnTo>
                      <a:pt x="31804" y="22033"/>
                    </a:lnTo>
                    <a:lnTo>
                      <a:pt x="31720" y="22117"/>
                    </a:lnTo>
                    <a:lnTo>
                      <a:pt x="31616" y="22117"/>
                    </a:lnTo>
                    <a:lnTo>
                      <a:pt x="31302" y="22431"/>
                    </a:lnTo>
                    <a:lnTo>
                      <a:pt x="31197" y="22472"/>
                    </a:lnTo>
                    <a:lnTo>
                      <a:pt x="31113" y="22724"/>
                    </a:lnTo>
                    <a:lnTo>
                      <a:pt x="31155" y="22786"/>
                    </a:lnTo>
                    <a:lnTo>
                      <a:pt x="31260" y="22828"/>
                    </a:lnTo>
                    <a:lnTo>
                      <a:pt x="31281" y="22954"/>
                    </a:lnTo>
                    <a:lnTo>
                      <a:pt x="31406" y="23037"/>
                    </a:lnTo>
                    <a:lnTo>
                      <a:pt x="31595" y="23288"/>
                    </a:lnTo>
                    <a:lnTo>
                      <a:pt x="31616" y="23602"/>
                    </a:lnTo>
                    <a:lnTo>
                      <a:pt x="31595" y="23937"/>
                    </a:lnTo>
                    <a:lnTo>
                      <a:pt x="31678" y="24125"/>
                    </a:lnTo>
                    <a:lnTo>
                      <a:pt x="31637" y="24251"/>
                    </a:lnTo>
                    <a:lnTo>
                      <a:pt x="31637" y="24460"/>
                    </a:lnTo>
                    <a:lnTo>
                      <a:pt x="31595" y="24523"/>
                    </a:lnTo>
                    <a:lnTo>
                      <a:pt x="31490" y="24816"/>
                    </a:lnTo>
                    <a:lnTo>
                      <a:pt x="31427" y="24962"/>
                    </a:lnTo>
                    <a:lnTo>
                      <a:pt x="31490" y="24962"/>
                    </a:lnTo>
                    <a:lnTo>
                      <a:pt x="31511" y="24858"/>
                    </a:lnTo>
                    <a:lnTo>
                      <a:pt x="31595" y="24816"/>
                    </a:lnTo>
                    <a:lnTo>
                      <a:pt x="31595" y="24962"/>
                    </a:lnTo>
                    <a:lnTo>
                      <a:pt x="31699" y="25088"/>
                    </a:lnTo>
                    <a:lnTo>
                      <a:pt x="31616" y="25192"/>
                    </a:lnTo>
                    <a:lnTo>
                      <a:pt x="31511" y="25192"/>
                    </a:lnTo>
                    <a:lnTo>
                      <a:pt x="31469" y="25151"/>
                    </a:lnTo>
                    <a:lnTo>
                      <a:pt x="31385" y="25151"/>
                    </a:lnTo>
                    <a:lnTo>
                      <a:pt x="31218" y="25402"/>
                    </a:lnTo>
                    <a:lnTo>
                      <a:pt x="31093" y="25465"/>
                    </a:lnTo>
                    <a:lnTo>
                      <a:pt x="31072" y="25569"/>
                    </a:lnTo>
                    <a:lnTo>
                      <a:pt x="30800" y="25674"/>
                    </a:lnTo>
                    <a:lnTo>
                      <a:pt x="30737" y="25757"/>
                    </a:lnTo>
                    <a:lnTo>
                      <a:pt x="30737" y="25799"/>
                    </a:lnTo>
                    <a:lnTo>
                      <a:pt x="30360" y="25925"/>
                    </a:lnTo>
                    <a:lnTo>
                      <a:pt x="30130" y="26029"/>
                    </a:lnTo>
                    <a:lnTo>
                      <a:pt x="30067" y="26092"/>
                    </a:lnTo>
                    <a:lnTo>
                      <a:pt x="29942" y="26092"/>
                    </a:lnTo>
                    <a:lnTo>
                      <a:pt x="29837" y="26176"/>
                    </a:lnTo>
                    <a:lnTo>
                      <a:pt x="29607" y="26197"/>
                    </a:lnTo>
                    <a:lnTo>
                      <a:pt x="29440" y="26281"/>
                    </a:lnTo>
                    <a:lnTo>
                      <a:pt x="29481" y="26322"/>
                    </a:lnTo>
                    <a:lnTo>
                      <a:pt x="29481" y="26427"/>
                    </a:lnTo>
                    <a:lnTo>
                      <a:pt x="29523" y="26511"/>
                    </a:lnTo>
                    <a:lnTo>
                      <a:pt x="29523" y="26615"/>
                    </a:lnTo>
                    <a:lnTo>
                      <a:pt x="29586" y="26699"/>
                    </a:lnTo>
                    <a:lnTo>
                      <a:pt x="29523" y="26720"/>
                    </a:lnTo>
                    <a:lnTo>
                      <a:pt x="29544" y="26804"/>
                    </a:lnTo>
                    <a:lnTo>
                      <a:pt x="29607" y="26825"/>
                    </a:lnTo>
                    <a:lnTo>
                      <a:pt x="29523" y="26866"/>
                    </a:lnTo>
                    <a:lnTo>
                      <a:pt x="29586" y="26971"/>
                    </a:lnTo>
                    <a:lnTo>
                      <a:pt x="29523" y="27013"/>
                    </a:lnTo>
                    <a:lnTo>
                      <a:pt x="29544" y="27117"/>
                    </a:lnTo>
                    <a:lnTo>
                      <a:pt x="29502" y="27159"/>
                    </a:lnTo>
                    <a:lnTo>
                      <a:pt x="29481" y="27348"/>
                    </a:lnTo>
                    <a:lnTo>
                      <a:pt x="29502" y="27452"/>
                    </a:lnTo>
                    <a:lnTo>
                      <a:pt x="29419" y="27745"/>
                    </a:lnTo>
                    <a:lnTo>
                      <a:pt x="29440" y="27808"/>
                    </a:lnTo>
                    <a:lnTo>
                      <a:pt x="29502" y="27850"/>
                    </a:lnTo>
                    <a:lnTo>
                      <a:pt x="29502" y="27913"/>
                    </a:lnTo>
                    <a:lnTo>
                      <a:pt x="29544" y="27975"/>
                    </a:lnTo>
                    <a:lnTo>
                      <a:pt x="29440" y="28101"/>
                    </a:lnTo>
                    <a:lnTo>
                      <a:pt x="29440" y="28226"/>
                    </a:lnTo>
                    <a:lnTo>
                      <a:pt x="29523" y="28268"/>
                    </a:lnTo>
                    <a:lnTo>
                      <a:pt x="29544" y="28436"/>
                    </a:lnTo>
                    <a:lnTo>
                      <a:pt x="29607" y="28498"/>
                    </a:lnTo>
                    <a:lnTo>
                      <a:pt x="29481" y="28624"/>
                    </a:lnTo>
                    <a:lnTo>
                      <a:pt x="29419" y="28791"/>
                    </a:lnTo>
                    <a:lnTo>
                      <a:pt x="29377" y="28812"/>
                    </a:lnTo>
                    <a:lnTo>
                      <a:pt x="29314" y="28791"/>
                    </a:lnTo>
                    <a:lnTo>
                      <a:pt x="29314" y="28896"/>
                    </a:lnTo>
                    <a:lnTo>
                      <a:pt x="29377" y="28959"/>
                    </a:lnTo>
                    <a:lnTo>
                      <a:pt x="29314" y="29042"/>
                    </a:lnTo>
                    <a:lnTo>
                      <a:pt x="29293" y="29231"/>
                    </a:lnTo>
                    <a:lnTo>
                      <a:pt x="29314" y="29356"/>
                    </a:lnTo>
                    <a:lnTo>
                      <a:pt x="29419" y="29482"/>
                    </a:lnTo>
                    <a:lnTo>
                      <a:pt x="29523" y="29545"/>
                    </a:lnTo>
                    <a:lnTo>
                      <a:pt x="29335" y="29524"/>
                    </a:lnTo>
                    <a:lnTo>
                      <a:pt x="29209" y="29419"/>
                    </a:lnTo>
                    <a:lnTo>
                      <a:pt x="29230" y="29252"/>
                    </a:lnTo>
                    <a:lnTo>
                      <a:pt x="29189" y="29042"/>
                    </a:lnTo>
                    <a:lnTo>
                      <a:pt x="29105" y="29022"/>
                    </a:lnTo>
                    <a:lnTo>
                      <a:pt x="29084" y="28959"/>
                    </a:lnTo>
                    <a:lnTo>
                      <a:pt x="29105" y="28854"/>
                    </a:lnTo>
                    <a:lnTo>
                      <a:pt x="29063" y="28854"/>
                    </a:lnTo>
                    <a:lnTo>
                      <a:pt x="28875" y="29105"/>
                    </a:lnTo>
                    <a:lnTo>
                      <a:pt x="28875" y="29210"/>
                    </a:lnTo>
                    <a:lnTo>
                      <a:pt x="28854" y="29314"/>
                    </a:lnTo>
                    <a:lnTo>
                      <a:pt x="28749" y="29314"/>
                    </a:lnTo>
                    <a:lnTo>
                      <a:pt x="28644" y="29210"/>
                    </a:lnTo>
                    <a:lnTo>
                      <a:pt x="28477" y="29147"/>
                    </a:lnTo>
                    <a:lnTo>
                      <a:pt x="28352" y="29252"/>
                    </a:lnTo>
                    <a:lnTo>
                      <a:pt x="28184" y="29335"/>
                    </a:lnTo>
                    <a:lnTo>
                      <a:pt x="28184" y="29335"/>
                    </a:lnTo>
                    <a:lnTo>
                      <a:pt x="28393" y="29147"/>
                    </a:lnTo>
                    <a:lnTo>
                      <a:pt x="28456" y="29001"/>
                    </a:lnTo>
                    <a:lnTo>
                      <a:pt x="28435" y="28917"/>
                    </a:lnTo>
                    <a:lnTo>
                      <a:pt x="28393" y="28729"/>
                    </a:lnTo>
                    <a:lnTo>
                      <a:pt x="28331" y="28624"/>
                    </a:lnTo>
                    <a:lnTo>
                      <a:pt x="28289" y="28540"/>
                    </a:lnTo>
                    <a:lnTo>
                      <a:pt x="28268" y="28540"/>
                    </a:lnTo>
                    <a:lnTo>
                      <a:pt x="28142" y="28478"/>
                    </a:lnTo>
                    <a:lnTo>
                      <a:pt x="28038" y="28415"/>
                    </a:lnTo>
                    <a:lnTo>
                      <a:pt x="28038" y="28331"/>
                    </a:lnTo>
                    <a:lnTo>
                      <a:pt x="28017" y="28289"/>
                    </a:lnTo>
                    <a:lnTo>
                      <a:pt x="28038" y="28185"/>
                    </a:lnTo>
                    <a:lnTo>
                      <a:pt x="27954" y="28080"/>
                    </a:lnTo>
                    <a:lnTo>
                      <a:pt x="27870" y="28017"/>
                    </a:lnTo>
                    <a:lnTo>
                      <a:pt x="27870" y="27892"/>
                    </a:lnTo>
                    <a:lnTo>
                      <a:pt x="27766" y="27808"/>
                    </a:lnTo>
                    <a:lnTo>
                      <a:pt x="27724" y="27703"/>
                    </a:lnTo>
                    <a:lnTo>
                      <a:pt x="27766" y="27473"/>
                    </a:lnTo>
                    <a:lnTo>
                      <a:pt x="27870" y="27369"/>
                    </a:lnTo>
                    <a:lnTo>
                      <a:pt x="27933" y="27222"/>
                    </a:lnTo>
                    <a:lnTo>
                      <a:pt x="27933" y="27117"/>
                    </a:lnTo>
                    <a:lnTo>
                      <a:pt x="28080" y="26866"/>
                    </a:lnTo>
                    <a:lnTo>
                      <a:pt x="28080" y="26615"/>
                    </a:lnTo>
                    <a:lnTo>
                      <a:pt x="28059" y="26594"/>
                    </a:lnTo>
                    <a:lnTo>
                      <a:pt x="28038" y="26448"/>
                    </a:lnTo>
                    <a:lnTo>
                      <a:pt x="28121" y="26301"/>
                    </a:lnTo>
                    <a:lnTo>
                      <a:pt x="28184" y="26197"/>
                    </a:lnTo>
                    <a:lnTo>
                      <a:pt x="28184" y="26092"/>
                    </a:lnTo>
                    <a:lnTo>
                      <a:pt x="28352" y="25799"/>
                    </a:lnTo>
                    <a:lnTo>
                      <a:pt x="28331" y="25611"/>
                    </a:lnTo>
                    <a:lnTo>
                      <a:pt x="28268" y="25611"/>
                    </a:lnTo>
                    <a:lnTo>
                      <a:pt x="28247" y="25653"/>
                    </a:lnTo>
                    <a:lnTo>
                      <a:pt x="28247" y="25590"/>
                    </a:lnTo>
                    <a:lnTo>
                      <a:pt x="28163" y="25590"/>
                    </a:lnTo>
                    <a:lnTo>
                      <a:pt x="28038" y="25653"/>
                    </a:lnTo>
                    <a:lnTo>
                      <a:pt x="27849" y="25611"/>
                    </a:lnTo>
                    <a:lnTo>
                      <a:pt x="27661" y="25569"/>
                    </a:lnTo>
                    <a:lnTo>
                      <a:pt x="27619" y="25569"/>
                    </a:lnTo>
                    <a:lnTo>
                      <a:pt x="27556" y="25506"/>
                    </a:lnTo>
                    <a:lnTo>
                      <a:pt x="27326" y="25506"/>
                    </a:lnTo>
                    <a:lnTo>
                      <a:pt x="27201" y="25548"/>
                    </a:lnTo>
                    <a:lnTo>
                      <a:pt x="27138" y="25506"/>
                    </a:lnTo>
                    <a:lnTo>
                      <a:pt x="26971" y="25506"/>
                    </a:lnTo>
                    <a:lnTo>
                      <a:pt x="26929" y="25485"/>
                    </a:lnTo>
                    <a:lnTo>
                      <a:pt x="26971" y="25444"/>
                    </a:lnTo>
                    <a:lnTo>
                      <a:pt x="26803" y="25297"/>
                    </a:lnTo>
                    <a:lnTo>
                      <a:pt x="26782" y="25234"/>
                    </a:lnTo>
                    <a:lnTo>
                      <a:pt x="26594" y="25046"/>
                    </a:lnTo>
                    <a:lnTo>
                      <a:pt x="26510" y="25025"/>
                    </a:lnTo>
                    <a:lnTo>
                      <a:pt x="26343" y="24879"/>
                    </a:lnTo>
                    <a:lnTo>
                      <a:pt x="26259" y="24858"/>
                    </a:lnTo>
                    <a:lnTo>
                      <a:pt x="26029" y="24711"/>
                    </a:lnTo>
                    <a:lnTo>
                      <a:pt x="25966" y="24648"/>
                    </a:lnTo>
                    <a:lnTo>
                      <a:pt x="25903" y="24753"/>
                    </a:lnTo>
                    <a:lnTo>
                      <a:pt x="25903" y="24711"/>
                    </a:lnTo>
                    <a:lnTo>
                      <a:pt x="25820" y="24523"/>
                    </a:lnTo>
                    <a:lnTo>
                      <a:pt x="25736" y="24439"/>
                    </a:lnTo>
                    <a:lnTo>
                      <a:pt x="25736" y="24335"/>
                    </a:lnTo>
                    <a:lnTo>
                      <a:pt x="25631" y="24293"/>
                    </a:lnTo>
                    <a:lnTo>
                      <a:pt x="25527" y="24104"/>
                    </a:lnTo>
                    <a:lnTo>
                      <a:pt x="25443" y="24084"/>
                    </a:lnTo>
                    <a:lnTo>
                      <a:pt x="25255" y="23895"/>
                    </a:lnTo>
                    <a:lnTo>
                      <a:pt x="25150" y="23874"/>
                    </a:lnTo>
                    <a:lnTo>
                      <a:pt x="25087" y="23812"/>
                    </a:lnTo>
                    <a:lnTo>
                      <a:pt x="24815" y="23728"/>
                    </a:lnTo>
                    <a:lnTo>
                      <a:pt x="24627" y="23581"/>
                    </a:lnTo>
                    <a:lnTo>
                      <a:pt x="24376" y="23393"/>
                    </a:lnTo>
                    <a:lnTo>
                      <a:pt x="24167" y="23414"/>
                    </a:lnTo>
                    <a:lnTo>
                      <a:pt x="23748" y="23560"/>
                    </a:lnTo>
                    <a:lnTo>
                      <a:pt x="23330" y="23686"/>
                    </a:lnTo>
                    <a:lnTo>
                      <a:pt x="23142" y="23686"/>
                    </a:lnTo>
                    <a:lnTo>
                      <a:pt x="23016" y="23623"/>
                    </a:lnTo>
                    <a:lnTo>
                      <a:pt x="23016" y="23623"/>
                    </a:lnTo>
                    <a:lnTo>
                      <a:pt x="23142" y="23665"/>
                    </a:lnTo>
                    <a:lnTo>
                      <a:pt x="23330" y="23602"/>
                    </a:lnTo>
                    <a:lnTo>
                      <a:pt x="23665" y="23268"/>
                    </a:lnTo>
                    <a:lnTo>
                      <a:pt x="23727" y="23163"/>
                    </a:lnTo>
                    <a:lnTo>
                      <a:pt x="23665" y="22933"/>
                    </a:lnTo>
                    <a:lnTo>
                      <a:pt x="23581" y="22828"/>
                    </a:lnTo>
                    <a:lnTo>
                      <a:pt x="23665" y="22577"/>
                    </a:lnTo>
                    <a:lnTo>
                      <a:pt x="23665" y="22347"/>
                    </a:lnTo>
                    <a:lnTo>
                      <a:pt x="23581" y="22200"/>
                    </a:lnTo>
                    <a:lnTo>
                      <a:pt x="23581" y="22054"/>
                    </a:lnTo>
                    <a:lnTo>
                      <a:pt x="23644" y="21928"/>
                    </a:lnTo>
                    <a:lnTo>
                      <a:pt x="23644" y="21824"/>
                    </a:lnTo>
                    <a:lnTo>
                      <a:pt x="23539" y="21782"/>
                    </a:lnTo>
                    <a:lnTo>
                      <a:pt x="23204" y="21782"/>
                    </a:lnTo>
                    <a:lnTo>
                      <a:pt x="23037" y="22054"/>
                    </a:lnTo>
                    <a:lnTo>
                      <a:pt x="22828" y="22305"/>
                    </a:lnTo>
                    <a:lnTo>
                      <a:pt x="22577" y="22326"/>
                    </a:lnTo>
                    <a:lnTo>
                      <a:pt x="22409" y="22452"/>
                    </a:lnTo>
                    <a:lnTo>
                      <a:pt x="22472" y="22347"/>
                    </a:lnTo>
                    <a:lnTo>
                      <a:pt x="22786" y="22263"/>
                    </a:lnTo>
                    <a:lnTo>
                      <a:pt x="22932" y="22117"/>
                    </a:lnTo>
                    <a:lnTo>
                      <a:pt x="23037" y="21845"/>
                    </a:lnTo>
                    <a:lnTo>
                      <a:pt x="22995" y="21824"/>
                    </a:lnTo>
                    <a:lnTo>
                      <a:pt x="22995" y="21677"/>
                    </a:lnTo>
                    <a:lnTo>
                      <a:pt x="22932" y="21594"/>
                    </a:lnTo>
                    <a:lnTo>
                      <a:pt x="22953" y="21489"/>
                    </a:lnTo>
                    <a:lnTo>
                      <a:pt x="22932" y="21405"/>
                    </a:lnTo>
                    <a:lnTo>
                      <a:pt x="22807" y="21384"/>
                    </a:lnTo>
                    <a:lnTo>
                      <a:pt x="22849" y="21322"/>
                    </a:lnTo>
                    <a:lnTo>
                      <a:pt x="22953" y="21301"/>
                    </a:lnTo>
                    <a:lnTo>
                      <a:pt x="22995" y="21196"/>
                    </a:lnTo>
                    <a:lnTo>
                      <a:pt x="23100" y="21008"/>
                    </a:lnTo>
                    <a:lnTo>
                      <a:pt x="23100" y="20861"/>
                    </a:lnTo>
                    <a:lnTo>
                      <a:pt x="23037" y="20799"/>
                    </a:lnTo>
                    <a:lnTo>
                      <a:pt x="23121" y="20568"/>
                    </a:lnTo>
                    <a:lnTo>
                      <a:pt x="23204" y="20527"/>
                    </a:lnTo>
                    <a:lnTo>
                      <a:pt x="23246" y="20359"/>
                    </a:lnTo>
                    <a:lnTo>
                      <a:pt x="23330" y="20255"/>
                    </a:lnTo>
                    <a:lnTo>
                      <a:pt x="23372" y="20045"/>
                    </a:lnTo>
                    <a:lnTo>
                      <a:pt x="23476" y="19941"/>
                    </a:lnTo>
                    <a:lnTo>
                      <a:pt x="23435" y="19815"/>
                    </a:lnTo>
                    <a:lnTo>
                      <a:pt x="23435" y="19731"/>
                    </a:lnTo>
                    <a:lnTo>
                      <a:pt x="23560" y="19815"/>
                    </a:lnTo>
                    <a:lnTo>
                      <a:pt x="23665" y="19711"/>
                    </a:lnTo>
                    <a:lnTo>
                      <a:pt x="23665" y="19606"/>
                    </a:lnTo>
                    <a:lnTo>
                      <a:pt x="23790" y="19585"/>
                    </a:lnTo>
                    <a:lnTo>
                      <a:pt x="23958" y="19397"/>
                    </a:lnTo>
                    <a:lnTo>
                      <a:pt x="24062" y="19334"/>
                    </a:lnTo>
                    <a:lnTo>
                      <a:pt x="24041" y="19229"/>
                    </a:lnTo>
                    <a:lnTo>
                      <a:pt x="24125" y="19166"/>
                    </a:lnTo>
                    <a:lnTo>
                      <a:pt x="24188" y="19166"/>
                    </a:lnTo>
                    <a:lnTo>
                      <a:pt x="24230" y="19083"/>
                    </a:lnTo>
                    <a:lnTo>
                      <a:pt x="24167" y="18999"/>
                    </a:lnTo>
                    <a:lnTo>
                      <a:pt x="24292" y="18915"/>
                    </a:lnTo>
                    <a:lnTo>
                      <a:pt x="24376" y="18769"/>
                    </a:lnTo>
                    <a:lnTo>
                      <a:pt x="24481" y="18769"/>
                    </a:lnTo>
                    <a:lnTo>
                      <a:pt x="24481" y="18706"/>
                    </a:lnTo>
                    <a:lnTo>
                      <a:pt x="24543" y="18664"/>
                    </a:lnTo>
                    <a:lnTo>
                      <a:pt x="24397" y="18560"/>
                    </a:lnTo>
                    <a:lnTo>
                      <a:pt x="24460" y="18539"/>
                    </a:lnTo>
                    <a:lnTo>
                      <a:pt x="24460" y="18455"/>
                    </a:lnTo>
                    <a:lnTo>
                      <a:pt x="24543" y="18476"/>
                    </a:lnTo>
                    <a:lnTo>
                      <a:pt x="24669" y="18581"/>
                    </a:lnTo>
                    <a:lnTo>
                      <a:pt x="24690" y="18643"/>
                    </a:lnTo>
                    <a:lnTo>
                      <a:pt x="24753" y="18602"/>
                    </a:lnTo>
                    <a:lnTo>
                      <a:pt x="24711" y="18539"/>
                    </a:lnTo>
                    <a:lnTo>
                      <a:pt x="24606" y="18476"/>
                    </a:lnTo>
                    <a:lnTo>
                      <a:pt x="24795" y="18392"/>
                    </a:lnTo>
                    <a:lnTo>
                      <a:pt x="24836" y="18330"/>
                    </a:lnTo>
                    <a:lnTo>
                      <a:pt x="24983" y="18330"/>
                    </a:lnTo>
                    <a:lnTo>
                      <a:pt x="25004" y="18350"/>
                    </a:lnTo>
                    <a:lnTo>
                      <a:pt x="25025" y="18267"/>
                    </a:lnTo>
                    <a:lnTo>
                      <a:pt x="25004" y="18225"/>
                    </a:lnTo>
                    <a:lnTo>
                      <a:pt x="25087" y="18225"/>
                    </a:lnTo>
                    <a:lnTo>
                      <a:pt x="25108" y="18350"/>
                    </a:lnTo>
                    <a:lnTo>
                      <a:pt x="25192" y="18246"/>
                    </a:lnTo>
                    <a:lnTo>
                      <a:pt x="25192" y="18225"/>
                    </a:lnTo>
                    <a:lnTo>
                      <a:pt x="25108" y="18162"/>
                    </a:lnTo>
                    <a:lnTo>
                      <a:pt x="25108" y="18058"/>
                    </a:lnTo>
                    <a:lnTo>
                      <a:pt x="25150" y="18120"/>
                    </a:lnTo>
                    <a:lnTo>
                      <a:pt x="25359" y="18162"/>
                    </a:lnTo>
                    <a:lnTo>
                      <a:pt x="25339" y="18078"/>
                    </a:lnTo>
                    <a:lnTo>
                      <a:pt x="25234" y="18037"/>
                    </a:lnTo>
                    <a:lnTo>
                      <a:pt x="25213" y="17953"/>
                    </a:lnTo>
                    <a:lnTo>
                      <a:pt x="25255" y="17932"/>
                    </a:lnTo>
                    <a:lnTo>
                      <a:pt x="25297" y="17848"/>
                    </a:lnTo>
                    <a:lnTo>
                      <a:pt x="25318" y="18016"/>
                    </a:lnTo>
                    <a:lnTo>
                      <a:pt x="25422" y="17974"/>
                    </a:lnTo>
                    <a:lnTo>
                      <a:pt x="25506" y="18016"/>
                    </a:lnTo>
                    <a:lnTo>
                      <a:pt x="25590" y="17953"/>
                    </a:lnTo>
                    <a:lnTo>
                      <a:pt x="25464" y="17744"/>
                    </a:lnTo>
                    <a:lnTo>
                      <a:pt x="25401" y="17514"/>
                    </a:lnTo>
                    <a:lnTo>
                      <a:pt x="25297" y="17388"/>
                    </a:lnTo>
                    <a:lnTo>
                      <a:pt x="25297" y="17283"/>
                    </a:lnTo>
                    <a:lnTo>
                      <a:pt x="25255" y="17200"/>
                    </a:lnTo>
                    <a:lnTo>
                      <a:pt x="25297" y="17137"/>
                    </a:lnTo>
                    <a:lnTo>
                      <a:pt x="25359" y="17221"/>
                    </a:lnTo>
                    <a:lnTo>
                      <a:pt x="25422" y="17409"/>
                    </a:lnTo>
                    <a:lnTo>
                      <a:pt x="25569" y="17597"/>
                    </a:lnTo>
                    <a:lnTo>
                      <a:pt x="25841" y="17639"/>
                    </a:lnTo>
                    <a:lnTo>
                      <a:pt x="25945" y="17723"/>
                    </a:lnTo>
                    <a:lnTo>
                      <a:pt x="26071" y="17723"/>
                    </a:lnTo>
                    <a:lnTo>
                      <a:pt x="26155" y="17660"/>
                    </a:lnTo>
                    <a:lnTo>
                      <a:pt x="26259" y="17660"/>
                    </a:lnTo>
                    <a:lnTo>
                      <a:pt x="26406" y="17514"/>
                    </a:lnTo>
                    <a:lnTo>
                      <a:pt x="26448" y="17242"/>
                    </a:lnTo>
                    <a:lnTo>
                      <a:pt x="26238" y="16990"/>
                    </a:lnTo>
                    <a:lnTo>
                      <a:pt x="26196" y="16823"/>
                    </a:lnTo>
                    <a:lnTo>
                      <a:pt x="26134" y="16739"/>
                    </a:lnTo>
                    <a:lnTo>
                      <a:pt x="26071" y="16739"/>
                    </a:lnTo>
                    <a:lnTo>
                      <a:pt x="25945" y="16886"/>
                    </a:lnTo>
                    <a:lnTo>
                      <a:pt x="25715" y="16907"/>
                    </a:lnTo>
                    <a:lnTo>
                      <a:pt x="25652" y="16928"/>
                    </a:lnTo>
                    <a:lnTo>
                      <a:pt x="25652" y="16907"/>
                    </a:lnTo>
                    <a:lnTo>
                      <a:pt x="25631" y="16823"/>
                    </a:lnTo>
                    <a:lnTo>
                      <a:pt x="25715" y="16865"/>
                    </a:lnTo>
                    <a:lnTo>
                      <a:pt x="25841" y="16823"/>
                    </a:lnTo>
                    <a:lnTo>
                      <a:pt x="25966" y="16718"/>
                    </a:lnTo>
                    <a:lnTo>
                      <a:pt x="25945" y="16677"/>
                    </a:lnTo>
                    <a:lnTo>
                      <a:pt x="25736" y="16551"/>
                    </a:lnTo>
                    <a:lnTo>
                      <a:pt x="25506" y="16300"/>
                    </a:lnTo>
                    <a:lnTo>
                      <a:pt x="25443" y="16300"/>
                    </a:lnTo>
                    <a:lnTo>
                      <a:pt x="25422" y="16363"/>
                    </a:lnTo>
                    <a:lnTo>
                      <a:pt x="25464" y="16446"/>
                    </a:lnTo>
                    <a:lnTo>
                      <a:pt x="25443" y="16488"/>
                    </a:lnTo>
                    <a:lnTo>
                      <a:pt x="25339" y="16405"/>
                    </a:lnTo>
                    <a:lnTo>
                      <a:pt x="25297" y="16258"/>
                    </a:lnTo>
                    <a:lnTo>
                      <a:pt x="25401" y="16279"/>
                    </a:lnTo>
                    <a:lnTo>
                      <a:pt x="25401" y="16091"/>
                    </a:lnTo>
                    <a:lnTo>
                      <a:pt x="25443" y="16195"/>
                    </a:lnTo>
                    <a:lnTo>
                      <a:pt x="25611" y="16342"/>
                    </a:lnTo>
                    <a:lnTo>
                      <a:pt x="25694" y="16363"/>
                    </a:lnTo>
                    <a:lnTo>
                      <a:pt x="25757" y="16551"/>
                    </a:lnTo>
                    <a:lnTo>
                      <a:pt x="25966" y="16677"/>
                    </a:lnTo>
                    <a:lnTo>
                      <a:pt x="26217" y="16760"/>
                    </a:lnTo>
                    <a:lnTo>
                      <a:pt x="26322" y="16907"/>
                    </a:lnTo>
                    <a:lnTo>
                      <a:pt x="26427" y="16970"/>
                    </a:lnTo>
                    <a:lnTo>
                      <a:pt x="26448" y="17032"/>
                    </a:lnTo>
                    <a:lnTo>
                      <a:pt x="26573" y="17095"/>
                    </a:lnTo>
                    <a:lnTo>
                      <a:pt x="26636" y="17137"/>
                    </a:lnTo>
                    <a:lnTo>
                      <a:pt x="26636" y="17011"/>
                    </a:lnTo>
                    <a:lnTo>
                      <a:pt x="26740" y="16970"/>
                    </a:lnTo>
                    <a:lnTo>
                      <a:pt x="26657" y="16907"/>
                    </a:lnTo>
                    <a:lnTo>
                      <a:pt x="26678" y="16802"/>
                    </a:lnTo>
                    <a:lnTo>
                      <a:pt x="26761" y="16928"/>
                    </a:lnTo>
                    <a:lnTo>
                      <a:pt x="26782" y="17011"/>
                    </a:lnTo>
                    <a:lnTo>
                      <a:pt x="26866" y="17032"/>
                    </a:lnTo>
                    <a:lnTo>
                      <a:pt x="26992" y="16865"/>
                    </a:lnTo>
                    <a:lnTo>
                      <a:pt x="26992" y="16656"/>
                    </a:lnTo>
                    <a:lnTo>
                      <a:pt x="26950" y="16572"/>
                    </a:lnTo>
                    <a:lnTo>
                      <a:pt x="26992" y="16405"/>
                    </a:lnTo>
                    <a:lnTo>
                      <a:pt x="27054" y="16593"/>
                    </a:lnTo>
                    <a:lnTo>
                      <a:pt x="27054" y="16698"/>
                    </a:lnTo>
                    <a:lnTo>
                      <a:pt x="27117" y="16467"/>
                    </a:lnTo>
                    <a:lnTo>
                      <a:pt x="27222" y="16405"/>
                    </a:lnTo>
                    <a:lnTo>
                      <a:pt x="27264" y="16467"/>
                    </a:lnTo>
                    <a:lnTo>
                      <a:pt x="27284" y="16488"/>
                    </a:lnTo>
                    <a:lnTo>
                      <a:pt x="27201" y="16593"/>
                    </a:lnTo>
                    <a:lnTo>
                      <a:pt x="27264" y="16614"/>
                    </a:lnTo>
                    <a:lnTo>
                      <a:pt x="27284" y="16698"/>
                    </a:lnTo>
                    <a:lnTo>
                      <a:pt x="27368" y="16614"/>
                    </a:lnTo>
                    <a:lnTo>
                      <a:pt x="27431" y="16656"/>
                    </a:lnTo>
                    <a:lnTo>
                      <a:pt x="27577" y="16802"/>
                    </a:lnTo>
                    <a:lnTo>
                      <a:pt x="27598" y="16760"/>
                    </a:lnTo>
                    <a:lnTo>
                      <a:pt x="27682" y="16760"/>
                    </a:lnTo>
                    <a:lnTo>
                      <a:pt x="27724" y="16802"/>
                    </a:lnTo>
                    <a:lnTo>
                      <a:pt x="27828" y="16781"/>
                    </a:lnTo>
                    <a:lnTo>
                      <a:pt x="27933" y="16593"/>
                    </a:lnTo>
                    <a:lnTo>
                      <a:pt x="28100" y="16509"/>
                    </a:lnTo>
                    <a:lnTo>
                      <a:pt x="28456" y="16153"/>
                    </a:lnTo>
                    <a:lnTo>
                      <a:pt x="28477" y="16070"/>
                    </a:lnTo>
                    <a:lnTo>
                      <a:pt x="28540" y="16049"/>
                    </a:lnTo>
                    <a:lnTo>
                      <a:pt x="28561" y="16091"/>
                    </a:lnTo>
                    <a:lnTo>
                      <a:pt x="28728" y="15881"/>
                    </a:lnTo>
                    <a:lnTo>
                      <a:pt x="28833" y="15840"/>
                    </a:lnTo>
                    <a:lnTo>
                      <a:pt x="28958" y="15735"/>
                    </a:lnTo>
                    <a:lnTo>
                      <a:pt x="29000" y="15672"/>
                    </a:lnTo>
                    <a:lnTo>
                      <a:pt x="28979" y="15547"/>
                    </a:lnTo>
                    <a:lnTo>
                      <a:pt x="28561" y="15442"/>
                    </a:lnTo>
                    <a:lnTo>
                      <a:pt x="28331" y="15400"/>
                    </a:lnTo>
                    <a:lnTo>
                      <a:pt x="28121" y="15317"/>
                    </a:lnTo>
                    <a:lnTo>
                      <a:pt x="28038" y="15128"/>
                    </a:lnTo>
                    <a:lnTo>
                      <a:pt x="27912" y="14898"/>
                    </a:lnTo>
                    <a:lnTo>
                      <a:pt x="27849" y="14898"/>
                    </a:lnTo>
                    <a:lnTo>
                      <a:pt x="27828" y="14710"/>
                    </a:lnTo>
                    <a:lnTo>
                      <a:pt x="27808" y="14689"/>
                    </a:lnTo>
                    <a:lnTo>
                      <a:pt x="27828" y="14626"/>
                    </a:lnTo>
                    <a:lnTo>
                      <a:pt x="27870" y="14626"/>
                    </a:lnTo>
                    <a:lnTo>
                      <a:pt x="27912" y="14563"/>
                    </a:lnTo>
                    <a:lnTo>
                      <a:pt x="27828" y="14501"/>
                    </a:lnTo>
                    <a:lnTo>
                      <a:pt x="27598" y="14501"/>
                    </a:lnTo>
                    <a:lnTo>
                      <a:pt x="27326" y="14417"/>
                    </a:lnTo>
                    <a:lnTo>
                      <a:pt x="27243" y="14417"/>
                    </a:lnTo>
                    <a:lnTo>
                      <a:pt x="27201" y="14480"/>
                    </a:lnTo>
                    <a:lnTo>
                      <a:pt x="27117" y="14396"/>
                    </a:lnTo>
                    <a:lnTo>
                      <a:pt x="27117" y="14312"/>
                    </a:lnTo>
                    <a:lnTo>
                      <a:pt x="27222" y="14354"/>
                    </a:lnTo>
                    <a:lnTo>
                      <a:pt x="27494" y="14375"/>
                    </a:lnTo>
                    <a:lnTo>
                      <a:pt x="27640" y="14480"/>
                    </a:lnTo>
                    <a:lnTo>
                      <a:pt x="27870" y="14480"/>
                    </a:lnTo>
                    <a:lnTo>
                      <a:pt x="28017" y="14584"/>
                    </a:lnTo>
                    <a:lnTo>
                      <a:pt x="28142" y="14814"/>
                    </a:lnTo>
                    <a:lnTo>
                      <a:pt x="28247" y="14835"/>
                    </a:lnTo>
                    <a:lnTo>
                      <a:pt x="28289" y="14898"/>
                    </a:lnTo>
                    <a:lnTo>
                      <a:pt x="28247" y="14919"/>
                    </a:lnTo>
                    <a:lnTo>
                      <a:pt x="28184" y="14919"/>
                    </a:lnTo>
                    <a:lnTo>
                      <a:pt x="28184" y="14982"/>
                    </a:lnTo>
                    <a:lnTo>
                      <a:pt x="28372" y="15045"/>
                    </a:lnTo>
                    <a:lnTo>
                      <a:pt x="28435" y="15191"/>
                    </a:lnTo>
                    <a:lnTo>
                      <a:pt x="28498" y="15296"/>
                    </a:lnTo>
                    <a:lnTo>
                      <a:pt x="28875" y="15358"/>
                    </a:lnTo>
                    <a:lnTo>
                      <a:pt x="28979" y="15317"/>
                    </a:lnTo>
                    <a:lnTo>
                      <a:pt x="29021" y="15191"/>
                    </a:lnTo>
                    <a:lnTo>
                      <a:pt x="29105" y="15128"/>
                    </a:lnTo>
                    <a:lnTo>
                      <a:pt x="29189" y="15149"/>
                    </a:lnTo>
                    <a:lnTo>
                      <a:pt x="29314" y="15003"/>
                    </a:lnTo>
                    <a:lnTo>
                      <a:pt x="29335" y="14982"/>
                    </a:lnTo>
                    <a:lnTo>
                      <a:pt x="29502" y="15128"/>
                    </a:lnTo>
                    <a:lnTo>
                      <a:pt x="29481" y="15149"/>
                    </a:lnTo>
                    <a:lnTo>
                      <a:pt x="29377" y="15317"/>
                    </a:lnTo>
                    <a:lnTo>
                      <a:pt x="29377" y="15400"/>
                    </a:lnTo>
                    <a:lnTo>
                      <a:pt x="29293" y="15505"/>
                    </a:lnTo>
                    <a:lnTo>
                      <a:pt x="29293" y="15568"/>
                    </a:lnTo>
                    <a:lnTo>
                      <a:pt x="29189" y="15756"/>
                    </a:lnTo>
                    <a:lnTo>
                      <a:pt x="29230" y="15840"/>
                    </a:lnTo>
                    <a:lnTo>
                      <a:pt x="29189" y="15861"/>
                    </a:lnTo>
                    <a:lnTo>
                      <a:pt x="29168" y="15965"/>
                    </a:lnTo>
                    <a:lnTo>
                      <a:pt x="29168" y="16070"/>
                    </a:lnTo>
                    <a:lnTo>
                      <a:pt x="29000" y="16195"/>
                    </a:lnTo>
                    <a:lnTo>
                      <a:pt x="28958" y="16300"/>
                    </a:lnTo>
                    <a:lnTo>
                      <a:pt x="28958" y="16467"/>
                    </a:lnTo>
                    <a:lnTo>
                      <a:pt x="28916" y="16509"/>
                    </a:lnTo>
                    <a:lnTo>
                      <a:pt x="28916" y="16677"/>
                    </a:lnTo>
                    <a:lnTo>
                      <a:pt x="28854" y="16760"/>
                    </a:lnTo>
                    <a:lnTo>
                      <a:pt x="28707" y="16760"/>
                    </a:lnTo>
                    <a:lnTo>
                      <a:pt x="28540" y="16823"/>
                    </a:lnTo>
                    <a:lnTo>
                      <a:pt x="28540" y="16928"/>
                    </a:lnTo>
                    <a:lnTo>
                      <a:pt x="28477" y="17116"/>
                    </a:lnTo>
                    <a:lnTo>
                      <a:pt x="28498" y="17242"/>
                    </a:lnTo>
                    <a:lnTo>
                      <a:pt x="28561" y="17242"/>
                    </a:lnTo>
                    <a:lnTo>
                      <a:pt x="28582" y="17137"/>
                    </a:lnTo>
                    <a:lnTo>
                      <a:pt x="28644" y="17116"/>
                    </a:lnTo>
                    <a:lnTo>
                      <a:pt x="28686" y="17137"/>
                    </a:lnTo>
                    <a:lnTo>
                      <a:pt x="28770" y="17200"/>
                    </a:lnTo>
                    <a:lnTo>
                      <a:pt x="28854" y="17200"/>
                    </a:lnTo>
                    <a:lnTo>
                      <a:pt x="28896" y="17179"/>
                    </a:lnTo>
                    <a:lnTo>
                      <a:pt x="28958" y="17179"/>
                    </a:lnTo>
                    <a:lnTo>
                      <a:pt x="29000" y="17221"/>
                    </a:lnTo>
                    <a:lnTo>
                      <a:pt x="29021" y="17304"/>
                    </a:lnTo>
                    <a:lnTo>
                      <a:pt x="28958" y="17409"/>
                    </a:lnTo>
                    <a:lnTo>
                      <a:pt x="28979" y="17514"/>
                    </a:lnTo>
                    <a:lnTo>
                      <a:pt x="28896" y="17597"/>
                    </a:lnTo>
                    <a:lnTo>
                      <a:pt x="28896" y="17744"/>
                    </a:lnTo>
                    <a:lnTo>
                      <a:pt x="28916" y="17806"/>
                    </a:lnTo>
                    <a:lnTo>
                      <a:pt x="28979" y="17765"/>
                    </a:lnTo>
                    <a:lnTo>
                      <a:pt x="29021" y="17806"/>
                    </a:lnTo>
                    <a:lnTo>
                      <a:pt x="29105" y="17806"/>
                    </a:lnTo>
                    <a:lnTo>
                      <a:pt x="29168" y="17744"/>
                    </a:lnTo>
                    <a:lnTo>
                      <a:pt x="29272" y="17744"/>
                    </a:lnTo>
                    <a:lnTo>
                      <a:pt x="29293" y="17702"/>
                    </a:lnTo>
                    <a:lnTo>
                      <a:pt x="29377" y="17639"/>
                    </a:lnTo>
                    <a:lnTo>
                      <a:pt x="29440" y="17639"/>
                    </a:lnTo>
                    <a:lnTo>
                      <a:pt x="29544" y="17555"/>
                    </a:lnTo>
                    <a:lnTo>
                      <a:pt x="29586" y="17430"/>
                    </a:lnTo>
                    <a:lnTo>
                      <a:pt x="29649" y="17346"/>
                    </a:lnTo>
                    <a:lnTo>
                      <a:pt x="29712" y="17283"/>
                    </a:lnTo>
                    <a:lnTo>
                      <a:pt x="29753" y="17283"/>
                    </a:lnTo>
                    <a:lnTo>
                      <a:pt x="29816" y="17325"/>
                    </a:lnTo>
                    <a:lnTo>
                      <a:pt x="29900" y="17283"/>
                    </a:lnTo>
                    <a:lnTo>
                      <a:pt x="29942" y="17242"/>
                    </a:lnTo>
                    <a:lnTo>
                      <a:pt x="30025" y="17242"/>
                    </a:lnTo>
                    <a:lnTo>
                      <a:pt x="30067" y="17095"/>
                    </a:lnTo>
                    <a:lnTo>
                      <a:pt x="30067" y="16970"/>
                    </a:lnTo>
                    <a:lnTo>
                      <a:pt x="30172" y="16886"/>
                    </a:lnTo>
                    <a:lnTo>
                      <a:pt x="30214" y="16802"/>
                    </a:lnTo>
                    <a:lnTo>
                      <a:pt x="30277" y="16802"/>
                    </a:lnTo>
                    <a:lnTo>
                      <a:pt x="30339" y="16865"/>
                    </a:lnTo>
                    <a:lnTo>
                      <a:pt x="30381" y="16802"/>
                    </a:lnTo>
                    <a:lnTo>
                      <a:pt x="30444" y="16781"/>
                    </a:lnTo>
                    <a:lnTo>
                      <a:pt x="30486" y="16802"/>
                    </a:lnTo>
                    <a:lnTo>
                      <a:pt x="30528" y="16907"/>
                    </a:lnTo>
                    <a:lnTo>
                      <a:pt x="30444" y="16970"/>
                    </a:lnTo>
                    <a:lnTo>
                      <a:pt x="30381" y="17011"/>
                    </a:lnTo>
                    <a:lnTo>
                      <a:pt x="30465" y="17074"/>
                    </a:lnTo>
                    <a:lnTo>
                      <a:pt x="30632" y="17074"/>
                    </a:lnTo>
                    <a:lnTo>
                      <a:pt x="30695" y="17095"/>
                    </a:lnTo>
                    <a:lnTo>
                      <a:pt x="30737" y="17179"/>
                    </a:lnTo>
                    <a:lnTo>
                      <a:pt x="30653" y="17283"/>
                    </a:lnTo>
                    <a:lnTo>
                      <a:pt x="30569" y="17304"/>
                    </a:lnTo>
                    <a:lnTo>
                      <a:pt x="30569" y="17430"/>
                    </a:lnTo>
                    <a:lnTo>
                      <a:pt x="30653" y="17451"/>
                    </a:lnTo>
                    <a:lnTo>
                      <a:pt x="30695" y="17430"/>
                    </a:lnTo>
                    <a:lnTo>
                      <a:pt x="30779" y="17430"/>
                    </a:lnTo>
                    <a:lnTo>
                      <a:pt x="30800" y="17451"/>
                    </a:lnTo>
                    <a:lnTo>
                      <a:pt x="30883" y="17430"/>
                    </a:lnTo>
                    <a:lnTo>
                      <a:pt x="30904" y="17514"/>
                    </a:lnTo>
                    <a:lnTo>
                      <a:pt x="31009" y="17514"/>
                    </a:lnTo>
                    <a:lnTo>
                      <a:pt x="31072" y="17555"/>
                    </a:lnTo>
                    <a:lnTo>
                      <a:pt x="31113" y="17555"/>
                    </a:lnTo>
                    <a:lnTo>
                      <a:pt x="31260" y="17639"/>
                    </a:lnTo>
                    <a:lnTo>
                      <a:pt x="31302" y="17618"/>
                    </a:lnTo>
                    <a:lnTo>
                      <a:pt x="31365" y="17493"/>
                    </a:lnTo>
                    <a:lnTo>
                      <a:pt x="31406" y="17451"/>
                    </a:lnTo>
                    <a:lnTo>
                      <a:pt x="31490" y="17346"/>
                    </a:lnTo>
                    <a:lnTo>
                      <a:pt x="31595" y="17346"/>
                    </a:lnTo>
                    <a:lnTo>
                      <a:pt x="31616" y="17304"/>
                    </a:lnTo>
                    <a:lnTo>
                      <a:pt x="31532" y="17283"/>
                    </a:lnTo>
                    <a:lnTo>
                      <a:pt x="31490" y="17200"/>
                    </a:lnTo>
                    <a:lnTo>
                      <a:pt x="31574" y="17179"/>
                    </a:lnTo>
                    <a:lnTo>
                      <a:pt x="31595" y="17095"/>
                    </a:lnTo>
                    <a:lnTo>
                      <a:pt x="31511" y="17053"/>
                    </a:lnTo>
                    <a:lnTo>
                      <a:pt x="31469" y="16990"/>
                    </a:lnTo>
                    <a:lnTo>
                      <a:pt x="31406" y="17011"/>
                    </a:lnTo>
                    <a:lnTo>
                      <a:pt x="31406" y="17095"/>
                    </a:lnTo>
                    <a:lnTo>
                      <a:pt x="31365" y="17116"/>
                    </a:lnTo>
                    <a:lnTo>
                      <a:pt x="31302" y="17095"/>
                    </a:lnTo>
                    <a:lnTo>
                      <a:pt x="31197" y="17032"/>
                    </a:lnTo>
                    <a:lnTo>
                      <a:pt x="31197" y="16970"/>
                    </a:lnTo>
                    <a:lnTo>
                      <a:pt x="31155" y="16990"/>
                    </a:lnTo>
                    <a:lnTo>
                      <a:pt x="31072" y="17074"/>
                    </a:lnTo>
                    <a:lnTo>
                      <a:pt x="30883" y="17074"/>
                    </a:lnTo>
                    <a:lnTo>
                      <a:pt x="30800" y="17011"/>
                    </a:lnTo>
                    <a:lnTo>
                      <a:pt x="30904" y="16970"/>
                    </a:lnTo>
                    <a:lnTo>
                      <a:pt x="30988" y="16970"/>
                    </a:lnTo>
                    <a:lnTo>
                      <a:pt x="31072" y="16907"/>
                    </a:lnTo>
                    <a:lnTo>
                      <a:pt x="31072" y="16823"/>
                    </a:lnTo>
                    <a:lnTo>
                      <a:pt x="31051" y="16802"/>
                    </a:lnTo>
                    <a:lnTo>
                      <a:pt x="31051" y="16677"/>
                    </a:lnTo>
                    <a:lnTo>
                      <a:pt x="31072" y="16593"/>
                    </a:lnTo>
                    <a:lnTo>
                      <a:pt x="31072" y="16551"/>
                    </a:lnTo>
                    <a:lnTo>
                      <a:pt x="31009" y="16488"/>
                    </a:lnTo>
                    <a:lnTo>
                      <a:pt x="31009" y="16405"/>
                    </a:lnTo>
                    <a:lnTo>
                      <a:pt x="30862" y="16258"/>
                    </a:lnTo>
                    <a:lnTo>
                      <a:pt x="30737" y="16195"/>
                    </a:lnTo>
                    <a:lnTo>
                      <a:pt x="30737" y="16153"/>
                    </a:lnTo>
                    <a:lnTo>
                      <a:pt x="30695" y="16028"/>
                    </a:lnTo>
                    <a:lnTo>
                      <a:pt x="30632" y="16028"/>
                    </a:lnTo>
                    <a:lnTo>
                      <a:pt x="30590" y="15944"/>
                    </a:lnTo>
                    <a:lnTo>
                      <a:pt x="30632" y="15819"/>
                    </a:lnTo>
                    <a:lnTo>
                      <a:pt x="30590" y="15735"/>
                    </a:lnTo>
                    <a:lnTo>
                      <a:pt x="30465" y="15735"/>
                    </a:lnTo>
                    <a:lnTo>
                      <a:pt x="30277" y="15651"/>
                    </a:lnTo>
                    <a:lnTo>
                      <a:pt x="30235" y="15547"/>
                    </a:lnTo>
                    <a:lnTo>
                      <a:pt x="30277" y="15505"/>
                    </a:lnTo>
                    <a:lnTo>
                      <a:pt x="30277" y="15442"/>
                    </a:lnTo>
                    <a:lnTo>
                      <a:pt x="30214" y="15358"/>
                    </a:lnTo>
                    <a:lnTo>
                      <a:pt x="30172" y="15296"/>
                    </a:lnTo>
                    <a:lnTo>
                      <a:pt x="30151" y="15296"/>
                    </a:lnTo>
                    <a:lnTo>
                      <a:pt x="30046" y="15421"/>
                    </a:lnTo>
                    <a:lnTo>
                      <a:pt x="30025" y="15526"/>
                    </a:lnTo>
                    <a:lnTo>
                      <a:pt x="29963" y="15568"/>
                    </a:lnTo>
                    <a:lnTo>
                      <a:pt x="29921" y="15526"/>
                    </a:lnTo>
                    <a:lnTo>
                      <a:pt x="29921" y="15400"/>
                    </a:lnTo>
                    <a:lnTo>
                      <a:pt x="29858" y="15296"/>
                    </a:lnTo>
                    <a:lnTo>
                      <a:pt x="29900" y="15212"/>
                    </a:lnTo>
                    <a:lnTo>
                      <a:pt x="30025" y="15212"/>
                    </a:lnTo>
                    <a:lnTo>
                      <a:pt x="30005" y="15128"/>
                    </a:lnTo>
                    <a:lnTo>
                      <a:pt x="30025" y="15024"/>
                    </a:lnTo>
                    <a:lnTo>
                      <a:pt x="30005" y="14919"/>
                    </a:lnTo>
                    <a:lnTo>
                      <a:pt x="29900" y="14940"/>
                    </a:lnTo>
                    <a:lnTo>
                      <a:pt x="29900" y="14877"/>
                    </a:lnTo>
                    <a:lnTo>
                      <a:pt x="29963" y="14773"/>
                    </a:lnTo>
                    <a:lnTo>
                      <a:pt x="29921" y="14731"/>
                    </a:lnTo>
                    <a:lnTo>
                      <a:pt x="29712" y="14814"/>
                    </a:lnTo>
                    <a:cubicBezTo>
                      <a:pt x="29691" y="14773"/>
                      <a:pt x="29628" y="14731"/>
                      <a:pt x="29607" y="14689"/>
                    </a:cubicBezTo>
                    <a:lnTo>
                      <a:pt x="29712" y="14605"/>
                    </a:lnTo>
                    <a:lnTo>
                      <a:pt x="29795" y="14584"/>
                    </a:lnTo>
                    <a:lnTo>
                      <a:pt x="29858" y="14417"/>
                    </a:lnTo>
                    <a:lnTo>
                      <a:pt x="29816" y="14312"/>
                    </a:lnTo>
                    <a:lnTo>
                      <a:pt x="29691" y="14291"/>
                    </a:lnTo>
                    <a:lnTo>
                      <a:pt x="29628" y="14208"/>
                    </a:lnTo>
                    <a:lnTo>
                      <a:pt x="29628" y="14103"/>
                    </a:lnTo>
                    <a:lnTo>
                      <a:pt x="29691" y="14082"/>
                    </a:lnTo>
                    <a:lnTo>
                      <a:pt x="29649" y="13998"/>
                    </a:lnTo>
                    <a:lnTo>
                      <a:pt x="29691" y="13915"/>
                    </a:lnTo>
                    <a:lnTo>
                      <a:pt x="29816" y="13998"/>
                    </a:lnTo>
                    <a:lnTo>
                      <a:pt x="29921" y="13977"/>
                    </a:lnTo>
                    <a:lnTo>
                      <a:pt x="30025" y="14061"/>
                    </a:lnTo>
                    <a:lnTo>
                      <a:pt x="30151" y="14061"/>
                    </a:lnTo>
                    <a:lnTo>
                      <a:pt x="30318" y="13977"/>
                    </a:lnTo>
                    <a:lnTo>
                      <a:pt x="30318" y="14019"/>
                    </a:lnTo>
                    <a:lnTo>
                      <a:pt x="30360" y="14061"/>
                    </a:lnTo>
                    <a:lnTo>
                      <a:pt x="30339" y="14082"/>
                    </a:lnTo>
                    <a:lnTo>
                      <a:pt x="30277" y="14249"/>
                    </a:lnTo>
                    <a:lnTo>
                      <a:pt x="30277" y="14312"/>
                    </a:lnTo>
                    <a:lnTo>
                      <a:pt x="30360" y="14291"/>
                    </a:lnTo>
                    <a:lnTo>
                      <a:pt x="30381" y="14354"/>
                    </a:lnTo>
                    <a:lnTo>
                      <a:pt x="30465" y="14375"/>
                    </a:lnTo>
                    <a:lnTo>
                      <a:pt x="30590" y="14459"/>
                    </a:lnTo>
                    <a:lnTo>
                      <a:pt x="30632" y="14354"/>
                    </a:lnTo>
                    <a:lnTo>
                      <a:pt x="30528" y="14249"/>
                    </a:lnTo>
                    <a:lnTo>
                      <a:pt x="30590" y="14145"/>
                    </a:lnTo>
                    <a:lnTo>
                      <a:pt x="30632" y="14208"/>
                    </a:lnTo>
                    <a:lnTo>
                      <a:pt x="30695" y="14249"/>
                    </a:lnTo>
                    <a:lnTo>
                      <a:pt x="30737" y="14354"/>
                    </a:lnTo>
                    <a:lnTo>
                      <a:pt x="30904" y="14501"/>
                    </a:lnTo>
                    <a:lnTo>
                      <a:pt x="30967" y="14501"/>
                    </a:lnTo>
                    <a:lnTo>
                      <a:pt x="30967" y="14417"/>
                    </a:lnTo>
                    <a:lnTo>
                      <a:pt x="30946" y="14375"/>
                    </a:lnTo>
                    <a:lnTo>
                      <a:pt x="30988" y="14291"/>
                    </a:lnTo>
                    <a:lnTo>
                      <a:pt x="30967" y="14145"/>
                    </a:lnTo>
                    <a:lnTo>
                      <a:pt x="30904" y="14103"/>
                    </a:lnTo>
                    <a:lnTo>
                      <a:pt x="30946" y="13957"/>
                    </a:lnTo>
                    <a:lnTo>
                      <a:pt x="30862" y="13768"/>
                    </a:lnTo>
                    <a:lnTo>
                      <a:pt x="30758" y="13726"/>
                    </a:lnTo>
                    <a:lnTo>
                      <a:pt x="30758" y="13622"/>
                    </a:lnTo>
                    <a:lnTo>
                      <a:pt x="30695" y="13580"/>
                    </a:lnTo>
                    <a:lnTo>
                      <a:pt x="30549" y="13685"/>
                    </a:lnTo>
                    <a:lnTo>
                      <a:pt x="30486" y="13685"/>
                    </a:lnTo>
                    <a:lnTo>
                      <a:pt x="30590" y="13538"/>
                    </a:lnTo>
                    <a:lnTo>
                      <a:pt x="30695" y="13538"/>
                    </a:lnTo>
                    <a:lnTo>
                      <a:pt x="30737" y="13559"/>
                    </a:lnTo>
                    <a:lnTo>
                      <a:pt x="30841" y="13517"/>
                    </a:lnTo>
                    <a:lnTo>
                      <a:pt x="30925" y="13622"/>
                    </a:lnTo>
                    <a:lnTo>
                      <a:pt x="30967" y="13643"/>
                    </a:lnTo>
                    <a:lnTo>
                      <a:pt x="30967" y="13873"/>
                    </a:lnTo>
                    <a:lnTo>
                      <a:pt x="31009" y="13873"/>
                    </a:lnTo>
                    <a:lnTo>
                      <a:pt x="31155" y="13768"/>
                    </a:lnTo>
                    <a:lnTo>
                      <a:pt x="31051" y="13936"/>
                    </a:lnTo>
                    <a:lnTo>
                      <a:pt x="31051" y="13998"/>
                    </a:lnTo>
                    <a:lnTo>
                      <a:pt x="30967" y="14040"/>
                    </a:lnTo>
                    <a:lnTo>
                      <a:pt x="30967" y="14082"/>
                    </a:lnTo>
                    <a:lnTo>
                      <a:pt x="31051" y="14166"/>
                    </a:lnTo>
                    <a:lnTo>
                      <a:pt x="31072" y="14291"/>
                    </a:lnTo>
                    <a:lnTo>
                      <a:pt x="31009" y="14375"/>
                    </a:lnTo>
                    <a:lnTo>
                      <a:pt x="31072" y="14417"/>
                    </a:lnTo>
                    <a:lnTo>
                      <a:pt x="31365" y="14354"/>
                    </a:lnTo>
                    <a:lnTo>
                      <a:pt x="31406" y="14249"/>
                    </a:lnTo>
                    <a:lnTo>
                      <a:pt x="31511" y="14249"/>
                    </a:lnTo>
                    <a:lnTo>
                      <a:pt x="31574" y="14270"/>
                    </a:lnTo>
                    <a:lnTo>
                      <a:pt x="31720" y="14082"/>
                    </a:lnTo>
                    <a:lnTo>
                      <a:pt x="31804" y="14082"/>
                    </a:lnTo>
                    <a:lnTo>
                      <a:pt x="31846" y="13998"/>
                    </a:lnTo>
                    <a:lnTo>
                      <a:pt x="31950" y="13936"/>
                    </a:lnTo>
                    <a:lnTo>
                      <a:pt x="31992" y="13789"/>
                    </a:lnTo>
                    <a:lnTo>
                      <a:pt x="32055" y="13747"/>
                    </a:lnTo>
                    <a:lnTo>
                      <a:pt x="32243" y="13747"/>
                    </a:lnTo>
                    <a:lnTo>
                      <a:pt x="32348" y="13789"/>
                    </a:lnTo>
                    <a:lnTo>
                      <a:pt x="32411" y="13726"/>
                    </a:lnTo>
                    <a:lnTo>
                      <a:pt x="32369" y="13622"/>
                    </a:lnTo>
                    <a:lnTo>
                      <a:pt x="32536" y="13475"/>
                    </a:lnTo>
                    <a:lnTo>
                      <a:pt x="32557" y="13413"/>
                    </a:lnTo>
                    <a:lnTo>
                      <a:pt x="32620" y="13371"/>
                    </a:lnTo>
                    <a:lnTo>
                      <a:pt x="32641" y="13245"/>
                    </a:lnTo>
                    <a:lnTo>
                      <a:pt x="32515" y="13015"/>
                    </a:lnTo>
                    <a:lnTo>
                      <a:pt x="32536" y="12931"/>
                    </a:lnTo>
                    <a:lnTo>
                      <a:pt x="32411" y="12827"/>
                    </a:lnTo>
                    <a:lnTo>
                      <a:pt x="32369" y="12701"/>
                    </a:lnTo>
                    <a:lnTo>
                      <a:pt x="32432" y="12596"/>
                    </a:lnTo>
                    <a:lnTo>
                      <a:pt x="32557" y="12534"/>
                    </a:lnTo>
                    <a:lnTo>
                      <a:pt x="32578" y="12471"/>
                    </a:lnTo>
                    <a:lnTo>
                      <a:pt x="32557" y="12471"/>
                    </a:lnTo>
                    <a:lnTo>
                      <a:pt x="32474" y="12534"/>
                    </a:lnTo>
                    <a:lnTo>
                      <a:pt x="32453" y="12534"/>
                    </a:lnTo>
                    <a:lnTo>
                      <a:pt x="32453" y="12471"/>
                    </a:lnTo>
                    <a:lnTo>
                      <a:pt x="32536" y="12366"/>
                    </a:lnTo>
                    <a:lnTo>
                      <a:pt x="32432" y="12366"/>
                    </a:lnTo>
                    <a:lnTo>
                      <a:pt x="32515" y="12283"/>
                    </a:lnTo>
                    <a:lnTo>
                      <a:pt x="32536" y="12199"/>
                    </a:lnTo>
                    <a:lnTo>
                      <a:pt x="32453" y="12157"/>
                    </a:lnTo>
                    <a:lnTo>
                      <a:pt x="32348" y="12115"/>
                    </a:lnTo>
                    <a:lnTo>
                      <a:pt x="32411" y="12094"/>
                    </a:lnTo>
                    <a:lnTo>
                      <a:pt x="32411" y="11990"/>
                    </a:lnTo>
                    <a:lnTo>
                      <a:pt x="32474" y="11990"/>
                    </a:lnTo>
                    <a:lnTo>
                      <a:pt x="32515" y="12052"/>
                    </a:lnTo>
                    <a:lnTo>
                      <a:pt x="32620" y="12052"/>
                    </a:lnTo>
                    <a:lnTo>
                      <a:pt x="32683" y="12157"/>
                    </a:lnTo>
                    <a:lnTo>
                      <a:pt x="32766" y="12178"/>
                    </a:lnTo>
                    <a:lnTo>
                      <a:pt x="32829" y="12094"/>
                    </a:lnTo>
                    <a:lnTo>
                      <a:pt x="32892" y="12115"/>
                    </a:lnTo>
                    <a:lnTo>
                      <a:pt x="33059" y="12073"/>
                    </a:lnTo>
                    <a:lnTo>
                      <a:pt x="33185" y="11990"/>
                    </a:lnTo>
                    <a:lnTo>
                      <a:pt x="33143" y="11948"/>
                    </a:lnTo>
                    <a:lnTo>
                      <a:pt x="33206" y="11843"/>
                    </a:lnTo>
                    <a:lnTo>
                      <a:pt x="33185" y="11801"/>
                    </a:lnTo>
                    <a:lnTo>
                      <a:pt x="33143" y="11801"/>
                    </a:lnTo>
                    <a:lnTo>
                      <a:pt x="33143" y="11739"/>
                    </a:lnTo>
                    <a:lnTo>
                      <a:pt x="33080" y="11697"/>
                    </a:lnTo>
                    <a:lnTo>
                      <a:pt x="32934" y="11697"/>
                    </a:lnTo>
                    <a:lnTo>
                      <a:pt x="32997" y="11655"/>
                    </a:lnTo>
                    <a:lnTo>
                      <a:pt x="33101" y="11634"/>
                    </a:lnTo>
                    <a:lnTo>
                      <a:pt x="33290" y="11488"/>
                    </a:lnTo>
                    <a:lnTo>
                      <a:pt x="33373" y="11383"/>
                    </a:lnTo>
                    <a:lnTo>
                      <a:pt x="33352" y="11341"/>
                    </a:lnTo>
                    <a:lnTo>
                      <a:pt x="33290" y="11320"/>
                    </a:lnTo>
                    <a:lnTo>
                      <a:pt x="33269" y="11236"/>
                    </a:lnTo>
                    <a:lnTo>
                      <a:pt x="33080" y="11174"/>
                    </a:lnTo>
                    <a:lnTo>
                      <a:pt x="32976" y="11216"/>
                    </a:lnTo>
                    <a:lnTo>
                      <a:pt x="32934" y="11174"/>
                    </a:lnTo>
                    <a:lnTo>
                      <a:pt x="33038" y="11153"/>
                    </a:lnTo>
                    <a:lnTo>
                      <a:pt x="33038" y="11027"/>
                    </a:lnTo>
                    <a:lnTo>
                      <a:pt x="32808" y="10860"/>
                    </a:lnTo>
                    <a:lnTo>
                      <a:pt x="32808" y="10818"/>
                    </a:lnTo>
                    <a:lnTo>
                      <a:pt x="32871" y="10818"/>
                    </a:lnTo>
                    <a:lnTo>
                      <a:pt x="32955" y="10902"/>
                    </a:lnTo>
                    <a:lnTo>
                      <a:pt x="33038" y="10860"/>
                    </a:lnTo>
                    <a:lnTo>
                      <a:pt x="32955" y="10797"/>
                    </a:lnTo>
                    <a:lnTo>
                      <a:pt x="33018" y="10755"/>
                    </a:lnTo>
                    <a:lnTo>
                      <a:pt x="33018" y="10713"/>
                    </a:lnTo>
                    <a:lnTo>
                      <a:pt x="32871" y="10651"/>
                    </a:lnTo>
                    <a:lnTo>
                      <a:pt x="32766" y="10588"/>
                    </a:lnTo>
                    <a:lnTo>
                      <a:pt x="32662" y="10651"/>
                    </a:lnTo>
                    <a:lnTo>
                      <a:pt x="32515" y="10588"/>
                    </a:lnTo>
                    <a:cubicBezTo>
                      <a:pt x="32536" y="10546"/>
                      <a:pt x="32536" y="10525"/>
                      <a:pt x="32536" y="10504"/>
                    </a:cubicBezTo>
                    <a:lnTo>
                      <a:pt x="32599" y="10504"/>
                    </a:lnTo>
                    <a:lnTo>
                      <a:pt x="32620" y="10483"/>
                    </a:lnTo>
                    <a:lnTo>
                      <a:pt x="32599" y="10420"/>
                    </a:lnTo>
                    <a:lnTo>
                      <a:pt x="32536" y="10420"/>
                    </a:lnTo>
                    <a:cubicBezTo>
                      <a:pt x="32536" y="10400"/>
                      <a:pt x="32536" y="10339"/>
                      <a:pt x="32517" y="10317"/>
                    </a:cubicBezTo>
                    <a:lnTo>
                      <a:pt x="32517" y="10317"/>
                    </a:lnTo>
                    <a:cubicBezTo>
                      <a:pt x="32518" y="10308"/>
                      <a:pt x="32523" y="10287"/>
                      <a:pt x="32536" y="10274"/>
                    </a:cubicBezTo>
                    <a:cubicBezTo>
                      <a:pt x="32536" y="10274"/>
                      <a:pt x="32536" y="10232"/>
                      <a:pt x="32557" y="10232"/>
                    </a:cubicBezTo>
                    <a:lnTo>
                      <a:pt x="32641" y="10316"/>
                    </a:lnTo>
                    <a:lnTo>
                      <a:pt x="32746" y="10274"/>
                    </a:lnTo>
                    <a:lnTo>
                      <a:pt x="32934" y="10232"/>
                    </a:lnTo>
                    <a:lnTo>
                      <a:pt x="32976" y="10337"/>
                    </a:lnTo>
                    <a:lnTo>
                      <a:pt x="33080" y="10379"/>
                    </a:lnTo>
                    <a:lnTo>
                      <a:pt x="33143" y="10441"/>
                    </a:lnTo>
                    <a:lnTo>
                      <a:pt x="33185" y="10420"/>
                    </a:lnTo>
                    <a:lnTo>
                      <a:pt x="33352" y="10525"/>
                    </a:lnTo>
                    <a:lnTo>
                      <a:pt x="33394" y="10483"/>
                    </a:lnTo>
                    <a:lnTo>
                      <a:pt x="33457" y="10504"/>
                    </a:lnTo>
                    <a:lnTo>
                      <a:pt x="33499" y="10420"/>
                    </a:lnTo>
                    <a:lnTo>
                      <a:pt x="33478" y="10337"/>
                    </a:lnTo>
                    <a:lnTo>
                      <a:pt x="33394" y="10295"/>
                    </a:lnTo>
                    <a:lnTo>
                      <a:pt x="33310" y="10190"/>
                    </a:lnTo>
                    <a:lnTo>
                      <a:pt x="33269" y="10107"/>
                    </a:lnTo>
                    <a:lnTo>
                      <a:pt x="33059" y="9918"/>
                    </a:lnTo>
                    <a:lnTo>
                      <a:pt x="33038" y="9855"/>
                    </a:lnTo>
                    <a:lnTo>
                      <a:pt x="33038" y="9855"/>
                    </a:lnTo>
                    <a:lnTo>
                      <a:pt x="33101" y="9897"/>
                    </a:lnTo>
                    <a:lnTo>
                      <a:pt x="33143" y="9960"/>
                    </a:lnTo>
                    <a:lnTo>
                      <a:pt x="33206" y="9981"/>
                    </a:lnTo>
                    <a:lnTo>
                      <a:pt x="33310" y="10107"/>
                    </a:lnTo>
                    <a:lnTo>
                      <a:pt x="33394" y="10127"/>
                    </a:lnTo>
                    <a:lnTo>
                      <a:pt x="33415" y="10190"/>
                    </a:lnTo>
                    <a:lnTo>
                      <a:pt x="33499" y="10295"/>
                    </a:lnTo>
                    <a:lnTo>
                      <a:pt x="33603" y="10400"/>
                    </a:lnTo>
                    <a:lnTo>
                      <a:pt x="33624" y="10462"/>
                    </a:lnTo>
                    <a:lnTo>
                      <a:pt x="33687" y="10504"/>
                    </a:lnTo>
                    <a:lnTo>
                      <a:pt x="33792" y="10609"/>
                    </a:lnTo>
                    <a:lnTo>
                      <a:pt x="33834" y="10713"/>
                    </a:lnTo>
                    <a:lnTo>
                      <a:pt x="33938" y="10713"/>
                    </a:lnTo>
                    <a:lnTo>
                      <a:pt x="33980" y="10672"/>
                    </a:lnTo>
                    <a:lnTo>
                      <a:pt x="33917" y="10546"/>
                    </a:lnTo>
                    <a:lnTo>
                      <a:pt x="33834" y="10337"/>
                    </a:lnTo>
                    <a:lnTo>
                      <a:pt x="34001" y="10358"/>
                    </a:lnTo>
                    <a:lnTo>
                      <a:pt x="34189" y="10462"/>
                    </a:lnTo>
                    <a:lnTo>
                      <a:pt x="34357" y="10462"/>
                    </a:lnTo>
                    <a:lnTo>
                      <a:pt x="34357" y="10567"/>
                    </a:lnTo>
                    <a:lnTo>
                      <a:pt x="34336" y="10630"/>
                    </a:lnTo>
                    <a:lnTo>
                      <a:pt x="34440" y="10713"/>
                    </a:lnTo>
                    <a:lnTo>
                      <a:pt x="34545" y="10713"/>
                    </a:lnTo>
                    <a:lnTo>
                      <a:pt x="34566" y="10734"/>
                    </a:lnTo>
                    <a:lnTo>
                      <a:pt x="34838" y="10734"/>
                    </a:lnTo>
                    <a:lnTo>
                      <a:pt x="34922" y="10672"/>
                    </a:lnTo>
                    <a:lnTo>
                      <a:pt x="34984" y="10546"/>
                    </a:lnTo>
                    <a:lnTo>
                      <a:pt x="34984" y="10441"/>
                    </a:lnTo>
                    <a:lnTo>
                      <a:pt x="35026" y="10337"/>
                    </a:lnTo>
                    <a:lnTo>
                      <a:pt x="34963" y="10295"/>
                    </a:lnTo>
                    <a:lnTo>
                      <a:pt x="34880" y="10086"/>
                    </a:lnTo>
                    <a:lnTo>
                      <a:pt x="34838" y="10086"/>
                    </a:lnTo>
                    <a:lnTo>
                      <a:pt x="34754" y="9939"/>
                    </a:lnTo>
                    <a:lnTo>
                      <a:pt x="34775" y="9814"/>
                    </a:lnTo>
                    <a:lnTo>
                      <a:pt x="34838" y="9793"/>
                    </a:lnTo>
                    <a:lnTo>
                      <a:pt x="34838" y="9709"/>
                    </a:lnTo>
                    <a:lnTo>
                      <a:pt x="34859" y="9688"/>
                    </a:lnTo>
                    <a:lnTo>
                      <a:pt x="34922" y="9730"/>
                    </a:lnTo>
                    <a:lnTo>
                      <a:pt x="34943" y="9835"/>
                    </a:lnTo>
                    <a:lnTo>
                      <a:pt x="34984" y="9730"/>
                    </a:lnTo>
                    <a:lnTo>
                      <a:pt x="34984" y="9583"/>
                    </a:lnTo>
                    <a:lnTo>
                      <a:pt x="35047" y="9542"/>
                    </a:lnTo>
                    <a:lnTo>
                      <a:pt x="35089" y="9500"/>
                    </a:lnTo>
                    <a:lnTo>
                      <a:pt x="35089" y="9604"/>
                    </a:lnTo>
                    <a:lnTo>
                      <a:pt x="35131" y="9667"/>
                    </a:lnTo>
                    <a:lnTo>
                      <a:pt x="35089" y="9709"/>
                    </a:lnTo>
                    <a:lnTo>
                      <a:pt x="34984" y="9772"/>
                    </a:lnTo>
                    <a:lnTo>
                      <a:pt x="34963" y="9897"/>
                    </a:lnTo>
                    <a:lnTo>
                      <a:pt x="35026" y="9918"/>
                    </a:lnTo>
                    <a:lnTo>
                      <a:pt x="35068" y="10002"/>
                    </a:lnTo>
                    <a:lnTo>
                      <a:pt x="35068" y="10086"/>
                    </a:lnTo>
                    <a:lnTo>
                      <a:pt x="35194" y="10232"/>
                    </a:lnTo>
                    <a:lnTo>
                      <a:pt x="35256" y="10274"/>
                    </a:lnTo>
                    <a:lnTo>
                      <a:pt x="35256" y="10190"/>
                    </a:lnTo>
                    <a:lnTo>
                      <a:pt x="35298" y="10169"/>
                    </a:lnTo>
                    <a:lnTo>
                      <a:pt x="35361" y="10211"/>
                    </a:lnTo>
                    <a:lnTo>
                      <a:pt x="35466" y="10169"/>
                    </a:lnTo>
                    <a:lnTo>
                      <a:pt x="35487" y="10211"/>
                    </a:lnTo>
                    <a:lnTo>
                      <a:pt x="35466" y="10253"/>
                    </a:lnTo>
                    <a:lnTo>
                      <a:pt x="35466" y="10358"/>
                    </a:lnTo>
                    <a:lnTo>
                      <a:pt x="35403" y="10525"/>
                    </a:lnTo>
                    <a:lnTo>
                      <a:pt x="35403" y="10567"/>
                    </a:lnTo>
                    <a:lnTo>
                      <a:pt x="35298" y="10734"/>
                    </a:lnTo>
                    <a:lnTo>
                      <a:pt x="35235" y="10923"/>
                    </a:lnTo>
                    <a:lnTo>
                      <a:pt x="35235" y="10964"/>
                    </a:lnTo>
                    <a:lnTo>
                      <a:pt x="35256" y="10964"/>
                    </a:lnTo>
                    <a:lnTo>
                      <a:pt x="35298" y="10860"/>
                    </a:lnTo>
                    <a:lnTo>
                      <a:pt x="35403" y="10902"/>
                    </a:lnTo>
                    <a:lnTo>
                      <a:pt x="35403" y="10923"/>
                    </a:lnTo>
                    <a:lnTo>
                      <a:pt x="35487" y="10923"/>
                    </a:lnTo>
                    <a:lnTo>
                      <a:pt x="35549" y="11006"/>
                    </a:lnTo>
                    <a:lnTo>
                      <a:pt x="35696" y="11027"/>
                    </a:lnTo>
                    <a:lnTo>
                      <a:pt x="35591" y="11069"/>
                    </a:lnTo>
                    <a:lnTo>
                      <a:pt x="35570" y="11132"/>
                    </a:lnTo>
                    <a:lnTo>
                      <a:pt x="35507" y="11153"/>
                    </a:lnTo>
                    <a:lnTo>
                      <a:pt x="35466" y="11111"/>
                    </a:lnTo>
                    <a:lnTo>
                      <a:pt x="35382" y="11132"/>
                    </a:lnTo>
                    <a:lnTo>
                      <a:pt x="35403" y="11216"/>
                    </a:lnTo>
                    <a:lnTo>
                      <a:pt x="35466" y="11236"/>
                    </a:lnTo>
                    <a:lnTo>
                      <a:pt x="35487" y="11257"/>
                    </a:lnTo>
                    <a:lnTo>
                      <a:pt x="35591" y="11257"/>
                    </a:lnTo>
                    <a:lnTo>
                      <a:pt x="35591" y="11341"/>
                    </a:lnTo>
                    <a:lnTo>
                      <a:pt x="35612" y="11383"/>
                    </a:lnTo>
                    <a:lnTo>
                      <a:pt x="35612" y="11467"/>
                    </a:lnTo>
                    <a:lnTo>
                      <a:pt x="35675" y="11550"/>
                    </a:lnTo>
                    <a:lnTo>
                      <a:pt x="35779" y="11571"/>
                    </a:lnTo>
                    <a:lnTo>
                      <a:pt x="35821" y="11655"/>
                    </a:lnTo>
                    <a:lnTo>
                      <a:pt x="35863" y="11739"/>
                    </a:lnTo>
                    <a:lnTo>
                      <a:pt x="35821" y="11843"/>
                    </a:lnTo>
                    <a:lnTo>
                      <a:pt x="35759" y="11906"/>
                    </a:lnTo>
                    <a:lnTo>
                      <a:pt x="35675" y="11906"/>
                    </a:lnTo>
                    <a:lnTo>
                      <a:pt x="35612" y="11948"/>
                    </a:lnTo>
                    <a:lnTo>
                      <a:pt x="35570" y="11906"/>
                    </a:lnTo>
                    <a:lnTo>
                      <a:pt x="35487" y="11885"/>
                    </a:lnTo>
                    <a:lnTo>
                      <a:pt x="35445" y="11906"/>
                    </a:lnTo>
                    <a:lnTo>
                      <a:pt x="35361" y="12011"/>
                    </a:lnTo>
                    <a:lnTo>
                      <a:pt x="35403" y="12052"/>
                    </a:lnTo>
                    <a:lnTo>
                      <a:pt x="35403" y="12094"/>
                    </a:lnTo>
                    <a:lnTo>
                      <a:pt x="35361" y="12178"/>
                    </a:lnTo>
                    <a:lnTo>
                      <a:pt x="35382" y="12220"/>
                    </a:lnTo>
                    <a:lnTo>
                      <a:pt x="35445" y="12220"/>
                    </a:lnTo>
                    <a:lnTo>
                      <a:pt x="35466" y="12199"/>
                    </a:lnTo>
                    <a:lnTo>
                      <a:pt x="35549" y="12178"/>
                    </a:lnTo>
                    <a:lnTo>
                      <a:pt x="35654" y="12178"/>
                    </a:lnTo>
                    <a:lnTo>
                      <a:pt x="35717" y="12115"/>
                    </a:lnTo>
                    <a:lnTo>
                      <a:pt x="35800" y="12115"/>
                    </a:lnTo>
                    <a:lnTo>
                      <a:pt x="35863" y="12011"/>
                    </a:lnTo>
                    <a:lnTo>
                      <a:pt x="35905" y="11990"/>
                    </a:lnTo>
                    <a:lnTo>
                      <a:pt x="35926" y="12115"/>
                    </a:lnTo>
                    <a:lnTo>
                      <a:pt x="35989" y="12157"/>
                    </a:lnTo>
                    <a:lnTo>
                      <a:pt x="36072" y="12094"/>
                    </a:lnTo>
                    <a:lnTo>
                      <a:pt x="36135" y="11969"/>
                    </a:lnTo>
                    <a:lnTo>
                      <a:pt x="36240" y="11885"/>
                    </a:lnTo>
                    <a:lnTo>
                      <a:pt x="36303" y="11948"/>
                    </a:lnTo>
                    <a:lnTo>
                      <a:pt x="36303" y="11990"/>
                    </a:lnTo>
                    <a:lnTo>
                      <a:pt x="36219" y="12011"/>
                    </a:lnTo>
                    <a:lnTo>
                      <a:pt x="36177" y="12073"/>
                    </a:lnTo>
                    <a:lnTo>
                      <a:pt x="36219" y="12094"/>
                    </a:lnTo>
                    <a:lnTo>
                      <a:pt x="36219" y="12157"/>
                    </a:lnTo>
                    <a:lnTo>
                      <a:pt x="36093" y="12199"/>
                    </a:lnTo>
                    <a:lnTo>
                      <a:pt x="36072" y="12220"/>
                    </a:lnTo>
                    <a:lnTo>
                      <a:pt x="36219" y="12199"/>
                    </a:lnTo>
                    <a:lnTo>
                      <a:pt x="36240" y="12283"/>
                    </a:lnTo>
                    <a:lnTo>
                      <a:pt x="36135" y="12366"/>
                    </a:lnTo>
                    <a:lnTo>
                      <a:pt x="36177" y="12492"/>
                    </a:lnTo>
                    <a:lnTo>
                      <a:pt x="36219" y="12513"/>
                    </a:lnTo>
                    <a:lnTo>
                      <a:pt x="36282" y="12617"/>
                    </a:lnTo>
                    <a:lnTo>
                      <a:pt x="36407" y="12596"/>
                    </a:lnTo>
                    <a:lnTo>
                      <a:pt x="36428" y="12534"/>
                    </a:lnTo>
                    <a:lnTo>
                      <a:pt x="36407" y="12471"/>
                    </a:lnTo>
                    <a:lnTo>
                      <a:pt x="36407" y="12387"/>
                    </a:lnTo>
                    <a:lnTo>
                      <a:pt x="36449" y="12366"/>
                    </a:lnTo>
                    <a:lnTo>
                      <a:pt x="36595" y="12471"/>
                    </a:lnTo>
                    <a:lnTo>
                      <a:pt x="36595" y="12534"/>
                    </a:lnTo>
                    <a:lnTo>
                      <a:pt x="36533" y="12638"/>
                    </a:lnTo>
                    <a:lnTo>
                      <a:pt x="36616" y="12701"/>
                    </a:lnTo>
                    <a:lnTo>
                      <a:pt x="36637" y="12743"/>
                    </a:lnTo>
                    <a:lnTo>
                      <a:pt x="36491" y="12827"/>
                    </a:lnTo>
                    <a:lnTo>
                      <a:pt x="36449" y="12889"/>
                    </a:lnTo>
                    <a:lnTo>
                      <a:pt x="36533" y="12952"/>
                    </a:lnTo>
                    <a:lnTo>
                      <a:pt x="36763" y="12952"/>
                    </a:lnTo>
                    <a:lnTo>
                      <a:pt x="36826" y="12994"/>
                    </a:lnTo>
                    <a:lnTo>
                      <a:pt x="36826" y="13099"/>
                    </a:lnTo>
                    <a:lnTo>
                      <a:pt x="36826" y="13161"/>
                    </a:lnTo>
                    <a:lnTo>
                      <a:pt x="36867" y="13140"/>
                    </a:lnTo>
                    <a:lnTo>
                      <a:pt x="36867" y="13057"/>
                    </a:lnTo>
                    <a:lnTo>
                      <a:pt x="36930" y="12994"/>
                    </a:lnTo>
                    <a:lnTo>
                      <a:pt x="36972" y="12994"/>
                    </a:lnTo>
                    <a:lnTo>
                      <a:pt x="36972" y="13057"/>
                    </a:lnTo>
                    <a:lnTo>
                      <a:pt x="36930" y="13161"/>
                    </a:lnTo>
                    <a:lnTo>
                      <a:pt x="36930" y="13245"/>
                    </a:lnTo>
                    <a:lnTo>
                      <a:pt x="36847" y="13266"/>
                    </a:lnTo>
                    <a:lnTo>
                      <a:pt x="36805" y="13433"/>
                    </a:lnTo>
                    <a:lnTo>
                      <a:pt x="36805" y="13475"/>
                    </a:lnTo>
                    <a:lnTo>
                      <a:pt x="36867" y="13517"/>
                    </a:lnTo>
                    <a:lnTo>
                      <a:pt x="36867" y="13622"/>
                    </a:lnTo>
                    <a:lnTo>
                      <a:pt x="36826" y="13726"/>
                    </a:lnTo>
                    <a:lnTo>
                      <a:pt x="36826" y="13831"/>
                    </a:lnTo>
                    <a:lnTo>
                      <a:pt x="36847" y="13852"/>
                    </a:lnTo>
                    <a:lnTo>
                      <a:pt x="36847" y="13873"/>
                    </a:lnTo>
                    <a:lnTo>
                      <a:pt x="36826" y="14082"/>
                    </a:lnTo>
                    <a:lnTo>
                      <a:pt x="36763" y="14166"/>
                    </a:lnTo>
                    <a:lnTo>
                      <a:pt x="36826" y="14270"/>
                    </a:lnTo>
                    <a:lnTo>
                      <a:pt x="36805" y="14354"/>
                    </a:lnTo>
                    <a:lnTo>
                      <a:pt x="36637" y="14396"/>
                    </a:lnTo>
                    <a:lnTo>
                      <a:pt x="36491" y="14375"/>
                    </a:lnTo>
                    <a:lnTo>
                      <a:pt x="36428" y="14396"/>
                    </a:lnTo>
                    <a:lnTo>
                      <a:pt x="36407" y="14480"/>
                    </a:lnTo>
                    <a:lnTo>
                      <a:pt x="36198" y="14626"/>
                    </a:lnTo>
                    <a:lnTo>
                      <a:pt x="36198" y="14710"/>
                    </a:lnTo>
                    <a:lnTo>
                      <a:pt x="36344" y="14793"/>
                    </a:lnTo>
                    <a:lnTo>
                      <a:pt x="36303" y="14793"/>
                    </a:lnTo>
                    <a:lnTo>
                      <a:pt x="36219" y="14814"/>
                    </a:lnTo>
                    <a:lnTo>
                      <a:pt x="36303" y="14814"/>
                    </a:lnTo>
                    <a:lnTo>
                      <a:pt x="36177" y="14982"/>
                    </a:lnTo>
                    <a:lnTo>
                      <a:pt x="36093" y="15024"/>
                    </a:lnTo>
                    <a:lnTo>
                      <a:pt x="35884" y="15149"/>
                    </a:lnTo>
                    <a:lnTo>
                      <a:pt x="35738" y="15296"/>
                    </a:lnTo>
                    <a:lnTo>
                      <a:pt x="35675" y="15296"/>
                    </a:lnTo>
                    <a:lnTo>
                      <a:pt x="35633" y="15337"/>
                    </a:lnTo>
                    <a:lnTo>
                      <a:pt x="35591" y="15463"/>
                    </a:lnTo>
                    <a:lnTo>
                      <a:pt x="35675" y="15568"/>
                    </a:lnTo>
                    <a:lnTo>
                      <a:pt x="35696" y="15672"/>
                    </a:lnTo>
                    <a:lnTo>
                      <a:pt x="35800" y="15840"/>
                    </a:lnTo>
                    <a:lnTo>
                      <a:pt x="35842" y="16133"/>
                    </a:lnTo>
                    <a:lnTo>
                      <a:pt x="35779" y="16174"/>
                    </a:lnTo>
                    <a:lnTo>
                      <a:pt x="35738" y="16153"/>
                    </a:lnTo>
                    <a:lnTo>
                      <a:pt x="35675" y="16195"/>
                    </a:lnTo>
                    <a:lnTo>
                      <a:pt x="35654" y="16300"/>
                    </a:lnTo>
                    <a:lnTo>
                      <a:pt x="35633" y="16195"/>
                    </a:lnTo>
                    <a:lnTo>
                      <a:pt x="35633" y="16049"/>
                    </a:lnTo>
                    <a:lnTo>
                      <a:pt x="35570" y="15986"/>
                    </a:lnTo>
                    <a:lnTo>
                      <a:pt x="35466" y="16049"/>
                    </a:lnTo>
                    <a:lnTo>
                      <a:pt x="35424" y="16153"/>
                    </a:lnTo>
                    <a:lnTo>
                      <a:pt x="35319" y="16216"/>
                    </a:lnTo>
                    <a:lnTo>
                      <a:pt x="35235" y="16174"/>
                    </a:lnTo>
                    <a:lnTo>
                      <a:pt x="35256" y="16112"/>
                    </a:lnTo>
                    <a:lnTo>
                      <a:pt x="35256" y="16070"/>
                    </a:lnTo>
                    <a:lnTo>
                      <a:pt x="35047" y="16070"/>
                    </a:lnTo>
                    <a:lnTo>
                      <a:pt x="35005" y="16174"/>
                    </a:lnTo>
                    <a:lnTo>
                      <a:pt x="34922" y="16258"/>
                    </a:lnTo>
                    <a:lnTo>
                      <a:pt x="34796" y="16216"/>
                    </a:lnTo>
                    <a:lnTo>
                      <a:pt x="34712" y="16216"/>
                    </a:lnTo>
                    <a:lnTo>
                      <a:pt x="34650" y="16174"/>
                    </a:lnTo>
                    <a:lnTo>
                      <a:pt x="34587" y="16174"/>
                    </a:lnTo>
                    <a:lnTo>
                      <a:pt x="34503" y="16258"/>
                    </a:lnTo>
                    <a:lnTo>
                      <a:pt x="34357" y="16195"/>
                    </a:lnTo>
                    <a:lnTo>
                      <a:pt x="34315" y="16174"/>
                    </a:lnTo>
                    <a:lnTo>
                      <a:pt x="34231" y="16070"/>
                    </a:lnTo>
                    <a:lnTo>
                      <a:pt x="34106" y="15986"/>
                    </a:lnTo>
                    <a:lnTo>
                      <a:pt x="33980" y="15965"/>
                    </a:lnTo>
                    <a:lnTo>
                      <a:pt x="33834" y="15777"/>
                    </a:lnTo>
                    <a:lnTo>
                      <a:pt x="33813" y="15840"/>
                    </a:lnTo>
                    <a:lnTo>
                      <a:pt x="33813" y="15902"/>
                    </a:lnTo>
                    <a:lnTo>
                      <a:pt x="33792" y="15965"/>
                    </a:lnTo>
                    <a:lnTo>
                      <a:pt x="33750" y="15944"/>
                    </a:lnTo>
                    <a:lnTo>
                      <a:pt x="33708" y="15965"/>
                    </a:lnTo>
                    <a:lnTo>
                      <a:pt x="33708" y="16049"/>
                    </a:lnTo>
                    <a:lnTo>
                      <a:pt x="33771" y="16112"/>
                    </a:lnTo>
                    <a:lnTo>
                      <a:pt x="33750" y="16195"/>
                    </a:lnTo>
                    <a:lnTo>
                      <a:pt x="33687" y="16195"/>
                    </a:lnTo>
                    <a:lnTo>
                      <a:pt x="33582" y="16216"/>
                    </a:lnTo>
                    <a:lnTo>
                      <a:pt x="33499" y="16300"/>
                    </a:lnTo>
                    <a:lnTo>
                      <a:pt x="33373" y="16300"/>
                    </a:lnTo>
                    <a:lnTo>
                      <a:pt x="33290" y="16384"/>
                    </a:lnTo>
                    <a:lnTo>
                      <a:pt x="33290" y="16488"/>
                    </a:lnTo>
                    <a:lnTo>
                      <a:pt x="33206" y="16530"/>
                    </a:lnTo>
                    <a:lnTo>
                      <a:pt x="33164" y="16677"/>
                    </a:lnTo>
                    <a:lnTo>
                      <a:pt x="33248" y="16886"/>
                    </a:lnTo>
                    <a:lnTo>
                      <a:pt x="33352" y="16990"/>
                    </a:lnTo>
                    <a:lnTo>
                      <a:pt x="33394" y="16949"/>
                    </a:lnTo>
                    <a:lnTo>
                      <a:pt x="33499" y="17095"/>
                    </a:lnTo>
                    <a:lnTo>
                      <a:pt x="33478" y="17158"/>
                    </a:lnTo>
                    <a:lnTo>
                      <a:pt x="33666" y="17158"/>
                    </a:lnTo>
                    <a:lnTo>
                      <a:pt x="33771" y="17200"/>
                    </a:lnTo>
                    <a:lnTo>
                      <a:pt x="33813" y="17137"/>
                    </a:lnTo>
                    <a:lnTo>
                      <a:pt x="33917" y="17137"/>
                    </a:lnTo>
                    <a:lnTo>
                      <a:pt x="33980" y="17095"/>
                    </a:lnTo>
                    <a:lnTo>
                      <a:pt x="34106" y="17095"/>
                    </a:lnTo>
                    <a:lnTo>
                      <a:pt x="34189" y="17053"/>
                    </a:lnTo>
                    <a:lnTo>
                      <a:pt x="34273" y="17095"/>
                    </a:lnTo>
                    <a:lnTo>
                      <a:pt x="34315" y="17032"/>
                    </a:lnTo>
                    <a:lnTo>
                      <a:pt x="34315" y="16928"/>
                    </a:lnTo>
                    <a:lnTo>
                      <a:pt x="34336" y="16865"/>
                    </a:lnTo>
                    <a:lnTo>
                      <a:pt x="34398" y="16865"/>
                    </a:lnTo>
                    <a:lnTo>
                      <a:pt x="34503" y="17032"/>
                    </a:lnTo>
                    <a:lnTo>
                      <a:pt x="34587" y="17032"/>
                    </a:lnTo>
                    <a:lnTo>
                      <a:pt x="34650" y="17116"/>
                    </a:lnTo>
                    <a:lnTo>
                      <a:pt x="34796" y="17137"/>
                    </a:lnTo>
                    <a:lnTo>
                      <a:pt x="34817" y="17074"/>
                    </a:lnTo>
                    <a:lnTo>
                      <a:pt x="34901" y="16970"/>
                    </a:lnTo>
                    <a:lnTo>
                      <a:pt x="34943" y="16970"/>
                    </a:lnTo>
                    <a:lnTo>
                      <a:pt x="35026" y="16886"/>
                    </a:lnTo>
                    <a:lnTo>
                      <a:pt x="35131" y="16865"/>
                    </a:lnTo>
                    <a:lnTo>
                      <a:pt x="35110" y="16928"/>
                    </a:lnTo>
                    <a:lnTo>
                      <a:pt x="35110" y="17032"/>
                    </a:lnTo>
                    <a:lnTo>
                      <a:pt x="35026" y="17137"/>
                    </a:lnTo>
                    <a:lnTo>
                      <a:pt x="35026" y="17262"/>
                    </a:lnTo>
                    <a:lnTo>
                      <a:pt x="35131" y="17221"/>
                    </a:lnTo>
                    <a:lnTo>
                      <a:pt x="35173" y="17032"/>
                    </a:lnTo>
                    <a:lnTo>
                      <a:pt x="35215" y="17074"/>
                    </a:lnTo>
                    <a:lnTo>
                      <a:pt x="35256" y="17032"/>
                    </a:lnTo>
                    <a:lnTo>
                      <a:pt x="35340" y="17074"/>
                    </a:lnTo>
                    <a:lnTo>
                      <a:pt x="35256" y="17200"/>
                    </a:lnTo>
                    <a:lnTo>
                      <a:pt x="35277" y="17283"/>
                    </a:lnTo>
                    <a:lnTo>
                      <a:pt x="35277" y="17179"/>
                    </a:lnTo>
                    <a:lnTo>
                      <a:pt x="35466" y="17011"/>
                    </a:lnTo>
                    <a:lnTo>
                      <a:pt x="35487" y="17074"/>
                    </a:lnTo>
                    <a:lnTo>
                      <a:pt x="35361" y="17179"/>
                    </a:lnTo>
                    <a:lnTo>
                      <a:pt x="35361" y="17242"/>
                    </a:lnTo>
                    <a:lnTo>
                      <a:pt x="35445" y="17304"/>
                    </a:lnTo>
                    <a:lnTo>
                      <a:pt x="35487" y="17451"/>
                    </a:lnTo>
                    <a:lnTo>
                      <a:pt x="35487" y="17555"/>
                    </a:lnTo>
                    <a:lnTo>
                      <a:pt x="35507" y="17660"/>
                    </a:lnTo>
                    <a:lnTo>
                      <a:pt x="35612" y="17639"/>
                    </a:lnTo>
                    <a:lnTo>
                      <a:pt x="35612" y="17765"/>
                    </a:lnTo>
                    <a:lnTo>
                      <a:pt x="35675" y="17827"/>
                    </a:lnTo>
                    <a:lnTo>
                      <a:pt x="35759" y="17681"/>
                    </a:lnTo>
                    <a:lnTo>
                      <a:pt x="35717" y="17869"/>
                    </a:lnTo>
                    <a:lnTo>
                      <a:pt x="35654" y="17953"/>
                    </a:lnTo>
                    <a:lnTo>
                      <a:pt x="35759" y="18058"/>
                    </a:lnTo>
                    <a:lnTo>
                      <a:pt x="35759" y="17974"/>
                    </a:lnTo>
                    <a:lnTo>
                      <a:pt x="35800" y="17869"/>
                    </a:lnTo>
                    <a:lnTo>
                      <a:pt x="35863" y="17848"/>
                    </a:lnTo>
                    <a:lnTo>
                      <a:pt x="35863" y="17848"/>
                    </a:lnTo>
                    <a:lnTo>
                      <a:pt x="35821" y="17890"/>
                    </a:lnTo>
                    <a:lnTo>
                      <a:pt x="35863" y="18037"/>
                    </a:lnTo>
                    <a:lnTo>
                      <a:pt x="35926" y="18162"/>
                    </a:lnTo>
                    <a:lnTo>
                      <a:pt x="36093" y="18141"/>
                    </a:lnTo>
                    <a:lnTo>
                      <a:pt x="36031" y="18183"/>
                    </a:lnTo>
                    <a:lnTo>
                      <a:pt x="35821" y="18309"/>
                    </a:lnTo>
                    <a:lnTo>
                      <a:pt x="35675" y="18309"/>
                    </a:lnTo>
                    <a:lnTo>
                      <a:pt x="35654" y="18371"/>
                    </a:lnTo>
                    <a:lnTo>
                      <a:pt x="35759" y="18413"/>
                    </a:lnTo>
                    <a:lnTo>
                      <a:pt x="35759" y="18560"/>
                    </a:lnTo>
                    <a:lnTo>
                      <a:pt x="35821" y="18664"/>
                    </a:lnTo>
                    <a:lnTo>
                      <a:pt x="35905" y="18727"/>
                    </a:lnTo>
                    <a:lnTo>
                      <a:pt x="35989" y="18727"/>
                    </a:lnTo>
                    <a:lnTo>
                      <a:pt x="35989" y="18790"/>
                    </a:lnTo>
                    <a:lnTo>
                      <a:pt x="36093" y="18874"/>
                    </a:lnTo>
                    <a:lnTo>
                      <a:pt x="36156" y="18915"/>
                    </a:lnTo>
                    <a:lnTo>
                      <a:pt x="36219" y="18915"/>
                    </a:lnTo>
                    <a:lnTo>
                      <a:pt x="36407" y="19041"/>
                    </a:lnTo>
                    <a:lnTo>
                      <a:pt x="36512" y="19041"/>
                    </a:lnTo>
                    <a:lnTo>
                      <a:pt x="36512" y="19104"/>
                    </a:lnTo>
                    <a:lnTo>
                      <a:pt x="36575" y="19125"/>
                    </a:lnTo>
                    <a:lnTo>
                      <a:pt x="36595" y="19083"/>
                    </a:lnTo>
                    <a:lnTo>
                      <a:pt x="36616" y="19041"/>
                    </a:lnTo>
                    <a:lnTo>
                      <a:pt x="36721" y="19104"/>
                    </a:lnTo>
                    <a:lnTo>
                      <a:pt x="36679" y="19125"/>
                    </a:lnTo>
                    <a:lnTo>
                      <a:pt x="36616" y="19187"/>
                    </a:lnTo>
                    <a:lnTo>
                      <a:pt x="36679" y="19292"/>
                    </a:lnTo>
                    <a:lnTo>
                      <a:pt x="36742" y="19334"/>
                    </a:lnTo>
                    <a:lnTo>
                      <a:pt x="36805" y="19334"/>
                    </a:lnTo>
                    <a:lnTo>
                      <a:pt x="36805" y="19418"/>
                    </a:lnTo>
                    <a:lnTo>
                      <a:pt x="36930" y="19543"/>
                    </a:lnTo>
                    <a:lnTo>
                      <a:pt x="37014" y="19543"/>
                    </a:lnTo>
                    <a:lnTo>
                      <a:pt x="37056" y="19606"/>
                    </a:lnTo>
                    <a:lnTo>
                      <a:pt x="37098" y="19648"/>
                    </a:lnTo>
                    <a:lnTo>
                      <a:pt x="37265" y="19731"/>
                    </a:lnTo>
                    <a:lnTo>
                      <a:pt x="37328" y="19711"/>
                    </a:lnTo>
                    <a:lnTo>
                      <a:pt x="37370" y="19731"/>
                    </a:lnTo>
                    <a:lnTo>
                      <a:pt x="37453" y="19731"/>
                    </a:lnTo>
                    <a:lnTo>
                      <a:pt x="37537" y="19773"/>
                    </a:lnTo>
                    <a:lnTo>
                      <a:pt x="37558" y="19857"/>
                    </a:lnTo>
                    <a:lnTo>
                      <a:pt x="37725" y="19983"/>
                    </a:lnTo>
                    <a:lnTo>
                      <a:pt x="37788" y="19983"/>
                    </a:lnTo>
                    <a:lnTo>
                      <a:pt x="37872" y="20045"/>
                    </a:lnTo>
                    <a:lnTo>
                      <a:pt x="38060" y="20087"/>
                    </a:lnTo>
                    <a:lnTo>
                      <a:pt x="38165" y="20150"/>
                    </a:lnTo>
                    <a:lnTo>
                      <a:pt x="38269" y="20150"/>
                    </a:lnTo>
                    <a:lnTo>
                      <a:pt x="38290" y="20129"/>
                    </a:lnTo>
                    <a:lnTo>
                      <a:pt x="38290" y="20066"/>
                    </a:lnTo>
                    <a:lnTo>
                      <a:pt x="38207" y="19983"/>
                    </a:lnTo>
                    <a:lnTo>
                      <a:pt x="38165" y="19920"/>
                    </a:lnTo>
                    <a:lnTo>
                      <a:pt x="38207" y="19857"/>
                    </a:lnTo>
                    <a:lnTo>
                      <a:pt x="38290" y="19878"/>
                    </a:lnTo>
                    <a:lnTo>
                      <a:pt x="38311" y="19815"/>
                    </a:lnTo>
                    <a:lnTo>
                      <a:pt x="38290" y="19752"/>
                    </a:lnTo>
                    <a:lnTo>
                      <a:pt x="38248" y="19773"/>
                    </a:lnTo>
                    <a:lnTo>
                      <a:pt x="38207" y="19731"/>
                    </a:lnTo>
                    <a:lnTo>
                      <a:pt x="38248" y="19606"/>
                    </a:lnTo>
                    <a:lnTo>
                      <a:pt x="38207" y="19564"/>
                    </a:lnTo>
                    <a:lnTo>
                      <a:pt x="38102" y="19669"/>
                    </a:lnTo>
                    <a:lnTo>
                      <a:pt x="38102" y="19627"/>
                    </a:lnTo>
                    <a:lnTo>
                      <a:pt x="38081" y="19543"/>
                    </a:lnTo>
                    <a:lnTo>
                      <a:pt x="38018" y="19543"/>
                    </a:lnTo>
                    <a:lnTo>
                      <a:pt x="38123" y="19439"/>
                    </a:lnTo>
                    <a:lnTo>
                      <a:pt x="38102" y="19313"/>
                    </a:lnTo>
                    <a:lnTo>
                      <a:pt x="38060" y="19292"/>
                    </a:lnTo>
                    <a:lnTo>
                      <a:pt x="37956" y="19292"/>
                    </a:lnTo>
                    <a:lnTo>
                      <a:pt x="37976" y="19187"/>
                    </a:lnTo>
                    <a:lnTo>
                      <a:pt x="37935" y="19083"/>
                    </a:lnTo>
                    <a:lnTo>
                      <a:pt x="37893" y="18999"/>
                    </a:lnTo>
                    <a:lnTo>
                      <a:pt x="37788" y="18999"/>
                    </a:lnTo>
                    <a:lnTo>
                      <a:pt x="37851" y="18915"/>
                    </a:lnTo>
                    <a:lnTo>
                      <a:pt x="37767" y="18894"/>
                    </a:lnTo>
                    <a:lnTo>
                      <a:pt x="37725" y="18894"/>
                    </a:lnTo>
                    <a:lnTo>
                      <a:pt x="37746" y="18832"/>
                    </a:lnTo>
                    <a:lnTo>
                      <a:pt x="37663" y="18727"/>
                    </a:lnTo>
                    <a:lnTo>
                      <a:pt x="37663" y="18748"/>
                    </a:lnTo>
                    <a:lnTo>
                      <a:pt x="37621" y="18748"/>
                    </a:lnTo>
                    <a:lnTo>
                      <a:pt x="37621" y="18602"/>
                    </a:lnTo>
                    <a:lnTo>
                      <a:pt x="37621" y="18539"/>
                    </a:lnTo>
                    <a:lnTo>
                      <a:pt x="37621" y="18476"/>
                    </a:lnTo>
                    <a:lnTo>
                      <a:pt x="37453" y="18350"/>
                    </a:lnTo>
                    <a:lnTo>
                      <a:pt x="37432" y="18225"/>
                    </a:lnTo>
                    <a:lnTo>
                      <a:pt x="37432" y="18120"/>
                    </a:lnTo>
                    <a:lnTo>
                      <a:pt x="37516" y="18162"/>
                    </a:lnTo>
                    <a:lnTo>
                      <a:pt x="37558" y="18078"/>
                    </a:lnTo>
                    <a:lnTo>
                      <a:pt x="37663" y="18120"/>
                    </a:lnTo>
                    <a:lnTo>
                      <a:pt x="37663" y="18225"/>
                    </a:lnTo>
                    <a:lnTo>
                      <a:pt x="37746" y="18371"/>
                    </a:lnTo>
                    <a:lnTo>
                      <a:pt x="37872" y="18434"/>
                    </a:lnTo>
                    <a:lnTo>
                      <a:pt x="37935" y="18476"/>
                    </a:lnTo>
                    <a:lnTo>
                      <a:pt x="37935" y="18560"/>
                    </a:lnTo>
                    <a:lnTo>
                      <a:pt x="37976" y="18602"/>
                    </a:lnTo>
                    <a:lnTo>
                      <a:pt x="37976" y="18539"/>
                    </a:lnTo>
                    <a:lnTo>
                      <a:pt x="37935" y="18392"/>
                    </a:lnTo>
                    <a:lnTo>
                      <a:pt x="37935" y="18350"/>
                    </a:lnTo>
                    <a:lnTo>
                      <a:pt x="37976" y="18309"/>
                    </a:lnTo>
                    <a:lnTo>
                      <a:pt x="38018" y="18392"/>
                    </a:lnTo>
                    <a:lnTo>
                      <a:pt x="38018" y="18455"/>
                    </a:lnTo>
                    <a:lnTo>
                      <a:pt x="38081" y="18497"/>
                    </a:lnTo>
                    <a:lnTo>
                      <a:pt x="38123" y="18685"/>
                    </a:lnTo>
                    <a:lnTo>
                      <a:pt x="38207" y="18706"/>
                    </a:lnTo>
                    <a:lnTo>
                      <a:pt x="38207" y="18769"/>
                    </a:lnTo>
                    <a:lnTo>
                      <a:pt x="38290" y="18832"/>
                    </a:lnTo>
                    <a:lnTo>
                      <a:pt x="38374" y="19020"/>
                    </a:lnTo>
                    <a:lnTo>
                      <a:pt x="38416" y="18936"/>
                    </a:lnTo>
                    <a:lnTo>
                      <a:pt x="38395" y="18832"/>
                    </a:lnTo>
                    <a:lnTo>
                      <a:pt x="38395" y="18664"/>
                    </a:lnTo>
                    <a:lnTo>
                      <a:pt x="38416" y="18560"/>
                    </a:lnTo>
                    <a:lnTo>
                      <a:pt x="38416" y="18643"/>
                    </a:lnTo>
                    <a:lnTo>
                      <a:pt x="38479" y="18811"/>
                    </a:lnTo>
                    <a:lnTo>
                      <a:pt x="38479" y="18915"/>
                    </a:lnTo>
                    <a:lnTo>
                      <a:pt x="38479" y="18999"/>
                    </a:lnTo>
                    <a:lnTo>
                      <a:pt x="38520" y="19020"/>
                    </a:lnTo>
                    <a:lnTo>
                      <a:pt x="38604" y="19083"/>
                    </a:lnTo>
                    <a:lnTo>
                      <a:pt x="38625" y="18999"/>
                    </a:lnTo>
                    <a:lnTo>
                      <a:pt x="38583" y="18957"/>
                    </a:lnTo>
                    <a:lnTo>
                      <a:pt x="38583" y="18894"/>
                    </a:lnTo>
                    <a:lnTo>
                      <a:pt x="38667" y="18915"/>
                    </a:lnTo>
                    <a:lnTo>
                      <a:pt x="38688" y="19020"/>
                    </a:lnTo>
                    <a:lnTo>
                      <a:pt x="38688" y="19104"/>
                    </a:lnTo>
                    <a:lnTo>
                      <a:pt x="38709" y="19125"/>
                    </a:lnTo>
                    <a:lnTo>
                      <a:pt x="38709" y="19062"/>
                    </a:lnTo>
                    <a:lnTo>
                      <a:pt x="38772" y="19020"/>
                    </a:lnTo>
                    <a:lnTo>
                      <a:pt x="38772" y="19187"/>
                    </a:lnTo>
                    <a:lnTo>
                      <a:pt x="38813" y="19271"/>
                    </a:lnTo>
                    <a:lnTo>
                      <a:pt x="38897" y="19271"/>
                    </a:lnTo>
                    <a:lnTo>
                      <a:pt x="38939" y="19208"/>
                    </a:lnTo>
                    <a:lnTo>
                      <a:pt x="38939" y="19313"/>
                    </a:lnTo>
                    <a:lnTo>
                      <a:pt x="38918" y="19376"/>
                    </a:lnTo>
                    <a:lnTo>
                      <a:pt x="38981" y="19543"/>
                    </a:lnTo>
                    <a:lnTo>
                      <a:pt x="39023" y="19627"/>
                    </a:lnTo>
                    <a:lnTo>
                      <a:pt x="39127" y="19627"/>
                    </a:lnTo>
                    <a:lnTo>
                      <a:pt x="39127" y="19543"/>
                    </a:lnTo>
                    <a:lnTo>
                      <a:pt x="39106" y="19522"/>
                    </a:lnTo>
                    <a:lnTo>
                      <a:pt x="39106" y="19397"/>
                    </a:lnTo>
                    <a:lnTo>
                      <a:pt x="39044" y="19187"/>
                    </a:lnTo>
                    <a:lnTo>
                      <a:pt x="39127" y="19187"/>
                    </a:lnTo>
                    <a:lnTo>
                      <a:pt x="39169" y="19271"/>
                    </a:lnTo>
                    <a:lnTo>
                      <a:pt x="39274" y="19292"/>
                    </a:lnTo>
                    <a:lnTo>
                      <a:pt x="39316" y="19271"/>
                    </a:lnTo>
                    <a:lnTo>
                      <a:pt x="39253" y="19166"/>
                    </a:lnTo>
                    <a:lnTo>
                      <a:pt x="39295" y="19083"/>
                    </a:lnTo>
                    <a:lnTo>
                      <a:pt x="39295" y="18894"/>
                    </a:lnTo>
                    <a:lnTo>
                      <a:pt x="39211" y="18706"/>
                    </a:lnTo>
                    <a:lnTo>
                      <a:pt x="39232" y="18560"/>
                    </a:lnTo>
                    <a:lnTo>
                      <a:pt x="39232" y="18392"/>
                    </a:lnTo>
                    <a:lnTo>
                      <a:pt x="39253" y="18560"/>
                    </a:lnTo>
                    <a:lnTo>
                      <a:pt x="39232" y="18664"/>
                    </a:lnTo>
                    <a:lnTo>
                      <a:pt x="39253" y="18790"/>
                    </a:lnTo>
                    <a:lnTo>
                      <a:pt x="39420" y="18957"/>
                    </a:lnTo>
                    <a:lnTo>
                      <a:pt x="39441" y="18894"/>
                    </a:lnTo>
                    <a:lnTo>
                      <a:pt x="39420" y="18769"/>
                    </a:lnTo>
                    <a:lnTo>
                      <a:pt x="39462" y="18664"/>
                    </a:lnTo>
                    <a:lnTo>
                      <a:pt x="39462" y="18497"/>
                    </a:lnTo>
                    <a:lnTo>
                      <a:pt x="39546" y="18455"/>
                    </a:lnTo>
                    <a:lnTo>
                      <a:pt x="39525" y="18434"/>
                    </a:lnTo>
                    <a:lnTo>
                      <a:pt x="39399" y="18246"/>
                    </a:lnTo>
                    <a:lnTo>
                      <a:pt x="39357" y="18120"/>
                    </a:lnTo>
                    <a:lnTo>
                      <a:pt x="39316" y="18078"/>
                    </a:lnTo>
                    <a:lnTo>
                      <a:pt x="39336" y="18016"/>
                    </a:lnTo>
                    <a:lnTo>
                      <a:pt x="39253" y="17869"/>
                    </a:lnTo>
                    <a:lnTo>
                      <a:pt x="39190" y="17786"/>
                    </a:lnTo>
                    <a:lnTo>
                      <a:pt x="39316" y="17765"/>
                    </a:lnTo>
                    <a:lnTo>
                      <a:pt x="39336" y="17723"/>
                    </a:lnTo>
                    <a:lnTo>
                      <a:pt x="39420" y="17639"/>
                    </a:lnTo>
                    <a:lnTo>
                      <a:pt x="39357" y="17576"/>
                    </a:lnTo>
                    <a:lnTo>
                      <a:pt x="39295" y="17618"/>
                    </a:lnTo>
                    <a:lnTo>
                      <a:pt x="39148" y="17639"/>
                    </a:lnTo>
                    <a:lnTo>
                      <a:pt x="39106" y="17597"/>
                    </a:lnTo>
                    <a:lnTo>
                      <a:pt x="39127" y="17555"/>
                    </a:lnTo>
                    <a:lnTo>
                      <a:pt x="39148" y="17514"/>
                    </a:lnTo>
                    <a:lnTo>
                      <a:pt x="39232" y="17430"/>
                    </a:lnTo>
                    <a:lnTo>
                      <a:pt x="39253" y="17325"/>
                    </a:lnTo>
                    <a:lnTo>
                      <a:pt x="39211" y="17242"/>
                    </a:lnTo>
                    <a:lnTo>
                      <a:pt x="39148" y="17242"/>
                    </a:lnTo>
                    <a:lnTo>
                      <a:pt x="39148" y="17304"/>
                    </a:lnTo>
                    <a:lnTo>
                      <a:pt x="39106" y="17388"/>
                    </a:lnTo>
                    <a:lnTo>
                      <a:pt x="39106" y="17304"/>
                    </a:lnTo>
                    <a:lnTo>
                      <a:pt x="39085" y="17325"/>
                    </a:lnTo>
                    <a:lnTo>
                      <a:pt x="38939" y="17346"/>
                    </a:lnTo>
                    <a:lnTo>
                      <a:pt x="38918" y="17304"/>
                    </a:lnTo>
                    <a:lnTo>
                      <a:pt x="39002" y="17242"/>
                    </a:lnTo>
                    <a:lnTo>
                      <a:pt x="39023" y="17200"/>
                    </a:lnTo>
                    <a:lnTo>
                      <a:pt x="38981" y="17137"/>
                    </a:lnTo>
                    <a:lnTo>
                      <a:pt x="38939" y="17032"/>
                    </a:lnTo>
                    <a:lnTo>
                      <a:pt x="38876" y="16990"/>
                    </a:lnTo>
                    <a:lnTo>
                      <a:pt x="38813" y="17011"/>
                    </a:lnTo>
                    <a:lnTo>
                      <a:pt x="38813" y="17116"/>
                    </a:lnTo>
                    <a:lnTo>
                      <a:pt x="38792" y="17179"/>
                    </a:lnTo>
                    <a:lnTo>
                      <a:pt x="38772" y="17137"/>
                    </a:lnTo>
                    <a:lnTo>
                      <a:pt x="38772" y="17011"/>
                    </a:lnTo>
                    <a:lnTo>
                      <a:pt x="38730" y="16928"/>
                    </a:lnTo>
                    <a:lnTo>
                      <a:pt x="38688" y="16928"/>
                    </a:lnTo>
                    <a:lnTo>
                      <a:pt x="38709" y="16865"/>
                    </a:lnTo>
                    <a:lnTo>
                      <a:pt x="38667" y="16865"/>
                    </a:lnTo>
                    <a:lnTo>
                      <a:pt x="38667" y="16823"/>
                    </a:lnTo>
                    <a:lnTo>
                      <a:pt x="38688" y="16823"/>
                    </a:lnTo>
                    <a:lnTo>
                      <a:pt x="38667" y="16760"/>
                    </a:lnTo>
                    <a:lnTo>
                      <a:pt x="38604" y="16718"/>
                    </a:lnTo>
                    <a:lnTo>
                      <a:pt x="38625" y="16677"/>
                    </a:lnTo>
                    <a:lnTo>
                      <a:pt x="38730" y="16677"/>
                    </a:lnTo>
                    <a:lnTo>
                      <a:pt x="38792" y="16656"/>
                    </a:lnTo>
                    <a:lnTo>
                      <a:pt x="38730" y="16593"/>
                    </a:lnTo>
                    <a:lnTo>
                      <a:pt x="38625" y="16593"/>
                    </a:lnTo>
                    <a:lnTo>
                      <a:pt x="38583" y="16572"/>
                    </a:lnTo>
                    <a:lnTo>
                      <a:pt x="38625" y="16488"/>
                    </a:lnTo>
                    <a:lnTo>
                      <a:pt x="38730" y="16446"/>
                    </a:lnTo>
                    <a:lnTo>
                      <a:pt x="38730" y="16405"/>
                    </a:lnTo>
                    <a:lnTo>
                      <a:pt x="38688" y="16363"/>
                    </a:lnTo>
                    <a:lnTo>
                      <a:pt x="38520" y="16363"/>
                    </a:lnTo>
                    <a:lnTo>
                      <a:pt x="38500" y="16405"/>
                    </a:lnTo>
                    <a:lnTo>
                      <a:pt x="38458" y="16488"/>
                    </a:lnTo>
                    <a:lnTo>
                      <a:pt x="38248" y="16530"/>
                    </a:lnTo>
                    <a:lnTo>
                      <a:pt x="38353" y="16467"/>
                    </a:lnTo>
                    <a:lnTo>
                      <a:pt x="38500" y="16321"/>
                    </a:lnTo>
                    <a:lnTo>
                      <a:pt x="38562" y="16216"/>
                    </a:lnTo>
                    <a:lnTo>
                      <a:pt x="38562" y="16174"/>
                    </a:lnTo>
                    <a:lnTo>
                      <a:pt x="38458" y="16174"/>
                    </a:lnTo>
                    <a:lnTo>
                      <a:pt x="38395" y="16153"/>
                    </a:lnTo>
                    <a:lnTo>
                      <a:pt x="38458" y="16091"/>
                    </a:lnTo>
                    <a:lnTo>
                      <a:pt x="38416" y="16049"/>
                    </a:lnTo>
                    <a:lnTo>
                      <a:pt x="38374" y="16070"/>
                    </a:lnTo>
                    <a:lnTo>
                      <a:pt x="38374" y="15986"/>
                    </a:lnTo>
                    <a:lnTo>
                      <a:pt x="38416" y="15923"/>
                    </a:lnTo>
                    <a:lnTo>
                      <a:pt x="38416" y="15819"/>
                    </a:lnTo>
                    <a:lnTo>
                      <a:pt x="38290" y="15777"/>
                    </a:lnTo>
                    <a:lnTo>
                      <a:pt x="38207" y="15756"/>
                    </a:lnTo>
                    <a:lnTo>
                      <a:pt x="38081" y="15756"/>
                    </a:lnTo>
                    <a:lnTo>
                      <a:pt x="38039" y="15693"/>
                    </a:lnTo>
                    <a:lnTo>
                      <a:pt x="38165" y="15693"/>
                    </a:lnTo>
                    <a:lnTo>
                      <a:pt x="38269" y="15672"/>
                    </a:lnTo>
                    <a:lnTo>
                      <a:pt x="38311" y="15630"/>
                    </a:lnTo>
                    <a:lnTo>
                      <a:pt x="38374" y="15693"/>
                    </a:lnTo>
                    <a:lnTo>
                      <a:pt x="38395" y="15756"/>
                    </a:lnTo>
                    <a:lnTo>
                      <a:pt x="38500" y="15756"/>
                    </a:lnTo>
                    <a:lnTo>
                      <a:pt x="38604" y="15798"/>
                    </a:lnTo>
                    <a:lnTo>
                      <a:pt x="38625" y="15881"/>
                    </a:lnTo>
                    <a:lnTo>
                      <a:pt x="38604" y="15965"/>
                    </a:lnTo>
                    <a:lnTo>
                      <a:pt x="38625" y="16049"/>
                    </a:lnTo>
                    <a:lnTo>
                      <a:pt x="38730" y="16174"/>
                    </a:lnTo>
                    <a:lnTo>
                      <a:pt x="38772" y="16174"/>
                    </a:lnTo>
                    <a:lnTo>
                      <a:pt x="38792" y="16070"/>
                    </a:lnTo>
                    <a:lnTo>
                      <a:pt x="38834" y="16133"/>
                    </a:lnTo>
                    <a:lnTo>
                      <a:pt x="38981" y="16153"/>
                    </a:lnTo>
                    <a:lnTo>
                      <a:pt x="39023" y="16133"/>
                    </a:lnTo>
                    <a:lnTo>
                      <a:pt x="39023" y="16070"/>
                    </a:lnTo>
                    <a:lnTo>
                      <a:pt x="38981" y="16049"/>
                    </a:lnTo>
                    <a:lnTo>
                      <a:pt x="38981" y="15965"/>
                    </a:lnTo>
                    <a:lnTo>
                      <a:pt x="38939" y="15861"/>
                    </a:lnTo>
                    <a:lnTo>
                      <a:pt x="38876" y="15777"/>
                    </a:lnTo>
                    <a:lnTo>
                      <a:pt x="38792" y="15756"/>
                    </a:lnTo>
                    <a:lnTo>
                      <a:pt x="38813" y="15672"/>
                    </a:lnTo>
                    <a:lnTo>
                      <a:pt x="38813" y="15589"/>
                    </a:lnTo>
                    <a:lnTo>
                      <a:pt x="38772" y="15547"/>
                    </a:lnTo>
                    <a:lnTo>
                      <a:pt x="38792" y="15526"/>
                    </a:lnTo>
                    <a:lnTo>
                      <a:pt x="38834" y="15547"/>
                    </a:lnTo>
                    <a:lnTo>
                      <a:pt x="38876" y="15651"/>
                    </a:lnTo>
                    <a:lnTo>
                      <a:pt x="38918" y="15693"/>
                    </a:lnTo>
                    <a:lnTo>
                      <a:pt x="39002" y="15672"/>
                    </a:lnTo>
                    <a:lnTo>
                      <a:pt x="38981" y="15651"/>
                    </a:lnTo>
                    <a:lnTo>
                      <a:pt x="39002" y="15630"/>
                    </a:lnTo>
                    <a:lnTo>
                      <a:pt x="39085" y="15651"/>
                    </a:lnTo>
                    <a:lnTo>
                      <a:pt x="39044" y="15547"/>
                    </a:lnTo>
                    <a:lnTo>
                      <a:pt x="39002" y="15442"/>
                    </a:lnTo>
                    <a:lnTo>
                      <a:pt x="38897" y="15379"/>
                    </a:lnTo>
                    <a:lnTo>
                      <a:pt x="39002" y="15379"/>
                    </a:lnTo>
                    <a:lnTo>
                      <a:pt x="39044" y="15442"/>
                    </a:lnTo>
                    <a:lnTo>
                      <a:pt x="39106" y="15484"/>
                    </a:lnTo>
                    <a:lnTo>
                      <a:pt x="39190" y="15463"/>
                    </a:lnTo>
                    <a:lnTo>
                      <a:pt x="39148" y="15421"/>
                    </a:lnTo>
                    <a:lnTo>
                      <a:pt x="39148" y="15337"/>
                    </a:lnTo>
                    <a:lnTo>
                      <a:pt x="39190" y="15337"/>
                    </a:lnTo>
                    <a:lnTo>
                      <a:pt x="39232" y="15379"/>
                    </a:lnTo>
                    <a:lnTo>
                      <a:pt x="39295" y="15421"/>
                    </a:lnTo>
                    <a:lnTo>
                      <a:pt x="39295" y="15463"/>
                    </a:lnTo>
                    <a:lnTo>
                      <a:pt x="39232" y="15484"/>
                    </a:lnTo>
                    <a:lnTo>
                      <a:pt x="39232" y="15589"/>
                    </a:lnTo>
                    <a:lnTo>
                      <a:pt x="39232" y="15630"/>
                    </a:lnTo>
                    <a:lnTo>
                      <a:pt x="39295" y="15630"/>
                    </a:lnTo>
                    <a:lnTo>
                      <a:pt x="39336" y="15651"/>
                    </a:lnTo>
                    <a:lnTo>
                      <a:pt x="39336" y="15693"/>
                    </a:lnTo>
                    <a:lnTo>
                      <a:pt x="39295" y="15735"/>
                    </a:lnTo>
                    <a:lnTo>
                      <a:pt x="39253" y="15777"/>
                    </a:lnTo>
                    <a:lnTo>
                      <a:pt x="39316" y="15798"/>
                    </a:lnTo>
                    <a:lnTo>
                      <a:pt x="39357" y="15777"/>
                    </a:lnTo>
                    <a:lnTo>
                      <a:pt x="39399" y="15798"/>
                    </a:lnTo>
                    <a:lnTo>
                      <a:pt x="39357" y="15881"/>
                    </a:lnTo>
                    <a:lnTo>
                      <a:pt x="39399" y="15944"/>
                    </a:lnTo>
                    <a:lnTo>
                      <a:pt x="39441" y="15965"/>
                    </a:lnTo>
                    <a:lnTo>
                      <a:pt x="39525" y="15944"/>
                    </a:lnTo>
                    <a:lnTo>
                      <a:pt x="39734" y="15798"/>
                    </a:lnTo>
                    <a:lnTo>
                      <a:pt x="39818" y="15672"/>
                    </a:lnTo>
                    <a:lnTo>
                      <a:pt x="39818" y="15756"/>
                    </a:lnTo>
                    <a:lnTo>
                      <a:pt x="39755" y="15798"/>
                    </a:lnTo>
                    <a:lnTo>
                      <a:pt x="39734" y="15861"/>
                    </a:lnTo>
                    <a:lnTo>
                      <a:pt x="39629" y="15902"/>
                    </a:lnTo>
                    <a:lnTo>
                      <a:pt x="39462" y="16070"/>
                    </a:lnTo>
                    <a:lnTo>
                      <a:pt x="39462" y="16112"/>
                    </a:lnTo>
                    <a:lnTo>
                      <a:pt x="39546" y="16153"/>
                    </a:lnTo>
                    <a:lnTo>
                      <a:pt x="39650" y="16112"/>
                    </a:lnTo>
                    <a:lnTo>
                      <a:pt x="39818" y="16007"/>
                    </a:lnTo>
                    <a:lnTo>
                      <a:pt x="39880" y="16007"/>
                    </a:lnTo>
                    <a:lnTo>
                      <a:pt x="40027" y="15965"/>
                    </a:lnTo>
                    <a:lnTo>
                      <a:pt x="40069" y="15881"/>
                    </a:lnTo>
                    <a:lnTo>
                      <a:pt x="40132" y="15861"/>
                    </a:lnTo>
                    <a:lnTo>
                      <a:pt x="40236" y="15777"/>
                    </a:lnTo>
                    <a:lnTo>
                      <a:pt x="40278" y="15777"/>
                    </a:lnTo>
                    <a:lnTo>
                      <a:pt x="40278" y="15840"/>
                    </a:lnTo>
                    <a:lnTo>
                      <a:pt x="40236" y="15861"/>
                    </a:lnTo>
                    <a:lnTo>
                      <a:pt x="40152" y="15965"/>
                    </a:lnTo>
                    <a:lnTo>
                      <a:pt x="40090" y="16070"/>
                    </a:lnTo>
                    <a:lnTo>
                      <a:pt x="40027" y="16112"/>
                    </a:lnTo>
                    <a:lnTo>
                      <a:pt x="39943" y="16195"/>
                    </a:lnTo>
                    <a:lnTo>
                      <a:pt x="39839" y="16216"/>
                    </a:lnTo>
                    <a:lnTo>
                      <a:pt x="39776" y="16258"/>
                    </a:lnTo>
                    <a:lnTo>
                      <a:pt x="39713" y="16384"/>
                    </a:lnTo>
                    <a:lnTo>
                      <a:pt x="39713" y="16426"/>
                    </a:lnTo>
                    <a:lnTo>
                      <a:pt x="39734" y="16467"/>
                    </a:lnTo>
                    <a:lnTo>
                      <a:pt x="39776" y="16426"/>
                    </a:lnTo>
                    <a:lnTo>
                      <a:pt x="39860" y="16426"/>
                    </a:lnTo>
                    <a:lnTo>
                      <a:pt x="39943" y="16467"/>
                    </a:lnTo>
                    <a:lnTo>
                      <a:pt x="39860" y="16488"/>
                    </a:lnTo>
                    <a:lnTo>
                      <a:pt x="39776" y="16509"/>
                    </a:lnTo>
                    <a:lnTo>
                      <a:pt x="39734" y="16551"/>
                    </a:lnTo>
                    <a:lnTo>
                      <a:pt x="39734" y="16593"/>
                    </a:lnTo>
                    <a:lnTo>
                      <a:pt x="39776" y="16614"/>
                    </a:lnTo>
                    <a:lnTo>
                      <a:pt x="39860" y="16593"/>
                    </a:lnTo>
                    <a:lnTo>
                      <a:pt x="39922" y="16572"/>
                    </a:lnTo>
                    <a:lnTo>
                      <a:pt x="39839" y="16677"/>
                    </a:lnTo>
                    <a:lnTo>
                      <a:pt x="39755" y="16698"/>
                    </a:lnTo>
                    <a:lnTo>
                      <a:pt x="39734" y="16739"/>
                    </a:lnTo>
                    <a:lnTo>
                      <a:pt x="39755" y="16781"/>
                    </a:lnTo>
                    <a:lnTo>
                      <a:pt x="39839" y="16802"/>
                    </a:lnTo>
                    <a:lnTo>
                      <a:pt x="39922" y="16781"/>
                    </a:lnTo>
                    <a:lnTo>
                      <a:pt x="39985" y="16781"/>
                    </a:lnTo>
                    <a:lnTo>
                      <a:pt x="40027" y="16802"/>
                    </a:lnTo>
                    <a:lnTo>
                      <a:pt x="39964" y="16823"/>
                    </a:lnTo>
                    <a:lnTo>
                      <a:pt x="39964" y="16865"/>
                    </a:lnTo>
                    <a:lnTo>
                      <a:pt x="39860" y="16907"/>
                    </a:lnTo>
                    <a:lnTo>
                      <a:pt x="39839" y="16970"/>
                    </a:lnTo>
                    <a:lnTo>
                      <a:pt x="39860" y="17032"/>
                    </a:lnTo>
                    <a:lnTo>
                      <a:pt x="39922" y="17116"/>
                    </a:lnTo>
                    <a:lnTo>
                      <a:pt x="39922" y="17200"/>
                    </a:lnTo>
                    <a:lnTo>
                      <a:pt x="39943" y="17221"/>
                    </a:lnTo>
                    <a:lnTo>
                      <a:pt x="39985" y="17137"/>
                    </a:lnTo>
                    <a:lnTo>
                      <a:pt x="40048" y="17032"/>
                    </a:lnTo>
                    <a:lnTo>
                      <a:pt x="40090" y="16990"/>
                    </a:lnTo>
                    <a:lnTo>
                      <a:pt x="40132" y="16990"/>
                    </a:lnTo>
                    <a:lnTo>
                      <a:pt x="40090" y="17032"/>
                    </a:lnTo>
                    <a:lnTo>
                      <a:pt x="40090" y="17095"/>
                    </a:lnTo>
                    <a:lnTo>
                      <a:pt x="40048" y="17116"/>
                    </a:lnTo>
                    <a:lnTo>
                      <a:pt x="40048" y="17137"/>
                    </a:lnTo>
                    <a:lnTo>
                      <a:pt x="40090" y="17200"/>
                    </a:lnTo>
                    <a:lnTo>
                      <a:pt x="40069" y="17242"/>
                    </a:lnTo>
                    <a:lnTo>
                      <a:pt x="40132" y="17304"/>
                    </a:lnTo>
                    <a:lnTo>
                      <a:pt x="40152" y="17304"/>
                    </a:lnTo>
                    <a:lnTo>
                      <a:pt x="40173" y="17242"/>
                    </a:lnTo>
                    <a:lnTo>
                      <a:pt x="40257" y="17221"/>
                    </a:lnTo>
                    <a:lnTo>
                      <a:pt x="40278" y="17221"/>
                    </a:lnTo>
                    <a:lnTo>
                      <a:pt x="40278" y="17283"/>
                    </a:lnTo>
                    <a:lnTo>
                      <a:pt x="40236" y="17325"/>
                    </a:lnTo>
                    <a:lnTo>
                      <a:pt x="40236" y="17346"/>
                    </a:lnTo>
                    <a:lnTo>
                      <a:pt x="40278" y="17388"/>
                    </a:lnTo>
                    <a:lnTo>
                      <a:pt x="40278" y="17430"/>
                    </a:lnTo>
                    <a:lnTo>
                      <a:pt x="40299" y="17451"/>
                    </a:lnTo>
                    <a:lnTo>
                      <a:pt x="40299" y="17514"/>
                    </a:lnTo>
                    <a:lnTo>
                      <a:pt x="40362" y="17534"/>
                    </a:lnTo>
                    <a:lnTo>
                      <a:pt x="40383" y="17493"/>
                    </a:lnTo>
                    <a:lnTo>
                      <a:pt x="40487" y="17451"/>
                    </a:lnTo>
                    <a:lnTo>
                      <a:pt x="40508" y="17388"/>
                    </a:lnTo>
                    <a:lnTo>
                      <a:pt x="40508" y="17325"/>
                    </a:lnTo>
                    <a:lnTo>
                      <a:pt x="40445" y="17242"/>
                    </a:lnTo>
                    <a:lnTo>
                      <a:pt x="40466" y="17242"/>
                    </a:lnTo>
                    <a:lnTo>
                      <a:pt x="40508" y="17283"/>
                    </a:lnTo>
                    <a:lnTo>
                      <a:pt x="40550" y="17283"/>
                    </a:lnTo>
                    <a:lnTo>
                      <a:pt x="40550" y="17221"/>
                    </a:lnTo>
                    <a:lnTo>
                      <a:pt x="40508" y="17137"/>
                    </a:lnTo>
                    <a:lnTo>
                      <a:pt x="40508" y="17095"/>
                    </a:lnTo>
                    <a:lnTo>
                      <a:pt x="40571" y="17074"/>
                    </a:lnTo>
                    <a:lnTo>
                      <a:pt x="40571" y="16990"/>
                    </a:lnTo>
                    <a:lnTo>
                      <a:pt x="40571" y="16928"/>
                    </a:lnTo>
                    <a:lnTo>
                      <a:pt x="40508" y="16928"/>
                    </a:lnTo>
                    <a:lnTo>
                      <a:pt x="40466" y="16886"/>
                    </a:lnTo>
                    <a:lnTo>
                      <a:pt x="40466" y="16865"/>
                    </a:lnTo>
                    <a:lnTo>
                      <a:pt x="40487" y="16886"/>
                    </a:lnTo>
                    <a:lnTo>
                      <a:pt x="40571" y="16907"/>
                    </a:lnTo>
                    <a:lnTo>
                      <a:pt x="40613" y="16865"/>
                    </a:lnTo>
                    <a:lnTo>
                      <a:pt x="40592" y="16802"/>
                    </a:lnTo>
                    <a:lnTo>
                      <a:pt x="40550" y="16802"/>
                    </a:lnTo>
                    <a:lnTo>
                      <a:pt x="40508" y="16781"/>
                    </a:lnTo>
                    <a:lnTo>
                      <a:pt x="40592" y="16781"/>
                    </a:lnTo>
                    <a:lnTo>
                      <a:pt x="40655" y="16718"/>
                    </a:lnTo>
                    <a:lnTo>
                      <a:pt x="40655" y="16572"/>
                    </a:lnTo>
                    <a:lnTo>
                      <a:pt x="40676" y="16509"/>
                    </a:lnTo>
                    <a:lnTo>
                      <a:pt x="40696" y="16572"/>
                    </a:lnTo>
                    <a:lnTo>
                      <a:pt x="40696" y="16656"/>
                    </a:lnTo>
                    <a:lnTo>
                      <a:pt x="40717" y="16718"/>
                    </a:lnTo>
                    <a:lnTo>
                      <a:pt x="40696" y="16802"/>
                    </a:lnTo>
                    <a:lnTo>
                      <a:pt x="40759" y="16823"/>
                    </a:lnTo>
                    <a:lnTo>
                      <a:pt x="40822" y="16802"/>
                    </a:lnTo>
                    <a:lnTo>
                      <a:pt x="40864" y="16760"/>
                    </a:lnTo>
                    <a:lnTo>
                      <a:pt x="40906" y="16718"/>
                    </a:lnTo>
                    <a:lnTo>
                      <a:pt x="40906" y="16823"/>
                    </a:lnTo>
                    <a:lnTo>
                      <a:pt x="40927" y="16865"/>
                    </a:lnTo>
                    <a:lnTo>
                      <a:pt x="40989" y="16865"/>
                    </a:lnTo>
                    <a:lnTo>
                      <a:pt x="41010" y="16823"/>
                    </a:lnTo>
                    <a:lnTo>
                      <a:pt x="41010" y="16698"/>
                    </a:lnTo>
                    <a:lnTo>
                      <a:pt x="41010" y="16593"/>
                    </a:lnTo>
                    <a:lnTo>
                      <a:pt x="40969" y="16572"/>
                    </a:lnTo>
                    <a:lnTo>
                      <a:pt x="40927" y="16551"/>
                    </a:lnTo>
                    <a:lnTo>
                      <a:pt x="41010" y="16572"/>
                    </a:lnTo>
                    <a:lnTo>
                      <a:pt x="41094" y="16614"/>
                    </a:lnTo>
                    <a:lnTo>
                      <a:pt x="41115" y="16698"/>
                    </a:lnTo>
                    <a:lnTo>
                      <a:pt x="41178" y="16698"/>
                    </a:lnTo>
                    <a:lnTo>
                      <a:pt x="41199" y="16656"/>
                    </a:lnTo>
                    <a:lnTo>
                      <a:pt x="41199" y="16509"/>
                    </a:lnTo>
                    <a:lnTo>
                      <a:pt x="41136" y="16446"/>
                    </a:lnTo>
                    <a:lnTo>
                      <a:pt x="41031" y="16363"/>
                    </a:lnTo>
                    <a:lnTo>
                      <a:pt x="41010" y="16300"/>
                    </a:lnTo>
                    <a:lnTo>
                      <a:pt x="41031" y="16300"/>
                    </a:lnTo>
                    <a:lnTo>
                      <a:pt x="41094" y="16363"/>
                    </a:lnTo>
                    <a:lnTo>
                      <a:pt x="41199" y="16446"/>
                    </a:lnTo>
                    <a:lnTo>
                      <a:pt x="41220" y="16509"/>
                    </a:lnTo>
                    <a:lnTo>
                      <a:pt x="41387" y="16509"/>
                    </a:lnTo>
                    <a:lnTo>
                      <a:pt x="41408" y="16446"/>
                    </a:lnTo>
                    <a:lnTo>
                      <a:pt x="41387" y="16384"/>
                    </a:lnTo>
                    <a:lnTo>
                      <a:pt x="41324" y="16363"/>
                    </a:lnTo>
                    <a:lnTo>
                      <a:pt x="41282" y="16300"/>
                    </a:lnTo>
                    <a:lnTo>
                      <a:pt x="41178" y="16300"/>
                    </a:lnTo>
                    <a:lnTo>
                      <a:pt x="41115" y="16258"/>
                    </a:lnTo>
                    <a:lnTo>
                      <a:pt x="41136" y="16153"/>
                    </a:lnTo>
                    <a:lnTo>
                      <a:pt x="41178" y="16195"/>
                    </a:lnTo>
                    <a:lnTo>
                      <a:pt x="41241" y="16258"/>
                    </a:lnTo>
                    <a:lnTo>
                      <a:pt x="41324" y="16258"/>
                    </a:lnTo>
                    <a:lnTo>
                      <a:pt x="41345" y="16195"/>
                    </a:lnTo>
                    <a:lnTo>
                      <a:pt x="41324" y="16133"/>
                    </a:lnTo>
                    <a:lnTo>
                      <a:pt x="41282" y="16091"/>
                    </a:lnTo>
                    <a:lnTo>
                      <a:pt x="41282" y="16049"/>
                    </a:lnTo>
                    <a:lnTo>
                      <a:pt x="41324" y="16028"/>
                    </a:lnTo>
                    <a:lnTo>
                      <a:pt x="41345" y="16049"/>
                    </a:lnTo>
                    <a:lnTo>
                      <a:pt x="41429" y="16091"/>
                    </a:lnTo>
                    <a:lnTo>
                      <a:pt x="41429" y="16153"/>
                    </a:lnTo>
                    <a:lnTo>
                      <a:pt x="41408" y="16237"/>
                    </a:lnTo>
                    <a:lnTo>
                      <a:pt x="41513" y="16258"/>
                    </a:lnTo>
                    <a:lnTo>
                      <a:pt x="41617" y="16279"/>
                    </a:lnTo>
                    <a:lnTo>
                      <a:pt x="41701" y="16258"/>
                    </a:lnTo>
                    <a:lnTo>
                      <a:pt x="41764" y="16258"/>
                    </a:lnTo>
                    <a:lnTo>
                      <a:pt x="41826" y="16174"/>
                    </a:lnTo>
                    <a:lnTo>
                      <a:pt x="41826" y="16133"/>
                    </a:lnTo>
                    <a:lnTo>
                      <a:pt x="41638" y="16133"/>
                    </a:lnTo>
                    <a:lnTo>
                      <a:pt x="41617" y="16091"/>
                    </a:lnTo>
                    <a:lnTo>
                      <a:pt x="41659" y="16049"/>
                    </a:lnTo>
                    <a:lnTo>
                      <a:pt x="41743" y="16070"/>
                    </a:lnTo>
                    <a:lnTo>
                      <a:pt x="41805" y="16049"/>
                    </a:lnTo>
                    <a:lnTo>
                      <a:pt x="41764" y="15986"/>
                    </a:lnTo>
                    <a:lnTo>
                      <a:pt x="41722" y="15965"/>
                    </a:lnTo>
                    <a:lnTo>
                      <a:pt x="41743" y="15944"/>
                    </a:lnTo>
                    <a:lnTo>
                      <a:pt x="41722" y="15881"/>
                    </a:lnTo>
                    <a:lnTo>
                      <a:pt x="41659" y="15861"/>
                    </a:lnTo>
                    <a:lnTo>
                      <a:pt x="41596" y="15881"/>
                    </a:lnTo>
                    <a:lnTo>
                      <a:pt x="41638" y="15819"/>
                    </a:lnTo>
                    <a:lnTo>
                      <a:pt x="41701" y="15756"/>
                    </a:lnTo>
                    <a:lnTo>
                      <a:pt x="41722" y="15777"/>
                    </a:lnTo>
                    <a:lnTo>
                      <a:pt x="41764" y="15819"/>
                    </a:lnTo>
                    <a:lnTo>
                      <a:pt x="41826" y="15881"/>
                    </a:lnTo>
                    <a:lnTo>
                      <a:pt x="41826" y="15965"/>
                    </a:lnTo>
                    <a:lnTo>
                      <a:pt x="41952" y="15965"/>
                    </a:lnTo>
                    <a:lnTo>
                      <a:pt x="42015" y="15944"/>
                    </a:lnTo>
                    <a:lnTo>
                      <a:pt x="42036" y="15923"/>
                    </a:lnTo>
                    <a:lnTo>
                      <a:pt x="42015" y="15840"/>
                    </a:lnTo>
                    <a:lnTo>
                      <a:pt x="41931" y="15777"/>
                    </a:lnTo>
                    <a:lnTo>
                      <a:pt x="41931" y="15714"/>
                    </a:lnTo>
                    <a:lnTo>
                      <a:pt x="41910" y="15651"/>
                    </a:lnTo>
                    <a:lnTo>
                      <a:pt x="41805" y="15651"/>
                    </a:lnTo>
                    <a:lnTo>
                      <a:pt x="41847" y="15547"/>
                    </a:lnTo>
                    <a:lnTo>
                      <a:pt x="41805" y="15463"/>
                    </a:lnTo>
                    <a:lnTo>
                      <a:pt x="41701" y="15463"/>
                    </a:lnTo>
                    <a:lnTo>
                      <a:pt x="41743" y="15400"/>
                    </a:lnTo>
                    <a:lnTo>
                      <a:pt x="41722" y="15358"/>
                    </a:lnTo>
                    <a:lnTo>
                      <a:pt x="41596" y="15442"/>
                    </a:lnTo>
                    <a:lnTo>
                      <a:pt x="41533" y="15526"/>
                    </a:lnTo>
                    <a:lnTo>
                      <a:pt x="41554" y="15651"/>
                    </a:lnTo>
                    <a:lnTo>
                      <a:pt x="41533" y="15651"/>
                    </a:lnTo>
                    <a:lnTo>
                      <a:pt x="41492" y="15609"/>
                    </a:lnTo>
                    <a:lnTo>
                      <a:pt x="41492" y="15442"/>
                    </a:lnTo>
                    <a:lnTo>
                      <a:pt x="41450" y="15421"/>
                    </a:lnTo>
                    <a:lnTo>
                      <a:pt x="41408" y="15442"/>
                    </a:lnTo>
                    <a:lnTo>
                      <a:pt x="41408" y="15526"/>
                    </a:lnTo>
                    <a:lnTo>
                      <a:pt x="41324" y="15651"/>
                    </a:lnTo>
                    <a:lnTo>
                      <a:pt x="41282" y="15714"/>
                    </a:lnTo>
                    <a:lnTo>
                      <a:pt x="41282" y="15714"/>
                    </a:lnTo>
                    <a:lnTo>
                      <a:pt x="41303" y="15630"/>
                    </a:lnTo>
                    <a:lnTo>
                      <a:pt x="41303" y="15505"/>
                    </a:lnTo>
                    <a:lnTo>
                      <a:pt x="41387" y="15358"/>
                    </a:lnTo>
                    <a:lnTo>
                      <a:pt x="41387" y="15296"/>
                    </a:lnTo>
                    <a:lnTo>
                      <a:pt x="41282" y="15317"/>
                    </a:lnTo>
                    <a:lnTo>
                      <a:pt x="41178" y="15442"/>
                    </a:lnTo>
                    <a:lnTo>
                      <a:pt x="41178" y="15505"/>
                    </a:lnTo>
                    <a:lnTo>
                      <a:pt x="41094" y="15568"/>
                    </a:lnTo>
                    <a:lnTo>
                      <a:pt x="41010" y="15568"/>
                    </a:lnTo>
                    <a:lnTo>
                      <a:pt x="41010" y="15505"/>
                    </a:lnTo>
                    <a:lnTo>
                      <a:pt x="41073" y="15400"/>
                    </a:lnTo>
                    <a:lnTo>
                      <a:pt x="41199" y="15337"/>
                    </a:lnTo>
                    <a:lnTo>
                      <a:pt x="41241" y="15233"/>
                    </a:lnTo>
                    <a:lnTo>
                      <a:pt x="41303" y="15149"/>
                    </a:lnTo>
                    <a:lnTo>
                      <a:pt x="41345" y="15149"/>
                    </a:lnTo>
                    <a:lnTo>
                      <a:pt x="41429" y="15086"/>
                    </a:lnTo>
                    <a:lnTo>
                      <a:pt x="41450" y="15024"/>
                    </a:lnTo>
                    <a:lnTo>
                      <a:pt x="41387" y="15003"/>
                    </a:lnTo>
                    <a:lnTo>
                      <a:pt x="41282" y="15086"/>
                    </a:lnTo>
                    <a:lnTo>
                      <a:pt x="41199" y="15149"/>
                    </a:lnTo>
                    <a:lnTo>
                      <a:pt x="41115" y="15191"/>
                    </a:lnTo>
                    <a:lnTo>
                      <a:pt x="41010" y="15296"/>
                    </a:lnTo>
                    <a:lnTo>
                      <a:pt x="41073" y="15191"/>
                    </a:lnTo>
                    <a:lnTo>
                      <a:pt x="41136" y="15086"/>
                    </a:lnTo>
                    <a:lnTo>
                      <a:pt x="41115" y="15086"/>
                    </a:lnTo>
                    <a:lnTo>
                      <a:pt x="41010" y="15107"/>
                    </a:lnTo>
                    <a:lnTo>
                      <a:pt x="40969" y="15149"/>
                    </a:lnTo>
                    <a:lnTo>
                      <a:pt x="40801" y="15128"/>
                    </a:lnTo>
                    <a:lnTo>
                      <a:pt x="40696" y="15128"/>
                    </a:lnTo>
                    <a:lnTo>
                      <a:pt x="40655" y="15086"/>
                    </a:lnTo>
                    <a:lnTo>
                      <a:pt x="40759" y="15086"/>
                    </a:lnTo>
                    <a:lnTo>
                      <a:pt x="40969" y="15024"/>
                    </a:lnTo>
                    <a:lnTo>
                      <a:pt x="40864" y="14982"/>
                    </a:lnTo>
                    <a:lnTo>
                      <a:pt x="40780" y="14919"/>
                    </a:lnTo>
                    <a:lnTo>
                      <a:pt x="40864" y="14919"/>
                    </a:lnTo>
                    <a:lnTo>
                      <a:pt x="40927" y="14898"/>
                    </a:lnTo>
                    <a:lnTo>
                      <a:pt x="40885" y="14793"/>
                    </a:lnTo>
                    <a:lnTo>
                      <a:pt x="40801" y="14773"/>
                    </a:lnTo>
                    <a:lnTo>
                      <a:pt x="40801" y="14731"/>
                    </a:lnTo>
                    <a:lnTo>
                      <a:pt x="40885" y="14689"/>
                    </a:lnTo>
                    <a:lnTo>
                      <a:pt x="40885" y="14605"/>
                    </a:lnTo>
                    <a:lnTo>
                      <a:pt x="40864" y="14480"/>
                    </a:lnTo>
                    <a:lnTo>
                      <a:pt x="40822" y="14417"/>
                    </a:lnTo>
                    <a:lnTo>
                      <a:pt x="40696" y="14480"/>
                    </a:lnTo>
                    <a:lnTo>
                      <a:pt x="40655" y="14521"/>
                    </a:lnTo>
                    <a:lnTo>
                      <a:pt x="40592" y="14501"/>
                    </a:lnTo>
                    <a:lnTo>
                      <a:pt x="40571" y="14521"/>
                    </a:lnTo>
                    <a:lnTo>
                      <a:pt x="40550" y="14501"/>
                    </a:lnTo>
                    <a:lnTo>
                      <a:pt x="40592" y="14417"/>
                    </a:lnTo>
                    <a:lnTo>
                      <a:pt x="40613" y="14312"/>
                    </a:lnTo>
                    <a:lnTo>
                      <a:pt x="40759" y="14291"/>
                    </a:lnTo>
                    <a:lnTo>
                      <a:pt x="40801" y="14249"/>
                    </a:lnTo>
                    <a:lnTo>
                      <a:pt x="40801" y="14103"/>
                    </a:lnTo>
                    <a:lnTo>
                      <a:pt x="40780" y="14061"/>
                    </a:lnTo>
                    <a:lnTo>
                      <a:pt x="40696" y="14145"/>
                    </a:lnTo>
                    <a:lnTo>
                      <a:pt x="40571" y="14249"/>
                    </a:lnTo>
                    <a:lnTo>
                      <a:pt x="40508" y="14312"/>
                    </a:lnTo>
                    <a:lnTo>
                      <a:pt x="40445" y="14375"/>
                    </a:lnTo>
                    <a:lnTo>
                      <a:pt x="40445" y="14480"/>
                    </a:lnTo>
                    <a:lnTo>
                      <a:pt x="40445" y="14563"/>
                    </a:lnTo>
                    <a:lnTo>
                      <a:pt x="40278" y="14291"/>
                    </a:lnTo>
                    <a:lnTo>
                      <a:pt x="40278" y="14187"/>
                    </a:lnTo>
                    <a:lnTo>
                      <a:pt x="40278" y="14082"/>
                    </a:lnTo>
                    <a:lnTo>
                      <a:pt x="40341" y="13998"/>
                    </a:lnTo>
                    <a:lnTo>
                      <a:pt x="40424" y="13873"/>
                    </a:lnTo>
                    <a:lnTo>
                      <a:pt x="40466" y="13789"/>
                    </a:lnTo>
                    <a:lnTo>
                      <a:pt x="40424" y="13768"/>
                    </a:lnTo>
                    <a:lnTo>
                      <a:pt x="40362" y="13831"/>
                    </a:lnTo>
                    <a:lnTo>
                      <a:pt x="40299" y="13894"/>
                    </a:lnTo>
                    <a:lnTo>
                      <a:pt x="40299" y="13936"/>
                    </a:lnTo>
                    <a:lnTo>
                      <a:pt x="40194" y="13977"/>
                    </a:lnTo>
                    <a:lnTo>
                      <a:pt x="40152" y="14061"/>
                    </a:lnTo>
                    <a:lnTo>
                      <a:pt x="40152" y="14103"/>
                    </a:lnTo>
                    <a:lnTo>
                      <a:pt x="40069" y="14249"/>
                    </a:lnTo>
                    <a:lnTo>
                      <a:pt x="40027" y="14270"/>
                    </a:lnTo>
                    <a:lnTo>
                      <a:pt x="40027" y="14187"/>
                    </a:lnTo>
                    <a:lnTo>
                      <a:pt x="40069" y="14082"/>
                    </a:lnTo>
                    <a:lnTo>
                      <a:pt x="40173" y="13894"/>
                    </a:lnTo>
                    <a:lnTo>
                      <a:pt x="40215" y="13852"/>
                    </a:lnTo>
                    <a:lnTo>
                      <a:pt x="40194" y="13768"/>
                    </a:lnTo>
                    <a:lnTo>
                      <a:pt x="40111" y="13768"/>
                    </a:lnTo>
                    <a:lnTo>
                      <a:pt x="40048" y="13852"/>
                    </a:lnTo>
                    <a:lnTo>
                      <a:pt x="40048" y="13936"/>
                    </a:lnTo>
                    <a:lnTo>
                      <a:pt x="40006" y="13957"/>
                    </a:lnTo>
                    <a:lnTo>
                      <a:pt x="40006" y="13873"/>
                    </a:lnTo>
                    <a:lnTo>
                      <a:pt x="40069" y="13747"/>
                    </a:lnTo>
                    <a:lnTo>
                      <a:pt x="40090" y="13685"/>
                    </a:lnTo>
                    <a:lnTo>
                      <a:pt x="40048" y="13622"/>
                    </a:lnTo>
                    <a:lnTo>
                      <a:pt x="39943" y="13580"/>
                    </a:lnTo>
                    <a:lnTo>
                      <a:pt x="39964" y="13559"/>
                    </a:lnTo>
                    <a:lnTo>
                      <a:pt x="39901" y="13517"/>
                    </a:lnTo>
                    <a:lnTo>
                      <a:pt x="39776" y="13517"/>
                    </a:lnTo>
                    <a:lnTo>
                      <a:pt x="39692" y="13538"/>
                    </a:lnTo>
                    <a:lnTo>
                      <a:pt x="39734" y="13454"/>
                    </a:lnTo>
                    <a:lnTo>
                      <a:pt x="39818" y="13433"/>
                    </a:lnTo>
                    <a:lnTo>
                      <a:pt x="39713" y="13413"/>
                    </a:lnTo>
                    <a:lnTo>
                      <a:pt x="39567" y="13413"/>
                    </a:lnTo>
                    <a:lnTo>
                      <a:pt x="39504" y="13517"/>
                    </a:lnTo>
                    <a:lnTo>
                      <a:pt x="39504" y="13433"/>
                    </a:lnTo>
                    <a:lnTo>
                      <a:pt x="39671" y="13350"/>
                    </a:lnTo>
                    <a:lnTo>
                      <a:pt x="39818" y="13329"/>
                    </a:lnTo>
                    <a:lnTo>
                      <a:pt x="39860" y="13371"/>
                    </a:lnTo>
                    <a:lnTo>
                      <a:pt x="39964" y="13392"/>
                    </a:lnTo>
                    <a:lnTo>
                      <a:pt x="39985" y="13350"/>
                    </a:lnTo>
                    <a:lnTo>
                      <a:pt x="40027" y="13266"/>
                    </a:lnTo>
                    <a:lnTo>
                      <a:pt x="39943" y="13266"/>
                    </a:lnTo>
                    <a:lnTo>
                      <a:pt x="39839" y="13245"/>
                    </a:lnTo>
                    <a:lnTo>
                      <a:pt x="39734" y="13182"/>
                    </a:lnTo>
                    <a:lnTo>
                      <a:pt x="39650" y="13182"/>
                    </a:lnTo>
                    <a:lnTo>
                      <a:pt x="39650" y="13287"/>
                    </a:lnTo>
                    <a:lnTo>
                      <a:pt x="39608" y="13287"/>
                    </a:lnTo>
                    <a:lnTo>
                      <a:pt x="39608" y="13245"/>
                    </a:lnTo>
                    <a:lnTo>
                      <a:pt x="39629" y="13182"/>
                    </a:lnTo>
                    <a:lnTo>
                      <a:pt x="39629" y="13140"/>
                    </a:lnTo>
                    <a:lnTo>
                      <a:pt x="39525" y="13140"/>
                    </a:lnTo>
                    <a:lnTo>
                      <a:pt x="39525" y="13182"/>
                    </a:lnTo>
                    <a:lnTo>
                      <a:pt x="39462" y="13224"/>
                    </a:lnTo>
                    <a:lnTo>
                      <a:pt x="39441" y="13161"/>
                    </a:lnTo>
                    <a:lnTo>
                      <a:pt x="39441" y="13078"/>
                    </a:lnTo>
                    <a:lnTo>
                      <a:pt x="39399" y="13057"/>
                    </a:lnTo>
                    <a:lnTo>
                      <a:pt x="39357" y="13078"/>
                    </a:lnTo>
                    <a:lnTo>
                      <a:pt x="39316" y="13036"/>
                    </a:lnTo>
                    <a:lnTo>
                      <a:pt x="39232" y="12994"/>
                    </a:lnTo>
                    <a:lnTo>
                      <a:pt x="39148" y="12994"/>
                    </a:lnTo>
                    <a:lnTo>
                      <a:pt x="39232" y="12910"/>
                    </a:lnTo>
                    <a:lnTo>
                      <a:pt x="39295" y="12868"/>
                    </a:lnTo>
                    <a:lnTo>
                      <a:pt x="39441" y="12973"/>
                    </a:lnTo>
                    <a:lnTo>
                      <a:pt x="39504" y="12973"/>
                    </a:lnTo>
                    <a:lnTo>
                      <a:pt x="39462" y="12931"/>
                    </a:lnTo>
                    <a:lnTo>
                      <a:pt x="39169" y="12764"/>
                    </a:lnTo>
                    <a:lnTo>
                      <a:pt x="39044" y="12743"/>
                    </a:lnTo>
                    <a:lnTo>
                      <a:pt x="39023" y="12722"/>
                    </a:lnTo>
                    <a:lnTo>
                      <a:pt x="39106" y="12722"/>
                    </a:lnTo>
                    <a:lnTo>
                      <a:pt x="39316" y="12806"/>
                    </a:lnTo>
                    <a:lnTo>
                      <a:pt x="39441" y="12806"/>
                    </a:lnTo>
                    <a:lnTo>
                      <a:pt x="39650" y="12848"/>
                    </a:lnTo>
                    <a:lnTo>
                      <a:pt x="39692" y="12848"/>
                    </a:lnTo>
                    <a:lnTo>
                      <a:pt x="39671" y="12806"/>
                    </a:lnTo>
                    <a:lnTo>
                      <a:pt x="39671" y="12722"/>
                    </a:lnTo>
                    <a:lnTo>
                      <a:pt x="39629" y="12659"/>
                    </a:lnTo>
                    <a:lnTo>
                      <a:pt x="39546" y="12638"/>
                    </a:lnTo>
                    <a:lnTo>
                      <a:pt x="39462" y="12596"/>
                    </a:lnTo>
                    <a:lnTo>
                      <a:pt x="39483" y="12555"/>
                    </a:lnTo>
                    <a:lnTo>
                      <a:pt x="39546" y="12555"/>
                    </a:lnTo>
                    <a:lnTo>
                      <a:pt x="39567" y="12617"/>
                    </a:lnTo>
                    <a:lnTo>
                      <a:pt x="39629" y="12638"/>
                    </a:lnTo>
                    <a:lnTo>
                      <a:pt x="39671" y="12617"/>
                    </a:lnTo>
                    <a:lnTo>
                      <a:pt x="39776" y="12617"/>
                    </a:lnTo>
                    <a:lnTo>
                      <a:pt x="39797" y="12596"/>
                    </a:lnTo>
                    <a:lnTo>
                      <a:pt x="39797" y="12534"/>
                    </a:lnTo>
                    <a:lnTo>
                      <a:pt x="39734" y="12513"/>
                    </a:lnTo>
                    <a:lnTo>
                      <a:pt x="39734" y="12450"/>
                    </a:lnTo>
                    <a:lnTo>
                      <a:pt x="39671" y="12387"/>
                    </a:lnTo>
                    <a:lnTo>
                      <a:pt x="39588" y="12408"/>
                    </a:lnTo>
                    <a:lnTo>
                      <a:pt x="39525" y="12450"/>
                    </a:lnTo>
                    <a:lnTo>
                      <a:pt x="39378" y="12450"/>
                    </a:lnTo>
                    <a:lnTo>
                      <a:pt x="39357" y="12513"/>
                    </a:lnTo>
                    <a:lnTo>
                      <a:pt x="39316" y="12513"/>
                    </a:lnTo>
                    <a:lnTo>
                      <a:pt x="39274" y="12429"/>
                    </a:lnTo>
                    <a:lnTo>
                      <a:pt x="39378" y="12387"/>
                    </a:lnTo>
                    <a:lnTo>
                      <a:pt x="39525" y="12387"/>
                    </a:lnTo>
                    <a:lnTo>
                      <a:pt x="39567" y="12345"/>
                    </a:lnTo>
                    <a:lnTo>
                      <a:pt x="39692" y="12345"/>
                    </a:lnTo>
                    <a:lnTo>
                      <a:pt x="39734" y="12304"/>
                    </a:lnTo>
                    <a:lnTo>
                      <a:pt x="39650" y="12283"/>
                    </a:lnTo>
                    <a:lnTo>
                      <a:pt x="39546" y="12241"/>
                    </a:lnTo>
                    <a:lnTo>
                      <a:pt x="39525" y="12199"/>
                    </a:lnTo>
                    <a:lnTo>
                      <a:pt x="39588" y="12241"/>
                    </a:lnTo>
                    <a:lnTo>
                      <a:pt x="39776" y="12241"/>
                    </a:lnTo>
                    <a:lnTo>
                      <a:pt x="39839" y="12283"/>
                    </a:lnTo>
                    <a:lnTo>
                      <a:pt x="39964" y="12429"/>
                    </a:lnTo>
                    <a:lnTo>
                      <a:pt x="40048" y="12450"/>
                    </a:lnTo>
                    <a:lnTo>
                      <a:pt x="40090" y="12429"/>
                    </a:lnTo>
                    <a:lnTo>
                      <a:pt x="40111" y="12492"/>
                    </a:lnTo>
                    <a:lnTo>
                      <a:pt x="40173" y="12513"/>
                    </a:lnTo>
                    <a:lnTo>
                      <a:pt x="40215" y="12450"/>
                    </a:lnTo>
                    <a:lnTo>
                      <a:pt x="40278" y="12450"/>
                    </a:lnTo>
                    <a:lnTo>
                      <a:pt x="40320" y="12555"/>
                    </a:lnTo>
                    <a:lnTo>
                      <a:pt x="40404" y="12555"/>
                    </a:lnTo>
                    <a:lnTo>
                      <a:pt x="40466" y="12534"/>
                    </a:lnTo>
                    <a:lnTo>
                      <a:pt x="40466" y="12408"/>
                    </a:lnTo>
                    <a:lnTo>
                      <a:pt x="40404" y="12324"/>
                    </a:lnTo>
                    <a:lnTo>
                      <a:pt x="40383" y="12241"/>
                    </a:lnTo>
                    <a:lnTo>
                      <a:pt x="40278" y="12199"/>
                    </a:lnTo>
                    <a:lnTo>
                      <a:pt x="40194" y="12136"/>
                    </a:lnTo>
                    <a:lnTo>
                      <a:pt x="40152" y="12115"/>
                    </a:lnTo>
                    <a:lnTo>
                      <a:pt x="40090" y="12136"/>
                    </a:lnTo>
                    <a:lnTo>
                      <a:pt x="40048" y="12178"/>
                    </a:lnTo>
                    <a:lnTo>
                      <a:pt x="39964" y="12115"/>
                    </a:lnTo>
                    <a:lnTo>
                      <a:pt x="39797" y="11990"/>
                    </a:lnTo>
                    <a:lnTo>
                      <a:pt x="39692" y="11969"/>
                    </a:lnTo>
                    <a:lnTo>
                      <a:pt x="39483" y="11990"/>
                    </a:lnTo>
                    <a:lnTo>
                      <a:pt x="39420" y="11969"/>
                    </a:lnTo>
                    <a:lnTo>
                      <a:pt x="39588" y="11927"/>
                    </a:lnTo>
                    <a:lnTo>
                      <a:pt x="39671" y="11864"/>
                    </a:lnTo>
                    <a:lnTo>
                      <a:pt x="39755" y="11864"/>
                    </a:lnTo>
                    <a:lnTo>
                      <a:pt x="39776" y="11885"/>
                    </a:lnTo>
                    <a:lnTo>
                      <a:pt x="39860" y="11885"/>
                    </a:lnTo>
                    <a:lnTo>
                      <a:pt x="39943" y="11822"/>
                    </a:lnTo>
                    <a:lnTo>
                      <a:pt x="40006" y="11780"/>
                    </a:lnTo>
                    <a:lnTo>
                      <a:pt x="40173" y="11780"/>
                    </a:lnTo>
                    <a:lnTo>
                      <a:pt x="40257" y="11822"/>
                    </a:lnTo>
                    <a:lnTo>
                      <a:pt x="40383" y="11822"/>
                    </a:lnTo>
                    <a:lnTo>
                      <a:pt x="40424" y="11760"/>
                    </a:lnTo>
                    <a:lnTo>
                      <a:pt x="40466" y="11676"/>
                    </a:lnTo>
                    <a:lnTo>
                      <a:pt x="40404" y="11592"/>
                    </a:lnTo>
                    <a:lnTo>
                      <a:pt x="40383" y="11467"/>
                    </a:lnTo>
                    <a:lnTo>
                      <a:pt x="40278" y="11236"/>
                    </a:lnTo>
                    <a:lnTo>
                      <a:pt x="40257" y="11090"/>
                    </a:lnTo>
                    <a:lnTo>
                      <a:pt x="40194" y="11132"/>
                    </a:lnTo>
                    <a:lnTo>
                      <a:pt x="40173" y="11090"/>
                    </a:lnTo>
                    <a:lnTo>
                      <a:pt x="40090" y="11132"/>
                    </a:lnTo>
                    <a:lnTo>
                      <a:pt x="40090" y="11174"/>
                    </a:lnTo>
                    <a:lnTo>
                      <a:pt x="40048" y="11278"/>
                    </a:lnTo>
                    <a:lnTo>
                      <a:pt x="40069" y="11299"/>
                    </a:lnTo>
                    <a:lnTo>
                      <a:pt x="40069" y="11383"/>
                    </a:lnTo>
                    <a:lnTo>
                      <a:pt x="40006" y="11404"/>
                    </a:lnTo>
                    <a:lnTo>
                      <a:pt x="39901" y="11467"/>
                    </a:lnTo>
                    <a:lnTo>
                      <a:pt x="39839" y="11550"/>
                    </a:lnTo>
                    <a:lnTo>
                      <a:pt x="39734" y="11508"/>
                    </a:lnTo>
                    <a:lnTo>
                      <a:pt x="39650" y="11488"/>
                    </a:lnTo>
                    <a:lnTo>
                      <a:pt x="39546" y="11508"/>
                    </a:lnTo>
                    <a:lnTo>
                      <a:pt x="39462" y="11613"/>
                    </a:lnTo>
                    <a:lnTo>
                      <a:pt x="39357" y="11718"/>
                    </a:lnTo>
                    <a:lnTo>
                      <a:pt x="39316" y="11697"/>
                    </a:lnTo>
                    <a:lnTo>
                      <a:pt x="39232" y="11676"/>
                    </a:lnTo>
                    <a:lnTo>
                      <a:pt x="39127" y="11697"/>
                    </a:lnTo>
                    <a:lnTo>
                      <a:pt x="39085" y="11697"/>
                    </a:lnTo>
                    <a:lnTo>
                      <a:pt x="39190" y="11592"/>
                    </a:lnTo>
                    <a:lnTo>
                      <a:pt x="39232" y="11571"/>
                    </a:lnTo>
                    <a:lnTo>
                      <a:pt x="39316" y="11613"/>
                    </a:lnTo>
                    <a:lnTo>
                      <a:pt x="39420" y="11571"/>
                    </a:lnTo>
                    <a:lnTo>
                      <a:pt x="39462" y="11467"/>
                    </a:lnTo>
                    <a:lnTo>
                      <a:pt x="39546" y="11404"/>
                    </a:lnTo>
                    <a:lnTo>
                      <a:pt x="39588" y="11404"/>
                    </a:lnTo>
                    <a:lnTo>
                      <a:pt x="39692" y="11362"/>
                    </a:lnTo>
                    <a:lnTo>
                      <a:pt x="39776" y="11299"/>
                    </a:lnTo>
                    <a:lnTo>
                      <a:pt x="39776" y="11174"/>
                    </a:lnTo>
                    <a:lnTo>
                      <a:pt x="39776" y="11132"/>
                    </a:lnTo>
                    <a:lnTo>
                      <a:pt x="39692" y="11132"/>
                    </a:lnTo>
                    <a:lnTo>
                      <a:pt x="39629" y="11153"/>
                    </a:lnTo>
                    <a:lnTo>
                      <a:pt x="39546" y="11132"/>
                    </a:lnTo>
                    <a:lnTo>
                      <a:pt x="39420" y="11132"/>
                    </a:lnTo>
                    <a:lnTo>
                      <a:pt x="39253" y="11278"/>
                    </a:lnTo>
                    <a:lnTo>
                      <a:pt x="39148" y="11383"/>
                    </a:lnTo>
                    <a:lnTo>
                      <a:pt x="38960" y="11404"/>
                    </a:lnTo>
                    <a:lnTo>
                      <a:pt x="39023" y="11362"/>
                    </a:lnTo>
                    <a:lnTo>
                      <a:pt x="39148" y="11341"/>
                    </a:lnTo>
                    <a:lnTo>
                      <a:pt x="39169" y="11257"/>
                    </a:lnTo>
                    <a:lnTo>
                      <a:pt x="39127" y="11236"/>
                    </a:lnTo>
                    <a:lnTo>
                      <a:pt x="39023" y="11236"/>
                    </a:lnTo>
                    <a:lnTo>
                      <a:pt x="39190" y="11153"/>
                    </a:lnTo>
                    <a:lnTo>
                      <a:pt x="39295" y="11153"/>
                    </a:lnTo>
                    <a:lnTo>
                      <a:pt x="39441" y="11048"/>
                    </a:lnTo>
                    <a:lnTo>
                      <a:pt x="39567" y="11048"/>
                    </a:lnTo>
                    <a:lnTo>
                      <a:pt x="39650" y="11027"/>
                    </a:lnTo>
                    <a:lnTo>
                      <a:pt x="39839" y="11027"/>
                    </a:lnTo>
                    <a:lnTo>
                      <a:pt x="39922" y="10944"/>
                    </a:lnTo>
                    <a:lnTo>
                      <a:pt x="39964" y="10881"/>
                    </a:lnTo>
                    <a:lnTo>
                      <a:pt x="39985" y="10839"/>
                    </a:lnTo>
                    <a:lnTo>
                      <a:pt x="40069" y="10818"/>
                    </a:lnTo>
                    <a:lnTo>
                      <a:pt x="40069" y="10923"/>
                    </a:lnTo>
                    <a:lnTo>
                      <a:pt x="40132" y="10944"/>
                    </a:lnTo>
                    <a:lnTo>
                      <a:pt x="40236" y="10839"/>
                    </a:lnTo>
                    <a:lnTo>
                      <a:pt x="40257" y="10734"/>
                    </a:lnTo>
                    <a:lnTo>
                      <a:pt x="40236" y="10672"/>
                    </a:lnTo>
                    <a:lnTo>
                      <a:pt x="40152" y="10630"/>
                    </a:lnTo>
                    <a:lnTo>
                      <a:pt x="40090" y="10525"/>
                    </a:lnTo>
                    <a:lnTo>
                      <a:pt x="39964" y="10400"/>
                    </a:lnTo>
                    <a:lnTo>
                      <a:pt x="39922" y="10295"/>
                    </a:lnTo>
                    <a:lnTo>
                      <a:pt x="39839" y="10295"/>
                    </a:lnTo>
                    <a:lnTo>
                      <a:pt x="39755" y="10337"/>
                    </a:lnTo>
                    <a:lnTo>
                      <a:pt x="39713" y="10400"/>
                    </a:lnTo>
                    <a:lnTo>
                      <a:pt x="39629" y="10420"/>
                    </a:lnTo>
                    <a:lnTo>
                      <a:pt x="39525" y="10504"/>
                    </a:lnTo>
                    <a:lnTo>
                      <a:pt x="39420" y="10504"/>
                    </a:lnTo>
                    <a:lnTo>
                      <a:pt x="39336" y="10567"/>
                    </a:lnTo>
                    <a:lnTo>
                      <a:pt x="39316" y="10546"/>
                    </a:lnTo>
                    <a:lnTo>
                      <a:pt x="39336" y="10441"/>
                    </a:lnTo>
                    <a:lnTo>
                      <a:pt x="39420" y="10400"/>
                    </a:lnTo>
                    <a:lnTo>
                      <a:pt x="39525" y="10400"/>
                    </a:lnTo>
                    <a:lnTo>
                      <a:pt x="39650" y="10253"/>
                    </a:lnTo>
                    <a:lnTo>
                      <a:pt x="39713" y="10190"/>
                    </a:lnTo>
                    <a:lnTo>
                      <a:pt x="39713" y="10127"/>
                    </a:lnTo>
                    <a:lnTo>
                      <a:pt x="39629" y="10148"/>
                    </a:lnTo>
                    <a:lnTo>
                      <a:pt x="39462" y="10211"/>
                    </a:lnTo>
                    <a:lnTo>
                      <a:pt x="39316" y="10316"/>
                    </a:lnTo>
                    <a:lnTo>
                      <a:pt x="39253" y="10316"/>
                    </a:lnTo>
                    <a:lnTo>
                      <a:pt x="39211" y="10358"/>
                    </a:lnTo>
                    <a:lnTo>
                      <a:pt x="39169" y="10441"/>
                    </a:lnTo>
                    <a:lnTo>
                      <a:pt x="39106" y="10630"/>
                    </a:lnTo>
                    <a:lnTo>
                      <a:pt x="38918" y="10839"/>
                    </a:lnTo>
                    <a:lnTo>
                      <a:pt x="38730" y="10944"/>
                    </a:lnTo>
                    <a:lnTo>
                      <a:pt x="38730" y="10923"/>
                    </a:lnTo>
                    <a:lnTo>
                      <a:pt x="38813" y="10839"/>
                    </a:lnTo>
                    <a:lnTo>
                      <a:pt x="38939" y="10713"/>
                    </a:lnTo>
                    <a:lnTo>
                      <a:pt x="39023" y="10567"/>
                    </a:lnTo>
                    <a:lnTo>
                      <a:pt x="39064" y="10525"/>
                    </a:lnTo>
                    <a:lnTo>
                      <a:pt x="39064" y="10462"/>
                    </a:lnTo>
                    <a:lnTo>
                      <a:pt x="39023" y="10462"/>
                    </a:lnTo>
                    <a:lnTo>
                      <a:pt x="39002" y="10441"/>
                    </a:lnTo>
                    <a:lnTo>
                      <a:pt x="38939" y="10462"/>
                    </a:lnTo>
                    <a:lnTo>
                      <a:pt x="38855" y="10609"/>
                    </a:lnTo>
                    <a:lnTo>
                      <a:pt x="38730" y="10734"/>
                    </a:lnTo>
                    <a:lnTo>
                      <a:pt x="38688" y="10734"/>
                    </a:lnTo>
                    <a:lnTo>
                      <a:pt x="38709" y="10651"/>
                    </a:lnTo>
                    <a:lnTo>
                      <a:pt x="38730" y="10567"/>
                    </a:lnTo>
                    <a:lnTo>
                      <a:pt x="38834" y="10462"/>
                    </a:lnTo>
                    <a:lnTo>
                      <a:pt x="38876" y="10400"/>
                    </a:lnTo>
                    <a:lnTo>
                      <a:pt x="38918" y="10316"/>
                    </a:lnTo>
                    <a:lnTo>
                      <a:pt x="39002" y="10316"/>
                    </a:lnTo>
                    <a:lnTo>
                      <a:pt x="39044" y="10337"/>
                    </a:lnTo>
                    <a:lnTo>
                      <a:pt x="39148" y="10337"/>
                    </a:lnTo>
                    <a:lnTo>
                      <a:pt x="39190" y="10295"/>
                    </a:lnTo>
                    <a:lnTo>
                      <a:pt x="39253" y="10211"/>
                    </a:lnTo>
                    <a:lnTo>
                      <a:pt x="39357" y="10148"/>
                    </a:lnTo>
                    <a:lnTo>
                      <a:pt x="39462" y="10023"/>
                    </a:lnTo>
                    <a:lnTo>
                      <a:pt x="39525" y="9918"/>
                    </a:lnTo>
                    <a:lnTo>
                      <a:pt x="39483" y="9814"/>
                    </a:lnTo>
                    <a:lnTo>
                      <a:pt x="39525" y="9730"/>
                    </a:lnTo>
                    <a:lnTo>
                      <a:pt x="39483" y="9709"/>
                    </a:lnTo>
                    <a:lnTo>
                      <a:pt x="39336" y="9793"/>
                    </a:lnTo>
                    <a:lnTo>
                      <a:pt x="39274" y="9876"/>
                    </a:lnTo>
                    <a:lnTo>
                      <a:pt x="39274" y="9981"/>
                    </a:lnTo>
                    <a:lnTo>
                      <a:pt x="39253" y="10107"/>
                    </a:lnTo>
                    <a:lnTo>
                      <a:pt x="39211" y="10127"/>
                    </a:lnTo>
                    <a:lnTo>
                      <a:pt x="39232" y="10086"/>
                    </a:lnTo>
                    <a:lnTo>
                      <a:pt x="39232" y="10023"/>
                    </a:lnTo>
                    <a:lnTo>
                      <a:pt x="39148" y="9981"/>
                    </a:lnTo>
                    <a:lnTo>
                      <a:pt x="39044" y="9981"/>
                    </a:lnTo>
                    <a:lnTo>
                      <a:pt x="38939" y="10044"/>
                    </a:lnTo>
                    <a:lnTo>
                      <a:pt x="38855" y="10023"/>
                    </a:lnTo>
                    <a:lnTo>
                      <a:pt x="38730" y="10044"/>
                    </a:lnTo>
                    <a:lnTo>
                      <a:pt x="38625" y="10107"/>
                    </a:lnTo>
                    <a:lnTo>
                      <a:pt x="38500" y="10107"/>
                    </a:lnTo>
                    <a:lnTo>
                      <a:pt x="38583" y="10044"/>
                    </a:lnTo>
                    <a:lnTo>
                      <a:pt x="38688" y="10002"/>
                    </a:lnTo>
                    <a:lnTo>
                      <a:pt x="38772" y="9897"/>
                    </a:lnTo>
                    <a:lnTo>
                      <a:pt x="38730" y="9814"/>
                    </a:lnTo>
                    <a:lnTo>
                      <a:pt x="38688" y="9814"/>
                    </a:lnTo>
                    <a:lnTo>
                      <a:pt x="38541" y="9835"/>
                    </a:lnTo>
                    <a:lnTo>
                      <a:pt x="38604" y="9772"/>
                    </a:lnTo>
                    <a:lnTo>
                      <a:pt x="38688" y="9772"/>
                    </a:lnTo>
                    <a:lnTo>
                      <a:pt x="38772" y="9709"/>
                    </a:lnTo>
                    <a:lnTo>
                      <a:pt x="38813" y="9604"/>
                    </a:lnTo>
                    <a:lnTo>
                      <a:pt x="38897" y="9583"/>
                    </a:lnTo>
                    <a:lnTo>
                      <a:pt x="38939" y="9521"/>
                    </a:lnTo>
                    <a:lnTo>
                      <a:pt x="39002" y="9521"/>
                    </a:lnTo>
                    <a:lnTo>
                      <a:pt x="39106" y="9604"/>
                    </a:lnTo>
                    <a:lnTo>
                      <a:pt x="39169" y="9667"/>
                    </a:lnTo>
                    <a:lnTo>
                      <a:pt x="39253" y="9667"/>
                    </a:lnTo>
                    <a:lnTo>
                      <a:pt x="39357" y="9521"/>
                    </a:lnTo>
                    <a:lnTo>
                      <a:pt x="39441" y="9458"/>
                    </a:lnTo>
                    <a:lnTo>
                      <a:pt x="39441" y="9395"/>
                    </a:lnTo>
                    <a:lnTo>
                      <a:pt x="39336" y="9270"/>
                    </a:lnTo>
                    <a:lnTo>
                      <a:pt x="39316" y="9165"/>
                    </a:lnTo>
                    <a:lnTo>
                      <a:pt x="39274" y="9060"/>
                    </a:lnTo>
                    <a:lnTo>
                      <a:pt x="39169" y="8956"/>
                    </a:lnTo>
                    <a:lnTo>
                      <a:pt x="39106" y="8893"/>
                    </a:lnTo>
                    <a:lnTo>
                      <a:pt x="39023" y="8726"/>
                    </a:lnTo>
                    <a:lnTo>
                      <a:pt x="38960" y="8747"/>
                    </a:lnTo>
                    <a:lnTo>
                      <a:pt x="38960" y="8830"/>
                    </a:lnTo>
                    <a:lnTo>
                      <a:pt x="38918" y="8893"/>
                    </a:lnTo>
                    <a:lnTo>
                      <a:pt x="38855" y="8935"/>
                    </a:lnTo>
                    <a:lnTo>
                      <a:pt x="38834" y="8977"/>
                    </a:lnTo>
                    <a:lnTo>
                      <a:pt x="38834" y="9060"/>
                    </a:lnTo>
                    <a:lnTo>
                      <a:pt x="38751" y="9102"/>
                    </a:lnTo>
                    <a:lnTo>
                      <a:pt x="38709" y="9186"/>
                    </a:lnTo>
                    <a:lnTo>
                      <a:pt x="38709" y="9291"/>
                    </a:lnTo>
                    <a:lnTo>
                      <a:pt x="38583" y="9353"/>
                    </a:lnTo>
                    <a:lnTo>
                      <a:pt x="38500" y="9458"/>
                    </a:lnTo>
                    <a:lnTo>
                      <a:pt x="38479" y="9542"/>
                    </a:lnTo>
                    <a:lnTo>
                      <a:pt x="38416" y="9604"/>
                    </a:lnTo>
                    <a:lnTo>
                      <a:pt x="38374" y="9583"/>
                    </a:lnTo>
                    <a:lnTo>
                      <a:pt x="38395" y="9458"/>
                    </a:lnTo>
                    <a:lnTo>
                      <a:pt x="38500" y="9291"/>
                    </a:lnTo>
                    <a:lnTo>
                      <a:pt x="38583" y="9270"/>
                    </a:lnTo>
                    <a:lnTo>
                      <a:pt x="38583" y="9228"/>
                    </a:lnTo>
                    <a:lnTo>
                      <a:pt x="38541" y="9186"/>
                    </a:lnTo>
                    <a:lnTo>
                      <a:pt x="38500" y="9123"/>
                    </a:lnTo>
                    <a:lnTo>
                      <a:pt x="38186" y="9332"/>
                    </a:lnTo>
                    <a:lnTo>
                      <a:pt x="38060" y="9500"/>
                    </a:lnTo>
                    <a:lnTo>
                      <a:pt x="37997" y="9583"/>
                    </a:lnTo>
                    <a:lnTo>
                      <a:pt x="37893" y="9604"/>
                    </a:lnTo>
                    <a:lnTo>
                      <a:pt x="37893" y="9583"/>
                    </a:lnTo>
                    <a:lnTo>
                      <a:pt x="37956" y="9542"/>
                    </a:lnTo>
                    <a:lnTo>
                      <a:pt x="38039" y="9374"/>
                    </a:lnTo>
                    <a:lnTo>
                      <a:pt x="38060" y="9291"/>
                    </a:lnTo>
                    <a:lnTo>
                      <a:pt x="38186" y="9165"/>
                    </a:lnTo>
                    <a:lnTo>
                      <a:pt x="38248" y="9081"/>
                    </a:lnTo>
                    <a:lnTo>
                      <a:pt x="38207" y="9019"/>
                    </a:lnTo>
                    <a:lnTo>
                      <a:pt x="38207" y="8935"/>
                    </a:lnTo>
                    <a:lnTo>
                      <a:pt x="38081" y="9019"/>
                    </a:lnTo>
                    <a:lnTo>
                      <a:pt x="37935" y="9144"/>
                    </a:lnTo>
                    <a:lnTo>
                      <a:pt x="37893" y="9249"/>
                    </a:lnTo>
                    <a:lnTo>
                      <a:pt x="37809" y="9353"/>
                    </a:lnTo>
                    <a:lnTo>
                      <a:pt x="37788" y="9332"/>
                    </a:lnTo>
                    <a:lnTo>
                      <a:pt x="37809" y="9228"/>
                    </a:lnTo>
                    <a:lnTo>
                      <a:pt x="37872" y="9123"/>
                    </a:lnTo>
                    <a:lnTo>
                      <a:pt x="37809" y="9081"/>
                    </a:lnTo>
                    <a:lnTo>
                      <a:pt x="37809" y="9039"/>
                    </a:lnTo>
                    <a:lnTo>
                      <a:pt x="37893" y="9019"/>
                    </a:lnTo>
                    <a:lnTo>
                      <a:pt x="38081" y="8872"/>
                    </a:lnTo>
                    <a:lnTo>
                      <a:pt x="38269" y="8726"/>
                    </a:lnTo>
                    <a:lnTo>
                      <a:pt x="38269" y="8642"/>
                    </a:lnTo>
                    <a:lnTo>
                      <a:pt x="38186" y="8642"/>
                    </a:lnTo>
                    <a:lnTo>
                      <a:pt x="38060" y="8726"/>
                    </a:lnTo>
                    <a:lnTo>
                      <a:pt x="38018" y="8809"/>
                    </a:lnTo>
                    <a:lnTo>
                      <a:pt x="37914" y="8851"/>
                    </a:lnTo>
                    <a:lnTo>
                      <a:pt x="37914" y="8809"/>
                    </a:lnTo>
                    <a:lnTo>
                      <a:pt x="37893" y="8747"/>
                    </a:lnTo>
                    <a:lnTo>
                      <a:pt x="37704" y="8872"/>
                    </a:lnTo>
                    <a:lnTo>
                      <a:pt x="37642" y="8977"/>
                    </a:lnTo>
                    <a:lnTo>
                      <a:pt x="37558" y="9165"/>
                    </a:lnTo>
                    <a:lnTo>
                      <a:pt x="37432" y="9249"/>
                    </a:lnTo>
                    <a:lnTo>
                      <a:pt x="37349" y="9249"/>
                    </a:lnTo>
                    <a:lnTo>
                      <a:pt x="37432" y="9165"/>
                    </a:lnTo>
                    <a:lnTo>
                      <a:pt x="37558" y="9060"/>
                    </a:lnTo>
                    <a:lnTo>
                      <a:pt x="37600" y="8956"/>
                    </a:lnTo>
                    <a:lnTo>
                      <a:pt x="37579" y="8935"/>
                    </a:lnTo>
                    <a:lnTo>
                      <a:pt x="37495" y="8935"/>
                    </a:lnTo>
                    <a:lnTo>
                      <a:pt x="37600" y="8851"/>
                    </a:lnTo>
                    <a:lnTo>
                      <a:pt x="37746" y="8830"/>
                    </a:lnTo>
                    <a:lnTo>
                      <a:pt x="37788" y="8767"/>
                    </a:lnTo>
                    <a:lnTo>
                      <a:pt x="37767" y="8726"/>
                    </a:lnTo>
                    <a:lnTo>
                      <a:pt x="37683" y="8747"/>
                    </a:lnTo>
                    <a:lnTo>
                      <a:pt x="37558" y="8767"/>
                    </a:lnTo>
                    <a:lnTo>
                      <a:pt x="37474" y="8851"/>
                    </a:lnTo>
                    <a:lnTo>
                      <a:pt x="37391" y="8830"/>
                    </a:lnTo>
                    <a:lnTo>
                      <a:pt x="37600" y="8726"/>
                    </a:lnTo>
                    <a:lnTo>
                      <a:pt x="37579" y="8663"/>
                    </a:lnTo>
                    <a:lnTo>
                      <a:pt x="37474" y="8663"/>
                    </a:lnTo>
                    <a:lnTo>
                      <a:pt x="37537" y="8600"/>
                    </a:lnTo>
                    <a:lnTo>
                      <a:pt x="37642" y="8600"/>
                    </a:lnTo>
                    <a:lnTo>
                      <a:pt x="37683" y="8642"/>
                    </a:lnTo>
                    <a:lnTo>
                      <a:pt x="37809" y="8642"/>
                    </a:lnTo>
                    <a:lnTo>
                      <a:pt x="37872" y="8537"/>
                    </a:lnTo>
                    <a:lnTo>
                      <a:pt x="37997" y="8495"/>
                    </a:lnTo>
                    <a:lnTo>
                      <a:pt x="37997" y="8412"/>
                    </a:lnTo>
                    <a:lnTo>
                      <a:pt x="38060" y="8328"/>
                    </a:lnTo>
                    <a:lnTo>
                      <a:pt x="38060" y="8286"/>
                    </a:lnTo>
                    <a:lnTo>
                      <a:pt x="37976" y="8286"/>
                    </a:lnTo>
                    <a:lnTo>
                      <a:pt x="37914" y="8223"/>
                    </a:lnTo>
                    <a:lnTo>
                      <a:pt x="37809" y="8203"/>
                    </a:lnTo>
                    <a:lnTo>
                      <a:pt x="37683" y="8307"/>
                    </a:lnTo>
                    <a:lnTo>
                      <a:pt x="37537" y="8349"/>
                    </a:lnTo>
                    <a:lnTo>
                      <a:pt x="37453" y="8495"/>
                    </a:lnTo>
                    <a:lnTo>
                      <a:pt x="37244" y="8705"/>
                    </a:lnTo>
                    <a:lnTo>
                      <a:pt x="37181" y="8705"/>
                    </a:lnTo>
                    <a:lnTo>
                      <a:pt x="37223" y="8621"/>
                    </a:lnTo>
                    <a:lnTo>
                      <a:pt x="37265" y="8621"/>
                    </a:lnTo>
                    <a:lnTo>
                      <a:pt x="37370" y="8537"/>
                    </a:lnTo>
                    <a:lnTo>
                      <a:pt x="37495" y="8349"/>
                    </a:lnTo>
                    <a:lnTo>
                      <a:pt x="37642" y="8286"/>
                    </a:lnTo>
                    <a:lnTo>
                      <a:pt x="37704" y="8203"/>
                    </a:lnTo>
                    <a:lnTo>
                      <a:pt x="37683" y="8140"/>
                    </a:lnTo>
                    <a:lnTo>
                      <a:pt x="37495" y="8140"/>
                    </a:lnTo>
                    <a:lnTo>
                      <a:pt x="37328" y="8286"/>
                    </a:lnTo>
                    <a:lnTo>
                      <a:pt x="37495" y="8119"/>
                    </a:lnTo>
                    <a:lnTo>
                      <a:pt x="37663" y="8077"/>
                    </a:lnTo>
                    <a:lnTo>
                      <a:pt x="37767" y="8098"/>
                    </a:lnTo>
                    <a:lnTo>
                      <a:pt x="37851" y="8119"/>
                    </a:lnTo>
                    <a:lnTo>
                      <a:pt x="37956" y="8014"/>
                    </a:lnTo>
                    <a:lnTo>
                      <a:pt x="37956" y="7931"/>
                    </a:lnTo>
                    <a:lnTo>
                      <a:pt x="37914" y="7889"/>
                    </a:lnTo>
                    <a:lnTo>
                      <a:pt x="37914" y="7805"/>
                    </a:lnTo>
                    <a:lnTo>
                      <a:pt x="37914" y="7721"/>
                    </a:lnTo>
                    <a:lnTo>
                      <a:pt x="37788" y="7679"/>
                    </a:lnTo>
                    <a:lnTo>
                      <a:pt x="37746" y="7596"/>
                    </a:lnTo>
                    <a:lnTo>
                      <a:pt x="37642" y="7575"/>
                    </a:lnTo>
                    <a:lnTo>
                      <a:pt x="37600" y="7617"/>
                    </a:lnTo>
                    <a:lnTo>
                      <a:pt x="37558" y="7617"/>
                    </a:lnTo>
                    <a:lnTo>
                      <a:pt x="37558" y="7533"/>
                    </a:lnTo>
                    <a:lnTo>
                      <a:pt x="37474" y="7512"/>
                    </a:lnTo>
                    <a:lnTo>
                      <a:pt x="37391" y="7428"/>
                    </a:lnTo>
                    <a:lnTo>
                      <a:pt x="37391" y="7366"/>
                    </a:lnTo>
                    <a:lnTo>
                      <a:pt x="37244" y="7282"/>
                    </a:lnTo>
                    <a:lnTo>
                      <a:pt x="37181" y="7282"/>
                    </a:lnTo>
                    <a:lnTo>
                      <a:pt x="37139" y="7219"/>
                    </a:lnTo>
                    <a:lnTo>
                      <a:pt x="37014" y="7219"/>
                    </a:lnTo>
                    <a:lnTo>
                      <a:pt x="36826" y="7261"/>
                    </a:lnTo>
                    <a:lnTo>
                      <a:pt x="36721" y="7366"/>
                    </a:lnTo>
                    <a:lnTo>
                      <a:pt x="36595" y="7366"/>
                    </a:lnTo>
                    <a:lnTo>
                      <a:pt x="36491" y="7533"/>
                    </a:lnTo>
                    <a:lnTo>
                      <a:pt x="36512" y="7596"/>
                    </a:lnTo>
                    <a:lnTo>
                      <a:pt x="36595" y="7617"/>
                    </a:lnTo>
                    <a:lnTo>
                      <a:pt x="36805" y="7805"/>
                    </a:lnTo>
                    <a:lnTo>
                      <a:pt x="36826" y="7847"/>
                    </a:lnTo>
                    <a:lnTo>
                      <a:pt x="36909" y="7889"/>
                    </a:lnTo>
                    <a:lnTo>
                      <a:pt x="36951" y="7993"/>
                    </a:lnTo>
                    <a:lnTo>
                      <a:pt x="36909" y="7993"/>
                    </a:lnTo>
                    <a:lnTo>
                      <a:pt x="36826" y="7931"/>
                    </a:lnTo>
                    <a:lnTo>
                      <a:pt x="36700" y="7931"/>
                    </a:lnTo>
                    <a:lnTo>
                      <a:pt x="36700" y="7847"/>
                    </a:lnTo>
                    <a:lnTo>
                      <a:pt x="36512" y="7679"/>
                    </a:lnTo>
                    <a:lnTo>
                      <a:pt x="36428" y="7700"/>
                    </a:lnTo>
                    <a:lnTo>
                      <a:pt x="36386" y="7721"/>
                    </a:lnTo>
                    <a:lnTo>
                      <a:pt x="36386" y="7721"/>
                    </a:lnTo>
                    <a:lnTo>
                      <a:pt x="36407" y="7638"/>
                    </a:lnTo>
                    <a:lnTo>
                      <a:pt x="36428" y="7533"/>
                    </a:lnTo>
                    <a:lnTo>
                      <a:pt x="36303" y="7491"/>
                    </a:lnTo>
                    <a:lnTo>
                      <a:pt x="36240" y="7512"/>
                    </a:lnTo>
                    <a:lnTo>
                      <a:pt x="36240" y="7721"/>
                    </a:lnTo>
                    <a:lnTo>
                      <a:pt x="36303" y="7826"/>
                    </a:lnTo>
                    <a:lnTo>
                      <a:pt x="36323" y="7951"/>
                    </a:lnTo>
                    <a:lnTo>
                      <a:pt x="36303" y="8035"/>
                    </a:lnTo>
                    <a:lnTo>
                      <a:pt x="36303" y="7931"/>
                    </a:lnTo>
                    <a:lnTo>
                      <a:pt x="36219" y="7784"/>
                    </a:lnTo>
                    <a:lnTo>
                      <a:pt x="36135" y="7889"/>
                    </a:lnTo>
                    <a:lnTo>
                      <a:pt x="36093" y="7993"/>
                    </a:lnTo>
                    <a:lnTo>
                      <a:pt x="36135" y="8056"/>
                    </a:lnTo>
                    <a:lnTo>
                      <a:pt x="36072" y="8119"/>
                    </a:lnTo>
                    <a:lnTo>
                      <a:pt x="35968" y="8056"/>
                    </a:lnTo>
                    <a:lnTo>
                      <a:pt x="35863" y="8035"/>
                    </a:lnTo>
                    <a:lnTo>
                      <a:pt x="35905" y="7951"/>
                    </a:lnTo>
                    <a:lnTo>
                      <a:pt x="36010" y="7889"/>
                    </a:lnTo>
                    <a:lnTo>
                      <a:pt x="36135" y="7700"/>
                    </a:lnTo>
                    <a:lnTo>
                      <a:pt x="36177" y="7596"/>
                    </a:lnTo>
                    <a:lnTo>
                      <a:pt x="36093" y="7512"/>
                    </a:lnTo>
                    <a:lnTo>
                      <a:pt x="36072" y="7407"/>
                    </a:lnTo>
                    <a:lnTo>
                      <a:pt x="35926" y="7533"/>
                    </a:lnTo>
                    <a:lnTo>
                      <a:pt x="35884" y="7596"/>
                    </a:lnTo>
                    <a:lnTo>
                      <a:pt x="35863" y="7533"/>
                    </a:lnTo>
                    <a:lnTo>
                      <a:pt x="35884" y="7407"/>
                    </a:lnTo>
                    <a:lnTo>
                      <a:pt x="35779" y="7387"/>
                    </a:lnTo>
                    <a:lnTo>
                      <a:pt x="35717" y="7407"/>
                    </a:lnTo>
                    <a:lnTo>
                      <a:pt x="35696" y="7491"/>
                    </a:lnTo>
                    <a:lnTo>
                      <a:pt x="35717" y="7617"/>
                    </a:lnTo>
                    <a:lnTo>
                      <a:pt x="35717" y="7742"/>
                    </a:lnTo>
                    <a:lnTo>
                      <a:pt x="35675" y="7700"/>
                    </a:lnTo>
                    <a:lnTo>
                      <a:pt x="35675" y="7533"/>
                    </a:lnTo>
                    <a:lnTo>
                      <a:pt x="35654" y="7512"/>
                    </a:lnTo>
                    <a:lnTo>
                      <a:pt x="35591" y="7617"/>
                    </a:lnTo>
                    <a:lnTo>
                      <a:pt x="35487" y="7638"/>
                    </a:lnTo>
                    <a:lnTo>
                      <a:pt x="35487" y="7721"/>
                    </a:lnTo>
                    <a:lnTo>
                      <a:pt x="35403" y="7826"/>
                    </a:lnTo>
                    <a:lnTo>
                      <a:pt x="35340" y="7847"/>
                    </a:lnTo>
                    <a:lnTo>
                      <a:pt x="35277" y="7931"/>
                    </a:lnTo>
                    <a:lnTo>
                      <a:pt x="35173" y="7931"/>
                    </a:lnTo>
                    <a:lnTo>
                      <a:pt x="35256" y="7847"/>
                    </a:lnTo>
                    <a:lnTo>
                      <a:pt x="35256" y="7784"/>
                    </a:lnTo>
                    <a:lnTo>
                      <a:pt x="35194" y="7721"/>
                    </a:lnTo>
                    <a:lnTo>
                      <a:pt x="35152" y="7721"/>
                    </a:lnTo>
                    <a:lnTo>
                      <a:pt x="35152" y="7679"/>
                    </a:lnTo>
                    <a:lnTo>
                      <a:pt x="35235" y="7679"/>
                    </a:lnTo>
                    <a:lnTo>
                      <a:pt x="35277" y="7700"/>
                    </a:lnTo>
                    <a:lnTo>
                      <a:pt x="35298" y="7638"/>
                    </a:lnTo>
                    <a:lnTo>
                      <a:pt x="35298" y="7596"/>
                    </a:lnTo>
                    <a:lnTo>
                      <a:pt x="35298" y="7554"/>
                    </a:lnTo>
                    <a:lnTo>
                      <a:pt x="35403" y="7491"/>
                    </a:lnTo>
                    <a:lnTo>
                      <a:pt x="35570" y="7345"/>
                    </a:lnTo>
                    <a:lnTo>
                      <a:pt x="35591" y="7261"/>
                    </a:lnTo>
                    <a:lnTo>
                      <a:pt x="35675" y="7177"/>
                    </a:lnTo>
                    <a:lnTo>
                      <a:pt x="35570" y="7177"/>
                    </a:lnTo>
                    <a:lnTo>
                      <a:pt x="35403" y="7282"/>
                    </a:lnTo>
                    <a:lnTo>
                      <a:pt x="35277" y="7407"/>
                    </a:lnTo>
                    <a:lnTo>
                      <a:pt x="35194" y="7407"/>
                    </a:lnTo>
                    <a:lnTo>
                      <a:pt x="35277" y="7324"/>
                    </a:lnTo>
                    <a:lnTo>
                      <a:pt x="35361" y="7219"/>
                    </a:lnTo>
                    <a:lnTo>
                      <a:pt x="35445" y="7156"/>
                    </a:lnTo>
                    <a:lnTo>
                      <a:pt x="35549" y="7114"/>
                    </a:lnTo>
                    <a:lnTo>
                      <a:pt x="35612" y="7052"/>
                    </a:lnTo>
                    <a:lnTo>
                      <a:pt x="35696" y="7052"/>
                    </a:lnTo>
                    <a:lnTo>
                      <a:pt x="35779" y="6905"/>
                    </a:lnTo>
                    <a:lnTo>
                      <a:pt x="35779" y="6863"/>
                    </a:lnTo>
                    <a:lnTo>
                      <a:pt x="35696" y="6780"/>
                    </a:lnTo>
                    <a:lnTo>
                      <a:pt x="35696" y="6675"/>
                    </a:lnTo>
                    <a:lnTo>
                      <a:pt x="35717" y="6591"/>
                    </a:lnTo>
                    <a:lnTo>
                      <a:pt x="35884" y="6424"/>
                    </a:lnTo>
                    <a:lnTo>
                      <a:pt x="35905" y="6361"/>
                    </a:lnTo>
                    <a:lnTo>
                      <a:pt x="35863" y="6257"/>
                    </a:lnTo>
                    <a:lnTo>
                      <a:pt x="35842" y="6194"/>
                    </a:lnTo>
                    <a:lnTo>
                      <a:pt x="35800" y="6131"/>
                    </a:lnTo>
                    <a:lnTo>
                      <a:pt x="35884" y="6006"/>
                    </a:lnTo>
                    <a:lnTo>
                      <a:pt x="35968" y="5922"/>
                    </a:lnTo>
                    <a:lnTo>
                      <a:pt x="35989" y="5838"/>
                    </a:lnTo>
                    <a:lnTo>
                      <a:pt x="36010" y="5587"/>
                    </a:lnTo>
                    <a:lnTo>
                      <a:pt x="36051" y="5524"/>
                    </a:lnTo>
                    <a:lnTo>
                      <a:pt x="36010" y="5462"/>
                    </a:lnTo>
                    <a:lnTo>
                      <a:pt x="35842" y="5399"/>
                    </a:lnTo>
                    <a:lnTo>
                      <a:pt x="35654" y="5399"/>
                    </a:lnTo>
                    <a:lnTo>
                      <a:pt x="35487" y="5357"/>
                    </a:lnTo>
                    <a:lnTo>
                      <a:pt x="35361" y="5420"/>
                    </a:lnTo>
                    <a:lnTo>
                      <a:pt x="35235" y="5420"/>
                    </a:lnTo>
                    <a:lnTo>
                      <a:pt x="35068" y="5503"/>
                    </a:lnTo>
                    <a:lnTo>
                      <a:pt x="34796" y="5587"/>
                    </a:lnTo>
                    <a:lnTo>
                      <a:pt x="34754" y="5671"/>
                    </a:lnTo>
                    <a:lnTo>
                      <a:pt x="34859" y="5796"/>
                    </a:lnTo>
                    <a:lnTo>
                      <a:pt x="34859" y="5880"/>
                    </a:lnTo>
                    <a:lnTo>
                      <a:pt x="34817" y="5922"/>
                    </a:lnTo>
                    <a:lnTo>
                      <a:pt x="34754" y="5775"/>
                    </a:lnTo>
                    <a:lnTo>
                      <a:pt x="34712" y="5713"/>
                    </a:lnTo>
                    <a:lnTo>
                      <a:pt x="34650" y="5587"/>
                    </a:lnTo>
                    <a:lnTo>
                      <a:pt x="34524" y="5587"/>
                    </a:lnTo>
                    <a:lnTo>
                      <a:pt x="34440" y="5671"/>
                    </a:lnTo>
                    <a:lnTo>
                      <a:pt x="34440" y="5734"/>
                    </a:lnTo>
                    <a:lnTo>
                      <a:pt x="34398" y="5796"/>
                    </a:lnTo>
                    <a:lnTo>
                      <a:pt x="34378" y="5713"/>
                    </a:lnTo>
                    <a:lnTo>
                      <a:pt x="34398" y="5608"/>
                    </a:lnTo>
                    <a:lnTo>
                      <a:pt x="34336" y="5587"/>
                    </a:lnTo>
                    <a:lnTo>
                      <a:pt x="34189" y="5608"/>
                    </a:lnTo>
                    <a:lnTo>
                      <a:pt x="34126" y="5713"/>
                    </a:lnTo>
                    <a:lnTo>
                      <a:pt x="34126" y="5796"/>
                    </a:lnTo>
                    <a:lnTo>
                      <a:pt x="34273" y="5901"/>
                    </a:lnTo>
                    <a:lnTo>
                      <a:pt x="34378" y="6047"/>
                    </a:lnTo>
                    <a:lnTo>
                      <a:pt x="34503" y="6131"/>
                    </a:lnTo>
                    <a:lnTo>
                      <a:pt x="34440" y="6131"/>
                    </a:lnTo>
                    <a:lnTo>
                      <a:pt x="34294" y="6047"/>
                    </a:lnTo>
                    <a:lnTo>
                      <a:pt x="34106" y="5880"/>
                    </a:lnTo>
                    <a:lnTo>
                      <a:pt x="34064" y="5880"/>
                    </a:lnTo>
                    <a:lnTo>
                      <a:pt x="34022" y="5922"/>
                    </a:lnTo>
                    <a:lnTo>
                      <a:pt x="33854" y="5922"/>
                    </a:lnTo>
                    <a:lnTo>
                      <a:pt x="33813" y="5943"/>
                    </a:lnTo>
                    <a:lnTo>
                      <a:pt x="33875" y="6006"/>
                    </a:lnTo>
                    <a:lnTo>
                      <a:pt x="34001" y="6006"/>
                    </a:lnTo>
                    <a:lnTo>
                      <a:pt x="34022" y="6047"/>
                    </a:lnTo>
                    <a:lnTo>
                      <a:pt x="34064" y="6152"/>
                    </a:lnTo>
                    <a:lnTo>
                      <a:pt x="34210" y="6257"/>
                    </a:lnTo>
                    <a:lnTo>
                      <a:pt x="34231" y="6340"/>
                    </a:lnTo>
                    <a:lnTo>
                      <a:pt x="34315" y="6424"/>
                    </a:lnTo>
                    <a:lnTo>
                      <a:pt x="34210" y="6424"/>
                    </a:lnTo>
                    <a:lnTo>
                      <a:pt x="34126" y="6319"/>
                    </a:lnTo>
                    <a:lnTo>
                      <a:pt x="33980" y="6236"/>
                    </a:lnTo>
                    <a:lnTo>
                      <a:pt x="33980" y="6152"/>
                    </a:lnTo>
                    <a:lnTo>
                      <a:pt x="33875" y="6047"/>
                    </a:lnTo>
                    <a:lnTo>
                      <a:pt x="33750" y="6047"/>
                    </a:lnTo>
                    <a:lnTo>
                      <a:pt x="33666" y="6131"/>
                    </a:lnTo>
                    <a:lnTo>
                      <a:pt x="33666" y="6215"/>
                    </a:lnTo>
                    <a:lnTo>
                      <a:pt x="33582" y="6361"/>
                    </a:lnTo>
                    <a:lnTo>
                      <a:pt x="33541" y="6529"/>
                    </a:lnTo>
                    <a:lnTo>
                      <a:pt x="33603" y="6633"/>
                    </a:lnTo>
                    <a:lnTo>
                      <a:pt x="33478" y="6675"/>
                    </a:lnTo>
                    <a:lnTo>
                      <a:pt x="33478" y="6759"/>
                    </a:lnTo>
                    <a:lnTo>
                      <a:pt x="33541" y="6822"/>
                    </a:lnTo>
                    <a:lnTo>
                      <a:pt x="33562" y="6926"/>
                    </a:lnTo>
                    <a:lnTo>
                      <a:pt x="33645" y="6926"/>
                    </a:lnTo>
                    <a:lnTo>
                      <a:pt x="33813" y="6780"/>
                    </a:lnTo>
                    <a:lnTo>
                      <a:pt x="33896" y="6780"/>
                    </a:lnTo>
                    <a:lnTo>
                      <a:pt x="33917" y="6842"/>
                    </a:lnTo>
                    <a:lnTo>
                      <a:pt x="33813" y="6863"/>
                    </a:lnTo>
                    <a:lnTo>
                      <a:pt x="33771" y="6884"/>
                    </a:lnTo>
                    <a:lnTo>
                      <a:pt x="33771" y="6947"/>
                    </a:lnTo>
                    <a:lnTo>
                      <a:pt x="33687" y="6947"/>
                    </a:lnTo>
                    <a:lnTo>
                      <a:pt x="33603" y="7052"/>
                    </a:lnTo>
                    <a:lnTo>
                      <a:pt x="33603" y="7156"/>
                    </a:lnTo>
                    <a:lnTo>
                      <a:pt x="33541" y="7240"/>
                    </a:lnTo>
                    <a:lnTo>
                      <a:pt x="33478" y="7177"/>
                    </a:lnTo>
                    <a:lnTo>
                      <a:pt x="33499" y="7094"/>
                    </a:lnTo>
                    <a:lnTo>
                      <a:pt x="33436" y="6947"/>
                    </a:lnTo>
                    <a:lnTo>
                      <a:pt x="33352" y="6926"/>
                    </a:lnTo>
                    <a:lnTo>
                      <a:pt x="33290" y="7031"/>
                    </a:lnTo>
                    <a:lnTo>
                      <a:pt x="33331" y="7094"/>
                    </a:lnTo>
                    <a:lnTo>
                      <a:pt x="33269" y="7177"/>
                    </a:lnTo>
                    <a:lnTo>
                      <a:pt x="33164" y="7198"/>
                    </a:lnTo>
                    <a:lnTo>
                      <a:pt x="33122" y="7261"/>
                    </a:lnTo>
                    <a:lnTo>
                      <a:pt x="33080" y="7177"/>
                    </a:lnTo>
                    <a:lnTo>
                      <a:pt x="33038" y="7198"/>
                    </a:lnTo>
                    <a:lnTo>
                      <a:pt x="33059" y="7303"/>
                    </a:lnTo>
                    <a:lnTo>
                      <a:pt x="33122" y="7407"/>
                    </a:lnTo>
                    <a:lnTo>
                      <a:pt x="33122" y="7554"/>
                    </a:lnTo>
                    <a:lnTo>
                      <a:pt x="33143" y="7575"/>
                    </a:lnTo>
                    <a:lnTo>
                      <a:pt x="33143" y="7700"/>
                    </a:lnTo>
                    <a:lnTo>
                      <a:pt x="33227" y="7721"/>
                    </a:lnTo>
                    <a:lnTo>
                      <a:pt x="33290" y="7784"/>
                    </a:lnTo>
                    <a:lnTo>
                      <a:pt x="33269" y="7868"/>
                    </a:lnTo>
                    <a:lnTo>
                      <a:pt x="33290" y="7931"/>
                    </a:lnTo>
                    <a:lnTo>
                      <a:pt x="33290" y="8035"/>
                    </a:lnTo>
                    <a:lnTo>
                      <a:pt x="33185" y="8119"/>
                    </a:lnTo>
                    <a:lnTo>
                      <a:pt x="33143" y="8203"/>
                    </a:lnTo>
                    <a:lnTo>
                      <a:pt x="33122" y="8412"/>
                    </a:lnTo>
                    <a:lnTo>
                      <a:pt x="33059" y="8454"/>
                    </a:lnTo>
                    <a:lnTo>
                      <a:pt x="32934" y="8663"/>
                    </a:lnTo>
                    <a:lnTo>
                      <a:pt x="32934" y="8747"/>
                    </a:lnTo>
                    <a:lnTo>
                      <a:pt x="32808" y="8872"/>
                    </a:lnTo>
                    <a:lnTo>
                      <a:pt x="32829" y="8830"/>
                    </a:lnTo>
                    <a:lnTo>
                      <a:pt x="32829" y="8726"/>
                    </a:lnTo>
                    <a:lnTo>
                      <a:pt x="32871" y="8558"/>
                    </a:lnTo>
                    <a:lnTo>
                      <a:pt x="32955" y="8495"/>
                    </a:lnTo>
                    <a:lnTo>
                      <a:pt x="32934" y="8433"/>
                    </a:lnTo>
                    <a:lnTo>
                      <a:pt x="32913" y="8454"/>
                    </a:lnTo>
                    <a:lnTo>
                      <a:pt x="32829" y="8454"/>
                    </a:lnTo>
                    <a:lnTo>
                      <a:pt x="32746" y="8391"/>
                    </a:lnTo>
                    <a:lnTo>
                      <a:pt x="32704" y="8349"/>
                    </a:lnTo>
                    <a:lnTo>
                      <a:pt x="32746" y="8328"/>
                    </a:lnTo>
                    <a:lnTo>
                      <a:pt x="32829" y="8307"/>
                    </a:lnTo>
                    <a:lnTo>
                      <a:pt x="32913" y="8307"/>
                    </a:lnTo>
                    <a:lnTo>
                      <a:pt x="32913" y="8244"/>
                    </a:lnTo>
                    <a:lnTo>
                      <a:pt x="32955" y="8244"/>
                    </a:lnTo>
                    <a:lnTo>
                      <a:pt x="32976" y="8349"/>
                    </a:lnTo>
                    <a:lnTo>
                      <a:pt x="33038" y="8244"/>
                    </a:lnTo>
                    <a:lnTo>
                      <a:pt x="33038" y="8140"/>
                    </a:lnTo>
                    <a:lnTo>
                      <a:pt x="32934" y="8098"/>
                    </a:lnTo>
                    <a:lnTo>
                      <a:pt x="32913" y="8035"/>
                    </a:lnTo>
                    <a:lnTo>
                      <a:pt x="32808" y="7910"/>
                    </a:lnTo>
                    <a:lnTo>
                      <a:pt x="32808" y="7763"/>
                    </a:lnTo>
                    <a:lnTo>
                      <a:pt x="32746" y="7679"/>
                    </a:lnTo>
                    <a:lnTo>
                      <a:pt x="32725" y="7512"/>
                    </a:lnTo>
                    <a:lnTo>
                      <a:pt x="32704" y="7491"/>
                    </a:lnTo>
                    <a:lnTo>
                      <a:pt x="32704" y="7407"/>
                    </a:lnTo>
                    <a:lnTo>
                      <a:pt x="32746" y="7366"/>
                    </a:lnTo>
                    <a:lnTo>
                      <a:pt x="32829" y="7198"/>
                    </a:lnTo>
                    <a:lnTo>
                      <a:pt x="32829" y="7094"/>
                    </a:lnTo>
                    <a:lnTo>
                      <a:pt x="32934" y="6989"/>
                    </a:lnTo>
                    <a:lnTo>
                      <a:pt x="33018" y="6884"/>
                    </a:lnTo>
                    <a:lnTo>
                      <a:pt x="33122" y="6842"/>
                    </a:lnTo>
                    <a:lnTo>
                      <a:pt x="33122" y="6738"/>
                    </a:lnTo>
                    <a:lnTo>
                      <a:pt x="33059" y="6654"/>
                    </a:lnTo>
                    <a:lnTo>
                      <a:pt x="33018" y="6550"/>
                    </a:lnTo>
                    <a:lnTo>
                      <a:pt x="33038" y="6424"/>
                    </a:lnTo>
                    <a:lnTo>
                      <a:pt x="33143" y="6215"/>
                    </a:lnTo>
                    <a:lnTo>
                      <a:pt x="33227" y="6173"/>
                    </a:lnTo>
                    <a:lnTo>
                      <a:pt x="33394" y="6068"/>
                    </a:lnTo>
                    <a:lnTo>
                      <a:pt x="33603" y="5817"/>
                    </a:lnTo>
                    <a:lnTo>
                      <a:pt x="33813" y="5608"/>
                    </a:lnTo>
                    <a:lnTo>
                      <a:pt x="33959" y="5587"/>
                    </a:lnTo>
                    <a:lnTo>
                      <a:pt x="34064" y="5441"/>
                    </a:lnTo>
                    <a:lnTo>
                      <a:pt x="34106" y="5378"/>
                    </a:lnTo>
                    <a:lnTo>
                      <a:pt x="34210" y="5378"/>
                    </a:lnTo>
                    <a:lnTo>
                      <a:pt x="34398" y="5294"/>
                    </a:lnTo>
                    <a:lnTo>
                      <a:pt x="34545" y="5231"/>
                    </a:lnTo>
                    <a:lnTo>
                      <a:pt x="34587" y="5169"/>
                    </a:lnTo>
                    <a:lnTo>
                      <a:pt x="34545" y="5085"/>
                    </a:lnTo>
                    <a:lnTo>
                      <a:pt x="34315" y="4980"/>
                    </a:lnTo>
                    <a:lnTo>
                      <a:pt x="34189" y="4897"/>
                    </a:lnTo>
                    <a:lnTo>
                      <a:pt x="34001" y="4897"/>
                    </a:lnTo>
                    <a:lnTo>
                      <a:pt x="33959" y="4876"/>
                    </a:lnTo>
                    <a:lnTo>
                      <a:pt x="33875" y="4897"/>
                    </a:lnTo>
                    <a:lnTo>
                      <a:pt x="33708" y="4876"/>
                    </a:lnTo>
                    <a:lnTo>
                      <a:pt x="33645" y="4897"/>
                    </a:lnTo>
                    <a:lnTo>
                      <a:pt x="33436" y="4897"/>
                    </a:lnTo>
                    <a:lnTo>
                      <a:pt x="33122" y="5001"/>
                    </a:lnTo>
                    <a:lnTo>
                      <a:pt x="32934" y="5190"/>
                    </a:lnTo>
                    <a:lnTo>
                      <a:pt x="32725" y="5273"/>
                    </a:lnTo>
                    <a:lnTo>
                      <a:pt x="32704" y="5378"/>
                    </a:lnTo>
                    <a:lnTo>
                      <a:pt x="32725" y="5482"/>
                    </a:lnTo>
                    <a:lnTo>
                      <a:pt x="32641" y="5441"/>
                    </a:lnTo>
                    <a:lnTo>
                      <a:pt x="32557" y="5441"/>
                    </a:lnTo>
                    <a:lnTo>
                      <a:pt x="32494" y="5545"/>
                    </a:lnTo>
                    <a:lnTo>
                      <a:pt x="32348" y="5545"/>
                    </a:lnTo>
                    <a:lnTo>
                      <a:pt x="32243" y="5692"/>
                    </a:lnTo>
                    <a:lnTo>
                      <a:pt x="32243" y="5796"/>
                    </a:lnTo>
                    <a:lnTo>
                      <a:pt x="32181" y="5796"/>
                    </a:lnTo>
                    <a:lnTo>
                      <a:pt x="32034" y="6006"/>
                    </a:lnTo>
                    <a:lnTo>
                      <a:pt x="32097" y="6068"/>
                    </a:lnTo>
                    <a:lnTo>
                      <a:pt x="32034" y="6152"/>
                    </a:lnTo>
                    <a:lnTo>
                      <a:pt x="31992" y="6068"/>
                    </a:lnTo>
                    <a:lnTo>
                      <a:pt x="31930" y="6068"/>
                    </a:lnTo>
                    <a:lnTo>
                      <a:pt x="31888" y="6257"/>
                    </a:lnTo>
                    <a:lnTo>
                      <a:pt x="31762" y="6257"/>
                    </a:lnTo>
                    <a:lnTo>
                      <a:pt x="31678" y="6361"/>
                    </a:lnTo>
                    <a:lnTo>
                      <a:pt x="31616" y="6424"/>
                    </a:lnTo>
                    <a:lnTo>
                      <a:pt x="31553" y="6570"/>
                    </a:lnTo>
                    <a:lnTo>
                      <a:pt x="31448" y="6759"/>
                    </a:lnTo>
                    <a:lnTo>
                      <a:pt x="31448" y="6863"/>
                    </a:lnTo>
                    <a:lnTo>
                      <a:pt x="31490" y="6842"/>
                    </a:lnTo>
                    <a:lnTo>
                      <a:pt x="31511" y="6842"/>
                    </a:lnTo>
                    <a:lnTo>
                      <a:pt x="31490" y="6905"/>
                    </a:lnTo>
                    <a:lnTo>
                      <a:pt x="31406" y="6905"/>
                    </a:lnTo>
                    <a:lnTo>
                      <a:pt x="31260" y="6989"/>
                    </a:lnTo>
                    <a:lnTo>
                      <a:pt x="31239" y="7094"/>
                    </a:lnTo>
                    <a:lnTo>
                      <a:pt x="31155" y="7114"/>
                    </a:lnTo>
                    <a:lnTo>
                      <a:pt x="31134" y="7198"/>
                    </a:lnTo>
                    <a:lnTo>
                      <a:pt x="31134" y="7407"/>
                    </a:lnTo>
                    <a:lnTo>
                      <a:pt x="31072" y="7512"/>
                    </a:lnTo>
                    <a:lnTo>
                      <a:pt x="30988" y="7512"/>
                    </a:lnTo>
                    <a:lnTo>
                      <a:pt x="30967" y="7659"/>
                    </a:lnTo>
                    <a:lnTo>
                      <a:pt x="30967" y="7721"/>
                    </a:lnTo>
                    <a:lnTo>
                      <a:pt x="30862" y="7784"/>
                    </a:lnTo>
                    <a:lnTo>
                      <a:pt x="30821" y="7972"/>
                    </a:lnTo>
                    <a:lnTo>
                      <a:pt x="30862" y="8077"/>
                    </a:lnTo>
                    <a:lnTo>
                      <a:pt x="31072" y="8182"/>
                    </a:lnTo>
                    <a:lnTo>
                      <a:pt x="31176" y="8182"/>
                    </a:lnTo>
                    <a:lnTo>
                      <a:pt x="31302" y="8244"/>
                    </a:lnTo>
                    <a:lnTo>
                      <a:pt x="31385" y="8244"/>
                    </a:lnTo>
                    <a:lnTo>
                      <a:pt x="31511" y="8328"/>
                    </a:lnTo>
                    <a:lnTo>
                      <a:pt x="31678" y="8328"/>
                    </a:lnTo>
                    <a:lnTo>
                      <a:pt x="31699" y="8495"/>
                    </a:lnTo>
                    <a:lnTo>
                      <a:pt x="31867" y="8558"/>
                    </a:lnTo>
                    <a:lnTo>
                      <a:pt x="31888" y="8642"/>
                    </a:lnTo>
                    <a:lnTo>
                      <a:pt x="31971" y="8705"/>
                    </a:lnTo>
                    <a:lnTo>
                      <a:pt x="31804" y="8705"/>
                    </a:lnTo>
                    <a:lnTo>
                      <a:pt x="31762" y="8726"/>
                    </a:lnTo>
                    <a:lnTo>
                      <a:pt x="31574" y="8726"/>
                    </a:lnTo>
                    <a:lnTo>
                      <a:pt x="31365" y="8642"/>
                    </a:lnTo>
                    <a:lnTo>
                      <a:pt x="31344" y="8537"/>
                    </a:lnTo>
                    <a:lnTo>
                      <a:pt x="31239" y="8454"/>
                    </a:lnTo>
                    <a:lnTo>
                      <a:pt x="31051" y="8454"/>
                    </a:lnTo>
                    <a:lnTo>
                      <a:pt x="30988" y="8412"/>
                    </a:lnTo>
                    <a:lnTo>
                      <a:pt x="30883" y="8391"/>
                    </a:lnTo>
                    <a:lnTo>
                      <a:pt x="30862" y="8433"/>
                    </a:lnTo>
                    <a:lnTo>
                      <a:pt x="30925" y="8558"/>
                    </a:lnTo>
                    <a:lnTo>
                      <a:pt x="30925" y="8642"/>
                    </a:lnTo>
                    <a:lnTo>
                      <a:pt x="30841" y="8642"/>
                    </a:lnTo>
                    <a:lnTo>
                      <a:pt x="30821" y="8726"/>
                    </a:lnTo>
                    <a:lnTo>
                      <a:pt x="30862" y="8914"/>
                    </a:lnTo>
                    <a:lnTo>
                      <a:pt x="30883" y="9039"/>
                    </a:lnTo>
                    <a:lnTo>
                      <a:pt x="30862" y="9165"/>
                    </a:lnTo>
                    <a:lnTo>
                      <a:pt x="30883" y="9270"/>
                    </a:lnTo>
                    <a:lnTo>
                      <a:pt x="31030" y="9353"/>
                    </a:lnTo>
                    <a:lnTo>
                      <a:pt x="31134" y="9458"/>
                    </a:lnTo>
                    <a:lnTo>
                      <a:pt x="31134" y="9500"/>
                    </a:lnTo>
                    <a:lnTo>
                      <a:pt x="31072" y="9458"/>
                    </a:lnTo>
                    <a:lnTo>
                      <a:pt x="31051" y="9458"/>
                    </a:lnTo>
                    <a:lnTo>
                      <a:pt x="31072" y="9563"/>
                    </a:lnTo>
                    <a:lnTo>
                      <a:pt x="31155" y="9667"/>
                    </a:lnTo>
                    <a:lnTo>
                      <a:pt x="31197" y="9667"/>
                    </a:lnTo>
                    <a:lnTo>
                      <a:pt x="31197" y="9583"/>
                    </a:lnTo>
                    <a:lnTo>
                      <a:pt x="31281" y="9563"/>
                    </a:lnTo>
                    <a:lnTo>
                      <a:pt x="31385" y="9583"/>
                    </a:lnTo>
                    <a:lnTo>
                      <a:pt x="31469" y="9667"/>
                    </a:lnTo>
                    <a:lnTo>
                      <a:pt x="31553" y="9688"/>
                    </a:lnTo>
                    <a:lnTo>
                      <a:pt x="31574" y="9646"/>
                    </a:lnTo>
                    <a:lnTo>
                      <a:pt x="31553" y="9583"/>
                    </a:lnTo>
                    <a:lnTo>
                      <a:pt x="31574" y="9500"/>
                    </a:lnTo>
                    <a:lnTo>
                      <a:pt x="31616" y="9479"/>
                    </a:lnTo>
                    <a:lnTo>
                      <a:pt x="31678" y="9542"/>
                    </a:lnTo>
                    <a:lnTo>
                      <a:pt x="31657" y="9646"/>
                    </a:lnTo>
                    <a:lnTo>
                      <a:pt x="31678" y="9709"/>
                    </a:lnTo>
                    <a:lnTo>
                      <a:pt x="31720" y="9709"/>
                    </a:lnTo>
                    <a:lnTo>
                      <a:pt x="31783" y="9583"/>
                    </a:lnTo>
                    <a:lnTo>
                      <a:pt x="31909" y="9563"/>
                    </a:lnTo>
                    <a:lnTo>
                      <a:pt x="31992" y="9479"/>
                    </a:lnTo>
                    <a:lnTo>
                      <a:pt x="32013" y="9500"/>
                    </a:lnTo>
                    <a:lnTo>
                      <a:pt x="31971" y="9583"/>
                    </a:lnTo>
                    <a:lnTo>
                      <a:pt x="31783" y="9688"/>
                    </a:lnTo>
                    <a:lnTo>
                      <a:pt x="31762" y="9793"/>
                    </a:lnTo>
                    <a:lnTo>
                      <a:pt x="31867" y="9876"/>
                    </a:lnTo>
                    <a:lnTo>
                      <a:pt x="31888" y="10023"/>
                    </a:lnTo>
                    <a:lnTo>
                      <a:pt x="32013" y="10169"/>
                    </a:lnTo>
                    <a:lnTo>
                      <a:pt x="32181" y="10169"/>
                    </a:lnTo>
                    <a:lnTo>
                      <a:pt x="32222" y="10107"/>
                    </a:lnTo>
                    <a:lnTo>
                      <a:pt x="32118" y="10023"/>
                    </a:lnTo>
                    <a:lnTo>
                      <a:pt x="32181" y="10002"/>
                    </a:lnTo>
                    <a:lnTo>
                      <a:pt x="32285" y="10023"/>
                    </a:lnTo>
                    <a:lnTo>
                      <a:pt x="32348" y="10107"/>
                    </a:lnTo>
                    <a:lnTo>
                      <a:pt x="32411" y="10086"/>
                    </a:lnTo>
                    <a:lnTo>
                      <a:pt x="32494" y="10002"/>
                    </a:lnTo>
                    <a:lnTo>
                      <a:pt x="32599" y="9897"/>
                    </a:lnTo>
                    <a:lnTo>
                      <a:pt x="32662" y="9897"/>
                    </a:lnTo>
                    <a:lnTo>
                      <a:pt x="32662" y="9960"/>
                    </a:lnTo>
                    <a:lnTo>
                      <a:pt x="32599" y="9981"/>
                    </a:lnTo>
                    <a:lnTo>
                      <a:pt x="32432" y="10127"/>
                    </a:lnTo>
                    <a:lnTo>
                      <a:pt x="32432" y="10211"/>
                    </a:lnTo>
                    <a:lnTo>
                      <a:pt x="32453" y="10232"/>
                    </a:lnTo>
                    <a:cubicBezTo>
                      <a:pt x="32411" y="10295"/>
                      <a:pt x="32390" y="10379"/>
                      <a:pt x="32348" y="10441"/>
                    </a:cubicBezTo>
                    <a:lnTo>
                      <a:pt x="32306" y="10441"/>
                    </a:lnTo>
                    <a:lnTo>
                      <a:pt x="32222" y="10504"/>
                    </a:lnTo>
                    <a:lnTo>
                      <a:pt x="32139" y="10504"/>
                    </a:lnTo>
                    <a:lnTo>
                      <a:pt x="32097" y="10420"/>
                    </a:lnTo>
                    <a:lnTo>
                      <a:pt x="31992" y="10400"/>
                    </a:lnTo>
                    <a:lnTo>
                      <a:pt x="32013" y="10441"/>
                    </a:lnTo>
                    <a:lnTo>
                      <a:pt x="32097" y="10504"/>
                    </a:lnTo>
                    <a:lnTo>
                      <a:pt x="32076" y="10609"/>
                    </a:lnTo>
                    <a:lnTo>
                      <a:pt x="31971" y="10609"/>
                    </a:lnTo>
                    <a:lnTo>
                      <a:pt x="31971" y="10630"/>
                    </a:lnTo>
                    <a:lnTo>
                      <a:pt x="31992" y="10692"/>
                    </a:lnTo>
                    <a:lnTo>
                      <a:pt x="31909" y="10755"/>
                    </a:lnTo>
                    <a:lnTo>
                      <a:pt x="31909" y="10839"/>
                    </a:lnTo>
                    <a:lnTo>
                      <a:pt x="31971" y="10923"/>
                    </a:lnTo>
                    <a:lnTo>
                      <a:pt x="31888" y="10923"/>
                    </a:lnTo>
                    <a:lnTo>
                      <a:pt x="31888" y="11027"/>
                    </a:lnTo>
                    <a:lnTo>
                      <a:pt x="31804" y="11111"/>
                    </a:lnTo>
                    <a:lnTo>
                      <a:pt x="31804" y="11278"/>
                    </a:lnTo>
                    <a:lnTo>
                      <a:pt x="31867" y="11278"/>
                    </a:lnTo>
                    <a:lnTo>
                      <a:pt x="31909" y="11383"/>
                    </a:lnTo>
                    <a:lnTo>
                      <a:pt x="31950" y="11383"/>
                    </a:lnTo>
                    <a:lnTo>
                      <a:pt x="32013" y="11488"/>
                    </a:lnTo>
                    <a:lnTo>
                      <a:pt x="31950" y="11508"/>
                    </a:lnTo>
                    <a:lnTo>
                      <a:pt x="31888" y="11508"/>
                    </a:lnTo>
                    <a:lnTo>
                      <a:pt x="31825" y="11571"/>
                    </a:lnTo>
                    <a:lnTo>
                      <a:pt x="31783" y="11508"/>
                    </a:lnTo>
                    <a:lnTo>
                      <a:pt x="31637" y="11550"/>
                    </a:lnTo>
                    <a:lnTo>
                      <a:pt x="31595" y="11634"/>
                    </a:lnTo>
                    <a:lnTo>
                      <a:pt x="31699" y="11739"/>
                    </a:lnTo>
                    <a:lnTo>
                      <a:pt x="31741" y="11739"/>
                    </a:lnTo>
                    <a:lnTo>
                      <a:pt x="31741" y="11801"/>
                    </a:lnTo>
                    <a:lnTo>
                      <a:pt x="31637" y="11843"/>
                    </a:lnTo>
                    <a:lnTo>
                      <a:pt x="31595" y="11780"/>
                    </a:lnTo>
                    <a:lnTo>
                      <a:pt x="31511" y="11864"/>
                    </a:lnTo>
                    <a:lnTo>
                      <a:pt x="31427" y="11739"/>
                    </a:lnTo>
                    <a:lnTo>
                      <a:pt x="31323" y="11801"/>
                    </a:lnTo>
                    <a:lnTo>
                      <a:pt x="31218" y="12011"/>
                    </a:lnTo>
                    <a:lnTo>
                      <a:pt x="31113" y="12262"/>
                    </a:lnTo>
                    <a:lnTo>
                      <a:pt x="30988" y="12492"/>
                    </a:lnTo>
                    <a:lnTo>
                      <a:pt x="30779" y="12638"/>
                    </a:lnTo>
                    <a:lnTo>
                      <a:pt x="30737" y="12743"/>
                    </a:lnTo>
                    <a:lnTo>
                      <a:pt x="30674" y="12743"/>
                    </a:lnTo>
                    <a:lnTo>
                      <a:pt x="30569" y="12910"/>
                    </a:lnTo>
                    <a:lnTo>
                      <a:pt x="30465" y="12952"/>
                    </a:lnTo>
                    <a:lnTo>
                      <a:pt x="30444" y="13140"/>
                    </a:lnTo>
                    <a:lnTo>
                      <a:pt x="30360" y="13224"/>
                    </a:lnTo>
                    <a:lnTo>
                      <a:pt x="30339" y="13350"/>
                    </a:lnTo>
                    <a:lnTo>
                      <a:pt x="30277" y="13350"/>
                    </a:lnTo>
                    <a:lnTo>
                      <a:pt x="30235" y="13224"/>
                    </a:lnTo>
                    <a:lnTo>
                      <a:pt x="30151" y="13224"/>
                    </a:lnTo>
                    <a:lnTo>
                      <a:pt x="30067" y="13308"/>
                    </a:lnTo>
                    <a:lnTo>
                      <a:pt x="30109" y="13350"/>
                    </a:lnTo>
                    <a:lnTo>
                      <a:pt x="30130" y="13475"/>
                    </a:lnTo>
                    <a:lnTo>
                      <a:pt x="30046" y="13475"/>
                    </a:lnTo>
                    <a:lnTo>
                      <a:pt x="29963" y="13413"/>
                    </a:lnTo>
                    <a:lnTo>
                      <a:pt x="30005" y="13308"/>
                    </a:lnTo>
                    <a:lnTo>
                      <a:pt x="29921" y="13140"/>
                    </a:lnTo>
                    <a:lnTo>
                      <a:pt x="29837" y="12743"/>
                    </a:lnTo>
                    <a:lnTo>
                      <a:pt x="29837" y="12576"/>
                    </a:lnTo>
                    <a:lnTo>
                      <a:pt x="29816" y="12492"/>
                    </a:lnTo>
                    <a:lnTo>
                      <a:pt x="29858" y="12366"/>
                    </a:lnTo>
                    <a:lnTo>
                      <a:pt x="29942" y="12262"/>
                    </a:lnTo>
                    <a:lnTo>
                      <a:pt x="29921" y="12115"/>
                    </a:lnTo>
                    <a:lnTo>
                      <a:pt x="29963" y="12011"/>
                    </a:lnTo>
                    <a:lnTo>
                      <a:pt x="30046" y="11969"/>
                    </a:lnTo>
                    <a:lnTo>
                      <a:pt x="30130" y="12011"/>
                    </a:lnTo>
                    <a:lnTo>
                      <a:pt x="30214" y="11990"/>
                    </a:lnTo>
                    <a:lnTo>
                      <a:pt x="30277" y="11885"/>
                    </a:lnTo>
                    <a:lnTo>
                      <a:pt x="30256" y="11655"/>
                    </a:lnTo>
                    <a:lnTo>
                      <a:pt x="30318" y="11550"/>
                    </a:lnTo>
                    <a:lnTo>
                      <a:pt x="30318" y="11153"/>
                    </a:lnTo>
                    <a:lnTo>
                      <a:pt x="30214" y="11027"/>
                    </a:lnTo>
                    <a:lnTo>
                      <a:pt x="30172" y="10860"/>
                    </a:lnTo>
                    <a:lnTo>
                      <a:pt x="30109" y="10692"/>
                    </a:lnTo>
                    <a:lnTo>
                      <a:pt x="30067" y="10588"/>
                    </a:lnTo>
                    <a:lnTo>
                      <a:pt x="30025" y="10525"/>
                    </a:lnTo>
                    <a:lnTo>
                      <a:pt x="29963" y="10525"/>
                    </a:lnTo>
                    <a:lnTo>
                      <a:pt x="29921" y="10630"/>
                    </a:lnTo>
                    <a:lnTo>
                      <a:pt x="29795" y="10839"/>
                    </a:lnTo>
                    <a:lnTo>
                      <a:pt x="29628" y="10964"/>
                    </a:lnTo>
                    <a:lnTo>
                      <a:pt x="29607" y="11069"/>
                    </a:lnTo>
                    <a:lnTo>
                      <a:pt x="29607" y="11278"/>
                    </a:lnTo>
                    <a:lnTo>
                      <a:pt x="29544" y="11341"/>
                    </a:lnTo>
                    <a:lnTo>
                      <a:pt x="29481" y="11278"/>
                    </a:lnTo>
                    <a:lnTo>
                      <a:pt x="29398" y="11362"/>
                    </a:lnTo>
                    <a:lnTo>
                      <a:pt x="29419" y="11383"/>
                    </a:lnTo>
                    <a:lnTo>
                      <a:pt x="29398" y="11446"/>
                    </a:lnTo>
                    <a:lnTo>
                      <a:pt x="29230" y="11529"/>
                    </a:lnTo>
                    <a:lnTo>
                      <a:pt x="29189" y="11592"/>
                    </a:lnTo>
                    <a:lnTo>
                      <a:pt x="29084" y="11697"/>
                    </a:lnTo>
                    <a:lnTo>
                      <a:pt x="29000" y="11697"/>
                    </a:lnTo>
                    <a:lnTo>
                      <a:pt x="29000" y="11634"/>
                    </a:lnTo>
                    <a:lnTo>
                      <a:pt x="29084" y="11592"/>
                    </a:lnTo>
                    <a:lnTo>
                      <a:pt x="29084" y="11467"/>
                    </a:lnTo>
                    <a:lnTo>
                      <a:pt x="29042" y="11425"/>
                    </a:lnTo>
                    <a:lnTo>
                      <a:pt x="29147" y="11278"/>
                    </a:lnTo>
                    <a:lnTo>
                      <a:pt x="29168" y="11174"/>
                    </a:lnTo>
                    <a:lnTo>
                      <a:pt x="29168" y="11069"/>
                    </a:lnTo>
                    <a:lnTo>
                      <a:pt x="29251" y="11027"/>
                    </a:lnTo>
                    <a:lnTo>
                      <a:pt x="29251" y="10923"/>
                    </a:lnTo>
                    <a:lnTo>
                      <a:pt x="29209" y="10902"/>
                    </a:lnTo>
                    <a:lnTo>
                      <a:pt x="29251" y="10755"/>
                    </a:lnTo>
                    <a:lnTo>
                      <a:pt x="29147" y="10609"/>
                    </a:lnTo>
                    <a:lnTo>
                      <a:pt x="29147" y="10525"/>
                    </a:lnTo>
                    <a:lnTo>
                      <a:pt x="29084" y="10420"/>
                    </a:lnTo>
                    <a:lnTo>
                      <a:pt x="29084" y="10379"/>
                    </a:lnTo>
                    <a:lnTo>
                      <a:pt x="29147" y="10400"/>
                    </a:lnTo>
                    <a:lnTo>
                      <a:pt x="29189" y="10400"/>
                    </a:lnTo>
                    <a:lnTo>
                      <a:pt x="29209" y="10525"/>
                    </a:lnTo>
                    <a:lnTo>
                      <a:pt x="29272" y="10504"/>
                    </a:lnTo>
                    <a:lnTo>
                      <a:pt x="29377" y="10379"/>
                    </a:lnTo>
                    <a:lnTo>
                      <a:pt x="29481" y="10379"/>
                    </a:lnTo>
                    <a:lnTo>
                      <a:pt x="29565" y="10295"/>
                    </a:lnTo>
                    <a:lnTo>
                      <a:pt x="29481" y="10232"/>
                    </a:lnTo>
                    <a:lnTo>
                      <a:pt x="29377" y="10316"/>
                    </a:lnTo>
                    <a:lnTo>
                      <a:pt x="29293" y="10232"/>
                    </a:lnTo>
                    <a:lnTo>
                      <a:pt x="29189" y="10211"/>
                    </a:lnTo>
                    <a:lnTo>
                      <a:pt x="29189" y="10107"/>
                    </a:lnTo>
                    <a:lnTo>
                      <a:pt x="29230" y="10065"/>
                    </a:lnTo>
                    <a:lnTo>
                      <a:pt x="29209" y="10002"/>
                    </a:lnTo>
                    <a:lnTo>
                      <a:pt x="29126" y="10023"/>
                    </a:lnTo>
                    <a:lnTo>
                      <a:pt x="29105" y="10107"/>
                    </a:lnTo>
                    <a:lnTo>
                      <a:pt x="28958" y="10169"/>
                    </a:lnTo>
                    <a:lnTo>
                      <a:pt x="28854" y="10065"/>
                    </a:lnTo>
                    <a:lnTo>
                      <a:pt x="28854" y="9939"/>
                    </a:lnTo>
                    <a:lnTo>
                      <a:pt x="28770" y="9918"/>
                    </a:lnTo>
                    <a:lnTo>
                      <a:pt x="28665" y="9939"/>
                    </a:lnTo>
                    <a:lnTo>
                      <a:pt x="28603" y="9897"/>
                    </a:lnTo>
                    <a:lnTo>
                      <a:pt x="28644" y="9793"/>
                    </a:lnTo>
                    <a:lnTo>
                      <a:pt x="28707" y="9772"/>
                    </a:lnTo>
                    <a:lnTo>
                      <a:pt x="28749" y="9709"/>
                    </a:lnTo>
                    <a:lnTo>
                      <a:pt x="28812" y="9709"/>
                    </a:lnTo>
                    <a:lnTo>
                      <a:pt x="29126" y="9500"/>
                    </a:lnTo>
                    <a:lnTo>
                      <a:pt x="29168" y="9458"/>
                    </a:lnTo>
                    <a:lnTo>
                      <a:pt x="29042" y="9332"/>
                    </a:lnTo>
                    <a:lnTo>
                      <a:pt x="28875" y="9353"/>
                    </a:lnTo>
                    <a:lnTo>
                      <a:pt x="28875" y="9332"/>
                    </a:lnTo>
                    <a:lnTo>
                      <a:pt x="28979" y="9270"/>
                    </a:lnTo>
                    <a:lnTo>
                      <a:pt x="29042" y="9144"/>
                    </a:lnTo>
                    <a:lnTo>
                      <a:pt x="29168" y="9081"/>
                    </a:lnTo>
                    <a:lnTo>
                      <a:pt x="29147" y="9228"/>
                    </a:lnTo>
                    <a:lnTo>
                      <a:pt x="29189" y="9332"/>
                    </a:lnTo>
                    <a:lnTo>
                      <a:pt x="29293" y="9291"/>
                    </a:lnTo>
                    <a:lnTo>
                      <a:pt x="29377" y="9332"/>
                    </a:lnTo>
                    <a:lnTo>
                      <a:pt x="29461" y="9249"/>
                    </a:lnTo>
                    <a:lnTo>
                      <a:pt x="29461" y="9144"/>
                    </a:lnTo>
                    <a:lnTo>
                      <a:pt x="29377" y="9039"/>
                    </a:lnTo>
                    <a:lnTo>
                      <a:pt x="29293" y="9019"/>
                    </a:lnTo>
                    <a:lnTo>
                      <a:pt x="29293" y="8935"/>
                    </a:lnTo>
                    <a:lnTo>
                      <a:pt x="29314" y="8830"/>
                    </a:lnTo>
                    <a:lnTo>
                      <a:pt x="29293" y="8726"/>
                    </a:lnTo>
                    <a:lnTo>
                      <a:pt x="29314" y="8663"/>
                    </a:lnTo>
                    <a:lnTo>
                      <a:pt x="29314" y="8600"/>
                    </a:lnTo>
                    <a:lnTo>
                      <a:pt x="29209" y="8454"/>
                    </a:lnTo>
                    <a:lnTo>
                      <a:pt x="29272" y="8349"/>
                    </a:lnTo>
                    <a:lnTo>
                      <a:pt x="29209" y="8244"/>
                    </a:lnTo>
                    <a:lnTo>
                      <a:pt x="29272" y="8223"/>
                    </a:lnTo>
                    <a:lnTo>
                      <a:pt x="29272" y="8077"/>
                    </a:lnTo>
                    <a:lnTo>
                      <a:pt x="29356" y="7931"/>
                    </a:lnTo>
                    <a:lnTo>
                      <a:pt x="29356" y="7847"/>
                    </a:lnTo>
                    <a:lnTo>
                      <a:pt x="29419" y="7742"/>
                    </a:lnTo>
                    <a:lnTo>
                      <a:pt x="29419" y="7700"/>
                    </a:lnTo>
                    <a:lnTo>
                      <a:pt x="29356" y="7659"/>
                    </a:lnTo>
                    <a:lnTo>
                      <a:pt x="29377" y="7449"/>
                    </a:lnTo>
                    <a:lnTo>
                      <a:pt x="29356" y="7324"/>
                    </a:lnTo>
                    <a:lnTo>
                      <a:pt x="29251" y="7261"/>
                    </a:lnTo>
                    <a:lnTo>
                      <a:pt x="29272" y="7177"/>
                    </a:lnTo>
                    <a:lnTo>
                      <a:pt x="29251" y="7073"/>
                    </a:lnTo>
                    <a:lnTo>
                      <a:pt x="29293" y="7052"/>
                    </a:lnTo>
                    <a:lnTo>
                      <a:pt x="29335" y="6947"/>
                    </a:lnTo>
                    <a:lnTo>
                      <a:pt x="29272" y="6884"/>
                    </a:lnTo>
                    <a:lnTo>
                      <a:pt x="29230" y="6863"/>
                    </a:lnTo>
                    <a:cubicBezTo>
                      <a:pt x="29272" y="6842"/>
                      <a:pt x="29293" y="6801"/>
                      <a:pt x="29293" y="6759"/>
                    </a:cubicBezTo>
                    <a:cubicBezTo>
                      <a:pt x="29314" y="6696"/>
                      <a:pt x="29335" y="6654"/>
                      <a:pt x="29335" y="6591"/>
                    </a:cubicBezTo>
                    <a:lnTo>
                      <a:pt x="29377" y="6550"/>
                    </a:lnTo>
                    <a:lnTo>
                      <a:pt x="29377" y="6445"/>
                    </a:lnTo>
                    <a:lnTo>
                      <a:pt x="29440" y="6445"/>
                    </a:lnTo>
                    <a:lnTo>
                      <a:pt x="29523" y="6361"/>
                    </a:lnTo>
                    <a:lnTo>
                      <a:pt x="29586" y="6257"/>
                    </a:lnTo>
                    <a:lnTo>
                      <a:pt x="29649" y="6215"/>
                    </a:lnTo>
                    <a:lnTo>
                      <a:pt x="29753" y="6215"/>
                    </a:lnTo>
                    <a:lnTo>
                      <a:pt x="29816" y="6131"/>
                    </a:lnTo>
                    <a:lnTo>
                      <a:pt x="29900" y="6068"/>
                    </a:lnTo>
                    <a:lnTo>
                      <a:pt x="29942" y="5964"/>
                    </a:lnTo>
                    <a:lnTo>
                      <a:pt x="29942" y="5838"/>
                    </a:lnTo>
                    <a:lnTo>
                      <a:pt x="29900" y="5796"/>
                    </a:lnTo>
                    <a:lnTo>
                      <a:pt x="29963" y="5713"/>
                    </a:lnTo>
                    <a:lnTo>
                      <a:pt x="30005" y="5629"/>
                    </a:lnTo>
                    <a:lnTo>
                      <a:pt x="29795" y="5629"/>
                    </a:lnTo>
                    <a:lnTo>
                      <a:pt x="29733" y="5587"/>
                    </a:lnTo>
                    <a:lnTo>
                      <a:pt x="29753" y="5503"/>
                    </a:lnTo>
                    <a:lnTo>
                      <a:pt x="29837" y="5503"/>
                    </a:lnTo>
                    <a:lnTo>
                      <a:pt x="29921" y="5545"/>
                    </a:lnTo>
                    <a:lnTo>
                      <a:pt x="30025" y="5545"/>
                    </a:lnTo>
                    <a:lnTo>
                      <a:pt x="30130" y="5587"/>
                    </a:lnTo>
                    <a:lnTo>
                      <a:pt x="30214" y="5524"/>
                    </a:lnTo>
                    <a:lnTo>
                      <a:pt x="30297" y="5545"/>
                    </a:lnTo>
                    <a:lnTo>
                      <a:pt x="30318" y="5650"/>
                    </a:lnTo>
                    <a:lnTo>
                      <a:pt x="30465" y="5796"/>
                    </a:lnTo>
                    <a:lnTo>
                      <a:pt x="30549" y="5796"/>
                    </a:lnTo>
                    <a:lnTo>
                      <a:pt x="30569" y="5838"/>
                    </a:lnTo>
                    <a:lnTo>
                      <a:pt x="30653" y="5859"/>
                    </a:lnTo>
                    <a:lnTo>
                      <a:pt x="30779" y="5817"/>
                    </a:lnTo>
                    <a:lnTo>
                      <a:pt x="30988" y="5692"/>
                    </a:lnTo>
                    <a:lnTo>
                      <a:pt x="31134" y="5524"/>
                    </a:lnTo>
                    <a:lnTo>
                      <a:pt x="31302" y="5399"/>
                    </a:lnTo>
                    <a:lnTo>
                      <a:pt x="31365" y="5315"/>
                    </a:lnTo>
                    <a:lnTo>
                      <a:pt x="31302" y="5294"/>
                    </a:lnTo>
                    <a:lnTo>
                      <a:pt x="31344" y="5231"/>
                    </a:lnTo>
                    <a:lnTo>
                      <a:pt x="31469" y="5231"/>
                    </a:lnTo>
                    <a:lnTo>
                      <a:pt x="31595" y="5085"/>
                    </a:lnTo>
                    <a:lnTo>
                      <a:pt x="31825" y="4897"/>
                    </a:lnTo>
                    <a:lnTo>
                      <a:pt x="31825" y="4855"/>
                    </a:lnTo>
                    <a:lnTo>
                      <a:pt x="31930" y="4834"/>
                    </a:lnTo>
                    <a:lnTo>
                      <a:pt x="32013" y="4687"/>
                    </a:lnTo>
                    <a:lnTo>
                      <a:pt x="32181" y="4541"/>
                    </a:lnTo>
                    <a:lnTo>
                      <a:pt x="32222" y="4415"/>
                    </a:lnTo>
                    <a:lnTo>
                      <a:pt x="32285" y="4415"/>
                    </a:lnTo>
                    <a:lnTo>
                      <a:pt x="32327" y="4436"/>
                    </a:lnTo>
                    <a:lnTo>
                      <a:pt x="32327" y="4436"/>
                    </a:lnTo>
                    <a:lnTo>
                      <a:pt x="32306" y="4353"/>
                    </a:lnTo>
                    <a:lnTo>
                      <a:pt x="32222" y="4311"/>
                    </a:lnTo>
                    <a:lnTo>
                      <a:pt x="32222" y="4227"/>
                    </a:lnTo>
                    <a:lnTo>
                      <a:pt x="32076" y="4122"/>
                    </a:lnTo>
                    <a:lnTo>
                      <a:pt x="31804" y="4081"/>
                    </a:lnTo>
                    <a:lnTo>
                      <a:pt x="31657" y="4060"/>
                    </a:lnTo>
                    <a:lnTo>
                      <a:pt x="31574" y="4081"/>
                    </a:lnTo>
                    <a:lnTo>
                      <a:pt x="31511" y="4060"/>
                    </a:lnTo>
                    <a:lnTo>
                      <a:pt x="31511" y="3976"/>
                    </a:lnTo>
                    <a:lnTo>
                      <a:pt x="31469" y="3871"/>
                    </a:lnTo>
                    <a:lnTo>
                      <a:pt x="31406" y="3871"/>
                    </a:lnTo>
                    <a:lnTo>
                      <a:pt x="31385" y="3850"/>
                    </a:lnTo>
                    <a:lnTo>
                      <a:pt x="31281" y="3829"/>
                    </a:lnTo>
                    <a:lnTo>
                      <a:pt x="31197" y="3704"/>
                    </a:lnTo>
                    <a:lnTo>
                      <a:pt x="31051" y="3704"/>
                    </a:lnTo>
                    <a:lnTo>
                      <a:pt x="30967" y="3788"/>
                    </a:lnTo>
                    <a:lnTo>
                      <a:pt x="30946" y="3704"/>
                    </a:lnTo>
                    <a:lnTo>
                      <a:pt x="30841" y="3704"/>
                    </a:lnTo>
                    <a:lnTo>
                      <a:pt x="30779" y="3641"/>
                    </a:lnTo>
                    <a:lnTo>
                      <a:pt x="30674" y="3662"/>
                    </a:lnTo>
                    <a:lnTo>
                      <a:pt x="30507" y="3662"/>
                    </a:lnTo>
                    <a:lnTo>
                      <a:pt x="30235" y="3725"/>
                    </a:lnTo>
                    <a:lnTo>
                      <a:pt x="30130" y="3871"/>
                    </a:lnTo>
                    <a:lnTo>
                      <a:pt x="30214" y="3976"/>
                    </a:lnTo>
                    <a:lnTo>
                      <a:pt x="30130" y="4018"/>
                    </a:lnTo>
                    <a:lnTo>
                      <a:pt x="30109" y="4060"/>
                    </a:lnTo>
                    <a:lnTo>
                      <a:pt x="30193" y="4164"/>
                    </a:lnTo>
                    <a:lnTo>
                      <a:pt x="30214" y="4290"/>
                    </a:lnTo>
                    <a:lnTo>
                      <a:pt x="30088" y="4290"/>
                    </a:lnTo>
                    <a:lnTo>
                      <a:pt x="30046" y="4185"/>
                    </a:lnTo>
                    <a:lnTo>
                      <a:pt x="29984" y="4060"/>
                    </a:lnTo>
                    <a:lnTo>
                      <a:pt x="29900" y="4039"/>
                    </a:lnTo>
                    <a:lnTo>
                      <a:pt x="29816" y="4164"/>
                    </a:lnTo>
                    <a:lnTo>
                      <a:pt x="29837" y="4227"/>
                    </a:lnTo>
                    <a:lnTo>
                      <a:pt x="29837" y="4290"/>
                    </a:lnTo>
                    <a:lnTo>
                      <a:pt x="29733" y="4332"/>
                    </a:lnTo>
                    <a:lnTo>
                      <a:pt x="29712" y="4478"/>
                    </a:lnTo>
                    <a:lnTo>
                      <a:pt x="29565" y="4646"/>
                    </a:lnTo>
                    <a:lnTo>
                      <a:pt x="29523" y="4771"/>
                    </a:lnTo>
                    <a:lnTo>
                      <a:pt x="29502" y="4855"/>
                    </a:lnTo>
                    <a:lnTo>
                      <a:pt x="29565" y="4876"/>
                    </a:lnTo>
                    <a:lnTo>
                      <a:pt x="29461" y="4959"/>
                    </a:lnTo>
                    <a:lnTo>
                      <a:pt x="29461" y="5064"/>
                    </a:lnTo>
                    <a:lnTo>
                      <a:pt x="29377" y="5106"/>
                    </a:lnTo>
                    <a:lnTo>
                      <a:pt x="29272" y="5357"/>
                    </a:lnTo>
                    <a:lnTo>
                      <a:pt x="29272" y="5482"/>
                    </a:lnTo>
                    <a:lnTo>
                      <a:pt x="29209" y="5566"/>
                    </a:lnTo>
                    <a:lnTo>
                      <a:pt x="29293" y="5629"/>
                    </a:lnTo>
                    <a:lnTo>
                      <a:pt x="29293" y="5713"/>
                    </a:lnTo>
                    <a:lnTo>
                      <a:pt x="29251" y="5734"/>
                    </a:lnTo>
                    <a:lnTo>
                      <a:pt x="29251" y="5838"/>
                    </a:lnTo>
                    <a:lnTo>
                      <a:pt x="29189" y="6026"/>
                    </a:lnTo>
                    <a:lnTo>
                      <a:pt x="29063" y="6215"/>
                    </a:lnTo>
                    <a:lnTo>
                      <a:pt x="29084" y="6257"/>
                    </a:lnTo>
                    <a:lnTo>
                      <a:pt x="29189" y="6257"/>
                    </a:lnTo>
                    <a:lnTo>
                      <a:pt x="29209" y="6319"/>
                    </a:lnTo>
                    <a:cubicBezTo>
                      <a:pt x="29189" y="6319"/>
                      <a:pt x="29168" y="6340"/>
                      <a:pt x="29168" y="6340"/>
                    </a:cubicBezTo>
                    <a:lnTo>
                      <a:pt x="29105" y="6319"/>
                    </a:lnTo>
                    <a:lnTo>
                      <a:pt x="29042" y="6361"/>
                    </a:lnTo>
                    <a:lnTo>
                      <a:pt x="28958" y="6508"/>
                    </a:lnTo>
                    <a:lnTo>
                      <a:pt x="29042" y="6508"/>
                    </a:lnTo>
                    <a:cubicBezTo>
                      <a:pt x="29000" y="6529"/>
                      <a:pt x="28979" y="6550"/>
                      <a:pt x="28979" y="6612"/>
                    </a:cubicBezTo>
                    <a:lnTo>
                      <a:pt x="28875" y="6570"/>
                    </a:lnTo>
                    <a:lnTo>
                      <a:pt x="28791" y="6633"/>
                    </a:lnTo>
                    <a:lnTo>
                      <a:pt x="28791" y="6738"/>
                    </a:lnTo>
                    <a:lnTo>
                      <a:pt x="28644" y="6842"/>
                    </a:lnTo>
                    <a:lnTo>
                      <a:pt x="28582" y="6884"/>
                    </a:lnTo>
                    <a:cubicBezTo>
                      <a:pt x="28665" y="6612"/>
                      <a:pt x="28728" y="6257"/>
                      <a:pt x="28749" y="5943"/>
                    </a:cubicBezTo>
                    <a:lnTo>
                      <a:pt x="28937" y="5838"/>
                    </a:lnTo>
                    <a:lnTo>
                      <a:pt x="28937" y="5734"/>
                    </a:lnTo>
                    <a:lnTo>
                      <a:pt x="29000" y="5566"/>
                    </a:lnTo>
                    <a:lnTo>
                      <a:pt x="29000" y="5399"/>
                    </a:lnTo>
                    <a:lnTo>
                      <a:pt x="29063" y="5315"/>
                    </a:lnTo>
                    <a:lnTo>
                      <a:pt x="28979" y="5315"/>
                    </a:lnTo>
                    <a:lnTo>
                      <a:pt x="28937" y="5378"/>
                    </a:lnTo>
                    <a:lnTo>
                      <a:pt x="28791" y="5420"/>
                    </a:lnTo>
                    <a:lnTo>
                      <a:pt x="28728" y="5545"/>
                    </a:lnTo>
                    <a:lnTo>
                      <a:pt x="28686" y="5503"/>
                    </a:lnTo>
                    <a:lnTo>
                      <a:pt x="28686" y="5399"/>
                    </a:lnTo>
                    <a:lnTo>
                      <a:pt x="28770" y="5357"/>
                    </a:lnTo>
                    <a:lnTo>
                      <a:pt x="28770" y="5231"/>
                    </a:lnTo>
                    <a:lnTo>
                      <a:pt x="28749" y="5169"/>
                    </a:lnTo>
                    <a:lnTo>
                      <a:pt x="28665" y="5127"/>
                    </a:lnTo>
                    <a:lnTo>
                      <a:pt x="28749" y="5127"/>
                    </a:lnTo>
                    <a:lnTo>
                      <a:pt x="28791" y="5106"/>
                    </a:lnTo>
                    <a:lnTo>
                      <a:pt x="28770" y="4980"/>
                    </a:lnTo>
                    <a:lnTo>
                      <a:pt x="28582" y="4876"/>
                    </a:lnTo>
                    <a:lnTo>
                      <a:pt x="28540" y="4897"/>
                    </a:lnTo>
                    <a:lnTo>
                      <a:pt x="28352" y="4918"/>
                    </a:lnTo>
                    <a:lnTo>
                      <a:pt x="28331" y="4980"/>
                    </a:lnTo>
                    <a:lnTo>
                      <a:pt x="28247" y="4980"/>
                    </a:lnTo>
                    <a:lnTo>
                      <a:pt x="28247" y="4897"/>
                    </a:lnTo>
                    <a:lnTo>
                      <a:pt x="28331" y="4771"/>
                    </a:lnTo>
                    <a:lnTo>
                      <a:pt x="28414" y="4771"/>
                    </a:lnTo>
                    <a:lnTo>
                      <a:pt x="28540" y="4666"/>
                    </a:lnTo>
                    <a:lnTo>
                      <a:pt x="28749" y="4604"/>
                    </a:lnTo>
                    <a:lnTo>
                      <a:pt x="28791" y="4562"/>
                    </a:lnTo>
                    <a:lnTo>
                      <a:pt x="28937" y="4541"/>
                    </a:lnTo>
                    <a:lnTo>
                      <a:pt x="29000" y="4541"/>
                    </a:lnTo>
                    <a:lnTo>
                      <a:pt x="29063" y="4583"/>
                    </a:lnTo>
                    <a:lnTo>
                      <a:pt x="29105" y="4562"/>
                    </a:lnTo>
                    <a:lnTo>
                      <a:pt x="29147" y="4394"/>
                    </a:lnTo>
                    <a:lnTo>
                      <a:pt x="29189" y="4332"/>
                    </a:lnTo>
                    <a:lnTo>
                      <a:pt x="29063" y="4248"/>
                    </a:lnTo>
                    <a:lnTo>
                      <a:pt x="29042" y="4185"/>
                    </a:lnTo>
                    <a:lnTo>
                      <a:pt x="29105" y="4164"/>
                    </a:lnTo>
                    <a:lnTo>
                      <a:pt x="29168" y="4122"/>
                    </a:lnTo>
                    <a:lnTo>
                      <a:pt x="29189" y="4164"/>
                    </a:lnTo>
                    <a:lnTo>
                      <a:pt x="29272" y="4185"/>
                    </a:lnTo>
                    <a:lnTo>
                      <a:pt x="29419" y="4122"/>
                    </a:lnTo>
                    <a:lnTo>
                      <a:pt x="29481" y="4039"/>
                    </a:lnTo>
                    <a:lnTo>
                      <a:pt x="29461" y="3955"/>
                    </a:lnTo>
                    <a:lnTo>
                      <a:pt x="29481" y="3913"/>
                    </a:lnTo>
                    <a:lnTo>
                      <a:pt x="29461" y="3829"/>
                    </a:lnTo>
                    <a:lnTo>
                      <a:pt x="29377" y="3850"/>
                    </a:lnTo>
                    <a:lnTo>
                      <a:pt x="29293" y="3746"/>
                    </a:lnTo>
                    <a:lnTo>
                      <a:pt x="29042" y="3746"/>
                    </a:lnTo>
                    <a:lnTo>
                      <a:pt x="28958" y="3725"/>
                    </a:lnTo>
                    <a:lnTo>
                      <a:pt x="28896" y="3767"/>
                    </a:lnTo>
                    <a:lnTo>
                      <a:pt x="28770" y="3767"/>
                    </a:lnTo>
                    <a:lnTo>
                      <a:pt x="28665" y="3725"/>
                    </a:lnTo>
                    <a:lnTo>
                      <a:pt x="28582" y="3746"/>
                    </a:lnTo>
                    <a:lnTo>
                      <a:pt x="28519" y="3641"/>
                    </a:lnTo>
                    <a:lnTo>
                      <a:pt x="28435" y="3599"/>
                    </a:lnTo>
                    <a:lnTo>
                      <a:pt x="28435" y="3516"/>
                    </a:lnTo>
                    <a:lnTo>
                      <a:pt x="28477" y="3453"/>
                    </a:lnTo>
                    <a:lnTo>
                      <a:pt x="28456" y="3411"/>
                    </a:lnTo>
                    <a:lnTo>
                      <a:pt x="28310" y="3390"/>
                    </a:lnTo>
                    <a:lnTo>
                      <a:pt x="28226" y="3432"/>
                    </a:lnTo>
                    <a:lnTo>
                      <a:pt x="28163" y="3495"/>
                    </a:lnTo>
                    <a:lnTo>
                      <a:pt x="28226" y="3537"/>
                    </a:lnTo>
                    <a:lnTo>
                      <a:pt x="28331" y="3537"/>
                    </a:lnTo>
                    <a:lnTo>
                      <a:pt x="28268" y="3641"/>
                    </a:lnTo>
                    <a:lnTo>
                      <a:pt x="28142" y="3620"/>
                    </a:lnTo>
                    <a:lnTo>
                      <a:pt x="28059" y="3495"/>
                    </a:lnTo>
                    <a:lnTo>
                      <a:pt x="28017" y="3516"/>
                    </a:lnTo>
                    <a:lnTo>
                      <a:pt x="27954" y="3495"/>
                    </a:lnTo>
                    <a:lnTo>
                      <a:pt x="27849" y="3537"/>
                    </a:lnTo>
                    <a:lnTo>
                      <a:pt x="27828" y="3641"/>
                    </a:lnTo>
                    <a:lnTo>
                      <a:pt x="27787" y="3662"/>
                    </a:lnTo>
                    <a:lnTo>
                      <a:pt x="27808" y="3767"/>
                    </a:lnTo>
                    <a:lnTo>
                      <a:pt x="27808" y="3871"/>
                    </a:lnTo>
                    <a:lnTo>
                      <a:pt x="27891" y="3934"/>
                    </a:lnTo>
                    <a:lnTo>
                      <a:pt x="27891" y="4060"/>
                    </a:lnTo>
                    <a:lnTo>
                      <a:pt x="27828" y="4122"/>
                    </a:lnTo>
                    <a:lnTo>
                      <a:pt x="27808" y="4248"/>
                    </a:lnTo>
                    <a:lnTo>
                      <a:pt x="27787" y="4248"/>
                    </a:lnTo>
                    <a:lnTo>
                      <a:pt x="27745" y="4018"/>
                    </a:lnTo>
                    <a:lnTo>
                      <a:pt x="27703" y="3913"/>
                    </a:lnTo>
                    <a:lnTo>
                      <a:pt x="27619" y="3850"/>
                    </a:lnTo>
                    <a:lnTo>
                      <a:pt x="27598" y="3934"/>
                    </a:lnTo>
                    <a:lnTo>
                      <a:pt x="27515" y="3934"/>
                    </a:lnTo>
                    <a:lnTo>
                      <a:pt x="27431" y="4018"/>
                    </a:lnTo>
                    <a:lnTo>
                      <a:pt x="27431" y="4143"/>
                    </a:lnTo>
                    <a:lnTo>
                      <a:pt x="27515" y="4248"/>
                    </a:lnTo>
                    <a:lnTo>
                      <a:pt x="27515" y="4332"/>
                    </a:lnTo>
                    <a:lnTo>
                      <a:pt x="27619" y="4457"/>
                    </a:lnTo>
                    <a:lnTo>
                      <a:pt x="27745" y="4457"/>
                    </a:lnTo>
                    <a:lnTo>
                      <a:pt x="27808" y="4353"/>
                    </a:lnTo>
                    <a:lnTo>
                      <a:pt x="27828" y="4353"/>
                    </a:lnTo>
                    <a:lnTo>
                      <a:pt x="27849" y="4457"/>
                    </a:lnTo>
                    <a:lnTo>
                      <a:pt x="27933" y="4583"/>
                    </a:lnTo>
                    <a:lnTo>
                      <a:pt x="27933" y="4666"/>
                    </a:lnTo>
                    <a:lnTo>
                      <a:pt x="27849" y="4666"/>
                    </a:lnTo>
                    <a:lnTo>
                      <a:pt x="27808" y="4562"/>
                    </a:lnTo>
                    <a:lnTo>
                      <a:pt x="27724" y="4541"/>
                    </a:lnTo>
                    <a:lnTo>
                      <a:pt x="27619" y="4562"/>
                    </a:lnTo>
                    <a:lnTo>
                      <a:pt x="27577" y="4604"/>
                    </a:lnTo>
                    <a:lnTo>
                      <a:pt x="27619" y="4708"/>
                    </a:lnTo>
                    <a:lnTo>
                      <a:pt x="27598" y="4792"/>
                    </a:lnTo>
                    <a:lnTo>
                      <a:pt x="27515" y="4876"/>
                    </a:lnTo>
                    <a:lnTo>
                      <a:pt x="27536" y="4959"/>
                    </a:lnTo>
                    <a:lnTo>
                      <a:pt x="27473" y="5085"/>
                    </a:lnTo>
                    <a:lnTo>
                      <a:pt x="27410" y="5127"/>
                    </a:lnTo>
                    <a:lnTo>
                      <a:pt x="27431" y="5231"/>
                    </a:lnTo>
                    <a:lnTo>
                      <a:pt x="27389" y="5294"/>
                    </a:lnTo>
                    <a:lnTo>
                      <a:pt x="27284" y="5273"/>
                    </a:lnTo>
                    <a:lnTo>
                      <a:pt x="27201" y="5169"/>
                    </a:lnTo>
                    <a:lnTo>
                      <a:pt x="27201" y="5064"/>
                    </a:lnTo>
                    <a:lnTo>
                      <a:pt x="27075" y="4897"/>
                    </a:lnTo>
                    <a:lnTo>
                      <a:pt x="27075" y="4792"/>
                    </a:lnTo>
                    <a:lnTo>
                      <a:pt x="27054" y="4708"/>
                    </a:lnTo>
                    <a:lnTo>
                      <a:pt x="26950" y="4687"/>
                    </a:lnTo>
                    <a:lnTo>
                      <a:pt x="26950" y="4646"/>
                    </a:lnTo>
                    <a:lnTo>
                      <a:pt x="26992" y="4604"/>
                    </a:lnTo>
                    <a:lnTo>
                      <a:pt x="27033" y="4562"/>
                    </a:lnTo>
                    <a:lnTo>
                      <a:pt x="26992" y="4478"/>
                    </a:lnTo>
                    <a:lnTo>
                      <a:pt x="26887" y="4457"/>
                    </a:lnTo>
                    <a:lnTo>
                      <a:pt x="26740" y="4499"/>
                    </a:lnTo>
                    <a:lnTo>
                      <a:pt x="26699" y="4457"/>
                    </a:lnTo>
                    <a:lnTo>
                      <a:pt x="26657" y="4478"/>
                    </a:lnTo>
                    <a:lnTo>
                      <a:pt x="26594" y="4562"/>
                    </a:lnTo>
                    <a:lnTo>
                      <a:pt x="26489" y="4604"/>
                    </a:lnTo>
                    <a:lnTo>
                      <a:pt x="26364" y="4792"/>
                    </a:lnTo>
                    <a:lnTo>
                      <a:pt x="26427" y="4876"/>
                    </a:lnTo>
                    <a:lnTo>
                      <a:pt x="26427" y="5064"/>
                    </a:lnTo>
                    <a:lnTo>
                      <a:pt x="26385" y="5127"/>
                    </a:lnTo>
                    <a:lnTo>
                      <a:pt x="26448" y="5210"/>
                    </a:lnTo>
                    <a:lnTo>
                      <a:pt x="26427" y="5378"/>
                    </a:lnTo>
                    <a:lnTo>
                      <a:pt x="26322" y="5420"/>
                    </a:lnTo>
                    <a:lnTo>
                      <a:pt x="26322" y="5545"/>
                    </a:lnTo>
                    <a:lnTo>
                      <a:pt x="26364" y="5608"/>
                    </a:lnTo>
                    <a:lnTo>
                      <a:pt x="26448" y="5587"/>
                    </a:lnTo>
                    <a:lnTo>
                      <a:pt x="26489" y="5629"/>
                    </a:lnTo>
                    <a:lnTo>
                      <a:pt x="26573" y="5587"/>
                    </a:lnTo>
                    <a:lnTo>
                      <a:pt x="26636" y="5608"/>
                    </a:lnTo>
                    <a:lnTo>
                      <a:pt x="26636" y="5734"/>
                    </a:lnTo>
                    <a:lnTo>
                      <a:pt x="26657" y="5796"/>
                    </a:lnTo>
                    <a:lnTo>
                      <a:pt x="26699" y="5796"/>
                    </a:lnTo>
                    <a:lnTo>
                      <a:pt x="26782" y="5922"/>
                    </a:lnTo>
                    <a:lnTo>
                      <a:pt x="26782" y="6110"/>
                    </a:lnTo>
                    <a:lnTo>
                      <a:pt x="26887" y="6236"/>
                    </a:lnTo>
                    <a:lnTo>
                      <a:pt x="26887" y="6319"/>
                    </a:lnTo>
                    <a:lnTo>
                      <a:pt x="26929" y="6424"/>
                    </a:lnTo>
                    <a:lnTo>
                      <a:pt x="27012" y="6466"/>
                    </a:lnTo>
                    <a:lnTo>
                      <a:pt x="26992" y="6550"/>
                    </a:lnTo>
                    <a:lnTo>
                      <a:pt x="27012" y="6696"/>
                    </a:lnTo>
                    <a:lnTo>
                      <a:pt x="26929" y="6842"/>
                    </a:lnTo>
                    <a:lnTo>
                      <a:pt x="27012" y="6905"/>
                    </a:lnTo>
                    <a:lnTo>
                      <a:pt x="27033" y="7052"/>
                    </a:lnTo>
                    <a:lnTo>
                      <a:pt x="27012" y="7156"/>
                    </a:lnTo>
                    <a:lnTo>
                      <a:pt x="27033" y="7198"/>
                    </a:lnTo>
                    <a:lnTo>
                      <a:pt x="27117" y="7156"/>
                    </a:lnTo>
                    <a:lnTo>
                      <a:pt x="27180" y="7198"/>
                    </a:lnTo>
                    <a:lnTo>
                      <a:pt x="27180" y="7324"/>
                    </a:lnTo>
                    <a:lnTo>
                      <a:pt x="27264" y="7387"/>
                    </a:lnTo>
                    <a:lnTo>
                      <a:pt x="27410" y="7324"/>
                    </a:lnTo>
                    <a:lnTo>
                      <a:pt x="27452" y="7198"/>
                    </a:lnTo>
                    <a:lnTo>
                      <a:pt x="27598" y="7114"/>
                    </a:lnTo>
                    <a:lnTo>
                      <a:pt x="27619" y="7010"/>
                    </a:lnTo>
                    <a:lnTo>
                      <a:pt x="27556" y="6968"/>
                    </a:lnTo>
                    <a:lnTo>
                      <a:pt x="27494" y="6759"/>
                    </a:lnTo>
                    <a:lnTo>
                      <a:pt x="27515" y="6654"/>
                    </a:lnTo>
                    <a:lnTo>
                      <a:pt x="27703" y="6466"/>
                    </a:lnTo>
                    <a:lnTo>
                      <a:pt x="27703" y="6550"/>
                    </a:lnTo>
                    <a:lnTo>
                      <a:pt x="27598" y="6675"/>
                    </a:lnTo>
                    <a:lnTo>
                      <a:pt x="27640" y="6905"/>
                    </a:lnTo>
                    <a:lnTo>
                      <a:pt x="27724" y="6947"/>
                    </a:lnTo>
                    <a:lnTo>
                      <a:pt x="27828" y="6884"/>
                    </a:lnTo>
                    <a:lnTo>
                      <a:pt x="27954" y="6968"/>
                    </a:lnTo>
                    <a:lnTo>
                      <a:pt x="28121" y="6905"/>
                    </a:lnTo>
                    <a:lnTo>
                      <a:pt x="28121" y="6842"/>
                    </a:lnTo>
                    <a:lnTo>
                      <a:pt x="28247" y="6780"/>
                    </a:lnTo>
                    <a:lnTo>
                      <a:pt x="28352" y="6780"/>
                    </a:lnTo>
                    <a:lnTo>
                      <a:pt x="28435" y="6738"/>
                    </a:lnTo>
                    <a:lnTo>
                      <a:pt x="28477" y="6780"/>
                    </a:lnTo>
                    <a:lnTo>
                      <a:pt x="28498" y="6759"/>
                    </a:lnTo>
                    <a:lnTo>
                      <a:pt x="28498" y="6759"/>
                    </a:lnTo>
                    <a:cubicBezTo>
                      <a:pt x="28477" y="6863"/>
                      <a:pt x="28456" y="6989"/>
                      <a:pt x="28456" y="7094"/>
                    </a:cubicBezTo>
                    <a:lnTo>
                      <a:pt x="28435" y="7114"/>
                    </a:lnTo>
                    <a:lnTo>
                      <a:pt x="28456" y="7156"/>
                    </a:lnTo>
                    <a:lnTo>
                      <a:pt x="28456" y="7219"/>
                    </a:lnTo>
                    <a:cubicBezTo>
                      <a:pt x="28456" y="7283"/>
                      <a:pt x="28503" y="7308"/>
                      <a:pt x="28554" y="7308"/>
                    </a:cubicBezTo>
                    <a:cubicBezTo>
                      <a:pt x="28586" y="7308"/>
                      <a:pt x="28620" y="7298"/>
                      <a:pt x="28644" y="7282"/>
                    </a:cubicBezTo>
                    <a:lnTo>
                      <a:pt x="28707" y="7282"/>
                    </a:lnTo>
                    <a:lnTo>
                      <a:pt x="28707" y="7324"/>
                    </a:lnTo>
                    <a:lnTo>
                      <a:pt x="28582" y="7533"/>
                    </a:lnTo>
                    <a:lnTo>
                      <a:pt x="28561" y="7617"/>
                    </a:lnTo>
                    <a:lnTo>
                      <a:pt x="28456" y="7679"/>
                    </a:lnTo>
                    <a:lnTo>
                      <a:pt x="28477" y="7596"/>
                    </a:lnTo>
                    <a:lnTo>
                      <a:pt x="28435" y="7533"/>
                    </a:lnTo>
                    <a:lnTo>
                      <a:pt x="28477" y="7407"/>
                    </a:lnTo>
                    <a:lnTo>
                      <a:pt x="28393" y="7324"/>
                    </a:lnTo>
                    <a:lnTo>
                      <a:pt x="28268" y="7387"/>
                    </a:lnTo>
                    <a:lnTo>
                      <a:pt x="28184" y="7512"/>
                    </a:lnTo>
                    <a:lnTo>
                      <a:pt x="28121" y="7512"/>
                    </a:lnTo>
                    <a:lnTo>
                      <a:pt x="28038" y="7679"/>
                    </a:lnTo>
                    <a:lnTo>
                      <a:pt x="27954" y="7700"/>
                    </a:lnTo>
                    <a:lnTo>
                      <a:pt x="27870" y="7910"/>
                    </a:lnTo>
                    <a:lnTo>
                      <a:pt x="27724" y="8056"/>
                    </a:lnTo>
                    <a:lnTo>
                      <a:pt x="27703" y="8203"/>
                    </a:lnTo>
                    <a:lnTo>
                      <a:pt x="27745" y="8328"/>
                    </a:lnTo>
                    <a:lnTo>
                      <a:pt x="27745" y="8412"/>
                    </a:lnTo>
                    <a:lnTo>
                      <a:pt x="27808" y="8433"/>
                    </a:lnTo>
                    <a:lnTo>
                      <a:pt x="27870" y="8370"/>
                    </a:lnTo>
                    <a:lnTo>
                      <a:pt x="27933" y="8370"/>
                    </a:lnTo>
                    <a:lnTo>
                      <a:pt x="27933" y="8454"/>
                    </a:lnTo>
                    <a:lnTo>
                      <a:pt x="27828" y="8537"/>
                    </a:lnTo>
                    <a:lnTo>
                      <a:pt x="27828" y="8579"/>
                    </a:lnTo>
                    <a:lnTo>
                      <a:pt x="27724" y="8579"/>
                    </a:lnTo>
                    <a:lnTo>
                      <a:pt x="27619" y="8642"/>
                    </a:lnTo>
                    <a:lnTo>
                      <a:pt x="27431" y="8830"/>
                    </a:lnTo>
                    <a:lnTo>
                      <a:pt x="27347" y="8935"/>
                    </a:lnTo>
                    <a:lnTo>
                      <a:pt x="27326" y="9207"/>
                    </a:lnTo>
                    <a:lnTo>
                      <a:pt x="27389" y="9311"/>
                    </a:lnTo>
                    <a:lnTo>
                      <a:pt x="27389" y="9395"/>
                    </a:lnTo>
                    <a:lnTo>
                      <a:pt x="27326" y="9500"/>
                    </a:lnTo>
                    <a:lnTo>
                      <a:pt x="27347" y="9563"/>
                    </a:lnTo>
                    <a:lnTo>
                      <a:pt x="27389" y="9625"/>
                    </a:lnTo>
                    <a:lnTo>
                      <a:pt x="27452" y="9625"/>
                    </a:lnTo>
                    <a:lnTo>
                      <a:pt x="27515" y="9667"/>
                    </a:lnTo>
                    <a:lnTo>
                      <a:pt x="27536" y="9793"/>
                    </a:lnTo>
                    <a:lnTo>
                      <a:pt x="27640" y="9835"/>
                    </a:lnTo>
                    <a:lnTo>
                      <a:pt x="27703" y="9939"/>
                    </a:lnTo>
                    <a:lnTo>
                      <a:pt x="27745" y="9939"/>
                    </a:lnTo>
                    <a:lnTo>
                      <a:pt x="27828" y="9814"/>
                    </a:lnTo>
                    <a:lnTo>
                      <a:pt x="27808" y="9939"/>
                    </a:lnTo>
                    <a:lnTo>
                      <a:pt x="27849" y="10107"/>
                    </a:lnTo>
                    <a:lnTo>
                      <a:pt x="28017" y="10127"/>
                    </a:lnTo>
                    <a:lnTo>
                      <a:pt x="28080" y="10190"/>
                    </a:lnTo>
                    <a:lnTo>
                      <a:pt x="28184" y="10190"/>
                    </a:lnTo>
                    <a:lnTo>
                      <a:pt x="28331" y="10211"/>
                    </a:lnTo>
                    <a:lnTo>
                      <a:pt x="28331" y="10295"/>
                    </a:lnTo>
                    <a:lnTo>
                      <a:pt x="28226" y="10504"/>
                    </a:lnTo>
                    <a:lnTo>
                      <a:pt x="28121" y="10546"/>
                    </a:lnTo>
                    <a:lnTo>
                      <a:pt x="28080" y="10525"/>
                    </a:lnTo>
                    <a:lnTo>
                      <a:pt x="28121" y="10420"/>
                    </a:lnTo>
                    <a:lnTo>
                      <a:pt x="28226" y="10379"/>
                    </a:lnTo>
                    <a:lnTo>
                      <a:pt x="28080" y="10337"/>
                    </a:lnTo>
                    <a:lnTo>
                      <a:pt x="27954" y="10379"/>
                    </a:lnTo>
                    <a:lnTo>
                      <a:pt x="27849" y="10504"/>
                    </a:lnTo>
                    <a:lnTo>
                      <a:pt x="27912" y="10546"/>
                    </a:lnTo>
                    <a:lnTo>
                      <a:pt x="27912" y="10630"/>
                    </a:lnTo>
                    <a:lnTo>
                      <a:pt x="27745" y="10713"/>
                    </a:lnTo>
                    <a:lnTo>
                      <a:pt x="27661" y="10797"/>
                    </a:lnTo>
                    <a:lnTo>
                      <a:pt x="27598" y="10797"/>
                    </a:lnTo>
                    <a:lnTo>
                      <a:pt x="27515" y="10944"/>
                    </a:lnTo>
                    <a:lnTo>
                      <a:pt x="27536" y="11006"/>
                    </a:lnTo>
                    <a:lnTo>
                      <a:pt x="27619" y="11006"/>
                    </a:lnTo>
                    <a:lnTo>
                      <a:pt x="27661" y="11048"/>
                    </a:lnTo>
                    <a:lnTo>
                      <a:pt x="27766" y="11027"/>
                    </a:lnTo>
                    <a:lnTo>
                      <a:pt x="27828" y="10923"/>
                    </a:lnTo>
                    <a:lnTo>
                      <a:pt x="27808" y="10860"/>
                    </a:lnTo>
                    <a:lnTo>
                      <a:pt x="27870" y="10839"/>
                    </a:lnTo>
                    <a:lnTo>
                      <a:pt x="27954" y="10797"/>
                    </a:lnTo>
                    <a:lnTo>
                      <a:pt x="28017" y="10839"/>
                    </a:lnTo>
                    <a:lnTo>
                      <a:pt x="27975" y="10944"/>
                    </a:lnTo>
                    <a:lnTo>
                      <a:pt x="27912" y="11069"/>
                    </a:lnTo>
                    <a:lnTo>
                      <a:pt x="27870" y="11236"/>
                    </a:lnTo>
                    <a:lnTo>
                      <a:pt x="27870" y="11320"/>
                    </a:lnTo>
                    <a:lnTo>
                      <a:pt x="27808" y="11383"/>
                    </a:lnTo>
                    <a:lnTo>
                      <a:pt x="27640" y="11425"/>
                    </a:lnTo>
                    <a:lnTo>
                      <a:pt x="27536" y="11529"/>
                    </a:lnTo>
                    <a:lnTo>
                      <a:pt x="27452" y="11550"/>
                    </a:lnTo>
                    <a:lnTo>
                      <a:pt x="27452" y="11592"/>
                    </a:lnTo>
                    <a:lnTo>
                      <a:pt x="27410" y="11697"/>
                    </a:lnTo>
                    <a:lnTo>
                      <a:pt x="27138" y="11801"/>
                    </a:lnTo>
                    <a:lnTo>
                      <a:pt x="27075" y="11906"/>
                    </a:lnTo>
                    <a:lnTo>
                      <a:pt x="26971" y="11948"/>
                    </a:lnTo>
                    <a:lnTo>
                      <a:pt x="26929" y="11885"/>
                    </a:lnTo>
                    <a:lnTo>
                      <a:pt x="26887" y="11885"/>
                    </a:lnTo>
                    <a:lnTo>
                      <a:pt x="26866" y="11843"/>
                    </a:lnTo>
                    <a:lnTo>
                      <a:pt x="26803" y="11906"/>
                    </a:lnTo>
                    <a:lnTo>
                      <a:pt x="26720" y="11948"/>
                    </a:lnTo>
                    <a:lnTo>
                      <a:pt x="26720" y="11948"/>
                    </a:lnTo>
                    <a:lnTo>
                      <a:pt x="26761" y="11885"/>
                    </a:lnTo>
                    <a:lnTo>
                      <a:pt x="26720" y="11843"/>
                    </a:lnTo>
                    <a:lnTo>
                      <a:pt x="26615" y="11948"/>
                    </a:lnTo>
                    <a:lnTo>
                      <a:pt x="26573" y="12094"/>
                    </a:lnTo>
                    <a:lnTo>
                      <a:pt x="26468" y="12262"/>
                    </a:lnTo>
                    <a:lnTo>
                      <a:pt x="26448" y="12304"/>
                    </a:lnTo>
                    <a:lnTo>
                      <a:pt x="26489" y="12387"/>
                    </a:lnTo>
                    <a:lnTo>
                      <a:pt x="26489" y="12471"/>
                    </a:lnTo>
                    <a:lnTo>
                      <a:pt x="26406" y="12617"/>
                    </a:lnTo>
                    <a:lnTo>
                      <a:pt x="26406" y="12701"/>
                    </a:lnTo>
                    <a:lnTo>
                      <a:pt x="26468" y="12785"/>
                    </a:lnTo>
                    <a:lnTo>
                      <a:pt x="26385" y="12827"/>
                    </a:lnTo>
                    <a:lnTo>
                      <a:pt x="26343" y="12952"/>
                    </a:lnTo>
                    <a:lnTo>
                      <a:pt x="26364" y="12952"/>
                    </a:lnTo>
                    <a:lnTo>
                      <a:pt x="26448" y="12931"/>
                    </a:lnTo>
                    <a:lnTo>
                      <a:pt x="26489" y="12848"/>
                    </a:lnTo>
                    <a:lnTo>
                      <a:pt x="26594" y="12889"/>
                    </a:lnTo>
                    <a:lnTo>
                      <a:pt x="26699" y="12806"/>
                    </a:lnTo>
                    <a:lnTo>
                      <a:pt x="26615" y="12910"/>
                    </a:lnTo>
                    <a:lnTo>
                      <a:pt x="26510" y="12910"/>
                    </a:lnTo>
                    <a:lnTo>
                      <a:pt x="26406" y="13015"/>
                    </a:lnTo>
                    <a:lnTo>
                      <a:pt x="26259" y="13057"/>
                    </a:lnTo>
                    <a:lnTo>
                      <a:pt x="26259" y="13203"/>
                    </a:lnTo>
                    <a:lnTo>
                      <a:pt x="26176" y="13266"/>
                    </a:lnTo>
                    <a:lnTo>
                      <a:pt x="26071" y="13203"/>
                    </a:lnTo>
                    <a:lnTo>
                      <a:pt x="25945" y="13203"/>
                    </a:lnTo>
                    <a:lnTo>
                      <a:pt x="25862" y="13120"/>
                    </a:lnTo>
                    <a:lnTo>
                      <a:pt x="25778" y="13161"/>
                    </a:lnTo>
                    <a:lnTo>
                      <a:pt x="25820" y="13350"/>
                    </a:lnTo>
                    <a:lnTo>
                      <a:pt x="25631" y="13245"/>
                    </a:lnTo>
                    <a:lnTo>
                      <a:pt x="25694" y="12994"/>
                    </a:lnTo>
                    <a:lnTo>
                      <a:pt x="25631" y="12827"/>
                    </a:lnTo>
                    <a:lnTo>
                      <a:pt x="25548" y="12722"/>
                    </a:lnTo>
                    <a:lnTo>
                      <a:pt x="25590" y="12555"/>
                    </a:lnTo>
                    <a:lnTo>
                      <a:pt x="25631" y="12555"/>
                    </a:lnTo>
                    <a:lnTo>
                      <a:pt x="25673" y="12722"/>
                    </a:lnTo>
                    <a:lnTo>
                      <a:pt x="25820" y="12638"/>
                    </a:lnTo>
                    <a:lnTo>
                      <a:pt x="25862" y="12743"/>
                    </a:lnTo>
                    <a:lnTo>
                      <a:pt x="25987" y="12806"/>
                    </a:lnTo>
                    <a:lnTo>
                      <a:pt x="26071" y="12722"/>
                    </a:lnTo>
                    <a:lnTo>
                      <a:pt x="26071" y="12638"/>
                    </a:lnTo>
                    <a:lnTo>
                      <a:pt x="26134" y="12492"/>
                    </a:lnTo>
                    <a:lnTo>
                      <a:pt x="26029" y="12513"/>
                    </a:lnTo>
                    <a:lnTo>
                      <a:pt x="25945" y="12492"/>
                    </a:lnTo>
                    <a:lnTo>
                      <a:pt x="26029" y="12429"/>
                    </a:lnTo>
                    <a:lnTo>
                      <a:pt x="26092" y="12304"/>
                    </a:lnTo>
                    <a:lnTo>
                      <a:pt x="26029" y="12304"/>
                    </a:lnTo>
                    <a:lnTo>
                      <a:pt x="25945" y="12387"/>
                    </a:lnTo>
                    <a:lnTo>
                      <a:pt x="25778" y="12429"/>
                    </a:lnTo>
                    <a:lnTo>
                      <a:pt x="25778" y="12345"/>
                    </a:lnTo>
                    <a:lnTo>
                      <a:pt x="25924" y="12283"/>
                    </a:lnTo>
                    <a:lnTo>
                      <a:pt x="25924" y="12178"/>
                    </a:lnTo>
                    <a:lnTo>
                      <a:pt x="25841" y="12178"/>
                    </a:lnTo>
                    <a:lnTo>
                      <a:pt x="25736" y="12220"/>
                    </a:lnTo>
                    <a:lnTo>
                      <a:pt x="25736" y="12136"/>
                    </a:lnTo>
                    <a:lnTo>
                      <a:pt x="25778" y="11969"/>
                    </a:lnTo>
                    <a:lnTo>
                      <a:pt x="25862" y="11864"/>
                    </a:lnTo>
                    <a:lnTo>
                      <a:pt x="25883" y="11969"/>
                    </a:lnTo>
                    <a:lnTo>
                      <a:pt x="25945" y="11906"/>
                    </a:lnTo>
                    <a:lnTo>
                      <a:pt x="25945" y="11822"/>
                    </a:lnTo>
                    <a:lnTo>
                      <a:pt x="26092" y="11676"/>
                    </a:lnTo>
                    <a:lnTo>
                      <a:pt x="26092" y="11592"/>
                    </a:lnTo>
                    <a:lnTo>
                      <a:pt x="26280" y="11488"/>
                    </a:lnTo>
                    <a:lnTo>
                      <a:pt x="26280" y="11362"/>
                    </a:lnTo>
                    <a:lnTo>
                      <a:pt x="26364" y="11299"/>
                    </a:lnTo>
                    <a:lnTo>
                      <a:pt x="26448" y="11278"/>
                    </a:lnTo>
                    <a:lnTo>
                      <a:pt x="26448" y="11236"/>
                    </a:lnTo>
                    <a:lnTo>
                      <a:pt x="26343" y="11236"/>
                    </a:lnTo>
                    <a:lnTo>
                      <a:pt x="26196" y="11257"/>
                    </a:lnTo>
                    <a:lnTo>
                      <a:pt x="26155" y="11425"/>
                    </a:lnTo>
                    <a:lnTo>
                      <a:pt x="26029" y="11488"/>
                    </a:lnTo>
                    <a:lnTo>
                      <a:pt x="25945" y="11467"/>
                    </a:lnTo>
                    <a:lnTo>
                      <a:pt x="25966" y="11425"/>
                    </a:lnTo>
                    <a:lnTo>
                      <a:pt x="26113" y="11362"/>
                    </a:lnTo>
                    <a:lnTo>
                      <a:pt x="26134" y="11257"/>
                    </a:lnTo>
                    <a:lnTo>
                      <a:pt x="26050" y="11216"/>
                    </a:lnTo>
                    <a:lnTo>
                      <a:pt x="25966" y="11236"/>
                    </a:lnTo>
                    <a:lnTo>
                      <a:pt x="25883" y="11153"/>
                    </a:lnTo>
                    <a:lnTo>
                      <a:pt x="25924" y="11069"/>
                    </a:lnTo>
                    <a:lnTo>
                      <a:pt x="25945" y="10944"/>
                    </a:lnTo>
                    <a:lnTo>
                      <a:pt x="25862" y="10860"/>
                    </a:lnTo>
                    <a:lnTo>
                      <a:pt x="25820" y="10902"/>
                    </a:lnTo>
                    <a:lnTo>
                      <a:pt x="25778" y="10964"/>
                    </a:lnTo>
                    <a:lnTo>
                      <a:pt x="25778" y="10902"/>
                    </a:lnTo>
                    <a:lnTo>
                      <a:pt x="25820" y="10818"/>
                    </a:lnTo>
                    <a:lnTo>
                      <a:pt x="25757" y="10713"/>
                    </a:lnTo>
                    <a:lnTo>
                      <a:pt x="25652" y="10713"/>
                    </a:lnTo>
                    <a:lnTo>
                      <a:pt x="25631" y="10902"/>
                    </a:lnTo>
                    <a:lnTo>
                      <a:pt x="25527" y="10964"/>
                    </a:lnTo>
                    <a:lnTo>
                      <a:pt x="25506" y="11027"/>
                    </a:lnTo>
                    <a:lnTo>
                      <a:pt x="25443" y="10985"/>
                    </a:lnTo>
                    <a:lnTo>
                      <a:pt x="25443" y="10923"/>
                    </a:lnTo>
                    <a:lnTo>
                      <a:pt x="25401" y="10839"/>
                    </a:lnTo>
                    <a:lnTo>
                      <a:pt x="25318" y="10839"/>
                    </a:lnTo>
                    <a:lnTo>
                      <a:pt x="25297" y="10923"/>
                    </a:lnTo>
                    <a:lnTo>
                      <a:pt x="25318" y="10964"/>
                    </a:lnTo>
                    <a:lnTo>
                      <a:pt x="25297" y="11027"/>
                    </a:lnTo>
                    <a:lnTo>
                      <a:pt x="25339" y="11132"/>
                    </a:lnTo>
                    <a:lnTo>
                      <a:pt x="25339" y="11195"/>
                    </a:lnTo>
                    <a:lnTo>
                      <a:pt x="25297" y="11257"/>
                    </a:lnTo>
                    <a:lnTo>
                      <a:pt x="25234" y="11195"/>
                    </a:lnTo>
                    <a:lnTo>
                      <a:pt x="25234" y="11132"/>
                    </a:lnTo>
                    <a:lnTo>
                      <a:pt x="25192" y="11132"/>
                    </a:lnTo>
                    <a:lnTo>
                      <a:pt x="25171" y="11195"/>
                    </a:lnTo>
                    <a:lnTo>
                      <a:pt x="25213" y="11446"/>
                    </a:lnTo>
                    <a:lnTo>
                      <a:pt x="25234" y="11592"/>
                    </a:lnTo>
                    <a:lnTo>
                      <a:pt x="25401" y="11676"/>
                    </a:lnTo>
                    <a:lnTo>
                      <a:pt x="25443" y="11760"/>
                    </a:lnTo>
                    <a:lnTo>
                      <a:pt x="25443" y="11990"/>
                    </a:lnTo>
                    <a:lnTo>
                      <a:pt x="25422" y="11864"/>
                    </a:lnTo>
                    <a:lnTo>
                      <a:pt x="25339" y="11801"/>
                    </a:lnTo>
                    <a:lnTo>
                      <a:pt x="25192" y="11613"/>
                    </a:lnTo>
                    <a:lnTo>
                      <a:pt x="25171" y="11467"/>
                    </a:lnTo>
                    <a:lnTo>
                      <a:pt x="25108" y="11278"/>
                    </a:lnTo>
                    <a:lnTo>
                      <a:pt x="25025" y="11278"/>
                    </a:lnTo>
                    <a:lnTo>
                      <a:pt x="24983" y="11341"/>
                    </a:lnTo>
                    <a:lnTo>
                      <a:pt x="25004" y="11488"/>
                    </a:lnTo>
                    <a:lnTo>
                      <a:pt x="25087" y="11592"/>
                    </a:lnTo>
                    <a:lnTo>
                      <a:pt x="25108" y="11718"/>
                    </a:lnTo>
                    <a:lnTo>
                      <a:pt x="25067" y="11760"/>
                    </a:lnTo>
                    <a:lnTo>
                      <a:pt x="24983" y="11655"/>
                    </a:lnTo>
                    <a:lnTo>
                      <a:pt x="24774" y="11697"/>
                    </a:lnTo>
                    <a:lnTo>
                      <a:pt x="24711" y="11760"/>
                    </a:lnTo>
                    <a:lnTo>
                      <a:pt x="24648" y="11676"/>
                    </a:lnTo>
                    <a:lnTo>
                      <a:pt x="24564" y="11655"/>
                    </a:lnTo>
                    <a:lnTo>
                      <a:pt x="24376" y="11488"/>
                    </a:lnTo>
                    <a:lnTo>
                      <a:pt x="24146" y="11488"/>
                    </a:lnTo>
                    <a:lnTo>
                      <a:pt x="24125" y="11404"/>
                    </a:lnTo>
                    <a:lnTo>
                      <a:pt x="24083" y="11404"/>
                    </a:lnTo>
                    <a:lnTo>
                      <a:pt x="23937" y="11488"/>
                    </a:lnTo>
                    <a:lnTo>
                      <a:pt x="23874" y="11571"/>
                    </a:lnTo>
                    <a:lnTo>
                      <a:pt x="23707" y="11571"/>
                    </a:lnTo>
                    <a:lnTo>
                      <a:pt x="23560" y="11655"/>
                    </a:lnTo>
                    <a:lnTo>
                      <a:pt x="23435" y="11550"/>
                    </a:lnTo>
                    <a:lnTo>
                      <a:pt x="23414" y="11550"/>
                    </a:lnTo>
                    <a:lnTo>
                      <a:pt x="23393" y="11446"/>
                    </a:lnTo>
                    <a:lnTo>
                      <a:pt x="23330" y="11404"/>
                    </a:lnTo>
                    <a:lnTo>
                      <a:pt x="23204" y="11488"/>
                    </a:lnTo>
                    <a:lnTo>
                      <a:pt x="23204" y="11404"/>
                    </a:lnTo>
                    <a:lnTo>
                      <a:pt x="23037" y="11257"/>
                    </a:lnTo>
                    <a:lnTo>
                      <a:pt x="23016" y="11174"/>
                    </a:lnTo>
                    <a:lnTo>
                      <a:pt x="22974" y="11153"/>
                    </a:lnTo>
                    <a:lnTo>
                      <a:pt x="22974" y="11069"/>
                    </a:lnTo>
                    <a:lnTo>
                      <a:pt x="22995" y="11027"/>
                    </a:lnTo>
                    <a:lnTo>
                      <a:pt x="22932" y="10944"/>
                    </a:lnTo>
                    <a:lnTo>
                      <a:pt x="22890" y="10964"/>
                    </a:lnTo>
                    <a:lnTo>
                      <a:pt x="22870" y="10944"/>
                    </a:lnTo>
                    <a:lnTo>
                      <a:pt x="22870" y="10860"/>
                    </a:lnTo>
                    <a:lnTo>
                      <a:pt x="22807" y="10839"/>
                    </a:lnTo>
                    <a:lnTo>
                      <a:pt x="22702" y="10881"/>
                    </a:lnTo>
                    <a:lnTo>
                      <a:pt x="22577" y="10881"/>
                    </a:lnTo>
                    <a:lnTo>
                      <a:pt x="22493" y="10818"/>
                    </a:lnTo>
                    <a:lnTo>
                      <a:pt x="22451" y="10818"/>
                    </a:lnTo>
                    <a:lnTo>
                      <a:pt x="22409" y="10755"/>
                    </a:lnTo>
                    <a:lnTo>
                      <a:pt x="22305" y="10713"/>
                    </a:lnTo>
                    <a:lnTo>
                      <a:pt x="22200" y="10713"/>
                    </a:lnTo>
                    <a:lnTo>
                      <a:pt x="22263" y="10630"/>
                    </a:lnTo>
                    <a:lnTo>
                      <a:pt x="22263" y="10546"/>
                    </a:lnTo>
                    <a:lnTo>
                      <a:pt x="22346" y="10462"/>
                    </a:lnTo>
                    <a:lnTo>
                      <a:pt x="22346" y="10420"/>
                    </a:lnTo>
                    <a:lnTo>
                      <a:pt x="22263" y="10400"/>
                    </a:lnTo>
                    <a:lnTo>
                      <a:pt x="22179" y="10400"/>
                    </a:lnTo>
                    <a:lnTo>
                      <a:pt x="22158" y="10148"/>
                    </a:lnTo>
                    <a:lnTo>
                      <a:pt x="22095" y="10127"/>
                    </a:lnTo>
                    <a:lnTo>
                      <a:pt x="22095" y="10086"/>
                    </a:lnTo>
                    <a:lnTo>
                      <a:pt x="22179" y="10023"/>
                    </a:lnTo>
                    <a:lnTo>
                      <a:pt x="22200" y="9981"/>
                    </a:lnTo>
                    <a:lnTo>
                      <a:pt x="22158" y="9939"/>
                    </a:lnTo>
                    <a:lnTo>
                      <a:pt x="22179" y="9876"/>
                    </a:lnTo>
                    <a:lnTo>
                      <a:pt x="22179" y="9772"/>
                    </a:lnTo>
                    <a:cubicBezTo>
                      <a:pt x="22284" y="9709"/>
                      <a:pt x="22388" y="9688"/>
                      <a:pt x="22493" y="9604"/>
                    </a:cubicBezTo>
                    <a:lnTo>
                      <a:pt x="22514" y="9625"/>
                    </a:lnTo>
                    <a:lnTo>
                      <a:pt x="22598" y="9604"/>
                    </a:lnTo>
                    <a:lnTo>
                      <a:pt x="22681" y="9500"/>
                    </a:lnTo>
                    <a:lnTo>
                      <a:pt x="22702" y="9500"/>
                    </a:lnTo>
                    <a:lnTo>
                      <a:pt x="22702" y="9604"/>
                    </a:lnTo>
                    <a:lnTo>
                      <a:pt x="22765" y="9709"/>
                    </a:lnTo>
                    <a:lnTo>
                      <a:pt x="22828" y="9730"/>
                    </a:lnTo>
                    <a:lnTo>
                      <a:pt x="22911" y="9688"/>
                    </a:lnTo>
                    <a:lnTo>
                      <a:pt x="22995" y="9709"/>
                    </a:lnTo>
                    <a:lnTo>
                      <a:pt x="23037" y="9793"/>
                    </a:lnTo>
                    <a:lnTo>
                      <a:pt x="23121" y="9793"/>
                    </a:lnTo>
                    <a:lnTo>
                      <a:pt x="23183" y="9835"/>
                    </a:lnTo>
                    <a:lnTo>
                      <a:pt x="23225" y="9835"/>
                    </a:lnTo>
                    <a:lnTo>
                      <a:pt x="23225" y="9730"/>
                    </a:lnTo>
                    <a:lnTo>
                      <a:pt x="23288" y="9730"/>
                    </a:lnTo>
                    <a:lnTo>
                      <a:pt x="23351" y="9709"/>
                    </a:lnTo>
                    <a:lnTo>
                      <a:pt x="23414" y="9730"/>
                    </a:lnTo>
                    <a:lnTo>
                      <a:pt x="23414" y="9814"/>
                    </a:lnTo>
                    <a:lnTo>
                      <a:pt x="23455" y="9835"/>
                    </a:lnTo>
                    <a:lnTo>
                      <a:pt x="23539" y="9814"/>
                    </a:lnTo>
                    <a:lnTo>
                      <a:pt x="23602" y="9730"/>
                    </a:lnTo>
                    <a:lnTo>
                      <a:pt x="23644" y="9772"/>
                    </a:lnTo>
                    <a:lnTo>
                      <a:pt x="23665" y="9835"/>
                    </a:lnTo>
                    <a:lnTo>
                      <a:pt x="23727" y="9835"/>
                    </a:lnTo>
                    <a:lnTo>
                      <a:pt x="23748" y="9793"/>
                    </a:lnTo>
                    <a:lnTo>
                      <a:pt x="23769" y="9793"/>
                    </a:lnTo>
                    <a:lnTo>
                      <a:pt x="23832" y="9709"/>
                    </a:lnTo>
                    <a:lnTo>
                      <a:pt x="23916" y="9709"/>
                    </a:lnTo>
                    <a:lnTo>
                      <a:pt x="23937" y="9772"/>
                    </a:lnTo>
                    <a:lnTo>
                      <a:pt x="23979" y="9793"/>
                    </a:lnTo>
                    <a:lnTo>
                      <a:pt x="24041" y="9772"/>
                    </a:lnTo>
                    <a:lnTo>
                      <a:pt x="24041" y="9709"/>
                    </a:lnTo>
                    <a:lnTo>
                      <a:pt x="24020" y="9667"/>
                    </a:lnTo>
                    <a:lnTo>
                      <a:pt x="24083" y="9583"/>
                    </a:lnTo>
                    <a:lnTo>
                      <a:pt x="24083" y="9521"/>
                    </a:lnTo>
                    <a:lnTo>
                      <a:pt x="24146" y="9458"/>
                    </a:lnTo>
                    <a:lnTo>
                      <a:pt x="24146" y="9374"/>
                    </a:lnTo>
                    <a:lnTo>
                      <a:pt x="24062" y="9374"/>
                    </a:lnTo>
                    <a:lnTo>
                      <a:pt x="24041" y="9291"/>
                    </a:lnTo>
                    <a:lnTo>
                      <a:pt x="24062" y="9186"/>
                    </a:lnTo>
                    <a:lnTo>
                      <a:pt x="24146" y="9165"/>
                    </a:lnTo>
                    <a:lnTo>
                      <a:pt x="24146" y="9060"/>
                    </a:lnTo>
                    <a:lnTo>
                      <a:pt x="24041" y="8998"/>
                    </a:lnTo>
                    <a:lnTo>
                      <a:pt x="23958" y="9039"/>
                    </a:lnTo>
                    <a:lnTo>
                      <a:pt x="23958" y="9102"/>
                    </a:lnTo>
                    <a:lnTo>
                      <a:pt x="23916" y="9165"/>
                    </a:lnTo>
                    <a:lnTo>
                      <a:pt x="23832" y="9102"/>
                    </a:lnTo>
                    <a:lnTo>
                      <a:pt x="23707" y="9102"/>
                    </a:lnTo>
                    <a:lnTo>
                      <a:pt x="23560" y="9249"/>
                    </a:lnTo>
                    <a:lnTo>
                      <a:pt x="23455" y="9311"/>
                    </a:lnTo>
                    <a:lnTo>
                      <a:pt x="23455" y="9270"/>
                    </a:lnTo>
                    <a:lnTo>
                      <a:pt x="23602" y="9186"/>
                    </a:lnTo>
                    <a:lnTo>
                      <a:pt x="23644" y="9102"/>
                    </a:lnTo>
                    <a:lnTo>
                      <a:pt x="23644" y="8977"/>
                    </a:lnTo>
                    <a:lnTo>
                      <a:pt x="23602" y="9060"/>
                    </a:lnTo>
                    <a:lnTo>
                      <a:pt x="23539" y="9039"/>
                    </a:lnTo>
                    <a:lnTo>
                      <a:pt x="23539" y="8935"/>
                    </a:lnTo>
                    <a:lnTo>
                      <a:pt x="23644" y="8851"/>
                    </a:lnTo>
                    <a:lnTo>
                      <a:pt x="23560" y="8726"/>
                    </a:lnTo>
                    <a:lnTo>
                      <a:pt x="23644" y="8642"/>
                    </a:lnTo>
                    <a:lnTo>
                      <a:pt x="23727" y="8642"/>
                    </a:lnTo>
                    <a:lnTo>
                      <a:pt x="23707" y="8684"/>
                    </a:lnTo>
                    <a:lnTo>
                      <a:pt x="23748" y="8851"/>
                    </a:lnTo>
                    <a:lnTo>
                      <a:pt x="23832" y="8935"/>
                    </a:lnTo>
                    <a:lnTo>
                      <a:pt x="23874" y="8893"/>
                    </a:lnTo>
                    <a:lnTo>
                      <a:pt x="23979" y="8893"/>
                    </a:lnTo>
                    <a:lnTo>
                      <a:pt x="24041" y="8767"/>
                    </a:lnTo>
                    <a:lnTo>
                      <a:pt x="23979" y="8726"/>
                    </a:lnTo>
                    <a:lnTo>
                      <a:pt x="23979" y="8663"/>
                    </a:lnTo>
                    <a:lnTo>
                      <a:pt x="24062" y="8663"/>
                    </a:lnTo>
                    <a:lnTo>
                      <a:pt x="24083" y="8726"/>
                    </a:lnTo>
                    <a:lnTo>
                      <a:pt x="24146" y="8684"/>
                    </a:lnTo>
                    <a:lnTo>
                      <a:pt x="24251" y="8621"/>
                    </a:lnTo>
                    <a:lnTo>
                      <a:pt x="24271" y="8475"/>
                    </a:lnTo>
                    <a:lnTo>
                      <a:pt x="24292" y="8579"/>
                    </a:lnTo>
                    <a:lnTo>
                      <a:pt x="24355" y="8579"/>
                    </a:lnTo>
                    <a:lnTo>
                      <a:pt x="24460" y="8516"/>
                    </a:lnTo>
                    <a:lnTo>
                      <a:pt x="24376" y="8684"/>
                    </a:lnTo>
                    <a:lnTo>
                      <a:pt x="24376" y="8851"/>
                    </a:lnTo>
                    <a:lnTo>
                      <a:pt x="24439" y="8830"/>
                    </a:lnTo>
                    <a:lnTo>
                      <a:pt x="24481" y="8851"/>
                    </a:lnTo>
                    <a:lnTo>
                      <a:pt x="24439" y="8935"/>
                    </a:lnTo>
                    <a:lnTo>
                      <a:pt x="24502" y="8935"/>
                    </a:lnTo>
                    <a:lnTo>
                      <a:pt x="24564" y="8788"/>
                    </a:lnTo>
                    <a:lnTo>
                      <a:pt x="24606" y="8747"/>
                    </a:lnTo>
                    <a:lnTo>
                      <a:pt x="24690" y="8579"/>
                    </a:lnTo>
                    <a:lnTo>
                      <a:pt x="24774" y="8558"/>
                    </a:lnTo>
                    <a:lnTo>
                      <a:pt x="24753" y="8684"/>
                    </a:lnTo>
                    <a:lnTo>
                      <a:pt x="24648" y="8788"/>
                    </a:lnTo>
                    <a:lnTo>
                      <a:pt x="24669" y="8977"/>
                    </a:lnTo>
                    <a:lnTo>
                      <a:pt x="24753" y="8977"/>
                    </a:lnTo>
                    <a:lnTo>
                      <a:pt x="24815" y="9039"/>
                    </a:lnTo>
                    <a:lnTo>
                      <a:pt x="24878" y="8956"/>
                    </a:lnTo>
                    <a:lnTo>
                      <a:pt x="25004" y="8851"/>
                    </a:lnTo>
                    <a:lnTo>
                      <a:pt x="25067" y="8684"/>
                    </a:lnTo>
                    <a:lnTo>
                      <a:pt x="25108" y="8558"/>
                    </a:lnTo>
                    <a:lnTo>
                      <a:pt x="25087" y="8433"/>
                    </a:lnTo>
                    <a:lnTo>
                      <a:pt x="25129" y="8370"/>
                    </a:lnTo>
                    <a:lnTo>
                      <a:pt x="25108" y="8328"/>
                    </a:lnTo>
                    <a:lnTo>
                      <a:pt x="25025" y="8328"/>
                    </a:lnTo>
                    <a:lnTo>
                      <a:pt x="24983" y="8307"/>
                    </a:lnTo>
                    <a:lnTo>
                      <a:pt x="24899" y="8349"/>
                    </a:lnTo>
                    <a:lnTo>
                      <a:pt x="24899" y="8223"/>
                    </a:lnTo>
                    <a:lnTo>
                      <a:pt x="24941" y="8203"/>
                    </a:lnTo>
                    <a:lnTo>
                      <a:pt x="24920" y="8140"/>
                    </a:lnTo>
                    <a:lnTo>
                      <a:pt x="24815" y="8140"/>
                    </a:lnTo>
                    <a:lnTo>
                      <a:pt x="24795" y="8098"/>
                    </a:lnTo>
                    <a:lnTo>
                      <a:pt x="24690" y="8014"/>
                    </a:lnTo>
                    <a:lnTo>
                      <a:pt x="24690" y="7931"/>
                    </a:lnTo>
                    <a:lnTo>
                      <a:pt x="24606" y="7742"/>
                    </a:lnTo>
                    <a:lnTo>
                      <a:pt x="24585" y="7617"/>
                    </a:lnTo>
                    <a:lnTo>
                      <a:pt x="24627" y="7491"/>
                    </a:lnTo>
                    <a:lnTo>
                      <a:pt x="24585" y="7324"/>
                    </a:lnTo>
                    <a:lnTo>
                      <a:pt x="24502" y="7470"/>
                    </a:lnTo>
                    <a:lnTo>
                      <a:pt x="24502" y="7575"/>
                    </a:lnTo>
                    <a:lnTo>
                      <a:pt x="24418" y="7428"/>
                    </a:lnTo>
                    <a:lnTo>
                      <a:pt x="24292" y="7366"/>
                    </a:lnTo>
                    <a:lnTo>
                      <a:pt x="24271" y="7114"/>
                    </a:lnTo>
                    <a:lnTo>
                      <a:pt x="24188" y="7073"/>
                    </a:lnTo>
                    <a:lnTo>
                      <a:pt x="24167" y="6884"/>
                    </a:lnTo>
                    <a:lnTo>
                      <a:pt x="24083" y="6780"/>
                    </a:lnTo>
                    <a:lnTo>
                      <a:pt x="24083" y="6675"/>
                    </a:lnTo>
                    <a:lnTo>
                      <a:pt x="24041" y="6591"/>
                    </a:lnTo>
                    <a:lnTo>
                      <a:pt x="24041" y="6529"/>
                    </a:lnTo>
                    <a:lnTo>
                      <a:pt x="24146" y="6529"/>
                    </a:lnTo>
                    <a:lnTo>
                      <a:pt x="24167" y="6382"/>
                    </a:lnTo>
                    <a:lnTo>
                      <a:pt x="24251" y="6382"/>
                    </a:lnTo>
                    <a:lnTo>
                      <a:pt x="24271" y="6424"/>
                    </a:lnTo>
                    <a:lnTo>
                      <a:pt x="24355" y="6361"/>
                    </a:lnTo>
                    <a:lnTo>
                      <a:pt x="24355" y="6257"/>
                    </a:lnTo>
                    <a:lnTo>
                      <a:pt x="24460" y="6026"/>
                    </a:lnTo>
                    <a:lnTo>
                      <a:pt x="24460" y="5922"/>
                    </a:lnTo>
                    <a:lnTo>
                      <a:pt x="24481" y="5880"/>
                    </a:lnTo>
                    <a:lnTo>
                      <a:pt x="24397" y="5692"/>
                    </a:lnTo>
                    <a:lnTo>
                      <a:pt x="24460" y="5566"/>
                    </a:lnTo>
                    <a:lnTo>
                      <a:pt x="24523" y="5566"/>
                    </a:lnTo>
                    <a:lnTo>
                      <a:pt x="24523" y="5399"/>
                    </a:lnTo>
                    <a:lnTo>
                      <a:pt x="24627" y="5252"/>
                    </a:lnTo>
                    <a:lnTo>
                      <a:pt x="24627" y="5148"/>
                    </a:lnTo>
                    <a:lnTo>
                      <a:pt x="24690" y="5064"/>
                    </a:lnTo>
                    <a:lnTo>
                      <a:pt x="24690" y="4855"/>
                    </a:lnTo>
                    <a:lnTo>
                      <a:pt x="24774" y="4834"/>
                    </a:lnTo>
                    <a:lnTo>
                      <a:pt x="24774" y="4729"/>
                    </a:lnTo>
                    <a:lnTo>
                      <a:pt x="24899" y="4583"/>
                    </a:lnTo>
                    <a:lnTo>
                      <a:pt x="24899" y="4478"/>
                    </a:lnTo>
                    <a:cubicBezTo>
                      <a:pt x="24918" y="4516"/>
                      <a:pt x="24966" y="4536"/>
                      <a:pt x="25020" y="4536"/>
                    </a:cubicBezTo>
                    <a:cubicBezTo>
                      <a:pt x="25085" y="4536"/>
                      <a:pt x="25158" y="4505"/>
                      <a:pt x="25192" y="4436"/>
                    </a:cubicBezTo>
                    <a:lnTo>
                      <a:pt x="25255" y="4122"/>
                    </a:lnTo>
                    <a:lnTo>
                      <a:pt x="25359" y="4122"/>
                    </a:lnTo>
                    <a:lnTo>
                      <a:pt x="25506" y="3955"/>
                    </a:lnTo>
                    <a:lnTo>
                      <a:pt x="25652" y="3892"/>
                    </a:lnTo>
                    <a:lnTo>
                      <a:pt x="25820" y="3725"/>
                    </a:lnTo>
                    <a:lnTo>
                      <a:pt x="25862" y="3725"/>
                    </a:lnTo>
                    <a:lnTo>
                      <a:pt x="25987" y="3599"/>
                    </a:lnTo>
                    <a:lnTo>
                      <a:pt x="25987" y="3516"/>
                    </a:lnTo>
                    <a:lnTo>
                      <a:pt x="26050" y="3474"/>
                    </a:lnTo>
                    <a:lnTo>
                      <a:pt x="26050" y="3390"/>
                    </a:lnTo>
                    <a:lnTo>
                      <a:pt x="25966" y="3285"/>
                    </a:lnTo>
                    <a:lnTo>
                      <a:pt x="25987" y="3223"/>
                    </a:lnTo>
                    <a:lnTo>
                      <a:pt x="25987" y="3160"/>
                    </a:lnTo>
                    <a:lnTo>
                      <a:pt x="25883" y="2993"/>
                    </a:lnTo>
                    <a:lnTo>
                      <a:pt x="25820" y="2993"/>
                    </a:lnTo>
                    <a:lnTo>
                      <a:pt x="25736" y="3013"/>
                    </a:lnTo>
                    <a:lnTo>
                      <a:pt x="25631" y="2972"/>
                    </a:lnTo>
                    <a:lnTo>
                      <a:pt x="25548" y="2993"/>
                    </a:lnTo>
                    <a:lnTo>
                      <a:pt x="25443" y="2909"/>
                    </a:lnTo>
                    <a:lnTo>
                      <a:pt x="25359" y="2909"/>
                    </a:lnTo>
                    <a:lnTo>
                      <a:pt x="25297" y="2846"/>
                    </a:lnTo>
                    <a:lnTo>
                      <a:pt x="25129" y="2867"/>
                    </a:lnTo>
                    <a:lnTo>
                      <a:pt x="25025" y="2972"/>
                    </a:lnTo>
                    <a:lnTo>
                      <a:pt x="24941" y="2993"/>
                    </a:lnTo>
                    <a:lnTo>
                      <a:pt x="24774" y="3118"/>
                    </a:lnTo>
                    <a:lnTo>
                      <a:pt x="24774" y="3181"/>
                    </a:lnTo>
                    <a:lnTo>
                      <a:pt x="24878" y="3265"/>
                    </a:lnTo>
                    <a:lnTo>
                      <a:pt x="24941" y="3390"/>
                    </a:lnTo>
                    <a:lnTo>
                      <a:pt x="24941" y="3516"/>
                    </a:lnTo>
                    <a:lnTo>
                      <a:pt x="24983" y="3641"/>
                    </a:lnTo>
                    <a:lnTo>
                      <a:pt x="24941" y="3704"/>
                    </a:lnTo>
                    <a:lnTo>
                      <a:pt x="24941" y="3809"/>
                    </a:lnTo>
                    <a:lnTo>
                      <a:pt x="25025" y="3913"/>
                    </a:lnTo>
                    <a:lnTo>
                      <a:pt x="25025" y="3934"/>
                    </a:lnTo>
                    <a:lnTo>
                      <a:pt x="25004" y="3955"/>
                    </a:lnTo>
                    <a:cubicBezTo>
                      <a:pt x="24983" y="4018"/>
                      <a:pt x="24941" y="4081"/>
                      <a:pt x="24920" y="4143"/>
                    </a:cubicBezTo>
                    <a:lnTo>
                      <a:pt x="24899" y="4081"/>
                    </a:lnTo>
                    <a:lnTo>
                      <a:pt x="24920" y="4018"/>
                    </a:lnTo>
                    <a:lnTo>
                      <a:pt x="24920" y="3934"/>
                    </a:lnTo>
                    <a:lnTo>
                      <a:pt x="24815" y="3871"/>
                    </a:lnTo>
                    <a:lnTo>
                      <a:pt x="24774" y="3725"/>
                    </a:lnTo>
                    <a:lnTo>
                      <a:pt x="24795" y="3662"/>
                    </a:lnTo>
                    <a:lnTo>
                      <a:pt x="24711" y="3495"/>
                    </a:lnTo>
                    <a:lnTo>
                      <a:pt x="24606" y="3474"/>
                    </a:lnTo>
                    <a:lnTo>
                      <a:pt x="24564" y="3411"/>
                    </a:lnTo>
                    <a:lnTo>
                      <a:pt x="24502" y="3411"/>
                    </a:lnTo>
                    <a:lnTo>
                      <a:pt x="24481" y="3578"/>
                    </a:lnTo>
                    <a:lnTo>
                      <a:pt x="24418" y="3578"/>
                    </a:lnTo>
                    <a:lnTo>
                      <a:pt x="24292" y="3369"/>
                    </a:lnTo>
                    <a:lnTo>
                      <a:pt x="24209" y="3369"/>
                    </a:lnTo>
                    <a:lnTo>
                      <a:pt x="24146" y="3285"/>
                    </a:lnTo>
                    <a:lnTo>
                      <a:pt x="24062" y="3327"/>
                    </a:lnTo>
                    <a:lnTo>
                      <a:pt x="24083" y="3495"/>
                    </a:lnTo>
                    <a:lnTo>
                      <a:pt x="24041" y="3516"/>
                    </a:lnTo>
                    <a:lnTo>
                      <a:pt x="23958" y="3495"/>
                    </a:lnTo>
                    <a:lnTo>
                      <a:pt x="23895" y="3620"/>
                    </a:lnTo>
                    <a:lnTo>
                      <a:pt x="23895" y="3704"/>
                    </a:lnTo>
                    <a:lnTo>
                      <a:pt x="23832" y="3746"/>
                    </a:lnTo>
                    <a:lnTo>
                      <a:pt x="23748" y="4039"/>
                    </a:lnTo>
                    <a:lnTo>
                      <a:pt x="23748" y="4143"/>
                    </a:lnTo>
                    <a:lnTo>
                      <a:pt x="23686" y="4227"/>
                    </a:lnTo>
                    <a:lnTo>
                      <a:pt x="23686" y="4353"/>
                    </a:lnTo>
                    <a:lnTo>
                      <a:pt x="23665" y="4374"/>
                    </a:lnTo>
                    <a:lnTo>
                      <a:pt x="23665" y="4478"/>
                    </a:lnTo>
                    <a:lnTo>
                      <a:pt x="23581" y="4541"/>
                    </a:lnTo>
                    <a:lnTo>
                      <a:pt x="23581" y="4771"/>
                    </a:lnTo>
                    <a:lnTo>
                      <a:pt x="23518" y="4813"/>
                    </a:lnTo>
                    <a:lnTo>
                      <a:pt x="23455" y="4792"/>
                    </a:lnTo>
                    <a:lnTo>
                      <a:pt x="23372" y="4980"/>
                    </a:lnTo>
                    <a:lnTo>
                      <a:pt x="23414" y="5064"/>
                    </a:lnTo>
                    <a:lnTo>
                      <a:pt x="23372" y="5169"/>
                    </a:lnTo>
                    <a:lnTo>
                      <a:pt x="23372" y="5273"/>
                    </a:lnTo>
                    <a:lnTo>
                      <a:pt x="23309" y="5378"/>
                    </a:lnTo>
                    <a:lnTo>
                      <a:pt x="23351" y="5462"/>
                    </a:lnTo>
                    <a:lnTo>
                      <a:pt x="23330" y="5524"/>
                    </a:lnTo>
                    <a:lnTo>
                      <a:pt x="23204" y="5524"/>
                    </a:lnTo>
                    <a:lnTo>
                      <a:pt x="23246" y="5587"/>
                    </a:lnTo>
                    <a:lnTo>
                      <a:pt x="23351" y="5629"/>
                    </a:lnTo>
                    <a:lnTo>
                      <a:pt x="23351" y="5734"/>
                    </a:lnTo>
                    <a:lnTo>
                      <a:pt x="23267" y="5713"/>
                    </a:lnTo>
                    <a:lnTo>
                      <a:pt x="23204" y="5734"/>
                    </a:lnTo>
                    <a:lnTo>
                      <a:pt x="23121" y="5796"/>
                    </a:lnTo>
                    <a:lnTo>
                      <a:pt x="23037" y="5754"/>
                    </a:lnTo>
                    <a:lnTo>
                      <a:pt x="22995" y="5817"/>
                    </a:lnTo>
                    <a:lnTo>
                      <a:pt x="22995" y="5922"/>
                    </a:lnTo>
                    <a:lnTo>
                      <a:pt x="22932" y="5964"/>
                    </a:lnTo>
                    <a:lnTo>
                      <a:pt x="22849" y="5922"/>
                    </a:lnTo>
                    <a:lnTo>
                      <a:pt x="22849" y="5817"/>
                    </a:lnTo>
                    <a:lnTo>
                      <a:pt x="22890" y="5734"/>
                    </a:lnTo>
                    <a:lnTo>
                      <a:pt x="22828" y="5650"/>
                    </a:lnTo>
                    <a:lnTo>
                      <a:pt x="22828" y="5482"/>
                    </a:lnTo>
                    <a:lnTo>
                      <a:pt x="22911" y="5294"/>
                    </a:lnTo>
                    <a:lnTo>
                      <a:pt x="22932" y="5169"/>
                    </a:lnTo>
                    <a:lnTo>
                      <a:pt x="23016" y="5085"/>
                    </a:lnTo>
                    <a:lnTo>
                      <a:pt x="23016" y="4980"/>
                    </a:lnTo>
                    <a:lnTo>
                      <a:pt x="23037" y="4876"/>
                    </a:lnTo>
                    <a:lnTo>
                      <a:pt x="23100" y="4646"/>
                    </a:lnTo>
                    <a:lnTo>
                      <a:pt x="23225" y="4562"/>
                    </a:lnTo>
                    <a:lnTo>
                      <a:pt x="23225" y="4436"/>
                    </a:lnTo>
                    <a:lnTo>
                      <a:pt x="23100" y="4436"/>
                    </a:lnTo>
                    <a:lnTo>
                      <a:pt x="23100" y="4353"/>
                    </a:lnTo>
                    <a:lnTo>
                      <a:pt x="23163" y="4269"/>
                    </a:lnTo>
                    <a:lnTo>
                      <a:pt x="23163" y="4039"/>
                    </a:lnTo>
                    <a:lnTo>
                      <a:pt x="23121" y="3976"/>
                    </a:lnTo>
                    <a:lnTo>
                      <a:pt x="23058" y="3850"/>
                    </a:lnTo>
                    <a:lnTo>
                      <a:pt x="23100" y="3809"/>
                    </a:lnTo>
                    <a:lnTo>
                      <a:pt x="23100" y="3662"/>
                    </a:lnTo>
                    <a:lnTo>
                      <a:pt x="23016" y="3662"/>
                    </a:lnTo>
                    <a:lnTo>
                      <a:pt x="22911" y="3537"/>
                    </a:lnTo>
                    <a:lnTo>
                      <a:pt x="22744" y="3599"/>
                    </a:lnTo>
                    <a:lnTo>
                      <a:pt x="22723" y="3725"/>
                    </a:lnTo>
                    <a:lnTo>
                      <a:pt x="22828" y="3809"/>
                    </a:lnTo>
                    <a:lnTo>
                      <a:pt x="22828" y="3913"/>
                    </a:lnTo>
                    <a:lnTo>
                      <a:pt x="22890" y="3976"/>
                    </a:lnTo>
                    <a:lnTo>
                      <a:pt x="22890" y="4060"/>
                    </a:lnTo>
                    <a:lnTo>
                      <a:pt x="22807" y="4060"/>
                    </a:lnTo>
                    <a:lnTo>
                      <a:pt x="22786" y="3955"/>
                    </a:lnTo>
                    <a:lnTo>
                      <a:pt x="22702" y="3955"/>
                    </a:lnTo>
                    <a:lnTo>
                      <a:pt x="22639" y="4081"/>
                    </a:lnTo>
                    <a:lnTo>
                      <a:pt x="22702" y="4122"/>
                    </a:lnTo>
                    <a:lnTo>
                      <a:pt x="22723" y="4227"/>
                    </a:lnTo>
                    <a:lnTo>
                      <a:pt x="22786" y="4353"/>
                    </a:lnTo>
                    <a:lnTo>
                      <a:pt x="22723" y="4394"/>
                    </a:lnTo>
                    <a:lnTo>
                      <a:pt x="22702" y="4353"/>
                    </a:lnTo>
                    <a:lnTo>
                      <a:pt x="22639" y="4290"/>
                    </a:lnTo>
                    <a:lnTo>
                      <a:pt x="22618" y="4436"/>
                    </a:lnTo>
                    <a:lnTo>
                      <a:pt x="22514" y="4353"/>
                    </a:lnTo>
                    <a:lnTo>
                      <a:pt x="22514" y="4248"/>
                    </a:lnTo>
                    <a:lnTo>
                      <a:pt x="22430" y="4248"/>
                    </a:lnTo>
                    <a:lnTo>
                      <a:pt x="22388" y="4353"/>
                    </a:lnTo>
                    <a:lnTo>
                      <a:pt x="22326" y="4332"/>
                    </a:lnTo>
                    <a:lnTo>
                      <a:pt x="22326" y="4185"/>
                    </a:lnTo>
                    <a:lnTo>
                      <a:pt x="22409" y="4122"/>
                    </a:lnTo>
                    <a:lnTo>
                      <a:pt x="22388" y="4081"/>
                    </a:lnTo>
                    <a:lnTo>
                      <a:pt x="22221" y="4143"/>
                    </a:lnTo>
                    <a:lnTo>
                      <a:pt x="22095" y="4269"/>
                    </a:lnTo>
                    <a:lnTo>
                      <a:pt x="22012" y="4143"/>
                    </a:lnTo>
                    <a:lnTo>
                      <a:pt x="21949" y="4143"/>
                    </a:lnTo>
                    <a:lnTo>
                      <a:pt x="21865" y="4227"/>
                    </a:lnTo>
                    <a:lnTo>
                      <a:pt x="21740" y="4227"/>
                    </a:lnTo>
                    <a:lnTo>
                      <a:pt x="21698" y="4164"/>
                    </a:lnTo>
                    <a:lnTo>
                      <a:pt x="21572" y="4185"/>
                    </a:lnTo>
                    <a:lnTo>
                      <a:pt x="21530" y="4143"/>
                    </a:lnTo>
                    <a:lnTo>
                      <a:pt x="21635" y="4060"/>
                    </a:lnTo>
                    <a:lnTo>
                      <a:pt x="21782" y="4039"/>
                    </a:lnTo>
                    <a:lnTo>
                      <a:pt x="21865" y="4060"/>
                    </a:lnTo>
                    <a:lnTo>
                      <a:pt x="21991" y="4039"/>
                    </a:lnTo>
                    <a:lnTo>
                      <a:pt x="21991" y="3955"/>
                    </a:lnTo>
                    <a:lnTo>
                      <a:pt x="22074" y="3934"/>
                    </a:lnTo>
                    <a:lnTo>
                      <a:pt x="22158" y="3955"/>
                    </a:lnTo>
                    <a:lnTo>
                      <a:pt x="22263" y="3850"/>
                    </a:lnTo>
                    <a:lnTo>
                      <a:pt x="22263" y="3746"/>
                    </a:lnTo>
                    <a:lnTo>
                      <a:pt x="22284" y="3662"/>
                    </a:lnTo>
                    <a:lnTo>
                      <a:pt x="22200" y="3599"/>
                    </a:lnTo>
                    <a:lnTo>
                      <a:pt x="22095" y="3411"/>
                    </a:lnTo>
                    <a:lnTo>
                      <a:pt x="21970" y="3348"/>
                    </a:lnTo>
                    <a:lnTo>
                      <a:pt x="21949" y="3285"/>
                    </a:lnTo>
                    <a:lnTo>
                      <a:pt x="21761" y="3118"/>
                    </a:lnTo>
                    <a:lnTo>
                      <a:pt x="21740" y="3076"/>
                    </a:lnTo>
                    <a:lnTo>
                      <a:pt x="21635" y="3076"/>
                    </a:lnTo>
                    <a:lnTo>
                      <a:pt x="21489" y="3139"/>
                    </a:lnTo>
                    <a:lnTo>
                      <a:pt x="21426" y="3139"/>
                    </a:lnTo>
                    <a:lnTo>
                      <a:pt x="21238" y="3327"/>
                    </a:lnTo>
                    <a:lnTo>
                      <a:pt x="21279" y="3390"/>
                    </a:lnTo>
                    <a:lnTo>
                      <a:pt x="21279" y="3453"/>
                    </a:lnTo>
                    <a:lnTo>
                      <a:pt x="21217" y="3495"/>
                    </a:lnTo>
                    <a:lnTo>
                      <a:pt x="21133" y="3516"/>
                    </a:lnTo>
                    <a:lnTo>
                      <a:pt x="21133" y="3453"/>
                    </a:lnTo>
                    <a:lnTo>
                      <a:pt x="21049" y="3495"/>
                    </a:lnTo>
                    <a:lnTo>
                      <a:pt x="20966" y="3432"/>
                    </a:lnTo>
                    <a:lnTo>
                      <a:pt x="20861" y="3432"/>
                    </a:lnTo>
                    <a:lnTo>
                      <a:pt x="20819" y="3495"/>
                    </a:lnTo>
                    <a:lnTo>
                      <a:pt x="20714" y="3495"/>
                    </a:lnTo>
                    <a:lnTo>
                      <a:pt x="20652" y="3432"/>
                    </a:lnTo>
                    <a:lnTo>
                      <a:pt x="20714" y="3390"/>
                    </a:lnTo>
                    <a:lnTo>
                      <a:pt x="20861" y="3348"/>
                    </a:lnTo>
                    <a:lnTo>
                      <a:pt x="20924" y="3244"/>
                    </a:lnTo>
                    <a:lnTo>
                      <a:pt x="21028" y="3223"/>
                    </a:lnTo>
                    <a:lnTo>
                      <a:pt x="21112" y="3244"/>
                    </a:lnTo>
                    <a:lnTo>
                      <a:pt x="21175" y="3139"/>
                    </a:lnTo>
                    <a:lnTo>
                      <a:pt x="21175" y="3013"/>
                    </a:lnTo>
                    <a:lnTo>
                      <a:pt x="21238" y="2972"/>
                    </a:lnTo>
                    <a:lnTo>
                      <a:pt x="21321" y="2972"/>
                    </a:lnTo>
                    <a:lnTo>
                      <a:pt x="21384" y="2804"/>
                    </a:lnTo>
                    <a:lnTo>
                      <a:pt x="21384" y="2616"/>
                    </a:lnTo>
                    <a:lnTo>
                      <a:pt x="21426" y="2553"/>
                    </a:lnTo>
                    <a:lnTo>
                      <a:pt x="21384" y="2449"/>
                    </a:lnTo>
                    <a:lnTo>
                      <a:pt x="21279" y="2449"/>
                    </a:lnTo>
                    <a:lnTo>
                      <a:pt x="21112" y="2490"/>
                    </a:lnTo>
                    <a:lnTo>
                      <a:pt x="20903" y="2553"/>
                    </a:lnTo>
                    <a:lnTo>
                      <a:pt x="20694" y="2616"/>
                    </a:lnTo>
                    <a:lnTo>
                      <a:pt x="20547" y="2658"/>
                    </a:lnTo>
                    <a:cubicBezTo>
                      <a:pt x="20652" y="2616"/>
                      <a:pt x="20798" y="2574"/>
                      <a:pt x="20903" y="2511"/>
                    </a:cubicBezTo>
                    <a:cubicBezTo>
                      <a:pt x="20945" y="2511"/>
                      <a:pt x="21028" y="2490"/>
                      <a:pt x="21070" y="2490"/>
                    </a:cubicBezTo>
                    <a:cubicBezTo>
                      <a:pt x="21217" y="2469"/>
                      <a:pt x="21238" y="2344"/>
                      <a:pt x="21175" y="2239"/>
                    </a:cubicBezTo>
                    <a:lnTo>
                      <a:pt x="21238" y="2177"/>
                    </a:lnTo>
                    <a:lnTo>
                      <a:pt x="21217" y="2072"/>
                    </a:lnTo>
                    <a:lnTo>
                      <a:pt x="21217" y="1967"/>
                    </a:lnTo>
                    <a:lnTo>
                      <a:pt x="21154" y="1884"/>
                    </a:lnTo>
                    <a:lnTo>
                      <a:pt x="21217" y="1842"/>
                    </a:lnTo>
                    <a:lnTo>
                      <a:pt x="21217" y="1674"/>
                    </a:lnTo>
                    <a:lnTo>
                      <a:pt x="21133" y="1507"/>
                    </a:lnTo>
                    <a:lnTo>
                      <a:pt x="21175" y="1402"/>
                    </a:lnTo>
                    <a:lnTo>
                      <a:pt x="21154" y="1109"/>
                    </a:lnTo>
                    <a:lnTo>
                      <a:pt x="20945" y="879"/>
                    </a:lnTo>
                    <a:lnTo>
                      <a:pt x="20924" y="775"/>
                    </a:lnTo>
                    <a:lnTo>
                      <a:pt x="20840" y="733"/>
                    </a:lnTo>
                    <a:lnTo>
                      <a:pt x="20694" y="796"/>
                    </a:lnTo>
                    <a:lnTo>
                      <a:pt x="20526" y="775"/>
                    </a:lnTo>
                    <a:lnTo>
                      <a:pt x="20442" y="837"/>
                    </a:lnTo>
                    <a:lnTo>
                      <a:pt x="20442" y="984"/>
                    </a:lnTo>
                    <a:lnTo>
                      <a:pt x="20212" y="1109"/>
                    </a:lnTo>
                    <a:lnTo>
                      <a:pt x="20212" y="1047"/>
                    </a:lnTo>
                    <a:lnTo>
                      <a:pt x="20380" y="900"/>
                    </a:lnTo>
                    <a:lnTo>
                      <a:pt x="20422" y="754"/>
                    </a:lnTo>
                    <a:lnTo>
                      <a:pt x="20317" y="670"/>
                    </a:lnTo>
                    <a:lnTo>
                      <a:pt x="20212" y="712"/>
                    </a:lnTo>
                    <a:lnTo>
                      <a:pt x="20129" y="733"/>
                    </a:lnTo>
                    <a:lnTo>
                      <a:pt x="20212" y="670"/>
                    </a:lnTo>
                    <a:lnTo>
                      <a:pt x="20191" y="586"/>
                    </a:lnTo>
                    <a:lnTo>
                      <a:pt x="19898" y="419"/>
                    </a:lnTo>
                    <a:lnTo>
                      <a:pt x="19815" y="293"/>
                    </a:lnTo>
                    <a:lnTo>
                      <a:pt x="19752" y="252"/>
                    </a:lnTo>
                    <a:lnTo>
                      <a:pt x="19773" y="105"/>
                    </a:lnTo>
                    <a:lnTo>
                      <a:pt x="1945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A6CBC2"/>
                  </a:solidFill>
                </a:endParaRPr>
              </a:p>
            </p:txBody>
          </p:sp>
        </p:grpSp>
        <p:sp>
          <p:nvSpPr>
            <p:cNvPr id="19" name="Google Shape;9211;p128">
              <a:extLst>
                <a:ext uri="{FF2B5EF4-FFF2-40B4-BE49-F238E27FC236}">
                  <a16:creationId xmlns:a16="http://schemas.microsoft.com/office/drawing/2014/main" id="{54D82415-65CF-A732-D99B-BEB00FA00BEE}"/>
                </a:ext>
              </a:extLst>
            </p:cNvPr>
            <p:cNvSpPr/>
            <p:nvPr/>
          </p:nvSpPr>
          <p:spPr>
            <a:xfrm>
              <a:off x="3216902" y="3020658"/>
              <a:ext cx="15456" cy="5959"/>
            </a:xfrm>
            <a:custGeom>
              <a:avLst/>
              <a:gdLst/>
              <a:ahLst/>
              <a:cxnLst/>
              <a:rect l="l" t="t" r="r" b="b"/>
              <a:pathLst>
                <a:path w="1298" h="524" extrusionOk="0">
                  <a:moveTo>
                    <a:pt x="503" y="0"/>
                  </a:moveTo>
                  <a:lnTo>
                    <a:pt x="293" y="42"/>
                  </a:lnTo>
                  <a:lnTo>
                    <a:pt x="168" y="21"/>
                  </a:lnTo>
                  <a:lnTo>
                    <a:pt x="63" y="42"/>
                  </a:lnTo>
                  <a:lnTo>
                    <a:pt x="1" y="147"/>
                  </a:lnTo>
                  <a:lnTo>
                    <a:pt x="105" y="230"/>
                  </a:lnTo>
                  <a:lnTo>
                    <a:pt x="189" y="209"/>
                  </a:lnTo>
                  <a:lnTo>
                    <a:pt x="252" y="230"/>
                  </a:lnTo>
                  <a:lnTo>
                    <a:pt x="314" y="377"/>
                  </a:lnTo>
                  <a:lnTo>
                    <a:pt x="398" y="439"/>
                  </a:lnTo>
                  <a:lnTo>
                    <a:pt x="524" y="439"/>
                  </a:lnTo>
                  <a:lnTo>
                    <a:pt x="607" y="523"/>
                  </a:lnTo>
                  <a:lnTo>
                    <a:pt x="775" y="523"/>
                  </a:lnTo>
                  <a:lnTo>
                    <a:pt x="775" y="377"/>
                  </a:lnTo>
                  <a:lnTo>
                    <a:pt x="879" y="377"/>
                  </a:lnTo>
                  <a:lnTo>
                    <a:pt x="900" y="439"/>
                  </a:lnTo>
                  <a:lnTo>
                    <a:pt x="984" y="439"/>
                  </a:lnTo>
                  <a:lnTo>
                    <a:pt x="1005" y="335"/>
                  </a:lnTo>
                  <a:lnTo>
                    <a:pt x="1089" y="377"/>
                  </a:lnTo>
                  <a:lnTo>
                    <a:pt x="1298" y="377"/>
                  </a:lnTo>
                  <a:lnTo>
                    <a:pt x="1298" y="335"/>
                  </a:lnTo>
                  <a:lnTo>
                    <a:pt x="1193" y="230"/>
                  </a:lnTo>
                  <a:lnTo>
                    <a:pt x="1047" y="209"/>
                  </a:lnTo>
                  <a:lnTo>
                    <a:pt x="942" y="21"/>
                  </a:lnTo>
                  <a:lnTo>
                    <a:pt x="5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9212;p128">
              <a:extLst>
                <a:ext uri="{FF2B5EF4-FFF2-40B4-BE49-F238E27FC236}">
                  <a16:creationId xmlns:a16="http://schemas.microsoft.com/office/drawing/2014/main" id="{2E7BDCCC-D6E3-2EAE-9AF6-6560C8459AD0}"/>
                </a:ext>
              </a:extLst>
            </p:cNvPr>
            <p:cNvSpPr/>
            <p:nvPr/>
          </p:nvSpPr>
          <p:spPr>
            <a:xfrm>
              <a:off x="3243063" y="3010423"/>
              <a:ext cx="19695" cy="13340"/>
            </a:xfrm>
            <a:custGeom>
              <a:avLst/>
              <a:gdLst/>
              <a:ahLst/>
              <a:cxnLst/>
              <a:rect l="l" t="t" r="r" b="b"/>
              <a:pathLst>
                <a:path w="1654" h="1173" extrusionOk="0">
                  <a:moveTo>
                    <a:pt x="1089" y="0"/>
                  </a:moveTo>
                  <a:lnTo>
                    <a:pt x="1005" y="63"/>
                  </a:lnTo>
                  <a:lnTo>
                    <a:pt x="900" y="21"/>
                  </a:lnTo>
                  <a:lnTo>
                    <a:pt x="691" y="21"/>
                  </a:lnTo>
                  <a:lnTo>
                    <a:pt x="649" y="84"/>
                  </a:lnTo>
                  <a:lnTo>
                    <a:pt x="754" y="168"/>
                  </a:lnTo>
                  <a:lnTo>
                    <a:pt x="1068" y="272"/>
                  </a:lnTo>
                  <a:lnTo>
                    <a:pt x="1047" y="314"/>
                  </a:lnTo>
                  <a:lnTo>
                    <a:pt x="1109" y="398"/>
                  </a:lnTo>
                  <a:lnTo>
                    <a:pt x="1047" y="544"/>
                  </a:lnTo>
                  <a:lnTo>
                    <a:pt x="1109" y="649"/>
                  </a:lnTo>
                  <a:lnTo>
                    <a:pt x="1214" y="691"/>
                  </a:lnTo>
                  <a:lnTo>
                    <a:pt x="1340" y="795"/>
                  </a:lnTo>
                  <a:lnTo>
                    <a:pt x="1319" y="858"/>
                  </a:lnTo>
                  <a:lnTo>
                    <a:pt x="1068" y="858"/>
                  </a:lnTo>
                  <a:lnTo>
                    <a:pt x="1026" y="900"/>
                  </a:lnTo>
                  <a:lnTo>
                    <a:pt x="921" y="858"/>
                  </a:lnTo>
                  <a:lnTo>
                    <a:pt x="796" y="858"/>
                  </a:lnTo>
                  <a:lnTo>
                    <a:pt x="649" y="816"/>
                  </a:lnTo>
                  <a:lnTo>
                    <a:pt x="524" y="858"/>
                  </a:lnTo>
                  <a:lnTo>
                    <a:pt x="524" y="816"/>
                  </a:lnTo>
                  <a:lnTo>
                    <a:pt x="482" y="795"/>
                  </a:lnTo>
                  <a:lnTo>
                    <a:pt x="293" y="837"/>
                  </a:lnTo>
                  <a:lnTo>
                    <a:pt x="189" y="733"/>
                  </a:lnTo>
                  <a:lnTo>
                    <a:pt x="63" y="795"/>
                  </a:lnTo>
                  <a:lnTo>
                    <a:pt x="0" y="858"/>
                  </a:lnTo>
                  <a:lnTo>
                    <a:pt x="63" y="963"/>
                  </a:lnTo>
                  <a:lnTo>
                    <a:pt x="189" y="1005"/>
                  </a:lnTo>
                  <a:lnTo>
                    <a:pt x="314" y="1151"/>
                  </a:lnTo>
                  <a:lnTo>
                    <a:pt x="377" y="1172"/>
                  </a:lnTo>
                  <a:lnTo>
                    <a:pt x="377" y="1067"/>
                  </a:lnTo>
                  <a:lnTo>
                    <a:pt x="419" y="1026"/>
                  </a:lnTo>
                  <a:lnTo>
                    <a:pt x="691" y="1026"/>
                  </a:lnTo>
                  <a:lnTo>
                    <a:pt x="796" y="1067"/>
                  </a:lnTo>
                  <a:lnTo>
                    <a:pt x="1109" y="1067"/>
                  </a:lnTo>
                  <a:lnTo>
                    <a:pt x="1151" y="1047"/>
                  </a:lnTo>
                  <a:lnTo>
                    <a:pt x="1256" y="1109"/>
                  </a:lnTo>
                  <a:lnTo>
                    <a:pt x="1340" y="1109"/>
                  </a:lnTo>
                  <a:lnTo>
                    <a:pt x="1340" y="1047"/>
                  </a:lnTo>
                  <a:lnTo>
                    <a:pt x="1570" y="921"/>
                  </a:lnTo>
                  <a:lnTo>
                    <a:pt x="1570" y="837"/>
                  </a:lnTo>
                  <a:lnTo>
                    <a:pt x="1570" y="733"/>
                  </a:lnTo>
                  <a:lnTo>
                    <a:pt x="1528" y="607"/>
                  </a:lnTo>
                  <a:lnTo>
                    <a:pt x="1549" y="544"/>
                  </a:lnTo>
                  <a:lnTo>
                    <a:pt x="1633" y="502"/>
                  </a:lnTo>
                  <a:lnTo>
                    <a:pt x="1653" y="377"/>
                  </a:lnTo>
                  <a:lnTo>
                    <a:pt x="1612" y="293"/>
                  </a:lnTo>
                  <a:lnTo>
                    <a:pt x="1653" y="189"/>
                  </a:lnTo>
                  <a:lnTo>
                    <a:pt x="1633" y="126"/>
                  </a:lnTo>
                  <a:lnTo>
                    <a:pt x="1528" y="105"/>
                  </a:lnTo>
                  <a:lnTo>
                    <a:pt x="1423" y="126"/>
                  </a:lnTo>
                  <a:lnTo>
                    <a:pt x="1319" y="21"/>
                  </a:lnTo>
                  <a:lnTo>
                    <a:pt x="10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9213;p128">
              <a:extLst>
                <a:ext uri="{FF2B5EF4-FFF2-40B4-BE49-F238E27FC236}">
                  <a16:creationId xmlns:a16="http://schemas.microsoft.com/office/drawing/2014/main" id="{1A1C4991-18CA-E28F-EFAC-026EBB06497A}"/>
                </a:ext>
              </a:extLst>
            </p:cNvPr>
            <p:cNvSpPr/>
            <p:nvPr/>
          </p:nvSpPr>
          <p:spPr>
            <a:xfrm>
              <a:off x="3173297" y="2986859"/>
              <a:ext cx="73267" cy="24997"/>
            </a:xfrm>
            <a:custGeom>
              <a:avLst/>
              <a:gdLst/>
              <a:ahLst/>
              <a:cxnLst/>
              <a:rect l="l" t="t" r="r" b="b"/>
              <a:pathLst>
                <a:path w="6153" h="2198" extrusionOk="0">
                  <a:moveTo>
                    <a:pt x="1570" y="1"/>
                  </a:moveTo>
                  <a:lnTo>
                    <a:pt x="1445" y="106"/>
                  </a:lnTo>
                  <a:lnTo>
                    <a:pt x="1131" y="106"/>
                  </a:lnTo>
                  <a:lnTo>
                    <a:pt x="901" y="168"/>
                  </a:lnTo>
                  <a:lnTo>
                    <a:pt x="817" y="252"/>
                  </a:lnTo>
                  <a:lnTo>
                    <a:pt x="566" y="315"/>
                  </a:lnTo>
                  <a:lnTo>
                    <a:pt x="482" y="419"/>
                  </a:lnTo>
                  <a:lnTo>
                    <a:pt x="377" y="482"/>
                  </a:lnTo>
                  <a:lnTo>
                    <a:pt x="357" y="608"/>
                  </a:lnTo>
                  <a:lnTo>
                    <a:pt x="419" y="712"/>
                  </a:lnTo>
                  <a:lnTo>
                    <a:pt x="398" y="775"/>
                  </a:lnTo>
                  <a:lnTo>
                    <a:pt x="294" y="712"/>
                  </a:lnTo>
                  <a:lnTo>
                    <a:pt x="85" y="817"/>
                  </a:lnTo>
                  <a:lnTo>
                    <a:pt x="1" y="796"/>
                  </a:lnTo>
                  <a:lnTo>
                    <a:pt x="1" y="880"/>
                  </a:lnTo>
                  <a:lnTo>
                    <a:pt x="105" y="922"/>
                  </a:lnTo>
                  <a:lnTo>
                    <a:pt x="252" y="796"/>
                  </a:lnTo>
                  <a:lnTo>
                    <a:pt x="273" y="817"/>
                  </a:lnTo>
                  <a:lnTo>
                    <a:pt x="273" y="922"/>
                  </a:lnTo>
                  <a:lnTo>
                    <a:pt x="419" y="817"/>
                  </a:lnTo>
                  <a:lnTo>
                    <a:pt x="524" y="817"/>
                  </a:lnTo>
                  <a:lnTo>
                    <a:pt x="629" y="629"/>
                  </a:lnTo>
                  <a:lnTo>
                    <a:pt x="796" y="670"/>
                  </a:lnTo>
                  <a:lnTo>
                    <a:pt x="838" y="608"/>
                  </a:lnTo>
                  <a:lnTo>
                    <a:pt x="922" y="691"/>
                  </a:lnTo>
                  <a:lnTo>
                    <a:pt x="1026" y="670"/>
                  </a:lnTo>
                  <a:lnTo>
                    <a:pt x="1214" y="461"/>
                  </a:lnTo>
                  <a:lnTo>
                    <a:pt x="1319" y="419"/>
                  </a:lnTo>
                  <a:lnTo>
                    <a:pt x="1361" y="357"/>
                  </a:lnTo>
                  <a:lnTo>
                    <a:pt x="1528" y="378"/>
                  </a:lnTo>
                  <a:lnTo>
                    <a:pt x="1654" y="378"/>
                  </a:lnTo>
                  <a:lnTo>
                    <a:pt x="1884" y="398"/>
                  </a:lnTo>
                  <a:lnTo>
                    <a:pt x="1968" y="461"/>
                  </a:lnTo>
                  <a:lnTo>
                    <a:pt x="1884" y="503"/>
                  </a:lnTo>
                  <a:lnTo>
                    <a:pt x="1758" y="503"/>
                  </a:lnTo>
                  <a:lnTo>
                    <a:pt x="1675" y="566"/>
                  </a:lnTo>
                  <a:lnTo>
                    <a:pt x="1758" y="629"/>
                  </a:lnTo>
                  <a:lnTo>
                    <a:pt x="2093" y="691"/>
                  </a:lnTo>
                  <a:lnTo>
                    <a:pt x="2177" y="670"/>
                  </a:lnTo>
                  <a:lnTo>
                    <a:pt x="2282" y="670"/>
                  </a:lnTo>
                  <a:lnTo>
                    <a:pt x="2386" y="733"/>
                  </a:lnTo>
                  <a:lnTo>
                    <a:pt x="2554" y="775"/>
                  </a:lnTo>
                  <a:lnTo>
                    <a:pt x="2616" y="775"/>
                  </a:lnTo>
                  <a:lnTo>
                    <a:pt x="2658" y="691"/>
                  </a:lnTo>
                  <a:lnTo>
                    <a:pt x="2721" y="775"/>
                  </a:lnTo>
                  <a:lnTo>
                    <a:pt x="2763" y="817"/>
                  </a:lnTo>
                  <a:lnTo>
                    <a:pt x="2930" y="942"/>
                  </a:lnTo>
                  <a:lnTo>
                    <a:pt x="3077" y="984"/>
                  </a:lnTo>
                  <a:lnTo>
                    <a:pt x="3139" y="942"/>
                  </a:lnTo>
                  <a:lnTo>
                    <a:pt x="3244" y="1026"/>
                  </a:lnTo>
                  <a:lnTo>
                    <a:pt x="3349" y="1005"/>
                  </a:lnTo>
                  <a:lnTo>
                    <a:pt x="3432" y="1047"/>
                  </a:lnTo>
                  <a:lnTo>
                    <a:pt x="3600" y="1005"/>
                  </a:lnTo>
                  <a:lnTo>
                    <a:pt x="3663" y="1026"/>
                  </a:lnTo>
                  <a:lnTo>
                    <a:pt x="3746" y="1361"/>
                  </a:lnTo>
                  <a:lnTo>
                    <a:pt x="3955" y="1570"/>
                  </a:lnTo>
                  <a:lnTo>
                    <a:pt x="4039" y="1612"/>
                  </a:lnTo>
                  <a:lnTo>
                    <a:pt x="4081" y="1549"/>
                  </a:lnTo>
                  <a:lnTo>
                    <a:pt x="4227" y="1633"/>
                  </a:lnTo>
                  <a:lnTo>
                    <a:pt x="4437" y="1633"/>
                  </a:lnTo>
                  <a:lnTo>
                    <a:pt x="4458" y="1675"/>
                  </a:lnTo>
                  <a:lnTo>
                    <a:pt x="4541" y="1738"/>
                  </a:lnTo>
                  <a:lnTo>
                    <a:pt x="4541" y="1842"/>
                  </a:lnTo>
                  <a:lnTo>
                    <a:pt x="4374" y="1863"/>
                  </a:lnTo>
                  <a:lnTo>
                    <a:pt x="4186" y="2051"/>
                  </a:lnTo>
                  <a:lnTo>
                    <a:pt x="4186" y="2156"/>
                  </a:lnTo>
                  <a:lnTo>
                    <a:pt x="4374" y="2177"/>
                  </a:lnTo>
                  <a:lnTo>
                    <a:pt x="4541" y="2135"/>
                  </a:lnTo>
                  <a:lnTo>
                    <a:pt x="4604" y="2156"/>
                  </a:lnTo>
                  <a:lnTo>
                    <a:pt x="4897" y="2093"/>
                  </a:lnTo>
                  <a:lnTo>
                    <a:pt x="5064" y="2093"/>
                  </a:lnTo>
                  <a:lnTo>
                    <a:pt x="5274" y="2198"/>
                  </a:lnTo>
                  <a:lnTo>
                    <a:pt x="5546" y="2135"/>
                  </a:lnTo>
                  <a:lnTo>
                    <a:pt x="5587" y="2072"/>
                  </a:lnTo>
                  <a:lnTo>
                    <a:pt x="5650" y="2072"/>
                  </a:lnTo>
                  <a:lnTo>
                    <a:pt x="5734" y="2030"/>
                  </a:lnTo>
                  <a:lnTo>
                    <a:pt x="5943" y="2051"/>
                  </a:lnTo>
                  <a:lnTo>
                    <a:pt x="6069" y="1989"/>
                  </a:lnTo>
                  <a:lnTo>
                    <a:pt x="6152" y="1884"/>
                  </a:lnTo>
                  <a:lnTo>
                    <a:pt x="6111" y="1842"/>
                  </a:lnTo>
                  <a:lnTo>
                    <a:pt x="6006" y="1821"/>
                  </a:lnTo>
                  <a:lnTo>
                    <a:pt x="5922" y="1654"/>
                  </a:lnTo>
                  <a:lnTo>
                    <a:pt x="5692" y="1549"/>
                  </a:lnTo>
                  <a:lnTo>
                    <a:pt x="5378" y="1549"/>
                  </a:lnTo>
                  <a:lnTo>
                    <a:pt x="5295" y="1528"/>
                  </a:lnTo>
                  <a:lnTo>
                    <a:pt x="5336" y="1466"/>
                  </a:lnTo>
                  <a:lnTo>
                    <a:pt x="5399" y="1319"/>
                  </a:lnTo>
                  <a:lnTo>
                    <a:pt x="5315" y="1298"/>
                  </a:lnTo>
                  <a:lnTo>
                    <a:pt x="5232" y="1340"/>
                  </a:lnTo>
                  <a:lnTo>
                    <a:pt x="5127" y="1340"/>
                  </a:lnTo>
                  <a:lnTo>
                    <a:pt x="4918" y="1194"/>
                  </a:lnTo>
                  <a:lnTo>
                    <a:pt x="4855" y="1235"/>
                  </a:lnTo>
                  <a:lnTo>
                    <a:pt x="4771" y="1152"/>
                  </a:lnTo>
                  <a:lnTo>
                    <a:pt x="4604" y="1026"/>
                  </a:lnTo>
                  <a:lnTo>
                    <a:pt x="4541" y="1131"/>
                  </a:lnTo>
                  <a:lnTo>
                    <a:pt x="4479" y="1089"/>
                  </a:lnTo>
                  <a:lnTo>
                    <a:pt x="4499" y="1005"/>
                  </a:lnTo>
                  <a:lnTo>
                    <a:pt x="4437" y="984"/>
                  </a:lnTo>
                  <a:lnTo>
                    <a:pt x="4395" y="1047"/>
                  </a:lnTo>
                  <a:lnTo>
                    <a:pt x="4332" y="984"/>
                  </a:lnTo>
                  <a:lnTo>
                    <a:pt x="4123" y="922"/>
                  </a:lnTo>
                  <a:lnTo>
                    <a:pt x="3955" y="796"/>
                  </a:lnTo>
                  <a:lnTo>
                    <a:pt x="3830" y="712"/>
                  </a:lnTo>
                  <a:lnTo>
                    <a:pt x="3704" y="587"/>
                  </a:lnTo>
                  <a:lnTo>
                    <a:pt x="3349" y="587"/>
                  </a:lnTo>
                  <a:lnTo>
                    <a:pt x="3244" y="524"/>
                  </a:lnTo>
                  <a:lnTo>
                    <a:pt x="3202" y="398"/>
                  </a:lnTo>
                  <a:lnTo>
                    <a:pt x="3077" y="252"/>
                  </a:lnTo>
                  <a:lnTo>
                    <a:pt x="2972" y="273"/>
                  </a:lnTo>
                  <a:lnTo>
                    <a:pt x="2909" y="210"/>
                  </a:lnTo>
                  <a:lnTo>
                    <a:pt x="2491" y="147"/>
                  </a:lnTo>
                  <a:lnTo>
                    <a:pt x="2365" y="210"/>
                  </a:lnTo>
                  <a:lnTo>
                    <a:pt x="2177" y="168"/>
                  </a:lnTo>
                  <a:lnTo>
                    <a:pt x="2072" y="43"/>
                  </a:lnTo>
                  <a:lnTo>
                    <a:pt x="18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9214;p128">
              <a:extLst>
                <a:ext uri="{FF2B5EF4-FFF2-40B4-BE49-F238E27FC236}">
                  <a16:creationId xmlns:a16="http://schemas.microsoft.com/office/drawing/2014/main" id="{3CE74A5B-C9AF-4CB7-14EE-E4AD075E9CF6}"/>
                </a:ext>
              </a:extLst>
            </p:cNvPr>
            <p:cNvSpPr/>
            <p:nvPr/>
          </p:nvSpPr>
          <p:spPr>
            <a:xfrm>
              <a:off x="3371128" y="3527019"/>
              <a:ext cx="18695" cy="10247"/>
            </a:xfrm>
            <a:custGeom>
              <a:avLst/>
              <a:gdLst/>
              <a:ahLst/>
              <a:cxnLst/>
              <a:rect l="l" t="t" r="r" b="b"/>
              <a:pathLst>
                <a:path w="1570" h="901" extrusionOk="0">
                  <a:moveTo>
                    <a:pt x="1025" y="0"/>
                  </a:moveTo>
                  <a:lnTo>
                    <a:pt x="984" y="84"/>
                  </a:lnTo>
                  <a:lnTo>
                    <a:pt x="921" y="105"/>
                  </a:lnTo>
                  <a:lnTo>
                    <a:pt x="942" y="189"/>
                  </a:lnTo>
                  <a:lnTo>
                    <a:pt x="921" y="252"/>
                  </a:lnTo>
                  <a:lnTo>
                    <a:pt x="691" y="314"/>
                  </a:lnTo>
                  <a:lnTo>
                    <a:pt x="733" y="273"/>
                  </a:lnTo>
                  <a:lnTo>
                    <a:pt x="774" y="126"/>
                  </a:lnTo>
                  <a:lnTo>
                    <a:pt x="733" y="63"/>
                  </a:lnTo>
                  <a:lnTo>
                    <a:pt x="649" y="84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461" y="84"/>
                  </a:lnTo>
                  <a:lnTo>
                    <a:pt x="377" y="84"/>
                  </a:lnTo>
                  <a:lnTo>
                    <a:pt x="377" y="252"/>
                  </a:lnTo>
                  <a:lnTo>
                    <a:pt x="272" y="210"/>
                  </a:lnTo>
                  <a:lnTo>
                    <a:pt x="168" y="105"/>
                  </a:lnTo>
                  <a:lnTo>
                    <a:pt x="105" y="168"/>
                  </a:lnTo>
                  <a:lnTo>
                    <a:pt x="230" y="356"/>
                  </a:lnTo>
                  <a:lnTo>
                    <a:pt x="377" y="377"/>
                  </a:lnTo>
                  <a:lnTo>
                    <a:pt x="377" y="419"/>
                  </a:lnTo>
                  <a:lnTo>
                    <a:pt x="230" y="419"/>
                  </a:lnTo>
                  <a:lnTo>
                    <a:pt x="168" y="482"/>
                  </a:lnTo>
                  <a:lnTo>
                    <a:pt x="189" y="565"/>
                  </a:lnTo>
                  <a:lnTo>
                    <a:pt x="84" y="670"/>
                  </a:lnTo>
                  <a:lnTo>
                    <a:pt x="0" y="670"/>
                  </a:lnTo>
                  <a:lnTo>
                    <a:pt x="0" y="712"/>
                  </a:lnTo>
                  <a:lnTo>
                    <a:pt x="126" y="796"/>
                  </a:lnTo>
                  <a:lnTo>
                    <a:pt x="189" y="712"/>
                  </a:lnTo>
                  <a:lnTo>
                    <a:pt x="293" y="796"/>
                  </a:lnTo>
                  <a:lnTo>
                    <a:pt x="377" y="691"/>
                  </a:lnTo>
                  <a:lnTo>
                    <a:pt x="230" y="628"/>
                  </a:lnTo>
                  <a:lnTo>
                    <a:pt x="335" y="586"/>
                  </a:lnTo>
                  <a:lnTo>
                    <a:pt x="523" y="607"/>
                  </a:lnTo>
                  <a:lnTo>
                    <a:pt x="649" y="565"/>
                  </a:lnTo>
                  <a:lnTo>
                    <a:pt x="649" y="461"/>
                  </a:lnTo>
                  <a:cubicBezTo>
                    <a:pt x="649" y="461"/>
                    <a:pt x="667" y="470"/>
                    <a:pt x="680" y="470"/>
                  </a:cubicBezTo>
                  <a:cubicBezTo>
                    <a:pt x="686" y="470"/>
                    <a:pt x="691" y="468"/>
                    <a:pt x="691" y="461"/>
                  </a:cubicBezTo>
                  <a:cubicBezTo>
                    <a:pt x="795" y="398"/>
                    <a:pt x="900" y="377"/>
                    <a:pt x="1005" y="314"/>
                  </a:cubicBezTo>
                  <a:lnTo>
                    <a:pt x="1046" y="398"/>
                  </a:lnTo>
                  <a:lnTo>
                    <a:pt x="1025" y="461"/>
                  </a:lnTo>
                  <a:lnTo>
                    <a:pt x="942" y="419"/>
                  </a:lnTo>
                  <a:lnTo>
                    <a:pt x="858" y="461"/>
                  </a:lnTo>
                  <a:lnTo>
                    <a:pt x="691" y="712"/>
                  </a:lnTo>
                  <a:lnTo>
                    <a:pt x="753" y="733"/>
                  </a:lnTo>
                  <a:lnTo>
                    <a:pt x="837" y="879"/>
                  </a:lnTo>
                  <a:lnTo>
                    <a:pt x="921" y="900"/>
                  </a:lnTo>
                  <a:lnTo>
                    <a:pt x="921" y="837"/>
                  </a:lnTo>
                  <a:lnTo>
                    <a:pt x="837" y="733"/>
                  </a:lnTo>
                  <a:lnTo>
                    <a:pt x="858" y="712"/>
                  </a:lnTo>
                  <a:lnTo>
                    <a:pt x="963" y="775"/>
                  </a:lnTo>
                  <a:lnTo>
                    <a:pt x="1025" y="733"/>
                  </a:lnTo>
                  <a:lnTo>
                    <a:pt x="963" y="691"/>
                  </a:lnTo>
                  <a:lnTo>
                    <a:pt x="963" y="607"/>
                  </a:lnTo>
                  <a:lnTo>
                    <a:pt x="1067" y="628"/>
                  </a:lnTo>
                  <a:lnTo>
                    <a:pt x="1172" y="607"/>
                  </a:lnTo>
                  <a:lnTo>
                    <a:pt x="1172" y="586"/>
                  </a:lnTo>
                  <a:lnTo>
                    <a:pt x="1088" y="586"/>
                  </a:lnTo>
                  <a:lnTo>
                    <a:pt x="1046" y="524"/>
                  </a:lnTo>
                  <a:lnTo>
                    <a:pt x="1088" y="503"/>
                  </a:lnTo>
                  <a:lnTo>
                    <a:pt x="1193" y="524"/>
                  </a:lnTo>
                  <a:lnTo>
                    <a:pt x="1339" y="503"/>
                  </a:lnTo>
                  <a:lnTo>
                    <a:pt x="1444" y="419"/>
                  </a:lnTo>
                  <a:lnTo>
                    <a:pt x="1549" y="398"/>
                  </a:lnTo>
                  <a:lnTo>
                    <a:pt x="1507" y="314"/>
                  </a:lnTo>
                  <a:lnTo>
                    <a:pt x="1465" y="293"/>
                  </a:lnTo>
                  <a:lnTo>
                    <a:pt x="1444" y="273"/>
                  </a:lnTo>
                  <a:lnTo>
                    <a:pt x="1486" y="210"/>
                  </a:lnTo>
                  <a:lnTo>
                    <a:pt x="1569" y="189"/>
                  </a:lnTo>
                  <a:lnTo>
                    <a:pt x="1528" y="126"/>
                  </a:lnTo>
                  <a:lnTo>
                    <a:pt x="1381" y="105"/>
                  </a:lnTo>
                  <a:lnTo>
                    <a:pt x="1318" y="126"/>
                  </a:lnTo>
                  <a:lnTo>
                    <a:pt x="1339" y="189"/>
                  </a:lnTo>
                  <a:lnTo>
                    <a:pt x="1256" y="210"/>
                  </a:lnTo>
                  <a:lnTo>
                    <a:pt x="1172" y="105"/>
                  </a:lnTo>
                  <a:lnTo>
                    <a:pt x="1172" y="42"/>
                  </a:lnTo>
                  <a:lnTo>
                    <a:pt x="10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9215;p128">
              <a:extLst>
                <a:ext uri="{FF2B5EF4-FFF2-40B4-BE49-F238E27FC236}">
                  <a16:creationId xmlns:a16="http://schemas.microsoft.com/office/drawing/2014/main" id="{9914CF86-58E1-CAD0-BA27-E85C0AD2BFB4}"/>
                </a:ext>
              </a:extLst>
            </p:cNvPr>
            <p:cNvSpPr/>
            <p:nvPr/>
          </p:nvSpPr>
          <p:spPr>
            <a:xfrm>
              <a:off x="3183264" y="3080853"/>
              <a:ext cx="38140" cy="16672"/>
            </a:xfrm>
            <a:custGeom>
              <a:avLst/>
              <a:gdLst/>
              <a:ahLst/>
              <a:cxnLst/>
              <a:rect l="l" t="t" r="r" b="b"/>
              <a:pathLst>
                <a:path w="3203" h="1466" extrusionOk="0">
                  <a:moveTo>
                    <a:pt x="2072" y="1"/>
                  </a:moveTo>
                  <a:lnTo>
                    <a:pt x="2030" y="43"/>
                  </a:lnTo>
                  <a:lnTo>
                    <a:pt x="1863" y="147"/>
                  </a:lnTo>
                  <a:lnTo>
                    <a:pt x="1675" y="189"/>
                  </a:lnTo>
                  <a:lnTo>
                    <a:pt x="1319" y="377"/>
                  </a:lnTo>
                  <a:lnTo>
                    <a:pt x="1214" y="461"/>
                  </a:lnTo>
                  <a:lnTo>
                    <a:pt x="1131" y="482"/>
                  </a:lnTo>
                  <a:lnTo>
                    <a:pt x="921" y="482"/>
                  </a:lnTo>
                  <a:lnTo>
                    <a:pt x="733" y="315"/>
                  </a:lnTo>
                  <a:lnTo>
                    <a:pt x="608" y="273"/>
                  </a:lnTo>
                  <a:lnTo>
                    <a:pt x="566" y="294"/>
                  </a:lnTo>
                  <a:lnTo>
                    <a:pt x="629" y="356"/>
                  </a:lnTo>
                  <a:lnTo>
                    <a:pt x="629" y="398"/>
                  </a:lnTo>
                  <a:lnTo>
                    <a:pt x="566" y="419"/>
                  </a:lnTo>
                  <a:lnTo>
                    <a:pt x="461" y="377"/>
                  </a:lnTo>
                  <a:lnTo>
                    <a:pt x="419" y="315"/>
                  </a:lnTo>
                  <a:lnTo>
                    <a:pt x="461" y="294"/>
                  </a:lnTo>
                  <a:lnTo>
                    <a:pt x="482" y="294"/>
                  </a:lnTo>
                  <a:lnTo>
                    <a:pt x="461" y="252"/>
                  </a:lnTo>
                  <a:lnTo>
                    <a:pt x="398" y="252"/>
                  </a:lnTo>
                  <a:lnTo>
                    <a:pt x="315" y="210"/>
                  </a:lnTo>
                  <a:lnTo>
                    <a:pt x="273" y="168"/>
                  </a:lnTo>
                  <a:lnTo>
                    <a:pt x="252" y="84"/>
                  </a:lnTo>
                  <a:lnTo>
                    <a:pt x="147" y="84"/>
                  </a:lnTo>
                  <a:lnTo>
                    <a:pt x="85" y="147"/>
                  </a:lnTo>
                  <a:lnTo>
                    <a:pt x="85" y="252"/>
                  </a:lnTo>
                  <a:lnTo>
                    <a:pt x="43" y="315"/>
                  </a:lnTo>
                  <a:lnTo>
                    <a:pt x="1" y="398"/>
                  </a:lnTo>
                  <a:lnTo>
                    <a:pt x="85" y="419"/>
                  </a:lnTo>
                  <a:lnTo>
                    <a:pt x="147" y="524"/>
                  </a:lnTo>
                  <a:lnTo>
                    <a:pt x="64" y="587"/>
                  </a:lnTo>
                  <a:lnTo>
                    <a:pt x="43" y="691"/>
                  </a:lnTo>
                  <a:lnTo>
                    <a:pt x="43" y="733"/>
                  </a:lnTo>
                  <a:lnTo>
                    <a:pt x="64" y="796"/>
                  </a:lnTo>
                  <a:lnTo>
                    <a:pt x="168" y="796"/>
                  </a:lnTo>
                  <a:lnTo>
                    <a:pt x="252" y="817"/>
                  </a:lnTo>
                  <a:lnTo>
                    <a:pt x="357" y="796"/>
                  </a:lnTo>
                  <a:lnTo>
                    <a:pt x="398" y="733"/>
                  </a:lnTo>
                  <a:lnTo>
                    <a:pt x="461" y="796"/>
                  </a:lnTo>
                  <a:lnTo>
                    <a:pt x="461" y="838"/>
                  </a:lnTo>
                  <a:lnTo>
                    <a:pt x="524" y="880"/>
                  </a:lnTo>
                  <a:lnTo>
                    <a:pt x="733" y="900"/>
                  </a:lnTo>
                  <a:lnTo>
                    <a:pt x="775" y="1026"/>
                  </a:lnTo>
                  <a:lnTo>
                    <a:pt x="817" y="1193"/>
                  </a:lnTo>
                  <a:lnTo>
                    <a:pt x="921" y="1235"/>
                  </a:lnTo>
                  <a:lnTo>
                    <a:pt x="1026" y="1235"/>
                  </a:lnTo>
                  <a:lnTo>
                    <a:pt x="1047" y="1152"/>
                  </a:lnTo>
                  <a:lnTo>
                    <a:pt x="1005" y="1131"/>
                  </a:lnTo>
                  <a:lnTo>
                    <a:pt x="1047" y="1047"/>
                  </a:lnTo>
                  <a:lnTo>
                    <a:pt x="1131" y="1089"/>
                  </a:lnTo>
                  <a:lnTo>
                    <a:pt x="1152" y="1131"/>
                  </a:lnTo>
                  <a:lnTo>
                    <a:pt x="1131" y="1193"/>
                  </a:lnTo>
                  <a:lnTo>
                    <a:pt x="1152" y="1319"/>
                  </a:lnTo>
                  <a:lnTo>
                    <a:pt x="1152" y="1403"/>
                  </a:lnTo>
                  <a:lnTo>
                    <a:pt x="1193" y="1444"/>
                  </a:lnTo>
                  <a:lnTo>
                    <a:pt x="1340" y="1465"/>
                  </a:lnTo>
                  <a:lnTo>
                    <a:pt x="1424" y="1361"/>
                  </a:lnTo>
                  <a:lnTo>
                    <a:pt x="1507" y="1298"/>
                  </a:lnTo>
                  <a:lnTo>
                    <a:pt x="1612" y="1319"/>
                  </a:lnTo>
                  <a:lnTo>
                    <a:pt x="1654" y="1298"/>
                  </a:lnTo>
                  <a:lnTo>
                    <a:pt x="1654" y="1152"/>
                  </a:lnTo>
                  <a:lnTo>
                    <a:pt x="1570" y="1089"/>
                  </a:lnTo>
                  <a:lnTo>
                    <a:pt x="1465" y="1026"/>
                  </a:lnTo>
                  <a:lnTo>
                    <a:pt x="1445" y="921"/>
                  </a:lnTo>
                  <a:lnTo>
                    <a:pt x="1445" y="880"/>
                  </a:lnTo>
                  <a:lnTo>
                    <a:pt x="1549" y="817"/>
                  </a:lnTo>
                  <a:lnTo>
                    <a:pt x="1737" y="775"/>
                  </a:lnTo>
                  <a:lnTo>
                    <a:pt x="1884" y="628"/>
                  </a:lnTo>
                  <a:lnTo>
                    <a:pt x="1884" y="587"/>
                  </a:lnTo>
                  <a:lnTo>
                    <a:pt x="1863" y="566"/>
                  </a:lnTo>
                  <a:lnTo>
                    <a:pt x="1863" y="419"/>
                  </a:lnTo>
                  <a:lnTo>
                    <a:pt x="2051" y="356"/>
                  </a:lnTo>
                  <a:lnTo>
                    <a:pt x="2177" y="315"/>
                  </a:lnTo>
                  <a:lnTo>
                    <a:pt x="2261" y="377"/>
                  </a:lnTo>
                  <a:lnTo>
                    <a:pt x="2365" y="482"/>
                  </a:lnTo>
                  <a:lnTo>
                    <a:pt x="2449" y="482"/>
                  </a:lnTo>
                  <a:lnTo>
                    <a:pt x="2553" y="608"/>
                  </a:lnTo>
                  <a:lnTo>
                    <a:pt x="2574" y="712"/>
                  </a:lnTo>
                  <a:lnTo>
                    <a:pt x="2616" y="775"/>
                  </a:lnTo>
                  <a:lnTo>
                    <a:pt x="2679" y="733"/>
                  </a:lnTo>
                  <a:lnTo>
                    <a:pt x="2763" y="670"/>
                  </a:lnTo>
                  <a:lnTo>
                    <a:pt x="2805" y="670"/>
                  </a:lnTo>
                  <a:lnTo>
                    <a:pt x="2826" y="733"/>
                  </a:lnTo>
                  <a:lnTo>
                    <a:pt x="2784" y="796"/>
                  </a:lnTo>
                  <a:lnTo>
                    <a:pt x="2721" y="796"/>
                  </a:lnTo>
                  <a:lnTo>
                    <a:pt x="2616" y="942"/>
                  </a:lnTo>
                  <a:lnTo>
                    <a:pt x="2595" y="984"/>
                  </a:lnTo>
                  <a:lnTo>
                    <a:pt x="2616" y="1131"/>
                  </a:lnTo>
                  <a:lnTo>
                    <a:pt x="2763" y="1319"/>
                  </a:lnTo>
                  <a:lnTo>
                    <a:pt x="2888" y="1424"/>
                  </a:lnTo>
                  <a:lnTo>
                    <a:pt x="2972" y="1235"/>
                  </a:lnTo>
                  <a:lnTo>
                    <a:pt x="3014" y="1235"/>
                  </a:lnTo>
                  <a:lnTo>
                    <a:pt x="3098" y="1193"/>
                  </a:lnTo>
                  <a:lnTo>
                    <a:pt x="3118" y="1047"/>
                  </a:lnTo>
                  <a:lnTo>
                    <a:pt x="3202" y="900"/>
                  </a:lnTo>
                  <a:lnTo>
                    <a:pt x="3139" y="733"/>
                  </a:lnTo>
                  <a:lnTo>
                    <a:pt x="3139" y="691"/>
                  </a:lnTo>
                  <a:lnTo>
                    <a:pt x="3181" y="587"/>
                  </a:lnTo>
                  <a:lnTo>
                    <a:pt x="3118" y="524"/>
                  </a:lnTo>
                  <a:lnTo>
                    <a:pt x="3035" y="482"/>
                  </a:lnTo>
                  <a:lnTo>
                    <a:pt x="3014" y="419"/>
                  </a:lnTo>
                  <a:lnTo>
                    <a:pt x="2909" y="294"/>
                  </a:lnTo>
                  <a:lnTo>
                    <a:pt x="2679" y="168"/>
                  </a:lnTo>
                  <a:lnTo>
                    <a:pt x="2512" y="147"/>
                  </a:lnTo>
                  <a:lnTo>
                    <a:pt x="2281" y="147"/>
                  </a:lnTo>
                  <a:lnTo>
                    <a:pt x="2198" y="105"/>
                  </a:lnTo>
                  <a:lnTo>
                    <a:pt x="2156" y="63"/>
                  </a:lnTo>
                  <a:lnTo>
                    <a:pt x="207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9216;p128">
              <a:extLst>
                <a:ext uri="{FF2B5EF4-FFF2-40B4-BE49-F238E27FC236}">
                  <a16:creationId xmlns:a16="http://schemas.microsoft.com/office/drawing/2014/main" id="{E455E7C6-2FC8-907B-A61B-BBE9B053B890}"/>
                </a:ext>
              </a:extLst>
            </p:cNvPr>
            <p:cNvSpPr/>
            <p:nvPr/>
          </p:nvSpPr>
          <p:spPr>
            <a:xfrm>
              <a:off x="3163092" y="3070629"/>
              <a:ext cx="23172" cy="20709"/>
            </a:xfrm>
            <a:custGeom>
              <a:avLst/>
              <a:gdLst/>
              <a:ahLst/>
              <a:cxnLst/>
              <a:rect l="l" t="t" r="r" b="b"/>
              <a:pathLst>
                <a:path w="1946" h="1821" extrusionOk="0">
                  <a:moveTo>
                    <a:pt x="293" y="0"/>
                  </a:moveTo>
                  <a:lnTo>
                    <a:pt x="105" y="21"/>
                  </a:lnTo>
                  <a:lnTo>
                    <a:pt x="105" y="42"/>
                  </a:lnTo>
                  <a:lnTo>
                    <a:pt x="63" y="63"/>
                  </a:lnTo>
                  <a:lnTo>
                    <a:pt x="84" y="63"/>
                  </a:lnTo>
                  <a:lnTo>
                    <a:pt x="63" y="209"/>
                  </a:lnTo>
                  <a:lnTo>
                    <a:pt x="0" y="230"/>
                  </a:lnTo>
                  <a:lnTo>
                    <a:pt x="63" y="251"/>
                  </a:lnTo>
                  <a:lnTo>
                    <a:pt x="126" y="272"/>
                  </a:lnTo>
                  <a:lnTo>
                    <a:pt x="167" y="377"/>
                  </a:lnTo>
                  <a:lnTo>
                    <a:pt x="63" y="460"/>
                  </a:lnTo>
                  <a:lnTo>
                    <a:pt x="0" y="586"/>
                  </a:lnTo>
                  <a:lnTo>
                    <a:pt x="21" y="690"/>
                  </a:lnTo>
                  <a:lnTo>
                    <a:pt x="188" y="837"/>
                  </a:lnTo>
                  <a:lnTo>
                    <a:pt x="335" y="837"/>
                  </a:lnTo>
                  <a:lnTo>
                    <a:pt x="418" y="879"/>
                  </a:lnTo>
                  <a:lnTo>
                    <a:pt x="481" y="983"/>
                  </a:lnTo>
                  <a:lnTo>
                    <a:pt x="523" y="983"/>
                  </a:lnTo>
                  <a:lnTo>
                    <a:pt x="607" y="879"/>
                  </a:lnTo>
                  <a:lnTo>
                    <a:pt x="586" y="774"/>
                  </a:lnTo>
                  <a:lnTo>
                    <a:pt x="418" y="670"/>
                  </a:lnTo>
                  <a:lnTo>
                    <a:pt x="377" y="586"/>
                  </a:lnTo>
                  <a:lnTo>
                    <a:pt x="418" y="565"/>
                  </a:lnTo>
                  <a:lnTo>
                    <a:pt x="523" y="649"/>
                  </a:lnTo>
                  <a:lnTo>
                    <a:pt x="628" y="690"/>
                  </a:lnTo>
                  <a:lnTo>
                    <a:pt x="649" y="774"/>
                  </a:lnTo>
                  <a:lnTo>
                    <a:pt x="753" y="858"/>
                  </a:lnTo>
                  <a:lnTo>
                    <a:pt x="795" y="983"/>
                  </a:lnTo>
                  <a:lnTo>
                    <a:pt x="921" y="1067"/>
                  </a:lnTo>
                  <a:lnTo>
                    <a:pt x="1025" y="1151"/>
                  </a:lnTo>
                  <a:lnTo>
                    <a:pt x="1109" y="1193"/>
                  </a:lnTo>
                  <a:lnTo>
                    <a:pt x="1234" y="1318"/>
                  </a:lnTo>
                  <a:lnTo>
                    <a:pt x="1255" y="1402"/>
                  </a:lnTo>
                  <a:lnTo>
                    <a:pt x="1172" y="1486"/>
                  </a:lnTo>
                  <a:lnTo>
                    <a:pt x="1172" y="1569"/>
                  </a:lnTo>
                  <a:lnTo>
                    <a:pt x="1234" y="1632"/>
                  </a:lnTo>
                  <a:lnTo>
                    <a:pt x="1360" y="1695"/>
                  </a:lnTo>
                  <a:lnTo>
                    <a:pt x="1444" y="1737"/>
                  </a:lnTo>
                  <a:lnTo>
                    <a:pt x="1486" y="1716"/>
                  </a:lnTo>
                  <a:lnTo>
                    <a:pt x="1527" y="1632"/>
                  </a:lnTo>
                  <a:lnTo>
                    <a:pt x="1465" y="1569"/>
                  </a:lnTo>
                  <a:lnTo>
                    <a:pt x="1360" y="1507"/>
                  </a:lnTo>
                  <a:lnTo>
                    <a:pt x="1360" y="1486"/>
                  </a:lnTo>
                  <a:lnTo>
                    <a:pt x="1381" y="1465"/>
                  </a:lnTo>
                  <a:lnTo>
                    <a:pt x="1465" y="1507"/>
                  </a:lnTo>
                  <a:lnTo>
                    <a:pt x="1548" y="1632"/>
                  </a:lnTo>
                  <a:lnTo>
                    <a:pt x="1548" y="1737"/>
                  </a:lnTo>
                  <a:lnTo>
                    <a:pt x="1590" y="1737"/>
                  </a:lnTo>
                  <a:lnTo>
                    <a:pt x="1632" y="1779"/>
                  </a:lnTo>
                  <a:lnTo>
                    <a:pt x="1674" y="1820"/>
                  </a:lnTo>
                  <a:lnTo>
                    <a:pt x="1737" y="1820"/>
                  </a:lnTo>
                  <a:lnTo>
                    <a:pt x="1758" y="1779"/>
                  </a:lnTo>
                  <a:lnTo>
                    <a:pt x="1758" y="1695"/>
                  </a:lnTo>
                  <a:lnTo>
                    <a:pt x="1737" y="1632"/>
                  </a:lnTo>
                  <a:lnTo>
                    <a:pt x="1737" y="1590"/>
                  </a:lnTo>
                  <a:lnTo>
                    <a:pt x="1758" y="1486"/>
                  </a:lnTo>
                  <a:lnTo>
                    <a:pt x="1841" y="1423"/>
                  </a:lnTo>
                  <a:lnTo>
                    <a:pt x="1779" y="1318"/>
                  </a:lnTo>
                  <a:lnTo>
                    <a:pt x="1695" y="1297"/>
                  </a:lnTo>
                  <a:lnTo>
                    <a:pt x="1737" y="1214"/>
                  </a:lnTo>
                  <a:lnTo>
                    <a:pt x="1779" y="1151"/>
                  </a:lnTo>
                  <a:lnTo>
                    <a:pt x="1779" y="1046"/>
                  </a:lnTo>
                  <a:lnTo>
                    <a:pt x="1841" y="983"/>
                  </a:lnTo>
                  <a:lnTo>
                    <a:pt x="1946" y="983"/>
                  </a:lnTo>
                  <a:lnTo>
                    <a:pt x="1946" y="962"/>
                  </a:lnTo>
                  <a:lnTo>
                    <a:pt x="1862" y="900"/>
                  </a:lnTo>
                  <a:lnTo>
                    <a:pt x="1758" y="879"/>
                  </a:lnTo>
                  <a:lnTo>
                    <a:pt x="1695" y="795"/>
                  </a:lnTo>
                  <a:lnTo>
                    <a:pt x="1653" y="732"/>
                  </a:lnTo>
                  <a:lnTo>
                    <a:pt x="1548" y="586"/>
                  </a:lnTo>
                  <a:lnTo>
                    <a:pt x="1465" y="481"/>
                  </a:lnTo>
                  <a:lnTo>
                    <a:pt x="1465" y="356"/>
                  </a:lnTo>
                  <a:lnTo>
                    <a:pt x="1423" y="251"/>
                  </a:lnTo>
                  <a:lnTo>
                    <a:pt x="1360" y="272"/>
                  </a:lnTo>
                  <a:lnTo>
                    <a:pt x="1339" y="335"/>
                  </a:lnTo>
                  <a:lnTo>
                    <a:pt x="1234" y="335"/>
                  </a:lnTo>
                  <a:lnTo>
                    <a:pt x="1255" y="272"/>
                  </a:lnTo>
                  <a:lnTo>
                    <a:pt x="1172" y="272"/>
                  </a:lnTo>
                  <a:lnTo>
                    <a:pt x="1130" y="314"/>
                  </a:lnTo>
                  <a:lnTo>
                    <a:pt x="1025" y="209"/>
                  </a:lnTo>
                  <a:lnTo>
                    <a:pt x="1025" y="146"/>
                  </a:lnTo>
                  <a:lnTo>
                    <a:pt x="942" y="126"/>
                  </a:lnTo>
                  <a:lnTo>
                    <a:pt x="858" y="42"/>
                  </a:lnTo>
                  <a:lnTo>
                    <a:pt x="711" y="42"/>
                  </a:lnTo>
                  <a:lnTo>
                    <a:pt x="607" y="63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9217;p128">
              <a:extLst>
                <a:ext uri="{FF2B5EF4-FFF2-40B4-BE49-F238E27FC236}">
                  <a16:creationId xmlns:a16="http://schemas.microsoft.com/office/drawing/2014/main" id="{836B7353-C12B-AA88-DA14-10B0F1F6FA50}"/>
                </a:ext>
              </a:extLst>
            </p:cNvPr>
            <p:cNvSpPr/>
            <p:nvPr/>
          </p:nvSpPr>
          <p:spPr>
            <a:xfrm>
              <a:off x="3150875" y="3043494"/>
              <a:ext cx="32150" cy="30467"/>
            </a:xfrm>
            <a:custGeom>
              <a:avLst/>
              <a:gdLst/>
              <a:ahLst/>
              <a:cxnLst/>
              <a:rect l="l" t="t" r="r" b="b"/>
              <a:pathLst>
                <a:path w="2700" h="2679" extrusionOk="0">
                  <a:moveTo>
                    <a:pt x="2470" y="1"/>
                  </a:moveTo>
                  <a:lnTo>
                    <a:pt x="2407" y="22"/>
                  </a:lnTo>
                  <a:lnTo>
                    <a:pt x="2386" y="105"/>
                  </a:lnTo>
                  <a:lnTo>
                    <a:pt x="2302" y="126"/>
                  </a:lnTo>
                  <a:lnTo>
                    <a:pt x="2198" y="210"/>
                  </a:lnTo>
                  <a:lnTo>
                    <a:pt x="2093" y="210"/>
                  </a:lnTo>
                  <a:lnTo>
                    <a:pt x="2072" y="294"/>
                  </a:lnTo>
                  <a:lnTo>
                    <a:pt x="1988" y="252"/>
                  </a:lnTo>
                  <a:lnTo>
                    <a:pt x="1884" y="294"/>
                  </a:lnTo>
                  <a:lnTo>
                    <a:pt x="1863" y="231"/>
                  </a:lnTo>
                  <a:lnTo>
                    <a:pt x="1779" y="189"/>
                  </a:lnTo>
                  <a:lnTo>
                    <a:pt x="1737" y="189"/>
                  </a:lnTo>
                  <a:lnTo>
                    <a:pt x="1696" y="294"/>
                  </a:lnTo>
                  <a:lnTo>
                    <a:pt x="1591" y="294"/>
                  </a:lnTo>
                  <a:lnTo>
                    <a:pt x="1528" y="419"/>
                  </a:lnTo>
                  <a:lnTo>
                    <a:pt x="1528" y="461"/>
                  </a:lnTo>
                  <a:lnTo>
                    <a:pt x="1465" y="503"/>
                  </a:lnTo>
                  <a:lnTo>
                    <a:pt x="1361" y="587"/>
                  </a:lnTo>
                  <a:lnTo>
                    <a:pt x="1235" y="649"/>
                  </a:lnTo>
                  <a:lnTo>
                    <a:pt x="1214" y="691"/>
                  </a:lnTo>
                  <a:lnTo>
                    <a:pt x="1131" y="670"/>
                  </a:lnTo>
                  <a:lnTo>
                    <a:pt x="1068" y="691"/>
                  </a:lnTo>
                  <a:lnTo>
                    <a:pt x="1005" y="649"/>
                  </a:lnTo>
                  <a:lnTo>
                    <a:pt x="859" y="628"/>
                  </a:lnTo>
                  <a:lnTo>
                    <a:pt x="691" y="733"/>
                  </a:lnTo>
                  <a:lnTo>
                    <a:pt x="503" y="754"/>
                  </a:lnTo>
                  <a:lnTo>
                    <a:pt x="503" y="859"/>
                  </a:lnTo>
                  <a:lnTo>
                    <a:pt x="503" y="942"/>
                  </a:lnTo>
                  <a:lnTo>
                    <a:pt x="482" y="1089"/>
                  </a:lnTo>
                  <a:lnTo>
                    <a:pt x="419" y="1172"/>
                  </a:lnTo>
                  <a:lnTo>
                    <a:pt x="294" y="1172"/>
                  </a:lnTo>
                  <a:lnTo>
                    <a:pt x="189" y="1193"/>
                  </a:lnTo>
                  <a:lnTo>
                    <a:pt x="189" y="1256"/>
                  </a:lnTo>
                  <a:lnTo>
                    <a:pt x="126" y="1256"/>
                  </a:lnTo>
                  <a:lnTo>
                    <a:pt x="22" y="1214"/>
                  </a:lnTo>
                  <a:lnTo>
                    <a:pt x="1" y="1256"/>
                  </a:lnTo>
                  <a:lnTo>
                    <a:pt x="210" y="1507"/>
                  </a:lnTo>
                  <a:lnTo>
                    <a:pt x="315" y="1591"/>
                  </a:lnTo>
                  <a:lnTo>
                    <a:pt x="315" y="1675"/>
                  </a:lnTo>
                  <a:lnTo>
                    <a:pt x="482" y="1821"/>
                  </a:lnTo>
                  <a:lnTo>
                    <a:pt x="628" y="2030"/>
                  </a:lnTo>
                  <a:lnTo>
                    <a:pt x="900" y="2323"/>
                  </a:lnTo>
                  <a:lnTo>
                    <a:pt x="963" y="2323"/>
                  </a:lnTo>
                  <a:lnTo>
                    <a:pt x="1026" y="2344"/>
                  </a:lnTo>
                  <a:lnTo>
                    <a:pt x="1068" y="2323"/>
                  </a:lnTo>
                  <a:lnTo>
                    <a:pt x="1068" y="2407"/>
                  </a:lnTo>
                  <a:lnTo>
                    <a:pt x="1131" y="2407"/>
                  </a:lnTo>
                  <a:lnTo>
                    <a:pt x="1319" y="2386"/>
                  </a:lnTo>
                  <a:lnTo>
                    <a:pt x="1633" y="2449"/>
                  </a:lnTo>
                  <a:lnTo>
                    <a:pt x="1737" y="2428"/>
                  </a:lnTo>
                  <a:lnTo>
                    <a:pt x="1884" y="2428"/>
                  </a:lnTo>
                  <a:lnTo>
                    <a:pt x="1947" y="2512"/>
                  </a:lnTo>
                  <a:lnTo>
                    <a:pt x="2009" y="2532"/>
                  </a:lnTo>
                  <a:lnTo>
                    <a:pt x="2009" y="2595"/>
                  </a:lnTo>
                  <a:lnTo>
                    <a:pt x="2156" y="2679"/>
                  </a:lnTo>
                  <a:lnTo>
                    <a:pt x="2198" y="2658"/>
                  </a:lnTo>
                  <a:lnTo>
                    <a:pt x="2260" y="2658"/>
                  </a:lnTo>
                  <a:lnTo>
                    <a:pt x="2302" y="2637"/>
                  </a:lnTo>
                  <a:lnTo>
                    <a:pt x="2281" y="2553"/>
                  </a:lnTo>
                  <a:lnTo>
                    <a:pt x="2219" y="2470"/>
                  </a:lnTo>
                  <a:lnTo>
                    <a:pt x="2198" y="2344"/>
                  </a:lnTo>
                  <a:lnTo>
                    <a:pt x="2281" y="2219"/>
                  </a:lnTo>
                  <a:lnTo>
                    <a:pt x="2302" y="2135"/>
                  </a:lnTo>
                  <a:lnTo>
                    <a:pt x="2302" y="2009"/>
                  </a:lnTo>
                  <a:lnTo>
                    <a:pt x="2281" y="2093"/>
                  </a:lnTo>
                  <a:lnTo>
                    <a:pt x="2260" y="2135"/>
                  </a:lnTo>
                  <a:lnTo>
                    <a:pt x="2198" y="2156"/>
                  </a:lnTo>
                  <a:lnTo>
                    <a:pt x="2198" y="2093"/>
                  </a:lnTo>
                  <a:lnTo>
                    <a:pt x="2219" y="2009"/>
                  </a:lnTo>
                  <a:lnTo>
                    <a:pt x="2281" y="1884"/>
                  </a:lnTo>
                  <a:lnTo>
                    <a:pt x="2260" y="1800"/>
                  </a:lnTo>
                  <a:lnTo>
                    <a:pt x="2260" y="1716"/>
                  </a:lnTo>
                  <a:lnTo>
                    <a:pt x="2344" y="1528"/>
                  </a:lnTo>
                  <a:lnTo>
                    <a:pt x="2386" y="1528"/>
                  </a:lnTo>
                  <a:lnTo>
                    <a:pt x="2365" y="1591"/>
                  </a:lnTo>
                  <a:lnTo>
                    <a:pt x="2365" y="1675"/>
                  </a:lnTo>
                  <a:lnTo>
                    <a:pt x="2365" y="1800"/>
                  </a:lnTo>
                  <a:lnTo>
                    <a:pt x="2386" y="1800"/>
                  </a:lnTo>
                  <a:lnTo>
                    <a:pt x="2428" y="1716"/>
                  </a:lnTo>
                  <a:lnTo>
                    <a:pt x="2470" y="1486"/>
                  </a:lnTo>
                  <a:lnTo>
                    <a:pt x="2470" y="1214"/>
                  </a:lnTo>
                  <a:lnTo>
                    <a:pt x="2491" y="1172"/>
                  </a:lnTo>
                  <a:lnTo>
                    <a:pt x="2428" y="1089"/>
                  </a:lnTo>
                  <a:lnTo>
                    <a:pt x="2407" y="1068"/>
                  </a:lnTo>
                  <a:lnTo>
                    <a:pt x="2407" y="1005"/>
                  </a:lnTo>
                  <a:lnTo>
                    <a:pt x="2470" y="963"/>
                  </a:lnTo>
                  <a:lnTo>
                    <a:pt x="2491" y="963"/>
                  </a:lnTo>
                  <a:lnTo>
                    <a:pt x="2512" y="984"/>
                  </a:lnTo>
                  <a:lnTo>
                    <a:pt x="2533" y="838"/>
                  </a:lnTo>
                  <a:lnTo>
                    <a:pt x="2637" y="691"/>
                  </a:lnTo>
                  <a:lnTo>
                    <a:pt x="2700" y="628"/>
                  </a:lnTo>
                  <a:lnTo>
                    <a:pt x="2700" y="566"/>
                  </a:lnTo>
                  <a:lnTo>
                    <a:pt x="2637" y="524"/>
                  </a:lnTo>
                  <a:lnTo>
                    <a:pt x="2637" y="461"/>
                  </a:lnTo>
                  <a:lnTo>
                    <a:pt x="2679" y="377"/>
                  </a:lnTo>
                  <a:lnTo>
                    <a:pt x="2637" y="273"/>
                  </a:lnTo>
                  <a:lnTo>
                    <a:pt x="2637" y="126"/>
                  </a:lnTo>
                  <a:lnTo>
                    <a:pt x="2679" y="63"/>
                  </a:lnTo>
                  <a:lnTo>
                    <a:pt x="2700" y="43"/>
                  </a:lnTo>
                  <a:lnTo>
                    <a:pt x="2533" y="43"/>
                  </a:lnTo>
                  <a:lnTo>
                    <a:pt x="25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9218;p128">
              <a:extLst>
                <a:ext uri="{FF2B5EF4-FFF2-40B4-BE49-F238E27FC236}">
                  <a16:creationId xmlns:a16="http://schemas.microsoft.com/office/drawing/2014/main" id="{5A949FAB-7750-9293-C48A-A3611DD89EBB}"/>
                </a:ext>
              </a:extLst>
            </p:cNvPr>
            <p:cNvSpPr/>
            <p:nvPr/>
          </p:nvSpPr>
          <p:spPr>
            <a:xfrm>
              <a:off x="3140409" y="3037308"/>
              <a:ext cx="43617" cy="20948"/>
            </a:xfrm>
            <a:custGeom>
              <a:avLst/>
              <a:gdLst/>
              <a:ahLst/>
              <a:cxnLst/>
              <a:rect l="l" t="t" r="r" b="b"/>
              <a:pathLst>
                <a:path w="3663" h="1842" extrusionOk="0">
                  <a:moveTo>
                    <a:pt x="1926" y="1"/>
                  </a:moveTo>
                  <a:lnTo>
                    <a:pt x="1905" y="43"/>
                  </a:lnTo>
                  <a:lnTo>
                    <a:pt x="1968" y="105"/>
                  </a:lnTo>
                  <a:lnTo>
                    <a:pt x="1863" y="126"/>
                  </a:lnTo>
                  <a:lnTo>
                    <a:pt x="1800" y="168"/>
                  </a:lnTo>
                  <a:lnTo>
                    <a:pt x="1696" y="147"/>
                  </a:lnTo>
                  <a:lnTo>
                    <a:pt x="1507" y="168"/>
                  </a:lnTo>
                  <a:lnTo>
                    <a:pt x="943" y="168"/>
                  </a:lnTo>
                  <a:lnTo>
                    <a:pt x="775" y="252"/>
                  </a:lnTo>
                  <a:lnTo>
                    <a:pt x="712" y="210"/>
                  </a:lnTo>
                  <a:lnTo>
                    <a:pt x="712" y="252"/>
                  </a:lnTo>
                  <a:lnTo>
                    <a:pt x="629" y="315"/>
                  </a:lnTo>
                  <a:lnTo>
                    <a:pt x="566" y="419"/>
                  </a:lnTo>
                  <a:lnTo>
                    <a:pt x="419" y="482"/>
                  </a:lnTo>
                  <a:lnTo>
                    <a:pt x="336" y="482"/>
                  </a:lnTo>
                  <a:lnTo>
                    <a:pt x="189" y="649"/>
                  </a:lnTo>
                  <a:lnTo>
                    <a:pt x="106" y="754"/>
                  </a:lnTo>
                  <a:lnTo>
                    <a:pt x="126" y="838"/>
                  </a:lnTo>
                  <a:lnTo>
                    <a:pt x="43" y="984"/>
                  </a:lnTo>
                  <a:lnTo>
                    <a:pt x="1" y="1047"/>
                  </a:lnTo>
                  <a:lnTo>
                    <a:pt x="43" y="1005"/>
                  </a:lnTo>
                  <a:lnTo>
                    <a:pt x="126" y="1047"/>
                  </a:lnTo>
                  <a:lnTo>
                    <a:pt x="147" y="1068"/>
                  </a:lnTo>
                  <a:lnTo>
                    <a:pt x="210" y="1089"/>
                  </a:lnTo>
                  <a:lnTo>
                    <a:pt x="252" y="1151"/>
                  </a:lnTo>
                  <a:lnTo>
                    <a:pt x="399" y="1110"/>
                  </a:lnTo>
                  <a:lnTo>
                    <a:pt x="503" y="1151"/>
                  </a:lnTo>
                  <a:lnTo>
                    <a:pt x="566" y="1256"/>
                  </a:lnTo>
                  <a:lnTo>
                    <a:pt x="608" y="1298"/>
                  </a:lnTo>
                  <a:lnTo>
                    <a:pt x="650" y="1361"/>
                  </a:lnTo>
                  <a:lnTo>
                    <a:pt x="671" y="1298"/>
                  </a:lnTo>
                  <a:lnTo>
                    <a:pt x="712" y="1256"/>
                  </a:lnTo>
                  <a:lnTo>
                    <a:pt x="817" y="1214"/>
                  </a:lnTo>
                  <a:lnTo>
                    <a:pt x="859" y="1256"/>
                  </a:lnTo>
                  <a:lnTo>
                    <a:pt x="943" y="1277"/>
                  </a:lnTo>
                  <a:lnTo>
                    <a:pt x="943" y="1382"/>
                  </a:lnTo>
                  <a:lnTo>
                    <a:pt x="922" y="1486"/>
                  </a:lnTo>
                  <a:lnTo>
                    <a:pt x="922" y="1507"/>
                  </a:lnTo>
                  <a:lnTo>
                    <a:pt x="880" y="1612"/>
                  </a:lnTo>
                  <a:lnTo>
                    <a:pt x="922" y="1675"/>
                  </a:lnTo>
                  <a:lnTo>
                    <a:pt x="963" y="1696"/>
                  </a:lnTo>
                  <a:lnTo>
                    <a:pt x="984" y="1716"/>
                  </a:lnTo>
                  <a:lnTo>
                    <a:pt x="1047" y="1716"/>
                  </a:lnTo>
                  <a:lnTo>
                    <a:pt x="1068" y="1696"/>
                  </a:lnTo>
                  <a:lnTo>
                    <a:pt x="1131" y="1716"/>
                  </a:lnTo>
                  <a:lnTo>
                    <a:pt x="1131" y="1800"/>
                  </a:lnTo>
                  <a:lnTo>
                    <a:pt x="1152" y="1842"/>
                  </a:lnTo>
                  <a:lnTo>
                    <a:pt x="1256" y="1821"/>
                  </a:lnTo>
                  <a:lnTo>
                    <a:pt x="1382" y="1821"/>
                  </a:lnTo>
                  <a:lnTo>
                    <a:pt x="1445" y="1737"/>
                  </a:lnTo>
                  <a:lnTo>
                    <a:pt x="1445" y="1591"/>
                  </a:lnTo>
                  <a:lnTo>
                    <a:pt x="1445" y="1507"/>
                  </a:lnTo>
                  <a:lnTo>
                    <a:pt x="1445" y="1403"/>
                  </a:lnTo>
                  <a:lnTo>
                    <a:pt x="1612" y="1382"/>
                  </a:lnTo>
                  <a:lnTo>
                    <a:pt x="1800" y="1277"/>
                  </a:lnTo>
                  <a:lnTo>
                    <a:pt x="1926" y="1298"/>
                  </a:lnTo>
                  <a:lnTo>
                    <a:pt x="2010" y="1361"/>
                  </a:lnTo>
                  <a:lnTo>
                    <a:pt x="2072" y="1361"/>
                  </a:lnTo>
                  <a:lnTo>
                    <a:pt x="2135" y="1382"/>
                  </a:lnTo>
                  <a:lnTo>
                    <a:pt x="2177" y="1298"/>
                  </a:lnTo>
                  <a:lnTo>
                    <a:pt x="2303" y="1277"/>
                  </a:lnTo>
                  <a:lnTo>
                    <a:pt x="2407" y="1151"/>
                  </a:lnTo>
                  <a:lnTo>
                    <a:pt x="2449" y="1110"/>
                  </a:lnTo>
                  <a:lnTo>
                    <a:pt x="2491" y="1068"/>
                  </a:lnTo>
                  <a:lnTo>
                    <a:pt x="2554" y="900"/>
                  </a:lnTo>
                  <a:lnTo>
                    <a:pt x="2658" y="900"/>
                  </a:lnTo>
                  <a:lnTo>
                    <a:pt x="2700" y="796"/>
                  </a:lnTo>
                  <a:lnTo>
                    <a:pt x="2742" y="796"/>
                  </a:lnTo>
                  <a:lnTo>
                    <a:pt x="2826" y="879"/>
                  </a:lnTo>
                  <a:lnTo>
                    <a:pt x="2847" y="900"/>
                  </a:lnTo>
                  <a:lnTo>
                    <a:pt x="2951" y="900"/>
                  </a:lnTo>
                  <a:lnTo>
                    <a:pt x="3035" y="942"/>
                  </a:lnTo>
                  <a:lnTo>
                    <a:pt x="3056" y="859"/>
                  </a:lnTo>
                  <a:lnTo>
                    <a:pt x="3139" y="859"/>
                  </a:lnTo>
                  <a:lnTo>
                    <a:pt x="3244" y="775"/>
                  </a:lnTo>
                  <a:lnTo>
                    <a:pt x="3328" y="754"/>
                  </a:lnTo>
                  <a:lnTo>
                    <a:pt x="3349" y="670"/>
                  </a:lnTo>
                  <a:lnTo>
                    <a:pt x="3391" y="649"/>
                  </a:lnTo>
                  <a:lnTo>
                    <a:pt x="3453" y="649"/>
                  </a:lnTo>
                  <a:lnTo>
                    <a:pt x="3474" y="670"/>
                  </a:lnTo>
                  <a:lnTo>
                    <a:pt x="3642" y="670"/>
                  </a:lnTo>
                  <a:lnTo>
                    <a:pt x="3663" y="628"/>
                  </a:lnTo>
                  <a:lnTo>
                    <a:pt x="3642" y="566"/>
                  </a:lnTo>
                  <a:lnTo>
                    <a:pt x="3495" y="461"/>
                  </a:lnTo>
                  <a:lnTo>
                    <a:pt x="3370" y="419"/>
                  </a:lnTo>
                  <a:lnTo>
                    <a:pt x="3370" y="419"/>
                  </a:lnTo>
                  <a:lnTo>
                    <a:pt x="3432" y="524"/>
                  </a:lnTo>
                  <a:lnTo>
                    <a:pt x="3286" y="524"/>
                  </a:lnTo>
                  <a:lnTo>
                    <a:pt x="3139" y="482"/>
                  </a:lnTo>
                  <a:lnTo>
                    <a:pt x="3077" y="461"/>
                  </a:lnTo>
                  <a:lnTo>
                    <a:pt x="2972" y="440"/>
                  </a:lnTo>
                  <a:lnTo>
                    <a:pt x="2867" y="440"/>
                  </a:lnTo>
                  <a:lnTo>
                    <a:pt x="2909" y="377"/>
                  </a:lnTo>
                  <a:lnTo>
                    <a:pt x="2972" y="377"/>
                  </a:lnTo>
                  <a:lnTo>
                    <a:pt x="2972" y="315"/>
                  </a:lnTo>
                  <a:lnTo>
                    <a:pt x="3035" y="315"/>
                  </a:lnTo>
                  <a:lnTo>
                    <a:pt x="3119" y="335"/>
                  </a:lnTo>
                  <a:lnTo>
                    <a:pt x="3265" y="377"/>
                  </a:lnTo>
                  <a:lnTo>
                    <a:pt x="3286" y="356"/>
                  </a:lnTo>
                  <a:lnTo>
                    <a:pt x="3181" y="273"/>
                  </a:lnTo>
                  <a:lnTo>
                    <a:pt x="3035" y="210"/>
                  </a:lnTo>
                  <a:lnTo>
                    <a:pt x="2951" y="168"/>
                  </a:lnTo>
                  <a:lnTo>
                    <a:pt x="2847" y="210"/>
                  </a:lnTo>
                  <a:lnTo>
                    <a:pt x="2805" y="168"/>
                  </a:lnTo>
                  <a:lnTo>
                    <a:pt x="2763" y="252"/>
                  </a:lnTo>
                  <a:lnTo>
                    <a:pt x="2700" y="210"/>
                  </a:lnTo>
                  <a:lnTo>
                    <a:pt x="2428" y="168"/>
                  </a:lnTo>
                  <a:lnTo>
                    <a:pt x="2198" y="147"/>
                  </a:lnTo>
                  <a:lnTo>
                    <a:pt x="2072" y="43"/>
                  </a:lnTo>
                  <a:lnTo>
                    <a:pt x="19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9219;p128">
              <a:extLst>
                <a:ext uri="{FF2B5EF4-FFF2-40B4-BE49-F238E27FC236}">
                  <a16:creationId xmlns:a16="http://schemas.microsoft.com/office/drawing/2014/main" id="{DC577F5E-775C-5823-6F85-E4E420D27CA1}"/>
                </a:ext>
              </a:extLst>
            </p:cNvPr>
            <p:cNvSpPr/>
            <p:nvPr/>
          </p:nvSpPr>
          <p:spPr>
            <a:xfrm>
              <a:off x="3134431" y="3048737"/>
              <a:ext cx="17206" cy="9519"/>
            </a:xfrm>
            <a:custGeom>
              <a:avLst/>
              <a:gdLst/>
              <a:ahLst/>
              <a:cxnLst/>
              <a:rect l="l" t="t" r="r" b="b"/>
              <a:pathLst>
                <a:path w="1445" h="837" extrusionOk="0">
                  <a:moveTo>
                    <a:pt x="545" y="0"/>
                  </a:moveTo>
                  <a:lnTo>
                    <a:pt x="503" y="42"/>
                  </a:lnTo>
                  <a:lnTo>
                    <a:pt x="398" y="105"/>
                  </a:lnTo>
                  <a:lnTo>
                    <a:pt x="398" y="167"/>
                  </a:lnTo>
                  <a:lnTo>
                    <a:pt x="294" y="188"/>
                  </a:lnTo>
                  <a:lnTo>
                    <a:pt x="168" y="251"/>
                  </a:lnTo>
                  <a:lnTo>
                    <a:pt x="64" y="356"/>
                  </a:lnTo>
                  <a:lnTo>
                    <a:pt x="64" y="398"/>
                  </a:lnTo>
                  <a:lnTo>
                    <a:pt x="1" y="481"/>
                  </a:lnTo>
                  <a:lnTo>
                    <a:pt x="168" y="481"/>
                  </a:lnTo>
                  <a:lnTo>
                    <a:pt x="273" y="586"/>
                  </a:lnTo>
                  <a:lnTo>
                    <a:pt x="398" y="607"/>
                  </a:lnTo>
                  <a:lnTo>
                    <a:pt x="440" y="607"/>
                  </a:lnTo>
                  <a:lnTo>
                    <a:pt x="649" y="691"/>
                  </a:lnTo>
                  <a:lnTo>
                    <a:pt x="838" y="795"/>
                  </a:lnTo>
                  <a:lnTo>
                    <a:pt x="859" y="732"/>
                  </a:lnTo>
                  <a:lnTo>
                    <a:pt x="796" y="691"/>
                  </a:lnTo>
                  <a:lnTo>
                    <a:pt x="817" y="670"/>
                  </a:lnTo>
                  <a:lnTo>
                    <a:pt x="921" y="670"/>
                  </a:lnTo>
                  <a:lnTo>
                    <a:pt x="1005" y="795"/>
                  </a:lnTo>
                  <a:lnTo>
                    <a:pt x="1068" y="837"/>
                  </a:lnTo>
                  <a:lnTo>
                    <a:pt x="1340" y="837"/>
                  </a:lnTo>
                  <a:lnTo>
                    <a:pt x="1424" y="732"/>
                  </a:lnTo>
                  <a:lnTo>
                    <a:pt x="1382" y="691"/>
                  </a:lnTo>
                  <a:lnTo>
                    <a:pt x="1424" y="670"/>
                  </a:lnTo>
                  <a:lnTo>
                    <a:pt x="1382" y="607"/>
                  </a:lnTo>
                  <a:lnTo>
                    <a:pt x="1424" y="502"/>
                  </a:lnTo>
                  <a:lnTo>
                    <a:pt x="1424" y="481"/>
                  </a:lnTo>
                  <a:lnTo>
                    <a:pt x="1445" y="377"/>
                  </a:lnTo>
                  <a:lnTo>
                    <a:pt x="1445" y="272"/>
                  </a:lnTo>
                  <a:lnTo>
                    <a:pt x="1361" y="251"/>
                  </a:lnTo>
                  <a:lnTo>
                    <a:pt x="1319" y="209"/>
                  </a:lnTo>
                  <a:lnTo>
                    <a:pt x="1214" y="251"/>
                  </a:lnTo>
                  <a:lnTo>
                    <a:pt x="1173" y="293"/>
                  </a:lnTo>
                  <a:lnTo>
                    <a:pt x="1152" y="356"/>
                  </a:lnTo>
                  <a:lnTo>
                    <a:pt x="1110" y="293"/>
                  </a:lnTo>
                  <a:lnTo>
                    <a:pt x="1068" y="251"/>
                  </a:lnTo>
                  <a:lnTo>
                    <a:pt x="1005" y="146"/>
                  </a:lnTo>
                  <a:lnTo>
                    <a:pt x="901" y="105"/>
                  </a:lnTo>
                  <a:lnTo>
                    <a:pt x="754" y="146"/>
                  </a:lnTo>
                  <a:lnTo>
                    <a:pt x="712" y="84"/>
                  </a:lnTo>
                  <a:lnTo>
                    <a:pt x="649" y="63"/>
                  </a:lnTo>
                  <a:lnTo>
                    <a:pt x="628" y="42"/>
                  </a:lnTo>
                  <a:lnTo>
                    <a:pt x="5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9220;p128">
              <a:extLst>
                <a:ext uri="{FF2B5EF4-FFF2-40B4-BE49-F238E27FC236}">
                  <a16:creationId xmlns:a16="http://schemas.microsoft.com/office/drawing/2014/main" id="{E21331E7-9779-FC81-3613-50070034E6C9}"/>
                </a:ext>
              </a:extLst>
            </p:cNvPr>
            <p:cNvSpPr/>
            <p:nvPr/>
          </p:nvSpPr>
          <p:spPr>
            <a:xfrm>
              <a:off x="3142159" y="3021841"/>
              <a:ext cx="7978" cy="16672"/>
            </a:xfrm>
            <a:custGeom>
              <a:avLst/>
              <a:gdLst/>
              <a:ahLst/>
              <a:cxnLst/>
              <a:rect l="l" t="t" r="r" b="b"/>
              <a:pathLst>
                <a:path w="670" h="1466" extrusionOk="0">
                  <a:moveTo>
                    <a:pt x="398" y="1"/>
                  </a:moveTo>
                  <a:lnTo>
                    <a:pt x="377" y="43"/>
                  </a:lnTo>
                  <a:lnTo>
                    <a:pt x="356" y="147"/>
                  </a:lnTo>
                  <a:lnTo>
                    <a:pt x="272" y="231"/>
                  </a:lnTo>
                  <a:lnTo>
                    <a:pt x="272" y="252"/>
                  </a:lnTo>
                  <a:lnTo>
                    <a:pt x="210" y="273"/>
                  </a:lnTo>
                  <a:lnTo>
                    <a:pt x="189" y="315"/>
                  </a:lnTo>
                  <a:lnTo>
                    <a:pt x="168" y="273"/>
                  </a:lnTo>
                  <a:lnTo>
                    <a:pt x="168" y="231"/>
                  </a:lnTo>
                  <a:lnTo>
                    <a:pt x="84" y="231"/>
                  </a:lnTo>
                  <a:lnTo>
                    <a:pt x="42" y="273"/>
                  </a:lnTo>
                  <a:lnTo>
                    <a:pt x="0" y="356"/>
                  </a:lnTo>
                  <a:lnTo>
                    <a:pt x="0" y="1423"/>
                  </a:lnTo>
                  <a:lnTo>
                    <a:pt x="84" y="1423"/>
                  </a:lnTo>
                  <a:lnTo>
                    <a:pt x="105" y="1465"/>
                  </a:lnTo>
                  <a:lnTo>
                    <a:pt x="168" y="1465"/>
                  </a:lnTo>
                  <a:lnTo>
                    <a:pt x="210" y="1361"/>
                  </a:lnTo>
                  <a:lnTo>
                    <a:pt x="314" y="1256"/>
                  </a:lnTo>
                  <a:lnTo>
                    <a:pt x="398" y="1298"/>
                  </a:lnTo>
                  <a:lnTo>
                    <a:pt x="565" y="1068"/>
                  </a:lnTo>
                  <a:lnTo>
                    <a:pt x="607" y="900"/>
                  </a:lnTo>
                  <a:lnTo>
                    <a:pt x="607" y="733"/>
                  </a:lnTo>
                  <a:lnTo>
                    <a:pt x="565" y="670"/>
                  </a:lnTo>
                  <a:lnTo>
                    <a:pt x="586" y="482"/>
                  </a:lnTo>
                  <a:lnTo>
                    <a:pt x="628" y="377"/>
                  </a:lnTo>
                  <a:lnTo>
                    <a:pt x="670" y="105"/>
                  </a:lnTo>
                  <a:lnTo>
                    <a:pt x="670" y="43"/>
                  </a:lnTo>
                  <a:lnTo>
                    <a:pt x="670" y="1"/>
                  </a:lnTo>
                  <a:lnTo>
                    <a:pt x="586" y="1"/>
                  </a:lnTo>
                  <a:lnTo>
                    <a:pt x="524" y="43"/>
                  </a:lnTo>
                  <a:lnTo>
                    <a:pt x="5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9221;p128">
              <a:extLst>
                <a:ext uri="{FF2B5EF4-FFF2-40B4-BE49-F238E27FC236}">
                  <a16:creationId xmlns:a16="http://schemas.microsoft.com/office/drawing/2014/main" id="{90121493-5F71-0853-5EF2-3F809C7A1968}"/>
                </a:ext>
              </a:extLst>
            </p:cNvPr>
            <p:cNvSpPr/>
            <p:nvPr/>
          </p:nvSpPr>
          <p:spPr>
            <a:xfrm>
              <a:off x="3120487" y="3025651"/>
              <a:ext cx="28411" cy="28568"/>
            </a:xfrm>
            <a:custGeom>
              <a:avLst/>
              <a:gdLst/>
              <a:ahLst/>
              <a:cxnLst/>
              <a:rect l="l" t="t" r="r" b="b"/>
              <a:pathLst>
                <a:path w="2386" h="2512" extrusionOk="0">
                  <a:moveTo>
                    <a:pt x="837" y="0"/>
                  </a:moveTo>
                  <a:lnTo>
                    <a:pt x="816" y="314"/>
                  </a:lnTo>
                  <a:lnTo>
                    <a:pt x="565" y="335"/>
                  </a:lnTo>
                  <a:lnTo>
                    <a:pt x="649" y="419"/>
                  </a:lnTo>
                  <a:lnTo>
                    <a:pt x="670" y="461"/>
                  </a:lnTo>
                  <a:lnTo>
                    <a:pt x="774" y="565"/>
                  </a:lnTo>
                  <a:lnTo>
                    <a:pt x="858" y="649"/>
                  </a:lnTo>
                  <a:lnTo>
                    <a:pt x="942" y="649"/>
                  </a:lnTo>
                  <a:lnTo>
                    <a:pt x="963" y="712"/>
                  </a:lnTo>
                  <a:lnTo>
                    <a:pt x="983" y="816"/>
                  </a:lnTo>
                  <a:lnTo>
                    <a:pt x="1025" y="837"/>
                  </a:lnTo>
                  <a:lnTo>
                    <a:pt x="1130" y="858"/>
                  </a:lnTo>
                  <a:lnTo>
                    <a:pt x="1193" y="879"/>
                  </a:lnTo>
                  <a:lnTo>
                    <a:pt x="1193" y="963"/>
                  </a:lnTo>
                  <a:lnTo>
                    <a:pt x="1130" y="1026"/>
                  </a:lnTo>
                  <a:lnTo>
                    <a:pt x="398" y="1026"/>
                  </a:lnTo>
                  <a:lnTo>
                    <a:pt x="42" y="1570"/>
                  </a:lnTo>
                  <a:lnTo>
                    <a:pt x="42" y="1674"/>
                  </a:lnTo>
                  <a:lnTo>
                    <a:pt x="84" y="1695"/>
                  </a:lnTo>
                  <a:lnTo>
                    <a:pt x="42" y="1758"/>
                  </a:lnTo>
                  <a:lnTo>
                    <a:pt x="84" y="1800"/>
                  </a:lnTo>
                  <a:lnTo>
                    <a:pt x="105" y="1821"/>
                  </a:lnTo>
                  <a:lnTo>
                    <a:pt x="105" y="1863"/>
                  </a:lnTo>
                  <a:lnTo>
                    <a:pt x="42" y="1904"/>
                  </a:lnTo>
                  <a:lnTo>
                    <a:pt x="21" y="1967"/>
                  </a:lnTo>
                  <a:lnTo>
                    <a:pt x="0" y="1988"/>
                  </a:lnTo>
                  <a:lnTo>
                    <a:pt x="105" y="2093"/>
                  </a:lnTo>
                  <a:lnTo>
                    <a:pt x="147" y="2218"/>
                  </a:lnTo>
                  <a:lnTo>
                    <a:pt x="251" y="2218"/>
                  </a:lnTo>
                  <a:lnTo>
                    <a:pt x="335" y="2323"/>
                  </a:lnTo>
                  <a:lnTo>
                    <a:pt x="628" y="2428"/>
                  </a:lnTo>
                  <a:lnTo>
                    <a:pt x="942" y="2428"/>
                  </a:lnTo>
                  <a:lnTo>
                    <a:pt x="1172" y="2511"/>
                  </a:lnTo>
                  <a:lnTo>
                    <a:pt x="1235" y="2428"/>
                  </a:lnTo>
                  <a:lnTo>
                    <a:pt x="1235" y="2386"/>
                  </a:lnTo>
                  <a:lnTo>
                    <a:pt x="1339" y="2281"/>
                  </a:lnTo>
                  <a:lnTo>
                    <a:pt x="1465" y="2218"/>
                  </a:lnTo>
                  <a:lnTo>
                    <a:pt x="1569" y="2197"/>
                  </a:lnTo>
                  <a:lnTo>
                    <a:pt x="1569" y="2135"/>
                  </a:lnTo>
                  <a:lnTo>
                    <a:pt x="1716" y="2009"/>
                  </a:lnTo>
                  <a:lnTo>
                    <a:pt x="1799" y="1863"/>
                  </a:lnTo>
                  <a:lnTo>
                    <a:pt x="1779" y="1779"/>
                  </a:lnTo>
                  <a:lnTo>
                    <a:pt x="1862" y="1674"/>
                  </a:lnTo>
                  <a:lnTo>
                    <a:pt x="2009" y="1507"/>
                  </a:lnTo>
                  <a:lnTo>
                    <a:pt x="2092" y="1507"/>
                  </a:lnTo>
                  <a:lnTo>
                    <a:pt x="2239" y="1444"/>
                  </a:lnTo>
                  <a:lnTo>
                    <a:pt x="2302" y="1340"/>
                  </a:lnTo>
                  <a:lnTo>
                    <a:pt x="2385" y="1277"/>
                  </a:lnTo>
                  <a:lnTo>
                    <a:pt x="2385" y="1235"/>
                  </a:lnTo>
                  <a:lnTo>
                    <a:pt x="2344" y="1172"/>
                  </a:lnTo>
                  <a:lnTo>
                    <a:pt x="2239" y="1172"/>
                  </a:lnTo>
                  <a:lnTo>
                    <a:pt x="2218" y="1256"/>
                  </a:lnTo>
                  <a:lnTo>
                    <a:pt x="2113" y="1172"/>
                  </a:lnTo>
                  <a:lnTo>
                    <a:pt x="2030" y="1172"/>
                  </a:lnTo>
                  <a:lnTo>
                    <a:pt x="1988" y="1130"/>
                  </a:lnTo>
                  <a:lnTo>
                    <a:pt x="1925" y="1130"/>
                  </a:lnTo>
                  <a:lnTo>
                    <a:pt x="1904" y="1088"/>
                  </a:lnTo>
                  <a:lnTo>
                    <a:pt x="1820" y="1088"/>
                  </a:lnTo>
                  <a:lnTo>
                    <a:pt x="1820" y="21"/>
                  </a:lnTo>
                  <a:lnTo>
                    <a:pt x="8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9222;p128">
              <a:extLst>
                <a:ext uri="{FF2B5EF4-FFF2-40B4-BE49-F238E27FC236}">
                  <a16:creationId xmlns:a16="http://schemas.microsoft.com/office/drawing/2014/main" id="{9119B882-B537-9CBD-2B0F-358F6FDBB90D}"/>
                </a:ext>
              </a:extLst>
            </p:cNvPr>
            <p:cNvSpPr/>
            <p:nvPr/>
          </p:nvSpPr>
          <p:spPr>
            <a:xfrm>
              <a:off x="2965761" y="2909287"/>
              <a:ext cx="196343" cy="138983"/>
            </a:xfrm>
            <a:custGeom>
              <a:avLst/>
              <a:gdLst/>
              <a:ahLst/>
              <a:cxnLst/>
              <a:rect l="l" t="t" r="r" b="b"/>
              <a:pathLst>
                <a:path w="16489" h="12221" extrusionOk="0">
                  <a:moveTo>
                    <a:pt x="1381" y="1"/>
                  </a:moveTo>
                  <a:lnTo>
                    <a:pt x="1" y="22"/>
                  </a:lnTo>
                  <a:lnTo>
                    <a:pt x="21" y="168"/>
                  </a:lnTo>
                  <a:lnTo>
                    <a:pt x="105" y="482"/>
                  </a:lnTo>
                  <a:lnTo>
                    <a:pt x="168" y="587"/>
                  </a:lnTo>
                  <a:lnTo>
                    <a:pt x="231" y="691"/>
                  </a:lnTo>
                  <a:lnTo>
                    <a:pt x="168" y="712"/>
                  </a:lnTo>
                  <a:lnTo>
                    <a:pt x="168" y="796"/>
                  </a:lnTo>
                  <a:lnTo>
                    <a:pt x="189" y="901"/>
                  </a:lnTo>
                  <a:lnTo>
                    <a:pt x="356" y="1110"/>
                  </a:lnTo>
                  <a:lnTo>
                    <a:pt x="356" y="1152"/>
                  </a:lnTo>
                  <a:lnTo>
                    <a:pt x="314" y="1173"/>
                  </a:lnTo>
                  <a:lnTo>
                    <a:pt x="335" y="1256"/>
                  </a:lnTo>
                  <a:lnTo>
                    <a:pt x="461" y="1361"/>
                  </a:lnTo>
                  <a:lnTo>
                    <a:pt x="482" y="1486"/>
                  </a:lnTo>
                  <a:lnTo>
                    <a:pt x="440" y="1549"/>
                  </a:lnTo>
                  <a:lnTo>
                    <a:pt x="440" y="1654"/>
                  </a:lnTo>
                  <a:lnTo>
                    <a:pt x="524" y="1696"/>
                  </a:lnTo>
                  <a:lnTo>
                    <a:pt x="545" y="1779"/>
                  </a:lnTo>
                  <a:lnTo>
                    <a:pt x="545" y="1968"/>
                  </a:lnTo>
                  <a:lnTo>
                    <a:pt x="586" y="2114"/>
                  </a:lnTo>
                  <a:lnTo>
                    <a:pt x="691" y="2219"/>
                  </a:lnTo>
                  <a:lnTo>
                    <a:pt x="754" y="2219"/>
                  </a:lnTo>
                  <a:lnTo>
                    <a:pt x="942" y="2386"/>
                  </a:lnTo>
                  <a:lnTo>
                    <a:pt x="1005" y="2512"/>
                  </a:lnTo>
                  <a:lnTo>
                    <a:pt x="1047" y="2595"/>
                  </a:lnTo>
                  <a:lnTo>
                    <a:pt x="1172" y="2721"/>
                  </a:lnTo>
                  <a:lnTo>
                    <a:pt x="1214" y="2909"/>
                  </a:lnTo>
                  <a:lnTo>
                    <a:pt x="1277" y="2930"/>
                  </a:lnTo>
                  <a:lnTo>
                    <a:pt x="1361" y="3056"/>
                  </a:lnTo>
                  <a:lnTo>
                    <a:pt x="1298" y="3139"/>
                  </a:lnTo>
                  <a:lnTo>
                    <a:pt x="1277" y="3202"/>
                  </a:lnTo>
                  <a:lnTo>
                    <a:pt x="1319" y="3265"/>
                  </a:lnTo>
                  <a:lnTo>
                    <a:pt x="1298" y="3349"/>
                  </a:lnTo>
                  <a:lnTo>
                    <a:pt x="1214" y="3328"/>
                  </a:lnTo>
                  <a:lnTo>
                    <a:pt x="1172" y="3411"/>
                  </a:lnTo>
                  <a:lnTo>
                    <a:pt x="1193" y="3432"/>
                  </a:lnTo>
                  <a:lnTo>
                    <a:pt x="1277" y="3432"/>
                  </a:lnTo>
                  <a:lnTo>
                    <a:pt x="1277" y="3516"/>
                  </a:lnTo>
                  <a:lnTo>
                    <a:pt x="1214" y="3558"/>
                  </a:lnTo>
                  <a:lnTo>
                    <a:pt x="1151" y="3516"/>
                  </a:lnTo>
                  <a:lnTo>
                    <a:pt x="1005" y="3516"/>
                  </a:lnTo>
                  <a:lnTo>
                    <a:pt x="900" y="3453"/>
                  </a:lnTo>
                  <a:lnTo>
                    <a:pt x="775" y="3474"/>
                  </a:lnTo>
                  <a:lnTo>
                    <a:pt x="712" y="3516"/>
                  </a:lnTo>
                  <a:lnTo>
                    <a:pt x="858" y="3662"/>
                  </a:lnTo>
                  <a:lnTo>
                    <a:pt x="963" y="3725"/>
                  </a:lnTo>
                  <a:lnTo>
                    <a:pt x="963" y="3830"/>
                  </a:lnTo>
                  <a:lnTo>
                    <a:pt x="1005" y="3934"/>
                  </a:lnTo>
                  <a:lnTo>
                    <a:pt x="1109" y="3955"/>
                  </a:lnTo>
                  <a:lnTo>
                    <a:pt x="1235" y="4039"/>
                  </a:lnTo>
                  <a:lnTo>
                    <a:pt x="1235" y="4081"/>
                  </a:lnTo>
                  <a:lnTo>
                    <a:pt x="1319" y="4081"/>
                  </a:lnTo>
                  <a:lnTo>
                    <a:pt x="1402" y="4102"/>
                  </a:lnTo>
                  <a:lnTo>
                    <a:pt x="1381" y="4144"/>
                  </a:lnTo>
                  <a:lnTo>
                    <a:pt x="1423" y="4206"/>
                  </a:lnTo>
                  <a:lnTo>
                    <a:pt x="1507" y="4186"/>
                  </a:lnTo>
                  <a:lnTo>
                    <a:pt x="1591" y="4186"/>
                  </a:lnTo>
                  <a:lnTo>
                    <a:pt x="1674" y="4081"/>
                  </a:lnTo>
                  <a:lnTo>
                    <a:pt x="1716" y="4081"/>
                  </a:lnTo>
                  <a:lnTo>
                    <a:pt x="1695" y="4186"/>
                  </a:lnTo>
                  <a:lnTo>
                    <a:pt x="1716" y="4374"/>
                  </a:lnTo>
                  <a:lnTo>
                    <a:pt x="1905" y="4562"/>
                  </a:lnTo>
                  <a:lnTo>
                    <a:pt x="2009" y="4583"/>
                  </a:lnTo>
                  <a:lnTo>
                    <a:pt x="2051" y="4583"/>
                  </a:lnTo>
                  <a:lnTo>
                    <a:pt x="2114" y="4667"/>
                  </a:lnTo>
                  <a:lnTo>
                    <a:pt x="2197" y="4897"/>
                  </a:lnTo>
                  <a:lnTo>
                    <a:pt x="2197" y="5127"/>
                  </a:lnTo>
                  <a:lnTo>
                    <a:pt x="2156" y="5315"/>
                  </a:lnTo>
                  <a:lnTo>
                    <a:pt x="2051" y="5462"/>
                  </a:lnTo>
                  <a:lnTo>
                    <a:pt x="2093" y="5546"/>
                  </a:lnTo>
                  <a:lnTo>
                    <a:pt x="2197" y="5650"/>
                  </a:lnTo>
                  <a:lnTo>
                    <a:pt x="2239" y="5629"/>
                  </a:lnTo>
                  <a:lnTo>
                    <a:pt x="2260" y="5713"/>
                  </a:lnTo>
                  <a:lnTo>
                    <a:pt x="2407" y="5734"/>
                  </a:lnTo>
                  <a:lnTo>
                    <a:pt x="2449" y="5859"/>
                  </a:lnTo>
                  <a:lnTo>
                    <a:pt x="2679" y="6131"/>
                  </a:lnTo>
                  <a:lnTo>
                    <a:pt x="2762" y="6152"/>
                  </a:lnTo>
                  <a:lnTo>
                    <a:pt x="2804" y="6236"/>
                  </a:lnTo>
                  <a:lnTo>
                    <a:pt x="2888" y="6341"/>
                  </a:lnTo>
                  <a:lnTo>
                    <a:pt x="3034" y="6362"/>
                  </a:lnTo>
                  <a:lnTo>
                    <a:pt x="3076" y="6445"/>
                  </a:lnTo>
                  <a:lnTo>
                    <a:pt x="3076" y="6571"/>
                  </a:lnTo>
                  <a:lnTo>
                    <a:pt x="3160" y="6655"/>
                  </a:lnTo>
                  <a:lnTo>
                    <a:pt x="3160" y="6717"/>
                  </a:lnTo>
                  <a:lnTo>
                    <a:pt x="3202" y="6822"/>
                  </a:lnTo>
                  <a:lnTo>
                    <a:pt x="3286" y="6864"/>
                  </a:lnTo>
                  <a:lnTo>
                    <a:pt x="3474" y="6780"/>
                  </a:lnTo>
                  <a:lnTo>
                    <a:pt x="3578" y="6613"/>
                  </a:lnTo>
                  <a:lnTo>
                    <a:pt x="3578" y="6487"/>
                  </a:lnTo>
                  <a:lnTo>
                    <a:pt x="3495" y="6445"/>
                  </a:lnTo>
                  <a:lnTo>
                    <a:pt x="3474" y="6341"/>
                  </a:lnTo>
                  <a:lnTo>
                    <a:pt x="3411" y="6278"/>
                  </a:lnTo>
                  <a:lnTo>
                    <a:pt x="3390" y="6173"/>
                  </a:lnTo>
                  <a:lnTo>
                    <a:pt x="3286" y="6131"/>
                  </a:lnTo>
                  <a:lnTo>
                    <a:pt x="3265" y="6048"/>
                  </a:lnTo>
                  <a:lnTo>
                    <a:pt x="3202" y="5964"/>
                  </a:lnTo>
                  <a:lnTo>
                    <a:pt x="3139" y="5943"/>
                  </a:lnTo>
                  <a:lnTo>
                    <a:pt x="3097" y="5964"/>
                  </a:lnTo>
                  <a:lnTo>
                    <a:pt x="3097" y="6048"/>
                  </a:lnTo>
                  <a:lnTo>
                    <a:pt x="3055" y="6069"/>
                  </a:lnTo>
                  <a:lnTo>
                    <a:pt x="3055" y="5985"/>
                  </a:lnTo>
                  <a:lnTo>
                    <a:pt x="2972" y="5943"/>
                  </a:lnTo>
                  <a:lnTo>
                    <a:pt x="2867" y="5818"/>
                  </a:lnTo>
                  <a:lnTo>
                    <a:pt x="2846" y="5734"/>
                  </a:lnTo>
                  <a:lnTo>
                    <a:pt x="2888" y="5629"/>
                  </a:lnTo>
                  <a:lnTo>
                    <a:pt x="2888" y="5504"/>
                  </a:lnTo>
                  <a:lnTo>
                    <a:pt x="2804" y="5399"/>
                  </a:lnTo>
                  <a:lnTo>
                    <a:pt x="2846" y="5294"/>
                  </a:lnTo>
                  <a:lnTo>
                    <a:pt x="2846" y="5232"/>
                  </a:lnTo>
                  <a:lnTo>
                    <a:pt x="2783" y="5148"/>
                  </a:lnTo>
                  <a:lnTo>
                    <a:pt x="2783" y="5085"/>
                  </a:lnTo>
                  <a:lnTo>
                    <a:pt x="2721" y="5002"/>
                  </a:lnTo>
                  <a:lnTo>
                    <a:pt x="2721" y="4897"/>
                  </a:lnTo>
                  <a:lnTo>
                    <a:pt x="2679" y="4834"/>
                  </a:lnTo>
                  <a:lnTo>
                    <a:pt x="2679" y="4688"/>
                  </a:lnTo>
                  <a:lnTo>
                    <a:pt x="2721" y="4604"/>
                  </a:lnTo>
                  <a:lnTo>
                    <a:pt x="2658" y="4395"/>
                  </a:lnTo>
                  <a:lnTo>
                    <a:pt x="2616" y="4290"/>
                  </a:lnTo>
                  <a:lnTo>
                    <a:pt x="2553" y="4206"/>
                  </a:lnTo>
                  <a:lnTo>
                    <a:pt x="2532" y="4186"/>
                  </a:lnTo>
                  <a:lnTo>
                    <a:pt x="2532" y="4248"/>
                  </a:lnTo>
                  <a:lnTo>
                    <a:pt x="2532" y="4290"/>
                  </a:lnTo>
                  <a:lnTo>
                    <a:pt x="2469" y="4353"/>
                  </a:lnTo>
                  <a:lnTo>
                    <a:pt x="2365" y="4186"/>
                  </a:lnTo>
                  <a:lnTo>
                    <a:pt x="2365" y="4102"/>
                  </a:lnTo>
                  <a:lnTo>
                    <a:pt x="2407" y="4039"/>
                  </a:lnTo>
                  <a:lnTo>
                    <a:pt x="2365" y="3976"/>
                  </a:lnTo>
                  <a:lnTo>
                    <a:pt x="2323" y="3955"/>
                  </a:lnTo>
                  <a:lnTo>
                    <a:pt x="2281" y="3746"/>
                  </a:lnTo>
                  <a:lnTo>
                    <a:pt x="2197" y="3579"/>
                  </a:lnTo>
                  <a:lnTo>
                    <a:pt x="2135" y="3558"/>
                  </a:lnTo>
                  <a:lnTo>
                    <a:pt x="2030" y="3453"/>
                  </a:lnTo>
                  <a:lnTo>
                    <a:pt x="2030" y="3328"/>
                  </a:lnTo>
                  <a:lnTo>
                    <a:pt x="2051" y="3202"/>
                  </a:lnTo>
                  <a:lnTo>
                    <a:pt x="1946" y="3056"/>
                  </a:lnTo>
                  <a:lnTo>
                    <a:pt x="1884" y="3035"/>
                  </a:lnTo>
                  <a:lnTo>
                    <a:pt x="1821" y="2993"/>
                  </a:lnTo>
                  <a:lnTo>
                    <a:pt x="1821" y="2846"/>
                  </a:lnTo>
                  <a:lnTo>
                    <a:pt x="1737" y="2784"/>
                  </a:lnTo>
                  <a:lnTo>
                    <a:pt x="1633" y="2742"/>
                  </a:lnTo>
                  <a:lnTo>
                    <a:pt x="1612" y="2637"/>
                  </a:lnTo>
                  <a:lnTo>
                    <a:pt x="1633" y="2574"/>
                  </a:lnTo>
                  <a:lnTo>
                    <a:pt x="1612" y="2407"/>
                  </a:lnTo>
                  <a:lnTo>
                    <a:pt x="1465" y="2302"/>
                  </a:lnTo>
                  <a:lnTo>
                    <a:pt x="1402" y="2219"/>
                  </a:lnTo>
                  <a:lnTo>
                    <a:pt x="1319" y="2198"/>
                  </a:lnTo>
                  <a:lnTo>
                    <a:pt x="1319" y="2093"/>
                  </a:lnTo>
                  <a:lnTo>
                    <a:pt x="1235" y="1947"/>
                  </a:lnTo>
                  <a:lnTo>
                    <a:pt x="1193" y="1863"/>
                  </a:lnTo>
                  <a:lnTo>
                    <a:pt x="1235" y="1779"/>
                  </a:lnTo>
                  <a:lnTo>
                    <a:pt x="1214" y="1361"/>
                  </a:lnTo>
                  <a:lnTo>
                    <a:pt x="1193" y="1131"/>
                  </a:lnTo>
                  <a:lnTo>
                    <a:pt x="1235" y="1005"/>
                  </a:lnTo>
                  <a:lnTo>
                    <a:pt x="1298" y="796"/>
                  </a:lnTo>
                  <a:lnTo>
                    <a:pt x="1277" y="691"/>
                  </a:lnTo>
                  <a:lnTo>
                    <a:pt x="1235" y="545"/>
                  </a:lnTo>
                  <a:lnTo>
                    <a:pt x="1319" y="691"/>
                  </a:lnTo>
                  <a:lnTo>
                    <a:pt x="1486" y="754"/>
                  </a:lnTo>
                  <a:lnTo>
                    <a:pt x="1570" y="921"/>
                  </a:lnTo>
                  <a:lnTo>
                    <a:pt x="1633" y="963"/>
                  </a:lnTo>
                  <a:lnTo>
                    <a:pt x="1737" y="963"/>
                  </a:lnTo>
                  <a:lnTo>
                    <a:pt x="1800" y="921"/>
                  </a:lnTo>
                  <a:lnTo>
                    <a:pt x="1884" y="1026"/>
                  </a:lnTo>
                  <a:lnTo>
                    <a:pt x="1925" y="1068"/>
                  </a:lnTo>
                  <a:lnTo>
                    <a:pt x="2030" y="1068"/>
                  </a:lnTo>
                  <a:lnTo>
                    <a:pt x="2156" y="1152"/>
                  </a:lnTo>
                  <a:lnTo>
                    <a:pt x="2156" y="1214"/>
                  </a:lnTo>
                  <a:lnTo>
                    <a:pt x="2093" y="1319"/>
                  </a:lnTo>
                  <a:lnTo>
                    <a:pt x="2093" y="1382"/>
                  </a:lnTo>
                  <a:lnTo>
                    <a:pt x="2135" y="1549"/>
                  </a:lnTo>
                  <a:lnTo>
                    <a:pt x="2156" y="1737"/>
                  </a:lnTo>
                  <a:lnTo>
                    <a:pt x="2218" y="1842"/>
                  </a:lnTo>
                  <a:lnTo>
                    <a:pt x="2239" y="1968"/>
                  </a:lnTo>
                  <a:lnTo>
                    <a:pt x="2218" y="2051"/>
                  </a:lnTo>
                  <a:lnTo>
                    <a:pt x="2239" y="2156"/>
                  </a:lnTo>
                  <a:lnTo>
                    <a:pt x="2407" y="2323"/>
                  </a:lnTo>
                  <a:lnTo>
                    <a:pt x="2365" y="2386"/>
                  </a:lnTo>
                  <a:lnTo>
                    <a:pt x="2344" y="2470"/>
                  </a:lnTo>
                  <a:lnTo>
                    <a:pt x="2407" y="2533"/>
                  </a:lnTo>
                  <a:lnTo>
                    <a:pt x="2428" y="2533"/>
                  </a:lnTo>
                  <a:lnTo>
                    <a:pt x="2469" y="2595"/>
                  </a:lnTo>
                  <a:lnTo>
                    <a:pt x="2532" y="2784"/>
                  </a:lnTo>
                  <a:lnTo>
                    <a:pt x="2616" y="2805"/>
                  </a:lnTo>
                  <a:lnTo>
                    <a:pt x="2658" y="2909"/>
                  </a:lnTo>
                  <a:lnTo>
                    <a:pt x="2658" y="3035"/>
                  </a:lnTo>
                  <a:lnTo>
                    <a:pt x="2721" y="3097"/>
                  </a:lnTo>
                  <a:lnTo>
                    <a:pt x="2783" y="3118"/>
                  </a:lnTo>
                  <a:lnTo>
                    <a:pt x="2846" y="3244"/>
                  </a:lnTo>
                  <a:lnTo>
                    <a:pt x="2867" y="3349"/>
                  </a:lnTo>
                  <a:lnTo>
                    <a:pt x="2951" y="3411"/>
                  </a:lnTo>
                  <a:lnTo>
                    <a:pt x="2972" y="3453"/>
                  </a:lnTo>
                  <a:lnTo>
                    <a:pt x="3055" y="3453"/>
                  </a:lnTo>
                  <a:lnTo>
                    <a:pt x="3097" y="3516"/>
                  </a:lnTo>
                  <a:lnTo>
                    <a:pt x="3181" y="3453"/>
                  </a:lnTo>
                  <a:lnTo>
                    <a:pt x="3244" y="3516"/>
                  </a:lnTo>
                  <a:lnTo>
                    <a:pt x="3244" y="3642"/>
                  </a:lnTo>
                  <a:lnTo>
                    <a:pt x="3181" y="3725"/>
                  </a:lnTo>
                  <a:lnTo>
                    <a:pt x="3202" y="3872"/>
                  </a:lnTo>
                  <a:lnTo>
                    <a:pt x="3390" y="4060"/>
                  </a:lnTo>
                  <a:lnTo>
                    <a:pt x="3474" y="4039"/>
                  </a:lnTo>
                  <a:lnTo>
                    <a:pt x="3558" y="4060"/>
                  </a:lnTo>
                  <a:lnTo>
                    <a:pt x="3516" y="4165"/>
                  </a:lnTo>
                  <a:lnTo>
                    <a:pt x="3578" y="4269"/>
                  </a:lnTo>
                  <a:lnTo>
                    <a:pt x="3683" y="4290"/>
                  </a:lnTo>
                  <a:lnTo>
                    <a:pt x="3767" y="4290"/>
                  </a:lnTo>
                  <a:lnTo>
                    <a:pt x="3850" y="4395"/>
                  </a:lnTo>
                  <a:lnTo>
                    <a:pt x="3892" y="4499"/>
                  </a:lnTo>
                  <a:lnTo>
                    <a:pt x="3976" y="4520"/>
                  </a:lnTo>
                  <a:lnTo>
                    <a:pt x="3997" y="4499"/>
                  </a:lnTo>
                  <a:lnTo>
                    <a:pt x="4018" y="4520"/>
                  </a:lnTo>
                  <a:lnTo>
                    <a:pt x="4039" y="4604"/>
                  </a:lnTo>
                  <a:lnTo>
                    <a:pt x="3997" y="4667"/>
                  </a:lnTo>
                  <a:lnTo>
                    <a:pt x="3934" y="4604"/>
                  </a:lnTo>
                  <a:lnTo>
                    <a:pt x="3850" y="4625"/>
                  </a:lnTo>
                  <a:lnTo>
                    <a:pt x="3767" y="4730"/>
                  </a:lnTo>
                  <a:lnTo>
                    <a:pt x="3704" y="4897"/>
                  </a:lnTo>
                  <a:lnTo>
                    <a:pt x="3725" y="5002"/>
                  </a:lnTo>
                  <a:lnTo>
                    <a:pt x="3809" y="5085"/>
                  </a:lnTo>
                  <a:lnTo>
                    <a:pt x="3913" y="5085"/>
                  </a:lnTo>
                  <a:lnTo>
                    <a:pt x="3997" y="5148"/>
                  </a:lnTo>
                  <a:lnTo>
                    <a:pt x="4206" y="5315"/>
                  </a:lnTo>
                  <a:lnTo>
                    <a:pt x="4353" y="5357"/>
                  </a:lnTo>
                  <a:lnTo>
                    <a:pt x="4415" y="5357"/>
                  </a:lnTo>
                  <a:lnTo>
                    <a:pt x="4436" y="5420"/>
                  </a:lnTo>
                  <a:lnTo>
                    <a:pt x="4499" y="5525"/>
                  </a:lnTo>
                  <a:lnTo>
                    <a:pt x="4541" y="5608"/>
                  </a:lnTo>
                  <a:lnTo>
                    <a:pt x="4499" y="5713"/>
                  </a:lnTo>
                  <a:lnTo>
                    <a:pt x="4415" y="5734"/>
                  </a:lnTo>
                  <a:lnTo>
                    <a:pt x="4436" y="5776"/>
                  </a:lnTo>
                  <a:lnTo>
                    <a:pt x="4520" y="5838"/>
                  </a:lnTo>
                  <a:lnTo>
                    <a:pt x="4708" y="5880"/>
                  </a:lnTo>
                  <a:lnTo>
                    <a:pt x="4708" y="5964"/>
                  </a:lnTo>
                  <a:lnTo>
                    <a:pt x="4750" y="5985"/>
                  </a:lnTo>
                  <a:lnTo>
                    <a:pt x="4897" y="6131"/>
                  </a:lnTo>
                  <a:lnTo>
                    <a:pt x="5085" y="6362"/>
                  </a:lnTo>
                  <a:lnTo>
                    <a:pt x="5231" y="6592"/>
                  </a:lnTo>
                  <a:lnTo>
                    <a:pt x="5399" y="6801"/>
                  </a:lnTo>
                  <a:lnTo>
                    <a:pt x="5399" y="6906"/>
                  </a:lnTo>
                  <a:lnTo>
                    <a:pt x="5608" y="7178"/>
                  </a:lnTo>
                  <a:lnTo>
                    <a:pt x="5650" y="7282"/>
                  </a:lnTo>
                  <a:lnTo>
                    <a:pt x="5587" y="7408"/>
                  </a:lnTo>
                  <a:lnTo>
                    <a:pt x="5650" y="7491"/>
                  </a:lnTo>
                  <a:lnTo>
                    <a:pt x="5692" y="7638"/>
                  </a:lnTo>
                  <a:lnTo>
                    <a:pt x="5817" y="7952"/>
                  </a:lnTo>
                  <a:lnTo>
                    <a:pt x="5817" y="8077"/>
                  </a:lnTo>
                  <a:lnTo>
                    <a:pt x="5775" y="8182"/>
                  </a:lnTo>
                  <a:lnTo>
                    <a:pt x="5650" y="8287"/>
                  </a:lnTo>
                  <a:lnTo>
                    <a:pt x="5608" y="8370"/>
                  </a:lnTo>
                  <a:lnTo>
                    <a:pt x="5671" y="8370"/>
                  </a:lnTo>
                  <a:lnTo>
                    <a:pt x="5754" y="8454"/>
                  </a:lnTo>
                  <a:lnTo>
                    <a:pt x="5692" y="8496"/>
                  </a:lnTo>
                  <a:lnTo>
                    <a:pt x="5566" y="8496"/>
                  </a:lnTo>
                  <a:lnTo>
                    <a:pt x="5482" y="8538"/>
                  </a:lnTo>
                  <a:lnTo>
                    <a:pt x="5482" y="8579"/>
                  </a:lnTo>
                  <a:lnTo>
                    <a:pt x="5566" y="8789"/>
                  </a:lnTo>
                  <a:lnTo>
                    <a:pt x="5650" y="8872"/>
                  </a:lnTo>
                  <a:lnTo>
                    <a:pt x="5650" y="8956"/>
                  </a:lnTo>
                  <a:lnTo>
                    <a:pt x="5754" y="9103"/>
                  </a:lnTo>
                  <a:lnTo>
                    <a:pt x="5796" y="9228"/>
                  </a:lnTo>
                  <a:lnTo>
                    <a:pt x="5859" y="9291"/>
                  </a:lnTo>
                  <a:lnTo>
                    <a:pt x="5922" y="9291"/>
                  </a:lnTo>
                  <a:lnTo>
                    <a:pt x="5943" y="9333"/>
                  </a:lnTo>
                  <a:lnTo>
                    <a:pt x="6131" y="9395"/>
                  </a:lnTo>
                  <a:lnTo>
                    <a:pt x="6278" y="9375"/>
                  </a:lnTo>
                  <a:lnTo>
                    <a:pt x="6340" y="9375"/>
                  </a:lnTo>
                  <a:lnTo>
                    <a:pt x="6299" y="9437"/>
                  </a:lnTo>
                  <a:lnTo>
                    <a:pt x="6299" y="9500"/>
                  </a:lnTo>
                  <a:lnTo>
                    <a:pt x="6424" y="9542"/>
                  </a:lnTo>
                  <a:lnTo>
                    <a:pt x="6591" y="9688"/>
                  </a:lnTo>
                  <a:lnTo>
                    <a:pt x="6696" y="9835"/>
                  </a:lnTo>
                  <a:lnTo>
                    <a:pt x="6759" y="9960"/>
                  </a:lnTo>
                  <a:lnTo>
                    <a:pt x="6863" y="10023"/>
                  </a:lnTo>
                  <a:lnTo>
                    <a:pt x="6926" y="10002"/>
                  </a:lnTo>
                  <a:lnTo>
                    <a:pt x="7031" y="10044"/>
                  </a:lnTo>
                  <a:lnTo>
                    <a:pt x="7115" y="10044"/>
                  </a:lnTo>
                  <a:lnTo>
                    <a:pt x="7345" y="10149"/>
                  </a:lnTo>
                  <a:lnTo>
                    <a:pt x="7428" y="10149"/>
                  </a:lnTo>
                  <a:lnTo>
                    <a:pt x="7449" y="10107"/>
                  </a:lnTo>
                  <a:lnTo>
                    <a:pt x="7512" y="10107"/>
                  </a:lnTo>
                  <a:lnTo>
                    <a:pt x="7575" y="10170"/>
                  </a:lnTo>
                  <a:lnTo>
                    <a:pt x="7847" y="10442"/>
                  </a:lnTo>
                  <a:lnTo>
                    <a:pt x="7910" y="10442"/>
                  </a:lnTo>
                  <a:lnTo>
                    <a:pt x="8098" y="10630"/>
                  </a:lnTo>
                  <a:lnTo>
                    <a:pt x="8328" y="10735"/>
                  </a:lnTo>
                  <a:lnTo>
                    <a:pt x="8621" y="10756"/>
                  </a:lnTo>
                  <a:lnTo>
                    <a:pt x="8747" y="10839"/>
                  </a:lnTo>
                  <a:lnTo>
                    <a:pt x="8830" y="10965"/>
                  </a:lnTo>
                  <a:lnTo>
                    <a:pt x="8998" y="10965"/>
                  </a:lnTo>
                  <a:lnTo>
                    <a:pt x="9144" y="11048"/>
                  </a:lnTo>
                  <a:lnTo>
                    <a:pt x="9228" y="10986"/>
                  </a:lnTo>
                  <a:lnTo>
                    <a:pt x="9249" y="11007"/>
                  </a:lnTo>
                  <a:lnTo>
                    <a:pt x="9332" y="11153"/>
                  </a:lnTo>
                  <a:lnTo>
                    <a:pt x="9479" y="11216"/>
                  </a:lnTo>
                  <a:lnTo>
                    <a:pt x="9625" y="11216"/>
                  </a:lnTo>
                  <a:lnTo>
                    <a:pt x="9730" y="11279"/>
                  </a:lnTo>
                  <a:lnTo>
                    <a:pt x="9960" y="11362"/>
                  </a:lnTo>
                  <a:lnTo>
                    <a:pt x="10148" y="11362"/>
                  </a:lnTo>
                  <a:lnTo>
                    <a:pt x="10295" y="11467"/>
                  </a:lnTo>
                  <a:lnTo>
                    <a:pt x="10588" y="11572"/>
                  </a:lnTo>
                  <a:lnTo>
                    <a:pt x="10692" y="11530"/>
                  </a:lnTo>
                  <a:lnTo>
                    <a:pt x="11006" y="11404"/>
                  </a:lnTo>
                  <a:lnTo>
                    <a:pt x="11111" y="11404"/>
                  </a:lnTo>
                  <a:lnTo>
                    <a:pt x="11299" y="11300"/>
                  </a:lnTo>
                  <a:lnTo>
                    <a:pt x="11404" y="11279"/>
                  </a:lnTo>
                  <a:lnTo>
                    <a:pt x="11613" y="11279"/>
                  </a:lnTo>
                  <a:lnTo>
                    <a:pt x="11613" y="11258"/>
                  </a:lnTo>
                  <a:lnTo>
                    <a:pt x="11467" y="11216"/>
                  </a:lnTo>
                  <a:lnTo>
                    <a:pt x="11404" y="11216"/>
                  </a:lnTo>
                  <a:lnTo>
                    <a:pt x="11404" y="11174"/>
                  </a:lnTo>
                  <a:lnTo>
                    <a:pt x="11529" y="11090"/>
                  </a:lnTo>
                  <a:lnTo>
                    <a:pt x="11550" y="11111"/>
                  </a:lnTo>
                  <a:lnTo>
                    <a:pt x="11550" y="11195"/>
                  </a:lnTo>
                  <a:lnTo>
                    <a:pt x="11634" y="11153"/>
                  </a:lnTo>
                  <a:lnTo>
                    <a:pt x="11718" y="11153"/>
                  </a:lnTo>
                  <a:lnTo>
                    <a:pt x="11718" y="11195"/>
                  </a:lnTo>
                  <a:lnTo>
                    <a:pt x="11655" y="11195"/>
                  </a:lnTo>
                  <a:lnTo>
                    <a:pt x="11634" y="11216"/>
                  </a:lnTo>
                  <a:lnTo>
                    <a:pt x="11655" y="11258"/>
                  </a:lnTo>
                  <a:lnTo>
                    <a:pt x="11760" y="11258"/>
                  </a:lnTo>
                  <a:lnTo>
                    <a:pt x="11864" y="11279"/>
                  </a:lnTo>
                  <a:lnTo>
                    <a:pt x="12032" y="11404"/>
                  </a:lnTo>
                  <a:lnTo>
                    <a:pt x="12094" y="11467"/>
                  </a:lnTo>
                  <a:lnTo>
                    <a:pt x="12094" y="11425"/>
                  </a:lnTo>
                  <a:lnTo>
                    <a:pt x="11969" y="11300"/>
                  </a:lnTo>
                  <a:lnTo>
                    <a:pt x="11780" y="11216"/>
                  </a:lnTo>
                  <a:lnTo>
                    <a:pt x="11780" y="11174"/>
                  </a:lnTo>
                  <a:lnTo>
                    <a:pt x="11822" y="11174"/>
                  </a:lnTo>
                  <a:lnTo>
                    <a:pt x="11843" y="11195"/>
                  </a:lnTo>
                  <a:lnTo>
                    <a:pt x="11948" y="11216"/>
                  </a:lnTo>
                  <a:lnTo>
                    <a:pt x="12053" y="11300"/>
                  </a:lnTo>
                  <a:lnTo>
                    <a:pt x="12157" y="11425"/>
                  </a:lnTo>
                  <a:lnTo>
                    <a:pt x="12157" y="11488"/>
                  </a:lnTo>
                  <a:lnTo>
                    <a:pt x="12199" y="11530"/>
                  </a:lnTo>
                  <a:lnTo>
                    <a:pt x="12597" y="11885"/>
                  </a:lnTo>
                  <a:lnTo>
                    <a:pt x="12722" y="11906"/>
                  </a:lnTo>
                  <a:lnTo>
                    <a:pt x="12764" y="11990"/>
                  </a:lnTo>
                  <a:lnTo>
                    <a:pt x="12910" y="12116"/>
                  </a:lnTo>
                  <a:lnTo>
                    <a:pt x="12994" y="12220"/>
                  </a:lnTo>
                  <a:lnTo>
                    <a:pt x="13015" y="12199"/>
                  </a:lnTo>
                  <a:lnTo>
                    <a:pt x="13036" y="12136"/>
                  </a:lnTo>
                  <a:lnTo>
                    <a:pt x="13099" y="12095"/>
                  </a:lnTo>
                  <a:lnTo>
                    <a:pt x="13099" y="12053"/>
                  </a:lnTo>
                  <a:lnTo>
                    <a:pt x="13078" y="12032"/>
                  </a:lnTo>
                  <a:lnTo>
                    <a:pt x="13036" y="11990"/>
                  </a:lnTo>
                  <a:lnTo>
                    <a:pt x="13078" y="11927"/>
                  </a:lnTo>
                  <a:lnTo>
                    <a:pt x="13036" y="11906"/>
                  </a:lnTo>
                  <a:lnTo>
                    <a:pt x="13036" y="11802"/>
                  </a:lnTo>
                  <a:lnTo>
                    <a:pt x="13392" y="11258"/>
                  </a:lnTo>
                  <a:lnTo>
                    <a:pt x="14124" y="11258"/>
                  </a:lnTo>
                  <a:lnTo>
                    <a:pt x="14187" y="11195"/>
                  </a:lnTo>
                  <a:lnTo>
                    <a:pt x="14187" y="11111"/>
                  </a:lnTo>
                  <a:lnTo>
                    <a:pt x="14124" y="11090"/>
                  </a:lnTo>
                  <a:lnTo>
                    <a:pt x="14019" y="11069"/>
                  </a:lnTo>
                  <a:lnTo>
                    <a:pt x="13977" y="11048"/>
                  </a:lnTo>
                  <a:lnTo>
                    <a:pt x="13957" y="10944"/>
                  </a:lnTo>
                  <a:lnTo>
                    <a:pt x="13936" y="10881"/>
                  </a:lnTo>
                  <a:lnTo>
                    <a:pt x="13852" y="10881"/>
                  </a:lnTo>
                  <a:lnTo>
                    <a:pt x="13768" y="10797"/>
                  </a:lnTo>
                  <a:lnTo>
                    <a:pt x="13664" y="10693"/>
                  </a:lnTo>
                  <a:lnTo>
                    <a:pt x="13643" y="10651"/>
                  </a:lnTo>
                  <a:lnTo>
                    <a:pt x="13559" y="10567"/>
                  </a:lnTo>
                  <a:lnTo>
                    <a:pt x="13810" y="10546"/>
                  </a:lnTo>
                  <a:lnTo>
                    <a:pt x="13831" y="10232"/>
                  </a:lnTo>
                  <a:lnTo>
                    <a:pt x="14814" y="10253"/>
                  </a:lnTo>
                  <a:lnTo>
                    <a:pt x="14856" y="10170"/>
                  </a:lnTo>
                  <a:lnTo>
                    <a:pt x="14898" y="10128"/>
                  </a:lnTo>
                  <a:lnTo>
                    <a:pt x="14982" y="10128"/>
                  </a:lnTo>
                  <a:lnTo>
                    <a:pt x="14982" y="10170"/>
                  </a:lnTo>
                  <a:lnTo>
                    <a:pt x="15003" y="10212"/>
                  </a:lnTo>
                  <a:lnTo>
                    <a:pt x="15024" y="10170"/>
                  </a:lnTo>
                  <a:lnTo>
                    <a:pt x="15086" y="10149"/>
                  </a:lnTo>
                  <a:lnTo>
                    <a:pt x="15086" y="10128"/>
                  </a:lnTo>
                  <a:lnTo>
                    <a:pt x="15170" y="10044"/>
                  </a:lnTo>
                  <a:lnTo>
                    <a:pt x="15191" y="9940"/>
                  </a:lnTo>
                  <a:lnTo>
                    <a:pt x="15212" y="9898"/>
                  </a:lnTo>
                  <a:lnTo>
                    <a:pt x="15317" y="9898"/>
                  </a:lnTo>
                  <a:lnTo>
                    <a:pt x="15421" y="9793"/>
                  </a:lnTo>
                  <a:lnTo>
                    <a:pt x="15526" y="9647"/>
                  </a:lnTo>
                  <a:lnTo>
                    <a:pt x="15610" y="9626"/>
                  </a:lnTo>
                  <a:lnTo>
                    <a:pt x="15610" y="9626"/>
                  </a:lnTo>
                  <a:lnTo>
                    <a:pt x="15589" y="9730"/>
                  </a:lnTo>
                  <a:lnTo>
                    <a:pt x="15526" y="9793"/>
                  </a:lnTo>
                  <a:lnTo>
                    <a:pt x="15547" y="9835"/>
                  </a:lnTo>
                  <a:lnTo>
                    <a:pt x="15651" y="9919"/>
                  </a:lnTo>
                  <a:lnTo>
                    <a:pt x="15714" y="10023"/>
                  </a:lnTo>
                  <a:lnTo>
                    <a:pt x="15735" y="10002"/>
                  </a:lnTo>
                  <a:lnTo>
                    <a:pt x="15840" y="9814"/>
                  </a:lnTo>
                  <a:lnTo>
                    <a:pt x="15944" y="9437"/>
                  </a:lnTo>
                  <a:lnTo>
                    <a:pt x="16007" y="9333"/>
                  </a:lnTo>
                  <a:lnTo>
                    <a:pt x="15944" y="9375"/>
                  </a:lnTo>
                  <a:lnTo>
                    <a:pt x="15902" y="9416"/>
                  </a:lnTo>
                  <a:lnTo>
                    <a:pt x="15840" y="9395"/>
                  </a:lnTo>
                  <a:lnTo>
                    <a:pt x="15840" y="9333"/>
                  </a:lnTo>
                  <a:lnTo>
                    <a:pt x="15965" y="9207"/>
                  </a:lnTo>
                  <a:lnTo>
                    <a:pt x="16007" y="9123"/>
                  </a:lnTo>
                  <a:lnTo>
                    <a:pt x="15902" y="9123"/>
                  </a:lnTo>
                  <a:lnTo>
                    <a:pt x="15819" y="9061"/>
                  </a:lnTo>
                  <a:lnTo>
                    <a:pt x="15840" y="9019"/>
                  </a:lnTo>
                  <a:lnTo>
                    <a:pt x="15965" y="8956"/>
                  </a:lnTo>
                  <a:lnTo>
                    <a:pt x="15965" y="8789"/>
                  </a:lnTo>
                  <a:lnTo>
                    <a:pt x="16028" y="8705"/>
                  </a:lnTo>
                  <a:lnTo>
                    <a:pt x="16279" y="8475"/>
                  </a:lnTo>
                  <a:lnTo>
                    <a:pt x="16426" y="8266"/>
                  </a:lnTo>
                  <a:lnTo>
                    <a:pt x="16488" y="8119"/>
                  </a:lnTo>
                  <a:lnTo>
                    <a:pt x="16488" y="8015"/>
                  </a:lnTo>
                  <a:lnTo>
                    <a:pt x="16321" y="7763"/>
                  </a:lnTo>
                  <a:lnTo>
                    <a:pt x="16216" y="7805"/>
                  </a:lnTo>
                  <a:lnTo>
                    <a:pt x="16237" y="7847"/>
                  </a:lnTo>
                  <a:lnTo>
                    <a:pt x="16174" y="7868"/>
                  </a:lnTo>
                  <a:lnTo>
                    <a:pt x="15923" y="7826"/>
                  </a:lnTo>
                  <a:lnTo>
                    <a:pt x="15693" y="7826"/>
                  </a:lnTo>
                  <a:lnTo>
                    <a:pt x="15693" y="7868"/>
                  </a:lnTo>
                  <a:lnTo>
                    <a:pt x="15547" y="7952"/>
                  </a:lnTo>
                  <a:lnTo>
                    <a:pt x="15505" y="7910"/>
                  </a:lnTo>
                  <a:lnTo>
                    <a:pt x="15379" y="7931"/>
                  </a:lnTo>
                  <a:lnTo>
                    <a:pt x="15275" y="8035"/>
                  </a:lnTo>
                  <a:lnTo>
                    <a:pt x="14793" y="8035"/>
                  </a:lnTo>
                  <a:lnTo>
                    <a:pt x="14396" y="8119"/>
                  </a:lnTo>
                  <a:lnTo>
                    <a:pt x="14396" y="8182"/>
                  </a:lnTo>
                  <a:lnTo>
                    <a:pt x="14501" y="8224"/>
                  </a:lnTo>
                  <a:lnTo>
                    <a:pt x="14291" y="8454"/>
                  </a:lnTo>
                  <a:lnTo>
                    <a:pt x="14270" y="8810"/>
                  </a:lnTo>
                  <a:lnTo>
                    <a:pt x="14291" y="8851"/>
                  </a:lnTo>
                  <a:lnTo>
                    <a:pt x="14082" y="9082"/>
                  </a:lnTo>
                  <a:lnTo>
                    <a:pt x="14082" y="9270"/>
                  </a:lnTo>
                  <a:lnTo>
                    <a:pt x="13957" y="9395"/>
                  </a:lnTo>
                  <a:lnTo>
                    <a:pt x="13873" y="9416"/>
                  </a:lnTo>
                  <a:lnTo>
                    <a:pt x="13622" y="9542"/>
                  </a:lnTo>
                  <a:lnTo>
                    <a:pt x="13643" y="9584"/>
                  </a:lnTo>
                  <a:lnTo>
                    <a:pt x="13747" y="9500"/>
                  </a:lnTo>
                  <a:lnTo>
                    <a:pt x="13726" y="9605"/>
                  </a:lnTo>
                  <a:lnTo>
                    <a:pt x="13726" y="9793"/>
                  </a:lnTo>
                  <a:lnTo>
                    <a:pt x="13622" y="9919"/>
                  </a:lnTo>
                  <a:lnTo>
                    <a:pt x="13538" y="9919"/>
                  </a:lnTo>
                  <a:lnTo>
                    <a:pt x="13517" y="9960"/>
                  </a:lnTo>
                  <a:lnTo>
                    <a:pt x="13454" y="9919"/>
                  </a:lnTo>
                  <a:lnTo>
                    <a:pt x="13329" y="9835"/>
                  </a:lnTo>
                  <a:lnTo>
                    <a:pt x="13350" y="9793"/>
                  </a:lnTo>
                  <a:lnTo>
                    <a:pt x="13454" y="9730"/>
                  </a:lnTo>
                  <a:lnTo>
                    <a:pt x="13308" y="9688"/>
                  </a:lnTo>
                  <a:lnTo>
                    <a:pt x="13245" y="9730"/>
                  </a:lnTo>
                  <a:lnTo>
                    <a:pt x="13120" y="9709"/>
                  </a:lnTo>
                  <a:lnTo>
                    <a:pt x="12973" y="9709"/>
                  </a:lnTo>
                  <a:lnTo>
                    <a:pt x="12869" y="9793"/>
                  </a:lnTo>
                  <a:lnTo>
                    <a:pt x="12722" y="9814"/>
                  </a:lnTo>
                  <a:lnTo>
                    <a:pt x="12513" y="9814"/>
                  </a:lnTo>
                  <a:lnTo>
                    <a:pt x="12492" y="9856"/>
                  </a:lnTo>
                  <a:lnTo>
                    <a:pt x="12262" y="10002"/>
                  </a:lnTo>
                  <a:lnTo>
                    <a:pt x="12178" y="10002"/>
                  </a:lnTo>
                  <a:lnTo>
                    <a:pt x="12157" y="9940"/>
                  </a:lnTo>
                  <a:lnTo>
                    <a:pt x="11948" y="10002"/>
                  </a:lnTo>
                  <a:lnTo>
                    <a:pt x="11822" y="10044"/>
                  </a:lnTo>
                  <a:lnTo>
                    <a:pt x="11760" y="9919"/>
                  </a:lnTo>
                  <a:lnTo>
                    <a:pt x="11634" y="9730"/>
                  </a:lnTo>
                  <a:lnTo>
                    <a:pt x="11467" y="9647"/>
                  </a:lnTo>
                  <a:lnTo>
                    <a:pt x="11425" y="9605"/>
                  </a:lnTo>
                  <a:lnTo>
                    <a:pt x="11257" y="9605"/>
                  </a:lnTo>
                  <a:lnTo>
                    <a:pt x="11216" y="9626"/>
                  </a:lnTo>
                  <a:lnTo>
                    <a:pt x="11132" y="9521"/>
                  </a:lnTo>
                  <a:lnTo>
                    <a:pt x="10902" y="9270"/>
                  </a:lnTo>
                  <a:lnTo>
                    <a:pt x="10881" y="9165"/>
                  </a:lnTo>
                  <a:lnTo>
                    <a:pt x="10881" y="9082"/>
                  </a:lnTo>
                  <a:lnTo>
                    <a:pt x="10776" y="8914"/>
                  </a:lnTo>
                  <a:lnTo>
                    <a:pt x="10713" y="8789"/>
                  </a:lnTo>
                  <a:lnTo>
                    <a:pt x="10400" y="8454"/>
                  </a:lnTo>
                  <a:lnTo>
                    <a:pt x="10379" y="8328"/>
                  </a:lnTo>
                  <a:lnTo>
                    <a:pt x="10316" y="8245"/>
                  </a:lnTo>
                  <a:lnTo>
                    <a:pt x="10358" y="8161"/>
                  </a:lnTo>
                  <a:lnTo>
                    <a:pt x="10316" y="8077"/>
                  </a:lnTo>
                  <a:lnTo>
                    <a:pt x="10253" y="7847"/>
                  </a:lnTo>
                  <a:lnTo>
                    <a:pt x="10169" y="7763"/>
                  </a:lnTo>
                  <a:lnTo>
                    <a:pt x="10190" y="7638"/>
                  </a:lnTo>
                  <a:lnTo>
                    <a:pt x="10316" y="7805"/>
                  </a:lnTo>
                  <a:lnTo>
                    <a:pt x="10316" y="8015"/>
                  </a:lnTo>
                  <a:lnTo>
                    <a:pt x="10379" y="7973"/>
                  </a:lnTo>
                  <a:lnTo>
                    <a:pt x="10379" y="7805"/>
                  </a:lnTo>
                  <a:lnTo>
                    <a:pt x="10211" y="7554"/>
                  </a:lnTo>
                  <a:lnTo>
                    <a:pt x="10253" y="7429"/>
                  </a:lnTo>
                  <a:lnTo>
                    <a:pt x="10190" y="7219"/>
                  </a:lnTo>
                  <a:lnTo>
                    <a:pt x="10169" y="7115"/>
                  </a:lnTo>
                  <a:lnTo>
                    <a:pt x="10253" y="7010"/>
                  </a:lnTo>
                  <a:lnTo>
                    <a:pt x="10295" y="6717"/>
                  </a:lnTo>
                  <a:lnTo>
                    <a:pt x="10253" y="6571"/>
                  </a:lnTo>
                  <a:lnTo>
                    <a:pt x="10316" y="6278"/>
                  </a:lnTo>
                  <a:lnTo>
                    <a:pt x="10316" y="6173"/>
                  </a:lnTo>
                  <a:lnTo>
                    <a:pt x="10358" y="6090"/>
                  </a:lnTo>
                  <a:lnTo>
                    <a:pt x="10316" y="6048"/>
                  </a:lnTo>
                  <a:lnTo>
                    <a:pt x="10316" y="5922"/>
                  </a:lnTo>
                  <a:lnTo>
                    <a:pt x="10379" y="5859"/>
                  </a:lnTo>
                  <a:lnTo>
                    <a:pt x="10400" y="5713"/>
                  </a:lnTo>
                  <a:lnTo>
                    <a:pt x="10420" y="5650"/>
                  </a:lnTo>
                  <a:lnTo>
                    <a:pt x="10358" y="5608"/>
                  </a:lnTo>
                  <a:lnTo>
                    <a:pt x="10420" y="5504"/>
                  </a:lnTo>
                  <a:lnTo>
                    <a:pt x="10420" y="5336"/>
                  </a:lnTo>
                  <a:lnTo>
                    <a:pt x="10525" y="5336"/>
                  </a:lnTo>
                  <a:lnTo>
                    <a:pt x="10504" y="5441"/>
                  </a:lnTo>
                  <a:lnTo>
                    <a:pt x="10504" y="5525"/>
                  </a:lnTo>
                  <a:lnTo>
                    <a:pt x="10567" y="5504"/>
                  </a:lnTo>
                  <a:lnTo>
                    <a:pt x="10588" y="5399"/>
                  </a:lnTo>
                  <a:lnTo>
                    <a:pt x="10672" y="5294"/>
                  </a:lnTo>
                  <a:lnTo>
                    <a:pt x="10692" y="5148"/>
                  </a:lnTo>
                  <a:lnTo>
                    <a:pt x="10734" y="5106"/>
                  </a:lnTo>
                  <a:lnTo>
                    <a:pt x="10776" y="4939"/>
                  </a:lnTo>
                  <a:lnTo>
                    <a:pt x="10776" y="4897"/>
                  </a:lnTo>
                  <a:lnTo>
                    <a:pt x="10692" y="4939"/>
                  </a:lnTo>
                  <a:lnTo>
                    <a:pt x="10672" y="5127"/>
                  </a:lnTo>
                  <a:lnTo>
                    <a:pt x="10567" y="5190"/>
                  </a:lnTo>
                  <a:lnTo>
                    <a:pt x="10588" y="5106"/>
                  </a:lnTo>
                  <a:lnTo>
                    <a:pt x="10525" y="5085"/>
                  </a:lnTo>
                  <a:lnTo>
                    <a:pt x="10504" y="5002"/>
                  </a:lnTo>
                  <a:lnTo>
                    <a:pt x="10400" y="5002"/>
                  </a:lnTo>
                  <a:lnTo>
                    <a:pt x="10295" y="4918"/>
                  </a:lnTo>
                  <a:lnTo>
                    <a:pt x="10107" y="4876"/>
                  </a:lnTo>
                  <a:lnTo>
                    <a:pt x="10002" y="4771"/>
                  </a:lnTo>
                  <a:lnTo>
                    <a:pt x="9939" y="4730"/>
                  </a:lnTo>
                  <a:lnTo>
                    <a:pt x="9856" y="4730"/>
                  </a:lnTo>
                  <a:lnTo>
                    <a:pt x="9793" y="4709"/>
                  </a:lnTo>
                  <a:lnTo>
                    <a:pt x="9772" y="4709"/>
                  </a:lnTo>
                  <a:lnTo>
                    <a:pt x="9730" y="4667"/>
                  </a:lnTo>
                  <a:lnTo>
                    <a:pt x="9751" y="4499"/>
                  </a:lnTo>
                  <a:lnTo>
                    <a:pt x="9625" y="4165"/>
                  </a:lnTo>
                  <a:lnTo>
                    <a:pt x="9625" y="4144"/>
                  </a:lnTo>
                  <a:lnTo>
                    <a:pt x="9625" y="4081"/>
                  </a:lnTo>
                  <a:lnTo>
                    <a:pt x="9625" y="3976"/>
                  </a:lnTo>
                  <a:lnTo>
                    <a:pt x="9646" y="3872"/>
                  </a:lnTo>
                  <a:lnTo>
                    <a:pt x="9542" y="3788"/>
                  </a:lnTo>
                  <a:lnTo>
                    <a:pt x="9479" y="3683"/>
                  </a:lnTo>
                  <a:lnTo>
                    <a:pt x="9458" y="3579"/>
                  </a:lnTo>
                  <a:lnTo>
                    <a:pt x="9374" y="3537"/>
                  </a:lnTo>
                  <a:lnTo>
                    <a:pt x="9353" y="3453"/>
                  </a:lnTo>
                  <a:lnTo>
                    <a:pt x="9312" y="3432"/>
                  </a:lnTo>
                  <a:lnTo>
                    <a:pt x="9228" y="3223"/>
                  </a:lnTo>
                  <a:lnTo>
                    <a:pt x="9207" y="3139"/>
                  </a:lnTo>
                  <a:lnTo>
                    <a:pt x="9123" y="3118"/>
                  </a:lnTo>
                  <a:lnTo>
                    <a:pt x="9123" y="2951"/>
                  </a:lnTo>
                  <a:lnTo>
                    <a:pt x="9123" y="2888"/>
                  </a:lnTo>
                  <a:lnTo>
                    <a:pt x="9060" y="2825"/>
                  </a:lnTo>
                  <a:lnTo>
                    <a:pt x="9040" y="2721"/>
                  </a:lnTo>
                  <a:lnTo>
                    <a:pt x="8935" y="2574"/>
                  </a:lnTo>
                  <a:lnTo>
                    <a:pt x="8830" y="2491"/>
                  </a:lnTo>
                  <a:lnTo>
                    <a:pt x="8788" y="2386"/>
                  </a:lnTo>
                  <a:lnTo>
                    <a:pt x="8705" y="2365"/>
                  </a:lnTo>
                  <a:lnTo>
                    <a:pt x="8621" y="2365"/>
                  </a:lnTo>
                  <a:lnTo>
                    <a:pt x="8600" y="2323"/>
                  </a:lnTo>
                  <a:lnTo>
                    <a:pt x="8579" y="2302"/>
                  </a:lnTo>
                  <a:lnTo>
                    <a:pt x="8475" y="2323"/>
                  </a:lnTo>
                  <a:lnTo>
                    <a:pt x="8370" y="2302"/>
                  </a:lnTo>
                  <a:lnTo>
                    <a:pt x="8265" y="2302"/>
                  </a:lnTo>
                  <a:lnTo>
                    <a:pt x="8223" y="2386"/>
                  </a:lnTo>
                  <a:lnTo>
                    <a:pt x="8182" y="2386"/>
                  </a:lnTo>
                  <a:lnTo>
                    <a:pt x="8161" y="2365"/>
                  </a:lnTo>
                  <a:lnTo>
                    <a:pt x="8119" y="2365"/>
                  </a:lnTo>
                  <a:lnTo>
                    <a:pt x="8035" y="2386"/>
                  </a:lnTo>
                  <a:lnTo>
                    <a:pt x="7993" y="2428"/>
                  </a:lnTo>
                  <a:lnTo>
                    <a:pt x="7910" y="2595"/>
                  </a:lnTo>
                  <a:lnTo>
                    <a:pt x="7868" y="2679"/>
                  </a:lnTo>
                  <a:lnTo>
                    <a:pt x="7868" y="2700"/>
                  </a:lnTo>
                  <a:lnTo>
                    <a:pt x="7868" y="2742"/>
                  </a:lnTo>
                  <a:lnTo>
                    <a:pt x="7805" y="2742"/>
                  </a:lnTo>
                  <a:lnTo>
                    <a:pt x="7700" y="2825"/>
                  </a:lnTo>
                  <a:lnTo>
                    <a:pt x="7700" y="2846"/>
                  </a:lnTo>
                  <a:lnTo>
                    <a:pt x="7659" y="2888"/>
                  </a:lnTo>
                  <a:lnTo>
                    <a:pt x="7596" y="2888"/>
                  </a:lnTo>
                  <a:lnTo>
                    <a:pt x="7575" y="2825"/>
                  </a:lnTo>
                  <a:lnTo>
                    <a:pt x="7449" y="2784"/>
                  </a:lnTo>
                  <a:lnTo>
                    <a:pt x="7366" y="2742"/>
                  </a:lnTo>
                  <a:lnTo>
                    <a:pt x="7345" y="2700"/>
                  </a:lnTo>
                  <a:lnTo>
                    <a:pt x="7219" y="2637"/>
                  </a:lnTo>
                  <a:lnTo>
                    <a:pt x="7156" y="2637"/>
                  </a:lnTo>
                  <a:lnTo>
                    <a:pt x="7115" y="2595"/>
                  </a:lnTo>
                  <a:lnTo>
                    <a:pt x="7115" y="2574"/>
                  </a:lnTo>
                  <a:lnTo>
                    <a:pt x="7073" y="2512"/>
                  </a:lnTo>
                  <a:lnTo>
                    <a:pt x="7031" y="2491"/>
                  </a:lnTo>
                  <a:lnTo>
                    <a:pt x="6989" y="2491"/>
                  </a:lnTo>
                  <a:lnTo>
                    <a:pt x="6947" y="2470"/>
                  </a:lnTo>
                  <a:lnTo>
                    <a:pt x="6926" y="2470"/>
                  </a:lnTo>
                  <a:lnTo>
                    <a:pt x="6926" y="2428"/>
                  </a:lnTo>
                  <a:lnTo>
                    <a:pt x="6905" y="2323"/>
                  </a:lnTo>
                  <a:lnTo>
                    <a:pt x="6822" y="2261"/>
                  </a:lnTo>
                  <a:lnTo>
                    <a:pt x="6717" y="2114"/>
                  </a:lnTo>
                  <a:lnTo>
                    <a:pt x="6717" y="2093"/>
                  </a:lnTo>
                  <a:lnTo>
                    <a:pt x="6801" y="2072"/>
                  </a:lnTo>
                  <a:lnTo>
                    <a:pt x="6822" y="2051"/>
                  </a:lnTo>
                  <a:lnTo>
                    <a:pt x="6822" y="1968"/>
                  </a:lnTo>
                  <a:lnTo>
                    <a:pt x="6738" y="1884"/>
                  </a:lnTo>
                  <a:lnTo>
                    <a:pt x="6717" y="1863"/>
                  </a:lnTo>
                  <a:lnTo>
                    <a:pt x="6696" y="1842"/>
                  </a:lnTo>
                  <a:lnTo>
                    <a:pt x="6654" y="1800"/>
                  </a:lnTo>
                  <a:lnTo>
                    <a:pt x="6633" y="1675"/>
                  </a:lnTo>
                  <a:lnTo>
                    <a:pt x="6591" y="1591"/>
                  </a:lnTo>
                  <a:lnTo>
                    <a:pt x="6508" y="1549"/>
                  </a:lnTo>
                  <a:lnTo>
                    <a:pt x="6424" y="1528"/>
                  </a:lnTo>
                  <a:lnTo>
                    <a:pt x="6466" y="1465"/>
                  </a:lnTo>
                  <a:lnTo>
                    <a:pt x="6466" y="1424"/>
                  </a:lnTo>
                  <a:lnTo>
                    <a:pt x="6403" y="1340"/>
                  </a:lnTo>
                  <a:lnTo>
                    <a:pt x="6299" y="1319"/>
                  </a:lnTo>
                  <a:lnTo>
                    <a:pt x="6319" y="1256"/>
                  </a:lnTo>
                  <a:lnTo>
                    <a:pt x="6278" y="1173"/>
                  </a:lnTo>
                  <a:lnTo>
                    <a:pt x="6215" y="1173"/>
                  </a:lnTo>
                  <a:lnTo>
                    <a:pt x="6194" y="1131"/>
                  </a:lnTo>
                  <a:lnTo>
                    <a:pt x="6131" y="1068"/>
                  </a:lnTo>
                  <a:lnTo>
                    <a:pt x="6068" y="942"/>
                  </a:lnTo>
                  <a:lnTo>
                    <a:pt x="5943" y="859"/>
                  </a:lnTo>
                  <a:lnTo>
                    <a:pt x="5022" y="838"/>
                  </a:lnTo>
                  <a:lnTo>
                    <a:pt x="4980" y="1047"/>
                  </a:lnTo>
                  <a:lnTo>
                    <a:pt x="3327" y="1005"/>
                  </a:lnTo>
                  <a:lnTo>
                    <a:pt x="1402" y="105"/>
                  </a:lnTo>
                  <a:lnTo>
                    <a:pt x="1402" y="64"/>
                  </a:lnTo>
                  <a:lnTo>
                    <a:pt x="138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9223;p128">
              <a:extLst>
                <a:ext uri="{FF2B5EF4-FFF2-40B4-BE49-F238E27FC236}">
                  <a16:creationId xmlns:a16="http://schemas.microsoft.com/office/drawing/2014/main" id="{55A45241-FE9F-58AA-515B-21BF43F18189}"/>
                </a:ext>
              </a:extLst>
            </p:cNvPr>
            <p:cNvSpPr/>
            <p:nvPr/>
          </p:nvSpPr>
          <p:spPr>
            <a:xfrm>
              <a:off x="3378594" y="3107749"/>
              <a:ext cx="19445" cy="26657"/>
            </a:xfrm>
            <a:custGeom>
              <a:avLst/>
              <a:gdLst/>
              <a:ahLst/>
              <a:cxnLst/>
              <a:rect l="l" t="t" r="r" b="b"/>
              <a:pathLst>
                <a:path w="1633" h="2344" extrusionOk="0">
                  <a:moveTo>
                    <a:pt x="336" y="0"/>
                  </a:moveTo>
                  <a:lnTo>
                    <a:pt x="231" y="84"/>
                  </a:lnTo>
                  <a:lnTo>
                    <a:pt x="126" y="147"/>
                  </a:lnTo>
                  <a:lnTo>
                    <a:pt x="85" y="209"/>
                  </a:lnTo>
                  <a:lnTo>
                    <a:pt x="1" y="314"/>
                  </a:lnTo>
                  <a:lnTo>
                    <a:pt x="1" y="460"/>
                  </a:lnTo>
                  <a:lnTo>
                    <a:pt x="64" y="607"/>
                  </a:lnTo>
                  <a:lnTo>
                    <a:pt x="22" y="732"/>
                  </a:lnTo>
                  <a:lnTo>
                    <a:pt x="22" y="816"/>
                  </a:lnTo>
                  <a:lnTo>
                    <a:pt x="126" y="879"/>
                  </a:lnTo>
                  <a:lnTo>
                    <a:pt x="189" y="963"/>
                  </a:lnTo>
                  <a:lnTo>
                    <a:pt x="231" y="1067"/>
                  </a:lnTo>
                  <a:lnTo>
                    <a:pt x="273" y="1193"/>
                  </a:lnTo>
                  <a:lnTo>
                    <a:pt x="294" y="1256"/>
                  </a:lnTo>
                  <a:lnTo>
                    <a:pt x="273" y="1360"/>
                  </a:lnTo>
                  <a:lnTo>
                    <a:pt x="189" y="1444"/>
                  </a:lnTo>
                  <a:lnTo>
                    <a:pt x="189" y="1590"/>
                  </a:lnTo>
                  <a:lnTo>
                    <a:pt x="231" y="1653"/>
                  </a:lnTo>
                  <a:lnTo>
                    <a:pt x="189" y="1779"/>
                  </a:lnTo>
                  <a:lnTo>
                    <a:pt x="64" y="1883"/>
                  </a:lnTo>
                  <a:lnTo>
                    <a:pt x="1" y="1883"/>
                  </a:lnTo>
                  <a:lnTo>
                    <a:pt x="22" y="1925"/>
                  </a:lnTo>
                  <a:lnTo>
                    <a:pt x="85" y="2009"/>
                  </a:lnTo>
                  <a:lnTo>
                    <a:pt x="106" y="2030"/>
                  </a:lnTo>
                  <a:lnTo>
                    <a:pt x="106" y="2113"/>
                  </a:lnTo>
                  <a:lnTo>
                    <a:pt x="189" y="2197"/>
                  </a:lnTo>
                  <a:lnTo>
                    <a:pt x="294" y="2218"/>
                  </a:lnTo>
                  <a:lnTo>
                    <a:pt x="336" y="2134"/>
                  </a:lnTo>
                  <a:lnTo>
                    <a:pt x="419" y="2113"/>
                  </a:lnTo>
                  <a:lnTo>
                    <a:pt x="503" y="2113"/>
                  </a:lnTo>
                  <a:lnTo>
                    <a:pt x="503" y="2176"/>
                  </a:lnTo>
                  <a:lnTo>
                    <a:pt x="545" y="2197"/>
                  </a:lnTo>
                  <a:lnTo>
                    <a:pt x="545" y="2323"/>
                  </a:lnTo>
                  <a:lnTo>
                    <a:pt x="608" y="2344"/>
                  </a:lnTo>
                  <a:lnTo>
                    <a:pt x="712" y="2281"/>
                  </a:lnTo>
                  <a:lnTo>
                    <a:pt x="733" y="2197"/>
                  </a:lnTo>
                  <a:lnTo>
                    <a:pt x="817" y="2134"/>
                  </a:lnTo>
                  <a:lnTo>
                    <a:pt x="880" y="2113"/>
                  </a:lnTo>
                  <a:lnTo>
                    <a:pt x="963" y="1988"/>
                  </a:lnTo>
                  <a:lnTo>
                    <a:pt x="1068" y="1820"/>
                  </a:lnTo>
                  <a:lnTo>
                    <a:pt x="1173" y="1590"/>
                  </a:lnTo>
                  <a:lnTo>
                    <a:pt x="1173" y="1486"/>
                  </a:lnTo>
                  <a:lnTo>
                    <a:pt x="1340" y="1297"/>
                  </a:lnTo>
                  <a:lnTo>
                    <a:pt x="1466" y="1130"/>
                  </a:lnTo>
                  <a:lnTo>
                    <a:pt x="1528" y="1046"/>
                  </a:lnTo>
                  <a:lnTo>
                    <a:pt x="1633" y="921"/>
                  </a:lnTo>
                  <a:lnTo>
                    <a:pt x="1591" y="774"/>
                  </a:lnTo>
                  <a:lnTo>
                    <a:pt x="1487" y="649"/>
                  </a:lnTo>
                  <a:lnTo>
                    <a:pt x="1466" y="711"/>
                  </a:lnTo>
                  <a:lnTo>
                    <a:pt x="1382" y="649"/>
                  </a:lnTo>
                  <a:lnTo>
                    <a:pt x="1361" y="544"/>
                  </a:lnTo>
                  <a:lnTo>
                    <a:pt x="1173" y="335"/>
                  </a:lnTo>
                  <a:lnTo>
                    <a:pt x="1131" y="335"/>
                  </a:lnTo>
                  <a:lnTo>
                    <a:pt x="963" y="209"/>
                  </a:lnTo>
                  <a:lnTo>
                    <a:pt x="650" y="105"/>
                  </a:lnTo>
                  <a:lnTo>
                    <a:pt x="524" y="21"/>
                  </a:lnTo>
                  <a:lnTo>
                    <a:pt x="33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9224;p128">
              <a:extLst>
                <a:ext uri="{FF2B5EF4-FFF2-40B4-BE49-F238E27FC236}">
                  <a16:creationId xmlns:a16="http://schemas.microsoft.com/office/drawing/2014/main" id="{0C01B181-0ACE-2787-0E3B-EC5407738A44}"/>
                </a:ext>
              </a:extLst>
            </p:cNvPr>
            <p:cNvSpPr/>
            <p:nvPr/>
          </p:nvSpPr>
          <p:spPr>
            <a:xfrm>
              <a:off x="3354434" y="3105122"/>
              <a:ext cx="27661" cy="28807"/>
            </a:xfrm>
            <a:custGeom>
              <a:avLst/>
              <a:gdLst/>
              <a:ahLst/>
              <a:cxnLst/>
              <a:rect l="l" t="t" r="r" b="b"/>
              <a:pathLst>
                <a:path w="2323" h="2533" extrusionOk="0">
                  <a:moveTo>
                    <a:pt x="1632" y="1"/>
                  </a:moveTo>
                  <a:lnTo>
                    <a:pt x="1528" y="43"/>
                  </a:lnTo>
                  <a:lnTo>
                    <a:pt x="1339" y="22"/>
                  </a:lnTo>
                  <a:lnTo>
                    <a:pt x="1151" y="64"/>
                  </a:lnTo>
                  <a:lnTo>
                    <a:pt x="963" y="22"/>
                  </a:lnTo>
                  <a:lnTo>
                    <a:pt x="691" y="22"/>
                  </a:lnTo>
                  <a:lnTo>
                    <a:pt x="544" y="64"/>
                  </a:lnTo>
                  <a:lnTo>
                    <a:pt x="544" y="210"/>
                  </a:lnTo>
                  <a:lnTo>
                    <a:pt x="482" y="336"/>
                  </a:lnTo>
                  <a:lnTo>
                    <a:pt x="523" y="419"/>
                  </a:lnTo>
                  <a:lnTo>
                    <a:pt x="440" y="524"/>
                  </a:lnTo>
                  <a:lnTo>
                    <a:pt x="335" y="566"/>
                  </a:lnTo>
                  <a:lnTo>
                    <a:pt x="168" y="566"/>
                  </a:lnTo>
                  <a:lnTo>
                    <a:pt x="105" y="691"/>
                  </a:lnTo>
                  <a:lnTo>
                    <a:pt x="105" y="838"/>
                  </a:lnTo>
                  <a:lnTo>
                    <a:pt x="0" y="1068"/>
                  </a:lnTo>
                  <a:lnTo>
                    <a:pt x="21" y="1152"/>
                  </a:lnTo>
                  <a:lnTo>
                    <a:pt x="126" y="1194"/>
                  </a:lnTo>
                  <a:lnTo>
                    <a:pt x="168" y="1277"/>
                  </a:lnTo>
                  <a:lnTo>
                    <a:pt x="210" y="1319"/>
                  </a:lnTo>
                  <a:lnTo>
                    <a:pt x="272" y="1424"/>
                  </a:lnTo>
                  <a:lnTo>
                    <a:pt x="272" y="1507"/>
                  </a:lnTo>
                  <a:lnTo>
                    <a:pt x="335" y="1570"/>
                  </a:lnTo>
                  <a:lnTo>
                    <a:pt x="419" y="1570"/>
                  </a:lnTo>
                  <a:lnTo>
                    <a:pt x="461" y="1591"/>
                  </a:lnTo>
                  <a:lnTo>
                    <a:pt x="482" y="1696"/>
                  </a:lnTo>
                  <a:lnTo>
                    <a:pt x="523" y="1842"/>
                  </a:lnTo>
                  <a:lnTo>
                    <a:pt x="523" y="1989"/>
                  </a:lnTo>
                  <a:lnTo>
                    <a:pt x="586" y="2010"/>
                  </a:lnTo>
                  <a:lnTo>
                    <a:pt x="670" y="2135"/>
                  </a:lnTo>
                  <a:lnTo>
                    <a:pt x="691" y="2219"/>
                  </a:lnTo>
                  <a:lnTo>
                    <a:pt x="795" y="2261"/>
                  </a:lnTo>
                  <a:lnTo>
                    <a:pt x="795" y="2323"/>
                  </a:lnTo>
                  <a:lnTo>
                    <a:pt x="858" y="2407"/>
                  </a:lnTo>
                  <a:lnTo>
                    <a:pt x="942" y="2449"/>
                  </a:lnTo>
                  <a:lnTo>
                    <a:pt x="984" y="2449"/>
                  </a:lnTo>
                  <a:lnTo>
                    <a:pt x="1005" y="2470"/>
                  </a:lnTo>
                  <a:lnTo>
                    <a:pt x="1172" y="2533"/>
                  </a:lnTo>
                  <a:lnTo>
                    <a:pt x="1256" y="2533"/>
                  </a:lnTo>
                  <a:lnTo>
                    <a:pt x="1277" y="2470"/>
                  </a:lnTo>
                  <a:lnTo>
                    <a:pt x="1214" y="2344"/>
                  </a:lnTo>
                  <a:lnTo>
                    <a:pt x="1193" y="2303"/>
                  </a:lnTo>
                  <a:lnTo>
                    <a:pt x="1088" y="2198"/>
                  </a:lnTo>
                  <a:lnTo>
                    <a:pt x="1109" y="2093"/>
                  </a:lnTo>
                  <a:lnTo>
                    <a:pt x="1214" y="2010"/>
                  </a:lnTo>
                  <a:lnTo>
                    <a:pt x="1339" y="2031"/>
                  </a:lnTo>
                  <a:lnTo>
                    <a:pt x="1591" y="2031"/>
                  </a:lnTo>
                  <a:lnTo>
                    <a:pt x="1695" y="1989"/>
                  </a:lnTo>
                  <a:lnTo>
                    <a:pt x="1842" y="1989"/>
                  </a:lnTo>
                  <a:lnTo>
                    <a:pt x="1946" y="2093"/>
                  </a:lnTo>
                  <a:lnTo>
                    <a:pt x="2030" y="2114"/>
                  </a:lnTo>
                  <a:lnTo>
                    <a:pt x="2093" y="2114"/>
                  </a:lnTo>
                  <a:lnTo>
                    <a:pt x="2218" y="2010"/>
                  </a:lnTo>
                  <a:lnTo>
                    <a:pt x="2260" y="1884"/>
                  </a:lnTo>
                  <a:lnTo>
                    <a:pt x="2218" y="1821"/>
                  </a:lnTo>
                  <a:lnTo>
                    <a:pt x="2218" y="1675"/>
                  </a:lnTo>
                  <a:lnTo>
                    <a:pt x="2302" y="1591"/>
                  </a:lnTo>
                  <a:lnTo>
                    <a:pt x="2323" y="1487"/>
                  </a:lnTo>
                  <a:lnTo>
                    <a:pt x="2302" y="1424"/>
                  </a:lnTo>
                  <a:lnTo>
                    <a:pt x="2260" y="1298"/>
                  </a:lnTo>
                  <a:lnTo>
                    <a:pt x="2218" y="1194"/>
                  </a:lnTo>
                  <a:lnTo>
                    <a:pt x="2155" y="1110"/>
                  </a:lnTo>
                  <a:lnTo>
                    <a:pt x="2051" y="1047"/>
                  </a:lnTo>
                  <a:lnTo>
                    <a:pt x="2051" y="963"/>
                  </a:lnTo>
                  <a:lnTo>
                    <a:pt x="2093" y="838"/>
                  </a:lnTo>
                  <a:lnTo>
                    <a:pt x="2030" y="691"/>
                  </a:lnTo>
                  <a:lnTo>
                    <a:pt x="2030" y="545"/>
                  </a:lnTo>
                  <a:lnTo>
                    <a:pt x="2114" y="440"/>
                  </a:lnTo>
                  <a:lnTo>
                    <a:pt x="2155" y="378"/>
                  </a:lnTo>
                  <a:lnTo>
                    <a:pt x="2260" y="231"/>
                  </a:lnTo>
                  <a:lnTo>
                    <a:pt x="2260" y="147"/>
                  </a:lnTo>
                  <a:lnTo>
                    <a:pt x="2135" y="106"/>
                  </a:lnTo>
                  <a:lnTo>
                    <a:pt x="1946" y="64"/>
                  </a:lnTo>
                  <a:lnTo>
                    <a:pt x="17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9225;p128">
              <a:extLst>
                <a:ext uri="{FF2B5EF4-FFF2-40B4-BE49-F238E27FC236}">
                  <a16:creationId xmlns:a16="http://schemas.microsoft.com/office/drawing/2014/main" id="{45225A9D-E241-B029-D561-84197D1B4BE5}"/>
                </a:ext>
              </a:extLst>
            </p:cNvPr>
            <p:cNvSpPr/>
            <p:nvPr/>
          </p:nvSpPr>
          <p:spPr>
            <a:xfrm>
              <a:off x="3331012" y="3088711"/>
              <a:ext cx="34639" cy="49743"/>
            </a:xfrm>
            <a:custGeom>
              <a:avLst/>
              <a:gdLst/>
              <a:ahLst/>
              <a:cxnLst/>
              <a:rect l="l" t="t" r="r" b="b"/>
              <a:pathLst>
                <a:path w="2909" h="4374" extrusionOk="0">
                  <a:moveTo>
                    <a:pt x="879" y="0"/>
                  </a:moveTo>
                  <a:lnTo>
                    <a:pt x="858" y="84"/>
                  </a:lnTo>
                  <a:lnTo>
                    <a:pt x="712" y="251"/>
                  </a:lnTo>
                  <a:lnTo>
                    <a:pt x="565" y="356"/>
                  </a:lnTo>
                  <a:lnTo>
                    <a:pt x="503" y="335"/>
                  </a:lnTo>
                  <a:lnTo>
                    <a:pt x="335" y="544"/>
                  </a:lnTo>
                  <a:lnTo>
                    <a:pt x="356" y="628"/>
                  </a:lnTo>
                  <a:lnTo>
                    <a:pt x="419" y="733"/>
                  </a:lnTo>
                  <a:lnTo>
                    <a:pt x="565" y="753"/>
                  </a:lnTo>
                  <a:lnTo>
                    <a:pt x="649" y="837"/>
                  </a:lnTo>
                  <a:lnTo>
                    <a:pt x="649" y="963"/>
                  </a:lnTo>
                  <a:lnTo>
                    <a:pt x="461" y="1046"/>
                  </a:lnTo>
                  <a:lnTo>
                    <a:pt x="398" y="1025"/>
                  </a:lnTo>
                  <a:lnTo>
                    <a:pt x="293" y="1046"/>
                  </a:lnTo>
                  <a:lnTo>
                    <a:pt x="210" y="1025"/>
                  </a:lnTo>
                  <a:lnTo>
                    <a:pt x="126" y="1088"/>
                  </a:lnTo>
                  <a:lnTo>
                    <a:pt x="105" y="1277"/>
                  </a:lnTo>
                  <a:lnTo>
                    <a:pt x="1" y="1381"/>
                  </a:lnTo>
                  <a:lnTo>
                    <a:pt x="42" y="1507"/>
                  </a:lnTo>
                  <a:lnTo>
                    <a:pt x="189" y="1716"/>
                  </a:lnTo>
                  <a:lnTo>
                    <a:pt x="419" y="1904"/>
                  </a:lnTo>
                  <a:lnTo>
                    <a:pt x="419" y="1925"/>
                  </a:lnTo>
                  <a:lnTo>
                    <a:pt x="461" y="1925"/>
                  </a:lnTo>
                  <a:lnTo>
                    <a:pt x="524" y="1988"/>
                  </a:lnTo>
                  <a:lnTo>
                    <a:pt x="565" y="1925"/>
                  </a:lnTo>
                  <a:lnTo>
                    <a:pt x="712" y="1967"/>
                  </a:lnTo>
                  <a:lnTo>
                    <a:pt x="817" y="2072"/>
                  </a:lnTo>
                  <a:lnTo>
                    <a:pt x="817" y="2218"/>
                  </a:lnTo>
                  <a:lnTo>
                    <a:pt x="733" y="2344"/>
                  </a:lnTo>
                  <a:lnTo>
                    <a:pt x="670" y="2406"/>
                  </a:lnTo>
                  <a:lnTo>
                    <a:pt x="775" y="2448"/>
                  </a:lnTo>
                  <a:lnTo>
                    <a:pt x="879" y="2448"/>
                  </a:lnTo>
                  <a:lnTo>
                    <a:pt x="942" y="2532"/>
                  </a:lnTo>
                  <a:lnTo>
                    <a:pt x="984" y="2616"/>
                  </a:lnTo>
                  <a:lnTo>
                    <a:pt x="1089" y="2616"/>
                  </a:lnTo>
                  <a:lnTo>
                    <a:pt x="1089" y="2657"/>
                  </a:lnTo>
                  <a:lnTo>
                    <a:pt x="984" y="2804"/>
                  </a:lnTo>
                  <a:lnTo>
                    <a:pt x="963" y="2950"/>
                  </a:lnTo>
                  <a:lnTo>
                    <a:pt x="837" y="3160"/>
                  </a:lnTo>
                  <a:lnTo>
                    <a:pt x="858" y="3264"/>
                  </a:lnTo>
                  <a:lnTo>
                    <a:pt x="817" y="3369"/>
                  </a:lnTo>
                  <a:lnTo>
                    <a:pt x="817" y="3474"/>
                  </a:lnTo>
                  <a:lnTo>
                    <a:pt x="837" y="3536"/>
                  </a:lnTo>
                  <a:lnTo>
                    <a:pt x="817" y="3599"/>
                  </a:lnTo>
                  <a:lnTo>
                    <a:pt x="817" y="3704"/>
                  </a:lnTo>
                  <a:lnTo>
                    <a:pt x="921" y="3808"/>
                  </a:lnTo>
                  <a:lnTo>
                    <a:pt x="1047" y="3955"/>
                  </a:lnTo>
                  <a:lnTo>
                    <a:pt x="1047" y="4018"/>
                  </a:lnTo>
                  <a:lnTo>
                    <a:pt x="1130" y="4122"/>
                  </a:lnTo>
                  <a:lnTo>
                    <a:pt x="1361" y="4331"/>
                  </a:lnTo>
                  <a:lnTo>
                    <a:pt x="1444" y="4373"/>
                  </a:lnTo>
                  <a:lnTo>
                    <a:pt x="1507" y="4290"/>
                  </a:lnTo>
                  <a:lnTo>
                    <a:pt x="1591" y="4269"/>
                  </a:lnTo>
                  <a:lnTo>
                    <a:pt x="1612" y="4290"/>
                  </a:lnTo>
                  <a:lnTo>
                    <a:pt x="1758" y="4290"/>
                  </a:lnTo>
                  <a:lnTo>
                    <a:pt x="1821" y="4185"/>
                  </a:lnTo>
                  <a:lnTo>
                    <a:pt x="1863" y="4122"/>
                  </a:lnTo>
                  <a:lnTo>
                    <a:pt x="1967" y="4101"/>
                  </a:lnTo>
                  <a:lnTo>
                    <a:pt x="2198" y="4101"/>
                  </a:lnTo>
                  <a:lnTo>
                    <a:pt x="2260" y="3913"/>
                  </a:lnTo>
                  <a:lnTo>
                    <a:pt x="2386" y="3871"/>
                  </a:lnTo>
                  <a:lnTo>
                    <a:pt x="2553" y="3871"/>
                  </a:lnTo>
                  <a:lnTo>
                    <a:pt x="2616" y="3913"/>
                  </a:lnTo>
                  <a:lnTo>
                    <a:pt x="2721" y="3892"/>
                  </a:lnTo>
                  <a:lnTo>
                    <a:pt x="2909" y="3892"/>
                  </a:lnTo>
                  <a:lnTo>
                    <a:pt x="2825" y="3850"/>
                  </a:lnTo>
                  <a:lnTo>
                    <a:pt x="2762" y="3766"/>
                  </a:lnTo>
                  <a:lnTo>
                    <a:pt x="2762" y="3704"/>
                  </a:lnTo>
                  <a:lnTo>
                    <a:pt x="2658" y="3662"/>
                  </a:lnTo>
                  <a:lnTo>
                    <a:pt x="2637" y="3578"/>
                  </a:lnTo>
                  <a:lnTo>
                    <a:pt x="2553" y="3453"/>
                  </a:lnTo>
                  <a:lnTo>
                    <a:pt x="2490" y="3432"/>
                  </a:lnTo>
                  <a:lnTo>
                    <a:pt x="2490" y="3285"/>
                  </a:lnTo>
                  <a:lnTo>
                    <a:pt x="2449" y="3139"/>
                  </a:lnTo>
                  <a:lnTo>
                    <a:pt x="2428" y="3034"/>
                  </a:lnTo>
                  <a:lnTo>
                    <a:pt x="2386" y="3013"/>
                  </a:lnTo>
                  <a:lnTo>
                    <a:pt x="2302" y="3013"/>
                  </a:lnTo>
                  <a:lnTo>
                    <a:pt x="2239" y="2950"/>
                  </a:lnTo>
                  <a:lnTo>
                    <a:pt x="2239" y="2867"/>
                  </a:lnTo>
                  <a:lnTo>
                    <a:pt x="2177" y="2762"/>
                  </a:lnTo>
                  <a:lnTo>
                    <a:pt x="2135" y="2720"/>
                  </a:lnTo>
                  <a:lnTo>
                    <a:pt x="2093" y="2637"/>
                  </a:lnTo>
                  <a:lnTo>
                    <a:pt x="1988" y="2595"/>
                  </a:lnTo>
                  <a:lnTo>
                    <a:pt x="1967" y="2511"/>
                  </a:lnTo>
                  <a:lnTo>
                    <a:pt x="2072" y="2281"/>
                  </a:lnTo>
                  <a:lnTo>
                    <a:pt x="2072" y="2134"/>
                  </a:lnTo>
                  <a:lnTo>
                    <a:pt x="2135" y="2009"/>
                  </a:lnTo>
                  <a:lnTo>
                    <a:pt x="2302" y="2009"/>
                  </a:lnTo>
                  <a:lnTo>
                    <a:pt x="2407" y="1967"/>
                  </a:lnTo>
                  <a:lnTo>
                    <a:pt x="2490" y="1862"/>
                  </a:lnTo>
                  <a:lnTo>
                    <a:pt x="2449" y="1779"/>
                  </a:lnTo>
                  <a:lnTo>
                    <a:pt x="2511" y="1653"/>
                  </a:lnTo>
                  <a:lnTo>
                    <a:pt x="2449" y="1549"/>
                  </a:lnTo>
                  <a:lnTo>
                    <a:pt x="2449" y="1381"/>
                  </a:lnTo>
                  <a:lnTo>
                    <a:pt x="2428" y="1297"/>
                  </a:lnTo>
                  <a:lnTo>
                    <a:pt x="2218" y="1256"/>
                  </a:lnTo>
                  <a:lnTo>
                    <a:pt x="2009" y="1046"/>
                  </a:lnTo>
                  <a:lnTo>
                    <a:pt x="1905" y="963"/>
                  </a:lnTo>
                  <a:lnTo>
                    <a:pt x="1863" y="984"/>
                  </a:lnTo>
                  <a:lnTo>
                    <a:pt x="1716" y="1046"/>
                  </a:lnTo>
                  <a:lnTo>
                    <a:pt x="1653" y="1130"/>
                  </a:lnTo>
                  <a:lnTo>
                    <a:pt x="1612" y="1235"/>
                  </a:lnTo>
                  <a:lnTo>
                    <a:pt x="1591" y="1088"/>
                  </a:lnTo>
                  <a:lnTo>
                    <a:pt x="1612" y="921"/>
                  </a:lnTo>
                  <a:lnTo>
                    <a:pt x="1674" y="816"/>
                  </a:lnTo>
                  <a:lnTo>
                    <a:pt x="1612" y="628"/>
                  </a:lnTo>
                  <a:lnTo>
                    <a:pt x="1507" y="565"/>
                  </a:lnTo>
                  <a:lnTo>
                    <a:pt x="1298" y="419"/>
                  </a:lnTo>
                  <a:lnTo>
                    <a:pt x="1151" y="251"/>
                  </a:lnTo>
                  <a:lnTo>
                    <a:pt x="1130" y="147"/>
                  </a:lnTo>
                  <a:lnTo>
                    <a:pt x="1026" y="42"/>
                  </a:lnTo>
                  <a:lnTo>
                    <a:pt x="921" y="21"/>
                  </a:lnTo>
                  <a:lnTo>
                    <a:pt x="8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9226;p128">
              <a:extLst>
                <a:ext uri="{FF2B5EF4-FFF2-40B4-BE49-F238E27FC236}">
                  <a16:creationId xmlns:a16="http://schemas.microsoft.com/office/drawing/2014/main" id="{00CDDF3F-2DEC-18E6-FD01-E276EF5A82AB}"/>
                </a:ext>
              </a:extLst>
            </p:cNvPr>
            <p:cNvSpPr/>
            <p:nvPr/>
          </p:nvSpPr>
          <p:spPr>
            <a:xfrm>
              <a:off x="3250041" y="3063487"/>
              <a:ext cx="91450" cy="78538"/>
            </a:xfrm>
            <a:custGeom>
              <a:avLst/>
              <a:gdLst/>
              <a:ahLst/>
              <a:cxnLst/>
              <a:rect l="l" t="t" r="r" b="b"/>
              <a:pathLst>
                <a:path w="7680" h="6906" extrusionOk="0">
                  <a:moveTo>
                    <a:pt x="1988" y="0"/>
                  </a:moveTo>
                  <a:lnTo>
                    <a:pt x="1821" y="63"/>
                  </a:lnTo>
                  <a:lnTo>
                    <a:pt x="1674" y="251"/>
                  </a:lnTo>
                  <a:lnTo>
                    <a:pt x="1695" y="377"/>
                  </a:lnTo>
                  <a:lnTo>
                    <a:pt x="1758" y="440"/>
                  </a:lnTo>
                  <a:lnTo>
                    <a:pt x="1863" y="356"/>
                  </a:lnTo>
                  <a:lnTo>
                    <a:pt x="1967" y="377"/>
                  </a:lnTo>
                  <a:lnTo>
                    <a:pt x="2072" y="461"/>
                  </a:lnTo>
                  <a:lnTo>
                    <a:pt x="2030" y="544"/>
                  </a:lnTo>
                  <a:lnTo>
                    <a:pt x="1925" y="565"/>
                  </a:lnTo>
                  <a:lnTo>
                    <a:pt x="1821" y="523"/>
                  </a:lnTo>
                  <a:lnTo>
                    <a:pt x="1779" y="482"/>
                  </a:lnTo>
                  <a:lnTo>
                    <a:pt x="1758" y="523"/>
                  </a:lnTo>
                  <a:lnTo>
                    <a:pt x="1758" y="565"/>
                  </a:lnTo>
                  <a:lnTo>
                    <a:pt x="1611" y="649"/>
                  </a:lnTo>
                  <a:lnTo>
                    <a:pt x="1360" y="670"/>
                  </a:lnTo>
                  <a:lnTo>
                    <a:pt x="1088" y="774"/>
                  </a:lnTo>
                  <a:lnTo>
                    <a:pt x="1026" y="879"/>
                  </a:lnTo>
                  <a:lnTo>
                    <a:pt x="1026" y="984"/>
                  </a:lnTo>
                  <a:lnTo>
                    <a:pt x="1088" y="1088"/>
                  </a:lnTo>
                  <a:lnTo>
                    <a:pt x="1088" y="1318"/>
                  </a:lnTo>
                  <a:lnTo>
                    <a:pt x="1130" y="1486"/>
                  </a:lnTo>
                  <a:lnTo>
                    <a:pt x="1151" y="1611"/>
                  </a:lnTo>
                  <a:lnTo>
                    <a:pt x="1067" y="1800"/>
                  </a:lnTo>
                  <a:lnTo>
                    <a:pt x="879" y="1925"/>
                  </a:lnTo>
                  <a:lnTo>
                    <a:pt x="775" y="1904"/>
                  </a:lnTo>
                  <a:lnTo>
                    <a:pt x="775" y="1737"/>
                  </a:lnTo>
                  <a:lnTo>
                    <a:pt x="649" y="1611"/>
                  </a:lnTo>
                  <a:lnTo>
                    <a:pt x="628" y="1486"/>
                  </a:lnTo>
                  <a:lnTo>
                    <a:pt x="733" y="1402"/>
                  </a:lnTo>
                  <a:lnTo>
                    <a:pt x="754" y="1318"/>
                  </a:lnTo>
                  <a:lnTo>
                    <a:pt x="963" y="1109"/>
                  </a:lnTo>
                  <a:lnTo>
                    <a:pt x="963" y="942"/>
                  </a:lnTo>
                  <a:lnTo>
                    <a:pt x="879" y="795"/>
                  </a:lnTo>
                  <a:lnTo>
                    <a:pt x="921" y="754"/>
                  </a:lnTo>
                  <a:lnTo>
                    <a:pt x="879" y="670"/>
                  </a:lnTo>
                  <a:lnTo>
                    <a:pt x="816" y="628"/>
                  </a:lnTo>
                  <a:lnTo>
                    <a:pt x="754" y="523"/>
                  </a:lnTo>
                  <a:lnTo>
                    <a:pt x="775" y="440"/>
                  </a:lnTo>
                  <a:lnTo>
                    <a:pt x="921" y="377"/>
                  </a:lnTo>
                  <a:lnTo>
                    <a:pt x="1067" y="356"/>
                  </a:lnTo>
                  <a:lnTo>
                    <a:pt x="1172" y="210"/>
                  </a:lnTo>
                  <a:lnTo>
                    <a:pt x="1130" y="210"/>
                  </a:lnTo>
                  <a:lnTo>
                    <a:pt x="1088" y="230"/>
                  </a:lnTo>
                  <a:lnTo>
                    <a:pt x="775" y="356"/>
                  </a:lnTo>
                  <a:lnTo>
                    <a:pt x="628" y="628"/>
                  </a:lnTo>
                  <a:lnTo>
                    <a:pt x="565" y="670"/>
                  </a:lnTo>
                  <a:lnTo>
                    <a:pt x="461" y="691"/>
                  </a:lnTo>
                  <a:lnTo>
                    <a:pt x="356" y="837"/>
                  </a:lnTo>
                  <a:lnTo>
                    <a:pt x="293" y="900"/>
                  </a:lnTo>
                  <a:lnTo>
                    <a:pt x="105" y="1172"/>
                  </a:lnTo>
                  <a:lnTo>
                    <a:pt x="84" y="1298"/>
                  </a:lnTo>
                  <a:lnTo>
                    <a:pt x="105" y="1402"/>
                  </a:lnTo>
                  <a:lnTo>
                    <a:pt x="84" y="1590"/>
                  </a:lnTo>
                  <a:lnTo>
                    <a:pt x="0" y="1779"/>
                  </a:lnTo>
                  <a:lnTo>
                    <a:pt x="0" y="1821"/>
                  </a:lnTo>
                  <a:lnTo>
                    <a:pt x="147" y="1821"/>
                  </a:lnTo>
                  <a:lnTo>
                    <a:pt x="398" y="2239"/>
                  </a:lnTo>
                  <a:lnTo>
                    <a:pt x="503" y="2407"/>
                  </a:lnTo>
                  <a:lnTo>
                    <a:pt x="523" y="2511"/>
                  </a:lnTo>
                  <a:lnTo>
                    <a:pt x="461" y="2637"/>
                  </a:lnTo>
                  <a:lnTo>
                    <a:pt x="461" y="2720"/>
                  </a:lnTo>
                  <a:lnTo>
                    <a:pt x="440" y="2762"/>
                  </a:lnTo>
                  <a:lnTo>
                    <a:pt x="440" y="2867"/>
                  </a:lnTo>
                  <a:lnTo>
                    <a:pt x="565" y="2971"/>
                  </a:lnTo>
                  <a:lnTo>
                    <a:pt x="733" y="3034"/>
                  </a:lnTo>
                  <a:lnTo>
                    <a:pt x="837" y="3055"/>
                  </a:lnTo>
                  <a:lnTo>
                    <a:pt x="963" y="3097"/>
                  </a:lnTo>
                  <a:lnTo>
                    <a:pt x="1047" y="3055"/>
                  </a:lnTo>
                  <a:lnTo>
                    <a:pt x="1193" y="3055"/>
                  </a:lnTo>
                  <a:lnTo>
                    <a:pt x="1339" y="3097"/>
                  </a:lnTo>
                  <a:lnTo>
                    <a:pt x="1381" y="3076"/>
                  </a:lnTo>
                  <a:lnTo>
                    <a:pt x="1549" y="3055"/>
                  </a:lnTo>
                  <a:lnTo>
                    <a:pt x="1716" y="3076"/>
                  </a:lnTo>
                  <a:lnTo>
                    <a:pt x="1821" y="3139"/>
                  </a:lnTo>
                  <a:lnTo>
                    <a:pt x="2281" y="3557"/>
                  </a:lnTo>
                  <a:lnTo>
                    <a:pt x="2427" y="3515"/>
                  </a:lnTo>
                  <a:lnTo>
                    <a:pt x="2448" y="3557"/>
                  </a:lnTo>
                  <a:lnTo>
                    <a:pt x="2511" y="3515"/>
                  </a:lnTo>
                  <a:lnTo>
                    <a:pt x="2637" y="3578"/>
                  </a:lnTo>
                  <a:lnTo>
                    <a:pt x="2699" y="3599"/>
                  </a:lnTo>
                  <a:lnTo>
                    <a:pt x="2825" y="3557"/>
                  </a:lnTo>
                  <a:lnTo>
                    <a:pt x="2930" y="3557"/>
                  </a:lnTo>
                  <a:lnTo>
                    <a:pt x="3076" y="3578"/>
                  </a:lnTo>
                  <a:lnTo>
                    <a:pt x="3118" y="3515"/>
                  </a:lnTo>
                  <a:lnTo>
                    <a:pt x="3223" y="3515"/>
                  </a:lnTo>
                  <a:lnTo>
                    <a:pt x="3285" y="3578"/>
                  </a:lnTo>
                  <a:lnTo>
                    <a:pt x="3348" y="3808"/>
                  </a:lnTo>
                  <a:lnTo>
                    <a:pt x="3285" y="3892"/>
                  </a:lnTo>
                  <a:lnTo>
                    <a:pt x="3285" y="3997"/>
                  </a:lnTo>
                  <a:lnTo>
                    <a:pt x="3264" y="4080"/>
                  </a:lnTo>
                  <a:lnTo>
                    <a:pt x="3118" y="4101"/>
                  </a:lnTo>
                  <a:lnTo>
                    <a:pt x="3055" y="4185"/>
                  </a:lnTo>
                  <a:lnTo>
                    <a:pt x="3076" y="4394"/>
                  </a:lnTo>
                  <a:lnTo>
                    <a:pt x="3118" y="4457"/>
                  </a:lnTo>
                  <a:lnTo>
                    <a:pt x="3055" y="4624"/>
                  </a:lnTo>
                  <a:lnTo>
                    <a:pt x="3055" y="4813"/>
                  </a:lnTo>
                  <a:lnTo>
                    <a:pt x="3139" y="4875"/>
                  </a:lnTo>
                  <a:lnTo>
                    <a:pt x="3139" y="4959"/>
                  </a:lnTo>
                  <a:lnTo>
                    <a:pt x="3244" y="5252"/>
                  </a:lnTo>
                  <a:lnTo>
                    <a:pt x="3055" y="5587"/>
                  </a:lnTo>
                  <a:lnTo>
                    <a:pt x="3076" y="5692"/>
                  </a:lnTo>
                  <a:lnTo>
                    <a:pt x="3139" y="5692"/>
                  </a:lnTo>
                  <a:lnTo>
                    <a:pt x="3223" y="5671"/>
                  </a:lnTo>
                  <a:lnTo>
                    <a:pt x="3223" y="5692"/>
                  </a:lnTo>
                  <a:lnTo>
                    <a:pt x="3244" y="5775"/>
                  </a:lnTo>
                  <a:lnTo>
                    <a:pt x="3327" y="5817"/>
                  </a:lnTo>
                  <a:lnTo>
                    <a:pt x="3369" y="5922"/>
                  </a:lnTo>
                  <a:lnTo>
                    <a:pt x="3348" y="5984"/>
                  </a:lnTo>
                  <a:lnTo>
                    <a:pt x="3390" y="6131"/>
                  </a:lnTo>
                  <a:lnTo>
                    <a:pt x="3536" y="6424"/>
                  </a:lnTo>
                  <a:lnTo>
                    <a:pt x="3536" y="6528"/>
                  </a:lnTo>
                  <a:lnTo>
                    <a:pt x="3746" y="6696"/>
                  </a:lnTo>
                  <a:lnTo>
                    <a:pt x="3976" y="6863"/>
                  </a:lnTo>
                  <a:lnTo>
                    <a:pt x="4101" y="6905"/>
                  </a:lnTo>
                  <a:lnTo>
                    <a:pt x="4332" y="6863"/>
                  </a:lnTo>
                  <a:lnTo>
                    <a:pt x="4478" y="6717"/>
                  </a:lnTo>
                  <a:lnTo>
                    <a:pt x="4687" y="6591"/>
                  </a:lnTo>
                  <a:lnTo>
                    <a:pt x="4750" y="6487"/>
                  </a:lnTo>
                  <a:lnTo>
                    <a:pt x="5064" y="6319"/>
                  </a:lnTo>
                  <a:lnTo>
                    <a:pt x="5127" y="6173"/>
                  </a:lnTo>
                  <a:lnTo>
                    <a:pt x="5168" y="6110"/>
                  </a:lnTo>
                  <a:lnTo>
                    <a:pt x="5210" y="6068"/>
                  </a:lnTo>
                  <a:lnTo>
                    <a:pt x="5482" y="6005"/>
                  </a:lnTo>
                  <a:lnTo>
                    <a:pt x="5629" y="5964"/>
                  </a:lnTo>
                  <a:lnTo>
                    <a:pt x="5587" y="5817"/>
                  </a:lnTo>
                  <a:lnTo>
                    <a:pt x="5440" y="5796"/>
                  </a:lnTo>
                  <a:lnTo>
                    <a:pt x="5252" y="5817"/>
                  </a:lnTo>
                  <a:lnTo>
                    <a:pt x="4959" y="5712"/>
                  </a:lnTo>
                  <a:lnTo>
                    <a:pt x="5022" y="5545"/>
                  </a:lnTo>
                  <a:lnTo>
                    <a:pt x="5001" y="5482"/>
                  </a:lnTo>
                  <a:lnTo>
                    <a:pt x="4938" y="5440"/>
                  </a:lnTo>
                  <a:lnTo>
                    <a:pt x="5127" y="5168"/>
                  </a:lnTo>
                  <a:lnTo>
                    <a:pt x="5064" y="5064"/>
                  </a:lnTo>
                  <a:lnTo>
                    <a:pt x="4938" y="4938"/>
                  </a:lnTo>
                  <a:lnTo>
                    <a:pt x="4834" y="4917"/>
                  </a:lnTo>
                  <a:lnTo>
                    <a:pt x="4750" y="4750"/>
                  </a:lnTo>
                  <a:lnTo>
                    <a:pt x="4917" y="4813"/>
                  </a:lnTo>
                  <a:lnTo>
                    <a:pt x="5106" y="4834"/>
                  </a:lnTo>
                  <a:lnTo>
                    <a:pt x="5273" y="4938"/>
                  </a:lnTo>
                  <a:lnTo>
                    <a:pt x="5461" y="4938"/>
                  </a:lnTo>
                  <a:lnTo>
                    <a:pt x="5733" y="4875"/>
                  </a:lnTo>
                  <a:lnTo>
                    <a:pt x="5796" y="4938"/>
                  </a:lnTo>
                  <a:lnTo>
                    <a:pt x="5985" y="4875"/>
                  </a:lnTo>
                  <a:lnTo>
                    <a:pt x="6173" y="4708"/>
                  </a:lnTo>
                  <a:lnTo>
                    <a:pt x="6319" y="4708"/>
                  </a:lnTo>
                  <a:lnTo>
                    <a:pt x="6424" y="4729"/>
                  </a:lnTo>
                  <a:lnTo>
                    <a:pt x="6675" y="4624"/>
                  </a:lnTo>
                  <a:lnTo>
                    <a:pt x="6884" y="4624"/>
                  </a:lnTo>
                  <a:lnTo>
                    <a:pt x="7156" y="4394"/>
                  </a:lnTo>
                  <a:lnTo>
                    <a:pt x="7219" y="4248"/>
                  </a:lnTo>
                  <a:lnTo>
                    <a:pt x="7219" y="4143"/>
                  </a:lnTo>
                  <a:lnTo>
                    <a:pt x="7219" y="4122"/>
                  </a:lnTo>
                  <a:lnTo>
                    <a:pt x="6989" y="3934"/>
                  </a:lnTo>
                  <a:lnTo>
                    <a:pt x="6842" y="3725"/>
                  </a:lnTo>
                  <a:lnTo>
                    <a:pt x="6801" y="3599"/>
                  </a:lnTo>
                  <a:lnTo>
                    <a:pt x="6905" y="3495"/>
                  </a:lnTo>
                  <a:lnTo>
                    <a:pt x="6926" y="3306"/>
                  </a:lnTo>
                  <a:lnTo>
                    <a:pt x="7010" y="3243"/>
                  </a:lnTo>
                  <a:lnTo>
                    <a:pt x="7093" y="3264"/>
                  </a:lnTo>
                  <a:lnTo>
                    <a:pt x="7198" y="3243"/>
                  </a:lnTo>
                  <a:lnTo>
                    <a:pt x="7261" y="3264"/>
                  </a:lnTo>
                  <a:lnTo>
                    <a:pt x="7449" y="3181"/>
                  </a:lnTo>
                  <a:lnTo>
                    <a:pt x="7449" y="3055"/>
                  </a:lnTo>
                  <a:lnTo>
                    <a:pt x="7365" y="2971"/>
                  </a:lnTo>
                  <a:lnTo>
                    <a:pt x="7219" y="2951"/>
                  </a:lnTo>
                  <a:lnTo>
                    <a:pt x="7156" y="2846"/>
                  </a:lnTo>
                  <a:lnTo>
                    <a:pt x="7135" y="2762"/>
                  </a:lnTo>
                  <a:lnTo>
                    <a:pt x="7303" y="2553"/>
                  </a:lnTo>
                  <a:lnTo>
                    <a:pt x="7365" y="2574"/>
                  </a:lnTo>
                  <a:lnTo>
                    <a:pt x="7512" y="2469"/>
                  </a:lnTo>
                  <a:lnTo>
                    <a:pt x="7658" y="2302"/>
                  </a:lnTo>
                  <a:lnTo>
                    <a:pt x="7679" y="2218"/>
                  </a:lnTo>
                  <a:lnTo>
                    <a:pt x="7658" y="2218"/>
                  </a:lnTo>
                  <a:lnTo>
                    <a:pt x="7428" y="2114"/>
                  </a:lnTo>
                  <a:lnTo>
                    <a:pt x="7345" y="2114"/>
                  </a:lnTo>
                  <a:lnTo>
                    <a:pt x="7261" y="2135"/>
                  </a:lnTo>
                  <a:lnTo>
                    <a:pt x="7156" y="2114"/>
                  </a:lnTo>
                  <a:lnTo>
                    <a:pt x="7093" y="2114"/>
                  </a:lnTo>
                  <a:lnTo>
                    <a:pt x="7010" y="2155"/>
                  </a:lnTo>
                  <a:lnTo>
                    <a:pt x="6821" y="2197"/>
                  </a:lnTo>
                  <a:lnTo>
                    <a:pt x="6675" y="2155"/>
                  </a:lnTo>
                  <a:lnTo>
                    <a:pt x="6612" y="2155"/>
                  </a:lnTo>
                  <a:lnTo>
                    <a:pt x="6717" y="2135"/>
                  </a:lnTo>
                  <a:lnTo>
                    <a:pt x="6801" y="2135"/>
                  </a:lnTo>
                  <a:lnTo>
                    <a:pt x="6884" y="2093"/>
                  </a:lnTo>
                  <a:lnTo>
                    <a:pt x="6926" y="2009"/>
                  </a:lnTo>
                  <a:lnTo>
                    <a:pt x="7052" y="1904"/>
                  </a:lnTo>
                  <a:lnTo>
                    <a:pt x="7093" y="1842"/>
                  </a:lnTo>
                  <a:lnTo>
                    <a:pt x="7010" y="1800"/>
                  </a:lnTo>
                  <a:lnTo>
                    <a:pt x="7010" y="1779"/>
                  </a:lnTo>
                  <a:lnTo>
                    <a:pt x="6989" y="1674"/>
                  </a:lnTo>
                  <a:lnTo>
                    <a:pt x="6821" y="1590"/>
                  </a:lnTo>
                  <a:lnTo>
                    <a:pt x="6612" y="1528"/>
                  </a:lnTo>
                  <a:lnTo>
                    <a:pt x="6570" y="1486"/>
                  </a:lnTo>
                  <a:lnTo>
                    <a:pt x="6487" y="1423"/>
                  </a:lnTo>
                  <a:lnTo>
                    <a:pt x="6382" y="1423"/>
                  </a:lnTo>
                  <a:lnTo>
                    <a:pt x="6361" y="1381"/>
                  </a:lnTo>
                  <a:lnTo>
                    <a:pt x="6215" y="1318"/>
                  </a:lnTo>
                  <a:lnTo>
                    <a:pt x="6173" y="1318"/>
                  </a:lnTo>
                  <a:lnTo>
                    <a:pt x="6173" y="1423"/>
                  </a:lnTo>
                  <a:lnTo>
                    <a:pt x="6089" y="1318"/>
                  </a:lnTo>
                  <a:lnTo>
                    <a:pt x="6047" y="1214"/>
                  </a:lnTo>
                  <a:lnTo>
                    <a:pt x="5943" y="1172"/>
                  </a:lnTo>
                  <a:lnTo>
                    <a:pt x="5901" y="1088"/>
                  </a:lnTo>
                  <a:lnTo>
                    <a:pt x="5964" y="1046"/>
                  </a:lnTo>
                  <a:lnTo>
                    <a:pt x="6215" y="1067"/>
                  </a:lnTo>
                  <a:lnTo>
                    <a:pt x="6319" y="984"/>
                  </a:lnTo>
                  <a:lnTo>
                    <a:pt x="6487" y="984"/>
                  </a:lnTo>
                  <a:lnTo>
                    <a:pt x="6487" y="879"/>
                  </a:lnTo>
                  <a:lnTo>
                    <a:pt x="6361" y="900"/>
                  </a:lnTo>
                  <a:lnTo>
                    <a:pt x="6089" y="858"/>
                  </a:lnTo>
                  <a:lnTo>
                    <a:pt x="5901" y="879"/>
                  </a:lnTo>
                  <a:lnTo>
                    <a:pt x="5775" y="879"/>
                  </a:lnTo>
                  <a:lnTo>
                    <a:pt x="5524" y="963"/>
                  </a:lnTo>
                  <a:lnTo>
                    <a:pt x="5440" y="942"/>
                  </a:lnTo>
                  <a:lnTo>
                    <a:pt x="5336" y="942"/>
                  </a:lnTo>
                  <a:lnTo>
                    <a:pt x="5127" y="1088"/>
                  </a:lnTo>
                  <a:lnTo>
                    <a:pt x="5022" y="1109"/>
                  </a:lnTo>
                  <a:lnTo>
                    <a:pt x="4896" y="1172"/>
                  </a:lnTo>
                  <a:lnTo>
                    <a:pt x="4834" y="1256"/>
                  </a:lnTo>
                  <a:lnTo>
                    <a:pt x="4645" y="1277"/>
                  </a:lnTo>
                  <a:lnTo>
                    <a:pt x="4604" y="1298"/>
                  </a:lnTo>
                  <a:lnTo>
                    <a:pt x="4520" y="1277"/>
                  </a:lnTo>
                  <a:lnTo>
                    <a:pt x="4269" y="1088"/>
                  </a:lnTo>
                  <a:lnTo>
                    <a:pt x="4206" y="984"/>
                  </a:lnTo>
                  <a:lnTo>
                    <a:pt x="3871" y="984"/>
                  </a:lnTo>
                  <a:lnTo>
                    <a:pt x="3327" y="1088"/>
                  </a:lnTo>
                  <a:lnTo>
                    <a:pt x="3055" y="1088"/>
                  </a:lnTo>
                  <a:lnTo>
                    <a:pt x="2951" y="1046"/>
                  </a:lnTo>
                  <a:lnTo>
                    <a:pt x="2909" y="963"/>
                  </a:lnTo>
                  <a:lnTo>
                    <a:pt x="2909" y="858"/>
                  </a:lnTo>
                  <a:lnTo>
                    <a:pt x="2972" y="858"/>
                  </a:lnTo>
                  <a:lnTo>
                    <a:pt x="2951" y="733"/>
                  </a:lnTo>
                  <a:lnTo>
                    <a:pt x="2846" y="565"/>
                  </a:lnTo>
                  <a:lnTo>
                    <a:pt x="2741" y="544"/>
                  </a:lnTo>
                  <a:lnTo>
                    <a:pt x="2448" y="565"/>
                  </a:lnTo>
                  <a:lnTo>
                    <a:pt x="2323" y="482"/>
                  </a:lnTo>
                  <a:lnTo>
                    <a:pt x="2239" y="482"/>
                  </a:lnTo>
                  <a:lnTo>
                    <a:pt x="2176" y="523"/>
                  </a:lnTo>
                  <a:lnTo>
                    <a:pt x="2072" y="356"/>
                  </a:lnTo>
                  <a:lnTo>
                    <a:pt x="2072" y="210"/>
                  </a:lnTo>
                  <a:lnTo>
                    <a:pt x="2030" y="21"/>
                  </a:lnTo>
                  <a:lnTo>
                    <a:pt x="19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9227;p128">
              <a:extLst>
                <a:ext uri="{FF2B5EF4-FFF2-40B4-BE49-F238E27FC236}">
                  <a16:creationId xmlns:a16="http://schemas.microsoft.com/office/drawing/2014/main" id="{E329CAF8-71E5-51DB-D474-DAFCD9BE77E6}"/>
                </a:ext>
              </a:extLst>
            </p:cNvPr>
            <p:cNvSpPr/>
            <p:nvPr/>
          </p:nvSpPr>
          <p:spPr>
            <a:xfrm>
              <a:off x="3209425" y="3061815"/>
              <a:ext cx="82733" cy="112565"/>
            </a:xfrm>
            <a:custGeom>
              <a:avLst/>
              <a:gdLst/>
              <a:ahLst/>
              <a:cxnLst/>
              <a:rect l="l" t="t" r="r" b="b"/>
              <a:pathLst>
                <a:path w="6948" h="9898" extrusionOk="0">
                  <a:moveTo>
                    <a:pt x="4353" y="1"/>
                  </a:moveTo>
                  <a:lnTo>
                    <a:pt x="4332" y="64"/>
                  </a:lnTo>
                  <a:lnTo>
                    <a:pt x="4290" y="105"/>
                  </a:lnTo>
                  <a:lnTo>
                    <a:pt x="4227" y="147"/>
                  </a:lnTo>
                  <a:lnTo>
                    <a:pt x="4165" y="168"/>
                  </a:lnTo>
                  <a:lnTo>
                    <a:pt x="4060" y="168"/>
                  </a:lnTo>
                  <a:lnTo>
                    <a:pt x="3976" y="189"/>
                  </a:lnTo>
                  <a:lnTo>
                    <a:pt x="3955" y="252"/>
                  </a:lnTo>
                  <a:lnTo>
                    <a:pt x="3976" y="294"/>
                  </a:lnTo>
                  <a:lnTo>
                    <a:pt x="3955" y="357"/>
                  </a:lnTo>
                  <a:lnTo>
                    <a:pt x="3809" y="419"/>
                  </a:lnTo>
                  <a:lnTo>
                    <a:pt x="3621" y="566"/>
                  </a:lnTo>
                  <a:lnTo>
                    <a:pt x="3495" y="670"/>
                  </a:lnTo>
                  <a:lnTo>
                    <a:pt x="3328" y="691"/>
                  </a:lnTo>
                  <a:lnTo>
                    <a:pt x="2972" y="691"/>
                  </a:lnTo>
                  <a:lnTo>
                    <a:pt x="2867" y="733"/>
                  </a:lnTo>
                  <a:lnTo>
                    <a:pt x="2867" y="817"/>
                  </a:lnTo>
                  <a:lnTo>
                    <a:pt x="2888" y="901"/>
                  </a:lnTo>
                  <a:lnTo>
                    <a:pt x="2888" y="1005"/>
                  </a:lnTo>
                  <a:lnTo>
                    <a:pt x="2805" y="1089"/>
                  </a:lnTo>
                  <a:lnTo>
                    <a:pt x="2721" y="1047"/>
                  </a:lnTo>
                  <a:lnTo>
                    <a:pt x="2763" y="942"/>
                  </a:lnTo>
                  <a:lnTo>
                    <a:pt x="2763" y="921"/>
                  </a:lnTo>
                  <a:lnTo>
                    <a:pt x="2825" y="901"/>
                  </a:lnTo>
                  <a:lnTo>
                    <a:pt x="2700" y="880"/>
                  </a:lnTo>
                  <a:lnTo>
                    <a:pt x="2574" y="817"/>
                  </a:lnTo>
                  <a:lnTo>
                    <a:pt x="2491" y="817"/>
                  </a:lnTo>
                  <a:lnTo>
                    <a:pt x="2302" y="942"/>
                  </a:lnTo>
                  <a:lnTo>
                    <a:pt x="2261" y="1026"/>
                  </a:lnTo>
                  <a:lnTo>
                    <a:pt x="2135" y="1152"/>
                  </a:lnTo>
                  <a:lnTo>
                    <a:pt x="1968" y="1465"/>
                  </a:lnTo>
                  <a:lnTo>
                    <a:pt x="1947" y="1549"/>
                  </a:lnTo>
                  <a:lnTo>
                    <a:pt x="1947" y="1549"/>
                  </a:lnTo>
                  <a:lnTo>
                    <a:pt x="1989" y="1528"/>
                  </a:lnTo>
                  <a:lnTo>
                    <a:pt x="2051" y="1570"/>
                  </a:lnTo>
                  <a:lnTo>
                    <a:pt x="2051" y="1654"/>
                  </a:lnTo>
                  <a:lnTo>
                    <a:pt x="2030" y="1758"/>
                  </a:lnTo>
                  <a:lnTo>
                    <a:pt x="1947" y="1821"/>
                  </a:lnTo>
                  <a:lnTo>
                    <a:pt x="1842" y="1821"/>
                  </a:lnTo>
                  <a:lnTo>
                    <a:pt x="1737" y="1863"/>
                  </a:lnTo>
                  <a:lnTo>
                    <a:pt x="1612" y="1989"/>
                  </a:lnTo>
                  <a:lnTo>
                    <a:pt x="1528" y="2051"/>
                  </a:lnTo>
                  <a:lnTo>
                    <a:pt x="1424" y="2198"/>
                  </a:lnTo>
                  <a:lnTo>
                    <a:pt x="1340" y="2198"/>
                  </a:lnTo>
                  <a:lnTo>
                    <a:pt x="1256" y="2240"/>
                  </a:lnTo>
                  <a:lnTo>
                    <a:pt x="1298" y="2344"/>
                  </a:lnTo>
                  <a:lnTo>
                    <a:pt x="1403" y="2449"/>
                  </a:lnTo>
                  <a:lnTo>
                    <a:pt x="1403" y="2574"/>
                  </a:lnTo>
                  <a:lnTo>
                    <a:pt x="1340" y="2700"/>
                  </a:lnTo>
                  <a:lnTo>
                    <a:pt x="1256" y="2700"/>
                  </a:lnTo>
                  <a:lnTo>
                    <a:pt x="1152" y="2616"/>
                  </a:lnTo>
                  <a:lnTo>
                    <a:pt x="1193" y="2574"/>
                  </a:lnTo>
                  <a:lnTo>
                    <a:pt x="1214" y="2512"/>
                  </a:lnTo>
                  <a:lnTo>
                    <a:pt x="1131" y="2470"/>
                  </a:lnTo>
                  <a:lnTo>
                    <a:pt x="1089" y="2365"/>
                  </a:lnTo>
                  <a:lnTo>
                    <a:pt x="984" y="2261"/>
                  </a:lnTo>
                  <a:lnTo>
                    <a:pt x="942" y="2365"/>
                  </a:lnTo>
                  <a:lnTo>
                    <a:pt x="942" y="2407"/>
                  </a:lnTo>
                  <a:lnTo>
                    <a:pt x="1005" y="2574"/>
                  </a:lnTo>
                  <a:lnTo>
                    <a:pt x="921" y="2721"/>
                  </a:lnTo>
                  <a:lnTo>
                    <a:pt x="901" y="2867"/>
                  </a:lnTo>
                  <a:lnTo>
                    <a:pt x="817" y="2909"/>
                  </a:lnTo>
                  <a:lnTo>
                    <a:pt x="775" y="2909"/>
                  </a:lnTo>
                  <a:lnTo>
                    <a:pt x="691" y="3098"/>
                  </a:lnTo>
                  <a:lnTo>
                    <a:pt x="712" y="3118"/>
                  </a:lnTo>
                  <a:lnTo>
                    <a:pt x="733" y="3244"/>
                  </a:lnTo>
                  <a:lnTo>
                    <a:pt x="733" y="3390"/>
                  </a:lnTo>
                  <a:lnTo>
                    <a:pt x="880" y="3516"/>
                  </a:lnTo>
                  <a:lnTo>
                    <a:pt x="901" y="3516"/>
                  </a:lnTo>
                  <a:lnTo>
                    <a:pt x="942" y="3495"/>
                  </a:lnTo>
                  <a:lnTo>
                    <a:pt x="1005" y="3537"/>
                  </a:lnTo>
                  <a:lnTo>
                    <a:pt x="1005" y="3662"/>
                  </a:lnTo>
                  <a:lnTo>
                    <a:pt x="921" y="3746"/>
                  </a:lnTo>
                  <a:lnTo>
                    <a:pt x="921" y="3809"/>
                  </a:lnTo>
                  <a:lnTo>
                    <a:pt x="1005" y="3872"/>
                  </a:lnTo>
                  <a:lnTo>
                    <a:pt x="1005" y="4039"/>
                  </a:lnTo>
                  <a:lnTo>
                    <a:pt x="921" y="4081"/>
                  </a:lnTo>
                  <a:lnTo>
                    <a:pt x="880" y="4165"/>
                  </a:lnTo>
                  <a:lnTo>
                    <a:pt x="921" y="4186"/>
                  </a:lnTo>
                  <a:lnTo>
                    <a:pt x="984" y="4290"/>
                  </a:lnTo>
                  <a:lnTo>
                    <a:pt x="942" y="4478"/>
                  </a:lnTo>
                  <a:lnTo>
                    <a:pt x="984" y="4771"/>
                  </a:lnTo>
                  <a:lnTo>
                    <a:pt x="901" y="4855"/>
                  </a:lnTo>
                  <a:lnTo>
                    <a:pt x="880" y="4918"/>
                  </a:lnTo>
                  <a:lnTo>
                    <a:pt x="942" y="5022"/>
                  </a:lnTo>
                  <a:lnTo>
                    <a:pt x="1047" y="4981"/>
                  </a:lnTo>
                  <a:lnTo>
                    <a:pt x="1047" y="4981"/>
                  </a:lnTo>
                  <a:lnTo>
                    <a:pt x="1026" y="5064"/>
                  </a:lnTo>
                  <a:lnTo>
                    <a:pt x="1089" y="5127"/>
                  </a:lnTo>
                  <a:lnTo>
                    <a:pt x="1152" y="5127"/>
                  </a:lnTo>
                  <a:lnTo>
                    <a:pt x="1152" y="5190"/>
                  </a:lnTo>
                  <a:lnTo>
                    <a:pt x="1110" y="5274"/>
                  </a:lnTo>
                  <a:lnTo>
                    <a:pt x="1047" y="5378"/>
                  </a:lnTo>
                  <a:lnTo>
                    <a:pt x="817" y="5608"/>
                  </a:lnTo>
                  <a:lnTo>
                    <a:pt x="775" y="5713"/>
                  </a:lnTo>
                  <a:lnTo>
                    <a:pt x="608" y="5859"/>
                  </a:lnTo>
                  <a:lnTo>
                    <a:pt x="398" y="5922"/>
                  </a:lnTo>
                  <a:lnTo>
                    <a:pt x="210" y="6048"/>
                  </a:lnTo>
                  <a:lnTo>
                    <a:pt x="64" y="6278"/>
                  </a:lnTo>
                  <a:lnTo>
                    <a:pt x="43" y="6466"/>
                  </a:lnTo>
                  <a:lnTo>
                    <a:pt x="1" y="6571"/>
                  </a:lnTo>
                  <a:lnTo>
                    <a:pt x="189" y="6655"/>
                  </a:lnTo>
                  <a:lnTo>
                    <a:pt x="377" y="6780"/>
                  </a:lnTo>
                  <a:lnTo>
                    <a:pt x="629" y="6947"/>
                  </a:lnTo>
                  <a:lnTo>
                    <a:pt x="733" y="6947"/>
                  </a:lnTo>
                  <a:lnTo>
                    <a:pt x="880" y="7094"/>
                  </a:lnTo>
                  <a:lnTo>
                    <a:pt x="838" y="7178"/>
                  </a:lnTo>
                  <a:lnTo>
                    <a:pt x="880" y="7261"/>
                  </a:lnTo>
                  <a:lnTo>
                    <a:pt x="1047" y="7282"/>
                  </a:lnTo>
                  <a:lnTo>
                    <a:pt x="1256" y="7366"/>
                  </a:lnTo>
                  <a:lnTo>
                    <a:pt x="1319" y="7408"/>
                  </a:lnTo>
                  <a:lnTo>
                    <a:pt x="1507" y="7471"/>
                  </a:lnTo>
                  <a:lnTo>
                    <a:pt x="1570" y="7387"/>
                  </a:lnTo>
                  <a:lnTo>
                    <a:pt x="1570" y="7282"/>
                  </a:lnTo>
                  <a:lnTo>
                    <a:pt x="1654" y="7199"/>
                  </a:lnTo>
                  <a:lnTo>
                    <a:pt x="1717" y="7199"/>
                  </a:lnTo>
                  <a:lnTo>
                    <a:pt x="1863" y="7282"/>
                  </a:lnTo>
                  <a:lnTo>
                    <a:pt x="1968" y="7303"/>
                  </a:lnTo>
                  <a:lnTo>
                    <a:pt x="1989" y="7387"/>
                  </a:lnTo>
                  <a:lnTo>
                    <a:pt x="2072" y="7429"/>
                  </a:lnTo>
                  <a:lnTo>
                    <a:pt x="2135" y="7429"/>
                  </a:lnTo>
                  <a:lnTo>
                    <a:pt x="2177" y="7512"/>
                  </a:lnTo>
                  <a:lnTo>
                    <a:pt x="2386" y="7575"/>
                  </a:lnTo>
                  <a:lnTo>
                    <a:pt x="2512" y="7596"/>
                  </a:lnTo>
                  <a:lnTo>
                    <a:pt x="2553" y="7638"/>
                  </a:lnTo>
                  <a:lnTo>
                    <a:pt x="2700" y="7805"/>
                  </a:lnTo>
                  <a:lnTo>
                    <a:pt x="2700" y="7910"/>
                  </a:lnTo>
                  <a:lnTo>
                    <a:pt x="2805" y="8098"/>
                  </a:lnTo>
                  <a:lnTo>
                    <a:pt x="2888" y="8098"/>
                  </a:lnTo>
                  <a:lnTo>
                    <a:pt x="3139" y="8203"/>
                  </a:lnTo>
                  <a:lnTo>
                    <a:pt x="3244" y="8349"/>
                  </a:lnTo>
                  <a:lnTo>
                    <a:pt x="3244" y="8517"/>
                  </a:lnTo>
                  <a:lnTo>
                    <a:pt x="3307" y="8517"/>
                  </a:lnTo>
                  <a:lnTo>
                    <a:pt x="3411" y="8559"/>
                  </a:lnTo>
                  <a:lnTo>
                    <a:pt x="3432" y="8684"/>
                  </a:lnTo>
                  <a:lnTo>
                    <a:pt x="3411" y="8768"/>
                  </a:lnTo>
                  <a:lnTo>
                    <a:pt x="3432" y="8852"/>
                  </a:lnTo>
                  <a:lnTo>
                    <a:pt x="3537" y="8872"/>
                  </a:lnTo>
                  <a:lnTo>
                    <a:pt x="3662" y="8852"/>
                  </a:lnTo>
                  <a:lnTo>
                    <a:pt x="3767" y="8872"/>
                  </a:lnTo>
                  <a:lnTo>
                    <a:pt x="3914" y="8872"/>
                  </a:lnTo>
                  <a:lnTo>
                    <a:pt x="3955" y="8831"/>
                  </a:lnTo>
                  <a:lnTo>
                    <a:pt x="4144" y="8747"/>
                  </a:lnTo>
                  <a:lnTo>
                    <a:pt x="4290" y="8768"/>
                  </a:lnTo>
                  <a:lnTo>
                    <a:pt x="4458" y="8852"/>
                  </a:lnTo>
                  <a:lnTo>
                    <a:pt x="4646" y="8747"/>
                  </a:lnTo>
                  <a:lnTo>
                    <a:pt x="4750" y="8747"/>
                  </a:lnTo>
                  <a:lnTo>
                    <a:pt x="4792" y="8831"/>
                  </a:lnTo>
                  <a:lnTo>
                    <a:pt x="4876" y="8831"/>
                  </a:lnTo>
                  <a:lnTo>
                    <a:pt x="4981" y="8872"/>
                  </a:lnTo>
                  <a:lnTo>
                    <a:pt x="5064" y="8956"/>
                  </a:lnTo>
                  <a:lnTo>
                    <a:pt x="5169" y="8935"/>
                  </a:lnTo>
                  <a:lnTo>
                    <a:pt x="5169" y="8998"/>
                  </a:lnTo>
                  <a:lnTo>
                    <a:pt x="4792" y="9626"/>
                  </a:lnTo>
                  <a:lnTo>
                    <a:pt x="4813" y="9709"/>
                  </a:lnTo>
                  <a:lnTo>
                    <a:pt x="4960" y="9688"/>
                  </a:lnTo>
                  <a:lnTo>
                    <a:pt x="5085" y="9688"/>
                  </a:lnTo>
                  <a:lnTo>
                    <a:pt x="5190" y="9772"/>
                  </a:lnTo>
                  <a:lnTo>
                    <a:pt x="5211" y="9898"/>
                  </a:lnTo>
                  <a:lnTo>
                    <a:pt x="5294" y="9584"/>
                  </a:lnTo>
                  <a:lnTo>
                    <a:pt x="5629" y="8370"/>
                  </a:lnTo>
                  <a:lnTo>
                    <a:pt x="5629" y="8308"/>
                  </a:lnTo>
                  <a:lnTo>
                    <a:pt x="5629" y="8098"/>
                  </a:lnTo>
                  <a:lnTo>
                    <a:pt x="5504" y="7847"/>
                  </a:lnTo>
                  <a:lnTo>
                    <a:pt x="5294" y="7680"/>
                  </a:lnTo>
                  <a:lnTo>
                    <a:pt x="5190" y="7533"/>
                  </a:lnTo>
                  <a:lnTo>
                    <a:pt x="5169" y="7219"/>
                  </a:lnTo>
                  <a:lnTo>
                    <a:pt x="5546" y="7094"/>
                  </a:lnTo>
                  <a:lnTo>
                    <a:pt x="5692" y="7199"/>
                  </a:lnTo>
                  <a:lnTo>
                    <a:pt x="5713" y="7094"/>
                  </a:lnTo>
                  <a:lnTo>
                    <a:pt x="5650" y="7010"/>
                  </a:lnTo>
                  <a:lnTo>
                    <a:pt x="5713" y="6968"/>
                  </a:lnTo>
                  <a:lnTo>
                    <a:pt x="5629" y="6801"/>
                  </a:lnTo>
                  <a:lnTo>
                    <a:pt x="5420" y="6738"/>
                  </a:lnTo>
                  <a:lnTo>
                    <a:pt x="5336" y="6592"/>
                  </a:lnTo>
                  <a:lnTo>
                    <a:pt x="5399" y="6424"/>
                  </a:lnTo>
                  <a:lnTo>
                    <a:pt x="6048" y="6424"/>
                  </a:lnTo>
                  <a:lnTo>
                    <a:pt x="6131" y="6341"/>
                  </a:lnTo>
                  <a:lnTo>
                    <a:pt x="6236" y="6341"/>
                  </a:lnTo>
                  <a:lnTo>
                    <a:pt x="6278" y="6383"/>
                  </a:lnTo>
                  <a:lnTo>
                    <a:pt x="6362" y="6383"/>
                  </a:lnTo>
                  <a:lnTo>
                    <a:pt x="6466" y="6257"/>
                  </a:lnTo>
                  <a:lnTo>
                    <a:pt x="6634" y="6215"/>
                  </a:lnTo>
                  <a:lnTo>
                    <a:pt x="6675" y="6320"/>
                  </a:lnTo>
                  <a:lnTo>
                    <a:pt x="6759" y="6424"/>
                  </a:lnTo>
                  <a:lnTo>
                    <a:pt x="6780" y="6550"/>
                  </a:lnTo>
                  <a:lnTo>
                    <a:pt x="6780" y="6696"/>
                  </a:lnTo>
                  <a:lnTo>
                    <a:pt x="6947" y="6675"/>
                  </a:lnTo>
                  <a:lnTo>
                    <a:pt x="6947" y="6571"/>
                  </a:lnTo>
                  <a:lnTo>
                    <a:pt x="6801" y="6278"/>
                  </a:lnTo>
                  <a:lnTo>
                    <a:pt x="6759" y="6131"/>
                  </a:lnTo>
                  <a:lnTo>
                    <a:pt x="6780" y="6069"/>
                  </a:lnTo>
                  <a:lnTo>
                    <a:pt x="6738" y="5964"/>
                  </a:lnTo>
                  <a:lnTo>
                    <a:pt x="6655" y="5922"/>
                  </a:lnTo>
                  <a:lnTo>
                    <a:pt x="6634" y="5839"/>
                  </a:lnTo>
                  <a:lnTo>
                    <a:pt x="6634" y="5818"/>
                  </a:lnTo>
                  <a:lnTo>
                    <a:pt x="6550" y="5839"/>
                  </a:lnTo>
                  <a:lnTo>
                    <a:pt x="6487" y="5839"/>
                  </a:lnTo>
                  <a:lnTo>
                    <a:pt x="6466" y="5734"/>
                  </a:lnTo>
                  <a:lnTo>
                    <a:pt x="6655" y="5399"/>
                  </a:lnTo>
                  <a:lnTo>
                    <a:pt x="6550" y="5106"/>
                  </a:lnTo>
                  <a:lnTo>
                    <a:pt x="6550" y="5022"/>
                  </a:lnTo>
                  <a:lnTo>
                    <a:pt x="6466" y="4960"/>
                  </a:lnTo>
                  <a:lnTo>
                    <a:pt x="6466" y="4771"/>
                  </a:lnTo>
                  <a:lnTo>
                    <a:pt x="6529" y="4604"/>
                  </a:lnTo>
                  <a:lnTo>
                    <a:pt x="6487" y="4541"/>
                  </a:lnTo>
                  <a:lnTo>
                    <a:pt x="6466" y="4332"/>
                  </a:lnTo>
                  <a:lnTo>
                    <a:pt x="6529" y="4248"/>
                  </a:lnTo>
                  <a:lnTo>
                    <a:pt x="6675" y="4227"/>
                  </a:lnTo>
                  <a:lnTo>
                    <a:pt x="6696" y="4144"/>
                  </a:lnTo>
                  <a:lnTo>
                    <a:pt x="6696" y="4039"/>
                  </a:lnTo>
                  <a:lnTo>
                    <a:pt x="6759" y="3955"/>
                  </a:lnTo>
                  <a:lnTo>
                    <a:pt x="6696" y="3725"/>
                  </a:lnTo>
                  <a:lnTo>
                    <a:pt x="6634" y="3662"/>
                  </a:lnTo>
                  <a:lnTo>
                    <a:pt x="6529" y="3662"/>
                  </a:lnTo>
                  <a:lnTo>
                    <a:pt x="6487" y="3725"/>
                  </a:lnTo>
                  <a:lnTo>
                    <a:pt x="6341" y="3704"/>
                  </a:lnTo>
                  <a:lnTo>
                    <a:pt x="6236" y="3704"/>
                  </a:lnTo>
                  <a:lnTo>
                    <a:pt x="6110" y="3746"/>
                  </a:lnTo>
                  <a:lnTo>
                    <a:pt x="6048" y="3725"/>
                  </a:lnTo>
                  <a:lnTo>
                    <a:pt x="5922" y="3662"/>
                  </a:lnTo>
                  <a:lnTo>
                    <a:pt x="5859" y="3704"/>
                  </a:lnTo>
                  <a:lnTo>
                    <a:pt x="5838" y="3662"/>
                  </a:lnTo>
                  <a:lnTo>
                    <a:pt x="5692" y="3704"/>
                  </a:lnTo>
                  <a:lnTo>
                    <a:pt x="5232" y="3286"/>
                  </a:lnTo>
                  <a:lnTo>
                    <a:pt x="5127" y="3223"/>
                  </a:lnTo>
                  <a:lnTo>
                    <a:pt x="4960" y="3202"/>
                  </a:lnTo>
                  <a:lnTo>
                    <a:pt x="4792" y="3223"/>
                  </a:lnTo>
                  <a:lnTo>
                    <a:pt x="4750" y="3244"/>
                  </a:lnTo>
                  <a:lnTo>
                    <a:pt x="4604" y="3202"/>
                  </a:lnTo>
                  <a:lnTo>
                    <a:pt x="4458" y="3202"/>
                  </a:lnTo>
                  <a:lnTo>
                    <a:pt x="4374" y="3244"/>
                  </a:lnTo>
                  <a:lnTo>
                    <a:pt x="4248" y="3202"/>
                  </a:lnTo>
                  <a:lnTo>
                    <a:pt x="4144" y="3181"/>
                  </a:lnTo>
                  <a:lnTo>
                    <a:pt x="3976" y="3118"/>
                  </a:lnTo>
                  <a:lnTo>
                    <a:pt x="3851" y="3014"/>
                  </a:lnTo>
                  <a:lnTo>
                    <a:pt x="3851" y="2909"/>
                  </a:lnTo>
                  <a:lnTo>
                    <a:pt x="3872" y="2867"/>
                  </a:lnTo>
                  <a:lnTo>
                    <a:pt x="3872" y="2784"/>
                  </a:lnTo>
                  <a:lnTo>
                    <a:pt x="3934" y="2658"/>
                  </a:lnTo>
                  <a:lnTo>
                    <a:pt x="3914" y="2554"/>
                  </a:lnTo>
                  <a:lnTo>
                    <a:pt x="3809" y="2386"/>
                  </a:lnTo>
                  <a:lnTo>
                    <a:pt x="3558" y="1968"/>
                  </a:lnTo>
                  <a:lnTo>
                    <a:pt x="3411" y="1968"/>
                  </a:lnTo>
                  <a:lnTo>
                    <a:pt x="3411" y="1926"/>
                  </a:lnTo>
                  <a:lnTo>
                    <a:pt x="3495" y="1737"/>
                  </a:lnTo>
                  <a:lnTo>
                    <a:pt x="3516" y="1549"/>
                  </a:lnTo>
                  <a:lnTo>
                    <a:pt x="3495" y="1445"/>
                  </a:lnTo>
                  <a:lnTo>
                    <a:pt x="3516" y="1319"/>
                  </a:lnTo>
                  <a:lnTo>
                    <a:pt x="3704" y="1047"/>
                  </a:lnTo>
                  <a:lnTo>
                    <a:pt x="3767" y="984"/>
                  </a:lnTo>
                  <a:lnTo>
                    <a:pt x="3872" y="838"/>
                  </a:lnTo>
                  <a:lnTo>
                    <a:pt x="3976" y="817"/>
                  </a:lnTo>
                  <a:lnTo>
                    <a:pt x="4039" y="775"/>
                  </a:lnTo>
                  <a:lnTo>
                    <a:pt x="4186" y="503"/>
                  </a:lnTo>
                  <a:lnTo>
                    <a:pt x="4499" y="377"/>
                  </a:lnTo>
                  <a:lnTo>
                    <a:pt x="4541" y="357"/>
                  </a:lnTo>
                  <a:lnTo>
                    <a:pt x="4604" y="357"/>
                  </a:lnTo>
                  <a:lnTo>
                    <a:pt x="4667" y="294"/>
                  </a:lnTo>
                  <a:lnTo>
                    <a:pt x="4688" y="210"/>
                  </a:lnTo>
                  <a:lnTo>
                    <a:pt x="4646" y="147"/>
                  </a:lnTo>
                  <a:lnTo>
                    <a:pt x="4437" y="43"/>
                  </a:lnTo>
                  <a:lnTo>
                    <a:pt x="435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9228;p128">
              <a:extLst>
                <a:ext uri="{FF2B5EF4-FFF2-40B4-BE49-F238E27FC236}">
                  <a16:creationId xmlns:a16="http://schemas.microsoft.com/office/drawing/2014/main" id="{ECFEF75D-ABBC-FA7E-A5F5-BDD4B52E6E36}"/>
                </a:ext>
              </a:extLst>
            </p:cNvPr>
            <p:cNvSpPr/>
            <p:nvPr/>
          </p:nvSpPr>
          <p:spPr>
            <a:xfrm>
              <a:off x="3195231" y="3136533"/>
              <a:ext cx="40867" cy="42852"/>
            </a:xfrm>
            <a:custGeom>
              <a:avLst/>
              <a:gdLst/>
              <a:ahLst/>
              <a:cxnLst/>
              <a:rect l="l" t="t" r="r" b="b"/>
              <a:pathLst>
                <a:path w="3432" h="3768" extrusionOk="0">
                  <a:moveTo>
                    <a:pt x="1193" y="1"/>
                  </a:moveTo>
                  <a:lnTo>
                    <a:pt x="1172" y="168"/>
                  </a:lnTo>
                  <a:lnTo>
                    <a:pt x="1025" y="168"/>
                  </a:lnTo>
                  <a:lnTo>
                    <a:pt x="732" y="336"/>
                  </a:lnTo>
                  <a:lnTo>
                    <a:pt x="607" y="377"/>
                  </a:lnTo>
                  <a:lnTo>
                    <a:pt x="440" y="440"/>
                  </a:lnTo>
                  <a:lnTo>
                    <a:pt x="523" y="587"/>
                  </a:lnTo>
                  <a:lnTo>
                    <a:pt x="523" y="649"/>
                  </a:lnTo>
                  <a:lnTo>
                    <a:pt x="565" y="733"/>
                  </a:lnTo>
                  <a:lnTo>
                    <a:pt x="544" y="901"/>
                  </a:lnTo>
                  <a:lnTo>
                    <a:pt x="335" y="1131"/>
                  </a:lnTo>
                  <a:lnTo>
                    <a:pt x="314" y="1235"/>
                  </a:lnTo>
                  <a:lnTo>
                    <a:pt x="356" y="1277"/>
                  </a:lnTo>
                  <a:lnTo>
                    <a:pt x="251" y="1445"/>
                  </a:lnTo>
                  <a:lnTo>
                    <a:pt x="126" y="1465"/>
                  </a:lnTo>
                  <a:lnTo>
                    <a:pt x="21" y="1591"/>
                  </a:lnTo>
                  <a:lnTo>
                    <a:pt x="84" y="1696"/>
                  </a:lnTo>
                  <a:lnTo>
                    <a:pt x="126" y="1800"/>
                  </a:lnTo>
                  <a:lnTo>
                    <a:pt x="105" y="1905"/>
                  </a:lnTo>
                  <a:lnTo>
                    <a:pt x="126" y="2072"/>
                  </a:lnTo>
                  <a:lnTo>
                    <a:pt x="84" y="2198"/>
                  </a:lnTo>
                  <a:lnTo>
                    <a:pt x="0" y="2261"/>
                  </a:lnTo>
                  <a:lnTo>
                    <a:pt x="84" y="2323"/>
                  </a:lnTo>
                  <a:lnTo>
                    <a:pt x="209" y="2386"/>
                  </a:lnTo>
                  <a:lnTo>
                    <a:pt x="314" y="2491"/>
                  </a:lnTo>
                  <a:lnTo>
                    <a:pt x="419" y="2574"/>
                  </a:lnTo>
                  <a:lnTo>
                    <a:pt x="440" y="2533"/>
                  </a:lnTo>
                  <a:lnTo>
                    <a:pt x="502" y="2386"/>
                  </a:lnTo>
                  <a:lnTo>
                    <a:pt x="544" y="2323"/>
                  </a:lnTo>
                  <a:lnTo>
                    <a:pt x="628" y="2219"/>
                  </a:lnTo>
                  <a:lnTo>
                    <a:pt x="628" y="2323"/>
                  </a:lnTo>
                  <a:lnTo>
                    <a:pt x="649" y="2428"/>
                  </a:lnTo>
                  <a:lnTo>
                    <a:pt x="649" y="2365"/>
                  </a:lnTo>
                  <a:lnTo>
                    <a:pt x="649" y="2282"/>
                  </a:lnTo>
                  <a:lnTo>
                    <a:pt x="712" y="2282"/>
                  </a:lnTo>
                  <a:lnTo>
                    <a:pt x="732" y="2428"/>
                  </a:lnTo>
                  <a:lnTo>
                    <a:pt x="712" y="2595"/>
                  </a:lnTo>
                  <a:lnTo>
                    <a:pt x="712" y="2700"/>
                  </a:lnTo>
                  <a:lnTo>
                    <a:pt x="649" y="2826"/>
                  </a:lnTo>
                  <a:lnTo>
                    <a:pt x="502" y="2951"/>
                  </a:lnTo>
                  <a:lnTo>
                    <a:pt x="544" y="2993"/>
                  </a:lnTo>
                  <a:lnTo>
                    <a:pt x="607" y="3139"/>
                  </a:lnTo>
                  <a:lnTo>
                    <a:pt x="502" y="3202"/>
                  </a:lnTo>
                  <a:lnTo>
                    <a:pt x="398" y="3328"/>
                  </a:lnTo>
                  <a:lnTo>
                    <a:pt x="419" y="3432"/>
                  </a:lnTo>
                  <a:lnTo>
                    <a:pt x="523" y="3432"/>
                  </a:lnTo>
                  <a:lnTo>
                    <a:pt x="649" y="3370"/>
                  </a:lnTo>
                  <a:lnTo>
                    <a:pt x="712" y="3453"/>
                  </a:lnTo>
                  <a:lnTo>
                    <a:pt x="879" y="3516"/>
                  </a:lnTo>
                  <a:lnTo>
                    <a:pt x="984" y="3537"/>
                  </a:lnTo>
                  <a:lnTo>
                    <a:pt x="1151" y="3767"/>
                  </a:lnTo>
                  <a:lnTo>
                    <a:pt x="1235" y="3767"/>
                  </a:lnTo>
                  <a:lnTo>
                    <a:pt x="1339" y="3662"/>
                  </a:lnTo>
                  <a:lnTo>
                    <a:pt x="1779" y="2721"/>
                  </a:lnTo>
                  <a:lnTo>
                    <a:pt x="1883" y="2637"/>
                  </a:lnTo>
                  <a:lnTo>
                    <a:pt x="2448" y="2470"/>
                  </a:lnTo>
                  <a:lnTo>
                    <a:pt x="2720" y="2282"/>
                  </a:lnTo>
                  <a:lnTo>
                    <a:pt x="3118" y="1905"/>
                  </a:lnTo>
                  <a:lnTo>
                    <a:pt x="3264" y="1549"/>
                  </a:lnTo>
                  <a:lnTo>
                    <a:pt x="3369" y="1549"/>
                  </a:lnTo>
                  <a:lnTo>
                    <a:pt x="3390" y="1486"/>
                  </a:lnTo>
                  <a:lnTo>
                    <a:pt x="3432" y="1361"/>
                  </a:lnTo>
                  <a:lnTo>
                    <a:pt x="3390" y="1235"/>
                  </a:lnTo>
                  <a:lnTo>
                    <a:pt x="3285" y="1026"/>
                  </a:lnTo>
                  <a:lnTo>
                    <a:pt x="3285" y="963"/>
                  </a:lnTo>
                  <a:lnTo>
                    <a:pt x="3264" y="859"/>
                  </a:lnTo>
                  <a:lnTo>
                    <a:pt x="3181" y="817"/>
                  </a:lnTo>
                  <a:lnTo>
                    <a:pt x="3160" y="733"/>
                  </a:lnTo>
                  <a:lnTo>
                    <a:pt x="3055" y="712"/>
                  </a:lnTo>
                  <a:lnTo>
                    <a:pt x="2909" y="629"/>
                  </a:lnTo>
                  <a:lnTo>
                    <a:pt x="2846" y="629"/>
                  </a:lnTo>
                  <a:lnTo>
                    <a:pt x="2762" y="712"/>
                  </a:lnTo>
                  <a:lnTo>
                    <a:pt x="2762" y="817"/>
                  </a:lnTo>
                  <a:lnTo>
                    <a:pt x="2699" y="901"/>
                  </a:lnTo>
                  <a:lnTo>
                    <a:pt x="2511" y="838"/>
                  </a:lnTo>
                  <a:lnTo>
                    <a:pt x="2448" y="796"/>
                  </a:lnTo>
                  <a:lnTo>
                    <a:pt x="2239" y="712"/>
                  </a:lnTo>
                  <a:lnTo>
                    <a:pt x="2072" y="691"/>
                  </a:lnTo>
                  <a:lnTo>
                    <a:pt x="2030" y="608"/>
                  </a:lnTo>
                  <a:lnTo>
                    <a:pt x="2072" y="524"/>
                  </a:lnTo>
                  <a:lnTo>
                    <a:pt x="1925" y="377"/>
                  </a:lnTo>
                  <a:lnTo>
                    <a:pt x="1821" y="377"/>
                  </a:lnTo>
                  <a:lnTo>
                    <a:pt x="1569" y="210"/>
                  </a:lnTo>
                  <a:lnTo>
                    <a:pt x="1381" y="85"/>
                  </a:lnTo>
                  <a:lnTo>
                    <a:pt x="11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9229;p128">
              <a:extLst>
                <a:ext uri="{FF2B5EF4-FFF2-40B4-BE49-F238E27FC236}">
                  <a16:creationId xmlns:a16="http://schemas.microsoft.com/office/drawing/2014/main" id="{563D0B77-68FD-A3A1-FAE3-EBE3A8B7EECB}"/>
                </a:ext>
              </a:extLst>
            </p:cNvPr>
            <p:cNvSpPr/>
            <p:nvPr/>
          </p:nvSpPr>
          <p:spPr>
            <a:xfrm>
              <a:off x="3192980" y="3146290"/>
              <a:ext cx="88711" cy="124938"/>
            </a:xfrm>
            <a:custGeom>
              <a:avLst/>
              <a:gdLst/>
              <a:ahLst/>
              <a:cxnLst/>
              <a:rect l="l" t="t" r="r" b="b"/>
              <a:pathLst>
                <a:path w="7450" h="10986" extrusionOk="0">
                  <a:moveTo>
                    <a:pt x="3453" y="1"/>
                  </a:moveTo>
                  <a:lnTo>
                    <a:pt x="3474" y="105"/>
                  </a:lnTo>
                  <a:lnTo>
                    <a:pt x="3474" y="168"/>
                  </a:lnTo>
                  <a:lnTo>
                    <a:pt x="3579" y="377"/>
                  </a:lnTo>
                  <a:lnTo>
                    <a:pt x="3621" y="503"/>
                  </a:lnTo>
                  <a:lnTo>
                    <a:pt x="3579" y="628"/>
                  </a:lnTo>
                  <a:lnTo>
                    <a:pt x="3558" y="691"/>
                  </a:lnTo>
                  <a:lnTo>
                    <a:pt x="3453" y="691"/>
                  </a:lnTo>
                  <a:lnTo>
                    <a:pt x="3307" y="1047"/>
                  </a:lnTo>
                  <a:lnTo>
                    <a:pt x="2909" y="1424"/>
                  </a:lnTo>
                  <a:lnTo>
                    <a:pt x="2637" y="1612"/>
                  </a:lnTo>
                  <a:lnTo>
                    <a:pt x="2072" y="1779"/>
                  </a:lnTo>
                  <a:lnTo>
                    <a:pt x="1968" y="1863"/>
                  </a:lnTo>
                  <a:lnTo>
                    <a:pt x="1528" y="2804"/>
                  </a:lnTo>
                  <a:lnTo>
                    <a:pt x="1424" y="2909"/>
                  </a:lnTo>
                  <a:lnTo>
                    <a:pt x="1340" y="2909"/>
                  </a:lnTo>
                  <a:lnTo>
                    <a:pt x="1173" y="2679"/>
                  </a:lnTo>
                  <a:lnTo>
                    <a:pt x="1068" y="2658"/>
                  </a:lnTo>
                  <a:lnTo>
                    <a:pt x="901" y="2595"/>
                  </a:lnTo>
                  <a:lnTo>
                    <a:pt x="838" y="2512"/>
                  </a:lnTo>
                  <a:lnTo>
                    <a:pt x="712" y="2574"/>
                  </a:lnTo>
                  <a:lnTo>
                    <a:pt x="608" y="2574"/>
                  </a:lnTo>
                  <a:lnTo>
                    <a:pt x="587" y="2470"/>
                  </a:lnTo>
                  <a:lnTo>
                    <a:pt x="691" y="2344"/>
                  </a:lnTo>
                  <a:lnTo>
                    <a:pt x="796" y="2281"/>
                  </a:lnTo>
                  <a:lnTo>
                    <a:pt x="733" y="2135"/>
                  </a:lnTo>
                  <a:lnTo>
                    <a:pt x="691" y="2093"/>
                  </a:lnTo>
                  <a:lnTo>
                    <a:pt x="398" y="2240"/>
                  </a:lnTo>
                  <a:lnTo>
                    <a:pt x="294" y="2344"/>
                  </a:lnTo>
                  <a:lnTo>
                    <a:pt x="105" y="2512"/>
                  </a:lnTo>
                  <a:lnTo>
                    <a:pt x="64" y="2679"/>
                  </a:lnTo>
                  <a:lnTo>
                    <a:pt x="1" y="2784"/>
                  </a:lnTo>
                  <a:lnTo>
                    <a:pt x="22" y="2825"/>
                  </a:lnTo>
                  <a:lnTo>
                    <a:pt x="105" y="2909"/>
                  </a:lnTo>
                  <a:lnTo>
                    <a:pt x="126" y="2993"/>
                  </a:lnTo>
                  <a:lnTo>
                    <a:pt x="64" y="3035"/>
                  </a:lnTo>
                  <a:lnTo>
                    <a:pt x="64" y="3097"/>
                  </a:lnTo>
                  <a:lnTo>
                    <a:pt x="189" y="3202"/>
                  </a:lnTo>
                  <a:lnTo>
                    <a:pt x="273" y="3348"/>
                  </a:lnTo>
                  <a:lnTo>
                    <a:pt x="231" y="3495"/>
                  </a:lnTo>
                  <a:lnTo>
                    <a:pt x="168" y="3495"/>
                  </a:lnTo>
                  <a:lnTo>
                    <a:pt x="85" y="3516"/>
                  </a:lnTo>
                  <a:lnTo>
                    <a:pt x="22" y="3621"/>
                  </a:lnTo>
                  <a:lnTo>
                    <a:pt x="126" y="3704"/>
                  </a:lnTo>
                  <a:lnTo>
                    <a:pt x="231" y="3746"/>
                  </a:lnTo>
                  <a:lnTo>
                    <a:pt x="419" y="3872"/>
                  </a:lnTo>
                  <a:lnTo>
                    <a:pt x="587" y="3913"/>
                  </a:lnTo>
                  <a:lnTo>
                    <a:pt x="817" y="4060"/>
                  </a:lnTo>
                  <a:lnTo>
                    <a:pt x="921" y="4081"/>
                  </a:lnTo>
                  <a:lnTo>
                    <a:pt x="963" y="4185"/>
                  </a:lnTo>
                  <a:lnTo>
                    <a:pt x="1068" y="4374"/>
                  </a:lnTo>
                  <a:lnTo>
                    <a:pt x="1110" y="4541"/>
                  </a:lnTo>
                  <a:lnTo>
                    <a:pt x="1173" y="4667"/>
                  </a:lnTo>
                  <a:lnTo>
                    <a:pt x="1424" y="4771"/>
                  </a:lnTo>
                  <a:lnTo>
                    <a:pt x="1486" y="4960"/>
                  </a:lnTo>
                  <a:lnTo>
                    <a:pt x="1549" y="5106"/>
                  </a:lnTo>
                  <a:lnTo>
                    <a:pt x="1591" y="5211"/>
                  </a:lnTo>
                  <a:lnTo>
                    <a:pt x="1633" y="5399"/>
                  </a:lnTo>
                  <a:lnTo>
                    <a:pt x="1696" y="5525"/>
                  </a:lnTo>
                  <a:lnTo>
                    <a:pt x="1800" y="5587"/>
                  </a:lnTo>
                  <a:lnTo>
                    <a:pt x="1905" y="5797"/>
                  </a:lnTo>
                  <a:lnTo>
                    <a:pt x="1905" y="5922"/>
                  </a:lnTo>
                  <a:lnTo>
                    <a:pt x="1884" y="5964"/>
                  </a:lnTo>
                  <a:lnTo>
                    <a:pt x="1989" y="6152"/>
                  </a:lnTo>
                  <a:lnTo>
                    <a:pt x="2177" y="6382"/>
                  </a:lnTo>
                  <a:lnTo>
                    <a:pt x="2219" y="6487"/>
                  </a:lnTo>
                  <a:lnTo>
                    <a:pt x="2198" y="6592"/>
                  </a:lnTo>
                  <a:lnTo>
                    <a:pt x="2219" y="6675"/>
                  </a:lnTo>
                  <a:lnTo>
                    <a:pt x="2302" y="6696"/>
                  </a:lnTo>
                  <a:lnTo>
                    <a:pt x="2491" y="6885"/>
                  </a:lnTo>
                  <a:lnTo>
                    <a:pt x="2533" y="6989"/>
                  </a:lnTo>
                  <a:lnTo>
                    <a:pt x="2574" y="7157"/>
                  </a:lnTo>
                  <a:lnTo>
                    <a:pt x="2616" y="7219"/>
                  </a:lnTo>
                  <a:lnTo>
                    <a:pt x="2784" y="7282"/>
                  </a:lnTo>
                  <a:lnTo>
                    <a:pt x="2805" y="7408"/>
                  </a:lnTo>
                  <a:lnTo>
                    <a:pt x="2951" y="7680"/>
                  </a:lnTo>
                  <a:lnTo>
                    <a:pt x="3014" y="7805"/>
                  </a:lnTo>
                  <a:lnTo>
                    <a:pt x="3202" y="8056"/>
                  </a:lnTo>
                  <a:lnTo>
                    <a:pt x="3202" y="8203"/>
                  </a:lnTo>
                  <a:lnTo>
                    <a:pt x="3139" y="8203"/>
                  </a:lnTo>
                  <a:lnTo>
                    <a:pt x="3098" y="8161"/>
                  </a:lnTo>
                  <a:lnTo>
                    <a:pt x="3098" y="8224"/>
                  </a:lnTo>
                  <a:lnTo>
                    <a:pt x="3118" y="8328"/>
                  </a:lnTo>
                  <a:lnTo>
                    <a:pt x="3118" y="8412"/>
                  </a:lnTo>
                  <a:lnTo>
                    <a:pt x="3160" y="8412"/>
                  </a:lnTo>
                  <a:lnTo>
                    <a:pt x="3244" y="8454"/>
                  </a:lnTo>
                  <a:lnTo>
                    <a:pt x="3265" y="8538"/>
                  </a:lnTo>
                  <a:lnTo>
                    <a:pt x="3244" y="8579"/>
                  </a:lnTo>
                  <a:lnTo>
                    <a:pt x="3432" y="8726"/>
                  </a:lnTo>
                  <a:lnTo>
                    <a:pt x="3621" y="8789"/>
                  </a:lnTo>
                  <a:lnTo>
                    <a:pt x="3642" y="8872"/>
                  </a:lnTo>
                  <a:lnTo>
                    <a:pt x="3725" y="8977"/>
                  </a:lnTo>
                  <a:lnTo>
                    <a:pt x="3830" y="8998"/>
                  </a:lnTo>
                  <a:lnTo>
                    <a:pt x="3872" y="9061"/>
                  </a:lnTo>
                  <a:lnTo>
                    <a:pt x="3893" y="9165"/>
                  </a:lnTo>
                  <a:lnTo>
                    <a:pt x="3976" y="9207"/>
                  </a:lnTo>
                  <a:lnTo>
                    <a:pt x="4165" y="9186"/>
                  </a:lnTo>
                  <a:lnTo>
                    <a:pt x="4206" y="9144"/>
                  </a:lnTo>
                  <a:lnTo>
                    <a:pt x="4186" y="9207"/>
                  </a:lnTo>
                  <a:lnTo>
                    <a:pt x="4269" y="9354"/>
                  </a:lnTo>
                  <a:lnTo>
                    <a:pt x="4458" y="9416"/>
                  </a:lnTo>
                  <a:lnTo>
                    <a:pt x="4562" y="9500"/>
                  </a:lnTo>
                  <a:lnTo>
                    <a:pt x="4562" y="9605"/>
                  </a:lnTo>
                  <a:lnTo>
                    <a:pt x="4667" y="9667"/>
                  </a:lnTo>
                  <a:lnTo>
                    <a:pt x="4792" y="9709"/>
                  </a:lnTo>
                  <a:lnTo>
                    <a:pt x="4834" y="9688"/>
                  </a:lnTo>
                  <a:lnTo>
                    <a:pt x="4939" y="9709"/>
                  </a:lnTo>
                  <a:lnTo>
                    <a:pt x="5148" y="9835"/>
                  </a:lnTo>
                  <a:lnTo>
                    <a:pt x="5315" y="9919"/>
                  </a:lnTo>
                  <a:lnTo>
                    <a:pt x="5420" y="9919"/>
                  </a:lnTo>
                  <a:lnTo>
                    <a:pt x="5462" y="9939"/>
                  </a:lnTo>
                  <a:lnTo>
                    <a:pt x="5504" y="10023"/>
                  </a:lnTo>
                  <a:lnTo>
                    <a:pt x="5650" y="10128"/>
                  </a:lnTo>
                  <a:lnTo>
                    <a:pt x="5755" y="10191"/>
                  </a:lnTo>
                  <a:lnTo>
                    <a:pt x="5859" y="10316"/>
                  </a:lnTo>
                  <a:lnTo>
                    <a:pt x="5943" y="10337"/>
                  </a:lnTo>
                  <a:lnTo>
                    <a:pt x="5985" y="10421"/>
                  </a:lnTo>
                  <a:lnTo>
                    <a:pt x="5964" y="10463"/>
                  </a:lnTo>
                  <a:lnTo>
                    <a:pt x="5964" y="10546"/>
                  </a:lnTo>
                  <a:lnTo>
                    <a:pt x="6090" y="10567"/>
                  </a:lnTo>
                  <a:lnTo>
                    <a:pt x="6236" y="10630"/>
                  </a:lnTo>
                  <a:lnTo>
                    <a:pt x="6403" y="10776"/>
                  </a:lnTo>
                  <a:lnTo>
                    <a:pt x="6550" y="10944"/>
                  </a:lnTo>
                  <a:lnTo>
                    <a:pt x="6655" y="10965"/>
                  </a:lnTo>
                  <a:lnTo>
                    <a:pt x="6675" y="10986"/>
                  </a:lnTo>
                  <a:lnTo>
                    <a:pt x="6801" y="10923"/>
                  </a:lnTo>
                  <a:lnTo>
                    <a:pt x="6927" y="10839"/>
                  </a:lnTo>
                  <a:lnTo>
                    <a:pt x="7010" y="10839"/>
                  </a:lnTo>
                  <a:lnTo>
                    <a:pt x="7115" y="10776"/>
                  </a:lnTo>
                  <a:lnTo>
                    <a:pt x="7178" y="10672"/>
                  </a:lnTo>
                  <a:lnTo>
                    <a:pt x="7073" y="10567"/>
                  </a:lnTo>
                  <a:lnTo>
                    <a:pt x="7094" y="10463"/>
                  </a:lnTo>
                  <a:lnTo>
                    <a:pt x="7136" y="10400"/>
                  </a:lnTo>
                  <a:lnTo>
                    <a:pt x="7240" y="10421"/>
                  </a:lnTo>
                  <a:lnTo>
                    <a:pt x="7219" y="10337"/>
                  </a:lnTo>
                  <a:lnTo>
                    <a:pt x="7136" y="10316"/>
                  </a:lnTo>
                  <a:lnTo>
                    <a:pt x="7094" y="10253"/>
                  </a:lnTo>
                  <a:lnTo>
                    <a:pt x="7199" y="10086"/>
                  </a:lnTo>
                  <a:lnTo>
                    <a:pt x="7324" y="10002"/>
                  </a:lnTo>
                  <a:lnTo>
                    <a:pt x="7429" y="9835"/>
                  </a:lnTo>
                  <a:lnTo>
                    <a:pt x="7450" y="9709"/>
                  </a:lnTo>
                  <a:lnTo>
                    <a:pt x="7282" y="9312"/>
                  </a:lnTo>
                  <a:lnTo>
                    <a:pt x="7324" y="9207"/>
                  </a:lnTo>
                  <a:lnTo>
                    <a:pt x="7324" y="9082"/>
                  </a:lnTo>
                  <a:lnTo>
                    <a:pt x="7303" y="8998"/>
                  </a:lnTo>
                  <a:lnTo>
                    <a:pt x="7282" y="8872"/>
                  </a:lnTo>
                  <a:lnTo>
                    <a:pt x="7324" y="8789"/>
                  </a:lnTo>
                  <a:lnTo>
                    <a:pt x="7387" y="8621"/>
                  </a:lnTo>
                  <a:lnTo>
                    <a:pt x="7345" y="8245"/>
                  </a:lnTo>
                  <a:lnTo>
                    <a:pt x="7303" y="8098"/>
                  </a:lnTo>
                  <a:lnTo>
                    <a:pt x="7387" y="7910"/>
                  </a:lnTo>
                  <a:lnTo>
                    <a:pt x="7387" y="7491"/>
                  </a:lnTo>
                  <a:lnTo>
                    <a:pt x="7450" y="7324"/>
                  </a:lnTo>
                  <a:lnTo>
                    <a:pt x="7450" y="7261"/>
                  </a:lnTo>
                  <a:lnTo>
                    <a:pt x="6927" y="6487"/>
                  </a:lnTo>
                  <a:lnTo>
                    <a:pt x="6906" y="6487"/>
                  </a:lnTo>
                  <a:lnTo>
                    <a:pt x="6864" y="6466"/>
                  </a:lnTo>
                  <a:lnTo>
                    <a:pt x="6675" y="6466"/>
                  </a:lnTo>
                  <a:lnTo>
                    <a:pt x="6571" y="6529"/>
                  </a:lnTo>
                  <a:lnTo>
                    <a:pt x="6445" y="6529"/>
                  </a:lnTo>
                  <a:lnTo>
                    <a:pt x="6383" y="6466"/>
                  </a:lnTo>
                  <a:lnTo>
                    <a:pt x="6362" y="6341"/>
                  </a:lnTo>
                  <a:lnTo>
                    <a:pt x="6341" y="6006"/>
                  </a:lnTo>
                  <a:lnTo>
                    <a:pt x="6341" y="5797"/>
                  </a:lnTo>
                  <a:lnTo>
                    <a:pt x="6383" y="5734"/>
                  </a:lnTo>
                  <a:lnTo>
                    <a:pt x="6403" y="5608"/>
                  </a:lnTo>
                  <a:lnTo>
                    <a:pt x="6362" y="5545"/>
                  </a:lnTo>
                  <a:lnTo>
                    <a:pt x="6152" y="5650"/>
                  </a:lnTo>
                  <a:lnTo>
                    <a:pt x="5922" y="5901"/>
                  </a:lnTo>
                  <a:lnTo>
                    <a:pt x="5608" y="5859"/>
                  </a:lnTo>
                  <a:lnTo>
                    <a:pt x="5357" y="5859"/>
                  </a:lnTo>
                  <a:lnTo>
                    <a:pt x="5315" y="5713"/>
                  </a:lnTo>
                  <a:lnTo>
                    <a:pt x="5211" y="5525"/>
                  </a:lnTo>
                  <a:lnTo>
                    <a:pt x="5023" y="5483"/>
                  </a:lnTo>
                  <a:lnTo>
                    <a:pt x="4688" y="5525"/>
                  </a:lnTo>
                  <a:lnTo>
                    <a:pt x="4813" y="5336"/>
                  </a:lnTo>
                  <a:lnTo>
                    <a:pt x="4520" y="4876"/>
                  </a:lnTo>
                  <a:lnTo>
                    <a:pt x="4374" y="4709"/>
                  </a:lnTo>
                  <a:lnTo>
                    <a:pt x="4395" y="4646"/>
                  </a:lnTo>
                  <a:lnTo>
                    <a:pt x="4374" y="4541"/>
                  </a:lnTo>
                  <a:lnTo>
                    <a:pt x="4416" y="4437"/>
                  </a:lnTo>
                  <a:lnTo>
                    <a:pt x="4416" y="4290"/>
                  </a:lnTo>
                  <a:lnTo>
                    <a:pt x="4395" y="4227"/>
                  </a:lnTo>
                  <a:lnTo>
                    <a:pt x="4458" y="4165"/>
                  </a:lnTo>
                  <a:lnTo>
                    <a:pt x="4458" y="4039"/>
                  </a:lnTo>
                  <a:lnTo>
                    <a:pt x="4625" y="3934"/>
                  </a:lnTo>
                  <a:lnTo>
                    <a:pt x="4709" y="3955"/>
                  </a:lnTo>
                  <a:lnTo>
                    <a:pt x="4792" y="3851"/>
                  </a:lnTo>
                  <a:lnTo>
                    <a:pt x="4730" y="3746"/>
                  </a:lnTo>
                  <a:lnTo>
                    <a:pt x="4688" y="3558"/>
                  </a:lnTo>
                  <a:lnTo>
                    <a:pt x="4834" y="3411"/>
                  </a:lnTo>
                  <a:lnTo>
                    <a:pt x="4813" y="3307"/>
                  </a:lnTo>
                  <a:lnTo>
                    <a:pt x="4897" y="3223"/>
                  </a:lnTo>
                  <a:lnTo>
                    <a:pt x="4876" y="3076"/>
                  </a:lnTo>
                  <a:lnTo>
                    <a:pt x="4981" y="3014"/>
                  </a:lnTo>
                  <a:lnTo>
                    <a:pt x="5106" y="2930"/>
                  </a:lnTo>
                  <a:lnTo>
                    <a:pt x="5232" y="2825"/>
                  </a:lnTo>
                  <a:lnTo>
                    <a:pt x="5295" y="2804"/>
                  </a:lnTo>
                  <a:lnTo>
                    <a:pt x="5357" y="2721"/>
                  </a:lnTo>
                  <a:lnTo>
                    <a:pt x="5650" y="2679"/>
                  </a:lnTo>
                  <a:lnTo>
                    <a:pt x="6069" y="2553"/>
                  </a:lnTo>
                  <a:lnTo>
                    <a:pt x="6090" y="2449"/>
                  </a:lnTo>
                  <a:lnTo>
                    <a:pt x="6152" y="2470"/>
                  </a:lnTo>
                  <a:lnTo>
                    <a:pt x="6299" y="2470"/>
                  </a:lnTo>
                  <a:lnTo>
                    <a:pt x="6445" y="2553"/>
                  </a:lnTo>
                  <a:lnTo>
                    <a:pt x="6445" y="2574"/>
                  </a:lnTo>
                  <a:lnTo>
                    <a:pt x="6550" y="2595"/>
                  </a:lnTo>
                  <a:lnTo>
                    <a:pt x="6592" y="2512"/>
                  </a:lnTo>
                  <a:lnTo>
                    <a:pt x="6592" y="2470"/>
                  </a:lnTo>
                  <a:lnTo>
                    <a:pt x="6571" y="2344"/>
                  </a:lnTo>
                  <a:lnTo>
                    <a:pt x="6466" y="2260"/>
                  </a:lnTo>
                  <a:lnTo>
                    <a:pt x="6341" y="2260"/>
                  </a:lnTo>
                  <a:lnTo>
                    <a:pt x="6194" y="2281"/>
                  </a:lnTo>
                  <a:lnTo>
                    <a:pt x="6173" y="2198"/>
                  </a:lnTo>
                  <a:lnTo>
                    <a:pt x="6550" y="1570"/>
                  </a:lnTo>
                  <a:lnTo>
                    <a:pt x="6550" y="1507"/>
                  </a:lnTo>
                  <a:lnTo>
                    <a:pt x="6445" y="1528"/>
                  </a:lnTo>
                  <a:lnTo>
                    <a:pt x="6362" y="1444"/>
                  </a:lnTo>
                  <a:lnTo>
                    <a:pt x="6257" y="1403"/>
                  </a:lnTo>
                  <a:lnTo>
                    <a:pt x="6173" y="1403"/>
                  </a:lnTo>
                  <a:lnTo>
                    <a:pt x="6131" y="1319"/>
                  </a:lnTo>
                  <a:lnTo>
                    <a:pt x="6027" y="1319"/>
                  </a:lnTo>
                  <a:lnTo>
                    <a:pt x="5839" y="1424"/>
                  </a:lnTo>
                  <a:lnTo>
                    <a:pt x="5671" y="1340"/>
                  </a:lnTo>
                  <a:lnTo>
                    <a:pt x="5525" y="1319"/>
                  </a:lnTo>
                  <a:lnTo>
                    <a:pt x="5336" y="1403"/>
                  </a:lnTo>
                  <a:lnTo>
                    <a:pt x="5295" y="1444"/>
                  </a:lnTo>
                  <a:lnTo>
                    <a:pt x="5148" y="1444"/>
                  </a:lnTo>
                  <a:lnTo>
                    <a:pt x="5043" y="1424"/>
                  </a:lnTo>
                  <a:lnTo>
                    <a:pt x="4918" y="1444"/>
                  </a:lnTo>
                  <a:lnTo>
                    <a:pt x="4813" y="1424"/>
                  </a:lnTo>
                  <a:lnTo>
                    <a:pt x="4792" y="1340"/>
                  </a:lnTo>
                  <a:lnTo>
                    <a:pt x="4813" y="1256"/>
                  </a:lnTo>
                  <a:lnTo>
                    <a:pt x="4792" y="1131"/>
                  </a:lnTo>
                  <a:lnTo>
                    <a:pt x="4688" y="1089"/>
                  </a:lnTo>
                  <a:lnTo>
                    <a:pt x="4625" y="1089"/>
                  </a:lnTo>
                  <a:lnTo>
                    <a:pt x="4625" y="921"/>
                  </a:lnTo>
                  <a:lnTo>
                    <a:pt x="4520" y="775"/>
                  </a:lnTo>
                  <a:lnTo>
                    <a:pt x="4269" y="670"/>
                  </a:lnTo>
                  <a:lnTo>
                    <a:pt x="4186" y="670"/>
                  </a:lnTo>
                  <a:lnTo>
                    <a:pt x="4081" y="482"/>
                  </a:lnTo>
                  <a:lnTo>
                    <a:pt x="4081" y="377"/>
                  </a:lnTo>
                  <a:lnTo>
                    <a:pt x="3934" y="210"/>
                  </a:lnTo>
                  <a:lnTo>
                    <a:pt x="3893" y="168"/>
                  </a:lnTo>
                  <a:lnTo>
                    <a:pt x="3767" y="147"/>
                  </a:lnTo>
                  <a:lnTo>
                    <a:pt x="3558" y="84"/>
                  </a:lnTo>
                  <a:lnTo>
                    <a:pt x="35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9230;p128">
              <a:extLst>
                <a:ext uri="{FF2B5EF4-FFF2-40B4-BE49-F238E27FC236}">
                  <a16:creationId xmlns:a16="http://schemas.microsoft.com/office/drawing/2014/main" id="{6092FDAE-8CC8-E391-A36B-521DFE04B383}"/>
                </a:ext>
              </a:extLst>
            </p:cNvPr>
            <p:cNvSpPr/>
            <p:nvPr/>
          </p:nvSpPr>
          <p:spPr>
            <a:xfrm>
              <a:off x="3275452" y="3211250"/>
              <a:ext cx="85722" cy="91389"/>
            </a:xfrm>
            <a:custGeom>
              <a:avLst/>
              <a:gdLst/>
              <a:ahLst/>
              <a:cxnLst/>
              <a:rect l="l" t="t" r="r" b="b"/>
              <a:pathLst>
                <a:path w="7199" h="8036" extrusionOk="0">
                  <a:moveTo>
                    <a:pt x="1967" y="1"/>
                  </a:moveTo>
                  <a:lnTo>
                    <a:pt x="1779" y="85"/>
                  </a:lnTo>
                  <a:lnTo>
                    <a:pt x="1612" y="126"/>
                  </a:lnTo>
                  <a:lnTo>
                    <a:pt x="1319" y="294"/>
                  </a:lnTo>
                  <a:lnTo>
                    <a:pt x="1235" y="545"/>
                  </a:lnTo>
                  <a:lnTo>
                    <a:pt x="1047" y="608"/>
                  </a:lnTo>
                  <a:lnTo>
                    <a:pt x="921" y="608"/>
                  </a:lnTo>
                  <a:lnTo>
                    <a:pt x="796" y="712"/>
                  </a:lnTo>
                  <a:lnTo>
                    <a:pt x="712" y="712"/>
                  </a:lnTo>
                  <a:lnTo>
                    <a:pt x="524" y="775"/>
                  </a:lnTo>
                  <a:lnTo>
                    <a:pt x="1" y="775"/>
                  </a:lnTo>
                  <a:lnTo>
                    <a:pt x="524" y="1549"/>
                  </a:lnTo>
                  <a:lnTo>
                    <a:pt x="524" y="1612"/>
                  </a:lnTo>
                  <a:lnTo>
                    <a:pt x="461" y="1779"/>
                  </a:lnTo>
                  <a:lnTo>
                    <a:pt x="461" y="2198"/>
                  </a:lnTo>
                  <a:lnTo>
                    <a:pt x="377" y="2386"/>
                  </a:lnTo>
                  <a:lnTo>
                    <a:pt x="419" y="2533"/>
                  </a:lnTo>
                  <a:lnTo>
                    <a:pt x="461" y="2909"/>
                  </a:lnTo>
                  <a:lnTo>
                    <a:pt x="398" y="3077"/>
                  </a:lnTo>
                  <a:lnTo>
                    <a:pt x="356" y="3160"/>
                  </a:lnTo>
                  <a:lnTo>
                    <a:pt x="377" y="3286"/>
                  </a:lnTo>
                  <a:lnTo>
                    <a:pt x="398" y="3370"/>
                  </a:lnTo>
                  <a:lnTo>
                    <a:pt x="398" y="3495"/>
                  </a:lnTo>
                  <a:lnTo>
                    <a:pt x="356" y="3600"/>
                  </a:lnTo>
                  <a:lnTo>
                    <a:pt x="524" y="3997"/>
                  </a:lnTo>
                  <a:lnTo>
                    <a:pt x="503" y="4123"/>
                  </a:lnTo>
                  <a:lnTo>
                    <a:pt x="398" y="4290"/>
                  </a:lnTo>
                  <a:lnTo>
                    <a:pt x="273" y="4374"/>
                  </a:lnTo>
                  <a:lnTo>
                    <a:pt x="168" y="4541"/>
                  </a:lnTo>
                  <a:lnTo>
                    <a:pt x="210" y="4604"/>
                  </a:lnTo>
                  <a:lnTo>
                    <a:pt x="293" y="4625"/>
                  </a:lnTo>
                  <a:lnTo>
                    <a:pt x="314" y="4709"/>
                  </a:lnTo>
                  <a:lnTo>
                    <a:pt x="356" y="4709"/>
                  </a:lnTo>
                  <a:lnTo>
                    <a:pt x="356" y="4834"/>
                  </a:lnTo>
                  <a:lnTo>
                    <a:pt x="482" y="4939"/>
                  </a:lnTo>
                  <a:lnTo>
                    <a:pt x="524" y="5002"/>
                  </a:lnTo>
                  <a:lnTo>
                    <a:pt x="565" y="5127"/>
                  </a:lnTo>
                  <a:lnTo>
                    <a:pt x="524" y="5232"/>
                  </a:lnTo>
                  <a:lnTo>
                    <a:pt x="524" y="5274"/>
                  </a:lnTo>
                  <a:lnTo>
                    <a:pt x="586" y="5483"/>
                  </a:lnTo>
                  <a:lnTo>
                    <a:pt x="670" y="5629"/>
                  </a:lnTo>
                  <a:lnTo>
                    <a:pt x="921" y="5839"/>
                  </a:lnTo>
                  <a:lnTo>
                    <a:pt x="942" y="5901"/>
                  </a:lnTo>
                  <a:lnTo>
                    <a:pt x="879" y="6090"/>
                  </a:lnTo>
                  <a:lnTo>
                    <a:pt x="921" y="6194"/>
                  </a:lnTo>
                  <a:lnTo>
                    <a:pt x="775" y="6508"/>
                  </a:lnTo>
                  <a:lnTo>
                    <a:pt x="879" y="6613"/>
                  </a:lnTo>
                  <a:lnTo>
                    <a:pt x="1130" y="6885"/>
                  </a:lnTo>
                  <a:lnTo>
                    <a:pt x="1570" y="8036"/>
                  </a:lnTo>
                  <a:lnTo>
                    <a:pt x="1737" y="8036"/>
                  </a:lnTo>
                  <a:lnTo>
                    <a:pt x="1758" y="7952"/>
                  </a:lnTo>
                  <a:lnTo>
                    <a:pt x="1863" y="7931"/>
                  </a:lnTo>
                  <a:lnTo>
                    <a:pt x="1863" y="7952"/>
                  </a:lnTo>
                  <a:lnTo>
                    <a:pt x="1946" y="7847"/>
                  </a:lnTo>
                  <a:lnTo>
                    <a:pt x="2051" y="7638"/>
                  </a:lnTo>
                  <a:lnTo>
                    <a:pt x="2260" y="7408"/>
                  </a:lnTo>
                  <a:lnTo>
                    <a:pt x="2407" y="7345"/>
                  </a:lnTo>
                  <a:lnTo>
                    <a:pt x="2553" y="7471"/>
                  </a:lnTo>
                  <a:lnTo>
                    <a:pt x="2721" y="7450"/>
                  </a:lnTo>
                  <a:lnTo>
                    <a:pt x="2804" y="7429"/>
                  </a:lnTo>
                  <a:lnTo>
                    <a:pt x="2930" y="7471"/>
                  </a:lnTo>
                  <a:lnTo>
                    <a:pt x="3139" y="7429"/>
                  </a:lnTo>
                  <a:lnTo>
                    <a:pt x="3244" y="7450"/>
                  </a:lnTo>
                  <a:lnTo>
                    <a:pt x="3286" y="7575"/>
                  </a:lnTo>
                  <a:lnTo>
                    <a:pt x="3348" y="7847"/>
                  </a:lnTo>
                  <a:lnTo>
                    <a:pt x="3411" y="7889"/>
                  </a:lnTo>
                  <a:lnTo>
                    <a:pt x="3453" y="7847"/>
                  </a:lnTo>
                  <a:lnTo>
                    <a:pt x="3453" y="7743"/>
                  </a:lnTo>
                  <a:lnTo>
                    <a:pt x="3516" y="7617"/>
                  </a:lnTo>
                  <a:lnTo>
                    <a:pt x="3516" y="7512"/>
                  </a:lnTo>
                  <a:lnTo>
                    <a:pt x="3620" y="7366"/>
                  </a:lnTo>
                  <a:lnTo>
                    <a:pt x="4227" y="7366"/>
                  </a:lnTo>
                  <a:lnTo>
                    <a:pt x="4353" y="7471"/>
                  </a:lnTo>
                  <a:lnTo>
                    <a:pt x="4374" y="7303"/>
                  </a:lnTo>
                  <a:lnTo>
                    <a:pt x="4541" y="6989"/>
                  </a:lnTo>
                  <a:lnTo>
                    <a:pt x="4562" y="6822"/>
                  </a:lnTo>
                  <a:lnTo>
                    <a:pt x="4541" y="6675"/>
                  </a:lnTo>
                  <a:lnTo>
                    <a:pt x="4478" y="6592"/>
                  </a:lnTo>
                  <a:lnTo>
                    <a:pt x="4667" y="6299"/>
                  </a:lnTo>
                  <a:lnTo>
                    <a:pt x="4750" y="6090"/>
                  </a:lnTo>
                  <a:lnTo>
                    <a:pt x="4750" y="5985"/>
                  </a:lnTo>
                  <a:lnTo>
                    <a:pt x="4876" y="5901"/>
                  </a:lnTo>
                  <a:lnTo>
                    <a:pt x="5650" y="5692"/>
                  </a:lnTo>
                  <a:lnTo>
                    <a:pt x="6319" y="5692"/>
                  </a:lnTo>
                  <a:lnTo>
                    <a:pt x="6696" y="5985"/>
                  </a:lnTo>
                  <a:lnTo>
                    <a:pt x="6780" y="5985"/>
                  </a:lnTo>
                  <a:lnTo>
                    <a:pt x="6864" y="6069"/>
                  </a:lnTo>
                  <a:lnTo>
                    <a:pt x="6926" y="5964"/>
                  </a:lnTo>
                  <a:lnTo>
                    <a:pt x="6905" y="5880"/>
                  </a:lnTo>
                  <a:lnTo>
                    <a:pt x="7198" y="5315"/>
                  </a:lnTo>
                  <a:lnTo>
                    <a:pt x="7177" y="5043"/>
                  </a:lnTo>
                  <a:lnTo>
                    <a:pt x="6884" y="4499"/>
                  </a:lnTo>
                  <a:lnTo>
                    <a:pt x="6571" y="4437"/>
                  </a:lnTo>
                  <a:lnTo>
                    <a:pt x="6591" y="4207"/>
                  </a:lnTo>
                  <a:lnTo>
                    <a:pt x="6550" y="3851"/>
                  </a:lnTo>
                  <a:lnTo>
                    <a:pt x="5524" y="3809"/>
                  </a:lnTo>
                  <a:lnTo>
                    <a:pt x="5545" y="3558"/>
                  </a:lnTo>
                  <a:lnTo>
                    <a:pt x="5315" y="3181"/>
                  </a:lnTo>
                  <a:lnTo>
                    <a:pt x="5399" y="3056"/>
                  </a:lnTo>
                  <a:lnTo>
                    <a:pt x="5336" y="2846"/>
                  </a:lnTo>
                  <a:lnTo>
                    <a:pt x="5378" y="2554"/>
                  </a:lnTo>
                  <a:lnTo>
                    <a:pt x="5315" y="2491"/>
                  </a:lnTo>
                  <a:lnTo>
                    <a:pt x="5106" y="2323"/>
                  </a:lnTo>
                  <a:lnTo>
                    <a:pt x="4771" y="2386"/>
                  </a:lnTo>
                  <a:lnTo>
                    <a:pt x="4604" y="2302"/>
                  </a:lnTo>
                  <a:lnTo>
                    <a:pt x="4499" y="2240"/>
                  </a:lnTo>
                  <a:lnTo>
                    <a:pt x="4457" y="2093"/>
                  </a:lnTo>
                  <a:lnTo>
                    <a:pt x="4290" y="2030"/>
                  </a:lnTo>
                  <a:lnTo>
                    <a:pt x="4060" y="1968"/>
                  </a:lnTo>
                  <a:lnTo>
                    <a:pt x="3955" y="1968"/>
                  </a:lnTo>
                  <a:lnTo>
                    <a:pt x="3746" y="1717"/>
                  </a:lnTo>
                  <a:lnTo>
                    <a:pt x="3620" y="1779"/>
                  </a:lnTo>
                  <a:lnTo>
                    <a:pt x="3411" y="1570"/>
                  </a:lnTo>
                  <a:lnTo>
                    <a:pt x="3181" y="1612"/>
                  </a:lnTo>
                  <a:lnTo>
                    <a:pt x="3118" y="1696"/>
                  </a:lnTo>
                  <a:lnTo>
                    <a:pt x="2993" y="1570"/>
                  </a:lnTo>
                  <a:lnTo>
                    <a:pt x="2804" y="1466"/>
                  </a:lnTo>
                  <a:lnTo>
                    <a:pt x="2679" y="1382"/>
                  </a:lnTo>
                  <a:lnTo>
                    <a:pt x="2616" y="1235"/>
                  </a:lnTo>
                  <a:lnTo>
                    <a:pt x="2490" y="1152"/>
                  </a:lnTo>
                  <a:lnTo>
                    <a:pt x="2407" y="942"/>
                  </a:lnTo>
                  <a:lnTo>
                    <a:pt x="2449" y="838"/>
                  </a:lnTo>
                  <a:lnTo>
                    <a:pt x="2386" y="545"/>
                  </a:lnTo>
                  <a:lnTo>
                    <a:pt x="2470" y="398"/>
                  </a:lnTo>
                  <a:lnTo>
                    <a:pt x="2407" y="189"/>
                  </a:lnTo>
                  <a:lnTo>
                    <a:pt x="2407" y="43"/>
                  </a:lnTo>
                  <a:lnTo>
                    <a:pt x="2365" y="1"/>
                  </a:lnTo>
                  <a:lnTo>
                    <a:pt x="2239" y="85"/>
                  </a:lnTo>
                  <a:lnTo>
                    <a:pt x="20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6B65"/>
                </a:solidFill>
              </a:endParaRPr>
            </a:p>
          </p:txBody>
        </p:sp>
        <p:sp>
          <p:nvSpPr>
            <p:cNvPr id="39" name="Google Shape;9231;p128">
              <a:extLst>
                <a:ext uri="{FF2B5EF4-FFF2-40B4-BE49-F238E27FC236}">
                  <a16:creationId xmlns:a16="http://schemas.microsoft.com/office/drawing/2014/main" id="{8DDA31AC-F3F4-3904-5137-70C7D52AF691}"/>
                </a:ext>
              </a:extLst>
            </p:cNvPr>
            <p:cNvSpPr/>
            <p:nvPr/>
          </p:nvSpPr>
          <p:spPr>
            <a:xfrm>
              <a:off x="3327273" y="3275982"/>
              <a:ext cx="58811" cy="59262"/>
            </a:xfrm>
            <a:custGeom>
              <a:avLst/>
              <a:gdLst/>
              <a:ahLst/>
              <a:cxnLst/>
              <a:rect l="l" t="t" r="r" b="b"/>
              <a:pathLst>
                <a:path w="4939" h="5211" extrusionOk="0">
                  <a:moveTo>
                    <a:pt x="1298" y="0"/>
                  </a:moveTo>
                  <a:lnTo>
                    <a:pt x="524" y="209"/>
                  </a:lnTo>
                  <a:lnTo>
                    <a:pt x="398" y="293"/>
                  </a:lnTo>
                  <a:lnTo>
                    <a:pt x="398" y="398"/>
                  </a:lnTo>
                  <a:lnTo>
                    <a:pt x="315" y="607"/>
                  </a:lnTo>
                  <a:lnTo>
                    <a:pt x="126" y="900"/>
                  </a:lnTo>
                  <a:lnTo>
                    <a:pt x="189" y="983"/>
                  </a:lnTo>
                  <a:lnTo>
                    <a:pt x="210" y="1130"/>
                  </a:lnTo>
                  <a:lnTo>
                    <a:pt x="189" y="1297"/>
                  </a:lnTo>
                  <a:lnTo>
                    <a:pt x="22" y="1611"/>
                  </a:lnTo>
                  <a:lnTo>
                    <a:pt x="1" y="1779"/>
                  </a:lnTo>
                  <a:lnTo>
                    <a:pt x="1" y="1820"/>
                  </a:lnTo>
                  <a:lnTo>
                    <a:pt x="126" y="1946"/>
                  </a:lnTo>
                  <a:lnTo>
                    <a:pt x="231" y="1967"/>
                  </a:lnTo>
                  <a:lnTo>
                    <a:pt x="398" y="2239"/>
                  </a:lnTo>
                  <a:lnTo>
                    <a:pt x="754" y="2595"/>
                  </a:lnTo>
                  <a:lnTo>
                    <a:pt x="879" y="2595"/>
                  </a:lnTo>
                  <a:lnTo>
                    <a:pt x="1026" y="2720"/>
                  </a:lnTo>
                  <a:lnTo>
                    <a:pt x="1131" y="2888"/>
                  </a:lnTo>
                  <a:lnTo>
                    <a:pt x="1465" y="2971"/>
                  </a:lnTo>
                  <a:lnTo>
                    <a:pt x="1695" y="3097"/>
                  </a:lnTo>
                  <a:lnTo>
                    <a:pt x="1800" y="3097"/>
                  </a:lnTo>
                  <a:lnTo>
                    <a:pt x="2030" y="3327"/>
                  </a:lnTo>
                  <a:lnTo>
                    <a:pt x="2302" y="3452"/>
                  </a:lnTo>
                  <a:lnTo>
                    <a:pt x="2637" y="3515"/>
                  </a:lnTo>
                  <a:lnTo>
                    <a:pt x="2804" y="3641"/>
                  </a:lnTo>
                  <a:lnTo>
                    <a:pt x="2951" y="3808"/>
                  </a:lnTo>
                  <a:lnTo>
                    <a:pt x="3035" y="3934"/>
                  </a:lnTo>
                  <a:lnTo>
                    <a:pt x="2972" y="4059"/>
                  </a:lnTo>
                  <a:lnTo>
                    <a:pt x="2909" y="4185"/>
                  </a:lnTo>
                  <a:lnTo>
                    <a:pt x="2804" y="4269"/>
                  </a:lnTo>
                  <a:lnTo>
                    <a:pt x="2742" y="4373"/>
                  </a:lnTo>
                  <a:lnTo>
                    <a:pt x="2763" y="4478"/>
                  </a:lnTo>
                  <a:lnTo>
                    <a:pt x="2700" y="4708"/>
                  </a:lnTo>
                  <a:lnTo>
                    <a:pt x="2512" y="4896"/>
                  </a:lnTo>
                  <a:lnTo>
                    <a:pt x="2491" y="5022"/>
                  </a:lnTo>
                  <a:lnTo>
                    <a:pt x="2574" y="5022"/>
                  </a:lnTo>
                  <a:lnTo>
                    <a:pt x="2972" y="4959"/>
                  </a:lnTo>
                  <a:lnTo>
                    <a:pt x="3328" y="5064"/>
                  </a:lnTo>
                  <a:lnTo>
                    <a:pt x="3579" y="5210"/>
                  </a:lnTo>
                  <a:lnTo>
                    <a:pt x="3704" y="5168"/>
                  </a:lnTo>
                  <a:lnTo>
                    <a:pt x="3788" y="5168"/>
                  </a:lnTo>
                  <a:lnTo>
                    <a:pt x="3851" y="5210"/>
                  </a:lnTo>
                  <a:lnTo>
                    <a:pt x="3955" y="5064"/>
                  </a:lnTo>
                  <a:lnTo>
                    <a:pt x="3997" y="5022"/>
                  </a:lnTo>
                  <a:lnTo>
                    <a:pt x="4123" y="5085"/>
                  </a:lnTo>
                  <a:lnTo>
                    <a:pt x="4227" y="4959"/>
                  </a:lnTo>
                  <a:lnTo>
                    <a:pt x="4290" y="4792"/>
                  </a:lnTo>
                  <a:lnTo>
                    <a:pt x="4541" y="4603"/>
                  </a:lnTo>
                  <a:lnTo>
                    <a:pt x="4583" y="4478"/>
                  </a:lnTo>
                  <a:lnTo>
                    <a:pt x="4646" y="4352"/>
                  </a:lnTo>
                  <a:lnTo>
                    <a:pt x="4750" y="4248"/>
                  </a:lnTo>
                  <a:lnTo>
                    <a:pt x="4792" y="4038"/>
                  </a:lnTo>
                  <a:lnTo>
                    <a:pt x="4750" y="3976"/>
                  </a:lnTo>
                  <a:lnTo>
                    <a:pt x="4750" y="3829"/>
                  </a:lnTo>
                  <a:lnTo>
                    <a:pt x="4813" y="3808"/>
                  </a:lnTo>
                  <a:lnTo>
                    <a:pt x="4813" y="3724"/>
                  </a:lnTo>
                  <a:lnTo>
                    <a:pt x="4813" y="3662"/>
                  </a:lnTo>
                  <a:lnTo>
                    <a:pt x="4813" y="3599"/>
                  </a:lnTo>
                  <a:lnTo>
                    <a:pt x="4834" y="3599"/>
                  </a:lnTo>
                  <a:lnTo>
                    <a:pt x="4855" y="3515"/>
                  </a:lnTo>
                  <a:lnTo>
                    <a:pt x="4855" y="2971"/>
                  </a:lnTo>
                  <a:lnTo>
                    <a:pt x="4939" y="2888"/>
                  </a:lnTo>
                  <a:lnTo>
                    <a:pt x="4834" y="2867"/>
                  </a:lnTo>
                  <a:lnTo>
                    <a:pt x="4750" y="2783"/>
                  </a:lnTo>
                  <a:lnTo>
                    <a:pt x="4625" y="2720"/>
                  </a:lnTo>
                  <a:lnTo>
                    <a:pt x="4395" y="2867"/>
                  </a:lnTo>
                  <a:lnTo>
                    <a:pt x="4290" y="2825"/>
                  </a:lnTo>
                  <a:lnTo>
                    <a:pt x="4206" y="2616"/>
                  </a:lnTo>
                  <a:lnTo>
                    <a:pt x="4060" y="1988"/>
                  </a:lnTo>
                  <a:lnTo>
                    <a:pt x="4018" y="1862"/>
                  </a:lnTo>
                  <a:lnTo>
                    <a:pt x="3892" y="1820"/>
                  </a:lnTo>
                  <a:lnTo>
                    <a:pt x="3767" y="1716"/>
                  </a:lnTo>
                  <a:lnTo>
                    <a:pt x="3495" y="1841"/>
                  </a:lnTo>
                  <a:lnTo>
                    <a:pt x="3328" y="1758"/>
                  </a:lnTo>
                  <a:lnTo>
                    <a:pt x="3056" y="1779"/>
                  </a:lnTo>
                  <a:lnTo>
                    <a:pt x="2972" y="1737"/>
                  </a:lnTo>
                  <a:lnTo>
                    <a:pt x="2763" y="1758"/>
                  </a:lnTo>
                  <a:lnTo>
                    <a:pt x="2721" y="1632"/>
                  </a:lnTo>
                  <a:lnTo>
                    <a:pt x="2763" y="1528"/>
                  </a:lnTo>
                  <a:lnTo>
                    <a:pt x="2721" y="1360"/>
                  </a:lnTo>
                  <a:lnTo>
                    <a:pt x="2763" y="1025"/>
                  </a:lnTo>
                  <a:lnTo>
                    <a:pt x="2658" y="837"/>
                  </a:lnTo>
                  <a:lnTo>
                    <a:pt x="2658" y="670"/>
                  </a:lnTo>
                  <a:lnTo>
                    <a:pt x="2512" y="565"/>
                  </a:lnTo>
                  <a:lnTo>
                    <a:pt x="2553" y="419"/>
                  </a:lnTo>
                  <a:lnTo>
                    <a:pt x="2428" y="293"/>
                  </a:lnTo>
                  <a:lnTo>
                    <a:pt x="2344" y="293"/>
                  </a:lnTo>
                  <a:lnTo>
                    <a:pt x="196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6CBC2"/>
                </a:solidFill>
              </a:endParaRPr>
            </a:p>
          </p:txBody>
        </p:sp>
        <p:sp>
          <p:nvSpPr>
            <p:cNvPr id="40" name="Google Shape;9232;p128">
              <a:extLst>
                <a:ext uri="{FF2B5EF4-FFF2-40B4-BE49-F238E27FC236}">
                  <a16:creationId xmlns:a16="http://schemas.microsoft.com/office/drawing/2014/main" id="{22A6DE9F-1628-B351-1E83-049A86071FB0}"/>
                </a:ext>
              </a:extLst>
            </p:cNvPr>
            <p:cNvSpPr/>
            <p:nvPr/>
          </p:nvSpPr>
          <p:spPr>
            <a:xfrm>
              <a:off x="3363150" y="3352838"/>
              <a:ext cx="34889" cy="37848"/>
            </a:xfrm>
            <a:custGeom>
              <a:avLst/>
              <a:gdLst/>
              <a:ahLst/>
              <a:cxnLst/>
              <a:rect l="l" t="t" r="r" b="b"/>
              <a:pathLst>
                <a:path w="2930" h="3328" extrusionOk="0">
                  <a:moveTo>
                    <a:pt x="754" y="0"/>
                  </a:moveTo>
                  <a:lnTo>
                    <a:pt x="440" y="63"/>
                  </a:lnTo>
                  <a:lnTo>
                    <a:pt x="377" y="42"/>
                  </a:lnTo>
                  <a:lnTo>
                    <a:pt x="315" y="42"/>
                  </a:lnTo>
                  <a:lnTo>
                    <a:pt x="273" y="63"/>
                  </a:lnTo>
                  <a:lnTo>
                    <a:pt x="231" y="210"/>
                  </a:lnTo>
                  <a:lnTo>
                    <a:pt x="126" y="335"/>
                  </a:lnTo>
                  <a:lnTo>
                    <a:pt x="168" y="524"/>
                  </a:lnTo>
                  <a:lnTo>
                    <a:pt x="126" y="586"/>
                  </a:lnTo>
                  <a:lnTo>
                    <a:pt x="147" y="712"/>
                  </a:lnTo>
                  <a:lnTo>
                    <a:pt x="147" y="963"/>
                  </a:lnTo>
                  <a:lnTo>
                    <a:pt x="84" y="1047"/>
                  </a:lnTo>
                  <a:lnTo>
                    <a:pt x="84" y="1151"/>
                  </a:lnTo>
                  <a:lnTo>
                    <a:pt x="43" y="1277"/>
                  </a:lnTo>
                  <a:lnTo>
                    <a:pt x="84" y="1465"/>
                  </a:lnTo>
                  <a:lnTo>
                    <a:pt x="43" y="1507"/>
                  </a:lnTo>
                  <a:lnTo>
                    <a:pt x="63" y="1779"/>
                  </a:lnTo>
                  <a:lnTo>
                    <a:pt x="126" y="1967"/>
                  </a:lnTo>
                  <a:lnTo>
                    <a:pt x="84" y="2030"/>
                  </a:lnTo>
                  <a:lnTo>
                    <a:pt x="22" y="2114"/>
                  </a:lnTo>
                  <a:lnTo>
                    <a:pt x="1" y="2156"/>
                  </a:lnTo>
                  <a:lnTo>
                    <a:pt x="1" y="2428"/>
                  </a:lnTo>
                  <a:lnTo>
                    <a:pt x="63" y="2637"/>
                  </a:lnTo>
                  <a:lnTo>
                    <a:pt x="231" y="2867"/>
                  </a:lnTo>
                  <a:lnTo>
                    <a:pt x="315" y="2867"/>
                  </a:lnTo>
                  <a:lnTo>
                    <a:pt x="461" y="3034"/>
                  </a:lnTo>
                  <a:lnTo>
                    <a:pt x="545" y="3055"/>
                  </a:lnTo>
                  <a:lnTo>
                    <a:pt x="796" y="3034"/>
                  </a:lnTo>
                  <a:lnTo>
                    <a:pt x="963" y="3055"/>
                  </a:lnTo>
                  <a:lnTo>
                    <a:pt x="1089" y="3139"/>
                  </a:lnTo>
                  <a:lnTo>
                    <a:pt x="1172" y="3160"/>
                  </a:lnTo>
                  <a:lnTo>
                    <a:pt x="1277" y="3160"/>
                  </a:lnTo>
                  <a:lnTo>
                    <a:pt x="1298" y="3181"/>
                  </a:lnTo>
                  <a:lnTo>
                    <a:pt x="1277" y="3244"/>
                  </a:lnTo>
                  <a:lnTo>
                    <a:pt x="1277" y="3285"/>
                  </a:lnTo>
                  <a:lnTo>
                    <a:pt x="1382" y="3285"/>
                  </a:lnTo>
                  <a:lnTo>
                    <a:pt x="1507" y="3202"/>
                  </a:lnTo>
                  <a:lnTo>
                    <a:pt x="1654" y="3181"/>
                  </a:lnTo>
                  <a:lnTo>
                    <a:pt x="1800" y="3244"/>
                  </a:lnTo>
                  <a:lnTo>
                    <a:pt x="1842" y="3264"/>
                  </a:lnTo>
                  <a:lnTo>
                    <a:pt x="1926" y="3264"/>
                  </a:lnTo>
                  <a:lnTo>
                    <a:pt x="2009" y="3285"/>
                  </a:lnTo>
                  <a:lnTo>
                    <a:pt x="2093" y="3327"/>
                  </a:lnTo>
                  <a:lnTo>
                    <a:pt x="2135" y="3264"/>
                  </a:lnTo>
                  <a:lnTo>
                    <a:pt x="2156" y="3181"/>
                  </a:lnTo>
                  <a:lnTo>
                    <a:pt x="2177" y="3181"/>
                  </a:lnTo>
                  <a:lnTo>
                    <a:pt x="2239" y="3202"/>
                  </a:lnTo>
                  <a:lnTo>
                    <a:pt x="2449" y="3139"/>
                  </a:lnTo>
                  <a:lnTo>
                    <a:pt x="2574" y="2972"/>
                  </a:lnTo>
                  <a:lnTo>
                    <a:pt x="2637" y="2930"/>
                  </a:lnTo>
                  <a:lnTo>
                    <a:pt x="2616" y="2909"/>
                  </a:lnTo>
                  <a:lnTo>
                    <a:pt x="2658" y="2804"/>
                  </a:lnTo>
                  <a:lnTo>
                    <a:pt x="2784" y="2720"/>
                  </a:lnTo>
                  <a:lnTo>
                    <a:pt x="2784" y="2532"/>
                  </a:lnTo>
                  <a:lnTo>
                    <a:pt x="2867" y="2428"/>
                  </a:lnTo>
                  <a:lnTo>
                    <a:pt x="2930" y="2407"/>
                  </a:lnTo>
                  <a:lnTo>
                    <a:pt x="2888" y="2386"/>
                  </a:lnTo>
                  <a:lnTo>
                    <a:pt x="2825" y="2281"/>
                  </a:lnTo>
                  <a:lnTo>
                    <a:pt x="2784" y="2239"/>
                  </a:lnTo>
                  <a:lnTo>
                    <a:pt x="2784" y="2218"/>
                  </a:lnTo>
                  <a:lnTo>
                    <a:pt x="2742" y="2030"/>
                  </a:lnTo>
                  <a:lnTo>
                    <a:pt x="2846" y="1884"/>
                  </a:lnTo>
                  <a:lnTo>
                    <a:pt x="2867" y="1716"/>
                  </a:lnTo>
                  <a:lnTo>
                    <a:pt x="2742" y="1612"/>
                  </a:lnTo>
                  <a:lnTo>
                    <a:pt x="2574" y="1402"/>
                  </a:lnTo>
                  <a:lnTo>
                    <a:pt x="2449" y="1256"/>
                  </a:lnTo>
                  <a:lnTo>
                    <a:pt x="2239" y="1151"/>
                  </a:lnTo>
                  <a:lnTo>
                    <a:pt x="2114" y="1172"/>
                  </a:lnTo>
                  <a:lnTo>
                    <a:pt x="2114" y="1026"/>
                  </a:lnTo>
                  <a:lnTo>
                    <a:pt x="1988" y="879"/>
                  </a:lnTo>
                  <a:lnTo>
                    <a:pt x="1842" y="858"/>
                  </a:lnTo>
                  <a:lnTo>
                    <a:pt x="1695" y="775"/>
                  </a:lnTo>
                  <a:lnTo>
                    <a:pt x="1570" y="565"/>
                  </a:lnTo>
                  <a:lnTo>
                    <a:pt x="1486" y="565"/>
                  </a:lnTo>
                  <a:lnTo>
                    <a:pt x="1382" y="670"/>
                  </a:lnTo>
                  <a:lnTo>
                    <a:pt x="1319" y="670"/>
                  </a:lnTo>
                  <a:lnTo>
                    <a:pt x="1172" y="461"/>
                  </a:lnTo>
                  <a:lnTo>
                    <a:pt x="1110" y="314"/>
                  </a:lnTo>
                  <a:lnTo>
                    <a:pt x="984" y="251"/>
                  </a:lnTo>
                  <a:lnTo>
                    <a:pt x="859" y="63"/>
                  </a:lnTo>
                  <a:lnTo>
                    <a:pt x="75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1" name="Google Shape;9233;p128">
              <a:extLst>
                <a:ext uri="{FF2B5EF4-FFF2-40B4-BE49-F238E27FC236}">
                  <a16:creationId xmlns:a16="http://schemas.microsoft.com/office/drawing/2014/main" id="{2238793B-4F2A-8AE4-939A-540AE672319E}"/>
                </a:ext>
              </a:extLst>
            </p:cNvPr>
            <p:cNvGrpSpPr/>
            <p:nvPr/>
          </p:nvGrpSpPr>
          <p:grpSpPr>
            <a:xfrm>
              <a:off x="3280929" y="3294542"/>
              <a:ext cx="109894" cy="272224"/>
              <a:chOff x="2711750" y="3572300"/>
              <a:chExt cx="230725" cy="598425"/>
            </a:xfrm>
            <a:grpFill/>
          </p:grpSpPr>
          <p:sp>
            <p:nvSpPr>
              <p:cNvPr id="462" name="Google Shape;9234;p128">
                <a:extLst>
                  <a:ext uri="{FF2B5EF4-FFF2-40B4-BE49-F238E27FC236}">
                    <a16:creationId xmlns:a16="http://schemas.microsoft.com/office/drawing/2014/main" id="{970B5322-0056-190E-25FE-12C3BCB41847}"/>
                  </a:ext>
                </a:extLst>
              </p:cNvPr>
              <p:cNvSpPr/>
              <p:nvPr/>
            </p:nvSpPr>
            <p:spPr>
              <a:xfrm>
                <a:off x="2711750" y="3572300"/>
                <a:ext cx="230725" cy="538800"/>
              </a:xfrm>
              <a:custGeom>
                <a:avLst/>
                <a:gdLst/>
                <a:ahLst/>
                <a:cxnLst/>
                <a:rect l="l" t="t" r="r" b="b"/>
                <a:pathLst>
                  <a:path w="9229" h="21552" extrusionOk="0">
                    <a:moveTo>
                      <a:pt x="1947" y="0"/>
                    </a:moveTo>
                    <a:lnTo>
                      <a:pt x="1800" y="42"/>
                    </a:lnTo>
                    <a:lnTo>
                      <a:pt x="1570" y="293"/>
                    </a:lnTo>
                    <a:lnTo>
                      <a:pt x="1466" y="502"/>
                    </a:lnTo>
                    <a:lnTo>
                      <a:pt x="1382" y="607"/>
                    </a:lnTo>
                    <a:lnTo>
                      <a:pt x="1466" y="753"/>
                    </a:lnTo>
                    <a:lnTo>
                      <a:pt x="1298" y="1402"/>
                    </a:lnTo>
                    <a:lnTo>
                      <a:pt x="629" y="1779"/>
                    </a:lnTo>
                    <a:lnTo>
                      <a:pt x="566" y="1925"/>
                    </a:lnTo>
                    <a:lnTo>
                      <a:pt x="691" y="2030"/>
                    </a:lnTo>
                    <a:lnTo>
                      <a:pt x="733" y="2134"/>
                    </a:lnTo>
                    <a:lnTo>
                      <a:pt x="650" y="2281"/>
                    </a:lnTo>
                    <a:lnTo>
                      <a:pt x="670" y="2448"/>
                    </a:lnTo>
                    <a:lnTo>
                      <a:pt x="796" y="2616"/>
                    </a:lnTo>
                    <a:lnTo>
                      <a:pt x="796" y="2762"/>
                    </a:lnTo>
                    <a:lnTo>
                      <a:pt x="691" y="2846"/>
                    </a:lnTo>
                    <a:lnTo>
                      <a:pt x="670" y="2950"/>
                    </a:lnTo>
                    <a:lnTo>
                      <a:pt x="754" y="3013"/>
                    </a:lnTo>
                    <a:lnTo>
                      <a:pt x="796" y="3076"/>
                    </a:lnTo>
                    <a:lnTo>
                      <a:pt x="796" y="3243"/>
                    </a:lnTo>
                    <a:lnTo>
                      <a:pt x="859" y="3285"/>
                    </a:lnTo>
                    <a:lnTo>
                      <a:pt x="775" y="3390"/>
                    </a:lnTo>
                    <a:lnTo>
                      <a:pt x="670" y="3453"/>
                    </a:lnTo>
                    <a:lnTo>
                      <a:pt x="524" y="3599"/>
                    </a:lnTo>
                    <a:lnTo>
                      <a:pt x="357" y="3997"/>
                    </a:lnTo>
                    <a:lnTo>
                      <a:pt x="252" y="4164"/>
                    </a:lnTo>
                    <a:lnTo>
                      <a:pt x="210" y="4582"/>
                    </a:lnTo>
                    <a:lnTo>
                      <a:pt x="126" y="4645"/>
                    </a:lnTo>
                    <a:lnTo>
                      <a:pt x="147" y="5022"/>
                    </a:lnTo>
                    <a:lnTo>
                      <a:pt x="252" y="5210"/>
                    </a:lnTo>
                    <a:lnTo>
                      <a:pt x="252" y="5461"/>
                    </a:lnTo>
                    <a:lnTo>
                      <a:pt x="168" y="5566"/>
                    </a:lnTo>
                    <a:lnTo>
                      <a:pt x="168" y="5859"/>
                    </a:lnTo>
                    <a:lnTo>
                      <a:pt x="22" y="5942"/>
                    </a:lnTo>
                    <a:lnTo>
                      <a:pt x="1" y="6152"/>
                    </a:lnTo>
                    <a:lnTo>
                      <a:pt x="43" y="6424"/>
                    </a:lnTo>
                    <a:lnTo>
                      <a:pt x="147" y="6570"/>
                    </a:lnTo>
                    <a:lnTo>
                      <a:pt x="168" y="6675"/>
                    </a:lnTo>
                    <a:lnTo>
                      <a:pt x="315" y="6884"/>
                    </a:lnTo>
                    <a:lnTo>
                      <a:pt x="378" y="7051"/>
                    </a:lnTo>
                    <a:lnTo>
                      <a:pt x="461" y="7407"/>
                    </a:lnTo>
                    <a:lnTo>
                      <a:pt x="545" y="7470"/>
                    </a:lnTo>
                    <a:lnTo>
                      <a:pt x="587" y="7930"/>
                    </a:lnTo>
                    <a:lnTo>
                      <a:pt x="566" y="8181"/>
                    </a:lnTo>
                    <a:lnTo>
                      <a:pt x="461" y="8202"/>
                    </a:lnTo>
                    <a:lnTo>
                      <a:pt x="357" y="8453"/>
                    </a:lnTo>
                    <a:lnTo>
                      <a:pt x="378" y="8683"/>
                    </a:lnTo>
                    <a:lnTo>
                      <a:pt x="252" y="8872"/>
                    </a:lnTo>
                    <a:lnTo>
                      <a:pt x="336" y="8935"/>
                    </a:lnTo>
                    <a:lnTo>
                      <a:pt x="440" y="9123"/>
                    </a:lnTo>
                    <a:lnTo>
                      <a:pt x="461" y="9332"/>
                    </a:lnTo>
                    <a:lnTo>
                      <a:pt x="336" y="9458"/>
                    </a:lnTo>
                    <a:lnTo>
                      <a:pt x="210" y="9709"/>
                    </a:lnTo>
                    <a:lnTo>
                      <a:pt x="210" y="10085"/>
                    </a:lnTo>
                    <a:lnTo>
                      <a:pt x="210" y="10253"/>
                    </a:lnTo>
                    <a:lnTo>
                      <a:pt x="147" y="10483"/>
                    </a:lnTo>
                    <a:lnTo>
                      <a:pt x="482" y="11173"/>
                    </a:lnTo>
                    <a:lnTo>
                      <a:pt x="419" y="11278"/>
                    </a:lnTo>
                    <a:lnTo>
                      <a:pt x="252" y="11341"/>
                    </a:lnTo>
                    <a:lnTo>
                      <a:pt x="231" y="11655"/>
                    </a:lnTo>
                    <a:lnTo>
                      <a:pt x="22" y="11948"/>
                    </a:lnTo>
                    <a:lnTo>
                      <a:pt x="43" y="12157"/>
                    </a:lnTo>
                    <a:lnTo>
                      <a:pt x="147" y="12345"/>
                    </a:lnTo>
                    <a:lnTo>
                      <a:pt x="126" y="12764"/>
                    </a:lnTo>
                    <a:lnTo>
                      <a:pt x="147" y="13119"/>
                    </a:lnTo>
                    <a:lnTo>
                      <a:pt x="210" y="13391"/>
                    </a:lnTo>
                    <a:lnTo>
                      <a:pt x="315" y="13433"/>
                    </a:lnTo>
                    <a:lnTo>
                      <a:pt x="357" y="13538"/>
                    </a:lnTo>
                    <a:lnTo>
                      <a:pt x="336" y="13705"/>
                    </a:lnTo>
                    <a:lnTo>
                      <a:pt x="210" y="13789"/>
                    </a:lnTo>
                    <a:lnTo>
                      <a:pt x="231" y="14103"/>
                    </a:lnTo>
                    <a:cubicBezTo>
                      <a:pt x="252" y="14165"/>
                      <a:pt x="252" y="14270"/>
                      <a:pt x="273" y="14354"/>
                    </a:cubicBezTo>
                    <a:lnTo>
                      <a:pt x="273" y="14375"/>
                    </a:lnTo>
                    <a:lnTo>
                      <a:pt x="461" y="14437"/>
                    </a:lnTo>
                    <a:lnTo>
                      <a:pt x="461" y="14626"/>
                    </a:lnTo>
                    <a:lnTo>
                      <a:pt x="461" y="14772"/>
                    </a:lnTo>
                    <a:lnTo>
                      <a:pt x="566" y="15002"/>
                    </a:lnTo>
                    <a:lnTo>
                      <a:pt x="608" y="15274"/>
                    </a:lnTo>
                    <a:lnTo>
                      <a:pt x="712" y="15295"/>
                    </a:lnTo>
                    <a:lnTo>
                      <a:pt x="796" y="15253"/>
                    </a:lnTo>
                    <a:lnTo>
                      <a:pt x="880" y="15274"/>
                    </a:lnTo>
                    <a:lnTo>
                      <a:pt x="880" y="15400"/>
                    </a:lnTo>
                    <a:lnTo>
                      <a:pt x="754" y="15567"/>
                    </a:lnTo>
                    <a:lnTo>
                      <a:pt x="482" y="15567"/>
                    </a:lnTo>
                    <a:lnTo>
                      <a:pt x="440" y="15672"/>
                    </a:lnTo>
                    <a:lnTo>
                      <a:pt x="524" y="15735"/>
                    </a:lnTo>
                    <a:lnTo>
                      <a:pt x="545" y="15714"/>
                    </a:lnTo>
                    <a:lnTo>
                      <a:pt x="670" y="15714"/>
                    </a:lnTo>
                    <a:lnTo>
                      <a:pt x="859" y="15839"/>
                    </a:lnTo>
                    <a:lnTo>
                      <a:pt x="984" y="16049"/>
                    </a:lnTo>
                    <a:lnTo>
                      <a:pt x="984" y="16195"/>
                    </a:lnTo>
                    <a:lnTo>
                      <a:pt x="838" y="16321"/>
                    </a:lnTo>
                    <a:lnTo>
                      <a:pt x="838" y="16425"/>
                    </a:lnTo>
                    <a:lnTo>
                      <a:pt x="901" y="16572"/>
                    </a:lnTo>
                    <a:lnTo>
                      <a:pt x="963" y="16885"/>
                    </a:lnTo>
                    <a:lnTo>
                      <a:pt x="1047" y="17137"/>
                    </a:lnTo>
                    <a:lnTo>
                      <a:pt x="942" y="17241"/>
                    </a:lnTo>
                    <a:lnTo>
                      <a:pt x="901" y="17367"/>
                    </a:lnTo>
                    <a:lnTo>
                      <a:pt x="1005" y="17618"/>
                    </a:lnTo>
                    <a:lnTo>
                      <a:pt x="901" y="17764"/>
                    </a:lnTo>
                    <a:lnTo>
                      <a:pt x="859" y="18015"/>
                    </a:lnTo>
                    <a:lnTo>
                      <a:pt x="942" y="18246"/>
                    </a:lnTo>
                    <a:lnTo>
                      <a:pt x="984" y="18559"/>
                    </a:lnTo>
                    <a:lnTo>
                      <a:pt x="942" y="18852"/>
                    </a:lnTo>
                    <a:lnTo>
                      <a:pt x="733" y="19062"/>
                    </a:lnTo>
                    <a:lnTo>
                      <a:pt x="587" y="19250"/>
                    </a:lnTo>
                    <a:lnTo>
                      <a:pt x="524" y="19752"/>
                    </a:lnTo>
                    <a:cubicBezTo>
                      <a:pt x="545" y="19815"/>
                      <a:pt x="545" y="19898"/>
                      <a:pt x="566" y="19982"/>
                    </a:cubicBezTo>
                    <a:lnTo>
                      <a:pt x="796" y="20422"/>
                    </a:lnTo>
                    <a:lnTo>
                      <a:pt x="942" y="20422"/>
                    </a:lnTo>
                    <a:lnTo>
                      <a:pt x="1047" y="20317"/>
                    </a:lnTo>
                    <a:lnTo>
                      <a:pt x="1214" y="20233"/>
                    </a:lnTo>
                    <a:lnTo>
                      <a:pt x="1361" y="20233"/>
                    </a:lnTo>
                    <a:lnTo>
                      <a:pt x="1361" y="20401"/>
                    </a:lnTo>
                    <a:lnTo>
                      <a:pt x="1382" y="20735"/>
                    </a:lnTo>
                    <a:lnTo>
                      <a:pt x="1507" y="20840"/>
                    </a:lnTo>
                    <a:lnTo>
                      <a:pt x="1570" y="21049"/>
                    </a:lnTo>
                    <a:lnTo>
                      <a:pt x="1633" y="21279"/>
                    </a:lnTo>
                    <a:lnTo>
                      <a:pt x="1926" y="21321"/>
                    </a:lnTo>
                    <a:lnTo>
                      <a:pt x="2030" y="21363"/>
                    </a:lnTo>
                    <a:lnTo>
                      <a:pt x="2449" y="21279"/>
                    </a:lnTo>
                    <a:lnTo>
                      <a:pt x="3181" y="21279"/>
                    </a:lnTo>
                    <a:lnTo>
                      <a:pt x="3244" y="21342"/>
                    </a:lnTo>
                    <a:lnTo>
                      <a:pt x="3370" y="21363"/>
                    </a:lnTo>
                    <a:lnTo>
                      <a:pt x="3516" y="21489"/>
                    </a:lnTo>
                    <a:lnTo>
                      <a:pt x="3663" y="21551"/>
                    </a:lnTo>
                    <a:lnTo>
                      <a:pt x="3704" y="21551"/>
                    </a:lnTo>
                    <a:lnTo>
                      <a:pt x="3704" y="21447"/>
                    </a:lnTo>
                    <a:lnTo>
                      <a:pt x="3600" y="21363"/>
                    </a:lnTo>
                    <a:lnTo>
                      <a:pt x="3411" y="21238"/>
                    </a:lnTo>
                    <a:lnTo>
                      <a:pt x="3391" y="21133"/>
                    </a:lnTo>
                    <a:lnTo>
                      <a:pt x="3286" y="21028"/>
                    </a:lnTo>
                    <a:lnTo>
                      <a:pt x="3202" y="21049"/>
                    </a:lnTo>
                    <a:lnTo>
                      <a:pt x="3160" y="21007"/>
                    </a:lnTo>
                    <a:lnTo>
                      <a:pt x="3244" y="20945"/>
                    </a:lnTo>
                    <a:lnTo>
                      <a:pt x="3265" y="20861"/>
                    </a:lnTo>
                    <a:lnTo>
                      <a:pt x="3244" y="20840"/>
                    </a:lnTo>
                    <a:lnTo>
                      <a:pt x="3244" y="20756"/>
                    </a:lnTo>
                    <a:lnTo>
                      <a:pt x="3139" y="20505"/>
                    </a:lnTo>
                    <a:lnTo>
                      <a:pt x="3035" y="20317"/>
                    </a:lnTo>
                    <a:lnTo>
                      <a:pt x="2993" y="20129"/>
                    </a:lnTo>
                    <a:lnTo>
                      <a:pt x="3077" y="19961"/>
                    </a:lnTo>
                    <a:lnTo>
                      <a:pt x="3202" y="19857"/>
                    </a:lnTo>
                    <a:lnTo>
                      <a:pt x="3265" y="19752"/>
                    </a:lnTo>
                    <a:lnTo>
                      <a:pt x="3202" y="19689"/>
                    </a:lnTo>
                    <a:lnTo>
                      <a:pt x="3202" y="19585"/>
                    </a:lnTo>
                    <a:lnTo>
                      <a:pt x="3160" y="19501"/>
                    </a:lnTo>
                    <a:lnTo>
                      <a:pt x="3244" y="19564"/>
                    </a:lnTo>
                    <a:lnTo>
                      <a:pt x="3307" y="19647"/>
                    </a:lnTo>
                    <a:lnTo>
                      <a:pt x="3391" y="19668"/>
                    </a:lnTo>
                    <a:lnTo>
                      <a:pt x="3516" y="19564"/>
                    </a:lnTo>
                    <a:lnTo>
                      <a:pt x="3558" y="19480"/>
                    </a:lnTo>
                    <a:lnTo>
                      <a:pt x="3663" y="19354"/>
                    </a:lnTo>
                    <a:lnTo>
                      <a:pt x="3683" y="19250"/>
                    </a:lnTo>
                    <a:lnTo>
                      <a:pt x="3663" y="19062"/>
                    </a:lnTo>
                    <a:lnTo>
                      <a:pt x="3579" y="19041"/>
                    </a:lnTo>
                    <a:lnTo>
                      <a:pt x="3516" y="19082"/>
                    </a:lnTo>
                    <a:lnTo>
                      <a:pt x="3516" y="19082"/>
                    </a:lnTo>
                    <a:lnTo>
                      <a:pt x="3558" y="19020"/>
                    </a:lnTo>
                    <a:lnTo>
                      <a:pt x="3663" y="18915"/>
                    </a:lnTo>
                    <a:lnTo>
                      <a:pt x="3704" y="18769"/>
                    </a:lnTo>
                    <a:lnTo>
                      <a:pt x="3725" y="18643"/>
                    </a:lnTo>
                    <a:lnTo>
                      <a:pt x="3872" y="18518"/>
                    </a:lnTo>
                    <a:lnTo>
                      <a:pt x="3976" y="18518"/>
                    </a:lnTo>
                    <a:lnTo>
                      <a:pt x="4018" y="18392"/>
                    </a:lnTo>
                    <a:lnTo>
                      <a:pt x="4102" y="18287"/>
                    </a:lnTo>
                    <a:lnTo>
                      <a:pt x="4144" y="18246"/>
                    </a:lnTo>
                    <a:lnTo>
                      <a:pt x="4186" y="18141"/>
                    </a:lnTo>
                    <a:lnTo>
                      <a:pt x="4248" y="18099"/>
                    </a:lnTo>
                    <a:lnTo>
                      <a:pt x="4332" y="17994"/>
                    </a:lnTo>
                    <a:lnTo>
                      <a:pt x="4311" y="17932"/>
                    </a:lnTo>
                    <a:lnTo>
                      <a:pt x="4311" y="17869"/>
                    </a:lnTo>
                    <a:lnTo>
                      <a:pt x="4395" y="17806"/>
                    </a:lnTo>
                    <a:lnTo>
                      <a:pt x="4290" y="17702"/>
                    </a:lnTo>
                    <a:lnTo>
                      <a:pt x="4207" y="17702"/>
                    </a:lnTo>
                    <a:lnTo>
                      <a:pt x="4311" y="17597"/>
                    </a:lnTo>
                    <a:lnTo>
                      <a:pt x="4311" y="17492"/>
                    </a:lnTo>
                    <a:lnTo>
                      <a:pt x="4227" y="17367"/>
                    </a:lnTo>
                    <a:lnTo>
                      <a:pt x="4227" y="17423"/>
                    </a:lnTo>
                    <a:lnTo>
                      <a:pt x="4186" y="17409"/>
                    </a:lnTo>
                    <a:lnTo>
                      <a:pt x="4123" y="17429"/>
                    </a:lnTo>
                    <a:lnTo>
                      <a:pt x="4018" y="17429"/>
                    </a:lnTo>
                    <a:lnTo>
                      <a:pt x="3830" y="17471"/>
                    </a:lnTo>
                    <a:lnTo>
                      <a:pt x="3600" y="17262"/>
                    </a:lnTo>
                    <a:lnTo>
                      <a:pt x="3453" y="17137"/>
                    </a:lnTo>
                    <a:lnTo>
                      <a:pt x="3370" y="17095"/>
                    </a:lnTo>
                    <a:lnTo>
                      <a:pt x="3265" y="16990"/>
                    </a:lnTo>
                    <a:lnTo>
                      <a:pt x="3139" y="16781"/>
                    </a:lnTo>
                    <a:lnTo>
                      <a:pt x="3139" y="16655"/>
                    </a:lnTo>
                    <a:lnTo>
                      <a:pt x="3056" y="16551"/>
                    </a:lnTo>
                    <a:lnTo>
                      <a:pt x="3056" y="16467"/>
                    </a:lnTo>
                    <a:lnTo>
                      <a:pt x="3181" y="16362"/>
                    </a:lnTo>
                    <a:lnTo>
                      <a:pt x="3244" y="16258"/>
                    </a:lnTo>
                    <a:lnTo>
                      <a:pt x="3286" y="16132"/>
                    </a:lnTo>
                    <a:lnTo>
                      <a:pt x="3370" y="16111"/>
                    </a:lnTo>
                    <a:lnTo>
                      <a:pt x="3474" y="16007"/>
                    </a:lnTo>
                    <a:lnTo>
                      <a:pt x="3600" y="15986"/>
                    </a:lnTo>
                    <a:lnTo>
                      <a:pt x="3704" y="15881"/>
                    </a:lnTo>
                    <a:lnTo>
                      <a:pt x="3872" y="15839"/>
                    </a:lnTo>
                    <a:lnTo>
                      <a:pt x="3976" y="15881"/>
                    </a:lnTo>
                    <a:lnTo>
                      <a:pt x="4144" y="15839"/>
                    </a:lnTo>
                    <a:lnTo>
                      <a:pt x="4144" y="15797"/>
                    </a:lnTo>
                    <a:lnTo>
                      <a:pt x="4102" y="15735"/>
                    </a:lnTo>
                    <a:lnTo>
                      <a:pt x="3997" y="15693"/>
                    </a:lnTo>
                    <a:lnTo>
                      <a:pt x="4018" y="15630"/>
                    </a:lnTo>
                    <a:lnTo>
                      <a:pt x="4039" y="15567"/>
                    </a:lnTo>
                    <a:lnTo>
                      <a:pt x="4207" y="15463"/>
                    </a:lnTo>
                    <a:lnTo>
                      <a:pt x="4186" y="15421"/>
                    </a:lnTo>
                    <a:lnTo>
                      <a:pt x="4227" y="15358"/>
                    </a:lnTo>
                    <a:lnTo>
                      <a:pt x="4227" y="15295"/>
                    </a:lnTo>
                    <a:lnTo>
                      <a:pt x="4102" y="15128"/>
                    </a:lnTo>
                    <a:lnTo>
                      <a:pt x="4123" y="15065"/>
                    </a:lnTo>
                    <a:lnTo>
                      <a:pt x="4123" y="14981"/>
                    </a:lnTo>
                    <a:lnTo>
                      <a:pt x="4018" y="14940"/>
                    </a:lnTo>
                    <a:lnTo>
                      <a:pt x="3997" y="14772"/>
                    </a:lnTo>
                    <a:lnTo>
                      <a:pt x="4081" y="14668"/>
                    </a:lnTo>
                    <a:lnTo>
                      <a:pt x="4123" y="14563"/>
                    </a:lnTo>
                    <a:lnTo>
                      <a:pt x="4081" y="14521"/>
                    </a:lnTo>
                    <a:lnTo>
                      <a:pt x="4144" y="14437"/>
                    </a:lnTo>
                    <a:lnTo>
                      <a:pt x="4332" y="14354"/>
                    </a:lnTo>
                    <a:lnTo>
                      <a:pt x="4458" y="14249"/>
                    </a:lnTo>
                    <a:lnTo>
                      <a:pt x="4458" y="14207"/>
                    </a:lnTo>
                    <a:lnTo>
                      <a:pt x="4311" y="14144"/>
                    </a:lnTo>
                    <a:lnTo>
                      <a:pt x="4207" y="14144"/>
                    </a:lnTo>
                    <a:lnTo>
                      <a:pt x="4144" y="14061"/>
                    </a:lnTo>
                    <a:lnTo>
                      <a:pt x="4186" y="14019"/>
                    </a:lnTo>
                    <a:lnTo>
                      <a:pt x="4290" y="13935"/>
                    </a:lnTo>
                    <a:lnTo>
                      <a:pt x="4437" y="13893"/>
                    </a:lnTo>
                    <a:lnTo>
                      <a:pt x="4562" y="13956"/>
                    </a:lnTo>
                    <a:lnTo>
                      <a:pt x="4562" y="14040"/>
                    </a:lnTo>
                    <a:lnTo>
                      <a:pt x="4541" y="14082"/>
                    </a:lnTo>
                    <a:lnTo>
                      <a:pt x="4604" y="14186"/>
                    </a:lnTo>
                    <a:lnTo>
                      <a:pt x="4667" y="14228"/>
                    </a:lnTo>
                    <a:lnTo>
                      <a:pt x="4918" y="14082"/>
                    </a:lnTo>
                    <a:lnTo>
                      <a:pt x="4939" y="13998"/>
                    </a:lnTo>
                    <a:lnTo>
                      <a:pt x="4876" y="13852"/>
                    </a:lnTo>
                    <a:lnTo>
                      <a:pt x="4813" y="13747"/>
                    </a:lnTo>
                    <a:lnTo>
                      <a:pt x="4855" y="13726"/>
                    </a:lnTo>
                    <a:lnTo>
                      <a:pt x="4876" y="13621"/>
                    </a:lnTo>
                    <a:lnTo>
                      <a:pt x="4813" y="13496"/>
                    </a:lnTo>
                    <a:lnTo>
                      <a:pt x="4730" y="13496"/>
                    </a:lnTo>
                    <a:lnTo>
                      <a:pt x="4625" y="13559"/>
                    </a:lnTo>
                    <a:lnTo>
                      <a:pt x="4541" y="13559"/>
                    </a:lnTo>
                    <a:lnTo>
                      <a:pt x="4499" y="13621"/>
                    </a:lnTo>
                    <a:lnTo>
                      <a:pt x="4520" y="13642"/>
                    </a:lnTo>
                    <a:lnTo>
                      <a:pt x="4625" y="13684"/>
                    </a:lnTo>
                    <a:lnTo>
                      <a:pt x="4625" y="13726"/>
                    </a:lnTo>
                    <a:lnTo>
                      <a:pt x="4437" y="13789"/>
                    </a:lnTo>
                    <a:lnTo>
                      <a:pt x="4353" y="13747"/>
                    </a:lnTo>
                    <a:lnTo>
                      <a:pt x="4416" y="13705"/>
                    </a:lnTo>
                    <a:lnTo>
                      <a:pt x="4499" y="13684"/>
                    </a:lnTo>
                    <a:lnTo>
                      <a:pt x="4437" y="13642"/>
                    </a:lnTo>
                    <a:lnTo>
                      <a:pt x="4248" y="13642"/>
                    </a:lnTo>
                    <a:lnTo>
                      <a:pt x="4123" y="13580"/>
                    </a:lnTo>
                    <a:lnTo>
                      <a:pt x="4102" y="13475"/>
                    </a:lnTo>
                    <a:lnTo>
                      <a:pt x="4102" y="13203"/>
                    </a:lnTo>
                    <a:lnTo>
                      <a:pt x="4039" y="12994"/>
                    </a:lnTo>
                    <a:lnTo>
                      <a:pt x="3914" y="12889"/>
                    </a:lnTo>
                    <a:lnTo>
                      <a:pt x="3914" y="12680"/>
                    </a:lnTo>
                    <a:lnTo>
                      <a:pt x="4018" y="12575"/>
                    </a:lnTo>
                    <a:lnTo>
                      <a:pt x="4102" y="12575"/>
                    </a:lnTo>
                    <a:lnTo>
                      <a:pt x="4081" y="12659"/>
                    </a:lnTo>
                    <a:lnTo>
                      <a:pt x="4102" y="12680"/>
                    </a:lnTo>
                    <a:lnTo>
                      <a:pt x="4227" y="12680"/>
                    </a:lnTo>
                    <a:lnTo>
                      <a:pt x="4437" y="12764"/>
                    </a:lnTo>
                    <a:lnTo>
                      <a:pt x="4646" y="12910"/>
                    </a:lnTo>
                    <a:lnTo>
                      <a:pt x="4834" y="12973"/>
                    </a:lnTo>
                    <a:lnTo>
                      <a:pt x="5148" y="12973"/>
                    </a:lnTo>
                    <a:lnTo>
                      <a:pt x="5336" y="12847"/>
                    </a:lnTo>
                    <a:lnTo>
                      <a:pt x="5295" y="12805"/>
                    </a:lnTo>
                    <a:lnTo>
                      <a:pt x="5441" y="12701"/>
                    </a:lnTo>
                    <a:lnTo>
                      <a:pt x="5462" y="12596"/>
                    </a:lnTo>
                    <a:lnTo>
                      <a:pt x="5441" y="12533"/>
                    </a:lnTo>
                    <a:lnTo>
                      <a:pt x="5462" y="12471"/>
                    </a:lnTo>
                    <a:lnTo>
                      <a:pt x="5483" y="12366"/>
                    </a:lnTo>
                    <a:lnTo>
                      <a:pt x="5378" y="12345"/>
                    </a:lnTo>
                    <a:lnTo>
                      <a:pt x="5295" y="12220"/>
                    </a:lnTo>
                    <a:lnTo>
                      <a:pt x="5295" y="12115"/>
                    </a:lnTo>
                    <a:lnTo>
                      <a:pt x="5357" y="12031"/>
                    </a:lnTo>
                    <a:lnTo>
                      <a:pt x="5336" y="11968"/>
                    </a:lnTo>
                    <a:lnTo>
                      <a:pt x="5441" y="11864"/>
                    </a:lnTo>
                    <a:lnTo>
                      <a:pt x="5441" y="11843"/>
                    </a:lnTo>
                    <a:lnTo>
                      <a:pt x="5483" y="11843"/>
                    </a:lnTo>
                    <a:lnTo>
                      <a:pt x="5504" y="11759"/>
                    </a:lnTo>
                    <a:lnTo>
                      <a:pt x="5483" y="11655"/>
                    </a:lnTo>
                    <a:lnTo>
                      <a:pt x="5378" y="11655"/>
                    </a:lnTo>
                    <a:lnTo>
                      <a:pt x="5378" y="11613"/>
                    </a:lnTo>
                    <a:lnTo>
                      <a:pt x="5336" y="11529"/>
                    </a:lnTo>
                    <a:lnTo>
                      <a:pt x="5336" y="11320"/>
                    </a:lnTo>
                    <a:lnTo>
                      <a:pt x="5295" y="11236"/>
                    </a:lnTo>
                    <a:lnTo>
                      <a:pt x="5295" y="11131"/>
                    </a:lnTo>
                    <a:lnTo>
                      <a:pt x="5336" y="11111"/>
                    </a:lnTo>
                    <a:lnTo>
                      <a:pt x="5378" y="11194"/>
                    </a:lnTo>
                    <a:lnTo>
                      <a:pt x="5462" y="11194"/>
                    </a:lnTo>
                    <a:lnTo>
                      <a:pt x="5608" y="11236"/>
                    </a:lnTo>
                    <a:lnTo>
                      <a:pt x="5755" y="11320"/>
                    </a:lnTo>
                    <a:lnTo>
                      <a:pt x="5859" y="11320"/>
                    </a:lnTo>
                    <a:lnTo>
                      <a:pt x="6027" y="11299"/>
                    </a:lnTo>
                    <a:lnTo>
                      <a:pt x="6215" y="11320"/>
                    </a:lnTo>
                    <a:lnTo>
                      <a:pt x="6445" y="11320"/>
                    </a:lnTo>
                    <a:lnTo>
                      <a:pt x="6843" y="11215"/>
                    </a:lnTo>
                    <a:lnTo>
                      <a:pt x="7178" y="11069"/>
                    </a:lnTo>
                    <a:lnTo>
                      <a:pt x="7220" y="10985"/>
                    </a:lnTo>
                    <a:lnTo>
                      <a:pt x="7261" y="11027"/>
                    </a:lnTo>
                    <a:lnTo>
                      <a:pt x="7492" y="10964"/>
                    </a:lnTo>
                    <a:lnTo>
                      <a:pt x="7805" y="10776"/>
                    </a:lnTo>
                    <a:lnTo>
                      <a:pt x="7868" y="10671"/>
                    </a:lnTo>
                    <a:lnTo>
                      <a:pt x="7826" y="10546"/>
                    </a:lnTo>
                    <a:lnTo>
                      <a:pt x="7889" y="10357"/>
                    </a:lnTo>
                    <a:lnTo>
                      <a:pt x="7931" y="10336"/>
                    </a:lnTo>
                    <a:lnTo>
                      <a:pt x="7973" y="10378"/>
                    </a:lnTo>
                    <a:lnTo>
                      <a:pt x="8015" y="10336"/>
                    </a:lnTo>
                    <a:lnTo>
                      <a:pt x="8077" y="10148"/>
                    </a:lnTo>
                    <a:lnTo>
                      <a:pt x="8182" y="9960"/>
                    </a:lnTo>
                    <a:lnTo>
                      <a:pt x="8203" y="9855"/>
                    </a:lnTo>
                    <a:lnTo>
                      <a:pt x="8203" y="9625"/>
                    </a:lnTo>
                    <a:lnTo>
                      <a:pt x="8182" y="9520"/>
                    </a:lnTo>
                    <a:lnTo>
                      <a:pt x="8140" y="9520"/>
                    </a:lnTo>
                    <a:lnTo>
                      <a:pt x="8077" y="9604"/>
                    </a:lnTo>
                    <a:lnTo>
                      <a:pt x="7931" y="9604"/>
                    </a:lnTo>
                    <a:lnTo>
                      <a:pt x="7784" y="9499"/>
                    </a:lnTo>
                    <a:lnTo>
                      <a:pt x="7701" y="9332"/>
                    </a:lnTo>
                    <a:lnTo>
                      <a:pt x="7701" y="9248"/>
                    </a:lnTo>
                    <a:lnTo>
                      <a:pt x="7826" y="8976"/>
                    </a:lnTo>
                    <a:lnTo>
                      <a:pt x="7826" y="8872"/>
                    </a:lnTo>
                    <a:lnTo>
                      <a:pt x="7764" y="8788"/>
                    </a:lnTo>
                    <a:lnTo>
                      <a:pt x="7471" y="8558"/>
                    </a:lnTo>
                    <a:lnTo>
                      <a:pt x="7240" y="8453"/>
                    </a:lnTo>
                    <a:lnTo>
                      <a:pt x="6989" y="8265"/>
                    </a:lnTo>
                    <a:lnTo>
                      <a:pt x="6948" y="8160"/>
                    </a:lnTo>
                    <a:lnTo>
                      <a:pt x="6968" y="8139"/>
                    </a:lnTo>
                    <a:lnTo>
                      <a:pt x="6968" y="8035"/>
                    </a:lnTo>
                    <a:lnTo>
                      <a:pt x="6885" y="7951"/>
                    </a:lnTo>
                    <a:lnTo>
                      <a:pt x="6927" y="7888"/>
                    </a:lnTo>
                    <a:lnTo>
                      <a:pt x="6864" y="7679"/>
                    </a:lnTo>
                    <a:lnTo>
                      <a:pt x="6885" y="7449"/>
                    </a:lnTo>
                    <a:lnTo>
                      <a:pt x="6927" y="7240"/>
                    </a:lnTo>
                    <a:lnTo>
                      <a:pt x="7010" y="7156"/>
                    </a:lnTo>
                    <a:lnTo>
                      <a:pt x="7031" y="7093"/>
                    </a:lnTo>
                    <a:lnTo>
                      <a:pt x="6968" y="6905"/>
                    </a:lnTo>
                    <a:lnTo>
                      <a:pt x="6948" y="6633"/>
                    </a:lnTo>
                    <a:lnTo>
                      <a:pt x="7010" y="6591"/>
                    </a:lnTo>
                    <a:lnTo>
                      <a:pt x="6948" y="6403"/>
                    </a:lnTo>
                    <a:lnTo>
                      <a:pt x="7031" y="6277"/>
                    </a:lnTo>
                    <a:lnTo>
                      <a:pt x="7031" y="6173"/>
                    </a:lnTo>
                    <a:lnTo>
                      <a:pt x="7073" y="6089"/>
                    </a:lnTo>
                    <a:lnTo>
                      <a:pt x="7115" y="5838"/>
                    </a:lnTo>
                    <a:lnTo>
                      <a:pt x="7073" y="5733"/>
                    </a:lnTo>
                    <a:lnTo>
                      <a:pt x="7136" y="5650"/>
                    </a:lnTo>
                    <a:lnTo>
                      <a:pt x="7115" y="5461"/>
                    </a:lnTo>
                    <a:lnTo>
                      <a:pt x="7220" y="5336"/>
                    </a:lnTo>
                    <a:lnTo>
                      <a:pt x="7261" y="5210"/>
                    </a:lnTo>
                    <a:lnTo>
                      <a:pt x="7261" y="5168"/>
                    </a:lnTo>
                    <a:lnTo>
                      <a:pt x="7282" y="5126"/>
                    </a:lnTo>
                    <a:lnTo>
                      <a:pt x="7387" y="5043"/>
                    </a:lnTo>
                    <a:lnTo>
                      <a:pt x="7387" y="5001"/>
                    </a:lnTo>
                    <a:lnTo>
                      <a:pt x="7492" y="4833"/>
                    </a:lnTo>
                    <a:lnTo>
                      <a:pt x="7575" y="4750"/>
                    </a:lnTo>
                    <a:lnTo>
                      <a:pt x="7680" y="4541"/>
                    </a:lnTo>
                    <a:lnTo>
                      <a:pt x="7722" y="4478"/>
                    </a:lnTo>
                    <a:lnTo>
                      <a:pt x="7805" y="4436"/>
                    </a:lnTo>
                    <a:lnTo>
                      <a:pt x="7805" y="4310"/>
                    </a:lnTo>
                    <a:lnTo>
                      <a:pt x="7826" y="4227"/>
                    </a:lnTo>
                    <a:lnTo>
                      <a:pt x="8015" y="3997"/>
                    </a:lnTo>
                    <a:lnTo>
                      <a:pt x="8098" y="3997"/>
                    </a:lnTo>
                    <a:lnTo>
                      <a:pt x="8182" y="3976"/>
                    </a:lnTo>
                    <a:lnTo>
                      <a:pt x="8182" y="3850"/>
                    </a:lnTo>
                    <a:lnTo>
                      <a:pt x="8266" y="3808"/>
                    </a:lnTo>
                    <a:lnTo>
                      <a:pt x="8475" y="3641"/>
                    </a:lnTo>
                    <a:lnTo>
                      <a:pt x="8538" y="3599"/>
                    </a:lnTo>
                    <a:lnTo>
                      <a:pt x="8600" y="3536"/>
                    </a:lnTo>
                    <a:lnTo>
                      <a:pt x="8831" y="3369"/>
                    </a:lnTo>
                    <a:lnTo>
                      <a:pt x="8852" y="3390"/>
                    </a:lnTo>
                    <a:lnTo>
                      <a:pt x="8935" y="3327"/>
                    </a:lnTo>
                    <a:lnTo>
                      <a:pt x="8956" y="3264"/>
                    </a:lnTo>
                    <a:lnTo>
                      <a:pt x="9103" y="3181"/>
                    </a:lnTo>
                    <a:lnTo>
                      <a:pt x="9207" y="3181"/>
                    </a:lnTo>
                    <a:lnTo>
                      <a:pt x="9228" y="3118"/>
                    </a:lnTo>
                    <a:lnTo>
                      <a:pt x="9207" y="2909"/>
                    </a:lnTo>
                    <a:lnTo>
                      <a:pt x="9165" y="2657"/>
                    </a:lnTo>
                    <a:lnTo>
                      <a:pt x="9165" y="2490"/>
                    </a:lnTo>
                    <a:lnTo>
                      <a:pt x="9061" y="2239"/>
                    </a:lnTo>
                    <a:lnTo>
                      <a:pt x="9061" y="2134"/>
                    </a:lnTo>
                    <a:lnTo>
                      <a:pt x="8810" y="2113"/>
                    </a:lnTo>
                    <a:lnTo>
                      <a:pt x="8705" y="2197"/>
                    </a:lnTo>
                    <a:lnTo>
                      <a:pt x="8684" y="2218"/>
                    </a:lnTo>
                    <a:lnTo>
                      <a:pt x="8684" y="2385"/>
                    </a:lnTo>
                    <a:lnTo>
                      <a:pt x="8705" y="2427"/>
                    </a:lnTo>
                    <a:lnTo>
                      <a:pt x="8705" y="2637"/>
                    </a:lnTo>
                    <a:lnTo>
                      <a:pt x="8600" y="2720"/>
                    </a:lnTo>
                    <a:lnTo>
                      <a:pt x="8517" y="2846"/>
                    </a:lnTo>
                    <a:lnTo>
                      <a:pt x="8496" y="2971"/>
                    </a:lnTo>
                    <a:lnTo>
                      <a:pt x="8224" y="3160"/>
                    </a:lnTo>
                    <a:lnTo>
                      <a:pt x="8182" y="3327"/>
                    </a:lnTo>
                    <a:lnTo>
                      <a:pt x="8077" y="3453"/>
                    </a:lnTo>
                    <a:lnTo>
                      <a:pt x="7952" y="3432"/>
                    </a:lnTo>
                    <a:lnTo>
                      <a:pt x="7889" y="3453"/>
                    </a:lnTo>
                    <a:lnTo>
                      <a:pt x="7784" y="3599"/>
                    </a:lnTo>
                    <a:lnTo>
                      <a:pt x="7743" y="3557"/>
                    </a:lnTo>
                    <a:lnTo>
                      <a:pt x="7659" y="3557"/>
                    </a:lnTo>
                    <a:lnTo>
                      <a:pt x="7533" y="3599"/>
                    </a:lnTo>
                    <a:lnTo>
                      <a:pt x="7282" y="3453"/>
                    </a:lnTo>
                    <a:lnTo>
                      <a:pt x="6948" y="3348"/>
                    </a:lnTo>
                    <a:lnTo>
                      <a:pt x="6529" y="3390"/>
                    </a:lnTo>
                    <a:lnTo>
                      <a:pt x="6424" y="3390"/>
                    </a:lnTo>
                    <a:lnTo>
                      <a:pt x="6445" y="3264"/>
                    </a:lnTo>
                    <a:lnTo>
                      <a:pt x="6634" y="3076"/>
                    </a:lnTo>
                    <a:lnTo>
                      <a:pt x="6717" y="2846"/>
                    </a:lnTo>
                    <a:lnTo>
                      <a:pt x="6696" y="2720"/>
                    </a:lnTo>
                    <a:lnTo>
                      <a:pt x="6738" y="2616"/>
                    </a:lnTo>
                    <a:lnTo>
                      <a:pt x="6843" y="2532"/>
                    </a:lnTo>
                    <a:lnTo>
                      <a:pt x="6927" y="2406"/>
                    </a:lnTo>
                    <a:lnTo>
                      <a:pt x="6948" y="2281"/>
                    </a:lnTo>
                    <a:lnTo>
                      <a:pt x="6864" y="2134"/>
                    </a:lnTo>
                    <a:lnTo>
                      <a:pt x="6696" y="2009"/>
                    </a:lnTo>
                    <a:lnTo>
                      <a:pt x="6550" y="1862"/>
                    </a:lnTo>
                    <a:lnTo>
                      <a:pt x="6215" y="1800"/>
                    </a:lnTo>
                    <a:lnTo>
                      <a:pt x="5964" y="1674"/>
                    </a:lnTo>
                    <a:lnTo>
                      <a:pt x="5692" y="1465"/>
                    </a:lnTo>
                    <a:lnTo>
                      <a:pt x="5587" y="1444"/>
                    </a:lnTo>
                    <a:lnTo>
                      <a:pt x="5357" y="1339"/>
                    </a:lnTo>
                    <a:lnTo>
                      <a:pt x="5023" y="1256"/>
                    </a:lnTo>
                    <a:lnTo>
                      <a:pt x="4939" y="1088"/>
                    </a:lnTo>
                    <a:lnTo>
                      <a:pt x="4813" y="963"/>
                    </a:lnTo>
                    <a:lnTo>
                      <a:pt x="4667" y="942"/>
                    </a:lnTo>
                    <a:lnTo>
                      <a:pt x="4311" y="565"/>
                    </a:lnTo>
                    <a:lnTo>
                      <a:pt x="4186" y="314"/>
                    </a:lnTo>
                    <a:lnTo>
                      <a:pt x="4081" y="293"/>
                    </a:lnTo>
                    <a:lnTo>
                      <a:pt x="3935" y="147"/>
                    </a:lnTo>
                    <a:lnTo>
                      <a:pt x="3914" y="126"/>
                    </a:lnTo>
                    <a:lnTo>
                      <a:pt x="3809" y="21"/>
                    </a:lnTo>
                    <a:lnTo>
                      <a:pt x="3181" y="21"/>
                    </a:lnTo>
                    <a:lnTo>
                      <a:pt x="3077" y="147"/>
                    </a:lnTo>
                    <a:lnTo>
                      <a:pt x="3077" y="251"/>
                    </a:lnTo>
                    <a:lnTo>
                      <a:pt x="2993" y="356"/>
                    </a:lnTo>
                    <a:lnTo>
                      <a:pt x="2993" y="460"/>
                    </a:lnTo>
                    <a:lnTo>
                      <a:pt x="2951" y="544"/>
                    </a:lnTo>
                    <a:lnTo>
                      <a:pt x="2888" y="460"/>
                    </a:lnTo>
                    <a:lnTo>
                      <a:pt x="2826" y="230"/>
                    </a:lnTo>
                    <a:lnTo>
                      <a:pt x="2784" y="84"/>
                    </a:lnTo>
                    <a:lnTo>
                      <a:pt x="2679" y="42"/>
                    </a:lnTo>
                    <a:lnTo>
                      <a:pt x="2470" y="105"/>
                    </a:lnTo>
                    <a:lnTo>
                      <a:pt x="2344" y="84"/>
                    </a:lnTo>
                    <a:lnTo>
                      <a:pt x="2240" y="105"/>
                    </a:lnTo>
                    <a:lnTo>
                      <a:pt x="2093" y="126"/>
                    </a:lnTo>
                    <a:lnTo>
                      <a:pt x="194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Google Shape;9235;p128">
                <a:extLst>
                  <a:ext uri="{FF2B5EF4-FFF2-40B4-BE49-F238E27FC236}">
                    <a16:creationId xmlns:a16="http://schemas.microsoft.com/office/drawing/2014/main" id="{46EA1D5B-4306-9E73-3C76-2B3420F99C61}"/>
                  </a:ext>
                </a:extLst>
              </p:cNvPr>
              <p:cNvSpPr/>
              <p:nvPr/>
            </p:nvSpPr>
            <p:spPr>
              <a:xfrm>
                <a:off x="2804875" y="4134625"/>
                <a:ext cx="51800" cy="36100"/>
              </a:xfrm>
              <a:custGeom>
                <a:avLst/>
                <a:gdLst/>
                <a:ahLst/>
                <a:cxnLst/>
                <a:rect l="l" t="t" r="r" b="b"/>
                <a:pathLst>
                  <a:path w="2072" h="1444" extrusionOk="0">
                    <a:moveTo>
                      <a:pt x="0" y="0"/>
                    </a:moveTo>
                    <a:lnTo>
                      <a:pt x="272" y="1067"/>
                    </a:lnTo>
                    <a:lnTo>
                      <a:pt x="314" y="1067"/>
                    </a:lnTo>
                    <a:lnTo>
                      <a:pt x="502" y="1046"/>
                    </a:lnTo>
                    <a:lnTo>
                      <a:pt x="670" y="1046"/>
                    </a:lnTo>
                    <a:lnTo>
                      <a:pt x="816" y="1004"/>
                    </a:lnTo>
                    <a:lnTo>
                      <a:pt x="816" y="1046"/>
                    </a:lnTo>
                    <a:lnTo>
                      <a:pt x="712" y="1067"/>
                    </a:lnTo>
                    <a:lnTo>
                      <a:pt x="565" y="1130"/>
                    </a:lnTo>
                    <a:lnTo>
                      <a:pt x="293" y="1130"/>
                    </a:lnTo>
                    <a:lnTo>
                      <a:pt x="356" y="1360"/>
                    </a:lnTo>
                    <a:lnTo>
                      <a:pt x="398" y="1360"/>
                    </a:lnTo>
                    <a:lnTo>
                      <a:pt x="607" y="1276"/>
                    </a:lnTo>
                    <a:lnTo>
                      <a:pt x="837" y="1297"/>
                    </a:lnTo>
                    <a:lnTo>
                      <a:pt x="1005" y="1276"/>
                    </a:lnTo>
                    <a:lnTo>
                      <a:pt x="1235" y="1297"/>
                    </a:lnTo>
                    <a:lnTo>
                      <a:pt x="1360" y="1381"/>
                    </a:lnTo>
                    <a:lnTo>
                      <a:pt x="1507" y="1444"/>
                    </a:lnTo>
                    <a:lnTo>
                      <a:pt x="1632" y="1402"/>
                    </a:lnTo>
                    <a:lnTo>
                      <a:pt x="1737" y="1297"/>
                    </a:lnTo>
                    <a:lnTo>
                      <a:pt x="1758" y="1193"/>
                    </a:lnTo>
                    <a:lnTo>
                      <a:pt x="1883" y="1151"/>
                    </a:lnTo>
                    <a:lnTo>
                      <a:pt x="1946" y="1193"/>
                    </a:lnTo>
                    <a:lnTo>
                      <a:pt x="2072" y="1130"/>
                    </a:lnTo>
                    <a:lnTo>
                      <a:pt x="2072" y="1004"/>
                    </a:lnTo>
                    <a:lnTo>
                      <a:pt x="1967" y="983"/>
                    </a:lnTo>
                    <a:lnTo>
                      <a:pt x="1758" y="1046"/>
                    </a:lnTo>
                    <a:lnTo>
                      <a:pt x="1632" y="1004"/>
                    </a:lnTo>
                    <a:lnTo>
                      <a:pt x="1507" y="879"/>
                    </a:lnTo>
                    <a:lnTo>
                      <a:pt x="1318" y="837"/>
                    </a:lnTo>
                    <a:lnTo>
                      <a:pt x="1256" y="774"/>
                    </a:lnTo>
                    <a:lnTo>
                      <a:pt x="816" y="628"/>
                    </a:lnTo>
                    <a:lnTo>
                      <a:pt x="691" y="607"/>
                    </a:lnTo>
                    <a:lnTo>
                      <a:pt x="691" y="460"/>
                    </a:lnTo>
                    <a:lnTo>
                      <a:pt x="565" y="335"/>
                    </a:lnTo>
                    <a:lnTo>
                      <a:pt x="398" y="314"/>
                    </a:lnTo>
                    <a:lnTo>
                      <a:pt x="314" y="126"/>
                    </a:lnTo>
                    <a:lnTo>
                      <a:pt x="272" y="21"/>
                    </a:lnTo>
                    <a:lnTo>
                      <a:pt x="105" y="4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2" name="Google Shape;9236;p128">
              <a:extLst>
                <a:ext uri="{FF2B5EF4-FFF2-40B4-BE49-F238E27FC236}">
                  <a16:creationId xmlns:a16="http://schemas.microsoft.com/office/drawing/2014/main" id="{19862694-6EBF-6F0F-0DB2-1518F6CC7408}"/>
                </a:ext>
              </a:extLst>
            </p:cNvPr>
            <p:cNvSpPr/>
            <p:nvPr/>
          </p:nvSpPr>
          <p:spPr>
            <a:xfrm>
              <a:off x="4563295" y="2964728"/>
              <a:ext cx="12467" cy="27863"/>
            </a:xfrm>
            <a:custGeom>
              <a:avLst/>
              <a:gdLst/>
              <a:ahLst/>
              <a:cxnLst/>
              <a:rect l="l" t="t" r="r" b="b"/>
              <a:pathLst>
                <a:path w="1047" h="2450" extrusionOk="0">
                  <a:moveTo>
                    <a:pt x="691" y="1"/>
                  </a:moveTo>
                  <a:lnTo>
                    <a:pt x="628" y="43"/>
                  </a:lnTo>
                  <a:lnTo>
                    <a:pt x="628" y="127"/>
                  </a:lnTo>
                  <a:lnTo>
                    <a:pt x="524" y="147"/>
                  </a:lnTo>
                  <a:lnTo>
                    <a:pt x="398" y="315"/>
                  </a:lnTo>
                  <a:lnTo>
                    <a:pt x="294" y="482"/>
                  </a:lnTo>
                  <a:lnTo>
                    <a:pt x="315" y="545"/>
                  </a:lnTo>
                  <a:lnTo>
                    <a:pt x="294" y="629"/>
                  </a:lnTo>
                  <a:lnTo>
                    <a:pt x="231" y="671"/>
                  </a:lnTo>
                  <a:lnTo>
                    <a:pt x="105" y="880"/>
                  </a:lnTo>
                  <a:lnTo>
                    <a:pt x="63" y="1110"/>
                  </a:lnTo>
                  <a:lnTo>
                    <a:pt x="1" y="1152"/>
                  </a:lnTo>
                  <a:lnTo>
                    <a:pt x="63" y="1194"/>
                  </a:lnTo>
                  <a:lnTo>
                    <a:pt x="63" y="1424"/>
                  </a:lnTo>
                  <a:lnTo>
                    <a:pt x="84" y="1675"/>
                  </a:lnTo>
                  <a:lnTo>
                    <a:pt x="126" y="1696"/>
                  </a:lnTo>
                  <a:lnTo>
                    <a:pt x="168" y="1780"/>
                  </a:lnTo>
                  <a:lnTo>
                    <a:pt x="126" y="1780"/>
                  </a:lnTo>
                  <a:lnTo>
                    <a:pt x="105" y="1842"/>
                  </a:lnTo>
                  <a:lnTo>
                    <a:pt x="189" y="1947"/>
                  </a:lnTo>
                  <a:lnTo>
                    <a:pt x="231" y="1947"/>
                  </a:lnTo>
                  <a:lnTo>
                    <a:pt x="273" y="2031"/>
                  </a:lnTo>
                  <a:lnTo>
                    <a:pt x="419" y="2093"/>
                  </a:lnTo>
                  <a:lnTo>
                    <a:pt x="503" y="2219"/>
                  </a:lnTo>
                  <a:lnTo>
                    <a:pt x="503" y="2344"/>
                  </a:lnTo>
                  <a:lnTo>
                    <a:pt x="503" y="2449"/>
                  </a:lnTo>
                  <a:lnTo>
                    <a:pt x="587" y="2407"/>
                  </a:lnTo>
                  <a:lnTo>
                    <a:pt x="691" y="2449"/>
                  </a:lnTo>
                  <a:lnTo>
                    <a:pt x="691" y="2449"/>
                  </a:lnTo>
                  <a:lnTo>
                    <a:pt x="649" y="2324"/>
                  </a:lnTo>
                  <a:lnTo>
                    <a:pt x="691" y="2198"/>
                  </a:lnTo>
                  <a:lnTo>
                    <a:pt x="628" y="2010"/>
                  </a:lnTo>
                  <a:lnTo>
                    <a:pt x="712" y="1884"/>
                  </a:lnTo>
                  <a:lnTo>
                    <a:pt x="859" y="1675"/>
                  </a:lnTo>
                  <a:lnTo>
                    <a:pt x="859" y="1528"/>
                  </a:lnTo>
                  <a:lnTo>
                    <a:pt x="880" y="1487"/>
                  </a:lnTo>
                  <a:lnTo>
                    <a:pt x="838" y="1466"/>
                  </a:lnTo>
                  <a:lnTo>
                    <a:pt x="880" y="1256"/>
                  </a:lnTo>
                  <a:lnTo>
                    <a:pt x="880" y="1089"/>
                  </a:lnTo>
                  <a:lnTo>
                    <a:pt x="859" y="943"/>
                  </a:lnTo>
                  <a:lnTo>
                    <a:pt x="942" y="796"/>
                  </a:lnTo>
                  <a:lnTo>
                    <a:pt x="963" y="524"/>
                  </a:lnTo>
                  <a:lnTo>
                    <a:pt x="1005" y="357"/>
                  </a:lnTo>
                  <a:lnTo>
                    <a:pt x="1047" y="336"/>
                  </a:lnTo>
                  <a:lnTo>
                    <a:pt x="1026" y="252"/>
                  </a:lnTo>
                  <a:lnTo>
                    <a:pt x="921" y="168"/>
                  </a:lnTo>
                  <a:lnTo>
                    <a:pt x="880" y="168"/>
                  </a:lnTo>
                  <a:lnTo>
                    <a:pt x="817" y="43"/>
                  </a:lnTo>
                  <a:lnTo>
                    <a:pt x="69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3" name="Google Shape;9237;p128">
              <a:extLst>
                <a:ext uri="{FF2B5EF4-FFF2-40B4-BE49-F238E27FC236}">
                  <a16:creationId xmlns:a16="http://schemas.microsoft.com/office/drawing/2014/main" id="{F84AC150-A72B-E26A-4701-F2AC1434B42B}"/>
                </a:ext>
              </a:extLst>
            </p:cNvPr>
            <p:cNvGrpSpPr/>
            <p:nvPr/>
          </p:nvGrpSpPr>
          <p:grpSpPr>
            <a:xfrm>
              <a:off x="3790439" y="2408636"/>
              <a:ext cx="73017" cy="75684"/>
              <a:chOff x="3781475" y="1624825"/>
              <a:chExt cx="153300" cy="166375"/>
            </a:xfrm>
            <a:grpFill/>
          </p:grpSpPr>
          <p:sp>
            <p:nvSpPr>
              <p:cNvPr id="458" name="Google Shape;9238;p128">
                <a:extLst>
                  <a:ext uri="{FF2B5EF4-FFF2-40B4-BE49-F238E27FC236}">
                    <a16:creationId xmlns:a16="http://schemas.microsoft.com/office/drawing/2014/main" id="{7519EBA8-A8E7-4752-29BD-8349CDA852A6}"/>
                  </a:ext>
                </a:extLst>
              </p:cNvPr>
              <p:cNvSpPr/>
              <p:nvPr/>
            </p:nvSpPr>
            <p:spPr>
              <a:xfrm>
                <a:off x="3845300" y="1624825"/>
                <a:ext cx="89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579" h="2428" extrusionOk="0">
                    <a:moveTo>
                      <a:pt x="1695" y="1"/>
                    </a:moveTo>
                    <a:lnTo>
                      <a:pt x="1674" y="84"/>
                    </a:lnTo>
                    <a:lnTo>
                      <a:pt x="1716" y="168"/>
                    </a:lnTo>
                    <a:lnTo>
                      <a:pt x="1758" y="252"/>
                    </a:lnTo>
                    <a:lnTo>
                      <a:pt x="1674" y="210"/>
                    </a:lnTo>
                    <a:lnTo>
                      <a:pt x="1611" y="168"/>
                    </a:lnTo>
                    <a:lnTo>
                      <a:pt x="1570" y="189"/>
                    </a:lnTo>
                    <a:lnTo>
                      <a:pt x="1570" y="293"/>
                    </a:lnTo>
                    <a:lnTo>
                      <a:pt x="1653" y="377"/>
                    </a:lnTo>
                    <a:lnTo>
                      <a:pt x="1653" y="482"/>
                    </a:lnTo>
                    <a:lnTo>
                      <a:pt x="1611" y="586"/>
                    </a:lnTo>
                    <a:lnTo>
                      <a:pt x="1611" y="712"/>
                    </a:lnTo>
                    <a:lnTo>
                      <a:pt x="1674" y="879"/>
                    </a:lnTo>
                    <a:lnTo>
                      <a:pt x="1653" y="984"/>
                    </a:lnTo>
                    <a:lnTo>
                      <a:pt x="1591" y="984"/>
                    </a:lnTo>
                    <a:lnTo>
                      <a:pt x="1570" y="879"/>
                    </a:lnTo>
                    <a:lnTo>
                      <a:pt x="1465" y="796"/>
                    </a:lnTo>
                    <a:lnTo>
                      <a:pt x="1360" y="733"/>
                    </a:lnTo>
                    <a:lnTo>
                      <a:pt x="1339" y="670"/>
                    </a:lnTo>
                    <a:lnTo>
                      <a:pt x="1381" y="586"/>
                    </a:lnTo>
                    <a:lnTo>
                      <a:pt x="1381" y="524"/>
                    </a:lnTo>
                    <a:lnTo>
                      <a:pt x="1298" y="503"/>
                    </a:lnTo>
                    <a:lnTo>
                      <a:pt x="1193" y="565"/>
                    </a:lnTo>
                    <a:lnTo>
                      <a:pt x="1151" y="565"/>
                    </a:lnTo>
                    <a:lnTo>
                      <a:pt x="1130" y="607"/>
                    </a:lnTo>
                    <a:lnTo>
                      <a:pt x="1026" y="670"/>
                    </a:lnTo>
                    <a:lnTo>
                      <a:pt x="942" y="628"/>
                    </a:lnTo>
                    <a:lnTo>
                      <a:pt x="942" y="586"/>
                    </a:lnTo>
                    <a:lnTo>
                      <a:pt x="942" y="524"/>
                    </a:lnTo>
                    <a:lnTo>
                      <a:pt x="879" y="524"/>
                    </a:lnTo>
                    <a:lnTo>
                      <a:pt x="816" y="461"/>
                    </a:lnTo>
                    <a:lnTo>
                      <a:pt x="775" y="356"/>
                    </a:lnTo>
                    <a:lnTo>
                      <a:pt x="712" y="314"/>
                    </a:lnTo>
                    <a:lnTo>
                      <a:pt x="649" y="356"/>
                    </a:lnTo>
                    <a:lnTo>
                      <a:pt x="565" y="273"/>
                    </a:lnTo>
                    <a:lnTo>
                      <a:pt x="607" y="189"/>
                    </a:lnTo>
                    <a:lnTo>
                      <a:pt x="565" y="84"/>
                    </a:lnTo>
                    <a:lnTo>
                      <a:pt x="523" y="63"/>
                    </a:lnTo>
                    <a:lnTo>
                      <a:pt x="461" y="147"/>
                    </a:lnTo>
                    <a:lnTo>
                      <a:pt x="440" y="293"/>
                    </a:lnTo>
                    <a:lnTo>
                      <a:pt x="461" y="419"/>
                    </a:lnTo>
                    <a:lnTo>
                      <a:pt x="544" y="565"/>
                    </a:lnTo>
                    <a:lnTo>
                      <a:pt x="565" y="712"/>
                    </a:lnTo>
                    <a:lnTo>
                      <a:pt x="523" y="733"/>
                    </a:lnTo>
                    <a:lnTo>
                      <a:pt x="440" y="649"/>
                    </a:lnTo>
                    <a:lnTo>
                      <a:pt x="419" y="545"/>
                    </a:lnTo>
                    <a:lnTo>
                      <a:pt x="398" y="524"/>
                    </a:lnTo>
                    <a:lnTo>
                      <a:pt x="398" y="628"/>
                    </a:lnTo>
                    <a:lnTo>
                      <a:pt x="419" y="754"/>
                    </a:lnTo>
                    <a:lnTo>
                      <a:pt x="461" y="837"/>
                    </a:lnTo>
                    <a:lnTo>
                      <a:pt x="461" y="921"/>
                    </a:lnTo>
                    <a:lnTo>
                      <a:pt x="440" y="1005"/>
                    </a:lnTo>
                    <a:lnTo>
                      <a:pt x="419" y="984"/>
                    </a:lnTo>
                    <a:lnTo>
                      <a:pt x="356" y="837"/>
                    </a:lnTo>
                    <a:lnTo>
                      <a:pt x="314" y="796"/>
                    </a:lnTo>
                    <a:lnTo>
                      <a:pt x="105" y="817"/>
                    </a:lnTo>
                    <a:lnTo>
                      <a:pt x="21" y="775"/>
                    </a:lnTo>
                    <a:lnTo>
                      <a:pt x="0" y="775"/>
                    </a:lnTo>
                    <a:lnTo>
                      <a:pt x="63" y="879"/>
                    </a:lnTo>
                    <a:lnTo>
                      <a:pt x="126" y="879"/>
                    </a:lnTo>
                    <a:lnTo>
                      <a:pt x="189" y="921"/>
                    </a:lnTo>
                    <a:lnTo>
                      <a:pt x="168" y="984"/>
                    </a:lnTo>
                    <a:lnTo>
                      <a:pt x="189" y="1026"/>
                    </a:lnTo>
                    <a:lnTo>
                      <a:pt x="293" y="1026"/>
                    </a:lnTo>
                    <a:lnTo>
                      <a:pt x="314" y="1068"/>
                    </a:lnTo>
                    <a:lnTo>
                      <a:pt x="168" y="1172"/>
                    </a:lnTo>
                    <a:lnTo>
                      <a:pt x="168" y="1235"/>
                    </a:lnTo>
                    <a:lnTo>
                      <a:pt x="293" y="1423"/>
                    </a:lnTo>
                    <a:lnTo>
                      <a:pt x="377" y="1444"/>
                    </a:lnTo>
                    <a:lnTo>
                      <a:pt x="461" y="1486"/>
                    </a:lnTo>
                    <a:lnTo>
                      <a:pt x="607" y="1486"/>
                    </a:lnTo>
                    <a:lnTo>
                      <a:pt x="691" y="1465"/>
                    </a:lnTo>
                    <a:lnTo>
                      <a:pt x="754" y="1528"/>
                    </a:lnTo>
                    <a:lnTo>
                      <a:pt x="816" y="1528"/>
                    </a:lnTo>
                    <a:lnTo>
                      <a:pt x="942" y="1444"/>
                    </a:lnTo>
                    <a:lnTo>
                      <a:pt x="1026" y="1423"/>
                    </a:lnTo>
                    <a:lnTo>
                      <a:pt x="1235" y="1381"/>
                    </a:lnTo>
                    <a:lnTo>
                      <a:pt x="1381" y="1381"/>
                    </a:lnTo>
                    <a:lnTo>
                      <a:pt x="1465" y="1340"/>
                    </a:lnTo>
                    <a:lnTo>
                      <a:pt x="1528" y="1340"/>
                    </a:lnTo>
                    <a:lnTo>
                      <a:pt x="1570" y="1361"/>
                    </a:lnTo>
                    <a:lnTo>
                      <a:pt x="1570" y="1423"/>
                    </a:lnTo>
                    <a:lnTo>
                      <a:pt x="1549" y="1465"/>
                    </a:lnTo>
                    <a:lnTo>
                      <a:pt x="1507" y="1549"/>
                    </a:lnTo>
                    <a:lnTo>
                      <a:pt x="1465" y="1570"/>
                    </a:lnTo>
                    <a:lnTo>
                      <a:pt x="1339" y="1549"/>
                    </a:lnTo>
                    <a:lnTo>
                      <a:pt x="1214" y="1549"/>
                    </a:lnTo>
                    <a:lnTo>
                      <a:pt x="1109" y="1528"/>
                    </a:lnTo>
                    <a:lnTo>
                      <a:pt x="1067" y="1570"/>
                    </a:lnTo>
                    <a:lnTo>
                      <a:pt x="1130" y="1591"/>
                    </a:lnTo>
                    <a:lnTo>
                      <a:pt x="1298" y="1653"/>
                    </a:lnTo>
                    <a:lnTo>
                      <a:pt x="1360" y="1695"/>
                    </a:lnTo>
                    <a:lnTo>
                      <a:pt x="1360" y="1758"/>
                    </a:lnTo>
                    <a:lnTo>
                      <a:pt x="1298" y="1758"/>
                    </a:lnTo>
                    <a:lnTo>
                      <a:pt x="1172" y="1695"/>
                    </a:lnTo>
                    <a:lnTo>
                      <a:pt x="1151" y="1758"/>
                    </a:lnTo>
                    <a:lnTo>
                      <a:pt x="1088" y="1758"/>
                    </a:lnTo>
                    <a:lnTo>
                      <a:pt x="984" y="1674"/>
                    </a:lnTo>
                    <a:lnTo>
                      <a:pt x="900" y="1653"/>
                    </a:lnTo>
                    <a:lnTo>
                      <a:pt x="754" y="1695"/>
                    </a:lnTo>
                    <a:lnTo>
                      <a:pt x="754" y="1758"/>
                    </a:lnTo>
                    <a:lnTo>
                      <a:pt x="837" y="1779"/>
                    </a:lnTo>
                    <a:lnTo>
                      <a:pt x="1047" y="1967"/>
                    </a:lnTo>
                    <a:lnTo>
                      <a:pt x="1130" y="1988"/>
                    </a:lnTo>
                    <a:lnTo>
                      <a:pt x="1235" y="1946"/>
                    </a:lnTo>
                    <a:lnTo>
                      <a:pt x="1277" y="1967"/>
                    </a:lnTo>
                    <a:lnTo>
                      <a:pt x="1339" y="2072"/>
                    </a:lnTo>
                    <a:lnTo>
                      <a:pt x="1339" y="2156"/>
                    </a:lnTo>
                    <a:lnTo>
                      <a:pt x="1423" y="2177"/>
                    </a:lnTo>
                    <a:lnTo>
                      <a:pt x="1507" y="2156"/>
                    </a:lnTo>
                    <a:lnTo>
                      <a:pt x="1674" y="2156"/>
                    </a:lnTo>
                    <a:lnTo>
                      <a:pt x="1842" y="2093"/>
                    </a:lnTo>
                    <a:lnTo>
                      <a:pt x="1946" y="2093"/>
                    </a:lnTo>
                    <a:lnTo>
                      <a:pt x="2093" y="2072"/>
                    </a:lnTo>
                    <a:lnTo>
                      <a:pt x="2093" y="2114"/>
                    </a:lnTo>
                    <a:lnTo>
                      <a:pt x="2072" y="2218"/>
                    </a:lnTo>
                    <a:lnTo>
                      <a:pt x="2093" y="2323"/>
                    </a:lnTo>
                    <a:lnTo>
                      <a:pt x="2218" y="2407"/>
                    </a:lnTo>
                    <a:lnTo>
                      <a:pt x="2365" y="2428"/>
                    </a:lnTo>
                    <a:lnTo>
                      <a:pt x="2532" y="2386"/>
                    </a:lnTo>
                    <a:lnTo>
                      <a:pt x="2574" y="2323"/>
                    </a:lnTo>
                    <a:lnTo>
                      <a:pt x="2532" y="2281"/>
                    </a:lnTo>
                    <a:lnTo>
                      <a:pt x="2532" y="2218"/>
                    </a:lnTo>
                    <a:lnTo>
                      <a:pt x="2595" y="2156"/>
                    </a:lnTo>
                    <a:lnTo>
                      <a:pt x="2699" y="2051"/>
                    </a:lnTo>
                    <a:lnTo>
                      <a:pt x="2783" y="2009"/>
                    </a:lnTo>
                    <a:lnTo>
                      <a:pt x="2846" y="2072"/>
                    </a:lnTo>
                    <a:lnTo>
                      <a:pt x="2930" y="2114"/>
                    </a:lnTo>
                    <a:lnTo>
                      <a:pt x="3034" y="2114"/>
                    </a:lnTo>
                    <a:lnTo>
                      <a:pt x="3160" y="2051"/>
                    </a:lnTo>
                    <a:lnTo>
                      <a:pt x="3202" y="1988"/>
                    </a:lnTo>
                    <a:lnTo>
                      <a:pt x="3160" y="1842"/>
                    </a:lnTo>
                    <a:lnTo>
                      <a:pt x="3139" y="1758"/>
                    </a:lnTo>
                    <a:lnTo>
                      <a:pt x="3181" y="1674"/>
                    </a:lnTo>
                    <a:lnTo>
                      <a:pt x="3264" y="1591"/>
                    </a:lnTo>
                    <a:lnTo>
                      <a:pt x="3348" y="1423"/>
                    </a:lnTo>
                    <a:lnTo>
                      <a:pt x="3432" y="1319"/>
                    </a:lnTo>
                    <a:lnTo>
                      <a:pt x="3557" y="1172"/>
                    </a:lnTo>
                    <a:lnTo>
                      <a:pt x="3578" y="1068"/>
                    </a:lnTo>
                    <a:lnTo>
                      <a:pt x="3578" y="1005"/>
                    </a:lnTo>
                    <a:lnTo>
                      <a:pt x="3557" y="900"/>
                    </a:lnTo>
                    <a:lnTo>
                      <a:pt x="3536" y="817"/>
                    </a:lnTo>
                    <a:lnTo>
                      <a:pt x="3557" y="754"/>
                    </a:lnTo>
                    <a:lnTo>
                      <a:pt x="3557" y="712"/>
                    </a:lnTo>
                    <a:lnTo>
                      <a:pt x="3516" y="691"/>
                    </a:lnTo>
                    <a:lnTo>
                      <a:pt x="3348" y="691"/>
                    </a:lnTo>
                    <a:lnTo>
                      <a:pt x="3264" y="607"/>
                    </a:lnTo>
                    <a:lnTo>
                      <a:pt x="3223" y="607"/>
                    </a:lnTo>
                    <a:lnTo>
                      <a:pt x="3034" y="628"/>
                    </a:lnTo>
                    <a:lnTo>
                      <a:pt x="2930" y="607"/>
                    </a:lnTo>
                    <a:lnTo>
                      <a:pt x="2846" y="545"/>
                    </a:lnTo>
                    <a:lnTo>
                      <a:pt x="2741" y="545"/>
                    </a:lnTo>
                    <a:lnTo>
                      <a:pt x="2679" y="503"/>
                    </a:lnTo>
                    <a:lnTo>
                      <a:pt x="2679" y="440"/>
                    </a:lnTo>
                    <a:lnTo>
                      <a:pt x="2637" y="419"/>
                    </a:lnTo>
                    <a:lnTo>
                      <a:pt x="2532" y="482"/>
                    </a:lnTo>
                    <a:lnTo>
                      <a:pt x="2532" y="419"/>
                    </a:lnTo>
                    <a:lnTo>
                      <a:pt x="2532" y="335"/>
                    </a:lnTo>
                    <a:lnTo>
                      <a:pt x="2532" y="293"/>
                    </a:lnTo>
                    <a:lnTo>
                      <a:pt x="2490" y="335"/>
                    </a:lnTo>
                    <a:lnTo>
                      <a:pt x="2469" y="440"/>
                    </a:lnTo>
                    <a:lnTo>
                      <a:pt x="2407" y="482"/>
                    </a:lnTo>
                    <a:lnTo>
                      <a:pt x="2386" y="335"/>
                    </a:lnTo>
                    <a:lnTo>
                      <a:pt x="2344" y="335"/>
                    </a:lnTo>
                    <a:lnTo>
                      <a:pt x="2302" y="398"/>
                    </a:lnTo>
                    <a:lnTo>
                      <a:pt x="2323" y="440"/>
                    </a:lnTo>
                    <a:lnTo>
                      <a:pt x="2302" y="503"/>
                    </a:lnTo>
                    <a:lnTo>
                      <a:pt x="2093" y="503"/>
                    </a:lnTo>
                    <a:lnTo>
                      <a:pt x="2093" y="607"/>
                    </a:lnTo>
                    <a:lnTo>
                      <a:pt x="2072" y="691"/>
                    </a:lnTo>
                    <a:lnTo>
                      <a:pt x="1988" y="670"/>
                    </a:lnTo>
                    <a:lnTo>
                      <a:pt x="1967" y="586"/>
                    </a:lnTo>
                    <a:lnTo>
                      <a:pt x="1925" y="586"/>
                    </a:lnTo>
                    <a:lnTo>
                      <a:pt x="1925" y="670"/>
                    </a:lnTo>
                    <a:lnTo>
                      <a:pt x="1904" y="733"/>
                    </a:lnTo>
                    <a:lnTo>
                      <a:pt x="1883" y="691"/>
                    </a:lnTo>
                    <a:lnTo>
                      <a:pt x="1883" y="607"/>
                    </a:lnTo>
                    <a:lnTo>
                      <a:pt x="1904" y="482"/>
                    </a:lnTo>
                    <a:lnTo>
                      <a:pt x="1904" y="252"/>
                    </a:lnTo>
                    <a:lnTo>
                      <a:pt x="1883" y="168"/>
                    </a:lnTo>
                    <a:lnTo>
                      <a:pt x="1779" y="84"/>
                    </a:lnTo>
                    <a:lnTo>
                      <a:pt x="171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Google Shape;9239;p128">
                <a:extLst>
                  <a:ext uri="{FF2B5EF4-FFF2-40B4-BE49-F238E27FC236}">
                    <a16:creationId xmlns:a16="http://schemas.microsoft.com/office/drawing/2014/main" id="{D0C75831-EBD3-4372-266D-0A3BE6896B22}"/>
                  </a:ext>
                </a:extLst>
              </p:cNvPr>
              <p:cNvSpPr/>
              <p:nvPr/>
            </p:nvSpPr>
            <p:spPr>
              <a:xfrm>
                <a:off x="3875625" y="1704850"/>
                <a:ext cx="21475" cy="18350"/>
              </a:xfrm>
              <a:custGeom>
                <a:avLst/>
                <a:gdLst/>
                <a:ahLst/>
                <a:cxnLst/>
                <a:rect l="l" t="t" r="r" b="b"/>
                <a:pathLst>
                  <a:path w="859" h="734" extrusionOk="0">
                    <a:moveTo>
                      <a:pt x="650" y="1"/>
                    </a:moveTo>
                    <a:lnTo>
                      <a:pt x="587" y="43"/>
                    </a:lnTo>
                    <a:lnTo>
                      <a:pt x="419" y="126"/>
                    </a:lnTo>
                    <a:lnTo>
                      <a:pt x="419" y="43"/>
                    </a:lnTo>
                    <a:lnTo>
                      <a:pt x="357" y="43"/>
                    </a:lnTo>
                    <a:lnTo>
                      <a:pt x="273" y="105"/>
                    </a:lnTo>
                    <a:lnTo>
                      <a:pt x="252" y="147"/>
                    </a:lnTo>
                    <a:lnTo>
                      <a:pt x="231" y="210"/>
                    </a:lnTo>
                    <a:lnTo>
                      <a:pt x="126" y="189"/>
                    </a:lnTo>
                    <a:lnTo>
                      <a:pt x="64" y="252"/>
                    </a:lnTo>
                    <a:lnTo>
                      <a:pt x="1" y="315"/>
                    </a:lnTo>
                    <a:lnTo>
                      <a:pt x="64" y="357"/>
                    </a:lnTo>
                    <a:lnTo>
                      <a:pt x="210" y="357"/>
                    </a:lnTo>
                    <a:lnTo>
                      <a:pt x="252" y="461"/>
                    </a:lnTo>
                    <a:lnTo>
                      <a:pt x="273" y="524"/>
                    </a:lnTo>
                    <a:lnTo>
                      <a:pt x="273" y="608"/>
                    </a:lnTo>
                    <a:lnTo>
                      <a:pt x="336" y="629"/>
                    </a:lnTo>
                    <a:lnTo>
                      <a:pt x="273" y="712"/>
                    </a:lnTo>
                    <a:lnTo>
                      <a:pt x="357" y="712"/>
                    </a:lnTo>
                    <a:lnTo>
                      <a:pt x="419" y="733"/>
                    </a:lnTo>
                    <a:lnTo>
                      <a:pt x="440" y="670"/>
                    </a:lnTo>
                    <a:lnTo>
                      <a:pt x="587" y="608"/>
                    </a:lnTo>
                    <a:lnTo>
                      <a:pt x="670" y="608"/>
                    </a:lnTo>
                    <a:lnTo>
                      <a:pt x="754" y="524"/>
                    </a:lnTo>
                    <a:lnTo>
                      <a:pt x="733" y="461"/>
                    </a:lnTo>
                    <a:lnTo>
                      <a:pt x="754" y="315"/>
                    </a:lnTo>
                    <a:lnTo>
                      <a:pt x="796" y="294"/>
                    </a:lnTo>
                    <a:lnTo>
                      <a:pt x="859" y="189"/>
                    </a:lnTo>
                    <a:lnTo>
                      <a:pt x="796" y="105"/>
                    </a:lnTo>
                    <a:lnTo>
                      <a:pt x="733" y="85"/>
                    </a:lnTo>
                    <a:lnTo>
                      <a:pt x="670" y="22"/>
                    </a:lnTo>
                    <a:lnTo>
                      <a:pt x="65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Google Shape;9240;p128">
                <a:extLst>
                  <a:ext uri="{FF2B5EF4-FFF2-40B4-BE49-F238E27FC236}">
                    <a16:creationId xmlns:a16="http://schemas.microsoft.com/office/drawing/2014/main" id="{AC9DF072-B073-0849-2687-25479F6C4663}"/>
                  </a:ext>
                </a:extLst>
              </p:cNvPr>
              <p:cNvSpPr/>
              <p:nvPr/>
            </p:nvSpPr>
            <p:spPr>
              <a:xfrm>
                <a:off x="3883475" y="1716375"/>
                <a:ext cx="39275" cy="43425"/>
              </a:xfrm>
              <a:custGeom>
                <a:avLst/>
                <a:gdLst/>
                <a:ahLst/>
                <a:cxnLst/>
                <a:rect l="l" t="t" r="r" b="b"/>
                <a:pathLst>
                  <a:path w="1571" h="1737" extrusionOk="0">
                    <a:moveTo>
                      <a:pt x="796" y="0"/>
                    </a:moveTo>
                    <a:lnTo>
                      <a:pt x="649" y="105"/>
                    </a:lnTo>
                    <a:lnTo>
                      <a:pt x="482" y="251"/>
                    </a:lnTo>
                    <a:lnTo>
                      <a:pt x="377" y="251"/>
                    </a:lnTo>
                    <a:lnTo>
                      <a:pt x="147" y="293"/>
                    </a:lnTo>
                    <a:lnTo>
                      <a:pt x="43" y="398"/>
                    </a:lnTo>
                    <a:lnTo>
                      <a:pt x="1" y="502"/>
                    </a:lnTo>
                    <a:lnTo>
                      <a:pt x="105" y="565"/>
                    </a:lnTo>
                    <a:lnTo>
                      <a:pt x="168" y="670"/>
                    </a:lnTo>
                    <a:lnTo>
                      <a:pt x="273" y="670"/>
                    </a:lnTo>
                    <a:lnTo>
                      <a:pt x="315" y="712"/>
                    </a:lnTo>
                    <a:lnTo>
                      <a:pt x="273" y="795"/>
                    </a:lnTo>
                    <a:lnTo>
                      <a:pt x="273" y="900"/>
                    </a:lnTo>
                    <a:lnTo>
                      <a:pt x="168" y="1046"/>
                    </a:lnTo>
                    <a:lnTo>
                      <a:pt x="147" y="1235"/>
                    </a:lnTo>
                    <a:lnTo>
                      <a:pt x="64" y="1297"/>
                    </a:lnTo>
                    <a:lnTo>
                      <a:pt x="105" y="1402"/>
                    </a:lnTo>
                    <a:lnTo>
                      <a:pt x="43" y="1444"/>
                    </a:lnTo>
                    <a:lnTo>
                      <a:pt x="64" y="1548"/>
                    </a:lnTo>
                    <a:lnTo>
                      <a:pt x="126" y="1548"/>
                    </a:lnTo>
                    <a:lnTo>
                      <a:pt x="210" y="1507"/>
                    </a:lnTo>
                    <a:lnTo>
                      <a:pt x="315" y="1465"/>
                    </a:lnTo>
                    <a:lnTo>
                      <a:pt x="440" y="1402"/>
                    </a:lnTo>
                    <a:lnTo>
                      <a:pt x="524" y="1402"/>
                    </a:lnTo>
                    <a:lnTo>
                      <a:pt x="587" y="1318"/>
                    </a:lnTo>
                    <a:lnTo>
                      <a:pt x="649" y="1193"/>
                    </a:lnTo>
                    <a:lnTo>
                      <a:pt x="691" y="1151"/>
                    </a:lnTo>
                    <a:lnTo>
                      <a:pt x="796" y="1151"/>
                    </a:lnTo>
                    <a:lnTo>
                      <a:pt x="838" y="1130"/>
                    </a:lnTo>
                    <a:lnTo>
                      <a:pt x="838" y="1235"/>
                    </a:lnTo>
                    <a:lnTo>
                      <a:pt x="796" y="1423"/>
                    </a:lnTo>
                    <a:lnTo>
                      <a:pt x="796" y="1548"/>
                    </a:lnTo>
                    <a:lnTo>
                      <a:pt x="754" y="1632"/>
                    </a:lnTo>
                    <a:lnTo>
                      <a:pt x="775" y="1737"/>
                    </a:lnTo>
                    <a:lnTo>
                      <a:pt x="859" y="1737"/>
                    </a:lnTo>
                    <a:lnTo>
                      <a:pt x="942" y="1653"/>
                    </a:lnTo>
                    <a:lnTo>
                      <a:pt x="942" y="1569"/>
                    </a:lnTo>
                    <a:lnTo>
                      <a:pt x="984" y="1465"/>
                    </a:lnTo>
                    <a:lnTo>
                      <a:pt x="1089" y="1423"/>
                    </a:lnTo>
                    <a:lnTo>
                      <a:pt x="1193" y="1402"/>
                    </a:lnTo>
                    <a:lnTo>
                      <a:pt x="1277" y="1151"/>
                    </a:lnTo>
                    <a:lnTo>
                      <a:pt x="1277" y="1046"/>
                    </a:lnTo>
                    <a:lnTo>
                      <a:pt x="1382" y="900"/>
                    </a:lnTo>
                    <a:lnTo>
                      <a:pt x="1507" y="837"/>
                    </a:lnTo>
                    <a:lnTo>
                      <a:pt x="1570" y="795"/>
                    </a:lnTo>
                    <a:lnTo>
                      <a:pt x="1465" y="732"/>
                    </a:lnTo>
                    <a:lnTo>
                      <a:pt x="1403" y="691"/>
                    </a:lnTo>
                    <a:lnTo>
                      <a:pt x="1298" y="628"/>
                    </a:lnTo>
                    <a:lnTo>
                      <a:pt x="1172" y="712"/>
                    </a:lnTo>
                    <a:lnTo>
                      <a:pt x="1089" y="774"/>
                    </a:lnTo>
                    <a:lnTo>
                      <a:pt x="963" y="691"/>
                    </a:lnTo>
                    <a:lnTo>
                      <a:pt x="838" y="565"/>
                    </a:lnTo>
                    <a:lnTo>
                      <a:pt x="796" y="398"/>
                    </a:lnTo>
                    <a:lnTo>
                      <a:pt x="838" y="356"/>
                    </a:lnTo>
                    <a:lnTo>
                      <a:pt x="942" y="314"/>
                    </a:lnTo>
                    <a:lnTo>
                      <a:pt x="942" y="272"/>
                    </a:lnTo>
                    <a:lnTo>
                      <a:pt x="859" y="147"/>
                    </a:lnTo>
                    <a:lnTo>
                      <a:pt x="7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Google Shape;9241;p128">
                <a:extLst>
                  <a:ext uri="{FF2B5EF4-FFF2-40B4-BE49-F238E27FC236}">
                    <a16:creationId xmlns:a16="http://schemas.microsoft.com/office/drawing/2014/main" id="{D13C3DEB-DDD3-5BCB-CC53-51782CF120D1}"/>
                  </a:ext>
                </a:extLst>
              </p:cNvPr>
              <p:cNvSpPr/>
              <p:nvPr/>
            </p:nvSpPr>
            <p:spPr>
              <a:xfrm>
                <a:off x="3781475" y="1649925"/>
                <a:ext cx="102550" cy="141275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5651" extrusionOk="0">
                    <a:moveTo>
                      <a:pt x="1988" y="1"/>
                    </a:moveTo>
                    <a:lnTo>
                      <a:pt x="1926" y="22"/>
                    </a:lnTo>
                    <a:lnTo>
                      <a:pt x="1842" y="126"/>
                    </a:lnTo>
                    <a:lnTo>
                      <a:pt x="1884" y="315"/>
                    </a:lnTo>
                    <a:lnTo>
                      <a:pt x="1821" y="419"/>
                    </a:lnTo>
                    <a:lnTo>
                      <a:pt x="1821" y="524"/>
                    </a:lnTo>
                    <a:lnTo>
                      <a:pt x="1800" y="629"/>
                    </a:lnTo>
                    <a:lnTo>
                      <a:pt x="1842" y="649"/>
                    </a:lnTo>
                    <a:lnTo>
                      <a:pt x="1884" y="733"/>
                    </a:lnTo>
                    <a:lnTo>
                      <a:pt x="1884" y="1068"/>
                    </a:lnTo>
                    <a:lnTo>
                      <a:pt x="1884" y="1235"/>
                    </a:lnTo>
                    <a:lnTo>
                      <a:pt x="1926" y="1361"/>
                    </a:lnTo>
                    <a:lnTo>
                      <a:pt x="2030" y="1507"/>
                    </a:lnTo>
                    <a:lnTo>
                      <a:pt x="2030" y="1654"/>
                    </a:lnTo>
                    <a:lnTo>
                      <a:pt x="2135" y="1779"/>
                    </a:lnTo>
                    <a:lnTo>
                      <a:pt x="2135" y="1863"/>
                    </a:lnTo>
                    <a:lnTo>
                      <a:pt x="2051" y="1863"/>
                    </a:lnTo>
                    <a:lnTo>
                      <a:pt x="2009" y="1800"/>
                    </a:lnTo>
                    <a:lnTo>
                      <a:pt x="1926" y="1612"/>
                    </a:lnTo>
                    <a:lnTo>
                      <a:pt x="1842" y="1507"/>
                    </a:lnTo>
                    <a:lnTo>
                      <a:pt x="1800" y="1507"/>
                    </a:lnTo>
                    <a:lnTo>
                      <a:pt x="1716" y="1570"/>
                    </a:lnTo>
                    <a:lnTo>
                      <a:pt x="1675" y="1549"/>
                    </a:lnTo>
                    <a:lnTo>
                      <a:pt x="1675" y="1486"/>
                    </a:lnTo>
                    <a:lnTo>
                      <a:pt x="1737" y="1403"/>
                    </a:lnTo>
                    <a:lnTo>
                      <a:pt x="1779" y="1361"/>
                    </a:lnTo>
                    <a:lnTo>
                      <a:pt x="1779" y="1256"/>
                    </a:lnTo>
                    <a:lnTo>
                      <a:pt x="1695" y="1026"/>
                    </a:lnTo>
                    <a:lnTo>
                      <a:pt x="1695" y="817"/>
                    </a:lnTo>
                    <a:lnTo>
                      <a:pt x="1675" y="733"/>
                    </a:lnTo>
                    <a:lnTo>
                      <a:pt x="1528" y="649"/>
                    </a:lnTo>
                    <a:lnTo>
                      <a:pt x="1465" y="524"/>
                    </a:lnTo>
                    <a:lnTo>
                      <a:pt x="1382" y="503"/>
                    </a:lnTo>
                    <a:lnTo>
                      <a:pt x="1319" y="545"/>
                    </a:lnTo>
                    <a:lnTo>
                      <a:pt x="1319" y="670"/>
                    </a:lnTo>
                    <a:lnTo>
                      <a:pt x="1193" y="838"/>
                    </a:lnTo>
                    <a:lnTo>
                      <a:pt x="1172" y="963"/>
                    </a:lnTo>
                    <a:lnTo>
                      <a:pt x="1193" y="1089"/>
                    </a:lnTo>
                    <a:lnTo>
                      <a:pt x="1256" y="1235"/>
                    </a:lnTo>
                    <a:lnTo>
                      <a:pt x="1277" y="1403"/>
                    </a:lnTo>
                    <a:lnTo>
                      <a:pt x="1214" y="1382"/>
                    </a:lnTo>
                    <a:lnTo>
                      <a:pt x="1172" y="1298"/>
                    </a:lnTo>
                    <a:lnTo>
                      <a:pt x="1151" y="1173"/>
                    </a:lnTo>
                    <a:lnTo>
                      <a:pt x="1172" y="1089"/>
                    </a:lnTo>
                    <a:lnTo>
                      <a:pt x="1110" y="1068"/>
                    </a:lnTo>
                    <a:lnTo>
                      <a:pt x="1068" y="984"/>
                    </a:lnTo>
                    <a:lnTo>
                      <a:pt x="1047" y="984"/>
                    </a:lnTo>
                    <a:lnTo>
                      <a:pt x="984" y="1047"/>
                    </a:lnTo>
                    <a:lnTo>
                      <a:pt x="942" y="1026"/>
                    </a:lnTo>
                    <a:lnTo>
                      <a:pt x="942" y="942"/>
                    </a:lnTo>
                    <a:lnTo>
                      <a:pt x="1047" y="859"/>
                    </a:lnTo>
                    <a:lnTo>
                      <a:pt x="1047" y="838"/>
                    </a:lnTo>
                    <a:lnTo>
                      <a:pt x="984" y="817"/>
                    </a:lnTo>
                    <a:lnTo>
                      <a:pt x="859" y="859"/>
                    </a:lnTo>
                    <a:lnTo>
                      <a:pt x="775" y="921"/>
                    </a:lnTo>
                    <a:lnTo>
                      <a:pt x="691" y="859"/>
                    </a:lnTo>
                    <a:lnTo>
                      <a:pt x="733" y="817"/>
                    </a:lnTo>
                    <a:lnTo>
                      <a:pt x="775" y="775"/>
                    </a:lnTo>
                    <a:lnTo>
                      <a:pt x="796" y="733"/>
                    </a:lnTo>
                    <a:lnTo>
                      <a:pt x="900" y="629"/>
                    </a:lnTo>
                    <a:lnTo>
                      <a:pt x="984" y="629"/>
                    </a:lnTo>
                    <a:lnTo>
                      <a:pt x="1005" y="649"/>
                    </a:lnTo>
                    <a:lnTo>
                      <a:pt x="1089" y="670"/>
                    </a:lnTo>
                    <a:lnTo>
                      <a:pt x="1151" y="608"/>
                    </a:lnTo>
                    <a:lnTo>
                      <a:pt x="1172" y="524"/>
                    </a:lnTo>
                    <a:lnTo>
                      <a:pt x="1089" y="398"/>
                    </a:lnTo>
                    <a:lnTo>
                      <a:pt x="1047" y="336"/>
                    </a:lnTo>
                    <a:lnTo>
                      <a:pt x="900" y="357"/>
                    </a:lnTo>
                    <a:lnTo>
                      <a:pt x="670" y="545"/>
                    </a:lnTo>
                    <a:lnTo>
                      <a:pt x="587" y="566"/>
                    </a:lnTo>
                    <a:lnTo>
                      <a:pt x="545" y="545"/>
                    </a:lnTo>
                    <a:lnTo>
                      <a:pt x="545" y="461"/>
                    </a:lnTo>
                    <a:lnTo>
                      <a:pt x="461" y="419"/>
                    </a:lnTo>
                    <a:lnTo>
                      <a:pt x="419" y="440"/>
                    </a:lnTo>
                    <a:lnTo>
                      <a:pt x="419" y="566"/>
                    </a:lnTo>
                    <a:lnTo>
                      <a:pt x="545" y="712"/>
                    </a:lnTo>
                    <a:lnTo>
                      <a:pt x="524" y="754"/>
                    </a:lnTo>
                    <a:lnTo>
                      <a:pt x="419" y="754"/>
                    </a:lnTo>
                    <a:lnTo>
                      <a:pt x="377" y="649"/>
                    </a:lnTo>
                    <a:lnTo>
                      <a:pt x="315" y="503"/>
                    </a:lnTo>
                    <a:lnTo>
                      <a:pt x="231" y="503"/>
                    </a:lnTo>
                    <a:lnTo>
                      <a:pt x="126" y="608"/>
                    </a:lnTo>
                    <a:lnTo>
                      <a:pt x="147" y="733"/>
                    </a:lnTo>
                    <a:lnTo>
                      <a:pt x="168" y="775"/>
                    </a:lnTo>
                    <a:lnTo>
                      <a:pt x="168" y="880"/>
                    </a:lnTo>
                    <a:lnTo>
                      <a:pt x="147" y="880"/>
                    </a:lnTo>
                    <a:lnTo>
                      <a:pt x="43" y="963"/>
                    </a:lnTo>
                    <a:lnTo>
                      <a:pt x="1" y="984"/>
                    </a:lnTo>
                    <a:lnTo>
                      <a:pt x="1" y="1089"/>
                    </a:lnTo>
                    <a:lnTo>
                      <a:pt x="22" y="1235"/>
                    </a:lnTo>
                    <a:lnTo>
                      <a:pt x="43" y="1361"/>
                    </a:lnTo>
                    <a:lnTo>
                      <a:pt x="147" y="1549"/>
                    </a:lnTo>
                    <a:lnTo>
                      <a:pt x="147" y="1612"/>
                    </a:lnTo>
                    <a:lnTo>
                      <a:pt x="231" y="1591"/>
                    </a:lnTo>
                    <a:lnTo>
                      <a:pt x="273" y="1507"/>
                    </a:lnTo>
                    <a:lnTo>
                      <a:pt x="273" y="1403"/>
                    </a:lnTo>
                    <a:lnTo>
                      <a:pt x="273" y="1298"/>
                    </a:lnTo>
                    <a:lnTo>
                      <a:pt x="335" y="1277"/>
                    </a:lnTo>
                    <a:lnTo>
                      <a:pt x="419" y="1361"/>
                    </a:lnTo>
                    <a:lnTo>
                      <a:pt x="461" y="1298"/>
                    </a:lnTo>
                    <a:lnTo>
                      <a:pt x="482" y="1340"/>
                    </a:lnTo>
                    <a:lnTo>
                      <a:pt x="440" y="1445"/>
                    </a:lnTo>
                    <a:lnTo>
                      <a:pt x="419" y="1591"/>
                    </a:lnTo>
                    <a:lnTo>
                      <a:pt x="377" y="1612"/>
                    </a:lnTo>
                    <a:lnTo>
                      <a:pt x="377" y="1675"/>
                    </a:lnTo>
                    <a:lnTo>
                      <a:pt x="482" y="1779"/>
                    </a:lnTo>
                    <a:lnTo>
                      <a:pt x="482" y="1800"/>
                    </a:lnTo>
                    <a:lnTo>
                      <a:pt x="545" y="1821"/>
                    </a:lnTo>
                    <a:lnTo>
                      <a:pt x="628" y="1821"/>
                    </a:lnTo>
                    <a:lnTo>
                      <a:pt x="649" y="1863"/>
                    </a:lnTo>
                    <a:lnTo>
                      <a:pt x="649" y="1926"/>
                    </a:lnTo>
                    <a:lnTo>
                      <a:pt x="545" y="2010"/>
                    </a:lnTo>
                    <a:lnTo>
                      <a:pt x="482" y="2010"/>
                    </a:lnTo>
                    <a:lnTo>
                      <a:pt x="482" y="1968"/>
                    </a:lnTo>
                    <a:lnTo>
                      <a:pt x="461" y="1905"/>
                    </a:lnTo>
                    <a:lnTo>
                      <a:pt x="315" y="1800"/>
                    </a:lnTo>
                    <a:lnTo>
                      <a:pt x="273" y="1821"/>
                    </a:lnTo>
                    <a:lnTo>
                      <a:pt x="273" y="1884"/>
                    </a:lnTo>
                    <a:lnTo>
                      <a:pt x="335" y="1989"/>
                    </a:lnTo>
                    <a:lnTo>
                      <a:pt x="419" y="2030"/>
                    </a:lnTo>
                    <a:lnTo>
                      <a:pt x="482" y="2093"/>
                    </a:lnTo>
                    <a:lnTo>
                      <a:pt x="482" y="2114"/>
                    </a:lnTo>
                    <a:lnTo>
                      <a:pt x="440" y="2177"/>
                    </a:lnTo>
                    <a:lnTo>
                      <a:pt x="482" y="2240"/>
                    </a:lnTo>
                    <a:lnTo>
                      <a:pt x="587" y="2302"/>
                    </a:lnTo>
                    <a:lnTo>
                      <a:pt x="670" y="2344"/>
                    </a:lnTo>
                    <a:lnTo>
                      <a:pt x="691" y="2428"/>
                    </a:lnTo>
                    <a:lnTo>
                      <a:pt x="775" y="2449"/>
                    </a:lnTo>
                    <a:lnTo>
                      <a:pt x="900" y="2449"/>
                    </a:lnTo>
                    <a:lnTo>
                      <a:pt x="942" y="2491"/>
                    </a:lnTo>
                    <a:lnTo>
                      <a:pt x="879" y="2533"/>
                    </a:lnTo>
                    <a:lnTo>
                      <a:pt x="754" y="2533"/>
                    </a:lnTo>
                    <a:lnTo>
                      <a:pt x="754" y="2637"/>
                    </a:lnTo>
                    <a:lnTo>
                      <a:pt x="796" y="2742"/>
                    </a:lnTo>
                    <a:lnTo>
                      <a:pt x="859" y="2742"/>
                    </a:lnTo>
                    <a:lnTo>
                      <a:pt x="942" y="2763"/>
                    </a:lnTo>
                    <a:lnTo>
                      <a:pt x="1068" y="2909"/>
                    </a:lnTo>
                    <a:lnTo>
                      <a:pt x="1110" y="2972"/>
                    </a:lnTo>
                    <a:lnTo>
                      <a:pt x="1068" y="3035"/>
                    </a:lnTo>
                    <a:lnTo>
                      <a:pt x="1068" y="3077"/>
                    </a:lnTo>
                    <a:lnTo>
                      <a:pt x="1382" y="3077"/>
                    </a:lnTo>
                    <a:lnTo>
                      <a:pt x="1465" y="3014"/>
                    </a:lnTo>
                    <a:lnTo>
                      <a:pt x="1465" y="2930"/>
                    </a:lnTo>
                    <a:lnTo>
                      <a:pt x="1507" y="2805"/>
                    </a:lnTo>
                    <a:lnTo>
                      <a:pt x="1591" y="2763"/>
                    </a:lnTo>
                    <a:lnTo>
                      <a:pt x="1675" y="2805"/>
                    </a:lnTo>
                    <a:lnTo>
                      <a:pt x="1675" y="2721"/>
                    </a:lnTo>
                    <a:lnTo>
                      <a:pt x="1612" y="2616"/>
                    </a:lnTo>
                    <a:lnTo>
                      <a:pt x="1570" y="2512"/>
                    </a:lnTo>
                    <a:lnTo>
                      <a:pt x="1570" y="2386"/>
                    </a:lnTo>
                    <a:lnTo>
                      <a:pt x="1528" y="2302"/>
                    </a:lnTo>
                    <a:lnTo>
                      <a:pt x="1528" y="2219"/>
                    </a:lnTo>
                    <a:lnTo>
                      <a:pt x="1591" y="2198"/>
                    </a:lnTo>
                    <a:lnTo>
                      <a:pt x="1633" y="2219"/>
                    </a:lnTo>
                    <a:lnTo>
                      <a:pt x="1695" y="2323"/>
                    </a:lnTo>
                    <a:lnTo>
                      <a:pt x="1675" y="2344"/>
                    </a:lnTo>
                    <a:lnTo>
                      <a:pt x="1695" y="2428"/>
                    </a:lnTo>
                    <a:lnTo>
                      <a:pt x="1779" y="2344"/>
                    </a:lnTo>
                    <a:lnTo>
                      <a:pt x="1779" y="2282"/>
                    </a:lnTo>
                    <a:lnTo>
                      <a:pt x="1737" y="2093"/>
                    </a:lnTo>
                    <a:lnTo>
                      <a:pt x="1800" y="2010"/>
                    </a:lnTo>
                    <a:lnTo>
                      <a:pt x="1821" y="2010"/>
                    </a:lnTo>
                    <a:lnTo>
                      <a:pt x="1884" y="2093"/>
                    </a:lnTo>
                    <a:lnTo>
                      <a:pt x="1884" y="2219"/>
                    </a:lnTo>
                    <a:lnTo>
                      <a:pt x="1926" y="2282"/>
                    </a:lnTo>
                    <a:lnTo>
                      <a:pt x="1926" y="2344"/>
                    </a:lnTo>
                    <a:lnTo>
                      <a:pt x="1842" y="2428"/>
                    </a:lnTo>
                    <a:lnTo>
                      <a:pt x="1842" y="2491"/>
                    </a:lnTo>
                    <a:lnTo>
                      <a:pt x="1884" y="2637"/>
                    </a:lnTo>
                    <a:lnTo>
                      <a:pt x="1926" y="2658"/>
                    </a:lnTo>
                    <a:lnTo>
                      <a:pt x="2009" y="2637"/>
                    </a:lnTo>
                    <a:lnTo>
                      <a:pt x="2156" y="2491"/>
                    </a:lnTo>
                    <a:lnTo>
                      <a:pt x="2219" y="2344"/>
                    </a:lnTo>
                    <a:lnTo>
                      <a:pt x="2219" y="2240"/>
                    </a:lnTo>
                    <a:lnTo>
                      <a:pt x="2239" y="2177"/>
                    </a:lnTo>
                    <a:lnTo>
                      <a:pt x="2302" y="2198"/>
                    </a:lnTo>
                    <a:lnTo>
                      <a:pt x="2344" y="2282"/>
                    </a:lnTo>
                    <a:lnTo>
                      <a:pt x="2323" y="2407"/>
                    </a:lnTo>
                    <a:lnTo>
                      <a:pt x="2260" y="2512"/>
                    </a:lnTo>
                    <a:lnTo>
                      <a:pt x="2260" y="2595"/>
                    </a:lnTo>
                    <a:lnTo>
                      <a:pt x="2344" y="2637"/>
                    </a:lnTo>
                    <a:lnTo>
                      <a:pt x="2449" y="2616"/>
                    </a:lnTo>
                    <a:lnTo>
                      <a:pt x="2532" y="2533"/>
                    </a:lnTo>
                    <a:lnTo>
                      <a:pt x="2574" y="2533"/>
                    </a:lnTo>
                    <a:lnTo>
                      <a:pt x="2574" y="2595"/>
                    </a:lnTo>
                    <a:lnTo>
                      <a:pt x="2532" y="2637"/>
                    </a:lnTo>
                    <a:lnTo>
                      <a:pt x="2428" y="2658"/>
                    </a:lnTo>
                    <a:lnTo>
                      <a:pt x="2344" y="2763"/>
                    </a:lnTo>
                    <a:lnTo>
                      <a:pt x="2156" y="2763"/>
                    </a:lnTo>
                    <a:lnTo>
                      <a:pt x="2009" y="2826"/>
                    </a:lnTo>
                    <a:lnTo>
                      <a:pt x="1988" y="2867"/>
                    </a:lnTo>
                    <a:lnTo>
                      <a:pt x="2009" y="2951"/>
                    </a:lnTo>
                    <a:lnTo>
                      <a:pt x="1884" y="3014"/>
                    </a:lnTo>
                    <a:lnTo>
                      <a:pt x="1800" y="3118"/>
                    </a:lnTo>
                    <a:lnTo>
                      <a:pt x="1716" y="3181"/>
                    </a:lnTo>
                    <a:lnTo>
                      <a:pt x="1675" y="3181"/>
                    </a:lnTo>
                    <a:lnTo>
                      <a:pt x="1570" y="3244"/>
                    </a:lnTo>
                    <a:lnTo>
                      <a:pt x="1570" y="3328"/>
                    </a:lnTo>
                    <a:lnTo>
                      <a:pt x="1507" y="3349"/>
                    </a:lnTo>
                    <a:lnTo>
                      <a:pt x="1486" y="3265"/>
                    </a:lnTo>
                    <a:lnTo>
                      <a:pt x="1465" y="3223"/>
                    </a:lnTo>
                    <a:lnTo>
                      <a:pt x="1382" y="3265"/>
                    </a:lnTo>
                    <a:lnTo>
                      <a:pt x="1298" y="3286"/>
                    </a:lnTo>
                    <a:lnTo>
                      <a:pt x="1298" y="3349"/>
                    </a:lnTo>
                    <a:lnTo>
                      <a:pt x="1277" y="3390"/>
                    </a:lnTo>
                    <a:lnTo>
                      <a:pt x="1319" y="3579"/>
                    </a:lnTo>
                    <a:lnTo>
                      <a:pt x="1319" y="3704"/>
                    </a:lnTo>
                    <a:lnTo>
                      <a:pt x="1361" y="3746"/>
                    </a:lnTo>
                    <a:lnTo>
                      <a:pt x="1465" y="3746"/>
                    </a:lnTo>
                    <a:lnTo>
                      <a:pt x="1528" y="3704"/>
                    </a:lnTo>
                    <a:lnTo>
                      <a:pt x="1633" y="3683"/>
                    </a:lnTo>
                    <a:lnTo>
                      <a:pt x="1695" y="3662"/>
                    </a:lnTo>
                    <a:lnTo>
                      <a:pt x="1779" y="3662"/>
                    </a:lnTo>
                    <a:lnTo>
                      <a:pt x="1842" y="3642"/>
                    </a:lnTo>
                    <a:lnTo>
                      <a:pt x="1926" y="3537"/>
                    </a:lnTo>
                    <a:lnTo>
                      <a:pt x="1988" y="3537"/>
                    </a:lnTo>
                    <a:lnTo>
                      <a:pt x="2009" y="3495"/>
                    </a:lnTo>
                    <a:lnTo>
                      <a:pt x="2114" y="3495"/>
                    </a:lnTo>
                    <a:lnTo>
                      <a:pt x="2135" y="3537"/>
                    </a:lnTo>
                    <a:lnTo>
                      <a:pt x="2428" y="3537"/>
                    </a:lnTo>
                    <a:lnTo>
                      <a:pt x="2470" y="3474"/>
                    </a:lnTo>
                    <a:lnTo>
                      <a:pt x="2553" y="3432"/>
                    </a:lnTo>
                    <a:lnTo>
                      <a:pt x="2616" y="3432"/>
                    </a:lnTo>
                    <a:lnTo>
                      <a:pt x="2616" y="3495"/>
                    </a:lnTo>
                    <a:lnTo>
                      <a:pt x="2553" y="3537"/>
                    </a:lnTo>
                    <a:lnTo>
                      <a:pt x="2532" y="3600"/>
                    </a:lnTo>
                    <a:lnTo>
                      <a:pt x="2449" y="3600"/>
                    </a:lnTo>
                    <a:lnTo>
                      <a:pt x="2407" y="3642"/>
                    </a:lnTo>
                    <a:lnTo>
                      <a:pt x="2239" y="3642"/>
                    </a:lnTo>
                    <a:lnTo>
                      <a:pt x="2135" y="3683"/>
                    </a:lnTo>
                    <a:lnTo>
                      <a:pt x="1947" y="3767"/>
                    </a:lnTo>
                    <a:lnTo>
                      <a:pt x="1884" y="3767"/>
                    </a:lnTo>
                    <a:lnTo>
                      <a:pt x="1800" y="3788"/>
                    </a:lnTo>
                    <a:lnTo>
                      <a:pt x="1800" y="3809"/>
                    </a:lnTo>
                    <a:lnTo>
                      <a:pt x="1905" y="3872"/>
                    </a:lnTo>
                    <a:lnTo>
                      <a:pt x="2051" y="3893"/>
                    </a:lnTo>
                    <a:lnTo>
                      <a:pt x="2135" y="3893"/>
                    </a:lnTo>
                    <a:lnTo>
                      <a:pt x="2239" y="3976"/>
                    </a:lnTo>
                    <a:lnTo>
                      <a:pt x="2239" y="4018"/>
                    </a:lnTo>
                    <a:lnTo>
                      <a:pt x="2030" y="4018"/>
                    </a:lnTo>
                    <a:lnTo>
                      <a:pt x="1947" y="4060"/>
                    </a:lnTo>
                    <a:lnTo>
                      <a:pt x="1905" y="4018"/>
                    </a:lnTo>
                    <a:lnTo>
                      <a:pt x="1800" y="3997"/>
                    </a:lnTo>
                    <a:lnTo>
                      <a:pt x="1779" y="4060"/>
                    </a:lnTo>
                    <a:lnTo>
                      <a:pt x="1737" y="4060"/>
                    </a:lnTo>
                    <a:lnTo>
                      <a:pt x="1695" y="3997"/>
                    </a:lnTo>
                    <a:lnTo>
                      <a:pt x="1633" y="3914"/>
                    </a:lnTo>
                    <a:lnTo>
                      <a:pt x="1570" y="3893"/>
                    </a:lnTo>
                    <a:lnTo>
                      <a:pt x="1423" y="3997"/>
                    </a:lnTo>
                    <a:lnTo>
                      <a:pt x="1423" y="4018"/>
                    </a:lnTo>
                    <a:lnTo>
                      <a:pt x="1486" y="4102"/>
                    </a:lnTo>
                    <a:lnTo>
                      <a:pt x="1507" y="4165"/>
                    </a:lnTo>
                    <a:lnTo>
                      <a:pt x="1486" y="4227"/>
                    </a:lnTo>
                    <a:lnTo>
                      <a:pt x="1507" y="4227"/>
                    </a:lnTo>
                    <a:lnTo>
                      <a:pt x="1486" y="4290"/>
                    </a:lnTo>
                    <a:lnTo>
                      <a:pt x="1507" y="4332"/>
                    </a:lnTo>
                    <a:lnTo>
                      <a:pt x="1591" y="4395"/>
                    </a:lnTo>
                    <a:lnTo>
                      <a:pt x="1591" y="4437"/>
                    </a:lnTo>
                    <a:lnTo>
                      <a:pt x="1612" y="4499"/>
                    </a:lnTo>
                    <a:lnTo>
                      <a:pt x="1633" y="4478"/>
                    </a:lnTo>
                    <a:lnTo>
                      <a:pt x="1716" y="4541"/>
                    </a:lnTo>
                    <a:lnTo>
                      <a:pt x="1716" y="4604"/>
                    </a:lnTo>
                    <a:lnTo>
                      <a:pt x="1779" y="4688"/>
                    </a:lnTo>
                    <a:lnTo>
                      <a:pt x="1800" y="4646"/>
                    </a:lnTo>
                    <a:lnTo>
                      <a:pt x="1884" y="4688"/>
                    </a:lnTo>
                    <a:lnTo>
                      <a:pt x="1926" y="4751"/>
                    </a:lnTo>
                    <a:lnTo>
                      <a:pt x="1988" y="4792"/>
                    </a:lnTo>
                    <a:lnTo>
                      <a:pt x="1988" y="4855"/>
                    </a:lnTo>
                    <a:lnTo>
                      <a:pt x="2114" y="4960"/>
                    </a:lnTo>
                    <a:lnTo>
                      <a:pt x="2239" y="4918"/>
                    </a:lnTo>
                    <a:lnTo>
                      <a:pt x="2260" y="4834"/>
                    </a:lnTo>
                    <a:lnTo>
                      <a:pt x="2323" y="4834"/>
                    </a:lnTo>
                    <a:lnTo>
                      <a:pt x="2344" y="4897"/>
                    </a:lnTo>
                    <a:lnTo>
                      <a:pt x="2428" y="4855"/>
                    </a:lnTo>
                    <a:lnTo>
                      <a:pt x="2449" y="4897"/>
                    </a:lnTo>
                    <a:lnTo>
                      <a:pt x="2449" y="4960"/>
                    </a:lnTo>
                    <a:lnTo>
                      <a:pt x="2407" y="5023"/>
                    </a:lnTo>
                    <a:lnTo>
                      <a:pt x="2344" y="5023"/>
                    </a:lnTo>
                    <a:lnTo>
                      <a:pt x="2239" y="5106"/>
                    </a:lnTo>
                    <a:lnTo>
                      <a:pt x="2239" y="5148"/>
                    </a:lnTo>
                    <a:lnTo>
                      <a:pt x="2428" y="5336"/>
                    </a:lnTo>
                    <a:lnTo>
                      <a:pt x="2470" y="5357"/>
                    </a:lnTo>
                    <a:lnTo>
                      <a:pt x="2532" y="5420"/>
                    </a:lnTo>
                    <a:lnTo>
                      <a:pt x="2512" y="5567"/>
                    </a:lnTo>
                    <a:lnTo>
                      <a:pt x="2532" y="5650"/>
                    </a:lnTo>
                    <a:lnTo>
                      <a:pt x="2574" y="5650"/>
                    </a:lnTo>
                    <a:lnTo>
                      <a:pt x="2616" y="5587"/>
                    </a:lnTo>
                    <a:lnTo>
                      <a:pt x="2658" y="5567"/>
                    </a:lnTo>
                    <a:lnTo>
                      <a:pt x="2721" y="5650"/>
                    </a:lnTo>
                    <a:lnTo>
                      <a:pt x="2784" y="5629"/>
                    </a:lnTo>
                    <a:lnTo>
                      <a:pt x="2867" y="5525"/>
                    </a:lnTo>
                    <a:lnTo>
                      <a:pt x="2888" y="5420"/>
                    </a:lnTo>
                    <a:lnTo>
                      <a:pt x="2930" y="5357"/>
                    </a:lnTo>
                    <a:lnTo>
                      <a:pt x="2930" y="5315"/>
                    </a:lnTo>
                    <a:lnTo>
                      <a:pt x="2867" y="5148"/>
                    </a:lnTo>
                    <a:lnTo>
                      <a:pt x="2846" y="5023"/>
                    </a:lnTo>
                    <a:lnTo>
                      <a:pt x="2888" y="4939"/>
                    </a:lnTo>
                    <a:lnTo>
                      <a:pt x="2951" y="4855"/>
                    </a:lnTo>
                    <a:lnTo>
                      <a:pt x="2951" y="4499"/>
                    </a:lnTo>
                    <a:lnTo>
                      <a:pt x="2972" y="4395"/>
                    </a:lnTo>
                    <a:lnTo>
                      <a:pt x="2972" y="4311"/>
                    </a:lnTo>
                    <a:lnTo>
                      <a:pt x="3056" y="4227"/>
                    </a:lnTo>
                    <a:lnTo>
                      <a:pt x="3056" y="4206"/>
                    </a:lnTo>
                    <a:lnTo>
                      <a:pt x="2972" y="4165"/>
                    </a:lnTo>
                    <a:lnTo>
                      <a:pt x="3056" y="4060"/>
                    </a:lnTo>
                    <a:lnTo>
                      <a:pt x="3181" y="4081"/>
                    </a:lnTo>
                    <a:lnTo>
                      <a:pt x="3202" y="4081"/>
                    </a:lnTo>
                    <a:lnTo>
                      <a:pt x="3244" y="3976"/>
                    </a:lnTo>
                    <a:lnTo>
                      <a:pt x="3244" y="3809"/>
                    </a:lnTo>
                    <a:lnTo>
                      <a:pt x="3265" y="3683"/>
                    </a:lnTo>
                    <a:lnTo>
                      <a:pt x="3265" y="3558"/>
                    </a:lnTo>
                    <a:lnTo>
                      <a:pt x="3181" y="3432"/>
                    </a:lnTo>
                    <a:lnTo>
                      <a:pt x="3181" y="3286"/>
                    </a:lnTo>
                    <a:lnTo>
                      <a:pt x="3244" y="3265"/>
                    </a:lnTo>
                    <a:lnTo>
                      <a:pt x="3348" y="3328"/>
                    </a:lnTo>
                    <a:lnTo>
                      <a:pt x="3390" y="3223"/>
                    </a:lnTo>
                    <a:lnTo>
                      <a:pt x="3369" y="3181"/>
                    </a:lnTo>
                    <a:lnTo>
                      <a:pt x="3369" y="3056"/>
                    </a:lnTo>
                    <a:lnTo>
                      <a:pt x="3390" y="2951"/>
                    </a:lnTo>
                    <a:lnTo>
                      <a:pt x="3369" y="2742"/>
                    </a:lnTo>
                    <a:lnTo>
                      <a:pt x="3348" y="2616"/>
                    </a:lnTo>
                    <a:lnTo>
                      <a:pt x="3369" y="2554"/>
                    </a:lnTo>
                    <a:lnTo>
                      <a:pt x="3495" y="2449"/>
                    </a:lnTo>
                    <a:lnTo>
                      <a:pt x="3495" y="2386"/>
                    </a:lnTo>
                    <a:lnTo>
                      <a:pt x="3474" y="2323"/>
                    </a:lnTo>
                    <a:lnTo>
                      <a:pt x="3474" y="2282"/>
                    </a:lnTo>
                    <a:lnTo>
                      <a:pt x="3579" y="2282"/>
                    </a:lnTo>
                    <a:lnTo>
                      <a:pt x="3725" y="2135"/>
                    </a:lnTo>
                    <a:lnTo>
                      <a:pt x="3830" y="2135"/>
                    </a:lnTo>
                    <a:lnTo>
                      <a:pt x="3934" y="2114"/>
                    </a:lnTo>
                    <a:lnTo>
                      <a:pt x="3997" y="2219"/>
                    </a:lnTo>
                    <a:lnTo>
                      <a:pt x="4039" y="2198"/>
                    </a:lnTo>
                    <a:lnTo>
                      <a:pt x="4081" y="2114"/>
                    </a:lnTo>
                    <a:lnTo>
                      <a:pt x="4102" y="2072"/>
                    </a:lnTo>
                    <a:lnTo>
                      <a:pt x="4102" y="1926"/>
                    </a:lnTo>
                    <a:lnTo>
                      <a:pt x="4018" y="1905"/>
                    </a:lnTo>
                    <a:lnTo>
                      <a:pt x="3767" y="1821"/>
                    </a:lnTo>
                    <a:lnTo>
                      <a:pt x="3662" y="1779"/>
                    </a:lnTo>
                    <a:lnTo>
                      <a:pt x="3495" y="1612"/>
                    </a:lnTo>
                    <a:lnTo>
                      <a:pt x="3411" y="1570"/>
                    </a:lnTo>
                    <a:lnTo>
                      <a:pt x="3286" y="1382"/>
                    </a:lnTo>
                    <a:lnTo>
                      <a:pt x="3244" y="1361"/>
                    </a:lnTo>
                    <a:lnTo>
                      <a:pt x="3097" y="1361"/>
                    </a:lnTo>
                    <a:lnTo>
                      <a:pt x="3056" y="1277"/>
                    </a:lnTo>
                    <a:lnTo>
                      <a:pt x="3056" y="1193"/>
                    </a:lnTo>
                    <a:lnTo>
                      <a:pt x="2972" y="942"/>
                    </a:lnTo>
                    <a:lnTo>
                      <a:pt x="2888" y="733"/>
                    </a:lnTo>
                    <a:lnTo>
                      <a:pt x="2742" y="608"/>
                    </a:lnTo>
                    <a:lnTo>
                      <a:pt x="2658" y="670"/>
                    </a:lnTo>
                    <a:lnTo>
                      <a:pt x="2637" y="775"/>
                    </a:lnTo>
                    <a:lnTo>
                      <a:pt x="2658" y="984"/>
                    </a:lnTo>
                    <a:lnTo>
                      <a:pt x="2658" y="1131"/>
                    </a:lnTo>
                    <a:lnTo>
                      <a:pt x="2574" y="1193"/>
                    </a:lnTo>
                    <a:lnTo>
                      <a:pt x="2553" y="1173"/>
                    </a:lnTo>
                    <a:lnTo>
                      <a:pt x="2553" y="1131"/>
                    </a:lnTo>
                    <a:lnTo>
                      <a:pt x="2553" y="963"/>
                    </a:lnTo>
                    <a:lnTo>
                      <a:pt x="2553" y="733"/>
                    </a:lnTo>
                    <a:lnTo>
                      <a:pt x="2616" y="670"/>
                    </a:lnTo>
                    <a:lnTo>
                      <a:pt x="2616" y="545"/>
                    </a:lnTo>
                    <a:lnTo>
                      <a:pt x="2553" y="419"/>
                    </a:lnTo>
                    <a:lnTo>
                      <a:pt x="2449" y="231"/>
                    </a:lnTo>
                    <a:lnTo>
                      <a:pt x="2344" y="189"/>
                    </a:lnTo>
                    <a:lnTo>
                      <a:pt x="2260" y="231"/>
                    </a:lnTo>
                    <a:lnTo>
                      <a:pt x="2219" y="315"/>
                    </a:lnTo>
                    <a:lnTo>
                      <a:pt x="2156" y="294"/>
                    </a:lnTo>
                    <a:lnTo>
                      <a:pt x="2135" y="147"/>
                    </a:lnTo>
                    <a:lnTo>
                      <a:pt x="203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4" name="Google Shape;9242;p128">
              <a:extLst>
                <a:ext uri="{FF2B5EF4-FFF2-40B4-BE49-F238E27FC236}">
                  <a16:creationId xmlns:a16="http://schemas.microsoft.com/office/drawing/2014/main" id="{FFFEAAC4-637E-3949-27EB-890C883149B3}"/>
                </a:ext>
              </a:extLst>
            </p:cNvPr>
            <p:cNvSpPr/>
            <p:nvPr/>
          </p:nvSpPr>
          <p:spPr>
            <a:xfrm>
              <a:off x="4614379" y="2777935"/>
              <a:ext cx="83472" cy="139700"/>
            </a:xfrm>
            <a:custGeom>
              <a:avLst/>
              <a:gdLst/>
              <a:ahLst/>
              <a:cxnLst/>
              <a:rect l="l" t="t" r="r" b="b"/>
              <a:pathLst>
                <a:path w="7010" h="12284" extrusionOk="0">
                  <a:moveTo>
                    <a:pt x="4122" y="1"/>
                  </a:moveTo>
                  <a:lnTo>
                    <a:pt x="4122" y="43"/>
                  </a:lnTo>
                  <a:lnTo>
                    <a:pt x="4080" y="126"/>
                  </a:lnTo>
                  <a:lnTo>
                    <a:pt x="4017" y="126"/>
                  </a:lnTo>
                  <a:lnTo>
                    <a:pt x="3996" y="147"/>
                  </a:lnTo>
                  <a:lnTo>
                    <a:pt x="4059" y="231"/>
                  </a:lnTo>
                  <a:lnTo>
                    <a:pt x="4080" y="357"/>
                  </a:lnTo>
                  <a:lnTo>
                    <a:pt x="4289" y="671"/>
                  </a:lnTo>
                  <a:lnTo>
                    <a:pt x="4331" y="796"/>
                  </a:lnTo>
                  <a:lnTo>
                    <a:pt x="4331" y="1005"/>
                  </a:lnTo>
                  <a:lnTo>
                    <a:pt x="4310" y="1089"/>
                  </a:lnTo>
                  <a:lnTo>
                    <a:pt x="4373" y="1277"/>
                  </a:lnTo>
                  <a:lnTo>
                    <a:pt x="4415" y="1382"/>
                  </a:lnTo>
                  <a:lnTo>
                    <a:pt x="4415" y="1424"/>
                  </a:lnTo>
                  <a:lnTo>
                    <a:pt x="4373" y="1424"/>
                  </a:lnTo>
                  <a:lnTo>
                    <a:pt x="4289" y="1528"/>
                  </a:lnTo>
                  <a:lnTo>
                    <a:pt x="4310" y="1633"/>
                  </a:lnTo>
                  <a:lnTo>
                    <a:pt x="4373" y="1738"/>
                  </a:lnTo>
                  <a:lnTo>
                    <a:pt x="4394" y="1800"/>
                  </a:lnTo>
                  <a:lnTo>
                    <a:pt x="4457" y="1821"/>
                  </a:lnTo>
                  <a:lnTo>
                    <a:pt x="4478" y="1905"/>
                  </a:lnTo>
                  <a:lnTo>
                    <a:pt x="4457" y="1926"/>
                  </a:lnTo>
                  <a:lnTo>
                    <a:pt x="4457" y="2010"/>
                  </a:lnTo>
                  <a:lnTo>
                    <a:pt x="4394" y="2051"/>
                  </a:lnTo>
                  <a:lnTo>
                    <a:pt x="4206" y="2031"/>
                  </a:lnTo>
                  <a:lnTo>
                    <a:pt x="4017" y="1926"/>
                  </a:lnTo>
                  <a:lnTo>
                    <a:pt x="3955" y="1947"/>
                  </a:lnTo>
                  <a:lnTo>
                    <a:pt x="3892" y="2031"/>
                  </a:lnTo>
                  <a:lnTo>
                    <a:pt x="3913" y="2093"/>
                  </a:lnTo>
                  <a:lnTo>
                    <a:pt x="3976" y="2093"/>
                  </a:lnTo>
                  <a:lnTo>
                    <a:pt x="4080" y="2156"/>
                  </a:lnTo>
                  <a:lnTo>
                    <a:pt x="4080" y="2219"/>
                  </a:lnTo>
                  <a:lnTo>
                    <a:pt x="4017" y="2261"/>
                  </a:lnTo>
                  <a:lnTo>
                    <a:pt x="3976" y="2365"/>
                  </a:lnTo>
                  <a:lnTo>
                    <a:pt x="3892" y="2407"/>
                  </a:lnTo>
                  <a:lnTo>
                    <a:pt x="3871" y="2449"/>
                  </a:lnTo>
                  <a:lnTo>
                    <a:pt x="3787" y="2470"/>
                  </a:lnTo>
                  <a:lnTo>
                    <a:pt x="3745" y="2575"/>
                  </a:lnTo>
                  <a:lnTo>
                    <a:pt x="3766" y="2679"/>
                  </a:lnTo>
                  <a:lnTo>
                    <a:pt x="3766" y="2847"/>
                  </a:lnTo>
                  <a:lnTo>
                    <a:pt x="3787" y="2930"/>
                  </a:lnTo>
                  <a:lnTo>
                    <a:pt x="3871" y="2930"/>
                  </a:lnTo>
                  <a:lnTo>
                    <a:pt x="3976" y="2993"/>
                  </a:lnTo>
                  <a:lnTo>
                    <a:pt x="4059" y="3077"/>
                  </a:lnTo>
                  <a:lnTo>
                    <a:pt x="4122" y="3286"/>
                  </a:lnTo>
                  <a:lnTo>
                    <a:pt x="4164" y="3495"/>
                  </a:lnTo>
                  <a:lnTo>
                    <a:pt x="4122" y="3516"/>
                  </a:lnTo>
                  <a:lnTo>
                    <a:pt x="4185" y="3621"/>
                  </a:lnTo>
                  <a:lnTo>
                    <a:pt x="4289" y="3684"/>
                  </a:lnTo>
                  <a:lnTo>
                    <a:pt x="4415" y="3516"/>
                  </a:lnTo>
                  <a:lnTo>
                    <a:pt x="4478" y="3412"/>
                  </a:lnTo>
                  <a:lnTo>
                    <a:pt x="4478" y="3349"/>
                  </a:lnTo>
                  <a:lnTo>
                    <a:pt x="4520" y="3286"/>
                  </a:lnTo>
                  <a:lnTo>
                    <a:pt x="4540" y="3286"/>
                  </a:lnTo>
                  <a:cubicBezTo>
                    <a:pt x="4624" y="3370"/>
                    <a:pt x="4708" y="3453"/>
                    <a:pt x="4729" y="3558"/>
                  </a:cubicBezTo>
                  <a:lnTo>
                    <a:pt x="4729" y="3579"/>
                  </a:lnTo>
                  <a:lnTo>
                    <a:pt x="4687" y="3704"/>
                  </a:lnTo>
                  <a:lnTo>
                    <a:pt x="4687" y="3809"/>
                  </a:lnTo>
                  <a:lnTo>
                    <a:pt x="4729" y="3872"/>
                  </a:lnTo>
                  <a:lnTo>
                    <a:pt x="4792" y="3830"/>
                  </a:lnTo>
                  <a:lnTo>
                    <a:pt x="4917" y="3725"/>
                  </a:lnTo>
                  <a:lnTo>
                    <a:pt x="4980" y="3872"/>
                  </a:lnTo>
                  <a:lnTo>
                    <a:pt x="4917" y="3976"/>
                  </a:lnTo>
                  <a:lnTo>
                    <a:pt x="4833" y="4018"/>
                  </a:lnTo>
                  <a:lnTo>
                    <a:pt x="4771" y="3976"/>
                  </a:lnTo>
                  <a:lnTo>
                    <a:pt x="4792" y="4102"/>
                  </a:lnTo>
                  <a:lnTo>
                    <a:pt x="4729" y="4144"/>
                  </a:lnTo>
                  <a:lnTo>
                    <a:pt x="4666" y="4123"/>
                  </a:lnTo>
                  <a:lnTo>
                    <a:pt x="4624" y="4018"/>
                  </a:lnTo>
                  <a:lnTo>
                    <a:pt x="4603" y="3914"/>
                  </a:lnTo>
                  <a:lnTo>
                    <a:pt x="4582" y="3872"/>
                  </a:lnTo>
                  <a:lnTo>
                    <a:pt x="4499" y="3893"/>
                  </a:lnTo>
                  <a:lnTo>
                    <a:pt x="4457" y="3872"/>
                  </a:lnTo>
                  <a:lnTo>
                    <a:pt x="4415" y="3976"/>
                  </a:lnTo>
                  <a:lnTo>
                    <a:pt x="4478" y="4123"/>
                  </a:lnTo>
                  <a:lnTo>
                    <a:pt x="4478" y="4228"/>
                  </a:lnTo>
                  <a:lnTo>
                    <a:pt x="4394" y="4248"/>
                  </a:lnTo>
                  <a:lnTo>
                    <a:pt x="4310" y="4353"/>
                  </a:lnTo>
                  <a:lnTo>
                    <a:pt x="4310" y="4416"/>
                  </a:lnTo>
                  <a:lnTo>
                    <a:pt x="4457" y="4562"/>
                  </a:lnTo>
                  <a:lnTo>
                    <a:pt x="4499" y="4646"/>
                  </a:lnTo>
                  <a:lnTo>
                    <a:pt x="4457" y="4813"/>
                  </a:lnTo>
                  <a:lnTo>
                    <a:pt x="4373" y="4855"/>
                  </a:lnTo>
                  <a:lnTo>
                    <a:pt x="4289" y="4834"/>
                  </a:lnTo>
                  <a:lnTo>
                    <a:pt x="4268" y="4876"/>
                  </a:lnTo>
                  <a:lnTo>
                    <a:pt x="4352" y="4981"/>
                  </a:lnTo>
                  <a:lnTo>
                    <a:pt x="4415" y="4960"/>
                  </a:lnTo>
                  <a:lnTo>
                    <a:pt x="4499" y="4876"/>
                  </a:lnTo>
                  <a:lnTo>
                    <a:pt x="4603" y="5148"/>
                  </a:lnTo>
                  <a:lnTo>
                    <a:pt x="4666" y="5441"/>
                  </a:lnTo>
                  <a:lnTo>
                    <a:pt x="4624" y="5588"/>
                  </a:lnTo>
                  <a:lnTo>
                    <a:pt x="4624" y="5860"/>
                  </a:lnTo>
                  <a:lnTo>
                    <a:pt x="4520" y="6236"/>
                  </a:lnTo>
                  <a:lnTo>
                    <a:pt x="4561" y="6404"/>
                  </a:lnTo>
                  <a:lnTo>
                    <a:pt x="4499" y="6592"/>
                  </a:lnTo>
                  <a:lnTo>
                    <a:pt x="4373" y="6655"/>
                  </a:lnTo>
                  <a:lnTo>
                    <a:pt x="4310" y="6843"/>
                  </a:lnTo>
                  <a:lnTo>
                    <a:pt x="4310" y="7031"/>
                  </a:lnTo>
                  <a:lnTo>
                    <a:pt x="4248" y="7136"/>
                  </a:lnTo>
                  <a:lnTo>
                    <a:pt x="4206" y="7241"/>
                  </a:lnTo>
                  <a:lnTo>
                    <a:pt x="4080" y="7366"/>
                  </a:lnTo>
                  <a:lnTo>
                    <a:pt x="3829" y="7533"/>
                  </a:lnTo>
                  <a:lnTo>
                    <a:pt x="3724" y="7554"/>
                  </a:lnTo>
                  <a:lnTo>
                    <a:pt x="3662" y="7659"/>
                  </a:lnTo>
                  <a:lnTo>
                    <a:pt x="3536" y="7575"/>
                  </a:lnTo>
                  <a:lnTo>
                    <a:pt x="3411" y="7429"/>
                  </a:lnTo>
                  <a:lnTo>
                    <a:pt x="3411" y="7345"/>
                  </a:lnTo>
                  <a:lnTo>
                    <a:pt x="3452" y="7324"/>
                  </a:lnTo>
                  <a:lnTo>
                    <a:pt x="3515" y="7220"/>
                  </a:lnTo>
                  <a:lnTo>
                    <a:pt x="3515" y="7157"/>
                  </a:lnTo>
                  <a:lnTo>
                    <a:pt x="3578" y="7073"/>
                  </a:lnTo>
                  <a:lnTo>
                    <a:pt x="3578" y="7052"/>
                  </a:lnTo>
                  <a:lnTo>
                    <a:pt x="3452" y="7073"/>
                  </a:lnTo>
                  <a:lnTo>
                    <a:pt x="3348" y="7178"/>
                  </a:lnTo>
                  <a:lnTo>
                    <a:pt x="3222" y="7241"/>
                  </a:lnTo>
                  <a:lnTo>
                    <a:pt x="3201" y="7345"/>
                  </a:lnTo>
                  <a:lnTo>
                    <a:pt x="3264" y="7471"/>
                  </a:lnTo>
                  <a:lnTo>
                    <a:pt x="3306" y="7722"/>
                  </a:lnTo>
                  <a:lnTo>
                    <a:pt x="3264" y="7868"/>
                  </a:lnTo>
                  <a:lnTo>
                    <a:pt x="3139" y="7994"/>
                  </a:lnTo>
                  <a:lnTo>
                    <a:pt x="3139" y="8077"/>
                  </a:lnTo>
                  <a:lnTo>
                    <a:pt x="3076" y="8119"/>
                  </a:lnTo>
                  <a:lnTo>
                    <a:pt x="3055" y="8329"/>
                  </a:lnTo>
                  <a:lnTo>
                    <a:pt x="3118" y="8391"/>
                  </a:lnTo>
                  <a:lnTo>
                    <a:pt x="3118" y="8475"/>
                  </a:lnTo>
                  <a:lnTo>
                    <a:pt x="3076" y="8496"/>
                  </a:lnTo>
                  <a:lnTo>
                    <a:pt x="3118" y="8517"/>
                  </a:lnTo>
                  <a:lnTo>
                    <a:pt x="3076" y="8601"/>
                  </a:lnTo>
                  <a:lnTo>
                    <a:pt x="3034" y="8601"/>
                  </a:lnTo>
                  <a:lnTo>
                    <a:pt x="3055" y="8642"/>
                  </a:lnTo>
                  <a:lnTo>
                    <a:pt x="2992" y="8684"/>
                  </a:lnTo>
                  <a:lnTo>
                    <a:pt x="2929" y="8621"/>
                  </a:lnTo>
                  <a:lnTo>
                    <a:pt x="2846" y="8684"/>
                  </a:lnTo>
                  <a:lnTo>
                    <a:pt x="2804" y="8642"/>
                  </a:lnTo>
                  <a:lnTo>
                    <a:pt x="2762" y="8517"/>
                  </a:lnTo>
                  <a:lnTo>
                    <a:pt x="2741" y="8496"/>
                  </a:lnTo>
                  <a:lnTo>
                    <a:pt x="2657" y="8538"/>
                  </a:lnTo>
                  <a:lnTo>
                    <a:pt x="2595" y="8538"/>
                  </a:lnTo>
                  <a:lnTo>
                    <a:pt x="2553" y="8517"/>
                  </a:lnTo>
                  <a:lnTo>
                    <a:pt x="2302" y="8601"/>
                  </a:lnTo>
                  <a:lnTo>
                    <a:pt x="2176" y="8642"/>
                  </a:lnTo>
                  <a:lnTo>
                    <a:pt x="2030" y="8705"/>
                  </a:lnTo>
                  <a:lnTo>
                    <a:pt x="1883" y="8705"/>
                  </a:lnTo>
                  <a:lnTo>
                    <a:pt x="1758" y="8747"/>
                  </a:lnTo>
                  <a:lnTo>
                    <a:pt x="1695" y="8726"/>
                  </a:lnTo>
                  <a:lnTo>
                    <a:pt x="1569" y="8747"/>
                  </a:lnTo>
                  <a:lnTo>
                    <a:pt x="1360" y="8914"/>
                  </a:lnTo>
                  <a:lnTo>
                    <a:pt x="1297" y="9040"/>
                  </a:lnTo>
                  <a:lnTo>
                    <a:pt x="1235" y="9082"/>
                  </a:lnTo>
                  <a:lnTo>
                    <a:pt x="1193" y="9165"/>
                  </a:lnTo>
                  <a:lnTo>
                    <a:pt x="1046" y="9354"/>
                  </a:lnTo>
                  <a:lnTo>
                    <a:pt x="942" y="9375"/>
                  </a:lnTo>
                  <a:lnTo>
                    <a:pt x="858" y="9479"/>
                  </a:lnTo>
                  <a:lnTo>
                    <a:pt x="837" y="9563"/>
                  </a:lnTo>
                  <a:lnTo>
                    <a:pt x="753" y="9647"/>
                  </a:lnTo>
                  <a:lnTo>
                    <a:pt x="607" y="9668"/>
                  </a:lnTo>
                  <a:lnTo>
                    <a:pt x="544" y="9751"/>
                  </a:lnTo>
                  <a:lnTo>
                    <a:pt x="565" y="9940"/>
                  </a:lnTo>
                  <a:lnTo>
                    <a:pt x="628" y="9961"/>
                  </a:lnTo>
                  <a:lnTo>
                    <a:pt x="649" y="10002"/>
                  </a:lnTo>
                  <a:lnTo>
                    <a:pt x="628" y="10065"/>
                  </a:lnTo>
                  <a:lnTo>
                    <a:pt x="607" y="10044"/>
                  </a:lnTo>
                  <a:lnTo>
                    <a:pt x="481" y="10149"/>
                  </a:lnTo>
                  <a:lnTo>
                    <a:pt x="439" y="10212"/>
                  </a:lnTo>
                  <a:lnTo>
                    <a:pt x="377" y="10274"/>
                  </a:lnTo>
                  <a:lnTo>
                    <a:pt x="272" y="10379"/>
                  </a:lnTo>
                  <a:lnTo>
                    <a:pt x="209" y="10463"/>
                  </a:lnTo>
                  <a:lnTo>
                    <a:pt x="105" y="10463"/>
                  </a:lnTo>
                  <a:lnTo>
                    <a:pt x="0" y="10505"/>
                  </a:lnTo>
                  <a:lnTo>
                    <a:pt x="105" y="10505"/>
                  </a:lnTo>
                  <a:lnTo>
                    <a:pt x="167" y="10609"/>
                  </a:lnTo>
                  <a:lnTo>
                    <a:pt x="209" y="10735"/>
                  </a:lnTo>
                  <a:lnTo>
                    <a:pt x="167" y="10777"/>
                  </a:lnTo>
                  <a:lnTo>
                    <a:pt x="126" y="10693"/>
                  </a:lnTo>
                  <a:lnTo>
                    <a:pt x="84" y="10609"/>
                  </a:lnTo>
                  <a:lnTo>
                    <a:pt x="63" y="10714"/>
                  </a:lnTo>
                  <a:lnTo>
                    <a:pt x="84" y="10818"/>
                  </a:lnTo>
                  <a:lnTo>
                    <a:pt x="167" y="10839"/>
                  </a:lnTo>
                  <a:lnTo>
                    <a:pt x="167" y="10923"/>
                  </a:lnTo>
                  <a:lnTo>
                    <a:pt x="126" y="11007"/>
                  </a:lnTo>
                  <a:lnTo>
                    <a:pt x="126" y="11007"/>
                  </a:lnTo>
                  <a:lnTo>
                    <a:pt x="188" y="10965"/>
                  </a:lnTo>
                  <a:lnTo>
                    <a:pt x="230" y="10902"/>
                  </a:lnTo>
                  <a:lnTo>
                    <a:pt x="314" y="10860"/>
                  </a:lnTo>
                  <a:lnTo>
                    <a:pt x="377" y="10902"/>
                  </a:lnTo>
                  <a:lnTo>
                    <a:pt x="314" y="10944"/>
                  </a:lnTo>
                  <a:lnTo>
                    <a:pt x="377" y="10965"/>
                  </a:lnTo>
                  <a:lnTo>
                    <a:pt x="439" y="10944"/>
                  </a:lnTo>
                  <a:lnTo>
                    <a:pt x="439" y="10839"/>
                  </a:lnTo>
                  <a:lnTo>
                    <a:pt x="398" y="10798"/>
                  </a:lnTo>
                  <a:lnTo>
                    <a:pt x="293" y="10818"/>
                  </a:lnTo>
                  <a:lnTo>
                    <a:pt x="293" y="10777"/>
                  </a:lnTo>
                  <a:lnTo>
                    <a:pt x="314" y="10714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439" y="10609"/>
                  </a:lnTo>
                  <a:lnTo>
                    <a:pt x="544" y="10798"/>
                  </a:lnTo>
                  <a:lnTo>
                    <a:pt x="586" y="10923"/>
                  </a:lnTo>
                  <a:lnTo>
                    <a:pt x="628" y="10986"/>
                  </a:lnTo>
                  <a:lnTo>
                    <a:pt x="628" y="11153"/>
                  </a:lnTo>
                  <a:lnTo>
                    <a:pt x="544" y="11342"/>
                  </a:lnTo>
                  <a:lnTo>
                    <a:pt x="439" y="11342"/>
                  </a:lnTo>
                  <a:lnTo>
                    <a:pt x="481" y="11383"/>
                  </a:lnTo>
                  <a:lnTo>
                    <a:pt x="544" y="11551"/>
                  </a:lnTo>
                  <a:lnTo>
                    <a:pt x="586" y="11760"/>
                  </a:lnTo>
                  <a:lnTo>
                    <a:pt x="691" y="11865"/>
                  </a:lnTo>
                  <a:lnTo>
                    <a:pt x="691" y="11969"/>
                  </a:lnTo>
                  <a:lnTo>
                    <a:pt x="628" y="12011"/>
                  </a:lnTo>
                  <a:lnTo>
                    <a:pt x="711" y="12095"/>
                  </a:lnTo>
                  <a:lnTo>
                    <a:pt x="795" y="12095"/>
                  </a:lnTo>
                  <a:lnTo>
                    <a:pt x="858" y="12158"/>
                  </a:lnTo>
                  <a:lnTo>
                    <a:pt x="900" y="12095"/>
                  </a:lnTo>
                  <a:lnTo>
                    <a:pt x="900" y="12053"/>
                  </a:lnTo>
                  <a:lnTo>
                    <a:pt x="816" y="11906"/>
                  </a:lnTo>
                  <a:lnTo>
                    <a:pt x="816" y="11739"/>
                  </a:lnTo>
                  <a:lnTo>
                    <a:pt x="858" y="11676"/>
                  </a:lnTo>
                  <a:lnTo>
                    <a:pt x="921" y="11739"/>
                  </a:lnTo>
                  <a:lnTo>
                    <a:pt x="900" y="11781"/>
                  </a:lnTo>
                  <a:lnTo>
                    <a:pt x="900" y="11844"/>
                  </a:lnTo>
                  <a:lnTo>
                    <a:pt x="963" y="11948"/>
                  </a:lnTo>
                  <a:lnTo>
                    <a:pt x="1004" y="12095"/>
                  </a:lnTo>
                  <a:lnTo>
                    <a:pt x="963" y="12199"/>
                  </a:lnTo>
                  <a:lnTo>
                    <a:pt x="1004" y="12283"/>
                  </a:lnTo>
                  <a:lnTo>
                    <a:pt x="1109" y="12220"/>
                  </a:lnTo>
                  <a:lnTo>
                    <a:pt x="1214" y="12074"/>
                  </a:lnTo>
                  <a:lnTo>
                    <a:pt x="1109" y="11969"/>
                  </a:lnTo>
                  <a:lnTo>
                    <a:pt x="1109" y="11906"/>
                  </a:lnTo>
                  <a:lnTo>
                    <a:pt x="1151" y="11886"/>
                  </a:lnTo>
                  <a:lnTo>
                    <a:pt x="1235" y="11906"/>
                  </a:lnTo>
                  <a:lnTo>
                    <a:pt x="1276" y="11948"/>
                  </a:lnTo>
                  <a:lnTo>
                    <a:pt x="1318" y="11844"/>
                  </a:lnTo>
                  <a:lnTo>
                    <a:pt x="1318" y="11655"/>
                  </a:lnTo>
                  <a:lnTo>
                    <a:pt x="1276" y="11572"/>
                  </a:lnTo>
                  <a:lnTo>
                    <a:pt x="1276" y="11237"/>
                  </a:lnTo>
                  <a:lnTo>
                    <a:pt x="1276" y="11049"/>
                  </a:lnTo>
                  <a:lnTo>
                    <a:pt x="1339" y="10944"/>
                  </a:lnTo>
                  <a:lnTo>
                    <a:pt x="1444" y="10839"/>
                  </a:lnTo>
                  <a:lnTo>
                    <a:pt x="1423" y="10777"/>
                  </a:lnTo>
                  <a:lnTo>
                    <a:pt x="1360" y="10735"/>
                  </a:lnTo>
                  <a:lnTo>
                    <a:pt x="1360" y="10630"/>
                  </a:lnTo>
                  <a:lnTo>
                    <a:pt x="1318" y="10630"/>
                  </a:lnTo>
                  <a:lnTo>
                    <a:pt x="1339" y="10567"/>
                  </a:lnTo>
                  <a:lnTo>
                    <a:pt x="1151" y="10567"/>
                  </a:lnTo>
                  <a:lnTo>
                    <a:pt x="1130" y="10505"/>
                  </a:lnTo>
                  <a:lnTo>
                    <a:pt x="1235" y="10463"/>
                  </a:lnTo>
                  <a:lnTo>
                    <a:pt x="1255" y="10379"/>
                  </a:lnTo>
                  <a:lnTo>
                    <a:pt x="1235" y="10212"/>
                  </a:lnTo>
                  <a:lnTo>
                    <a:pt x="1151" y="10170"/>
                  </a:lnTo>
                  <a:lnTo>
                    <a:pt x="1067" y="10191"/>
                  </a:lnTo>
                  <a:lnTo>
                    <a:pt x="1067" y="10212"/>
                  </a:lnTo>
                  <a:lnTo>
                    <a:pt x="1004" y="10274"/>
                  </a:lnTo>
                  <a:lnTo>
                    <a:pt x="921" y="10274"/>
                  </a:lnTo>
                  <a:lnTo>
                    <a:pt x="795" y="10149"/>
                  </a:lnTo>
                  <a:lnTo>
                    <a:pt x="816" y="10065"/>
                  </a:lnTo>
                  <a:lnTo>
                    <a:pt x="1004" y="9982"/>
                  </a:lnTo>
                  <a:lnTo>
                    <a:pt x="1151" y="9961"/>
                  </a:lnTo>
                  <a:lnTo>
                    <a:pt x="1339" y="10002"/>
                  </a:lnTo>
                  <a:lnTo>
                    <a:pt x="1423" y="10065"/>
                  </a:lnTo>
                  <a:lnTo>
                    <a:pt x="1444" y="10002"/>
                  </a:lnTo>
                  <a:lnTo>
                    <a:pt x="1444" y="9940"/>
                  </a:lnTo>
                  <a:lnTo>
                    <a:pt x="1444" y="9835"/>
                  </a:lnTo>
                  <a:lnTo>
                    <a:pt x="1423" y="9751"/>
                  </a:lnTo>
                  <a:lnTo>
                    <a:pt x="1444" y="9689"/>
                  </a:lnTo>
                  <a:lnTo>
                    <a:pt x="1527" y="9689"/>
                  </a:lnTo>
                  <a:lnTo>
                    <a:pt x="1569" y="9772"/>
                  </a:lnTo>
                  <a:lnTo>
                    <a:pt x="1653" y="9772"/>
                  </a:lnTo>
                  <a:lnTo>
                    <a:pt x="1758" y="9730"/>
                  </a:lnTo>
                  <a:lnTo>
                    <a:pt x="1946" y="9689"/>
                  </a:lnTo>
                  <a:lnTo>
                    <a:pt x="2113" y="9647"/>
                  </a:lnTo>
                  <a:lnTo>
                    <a:pt x="2218" y="9647"/>
                  </a:lnTo>
                  <a:lnTo>
                    <a:pt x="2281" y="9668"/>
                  </a:lnTo>
                  <a:lnTo>
                    <a:pt x="2323" y="9647"/>
                  </a:lnTo>
                  <a:cubicBezTo>
                    <a:pt x="2323" y="9668"/>
                    <a:pt x="2364" y="9730"/>
                    <a:pt x="2364" y="9751"/>
                  </a:cubicBezTo>
                  <a:lnTo>
                    <a:pt x="2218" y="9856"/>
                  </a:lnTo>
                  <a:lnTo>
                    <a:pt x="2218" y="9940"/>
                  </a:lnTo>
                  <a:lnTo>
                    <a:pt x="2155" y="9877"/>
                  </a:lnTo>
                  <a:lnTo>
                    <a:pt x="2051" y="9898"/>
                  </a:lnTo>
                  <a:lnTo>
                    <a:pt x="1967" y="9961"/>
                  </a:lnTo>
                  <a:lnTo>
                    <a:pt x="1904" y="9940"/>
                  </a:lnTo>
                  <a:lnTo>
                    <a:pt x="1841" y="9772"/>
                  </a:lnTo>
                  <a:lnTo>
                    <a:pt x="1779" y="9772"/>
                  </a:lnTo>
                  <a:lnTo>
                    <a:pt x="1632" y="9961"/>
                  </a:lnTo>
                  <a:lnTo>
                    <a:pt x="1632" y="10065"/>
                  </a:lnTo>
                  <a:lnTo>
                    <a:pt x="1527" y="10128"/>
                  </a:lnTo>
                  <a:lnTo>
                    <a:pt x="1486" y="10233"/>
                  </a:lnTo>
                  <a:lnTo>
                    <a:pt x="1653" y="10295"/>
                  </a:lnTo>
                  <a:lnTo>
                    <a:pt x="1674" y="10400"/>
                  </a:lnTo>
                  <a:lnTo>
                    <a:pt x="1653" y="10421"/>
                  </a:lnTo>
                  <a:lnTo>
                    <a:pt x="1653" y="10484"/>
                  </a:lnTo>
                  <a:lnTo>
                    <a:pt x="1737" y="10609"/>
                  </a:lnTo>
                  <a:lnTo>
                    <a:pt x="1862" y="10630"/>
                  </a:lnTo>
                  <a:lnTo>
                    <a:pt x="1862" y="10714"/>
                  </a:lnTo>
                  <a:lnTo>
                    <a:pt x="1904" y="10735"/>
                  </a:lnTo>
                  <a:lnTo>
                    <a:pt x="1946" y="10693"/>
                  </a:lnTo>
                  <a:lnTo>
                    <a:pt x="2009" y="10714"/>
                  </a:lnTo>
                  <a:lnTo>
                    <a:pt x="2072" y="10693"/>
                  </a:lnTo>
                  <a:lnTo>
                    <a:pt x="2072" y="10609"/>
                  </a:lnTo>
                  <a:lnTo>
                    <a:pt x="1967" y="10505"/>
                  </a:lnTo>
                  <a:lnTo>
                    <a:pt x="2009" y="10400"/>
                  </a:lnTo>
                  <a:lnTo>
                    <a:pt x="2072" y="10254"/>
                  </a:lnTo>
                  <a:lnTo>
                    <a:pt x="2197" y="10170"/>
                  </a:lnTo>
                  <a:lnTo>
                    <a:pt x="2218" y="10107"/>
                  </a:lnTo>
                  <a:lnTo>
                    <a:pt x="2364" y="10149"/>
                  </a:lnTo>
                  <a:lnTo>
                    <a:pt x="2511" y="10254"/>
                  </a:lnTo>
                  <a:lnTo>
                    <a:pt x="2574" y="10316"/>
                  </a:lnTo>
                  <a:lnTo>
                    <a:pt x="2636" y="10295"/>
                  </a:lnTo>
                  <a:lnTo>
                    <a:pt x="2699" y="10086"/>
                  </a:lnTo>
                  <a:lnTo>
                    <a:pt x="2825" y="9961"/>
                  </a:lnTo>
                  <a:lnTo>
                    <a:pt x="2825" y="9877"/>
                  </a:lnTo>
                  <a:lnTo>
                    <a:pt x="2783" y="9814"/>
                  </a:lnTo>
                  <a:lnTo>
                    <a:pt x="2741" y="9751"/>
                  </a:lnTo>
                  <a:lnTo>
                    <a:pt x="2616" y="9647"/>
                  </a:lnTo>
                  <a:lnTo>
                    <a:pt x="2532" y="9647"/>
                  </a:lnTo>
                  <a:lnTo>
                    <a:pt x="2469" y="9584"/>
                  </a:lnTo>
                  <a:lnTo>
                    <a:pt x="2302" y="9584"/>
                  </a:lnTo>
                  <a:cubicBezTo>
                    <a:pt x="2302" y="9563"/>
                    <a:pt x="2302" y="9521"/>
                    <a:pt x="2281" y="9479"/>
                  </a:cubicBezTo>
                  <a:lnTo>
                    <a:pt x="2281" y="9458"/>
                  </a:lnTo>
                  <a:lnTo>
                    <a:pt x="2406" y="9375"/>
                  </a:lnTo>
                  <a:lnTo>
                    <a:pt x="2427" y="9333"/>
                  </a:lnTo>
                  <a:lnTo>
                    <a:pt x="2574" y="9228"/>
                  </a:lnTo>
                  <a:lnTo>
                    <a:pt x="2699" y="9165"/>
                  </a:lnTo>
                  <a:lnTo>
                    <a:pt x="2888" y="9207"/>
                  </a:lnTo>
                  <a:lnTo>
                    <a:pt x="2992" y="9165"/>
                  </a:lnTo>
                  <a:lnTo>
                    <a:pt x="3034" y="9228"/>
                  </a:lnTo>
                  <a:lnTo>
                    <a:pt x="3034" y="9333"/>
                  </a:lnTo>
                  <a:lnTo>
                    <a:pt x="2950" y="9458"/>
                  </a:lnTo>
                  <a:lnTo>
                    <a:pt x="2929" y="9563"/>
                  </a:lnTo>
                  <a:lnTo>
                    <a:pt x="2992" y="9584"/>
                  </a:lnTo>
                  <a:lnTo>
                    <a:pt x="2992" y="9689"/>
                  </a:lnTo>
                  <a:lnTo>
                    <a:pt x="2992" y="9793"/>
                  </a:lnTo>
                  <a:lnTo>
                    <a:pt x="2950" y="9856"/>
                  </a:lnTo>
                  <a:lnTo>
                    <a:pt x="2992" y="9961"/>
                  </a:lnTo>
                  <a:lnTo>
                    <a:pt x="3097" y="10002"/>
                  </a:lnTo>
                  <a:lnTo>
                    <a:pt x="3243" y="10170"/>
                  </a:lnTo>
                  <a:lnTo>
                    <a:pt x="3348" y="10191"/>
                  </a:lnTo>
                  <a:lnTo>
                    <a:pt x="3432" y="10170"/>
                  </a:lnTo>
                  <a:lnTo>
                    <a:pt x="3536" y="10002"/>
                  </a:lnTo>
                  <a:lnTo>
                    <a:pt x="3536" y="9898"/>
                  </a:lnTo>
                  <a:lnTo>
                    <a:pt x="3578" y="9856"/>
                  </a:lnTo>
                  <a:lnTo>
                    <a:pt x="3620" y="9793"/>
                  </a:lnTo>
                  <a:lnTo>
                    <a:pt x="3578" y="9710"/>
                  </a:lnTo>
                  <a:lnTo>
                    <a:pt x="3662" y="9584"/>
                  </a:lnTo>
                  <a:lnTo>
                    <a:pt x="3766" y="9563"/>
                  </a:lnTo>
                  <a:lnTo>
                    <a:pt x="3850" y="9563"/>
                  </a:lnTo>
                  <a:lnTo>
                    <a:pt x="3871" y="9500"/>
                  </a:lnTo>
                  <a:lnTo>
                    <a:pt x="3850" y="9458"/>
                  </a:lnTo>
                  <a:lnTo>
                    <a:pt x="3829" y="9333"/>
                  </a:lnTo>
                  <a:lnTo>
                    <a:pt x="3620" y="9249"/>
                  </a:lnTo>
                  <a:lnTo>
                    <a:pt x="3578" y="9186"/>
                  </a:lnTo>
                  <a:lnTo>
                    <a:pt x="3641" y="9040"/>
                  </a:lnTo>
                  <a:lnTo>
                    <a:pt x="3724" y="8977"/>
                  </a:lnTo>
                  <a:lnTo>
                    <a:pt x="3766" y="8956"/>
                  </a:lnTo>
                  <a:lnTo>
                    <a:pt x="3745" y="9019"/>
                  </a:lnTo>
                  <a:lnTo>
                    <a:pt x="3745" y="9145"/>
                  </a:lnTo>
                  <a:lnTo>
                    <a:pt x="3787" y="9165"/>
                  </a:lnTo>
                  <a:lnTo>
                    <a:pt x="3850" y="9145"/>
                  </a:lnTo>
                  <a:lnTo>
                    <a:pt x="3871" y="9124"/>
                  </a:lnTo>
                  <a:lnTo>
                    <a:pt x="3955" y="9145"/>
                  </a:lnTo>
                  <a:lnTo>
                    <a:pt x="3996" y="9186"/>
                  </a:lnTo>
                  <a:lnTo>
                    <a:pt x="4059" y="9165"/>
                  </a:lnTo>
                  <a:lnTo>
                    <a:pt x="4101" y="9165"/>
                  </a:lnTo>
                  <a:lnTo>
                    <a:pt x="4080" y="9228"/>
                  </a:lnTo>
                  <a:lnTo>
                    <a:pt x="3976" y="9249"/>
                  </a:lnTo>
                  <a:lnTo>
                    <a:pt x="3976" y="9270"/>
                  </a:lnTo>
                  <a:lnTo>
                    <a:pt x="3996" y="9291"/>
                  </a:lnTo>
                  <a:lnTo>
                    <a:pt x="4080" y="9270"/>
                  </a:lnTo>
                  <a:lnTo>
                    <a:pt x="4206" y="9186"/>
                  </a:lnTo>
                  <a:lnTo>
                    <a:pt x="4499" y="9228"/>
                  </a:lnTo>
                  <a:lnTo>
                    <a:pt x="4666" y="9186"/>
                  </a:lnTo>
                  <a:lnTo>
                    <a:pt x="4603" y="9165"/>
                  </a:lnTo>
                  <a:lnTo>
                    <a:pt x="4582" y="9061"/>
                  </a:lnTo>
                  <a:lnTo>
                    <a:pt x="4603" y="8935"/>
                  </a:lnTo>
                  <a:lnTo>
                    <a:pt x="4729" y="8873"/>
                  </a:lnTo>
                  <a:lnTo>
                    <a:pt x="4833" y="8914"/>
                  </a:lnTo>
                  <a:lnTo>
                    <a:pt x="4875" y="9019"/>
                  </a:lnTo>
                  <a:lnTo>
                    <a:pt x="4833" y="9124"/>
                  </a:lnTo>
                  <a:lnTo>
                    <a:pt x="4896" y="9186"/>
                  </a:lnTo>
                  <a:lnTo>
                    <a:pt x="4980" y="9186"/>
                  </a:lnTo>
                  <a:lnTo>
                    <a:pt x="5043" y="9061"/>
                  </a:lnTo>
                  <a:lnTo>
                    <a:pt x="4980" y="8852"/>
                  </a:lnTo>
                  <a:lnTo>
                    <a:pt x="5001" y="8726"/>
                  </a:lnTo>
                  <a:lnTo>
                    <a:pt x="5126" y="8621"/>
                  </a:lnTo>
                  <a:lnTo>
                    <a:pt x="5210" y="8621"/>
                  </a:lnTo>
                  <a:lnTo>
                    <a:pt x="5231" y="8559"/>
                  </a:lnTo>
                  <a:lnTo>
                    <a:pt x="5189" y="8496"/>
                  </a:lnTo>
                  <a:lnTo>
                    <a:pt x="5210" y="8349"/>
                  </a:lnTo>
                  <a:lnTo>
                    <a:pt x="5294" y="8308"/>
                  </a:lnTo>
                  <a:lnTo>
                    <a:pt x="5398" y="8329"/>
                  </a:lnTo>
                  <a:lnTo>
                    <a:pt x="5419" y="8391"/>
                  </a:lnTo>
                  <a:lnTo>
                    <a:pt x="5357" y="8454"/>
                  </a:lnTo>
                  <a:lnTo>
                    <a:pt x="5336" y="8621"/>
                  </a:lnTo>
                  <a:lnTo>
                    <a:pt x="5357" y="8956"/>
                  </a:lnTo>
                  <a:lnTo>
                    <a:pt x="5419" y="8998"/>
                  </a:lnTo>
                  <a:lnTo>
                    <a:pt x="5503" y="8935"/>
                  </a:lnTo>
                  <a:lnTo>
                    <a:pt x="5545" y="8831"/>
                  </a:lnTo>
                  <a:lnTo>
                    <a:pt x="5649" y="8831"/>
                  </a:lnTo>
                  <a:lnTo>
                    <a:pt x="5754" y="8726"/>
                  </a:lnTo>
                  <a:lnTo>
                    <a:pt x="5817" y="8580"/>
                  </a:lnTo>
                  <a:lnTo>
                    <a:pt x="5775" y="8475"/>
                  </a:lnTo>
                  <a:lnTo>
                    <a:pt x="5921" y="8370"/>
                  </a:lnTo>
                  <a:lnTo>
                    <a:pt x="5880" y="8287"/>
                  </a:lnTo>
                  <a:lnTo>
                    <a:pt x="5838" y="8224"/>
                  </a:lnTo>
                  <a:lnTo>
                    <a:pt x="5712" y="8057"/>
                  </a:lnTo>
                  <a:lnTo>
                    <a:pt x="5649" y="7910"/>
                  </a:lnTo>
                  <a:lnTo>
                    <a:pt x="5629" y="7638"/>
                  </a:lnTo>
                  <a:lnTo>
                    <a:pt x="5670" y="7324"/>
                  </a:lnTo>
                  <a:lnTo>
                    <a:pt x="5670" y="7115"/>
                  </a:lnTo>
                  <a:lnTo>
                    <a:pt x="5566" y="6717"/>
                  </a:lnTo>
                  <a:lnTo>
                    <a:pt x="5440" y="6529"/>
                  </a:lnTo>
                  <a:lnTo>
                    <a:pt x="5440" y="6383"/>
                  </a:lnTo>
                  <a:lnTo>
                    <a:pt x="5461" y="6194"/>
                  </a:lnTo>
                  <a:lnTo>
                    <a:pt x="5649" y="6111"/>
                  </a:lnTo>
                  <a:lnTo>
                    <a:pt x="5733" y="6111"/>
                  </a:lnTo>
                  <a:lnTo>
                    <a:pt x="5775" y="6194"/>
                  </a:lnTo>
                  <a:lnTo>
                    <a:pt x="5817" y="6132"/>
                  </a:lnTo>
                  <a:lnTo>
                    <a:pt x="5775" y="6006"/>
                  </a:lnTo>
                  <a:lnTo>
                    <a:pt x="5754" y="5922"/>
                  </a:lnTo>
                  <a:lnTo>
                    <a:pt x="5733" y="5880"/>
                  </a:lnTo>
                  <a:lnTo>
                    <a:pt x="5712" y="5776"/>
                  </a:lnTo>
                  <a:lnTo>
                    <a:pt x="5712" y="5713"/>
                  </a:lnTo>
                  <a:lnTo>
                    <a:pt x="5712" y="5650"/>
                  </a:lnTo>
                  <a:lnTo>
                    <a:pt x="5754" y="5567"/>
                  </a:lnTo>
                  <a:lnTo>
                    <a:pt x="5754" y="5546"/>
                  </a:lnTo>
                  <a:lnTo>
                    <a:pt x="5754" y="5462"/>
                  </a:lnTo>
                  <a:lnTo>
                    <a:pt x="5733" y="5399"/>
                  </a:lnTo>
                  <a:lnTo>
                    <a:pt x="5733" y="5274"/>
                  </a:lnTo>
                  <a:lnTo>
                    <a:pt x="5754" y="5190"/>
                  </a:lnTo>
                  <a:lnTo>
                    <a:pt x="5712" y="5127"/>
                  </a:lnTo>
                  <a:lnTo>
                    <a:pt x="5670" y="4876"/>
                  </a:lnTo>
                  <a:lnTo>
                    <a:pt x="5566" y="4709"/>
                  </a:lnTo>
                  <a:lnTo>
                    <a:pt x="5545" y="4709"/>
                  </a:lnTo>
                  <a:lnTo>
                    <a:pt x="5503" y="4667"/>
                  </a:lnTo>
                  <a:lnTo>
                    <a:pt x="5503" y="4437"/>
                  </a:lnTo>
                  <a:lnTo>
                    <a:pt x="5398" y="4332"/>
                  </a:lnTo>
                  <a:lnTo>
                    <a:pt x="5147" y="4081"/>
                  </a:lnTo>
                  <a:lnTo>
                    <a:pt x="5105" y="3976"/>
                  </a:lnTo>
                  <a:lnTo>
                    <a:pt x="5043" y="3788"/>
                  </a:lnTo>
                  <a:lnTo>
                    <a:pt x="5043" y="3600"/>
                  </a:lnTo>
                  <a:lnTo>
                    <a:pt x="5043" y="3558"/>
                  </a:lnTo>
                  <a:lnTo>
                    <a:pt x="4980" y="3600"/>
                  </a:lnTo>
                  <a:lnTo>
                    <a:pt x="4917" y="3600"/>
                  </a:lnTo>
                  <a:lnTo>
                    <a:pt x="4896" y="3579"/>
                  </a:lnTo>
                  <a:lnTo>
                    <a:pt x="4896" y="3558"/>
                  </a:lnTo>
                  <a:cubicBezTo>
                    <a:pt x="4854" y="3474"/>
                    <a:pt x="4812" y="3412"/>
                    <a:pt x="4750" y="3349"/>
                  </a:cubicBezTo>
                  <a:lnTo>
                    <a:pt x="4792" y="3265"/>
                  </a:lnTo>
                  <a:lnTo>
                    <a:pt x="4854" y="3160"/>
                  </a:lnTo>
                  <a:lnTo>
                    <a:pt x="4812" y="3077"/>
                  </a:lnTo>
                  <a:lnTo>
                    <a:pt x="4687" y="3077"/>
                  </a:lnTo>
                  <a:lnTo>
                    <a:pt x="4540" y="3056"/>
                  </a:lnTo>
                  <a:lnTo>
                    <a:pt x="4394" y="2888"/>
                  </a:lnTo>
                  <a:lnTo>
                    <a:pt x="4268" y="2930"/>
                  </a:lnTo>
                  <a:lnTo>
                    <a:pt x="4122" y="2847"/>
                  </a:lnTo>
                  <a:lnTo>
                    <a:pt x="4101" y="2763"/>
                  </a:lnTo>
                  <a:lnTo>
                    <a:pt x="4101" y="2658"/>
                  </a:lnTo>
                  <a:lnTo>
                    <a:pt x="4185" y="2575"/>
                  </a:lnTo>
                  <a:lnTo>
                    <a:pt x="4268" y="2575"/>
                  </a:lnTo>
                  <a:lnTo>
                    <a:pt x="4415" y="2679"/>
                  </a:lnTo>
                  <a:lnTo>
                    <a:pt x="4478" y="2721"/>
                  </a:lnTo>
                  <a:lnTo>
                    <a:pt x="4603" y="2533"/>
                  </a:lnTo>
                  <a:lnTo>
                    <a:pt x="4729" y="2428"/>
                  </a:lnTo>
                  <a:lnTo>
                    <a:pt x="4833" y="2428"/>
                  </a:lnTo>
                  <a:lnTo>
                    <a:pt x="4896" y="2470"/>
                  </a:lnTo>
                  <a:lnTo>
                    <a:pt x="4959" y="2512"/>
                  </a:lnTo>
                  <a:lnTo>
                    <a:pt x="5064" y="2470"/>
                  </a:lnTo>
                  <a:lnTo>
                    <a:pt x="5168" y="2575"/>
                  </a:lnTo>
                  <a:lnTo>
                    <a:pt x="5336" y="2721"/>
                  </a:lnTo>
                  <a:lnTo>
                    <a:pt x="5524" y="2784"/>
                  </a:lnTo>
                  <a:lnTo>
                    <a:pt x="5691" y="2847"/>
                  </a:lnTo>
                  <a:lnTo>
                    <a:pt x="5754" y="2930"/>
                  </a:lnTo>
                  <a:lnTo>
                    <a:pt x="5859" y="2972"/>
                  </a:lnTo>
                  <a:lnTo>
                    <a:pt x="5859" y="2888"/>
                  </a:lnTo>
                  <a:lnTo>
                    <a:pt x="5880" y="2784"/>
                  </a:lnTo>
                  <a:lnTo>
                    <a:pt x="5859" y="2658"/>
                  </a:lnTo>
                  <a:lnTo>
                    <a:pt x="5880" y="2470"/>
                  </a:lnTo>
                  <a:lnTo>
                    <a:pt x="5942" y="2240"/>
                  </a:lnTo>
                  <a:lnTo>
                    <a:pt x="6089" y="2031"/>
                  </a:lnTo>
                  <a:lnTo>
                    <a:pt x="6193" y="2010"/>
                  </a:lnTo>
                  <a:lnTo>
                    <a:pt x="6298" y="2031"/>
                  </a:lnTo>
                  <a:lnTo>
                    <a:pt x="6465" y="2031"/>
                  </a:lnTo>
                  <a:lnTo>
                    <a:pt x="6465" y="1989"/>
                  </a:lnTo>
                  <a:lnTo>
                    <a:pt x="6528" y="1926"/>
                  </a:lnTo>
                  <a:lnTo>
                    <a:pt x="6591" y="1947"/>
                  </a:lnTo>
                  <a:lnTo>
                    <a:pt x="6675" y="1947"/>
                  </a:lnTo>
                  <a:lnTo>
                    <a:pt x="6717" y="1905"/>
                  </a:lnTo>
                  <a:lnTo>
                    <a:pt x="6737" y="1821"/>
                  </a:lnTo>
                  <a:lnTo>
                    <a:pt x="6842" y="1779"/>
                  </a:lnTo>
                  <a:lnTo>
                    <a:pt x="6926" y="1717"/>
                  </a:lnTo>
                  <a:lnTo>
                    <a:pt x="6926" y="1612"/>
                  </a:lnTo>
                  <a:lnTo>
                    <a:pt x="6989" y="1591"/>
                  </a:lnTo>
                  <a:lnTo>
                    <a:pt x="7009" y="1507"/>
                  </a:lnTo>
                  <a:lnTo>
                    <a:pt x="6926" y="1507"/>
                  </a:lnTo>
                  <a:lnTo>
                    <a:pt x="6863" y="1591"/>
                  </a:lnTo>
                  <a:lnTo>
                    <a:pt x="6800" y="1675"/>
                  </a:lnTo>
                  <a:lnTo>
                    <a:pt x="6717" y="1675"/>
                  </a:lnTo>
                  <a:lnTo>
                    <a:pt x="6717" y="1612"/>
                  </a:lnTo>
                  <a:lnTo>
                    <a:pt x="6717" y="1528"/>
                  </a:lnTo>
                  <a:lnTo>
                    <a:pt x="6612" y="1403"/>
                  </a:lnTo>
                  <a:lnTo>
                    <a:pt x="6486" y="1319"/>
                  </a:lnTo>
                  <a:lnTo>
                    <a:pt x="6445" y="1277"/>
                  </a:lnTo>
                  <a:lnTo>
                    <a:pt x="6445" y="1110"/>
                  </a:lnTo>
                  <a:lnTo>
                    <a:pt x="6486" y="943"/>
                  </a:lnTo>
                  <a:lnTo>
                    <a:pt x="6486" y="838"/>
                  </a:lnTo>
                  <a:lnTo>
                    <a:pt x="6465" y="775"/>
                  </a:lnTo>
                  <a:lnTo>
                    <a:pt x="6445" y="796"/>
                  </a:lnTo>
                  <a:lnTo>
                    <a:pt x="6403" y="901"/>
                  </a:lnTo>
                  <a:lnTo>
                    <a:pt x="6298" y="1047"/>
                  </a:lnTo>
                  <a:lnTo>
                    <a:pt x="6131" y="1173"/>
                  </a:lnTo>
                  <a:lnTo>
                    <a:pt x="5963" y="1194"/>
                  </a:lnTo>
                  <a:lnTo>
                    <a:pt x="5901" y="1173"/>
                  </a:lnTo>
                  <a:lnTo>
                    <a:pt x="5838" y="1194"/>
                  </a:lnTo>
                  <a:lnTo>
                    <a:pt x="5733" y="1089"/>
                  </a:lnTo>
                  <a:lnTo>
                    <a:pt x="5608" y="1068"/>
                  </a:lnTo>
                  <a:lnTo>
                    <a:pt x="5419" y="984"/>
                  </a:lnTo>
                  <a:lnTo>
                    <a:pt x="5315" y="880"/>
                  </a:lnTo>
                  <a:lnTo>
                    <a:pt x="5210" y="859"/>
                  </a:lnTo>
                  <a:lnTo>
                    <a:pt x="5147" y="775"/>
                  </a:lnTo>
                  <a:lnTo>
                    <a:pt x="5001" y="671"/>
                  </a:lnTo>
                  <a:lnTo>
                    <a:pt x="4729" y="419"/>
                  </a:lnTo>
                  <a:lnTo>
                    <a:pt x="4645" y="252"/>
                  </a:lnTo>
                  <a:lnTo>
                    <a:pt x="4499" y="231"/>
                  </a:lnTo>
                  <a:lnTo>
                    <a:pt x="4310" y="64"/>
                  </a:lnTo>
                  <a:lnTo>
                    <a:pt x="42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9243;p128">
              <a:extLst>
                <a:ext uri="{FF2B5EF4-FFF2-40B4-BE49-F238E27FC236}">
                  <a16:creationId xmlns:a16="http://schemas.microsoft.com/office/drawing/2014/main" id="{FF2EB38E-0CC2-4446-9A08-67963D733B1A}"/>
                </a:ext>
              </a:extLst>
            </p:cNvPr>
            <p:cNvSpPr/>
            <p:nvPr/>
          </p:nvSpPr>
          <p:spPr>
            <a:xfrm>
              <a:off x="4580490" y="2850992"/>
              <a:ext cx="28661" cy="38087"/>
            </a:xfrm>
            <a:custGeom>
              <a:avLst/>
              <a:gdLst/>
              <a:ahLst/>
              <a:cxnLst/>
              <a:rect l="l" t="t" r="r" b="b"/>
              <a:pathLst>
                <a:path w="2407" h="3349" extrusionOk="0">
                  <a:moveTo>
                    <a:pt x="1256" y="1"/>
                  </a:moveTo>
                  <a:lnTo>
                    <a:pt x="1005" y="126"/>
                  </a:lnTo>
                  <a:lnTo>
                    <a:pt x="628" y="189"/>
                  </a:lnTo>
                  <a:lnTo>
                    <a:pt x="419" y="377"/>
                  </a:lnTo>
                  <a:lnTo>
                    <a:pt x="210" y="419"/>
                  </a:lnTo>
                  <a:lnTo>
                    <a:pt x="21" y="586"/>
                  </a:lnTo>
                  <a:lnTo>
                    <a:pt x="0" y="712"/>
                  </a:lnTo>
                  <a:lnTo>
                    <a:pt x="0" y="733"/>
                  </a:lnTo>
                  <a:lnTo>
                    <a:pt x="105" y="649"/>
                  </a:lnTo>
                  <a:lnTo>
                    <a:pt x="293" y="691"/>
                  </a:lnTo>
                  <a:lnTo>
                    <a:pt x="210" y="712"/>
                  </a:lnTo>
                  <a:lnTo>
                    <a:pt x="419" y="921"/>
                  </a:lnTo>
                  <a:lnTo>
                    <a:pt x="565" y="1130"/>
                  </a:lnTo>
                  <a:lnTo>
                    <a:pt x="649" y="1130"/>
                  </a:lnTo>
                  <a:lnTo>
                    <a:pt x="607" y="1214"/>
                  </a:lnTo>
                  <a:lnTo>
                    <a:pt x="712" y="1319"/>
                  </a:lnTo>
                  <a:lnTo>
                    <a:pt x="733" y="1423"/>
                  </a:lnTo>
                  <a:lnTo>
                    <a:pt x="544" y="1361"/>
                  </a:lnTo>
                  <a:lnTo>
                    <a:pt x="524" y="1277"/>
                  </a:lnTo>
                  <a:lnTo>
                    <a:pt x="461" y="1381"/>
                  </a:lnTo>
                  <a:lnTo>
                    <a:pt x="398" y="1361"/>
                  </a:lnTo>
                  <a:lnTo>
                    <a:pt x="252" y="1549"/>
                  </a:lnTo>
                  <a:lnTo>
                    <a:pt x="524" y="1653"/>
                  </a:lnTo>
                  <a:lnTo>
                    <a:pt x="607" y="1633"/>
                  </a:lnTo>
                  <a:lnTo>
                    <a:pt x="649" y="1758"/>
                  </a:lnTo>
                  <a:lnTo>
                    <a:pt x="649" y="1988"/>
                  </a:lnTo>
                  <a:lnTo>
                    <a:pt x="712" y="2051"/>
                  </a:lnTo>
                  <a:lnTo>
                    <a:pt x="754" y="2009"/>
                  </a:lnTo>
                  <a:lnTo>
                    <a:pt x="858" y="2197"/>
                  </a:lnTo>
                  <a:lnTo>
                    <a:pt x="670" y="2323"/>
                  </a:lnTo>
                  <a:lnTo>
                    <a:pt x="670" y="2386"/>
                  </a:lnTo>
                  <a:lnTo>
                    <a:pt x="754" y="2469"/>
                  </a:lnTo>
                  <a:lnTo>
                    <a:pt x="754" y="2574"/>
                  </a:lnTo>
                  <a:lnTo>
                    <a:pt x="670" y="2595"/>
                  </a:lnTo>
                  <a:lnTo>
                    <a:pt x="670" y="2700"/>
                  </a:lnTo>
                  <a:lnTo>
                    <a:pt x="733" y="2804"/>
                  </a:lnTo>
                  <a:lnTo>
                    <a:pt x="670" y="2804"/>
                  </a:lnTo>
                  <a:lnTo>
                    <a:pt x="816" y="3097"/>
                  </a:lnTo>
                  <a:lnTo>
                    <a:pt x="879" y="3097"/>
                  </a:lnTo>
                  <a:lnTo>
                    <a:pt x="921" y="3223"/>
                  </a:lnTo>
                  <a:lnTo>
                    <a:pt x="963" y="3244"/>
                  </a:lnTo>
                  <a:lnTo>
                    <a:pt x="963" y="3348"/>
                  </a:lnTo>
                  <a:lnTo>
                    <a:pt x="1047" y="3306"/>
                  </a:lnTo>
                  <a:lnTo>
                    <a:pt x="1047" y="3139"/>
                  </a:lnTo>
                  <a:lnTo>
                    <a:pt x="1088" y="3223"/>
                  </a:lnTo>
                  <a:lnTo>
                    <a:pt x="1172" y="3118"/>
                  </a:lnTo>
                  <a:lnTo>
                    <a:pt x="1444" y="2888"/>
                  </a:lnTo>
                  <a:lnTo>
                    <a:pt x="1549" y="2846"/>
                  </a:lnTo>
                  <a:lnTo>
                    <a:pt x="1570" y="2909"/>
                  </a:lnTo>
                  <a:lnTo>
                    <a:pt x="1653" y="2825"/>
                  </a:lnTo>
                  <a:lnTo>
                    <a:pt x="1695" y="2825"/>
                  </a:lnTo>
                  <a:lnTo>
                    <a:pt x="1758" y="2930"/>
                  </a:lnTo>
                  <a:lnTo>
                    <a:pt x="1863" y="2909"/>
                  </a:lnTo>
                  <a:lnTo>
                    <a:pt x="1905" y="2951"/>
                  </a:lnTo>
                  <a:lnTo>
                    <a:pt x="1967" y="2909"/>
                  </a:lnTo>
                  <a:lnTo>
                    <a:pt x="1925" y="2825"/>
                  </a:lnTo>
                  <a:lnTo>
                    <a:pt x="2072" y="2741"/>
                  </a:lnTo>
                  <a:lnTo>
                    <a:pt x="2197" y="2741"/>
                  </a:lnTo>
                  <a:lnTo>
                    <a:pt x="2344" y="2532"/>
                  </a:lnTo>
                  <a:lnTo>
                    <a:pt x="2323" y="2490"/>
                  </a:lnTo>
                  <a:lnTo>
                    <a:pt x="2407" y="2428"/>
                  </a:lnTo>
                  <a:lnTo>
                    <a:pt x="2344" y="1988"/>
                  </a:lnTo>
                  <a:lnTo>
                    <a:pt x="2323" y="1988"/>
                  </a:lnTo>
                  <a:lnTo>
                    <a:pt x="2281" y="2009"/>
                  </a:lnTo>
                  <a:lnTo>
                    <a:pt x="2281" y="1884"/>
                  </a:lnTo>
                  <a:lnTo>
                    <a:pt x="2197" y="1486"/>
                  </a:lnTo>
                  <a:lnTo>
                    <a:pt x="2114" y="1381"/>
                  </a:lnTo>
                  <a:lnTo>
                    <a:pt x="2114" y="1130"/>
                  </a:lnTo>
                  <a:lnTo>
                    <a:pt x="1779" y="712"/>
                  </a:lnTo>
                  <a:lnTo>
                    <a:pt x="1465" y="398"/>
                  </a:lnTo>
                  <a:lnTo>
                    <a:pt x="125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9244;p128">
              <a:extLst>
                <a:ext uri="{FF2B5EF4-FFF2-40B4-BE49-F238E27FC236}">
                  <a16:creationId xmlns:a16="http://schemas.microsoft.com/office/drawing/2014/main" id="{05C5AA00-D870-2004-D284-303C95246822}"/>
                </a:ext>
              </a:extLst>
            </p:cNvPr>
            <p:cNvSpPr/>
            <p:nvPr/>
          </p:nvSpPr>
          <p:spPr>
            <a:xfrm>
              <a:off x="4566534" y="2807208"/>
              <a:ext cx="32650" cy="53553"/>
            </a:xfrm>
            <a:custGeom>
              <a:avLst/>
              <a:gdLst/>
              <a:ahLst/>
              <a:cxnLst/>
              <a:rect l="l" t="t" r="r" b="b"/>
              <a:pathLst>
                <a:path w="2742" h="4709" extrusionOk="0">
                  <a:moveTo>
                    <a:pt x="2260" y="1"/>
                  </a:moveTo>
                  <a:lnTo>
                    <a:pt x="2177" y="42"/>
                  </a:lnTo>
                  <a:lnTo>
                    <a:pt x="2177" y="168"/>
                  </a:lnTo>
                  <a:lnTo>
                    <a:pt x="2177" y="273"/>
                  </a:lnTo>
                  <a:lnTo>
                    <a:pt x="2240" y="377"/>
                  </a:lnTo>
                  <a:lnTo>
                    <a:pt x="2177" y="482"/>
                  </a:lnTo>
                  <a:lnTo>
                    <a:pt x="2093" y="482"/>
                  </a:lnTo>
                  <a:lnTo>
                    <a:pt x="1988" y="607"/>
                  </a:lnTo>
                  <a:lnTo>
                    <a:pt x="1988" y="733"/>
                  </a:lnTo>
                  <a:lnTo>
                    <a:pt x="1737" y="921"/>
                  </a:lnTo>
                  <a:lnTo>
                    <a:pt x="1612" y="921"/>
                  </a:lnTo>
                  <a:lnTo>
                    <a:pt x="1528" y="1005"/>
                  </a:lnTo>
                  <a:lnTo>
                    <a:pt x="1633" y="1089"/>
                  </a:lnTo>
                  <a:lnTo>
                    <a:pt x="1779" y="1214"/>
                  </a:lnTo>
                  <a:lnTo>
                    <a:pt x="1779" y="1298"/>
                  </a:lnTo>
                  <a:lnTo>
                    <a:pt x="1716" y="1444"/>
                  </a:lnTo>
                  <a:lnTo>
                    <a:pt x="1570" y="1423"/>
                  </a:lnTo>
                  <a:lnTo>
                    <a:pt x="1319" y="1444"/>
                  </a:lnTo>
                  <a:lnTo>
                    <a:pt x="1193" y="1402"/>
                  </a:lnTo>
                  <a:lnTo>
                    <a:pt x="1089" y="1444"/>
                  </a:lnTo>
                  <a:lnTo>
                    <a:pt x="1005" y="1361"/>
                  </a:lnTo>
                  <a:lnTo>
                    <a:pt x="942" y="1319"/>
                  </a:lnTo>
                  <a:lnTo>
                    <a:pt x="838" y="1151"/>
                  </a:lnTo>
                  <a:lnTo>
                    <a:pt x="691" y="1298"/>
                  </a:lnTo>
                  <a:lnTo>
                    <a:pt x="691" y="1465"/>
                  </a:lnTo>
                  <a:lnTo>
                    <a:pt x="691" y="1528"/>
                  </a:lnTo>
                  <a:lnTo>
                    <a:pt x="649" y="1633"/>
                  </a:lnTo>
                  <a:lnTo>
                    <a:pt x="566" y="1926"/>
                  </a:lnTo>
                  <a:lnTo>
                    <a:pt x="461" y="1967"/>
                  </a:lnTo>
                  <a:lnTo>
                    <a:pt x="356" y="2156"/>
                  </a:lnTo>
                  <a:lnTo>
                    <a:pt x="210" y="2260"/>
                  </a:lnTo>
                  <a:lnTo>
                    <a:pt x="210" y="2365"/>
                  </a:lnTo>
                  <a:lnTo>
                    <a:pt x="147" y="2511"/>
                  </a:lnTo>
                  <a:lnTo>
                    <a:pt x="1" y="2616"/>
                  </a:lnTo>
                  <a:lnTo>
                    <a:pt x="1" y="2972"/>
                  </a:lnTo>
                  <a:lnTo>
                    <a:pt x="22" y="3014"/>
                  </a:lnTo>
                  <a:lnTo>
                    <a:pt x="43" y="2993"/>
                  </a:lnTo>
                  <a:lnTo>
                    <a:pt x="84" y="3202"/>
                  </a:lnTo>
                  <a:lnTo>
                    <a:pt x="168" y="3139"/>
                  </a:lnTo>
                  <a:lnTo>
                    <a:pt x="168" y="3034"/>
                  </a:lnTo>
                  <a:lnTo>
                    <a:pt x="315" y="3118"/>
                  </a:lnTo>
                  <a:lnTo>
                    <a:pt x="356" y="3202"/>
                  </a:lnTo>
                  <a:lnTo>
                    <a:pt x="545" y="3181"/>
                  </a:lnTo>
                  <a:lnTo>
                    <a:pt x="587" y="3097"/>
                  </a:lnTo>
                  <a:lnTo>
                    <a:pt x="670" y="3097"/>
                  </a:lnTo>
                  <a:lnTo>
                    <a:pt x="649" y="3181"/>
                  </a:lnTo>
                  <a:lnTo>
                    <a:pt x="566" y="3223"/>
                  </a:lnTo>
                  <a:lnTo>
                    <a:pt x="649" y="3348"/>
                  </a:lnTo>
                  <a:lnTo>
                    <a:pt x="524" y="3558"/>
                  </a:lnTo>
                  <a:lnTo>
                    <a:pt x="524" y="3851"/>
                  </a:lnTo>
                  <a:lnTo>
                    <a:pt x="545" y="3913"/>
                  </a:lnTo>
                  <a:lnTo>
                    <a:pt x="775" y="3913"/>
                  </a:lnTo>
                  <a:lnTo>
                    <a:pt x="880" y="3851"/>
                  </a:lnTo>
                  <a:lnTo>
                    <a:pt x="754" y="3955"/>
                  </a:lnTo>
                  <a:lnTo>
                    <a:pt x="608" y="3955"/>
                  </a:lnTo>
                  <a:lnTo>
                    <a:pt x="545" y="4143"/>
                  </a:lnTo>
                  <a:lnTo>
                    <a:pt x="524" y="4374"/>
                  </a:lnTo>
                  <a:lnTo>
                    <a:pt x="482" y="4478"/>
                  </a:lnTo>
                  <a:lnTo>
                    <a:pt x="545" y="4478"/>
                  </a:lnTo>
                  <a:lnTo>
                    <a:pt x="649" y="4436"/>
                  </a:lnTo>
                  <a:lnTo>
                    <a:pt x="775" y="4478"/>
                  </a:lnTo>
                  <a:lnTo>
                    <a:pt x="670" y="4646"/>
                  </a:lnTo>
                  <a:lnTo>
                    <a:pt x="691" y="4708"/>
                  </a:lnTo>
                  <a:lnTo>
                    <a:pt x="838" y="4604"/>
                  </a:lnTo>
                  <a:lnTo>
                    <a:pt x="900" y="4667"/>
                  </a:lnTo>
                  <a:lnTo>
                    <a:pt x="1005" y="4541"/>
                  </a:lnTo>
                  <a:lnTo>
                    <a:pt x="963" y="4478"/>
                  </a:lnTo>
                  <a:lnTo>
                    <a:pt x="1047" y="4436"/>
                  </a:lnTo>
                  <a:lnTo>
                    <a:pt x="1172" y="4562"/>
                  </a:lnTo>
                  <a:lnTo>
                    <a:pt x="1193" y="4436"/>
                  </a:lnTo>
                  <a:lnTo>
                    <a:pt x="1382" y="4269"/>
                  </a:lnTo>
                  <a:lnTo>
                    <a:pt x="1591" y="4227"/>
                  </a:lnTo>
                  <a:lnTo>
                    <a:pt x="1800" y="4039"/>
                  </a:lnTo>
                  <a:lnTo>
                    <a:pt x="2177" y="3976"/>
                  </a:lnTo>
                  <a:lnTo>
                    <a:pt x="2428" y="3851"/>
                  </a:lnTo>
                  <a:lnTo>
                    <a:pt x="2344" y="3725"/>
                  </a:lnTo>
                  <a:lnTo>
                    <a:pt x="1926" y="3495"/>
                  </a:lnTo>
                  <a:lnTo>
                    <a:pt x="1884" y="3390"/>
                  </a:lnTo>
                  <a:lnTo>
                    <a:pt x="1654" y="3348"/>
                  </a:lnTo>
                  <a:lnTo>
                    <a:pt x="1612" y="3202"/>
                  </a:lnTo>
                  <a:lnTo>
                    <a:pt x="1654" y="3118"/>
                  </a:lnTo>
                  <a:lnTo>
                    <a:pt x="1633" y="2993"/>
                  </a:lnTo>
                  <a:lnTo>
                    <a:pt x="1633" y="2867"/>
                  </a:lnTo>
                  <a:lnTo>
                    <a:pt x="1800" y="2762"/>
                  </a:lnTo>
                  <a:lnTo>
                    <a:pt x="1821" y="2616"/>
                  </a:lnTo>
                  <a:lnTo>
                    <a:pt x="1947" y="2574"/>
                  </a:lnTo>
                  <a:lnTo>
                    <a:pt x="2051" y="2574"/>
                  </a:lnTo>
                  <a:lnTo>
                    <a:pt x="2093" y="2490"/>
                  </a:lnTo>
                  <a:lnTo>
                    <a:pt x="2156" y="2449"/>
                  </a:lnTo>
                  <a:lnTo>
                    <a:pt x="2135" y="2344"/>
                  </a:lnTo>
                  <a:lnTo>
                    <a:pt x="2428" y="2051"/>
                  </a:lnTo>
                  <a:lnTo>
                    <a:pt x="2407" y="1988"/>
                  </a:lnTo>
                  <a:lnTo>
                    <a:pt x="2553" y="1863"/>
                  </a:lnTo>
                  <a:lnTo>
                    <a:pt x="2574" y="1737"/>
                  </a:lnTo>
                  <a:lnTo>
                    <a:pt x="2512" y="1654"/>
                  </a:lnTo>
                  <a:lnTo>
                    <a:pt x="2512" y="1361"/>
                  </a:lnTo>
                  <a:lnTo>
                    <a:pt x="2365" y="1256"/>
                  </a:lnTo>
                  <a:lnTo>
                    <a:pt x="2365" y="1110"/>
                  </a:lnTo>
                  <a:lnTo>
                    <a:pt x="2449" y="817"/>
                  </a:lnTo>
                  <a:lnTo>
                    <a:pt x="2449" y="691"/>
                  </a:lnTo>
                  <a:lnTo>
                    <a:pt x="2532" y="691"/>
                  </a:lnTo>
                  <a:lnTo>
                    <a:pt x="2721" y="482"/>
                  </a:lnTo>
                  <a:lnTo>
                    <a:pt x="2742" y="482"/>
                  </a:lnTo>
                  <a:lnTo>
                    <a:pt x="2637" y="356"/>
                  </a:lnTo>
                  <a:lnTo>
                    <a:pt x="2616" y="293"/>
                  </a:lnTo>
                  <a:lnTo>
                    <a:pt x="2428" y="273"/>
                  </a:lnTo>
                  <a:lnTo>
                    <a:pt x="2365" y="189"/>
                  </a:lnTo>
                  <a:lnTo>
                    <a:pt x="2365" y="84"/>
                  </a:lnTo>
                  <a:lnTo>
                    <a:pt x="226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9245;p128">
              <a:extLst>
                <a:ext uri="{FF2B5EF4-FFF2-40B4-BE49-F238E27FC236}">
                  <a16:creationId xmlns:a16="http://schemas.microsoft.com/office/drawing/2014/main" id="{257DA619-C593-DFC4-1C1E-6E150BA0944E}"/>
                </a:ext>
              </a:extLst>
            </p:cNvPr>
            <p:cNvSpPr/>
            <p:nvPr/>
          </p:nvSpPr>
          <p:spPr>
            <a:xfrm>
              <a:off x="4301938" y="2737722"/>
              <a:ext cx="211787" cy="95438"/>
            </a:xfrm>
            <a:custGeom>
              <a:avLst/>
              <a:gdLst/>
              <a:ahLst/>
              <a:cxnLst/>
              <a:rect l="l" t="t" r="r" b="b"/>
              <a:pathLst>
                <a:path w="17786" h="8392" extrusionOk="0">
                  <a:moveTo>
                    <a:pt x="5232" y="1"/>
                  </a:moveTo>
                  <a:lnTo>
                    <a:pt x="5169" y="85"/>
                  </a:lnTo>
                  <a:lnTo>
                    <a:pt x="5169" y="147"/>
                  </a:lnTo>
                  <a:lnTo>
                    <a:pt x="5190" y="252"/>
                  </a:lnTo>
                  <a:lnTo>
                    <a:pt x="5169" y="336"/>
                  </a:lnTo>
                  <a:lnTo>
                    <a:pt x="5085" y="336"/>
                  </a:lnTo>
                  <a:lnTo>
                    <a:pt x="5002" y="357"/>
                  </a:lnTo>
                  <a:lnTo>
                    <a:pt x="4918" y="461"/>
                  </a:lnTo>
                  <a:lnTo>
                    <a:pt x="4918" y="545"/>
                  </a:lnTo>
                  <a:lnTo>
                    <a:pt x="4813" y="670"/>
                  </a:lnTo>
                  <a:lnTo>
                    <a:pt x="4813" y="963"/>
                  </a:lnTo>
                  <a:lnTo>
                    <a:pt x="4855" y="1089"/>
                  </a:lnTo>
                  <a:lnTo>
                    <a:pt x="5023" y="1152"/>
                  </a:lnTo>
                  <a:lnTo>
                    <a:pt x="5085" y="1214"/>
                  </a:lnTo>
                  <a:lnTo>
                    <a:pt x="5190" y="1256"/>
                  </a:lnTo>
                  <a:lnTo>
                    <a:pt x="5211" y="1340"/>
                  </a:lnTo>
                  <a:lnTo>
                    <a:pt x="5190" y="1507"/>
                  </a:lnTo>
                  <a:lnTo>
                    <a:pt x="5190" y="1696"/>
                  </a:lnTo>
                  <a:lnTo>
                    <a:pt x="5295" y="1779"/>
                  </a:lnTo>
                  <a:lnTo>
                    <a:pt x="5378" y="1863"/>
                  </a:lnTo>
                  <a:lnTo>
                    <a:pt x="5232" y="2010"/>
                  </a:lnTo>
                  <a:lnTo>
                    <a:pt x="5043" y="2030"/>
                  </a:lnTo>
                  <a:lnTo>
                    <a:pt x="4960" y="2010"/>
                  </a:lnTo>
                  <a:lnTo>
                    <a:pt x="4918" y="2072"/>
                  </a:lnTo>
                  <a:lnTo>
                    <a:pt x="4813" y="2072"/>
                  </a:lnTo>
                  <a:lnTo>
                    <a:pt x="4709" y="2010"/>
                  </a:lnTo>
                  <a:lnTo>
                    <a:pt x="4479" y="2010"/>
                  </a:lnTo>
                  <a:lnTo>
                    <a:pt x="4374" y="2030"/>
                  </a:lnTo>
                  <a:lnTo>
                    <a:pt x="4290" y="1989"/>
                  </a:lnTo>
                  <a:lnTo>
                    <a:pt x="4186" y="1968"/>
                  </a:lnTo>
                  <a:lnTo>
                    <a:pt x="4081" y="1968"/>
                  </a:lnTo>
                  <a:lnTo>
                    <a:pt x="3955" y="2072"/>
                  </a:lnTo>
                  <a:lnTo>
                    <a:pt x="3851" y="2093"/>
                  </a:lnTo>
                  <a:lnTo>
                    <a:pt x="3767" y="2135"/>
                  </a:lnTo>
                  <a:lnTo>
                    <a:pt x="3558" y="2030"/>
                  </a:lnTo>
                  <a:lnTo>
                    <a:pt x="3453" y="1968"/>
                  </a:lnTo>
                  <a:lnTo>
                    <a:pt x="3181" y="1800"/>
                  </a:lnTo>
                  <a:lnTo>
                    <a:pt x="3139" y="1717"/>
                  </a:lnTo>
                  <a:lnTo>
                    <a:pt x="3118" y="1612"/>
                  </a:lnTo>
                  <a:lnTo>
                    <a:pt x="3077" y="1549"/>
                  </a:lnTo>
                  <a:lnTo>
                    <a:pt x="2888" y="1549"/>
                  </a:lnTo>
                  <a:lnTo>
                    <a:pt x="2805" y="1591"/>
                  </a:lnTo>
                  <a:lnTo>
                    <a:pt x="2700" y="1591"/>
                  </a:lnTo>
                  <a:lnTo>
                    <a:pt x="2658" y="1612"/>
                  </a:lnTo>
                  <a:lnTo>
                    <a:pt x="2512" y="1612"/>
                  </a:lnTo>
                  <a:lnTo>
                    <a:pt x="2470" y="1549"/>
                  </a:lnTo>
                  <a:lnTo>
                    <a:pt x="2428" y="1486"/>
                  </a:lnTo>
                  <a:lnTo>
                    <a:pt x="2365" y="1382"/>
                  </a:lnTo>
                  <a:lnTo>
                    <a:pt x="2344" y="1382"/>
                  </a:lnTo>
                  <a:lnTo>
                    <a:pt x="2261" y="1445"/>
                  </a:lnTo>
                  <a:lnTo>
                    <a:pt x="2030" y="1445"/>
                  </a:lnTo>
                  <a:lnTo>
                    <a:pt x="1905" y="1466"/>
                  </a:lnTo>
                  <a:lnTo>
                    <a:pt x="1717" y="1486"/>
                  </a:lnTo>
                  <a:lnTo>
                    <a:pt x="1633" y="1549"/>
                  </a:lnTo>
                  <a:lnTo>
                    <a:pt x="1549" y="1675"/>
                  </a:lnTo>
                  <a:lnTo>
                    <a:pt x="1466" y="1717"/>
                  </a:lnTo>
                  <a:lnTo>
                    <a:pt x="1298" y="1675"/>
                  </a:lnTo>
                  <a:lnTo>
                    <a:pt x="1256" y="1717"/>
                  </a:lnTo>
                  <a:lnTo>
                    <a:pt x="1256" y="1800"/>
                  </a:lnTo>
                  <a:lnTo>
                    <a:pt x="1319" y="1863"/>
                  </a:lnTo>
                  <a:lnTo>
                    <a:pt x="1256" y="1884"/>
                  </a:lnTo>
                  <a:lnTo>
                    <a:pt x="1193" y="2010"/>
                  </a:lnTo>
                  <a:lnTo>
                    <a:pt x="1110" y="2030"/>
                  </a:lnTo>
                  <a:lnTo>
                    <a:pt x="1005" y="2114"/>
                  </a:lnTo>
                  <a:lnTo>
                    <a:pt x="1005" y="2198"/>
                  </a:lnTo>
                  <a:lnTo>
                    <a:pt x="838" y="2282"/>
                  </a:lnTo>
                  <a:lnTo>
                    <a:pt x="817" y="2386"/>
                  </a:lnTo>
                  <a:lnTo>
                    <a:pt x="796" y="2512"/>
                  </a:lnTo>
                  <a:lnTo>
                    <a:pt x="608" y="2554"/>
                  </a:lnTo>
                  <a:lnTo>
                    <a:pt x="503" y="2658"/>
                  </a:lnTo>
                  <a:lnTo>
                    <a:pt x="482" y="2742"/>
                  </a:lnTo>
                  <a:lnTo>
                    <a:pt x="210" y="2721"/>
                  </a:lnTo>
                  <a:lnTo>
                    <a:pt x="105" y="2763"/>
                  </a:lnTo>
                  <a:lnTo>
                    <a:pt x="1" y="2972"/>
                  </a:lnTo>
                  <a:lnTo>
                    <a:pt x="1" y="3014"/>
                  </a:lnTo>
                  <a:lnTo>
                    <a:pt x="43" y="3056"/>
                  </a:lnTo>
                  <a:lnTo>
                    <a:pt x="43" y="3181"/>
                  </a:lnTo>
                  <a:lnTo>
                    <a:pt x="64" y="3223"/>
                  </a:lnTo>
                  <a:lnTo>
                    <a:pt x="105" y="3286"/>
                  </a:lnTo>
                  <a:lnTo>
                    <a:pt x="147" y="3286"/>
                  </a:lnTo>
                  <a:lnTo>
                    <a:pt x="147" y="3244"/>
                  </a:lnTo>
                  <a:lnTo>
                    <a:pt x="168" y="3244"/>
                  </a:lnTo>
                  <a:lnTo>
                    <a:pt x="189" y="3286"/>
                  </a:lnTo>
                  <a:lnTo>
                    <a:pt x="189" y="3370"/>
                  </a:lnTo>
                  <a:lnTo>
                    <a:pt x="210" y="3453"/>
                  </a:lnTo>
                  <a:lnTo>
                    <a:pt x="294" y="3495"/>
                  </a:lnTo>
                  <a:lnTo>
                    <a:pt x="336" y="3537"/>
                  </a:lnTo>
                  <a:lnTo>
                    <a:pt x="461" y="3642"/>
                  </a:lnTo>
                  <a:lnTo>
                    <a:pt x="566" y="3704"/>
                  </a:lnTo>
                  <a:lnTo>
                    <a:pt x="629" y="3788"/>
                  </a:lnTo>
                  <a:lnTo>
                    <a:pt x="629" y="3851"/>
                  </a:lnTo>
                  <a:lnTo>
                    <a:pt x="670" y="3914"/>
                  </a:lnTo>
                  <a:lnTo>
                    <a:pt x="796" y="3997"/>
                  </a:lnTo>
                  <a:lnTo>
                    <a:pt x="838" y="3997"/>
                  </a:lnTo>
                  <a:lnTo>
                    <a:pt x="859" y="3914"/>
                  </a:lnTo>
                  <a:lnTo>
                    <a:pt x="901" y="3872"/>
                  </a:lnTo>
                  <a:lnTo>
                    <a:pt x="1026" y="3809"/>
                  </a:lnTo>
                  <a:lnTo>
                    <a:pt x="1131" y="3809"/>
                  </a:lnTo>
                  <a:lnTo>
                    <a:pt x="1152" y="3872"/>
                  </a:lnTo>
                  <a:lnTo>
                    <a:pt x="1235" y="3976"/>
                  </a:lnTo>
                  <a:lnTo>
                    <a:pt x="1319" y="3997"/>
                  </a:lnTo>
                  <a:lnTo>
                    <a:pt x="1361" y="3976"/>
                  </a:lnTo>
                  <a:lnTo>
                    <a:pt x="1424" y="3914"/>
                  </a:lnTo>
                  <a:lnTo>
                    <a:pt x="1528" y="3914"/>
                  </a:lnTo>
                  <a:lnTo>
                    <a:pt x="1612" y="3955"/>
                  </a:lnTo>
                  <a:lnTo>
                    <a:pt x="1654" y="4018"/>
                  </a:lnTo>
                  <a:lnTo>
                    <a:pt x="1738" y="4060"/>
                  </a:lnTo>
                  <a:lnTo>
                    <a:pt x="1842" y="4123"/>
                  </a:lnTo>
                  <a:lnTo>
                    <a:pt x="1884" y="4207"/>
                  </a:lnTo>
                  <a:lnTo>
                    <a:pt x="1905" y="4311"/>
                  </a:lnTo>
                  <a:lnTo>
                    <a:pt x="1947" y="4416"/>
                  </a:lnTo>
                  <a:lnTo>
                    <a:pt x="1989" y="4499"/>
                  </a:lnTo>
                  <a:lnTo>
                    <a:pt x="2051" y="4604"/>
                  </a:lnTo>
                  <a:lnTo>
                    <a:pt x="2135" y="4646"/>
                  </a:lnTo>
                  <a:lnTo>
                    <a:pt x="2198" y="4709"/>
                  </a:lnTo>
                  <a:lnTo>
                    <a:pt x="2282" y="4834"/>
                  </a:lnTo>
                  <a:lnTo>
                    <a:pt x="2344" y="4897"/>
                  </a:lnTo>
                  <a:lnTo>
                    <a:pt x="2344" y="5023"/>
                  </a:lnTo>
                  <a:lnTo>
                    <a:pt x="2302" y="5106"/>
                  </a:lnTo>
                  <a:lnTo>
                    <a:pt x="2344" y="5232"/>
                  </a:lnTo>
                  <a:lnTo>
                    <a:pt x="2407" y="5315"/>
                  </a:lnTo>
                  <a:lnTo>
                    <a:pt x="2365" y="5420"/>
                  </a:lnTo>
                  <a:lnTo>
                    <a:pt x="2282" y="5483"/>
                  </a:lnTo>
                  <a:lnTo>
                    <a:pt x="2261" y="5546"/>
                  </a:lnTo>
                  <a:lnTo>
                    <a:pt x="2261" y="5629"/>
                  </a:lnTo>
                  <a:lnTo>
                    <a:pt x="2282" y="5734"/>
                  </a:lnTo>
                  <a:lnTo>
                    <a:pt x="2407" y="5901"/>
                  </a:lnTo>
                  <a:lnTo>
                    <a:pt x="2512" y="5985"/>
                  </a:lnTo>
                  <a:lnTo>
                    <a:pt x="3098" y="6111"/>
                  </a:lnTo>
                  <a:lnTo>
                    <a:pt x="3349" y="6090"/>
                  </a:lnTo>
                  <a:lnTo>
                    <a:pt x="3516" y="6090"/>
                  </a:lnTo>
                  <a:lnTo>
                    <a:pt x="3558" y="6048"/>
                  </a:lnTo>
                  <a:lnTo>
                    <a:pt x="3600" y="6048"/>
                  </a:lnTo>
                  <a:lnTo>
                    <a:pt x="3976" y="6111"/>
                  </a:lnTo>
                  <a:lnTo>
                    <a:pt x="4165" y="6257"/>
                  </a:lnTo>
                  <a:lnTo>
                    <a:pt x="4227" y="6299"/>
                  </a:lnTo>
                  <a:lnTo>
                    <a:pt x="4332" y="6320"/>
                  </a:lnTo>
                  <a:lnTo>
                    <a:pt x="4437" y="6320"/>
                  </a:lnTo>
                  <a:lnTo>
                    <a:pt x="4646" y="6487"/>
                  </a:lnTo>
                  <a:lnTo>
                    <a:pt x="4792" y="6571"/>
                  </a:lnTo>
                  <a:lnTo>
                    <a:pt x="5023" y="6571"/>
                  </a:lnTo>
                  <a:lnTo>
                    <a:pt x="5043" y="6675"/>
                  </a:lnTo>
                  <a:lnTo>
                    <a:pt x="5085" y="6738"/>
                  </a:lnTo>
                  <a:lnTo>
                    <a:pt x="5127" y="6738"/>
                  </a:lnTo>
                  <a:lnTo>
                    <a:pt x="5211" y="6780"/>
                  </a:lnTo>
                  <a:lnTo>
                    <a:pt x="5315" y="6885"/>
                  </a:lnTo>
                  <a:lnTo>
                    <a:pt x="5315" y="6948"/>
                  </a:lnTo>
                  <a:lnTo>
                    <a:pt x="5378" y="7115"/>
                  </a:lnTo>
                  <a:lnTo>
                    <a:pt x="5483" y="7240"/>
                  </a:lnTo>
                  <a:lnTo>
                    <a:pt x="5608" y="7408"/>
                  </a:lnTo>
                  <a:lnTo>
                    <a:pt x="5650" y="7533"/>
                  </a:lnTo>
                  <a:lnTo>
                    <a:pt x="5797" y="7784"/>
                  </a:lnTo>
                  <a:lnTo>
                    <a:pt x="5901" y="7826"/>
                  </a:lnTo>
                  <a:lnTo>
                    <a:pt x="6006" y="7784"/>
                  </a:lnTo>
                  <a:lnTo>
                    <a:pt x="6236" y="7764"/>
                  </a:lnTo>
                  <a:lnTo>
                    <a:pt x="6487" y="7784"/>
                  </a:lnTo>
                  <a:lnTo>
                    <a:pt x="6843" y="7764"/>
                  </a:lnTo>
                  <a:lnTo>
                    <a:pt x="7324" y="7826"/>
                  </a:lnTo>
                  <a:lnTo>
                    <a:pt x="7596" y="7784"/>
                  </a:lnTo>
                  <a:lnTo>
                    <a:pt x="7784" y="7722"/>
                  </a:lnTo>
                  <a:lnTo>
                    <a:pt x="7826" y="7659"/>
                  </a:lnTo>
                  <a:lnTo>
                    <a:pt x="7889" y="7617"/>
                  </a:lnTo>
                  <a:lnTo>
                    <a:pt x="7952" y="7638"/>
                  </a:lnTo>
                  <a:lnTo>
                    <a:pt x="8328" y="7638"/>
                  </a:lnTo>
                  <a:lnTo>
                    <a:pt x="8747" y="7659"/>
                  </a:lnTo>
                  <a:lnTo>
                    <a:pt x="8872" y="7680"/>
                  </a:lnTo>
                  <a:lnTo>
                    <a:pt x="9082" y="7868"/>
                  </a:lnTo>
                  <a:lnTo>
                    <a:pt x="9458" y="8036"/>
                  </a:lnTo>
                  <a:lnTo>
                    <a:pt x="9814" y="8161"/>
                  </a:lnTo>
                  <a:lnTo>
                    <a:pt x="9981" y="8182"/>
                  </a:lnTo>
                  <a:lnTo>
                    <a:pt x="10191" y="8287"/>
                  </a:lnTo>
                  <a:lnTo>
                    <a:pt x="10358" y="8266"/>
                  </a:lnTo>
                  <a:lnTo>
                    <a:pt x="10630" y="8182"/>
                  </a:lnTo>
                  <a:lnTo>
                    <a:pt x="10651" y="8287"/>
                  </a:lnTo>
                  <a:lnTo>
                    <a:pt x="10651" y="8349"/>
                  </a:lnTo>
                  <a:lnTo>
                    <a:pt x="10797" y="8391"/>
                  </a:lnTo>
                  <a:lnTo>
                    <a:pt x="10944" y="8391"/>
                  </a:lnTo>
                  <a:lnTo>
                    <a:pt x="11049" y="8287"/>
                  </a:lnTo>
                  <a:lnTo>
                    <a:pt x="11300" y="8098"/>
                  </a:lnTo>
                  <a:lnTo>
                    <a:pt x="11467" y="7931"/>
                  </a:lnTo>
                  <a:lnTo>
                    <a:pt x="11781" y="7826"/>
                  </a:lnTo>
                  <a:lnTo>
                    <a:pt x="12199" y="7659"/>
                  </a:lnTo>
                  <a:lnTo>
                    <a:pt x="12367" y="7617"/>
                  </a:lnTo>
                  <a:lnTo>
                    <a:pt x="12555" y="7554"/>
                  </a:lnTo>
                  <a:lnTo>
                    <a:pt x="12806" y="7533"/>
                  </a:lnTo>
                  <a:lnTo>
                    <a:pt x="12953" y="7533"/>
                  </a:lnTo>
                  <a:lnTo>
                    <a:pt x="13120" y="7408"/>
                  </a:lnTo>
                  <a:lnTo>
                    <a:pt x="13266" y="7303"/>
                  </a:lnTo>
                  <a:lnTo>
                    <a:pt x="13392" y="7303"/>
                  </a:lnTo>
                  <a:lnTo>
                    <a:pt x="13580" y="7240"/>
                  </a:lnTo>
                  <a:lnTo>
                    <a:pt x="13685" y="7240"/>
                  </a:lnTo>
                  <a:lnTo>
                    <a:pt x="13769" y="7031"/>
                  </a:lnTo>
                  <a:lnTo>
                    <a:pt x="13894" y="6801"/>
                  </a:lnTo>
                  <a:lnTo>
                    <a:pt x="14166" y="6508"/>
                  </a:lnTo>
                  <a:lnTo>
                    <a:pt x="14229" y="6403"/>
                  </a:lnTo>
                  <a:lnTo>
                    <a:pt x="14292" y="6299"/>
                  </a:lnTo>
                  <a:lnTo>
                    <a:pt x="14292" y="6215"/>
                  </a:lnTo>
                  <a:lnTo>
                    <a:pt x="14062" y="6090"/>
                  </a:lnTo>
                  <a:lnTo>
                    <a:pt x="13790" y="5901"/>
                  </a:lnTo>
                  <a:lnTo>
                    <a:pt x="13810" y="5839"/>
                  </a:lnTo>
                  <a:lnTo>
                    <a:pt x="13790" y="5692"/>
                  </a:lnTo>
                  <a:lnTo>
                    <a:pt x="13790" y="5462"/>
                  </a:lnTo>
                  <a:lnTo>
                    <a:pt x="13894" y="5336"/>
                  </a:lnTo>
                  <a:lnTo>
                    <a:pt x="14020" y="5232"/>
                  </a:lnTo>
                  <a:lnTo>
                    <a:pt x="14229" y="5169"/>
                  </a:lnTo>
                  <a:lnTo>
                    <a:pt x="14396" y="5211"/>
                  </a:lnTo>
                  <a:lnTo>
                    <a:pt x="14522" y="5274"/>
                  </a:lnTo>
                  <a:lnTo>
                    <a:pt x="14710" y="5357"/>
                  </a:lnTo>
                  <a:lnTo>
                    <a:pt x="14836" y="5378"/>
                  </a:lnTo>
                  <a:lnTo>
                    <a:pt x="14961" y="5441"/>
                  </a:lnTo>
                  <a:lnTo>
                    <a:pt x="15024" y="5441"/>
                  </a:lnTo>
                  <a:lnTo>
                    <a:pt x="15045" y="5336"/>
                  </a:lnTo>
                  <a:lnTo>
                    <a:pt x="15129" y="5253"/>
                  </a:lnTo>
                  <a:lnTo>
                    <a:pt x="15254" y="5148"/>
                  </a:lnTo>
                  <a:lnTo>
                    <a:pt x="15359" y="5064"/>
                  </a:lnTo>
                  <a:lnTo>
                    <a:pt x="15463" y="4855"/>
                  </a:lnTo>
                  <a:lnTo>
                    <a:pt x="15547" y="4813"/>
                  </a:lnTo>
                  <a:lnTo>
                    <a:pt x="15673" y="4834"/>
                  </a:lnTo>
                  <a:lnTo>
                    <a:pt x="15840" y="4834"/>
                  </a:lnTo>
                  <a:lnTo>
                    <a:pt x="16070" y="4646"/>
                  </a:lnTo>
                  <a:lnTo>
                    <a:pt x="16196" y="4625"/>
                  </a:lnTo>
                  <a:lnTo>
                    <a:pt x="16259" y="4541"/>
                  </a:lnTo>
                  <a:lnTo>
                    <a:pt x="16259" y="4437"/>
                  </a:lnTo>
                  <a:lnTo>
                    <a:pt x="16279" y="4269"/>
                  </a:lnTo>
                  <a:lnTo>
                    <a:pt x="16384" y="4102"/>
                  </a:lnTo>
                  <a:lnTo>
                    <a:pt x="16426" y="4018"/>
                  </a:lnTo>
                  <a:lnTo>
                    <a:pt x="16489" y="4060"/>
                  </a:lnTo>
                  <a:lnTo>
                    <a:pt x="16551" y="4018"/>
                  </a:lnTo>
                  <a:lnTo>
                    <a:pt x="16614" y="3976"/>
                  </a:lnTo>
                  <a:lnTo>
                    <a:pt x="16614" y="3872"/>
                  </a:lnTo>
                  <a:lnTo>
                    <a:pt x="16677" y="3851"/>
                  </a:lnTo>
                  <a:lnTo>
                    <a:pt x="16782" y="3914"/>
                  </a:lnTo>
                  <a:lnTo>
                    <a:pt x="16844" y="3872"/>
                  </a:lnTo>
                  <a:lnTo>
                    <a:pt x="17012" y="3746"/>
                  </a:lnTo>
                  <a:lnTo>
                    <a:pt x="17116" y="3600"/>
                  </a:lnTo>
                  <a:lnTo>
                    <a:pt x="17221" y="3579"/>
                  </a:lnTo>
                  <a:lnTo>
                    <a:pt x="17367" y="3662"/>
                  </a:lnTo>
                  <a:lnTo>
                    <a:pt x="17451" y="3600"/>
                  </a:lnTo>
                  <a:lnTo>
                    <a:pt x="17556" y="3579"/>
                  </a:lnTo>
                  <a:lnTo>
                    <a:pt x="17598" y="3642"/>
                  </a:lnTo>
                  <a:lnTo>
                    <a:pt x="17723" y="3662"/>
                  </a:lnTo>
                  <a:lnTo>
                    <a:pt x="17744" y="3579"/>
                  </a:lnTo>
                  <a:lnTo>
                    <a:pt x="17744" y="3495"/>
                  </a:lnTo>
                  <a:lnTo>
                    <a:pt x="17786" y="3453"/>
                  </a:lnTo>
                  <a:lnTo>
                    <a:pt x="17786" y="3349"/>
                  </a:lnTo>
                  <a:lnTo>
                    <a:pt x="17765" y="3265"/>
                  </a:lnTo>
                  <a:lnTo>
                    <a:pt x="17744" y="3160"/>
                  </a:lnTo>
                  <a:lnTo>
                    <a:pt x="17535" y="3014"/>
                  </a:lnTo>
                  <a:lnTo>
                    <a:pt x="17367" y="2805"/>
                  </a:lnTo>
                  <a:lnTo>
                    <a:pt x="17158" y="2616"/>
                  </a:lnTo>
                  <a:lnTo>
                    <a:pt x="17012" y="2428"/>
                  </a:lnTo>
                  <a:lnTo>
                    <a:pt x="16740" y="2344"/>
                  </a:lnTo>
                  <a:lnTo>
                    <a:pt x="16698" y="2407"/>
                  </a:lnTo>
                  <a:lnTo>
                    <a:pt x="16531" y="2449"/>
                  </a:lnTo>
                  <a:lnTo>
                    <a:pt x="16531" y="2554"/>
                  </a:lnTo>
                  <a:lnTo>
                    <a:pt x="16531" y="2700"/>
                  </a:lnTo>
                  <a:lnTo>
                    <a:pt x="16405" y="2909"/>
                  </a:lnTo>
                  <a:lnTo>
                    <a:pt x="16300" y="2805"/>
                  </a:lnTo>
                  <a:lnTo>
                    <a:pt x="16028" y="2742"/>
                  </a:lnTo>
                  <a:lnTo>
                    <a:pt x="15798" y="2742"/>
                  </a:lnTo>
                  <a:lnTo>
                    <a:pt x="15631" y="2909"/>
                  </a:lnTo>
                  <a:lnTo>
                    <a:pt x="15359" y="2763"/>
                  </a:lnTo>
                  <a:lnTo>
                    <a:pt x="15254" y="2595"/>
                  </a:lnTo>
                  <a:lnTo>
                    <a:pt x="15338" y="2323"/>
                  </a:lnTo>
                  <a:lnTo>
                    <a:pt x="15317" y="2219"/>
                  </a:lnTo>
                  <a:lnTo>
                    <a:pt x="15359" y="2030"/>
                  </a:lnTo>
                  <a:lnTo>
                    <a:pt x="15338" y="1863"/>
                  </a:lnTo>
                  <a:lnTo>
                    <a:pt x="15463" y="963"/>
                  </a:lnTo>
                  <a:lnTo>
                    <a:pt x="15463" y="942"/>
                  </a:lnTo>
                  <a:lnTo>
                    <a:pt x="15422" y="880"/>
                  </a:lnTo>
                  <a:lnTo>
                    <a:pt x="15212" y="838"/>
                  </a:lnTo>
                  <a:lnTo>
                    <a:pt x="14982" y="859"/>
                  </a:lnTo>
                  <a:lnTo>
                    <a:pt x="14982" y="922"/>
                  </a:lnTo>
                  <a:lnTo>
                    <a:pt x="14857" y="984"/>
                  </a:lnTo>
                  <a:lnTo>
                    <a:pt x="14752" y="984"/>
                  </a:lnTo>
                  <a:lnTo>
                    <a:pt x="14710" y="942"/>
                  </a:lnTo>
                  <a:lnTo>
                    <a:pt x="14606" y="1026"/>
                  </a:lnTo>
                  <a:lnTo>
                    <a:pt x="14501" y="963"/>
                  </a:lnTo>
                  <a:lnTo>
                    <a:pt x="14438" y="880"/>
                  </a:lnTo>
                  <a:lnTo>
                    <a:pt x="14313" y="775"/>
                  </a:lnTo>
                  <a:lnTo>
                    <a:pt x="14208" y="775"/>
                  </a:lnTo>
                  <a:lnTo>
                    <a:pt x="14020" y="838"/>
                  </a:lnTo>
                  <a:lnTo>
                    <a:pt x="13999" y="775"/>
                  </a:lnTo>
                  <a:lnTo>
                    <a:pt x="13894" y="775"/>
                  </a:lnTo>
                  <a:lnTo>
                    <a:pt x="13790" y="859"/>
                  </a:lnTo>
                  <a:lnTo>
                    <a:pt x="13769" y="984"/>
                  </a:lnTo>
                  <a:lnTo>
                    <a:pt x="13685" y="1068"/>
                  </a:lnTo>
                  <a:lnTo>
                    <a:pt x="13559" y="1131"/>
                  </a:lnTo>
                  <a:lnTo>
                    <a:pt x="13476" y="1256"/>
                  </a:lnTo>
                  <a:lnTo>
                    <a:pt x="13476" y="1298"/>
                  </a:lnTo>
                  <a:lnTo>
                    <a:pt x="13455" y="1403"/>
                  </a:lnTo>
                  <a:lnTo>
                    <a:pt x="13350" y="1507"/>
                  </a:lnTo>
                  <a:lnTo>
                    <a:pt x="12973" y="1507"/>
                  </a:lnTo>
                  <a:lnTo>
                    <a:pt x="12869" y="1612"/>
                  </a:lnTo>
                  <a:lnTo>
                    <a:pt x="12743" y="1612"/>
                  </a:lnTo>
                  <a:lnTo>
                    <a:pt x="12534" y="1758"/>
                  </a:lnTo>
                  <a:lnTo>
                    <a:pt x="12429" y="1905"/>
                  </a:lnTo>
                  <a:lnTo>
                    <a:pt x="12367" y="1905"/>
                  </a:lnTo>
                  <a:lnTo>
                    <a:pt x="12283" y="1863"/>
                  </a:lnTo>
                  <a:lnTo>
                    <a:pt x="12137" y="1863"/>
                  </a:lnTo>
                  <a:lnTo>
                    <a:pt x="12095" y="1884"/>
                  </a:lnTo>
                  <a:lnTo>
                    <a:pt x="11927" y="1905"/>
                  </a:lnTo>
                  <a:lnTo>
                    <a:pt x="11593" y="1905"/>
                  </a:lnTo>
                  <a:lnTo>
                    <a:pt x="11362" y="1863"/>
                  </a:lnTo>
                  <a:lnTo>
                    <a:pt x="11090" y="1884"/>
                  </a:lnTo>
                  <a:lnTo>
                    <a:pt x="11028" y="1884"/>
                  </a:lnTo>
                  <a:lnTo>
                    <a:pt x="10923" y="1758"/>
                  </a:lnTo>
                  <a:lnTo>
                    <a:pt x="10839" y="1758"/>
                  </a:lnTo>
                  <a:lnTo>
                    <a:pt x="10756" y="1696"/>
                  </a:lnTo>
                  <a:lnTo>
                    <a:pt x="10651" y="1612"/>
                  </a:lnTo>
                  <a:lnTo>
                    <a:pt x="10609" y="1445"/>
                  </a:lnTo>
                  <a:lnTo>
                    <a:pt x="10525" y="1382"/>
                  </a:lnTo>
                  <a:lnTo>
                    <a:pt x="10421" y="1403"/>
                  </a:lnTo>
                  <a:lnTo>
                    <a:pt x="10232" y="1403"/>
                  </a:lnTo>
                  <a:lnTo>
                    <a:pt x="10044" y="1340"/>
                  </a:lnTo>
                  <a:lnTo>
                    <a:pt x="9919" y="1173"/>
                  </a:lnTo>
                  <a:lnTo>
                    <a:pt x="9521" y="1173"/>
                  </a:lnTo>
                  <a:lnTo>
                    <a:pt x="9396" y="1089"/>
                  </a:lnTo>
                  <a:lnTo>
                    <a:pt x="9270" y="1131"/>
                  </a:lnTo>
                  <a:lnTo>
                    <a:pt x="9103" y="1152"/>
                  </a:lnTo>
                  <a:lnTo>
                    <a:pt x="8977" y="1194"/>
                  </a:lnTo>
                  <a:lnTo>
                    <a:pt x="8768" y="1214"/>
                  </a:lnTo>
                  <a:lnTo>
                    <a:pt x="8580" y="1277"/>
                  </a:lnTo>
                  <a:lnTo>
                    <a:pt x="8517" y="1382"/>
                  </a:lnTo>
                  <a:lnTo>
                    <a:pt x="8433" y="1403"/>
                  </a:lnTo>
                  <a:lnTo>
                    <a:pt x="8349" y="1382"/>
                  </a:lnTo>
                  <a:lnTo>
                    <a:pt x="8266" y="1382"/>
                  </a:lnTo>
                  <a:lnTo>
                    <a:pt x="8182" y="1445"/>
                  </a:lnTo>
                  <a:lnTo>
                    <a:pt x="8015" y="1445"/>
                  </a:lnTo>
                  <a:lnTo>
                    <a:pt x="7952" y="1466"/>
                  </a:lnTo>
                  <a:lnTo>
                    <a:pt x="7889" y="1466"/>
                  </a:lnTo>
                  <a:lnTo>
                    <a:pt x="7722" y="1361"/>
                  </a:lnTo>
                  <a:lnTo>
                    <a:pt x="7533" y="1340"/>
                  </a:lnTo>
                  <a:lnTo>
                    <a:pt x="7512" y="1256"/>
                  </a:lnTo>
                  <a:lnTo>
                    <a:pt x="7387" y="1152"/>
                  </a:lnTo>
                  <a:lnTo>
                    <a:pt x="7324" y="1152"/>
                  </a:lnTo>
                  <a:lnTo>
                    <a:pt x="7261" y="1089"/>
                  </a:lnTo>
                  <a:lnTo>
                    <a:pt x="7261" y="984"/>
                  </a:lnTo>
                  <a:lnTo>
                    <a:pt x="7199" y="859"/>
                  </a:lnTo>
                  <a:lnTo>
                    <a:pt x="7136" y="817"/>
                  </a:lnTo>
                  <a:lnTo>
                    <a:pt x="7136" y="691"/>
                  </a:lnTo>
                  <a:lnTo>
                    <a:pt x="7094" y="629"/>
                  </a:lnTo>
                  <a:lnTo>
                    <a:pt x="7094" y="566"/>
                  </a:lnTo>
                  <a:lnTo>
                    <a:pt x="7052" y="461"/>
                  </a:lnTo>
                  <a:lnTo>
                    <a:pt x="6947" y="440"/>
                  </a:lnTo>
                  <a:lnTo>
                    <a:pt x="6696" y="440"/>
                  </a:lnTo>
                  <a:lnTo>
                    <a:pt x="6592" y="419"/>
                  </a:lnTo>
                  <a:lnTo>
                    <a:pt x="6529" y="398"/>
                  </a:lnTo>
                  <a:lnTo>
                    <a:pt x="6383" y="357"/>
                  </a:lnTo>
                  <a:lnTo>
                    <a:pt x="6341" y="315"/>
                  </a:lnTo>
                  <a:lnTo>
                    <a:pt x="6257" y="252"/>
                  </a:lnTo>
                  <a:lnTo>
                    <a:pt x="5901" y="252"/>
                  </a:lnTo>
                  <a:lnTo>
                    <a:pt x="5755" y="210"/>
                  </a:lnTo>
                  <a:lnTo>
                    <a:pt x="5734" y="168"/>
                  </a:lnTo>
                  <a:lnTo>
                    <a:pt x="5567" y="105"/>
                  </a:lnTo>
                  <a:lnTo>
                    <a:pt x="5441" y="43"/>
                  </a:lnTo>
                  <a:lnTo>
                    <a:pt x="537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9246;p128">
              <a:extLst>
                <a:ext uri="{FF2B5EF4-FFF2-40B4-BE49-F238E27FC236}">
                  <a16:creationId xmlns:a16="http://schemas.microsoft.com/office/drawing/2014/main" id="{92271245-F989-6BA0-897B-437728AE6380}"/>
                </a:ext>
              </a:extLst>
            </p:cNvPr>
            <p:cNvSpPr/>
            <p:nvPr/>
          </p:nvSpPr>
          <p:spPr>
            <a:xfrm>
              <a:off x="4718522" y="3165089"/>
              <a:ext cx="67277" cy="54986"/>
            </a:xfrm>
            <a:custGeom>
              <a:avLst/>
              <a:gdLst/>
              <a:ahLst/>
              <a:cxnLst/>
              <a:rect l="l" t="t" r="r" b="b"/>
              <a:pathLst>
                <a:path w="5650" h="4835" extrusionOk="0">
                  <a:moveTo>
                    <a:pt x="126" y="1"/>
                  </a:moveTo>
                  <a:lnTo>
                    <a:pt x="42" y="2156"/>
                  </a:lnTo>
                  <a:lnTo>
                    <a:pt x="21" y="2323"/>
                  </a:lnTo>
                  <a:lnTo>
                    <a:pt x="21" y="2407"/>
                  </a:lnTo>
                  <a:lnTo>
                    <a:pt x="21" y="2470"/>
                  </a:lnTo>
                  <a:lnTo>
                    <a:pt x="0" y="3872"/>
                  </a:lnTo>
                  <a:lnTo>
                    <a:pt x="168" y="3872"/>
                  </a:lnTo>
                  <a:lnTo>
                    <a:pt x="251" y="3892"/>
                  </a:lnTo>
                  <a:lnTo>
                    <a:pt x="356" y="3872"/>
                  </a:lnTo>
                  <a:lnTo>
                    <a:pt x="732" y="3872"/>
                  </a:lnTo>
                  <a:lnTo>
                    <a:pt x="753" y="3934"/>
                  </a:lnTo>
                  <a:lnTo>
                    <a:pt x="837" y="3997"/>
                  </a:lnTo>
                  <a:lnTo>
                    <a:pt x="942" y="4039"/>
                  </a:lnTo>
                  <a:lnTo>
                    <a:pt x="1046" y="3955"/>
                  </a:lnTo>
                  <a:lnTo>
                    <a:pt x="1256" y="3892"/>
                  </a:lnTo>
                  <a:lnTo>
                    <a:pt x="1276" y="3851"/>
                  </a:lnTo>
                  <a:lnTo>
                    <a:pt x="1318" y="3892"/>
                  </a:lnTo>
                  <a:lnTo>
                    <a:pt x="1381" y="3830"/>
                  </a:lnTo>
                  <a:lnTo>
                    <a:pt x="1360" y="3662"/>
                  </a:lnTo>
                  <a:lnTo>
                    <a:pt x="1214" y="3558"/>
                  </a:lnTo>
                  <a:lnTo>
                    <a:pt x="1046" y="3474"/>
                  </a:lnTo>
                  <a:lnTo>
                    <a:pt x="900" y="3453"/>
                  </a:lnTo>
                  <a:lnTo>
                    <a:pt x="858" y="3411"/>
                  </a:lnTo>
                  <a:lnTo>
                    <a:pt x="753" y="3369"/>
                  </a:lnTo>
                  <a:lnTo>
                    <a:pt x="732" y="3369"/>
                  </a:lnTo>
                  <a:lnTo>
                    <a:pt x="670" y="3328"/>
                  </a:lnTo>
                  <a:lnTo>
                    <a:pt x="649" y="3202"/>
                  </a:lnTo>
                  <a:lnTo>
                    <a:pt x="544" y="3056"/>
                  </a:lnTo>
                  <a:lnTo>
                    <a:pt x="440" y="3014"/>
                  </a:lnTo>
                  <a:lnTo>
                    <a:pt x="419" y="2930"/>
                  </a:lnTo>
                  <a:lnTo>
                    <a:pt x="335" y="2846"/>
                  </a:lnTo>
                  <a:lnTo>
                    <a:pt x="419" y="2909"/>
                  </a:lnTo>
                  <a:lnTo>
                    <a:pt x="440" y="3014"/>
                  </a:lnTo>
                  <a:lnTo>
                    <a:pt x="523" y="3014"/>
                  </a:lnTo>
                  <a:lnTo>
                    <a:pt x="649" y="3097"/>
                  </a:lnTo>
                  <a:lnTo>
                    <a:pt x="670" y="3202"/>
                  </a:lnTo>
                  <a:lnTo>
                    <a:pt x="670" y="3328"/>
                  </a:lnTo>
                  <a:lnTo>
                    <a:pt x="732" y="3328"/>
                  </a:lnTo>
                  <a:lnTo>
                    <a:pt x="879" y="3348"/>
                  </a:lnTo>
                  <a:lnTo>
                    <a:pt x="963" y="3432"/>
                  </a:lnTo>
                  <a:lnTo>
                    <a:pt x="1151" y="3432"/>
                  </a:lnTo>
                  <a:lnTo>
                    <a:pt x="1297" y="3369"/>
                  </a:lnTo>
                  <a:lnTo>
                    <a:pt x="1423" y="3411"/>
                  </a:lnTo>
                  <a:lnTo>
                    <a:pt x="1507" y="3348"/>
                  </a:lnTo>
                  <a:lnTo>
                    <a:pt x="1486" y="3328"/>
                  </a:lnTo>
                  <a:lnTo>
                    <a:pt x="1402" y="3244"/>
                  </a:lnTo>
                  <a:lnTo>
                    <a:pt x="1360" y="3160"/>
                  </a:lnTo>
                  <a:lnTo>
                    <a:pt x="1276" y="3202"/>
                  </a:lnTo>
                  <a:lnTo>
                    <a:pt x="1256" y="3118"/>
                  </a:lnTo>
                  <a:lnTo>
                    <a:pt x="1297" y="3160"/>
                  </a:lnTo>
                  <a:lnTo>
                    <a:pt x="1423" y="3139"/>
                  </a:lnTo>
                  <a:lnTo>
                    <a:pt x="1507" y="3244"/>
                  </a:lnTo>
                  <a:lnTo>
                    <a:pt x="1611" y="3244"/>
                  </a:lnTo>
                  <a:lnTo>
                    <a:pt x="1569" y="3202"/>
                  </a:lnTo>
                  <a:lnTo>
                    <a:pt x="1569" y="3118"/>
                  </a:lnTo>
                  <a:lnTo>
                    <a:pt x="1611" y="3056"/>
                  </a:lnTo>
                  <a:lnTo>
                    <a:pt x="1611" y="3014"/>
                  </a:lnTo>
                  <a:lnTo>
                    <a:pt x="1611" y="2930"/>
                  </a:lnTo>
                  <a:lnTo>
                    <a:pt x="1528" y="2825"/>
                  </a:lnTo>
                  <a:lnTo>
                    <a:pt x="1528" y="2804"/>
                  </a:lnTo>
                  <a:lnTo>
                    <a:pt x="1632" y="2846"/>
                  </a:lnTo>
                  <a:lnTo>
                    <a:pt x="1674" y="2909"/>
                  </a:lnTo>
                  <a:lnTo>
                    <a:pt x="1779" y="3014"/>
                  </a:lnTo>
                  <a:lnTo>
                    <a:pt x="1883" y="3035"/>
                  </a:lnTo>
                  <a:lnTo>
                    <a:pt x="1883" y="2993"/>
                  </a:lnTo>
                  <a:lnTo>
                    <a:pt x="1841" y="2909"/>
                  </a:lnTo>
                  <a:lnTo>
                    <a:pt x="1883" y="2930"/>
                  </a:lnTo>
                  <a:lnTo>
                    <a:pt x="1904" y="3035"/>
                  </a:lnTo>
                  <a:lnTo>
                    <a:pt x="1946" y="3035"/>
                  </a:lnTo>
                  <a:lnTo>
                    <a:pt x="1946" y="2951"/>
                  </a:lnTo>
                  <a:lnTo>
                    <a:pt x="1925" y="2888"/>
                  </a:lnTo>
                  <a:lnTo>
                    <a:pt x="1946" y="2784"/>
                  </a:lnTo>
                  <a:lnTo>
                    <a:pt x="2009" y="2825"/>
                  </a:lnTo>
                  <a:lnTo>
                    <a:pt x="2155" y="2888"/>
                  </a:lnTo>
                  <a:lnTo>
                    <a:pt x="2197" y="2951"/>
                  </a:lnTo>
                  <a:lnTo>
                    <a:pt x="2260" y="2993"/>
                  </a:lnTo>
                  <a:lnTo>
                    <a:pt x="2323" y="2951"/>
                  </a:lnTo>
                  <a:lnTo>
                    <a:pt x="2365" y="2993"/>
                  </a:lnTo>
                  <a:lnTo>
                    <a:pt x="2427" y="2930"/>
                  </a:lnTo>
                  <a:lnTo>
                    <a:pt x="2427" y="3014"/>
                  </a:lnTo>
                  <a:lnTo>
                    <a:pt x="2427" y="3097"/>
                  </a:lnTo>
                  <a:lnTo>
                    <a:pt x="2469" y="3097"/>
                  </a:lnTo>
                  <a:lnTo>
                    <a:pt x="2553" y="3160"/>
                  </a:lnTo>
                  <a:lnTo>
                    <a:pt x="2867" y="3244"/>
                  </a:lnTo>
                  <a:lnTo>
                    <a:pt x="2950" y="3307"/>
                  </a:lnTo>
                  <a:lnTo>
                    <a:pt x="3055" y="3411"/>
                  </a:lnTo>
                  <a:lnTo>
                    <a:pt x="3076" y="3558"/>
                  </a:lnTo>
                  <a:lnTo>
                    <a:pt x="3243" y="3746"/>
                  </a:lnTo>
                  <a:lnTo>
                    <a:pt x="3264" y="3830"/>
                  </a:lnTo>
                  <a:lnTo>
                    <a:pt x="3369" y="3872"/>
                  </a:lnTo>
                  <a:lnTo>
                    <a:pt x="3453" y="3955"/>
                  </a:lnTo>
                  <a:lnTo>
                    <a:pt x="3473" y="4039"/>
                  </a:lnTo>
                  <a:lnTo>
                    <a:pt x="3725" y="4290"/>
                  </a:lnTo>
                  <a:lnTo>
                    <a:pt x="3725" y="4374"/>
                  </a:lnTo>
                  <a:lnTo>
                    <a:pt x="3829" y="4457"/>
                  </a:lnTo>
                  <a:lnTo>
                    <a:pt x="3997" y="4499"/>
                  </a:lnTo>
                  <a:lnTo>
                    <a:pt x="4080" y="4478"/>
                  </a:lnTo>
                  <a:lnTo>
                    <a:pt x="4122" y="4478"/>
                  </a:lnTo>
                  <a:lnTo>
                    <a:pt x="4206" y="4520"/>
                  </a:lnTo>
                  <a:lnTo>
                    <a:pt x="4394" y="4499"/>
                  </a:lnTo>
                  <a:lnTo>
                    <a:pt x="4520" y="4562"/>
                  </a:lnTo>
                  <a:lnTo>
                    <a:pt x="4624" y="4520"/>
                  </a:lnTo>
                  <a:lnTo>
                    <a:pt x="4771" y="4562"/>
                  </a:lnTo>
                  <a:lnTo>
                    <a:pt x="4875" y="4604"/>
                  </a:lnTo>
                  <a:lnTo>
                    <a:pt x="5022" y="4583"/>
                  </a:lnTo>
                  <a:lnTo>
                    <a:pt x="5064" y="4667"/>
                  </a:lnTo>
                  <a:lnTo>
                    <a:pt x="5168" y="4667"/>
                  </a:lnTo>
                  <a:lnTo>
                    <a:pt x="5189" y="4688"/>
                  </a:lnTo>
                  <a:lnTo>
                    <a:pt x="5126" y="4729"/>
                  </a:lnTo>
                  <a:lnTo>
                    <a:pt x="5252" y="4771"/>
                  </a:lnTo>
                  <a:lnTo>
                    <a:pt x="5378" y="4834"/>
                  </a:lnTo>
                  <a:lnTo>
                    <a:pt x="5503" y="4813"/>
                  </a:lnTo>
                  <a:lnTo>
                    <a:pt x="5545" y="4729"/>
                  </a:lnTo>
                  <a:lnTo>
                    <a:pt x="5398" y="4667"/>
                  </a:lnTo>
                  <a:lnTo>
                    <a:pt x="5357" y="4667"/>
                  </a:lnTo>
                  <a:lnTo>
                    <a:pt x="5357" y="4604"/>
                  </a:lnTo>
                  <a:lnTo>
                    <a:pt x="5461" y="4583"/>
                  </a:lnTo>
                  <a:lnTo>
                    <a:pt x="5545" y="4604"/>
                  </a:lnTo>
                  <a:lnTo>
                    <a:pt x="5650" y="4562"/>
                  </a:lnTo>
                  <a:lnTo>
                    <a:pt x="5440" y="4499"/>
                  </a:lnTo>
                  <a:lnTo>
                    <a:pt x="5168" y="4478"/>
                  </a:lnTo>
                  <a:lnTo>
                    <a:pt x="5043" y="4395"/>
                  </a:lnTo>
                  <a:lnTo>
                    <a:pt x="4980" y="4311"/>
                  </a:lnTo>
                  <a:lnTo>
                    <a:pt x="5126" y="4269"/>
                  </a:lnTo>
                  <a:lnTo>
                    <a:pt x="5189" y="4269"/>
                  </a:lnTo>
                  <a:lnTo>
                    <a:pt x="5252" y="4248"/>
                  </a:lnTo>
                  <a:lnTo>
                    <a:pt x="5168" y="4185"/>
                  </a:lnTo>
                  <a:lnTo>
                    <a:pt x="4959" y="4185"/>
                  </a:lnTo>
                  <a:lnTo>
                    <a:pt x="4771" y="4164"/>
                  </a:lnTo>
                  <a:lnTo>
                    <a:pt x="4708" y="4081"/>
                  </a:lnTo>
                  <a:lnTo>
                    <a:pt x="4708" y="3997"/>
                  </a:lnTo>
                  <a:lnTo>
                    <a:pt x="4771" y="3934"/>
                  </a:lnTo>
                  <a:lnTo>
                    <a:pt x="4813" y="3851"/>
                  </a:lnTo>
                  <a:lnTo>
                    <a:pt x="4750" y="3788"/>
                  </a:lnTo>
                  <a:lnTo>
                    <a:pt x="4666" y="3788"/>
                  </a:lnTo>
                  <a:lnTo>
                    <a:pt x="4624" y="3830"/>
                  </a:lnTo>
                  <a:lnTo>
                    <a:pt x="4541" y="3788"/>
                  </a:lnTo>
                  <a:lnTo>
                    <a:pt x="4457" y="3830"/>
                  </a:lnTo>
                  <a:lnTo>
                    <a:pt x="4352" y="3683"/>
                  </a:lnTo>
                  <a:lnTo>
                    <a:pt x="4352" y="3537"/>
                  </a:lnTo>
                  <a:lnTo>
                    <a:pt x="4248" y="3516"/>
                  </a:lnTo>
                  <a:lnTo>
                    <a:pt x="4143" y="3244"/>
                  </a:lnTo>
                  <a:lnTo>
                    <a:pt x="4101" y="3223"/>
                  </a:lnTo>
                  <a:lnTo>
                    <a:pt x="4080" y="3139"/>
                  </a:lnTo>
                  <a:lnTo>
                    <a:pt x="3934" y="3139"/>
                  </a:lnTo>
                  <a:lnTo>
                    <a:pt x="3871" y="3097"/>
                  </a:lnTo>
                  <a:lnTo>
                    <a:pt x="3808" y="2951"/>
                  </a:lnTo>
                  <a:lnTo>
                    <a:pt x="3683" y="2825"/>
                  </a:lnTo>
                  <a:lnTo>
                    <a:pt x="3662" y="2700"/>
                  </a:lnTo>
                  <a:lnTo>
                    <a:pt x="3578" y="2616"/>
                  </a:lnTo>
                  <a:lnTo>
                    <a:pt x="3494" y="2512"/>
                  </a:lnTo>
                  <a:lnTo>
                    <a:pt x="3515" y="2470"/>
                  </a:lnTo>
                  <a:lnTo>
                    <a:pt x="3766" y="2491"/>
                  </a:lnTo>
                  <a:lnTo>
                    <a:pt x="3976" y="2386"/>
                  </a:lnTo>
                  <a:lnTo>
                    <a:pt x="4017" y="2281"/>
                  </a:lnTo>
                  <a:lnTo>
                    <a:pt x="3997" y="2156"/>
                  </a:lnTo>
                  <a:lnTo>
                    <a:pt x="3829" y="1988"/>
                  </a:lnTo>
                  <a:lnTo>
                    <a:pt x="3704" y="1968"/>
                  </a:lnTo>
                  <a:lnTo>
                    <a:pt x="3662" y="1988"/>
                  </a:lnTo>
                  <a:lnTo>
                    <a:pt x="3557" y="1947"/>
                  </a:lnTo>
                  <a:lnTo>
                    <a:pt x="3348" y="1842"/>
                  </a:lnTo>
                  <a:lnTo>
                    <a:pt x="3243" y="1737"/>
                  </a:lnTo>
                  <a:lnTo>
                    <a:pt x="3097" y="1758"/>
                  </a:lnTo>
                  <a:lnTo>
                    <a:pt x="2846" y="1654"/>
                  </a:lnTo>
                  <a:lnTo>
                    <a:pt x="2825" y="1570"/>
                  </a:lnTo>
                  <a:lnTo>
                    <a:pt x="2867" y="1444"/>
                  </a:lnTo>
                  <a:lnTo>
                    <a:pt x="2888" y="1340"/>
                  </a:lnTo>
                  <a:lnTo>
                    <a:pt x="2825" y="1235"/>
                  </a:lnTo>
                  <a:lnTo>
                    <a:pt x="2616" y="1026"/>
                  </a:lnTo>
                  <a:lnTo>
                    <a:pt x="2553" y="1026"/>
                  </a:lnTo>
                  <a:lnTo>
                    <a:pt x="2511" y="1047"/>
                  </a:lnTo>
                  <a:lnTo>
                    <a:pt x="2448" y="963"/>
                  </a:lnTo>
                  <a:lnTo>
                    <a:pt x="2344" y="900"/>
                  </a:lnTo>
                  <a:lnTo>
                    <a:pt x="2323" y="817"/>
                  </a:lnTo>
                  <a:lnTo>
                    <a:pt x="2197" y="796"/>
                  </a:lnTo>
                  <a:lnTo>
                    <a:pt x="2134" y="712"/>
                  </a:lnTo>
                  <a:lnTo>
                    <a:pt x="2092" y="712"/>
                  </a:lnTo>
                  <a:lnTo>
                    <a:pt x="1988" y="649"/>
                  </a:lnTo>
                  <a:lnTo>
                    <a:pt x="1841" y="649"/>
                  </a:lnTo>
                  <a:lnTo>
                    <a:pt x="1716" y="545"/>
                  </a:lnTo>
                  <a:lnTo>
                    <a:pt x="1590" y="524"/>
                  </a:lnTo>
                  <a:lnTo>
                    <a:pt x="1381" y="398"/>
                  </a:lnTo>
                  <a:lnTo>
                    <a:pt x="1067" y="377"/>
                  </a:lnTo>
                  <a:lnTo>
                    <a:pt x="963" y="315"/>
                  </a:lnTo>
                  <a:lnTo>
                    <a:pt x="879" y="231"/>
                  </a:lnTo>
                  <a:lnTo>
                    <a:pt x="837" y="231"/>
                  </a:lnTo>
                  <a:lnTo>
                    <a:pt x="795" y="273"/>
                  </a:lnTo>
                  <a:lnTo>
                    <a:pt x="565" y="189"/>
                  </a:lnTo>
                  <a:lnTo>
                    <a:pt x="523" y="126"/>
                  </a:lnTo>
                  <a:lnTo>
                    <a:pt x="419" y="84"/>
                  </a:lnTo>
                  <a:lnTo>
                    <a:pt x="23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9247;p128">
              <a:extLst>
                <a:ext uri="{FF2B5EF4-FFF2-40B4-BE49-F238E27FC236}">
                  <a16:creationId xmlns:a16="http://schemas.microsoft.com/office/drawing/2014/main" id="{AB0B2FFD-9635-EBAD-C92B-23E641D21CCE}"/>
                </a:ext>
              </a:extLst>
            </p:cNvPr>
            <p:cNvSpPr/>
            <p:nvPr/>
          </p:nvSpPr>
          <p:spPr>
            <a:xfrm>
              <a:off x="4567785" y="3016610"/>
              <a:ext cx="54822" cy="91389"/>
            </a:xfrm>
            <a:custGeom>
              <a:avLst/>
              <a:gdLst/>
              <a:ahLst/>
              <a:cxnLst/>
              <a:rect l="l" t="t" r="r" b="b"/>
              <a:pathLst>
                <a:path w="4604" h="8036" extrusionOk="0">
                  <a:moveTo>
                    <a:pt x="586" y="0"/>
                  </a:moveTo>
                  <a:lnTo>
                    <a:pt x="440" y="63"/>
                  </a:lnTo>
                  <a:lnTo>
                    <a:pt x="419" y="189"/>
                  </a:lnTo>
                  <a:lnTo>
                    <a:pt x="314" y="419"/>
                  </a:lnTo>
                  <a:lnTo>
                    <a:pt x="335" y="565"/>
                  </a:lnTo>
                  <a:lnTo>
                    <a:pt x="335" y="795"/>
                  </a:lnTo>
                  <a:lnTo>
                    <a:pt x="251" y="1088"/>
                  </a:lnTo>
                  <a:lnTo>
                    <a:pt x="210" y="1214"/>
                  </a:lnTo>
                  <a:lnTo>
                    <a:pt x="272" y="1402"/>
                  </a:lnTo>
                  <a:lnTo>
                    <a:pt x="272" y="1465"/>
                  </a:lnTo>
                  <a:lnTo>
                    <a:pt x="210" y="1528"/>
                  </a:lnTo>
                  <a:lnTo>
                    <a:pt x="105" y="1507"/>
                  </a:lnTo>
                  <a:lnTo>
                    <a:pt x="21" y="1402"/>
                  </a:lnTo>
                  <a:lnTo>
                    <a:pt x="0" y="1528"/>
                  </a:lnTo>
                  <a:lnTo>
                    <a:pt x="21" y="1653"/>
                  </a:lnTo>
                  <a:lnTo>
                    <a:pt x="105" y="1653"/>
                  </a:lnTo>
                  <a:lnTo>
                    <a:pt x="126" y="1716"/>
                  </a:lnTo>
                  <a:lnTo>
                    <a:pt x="63" y="1779"/>
                  </a:lnTo>
                  <a:lnTo>
                    <a:pt x="126" y="1946"/>
                  </a:lnTo>
                  <a:lnTo>
                    <a:pt x="210" y="2093"/>
                  </a:lnTo>
                  <a:lnTo>
                    <a:pt x="210" y="2302"/>
                  </a:lnTo>
                  <a:lnTo>
                    <a:pt x="251" y="2344"/>
                  </a:lnTo>
                  <a:lnTo>
                    <a:pt x="314" y="2302"/>
                  </a:lnTo>
                  <a:lnTo>
                    <a:pt x="356" y="2344"/>
                  </a:lnTo>
                  <a:lnTo>
                    <a:pt x="356" y="2448"/>
                  </a:lnTo>
                  <a:lnTo>
                    <a:pt x="461" y="2595"/>
                  </a:lnTo>
                  <a:lnTo>
                    <a:pt x="544" y="2595"/>
                  </a:lnTo>
                  <a:lnTo>
                    <a:pt x="628" y="2511"/>
                  </a:lnTo>
                  <a:lnTo>
                    <a:pt x="565" y="2448"/>
                  </a:lnTo>
                  <a:lnTo>
                    <a:pt x="565" y="2365"/>
                  </a:lnTo>
                  <a:lnTo>
                    <a:pt x="691" y="2365"/>
                  </a:lnTo>
                  <a:lnTo>
                    <a:pt x="795" y="2448"/>
                  </a:lnTo>
                  <a:lnTo>
                    <a:pt x="670" y="2595"/>
                  </a:lnTo>
                  <a:lnTo>
                    <a:pt x="628" y="2679"/>
                  </a:lnTo>
                  <a:lnTo>
                    <a:pt x="628" y="2762"/>
                  </a:lnTo>
                  <a:lnTo>
                    <a:pt x="628" y="2888"/>
                  </a:lnTo>
                  <a:lnTo>
                    <a:pt x="691" y="3013"/>
                  </a:lnTo>
                  <a:lnTo>
                    <a:pt x="733" y="2909"/>
                  </a:lnTo>
                  <a:lnTo>
                    <a:pt x="795" y="2888"/>
                  </a:lnTo>
                  <a:lnTo>
                    <a:pt x="858" y="2992"/>
                  </a:lnTo>
                  <a:lnTo>
                    <a:pt x="795" y="3097"/>
                  </a:lnTo>
                  <a:lnTo>
                    <a:pt x="795" y="3097"/>
                  </a:lnTo>
                  <a:lnTo>
                    <a:pt x="879" y="3076"/>
                  </a:lnTo>
                  <a:lnTo>
                    <a:pt x="963" y="3013"/>
                  </a:lnTo>
                  <a:cubicBezTo>
                    <a:pt x="963" y="3097"/>
                    <a:pt x="963" y="3181"/>
                    <a:pt x="984" y="3244"/>
                  </a:cubicBezTo>
                  <a:lnTo>
                    <a:pt x="900" y="3181"/>
                  </a:lnTo>
                  <a:lnTo>
                    <a:pt x="775" y="3202"/>
                  </a:lnTo>
                  <a:lnTo>
                    <a:pt x="649" y="3139"/>
                  </a:lnTo>
                  <a:lnTo>
                    <a:pt x="544" y="3202"/>
                  </a:lnTo>
                  <a:lnTo>
                    <a:pt x="565" y="3244"/>
                  </a:lnTo>
                  <a:lnTo>
                    <a:pt x="649" y="3244"/>
                  </a:lnTo>
                  <a:lnTo>
                    <a:pt x="670" y="3390"/>
                  </a:lnTo>
                  <a:lnTo>
                    <a:pt x="754" y="3411"/>
                  </a:lnTo>
                  <a:lnTo>
                    <a:pt x="816" y="3516"/>
                  </a:lnTo>
                  <a:lnTo>
                    <a:pt x="816" y="3704"/>
                  </a:lnTo>
                  <a:lnTo>
                    <a:pt x="900" y="3746"/>
                  </a:lnTo>
                  <a:lnTo>
                    <a:pt x="900" y="3850"/>
                  </a:lnTo>
                  <a:lnTo>
                    <a:pt x="1005" y="3976"/>
                  </a:lnTo>
                  <a:lnTo>
                    <a:pt x="1109" y="4018"/>
                  </a:lnTo>
                  <a:lnTo>
                    <a:pt x="1214" y="3934"/>
                  </a:lnTo>
                  <a:lnTo>
                    <a:pt x="1214" y="3850"/>
                  </a:lnTo>
                  <a:lnTo>
                    <a:pt x="1277" y="3829"/>
                  </a:lnTo>
                  <a:lnTo>
                    <a:pt x="1277" y="3725"/>
                  </a:lnTo>
                  <a:lnTo>
                    <a:pt x="1214" y="3641"/>
                  </a:lnTo>
                  <a:lnTo>
                    <a:pt x="1277" y="3557"/>
                  </a:lnTo>
                  <a:lnTo>
                    <a:pt x="1277" y="3453"/>
                  </a:lnTo>
                  <a:lnTo>
                    <a:pt x="1172" y="3411"/>
                  </a:lnTo>
                  <a:lnTo>
                    <a:pt x="1109" y="3348"/>
                  </a:lnTo>
                  <a:cubicBezTo>
                    <a:pt x="1130" y="3306"/>
                    <a:pt x="1130" y="3223"/>
                    <a:pt x="1130" y="3181"/>
                  </a:cubicBezTo>
                  <a:lnTo>
                    <a:pt x="1235" y="3097"/>
                  </a:lnTo>
                  <a:lnTo>
                    <a:pt x="1214" y="3013"/>
                  </a:lnTo>
                  <a:lnTo>
                    <a:pt x="1277" y="2930"/>
                  </a:lnTo>
                  <a:lnTo>
                    <a:pt x="1402" y="2930"/>
                  </a:lnTo>
                  <a:lnTo>
                    <a:pt x="1632" y="3034"/>
                  </a:lnTo>
                  <a:lnTo>
                    <a:pt x="1695" y="3118"/>
                  </a:lnTo>
                  <a:lnTo>
                    <a:pt x="1821" y="3202"/>
                  </a:lnTo>
                  <a:lnTo>
                    <a:pt x="1904" y="3327"/>
                  </a:lnTo>
                  <a:lnTo>
                    <a:pt x="1863" y="3306"/>
                  </a:lnTo>
                  <a:cubicBezTo>
                    <a:pt x="1800" y="3264"/>
                    <a:pt x="1716" y="3264"/>
                    <a:pt x="1632" y="3264"/>
                  </a:cubicBezTo>
                  <a:lnTo>
                    <a:pt x="1653" y="3244"/>
                  </a:lnTo>
                  <a:lnTo>
                    <a:pt x="1611" y="3139"/>
                  </a:lnTo>
                  <a:lnTo>
                    <a:pt x="1507" y="3097"/>
                  </a:lnTo>
                  <a:lnTo>
                    <a:pt x="1444" y="3181"/>
                  </a:lnTo>
                  <a:lnTo>
                    <a:pt x="1486" y="3244"/>
                  </a:lnTo>
                  <a:lnTo>
                    <a:pt x="1528" y="3285"/>
                  </a:lnTo>
                  <a:cubicBezTo>
                    <a:pt x="1507" y="3285"/>
                    <a:pt x="1486" y="3306"/>
                    <a:pt x="1444" y="3306"/>
                  </a:cubicBezTo>
                  <a:lnTo>
                    <a:pt x="1444" y="3327"/>
                  </a:lnTo>
                  <a:lnTo>
                    <a:pt x="1591" y="3327"/>
                  </a:lnTo>
                  <a:lnTo>
                    <a:pt x="1611" y="3348"/>
                  </a:lnTo>
                  <a:lnTo>
                    <a:pt x="1611" y="3327"/>
                  </a:lnTo>
                  <a:cubicBezTo>
                    <a:pt x="1695" y="3327"/>
                    <a:pt x="1758" y="3348"/>
                    <a:pt x="1842" y="3390"/>
                  </a:cubicBezTo>
                  <a:cubicBezTo>
                    <a:pt x="1850" y="3393"/>
                    <a:pt x="1858" y="3394"/>
                    <a:pt x="1866" y="3394"/>
                  </a:cubicBezTo>
                  <a:cubicBezTo>
                    <a:pt x="1915" y="3394"/>
                    <a:pt x="1946" y="3342"/>
                    <a:pt x="1946" y="3306"/>
                  </a:cubicBezTo>
                  <a:lnTo>
                    <a:pt x="1967" y="3327"/>
                  </a:lnTo>
                  <a:lnTo>
                    <a:pt x="2030" y="3327"/>
                  </a:lnTo>
                  <a:lnTo>
                    <a:pt x="2009" y="3139"/>
                  </a:lnTo>
                  <a:lnTo>
                    <a:pt x="1863" y="2930"/>
                  </a:lnTo>
                  <a:lnTo>
                    <a:pt x="1904" y="2888"/>
                  </a:lnTo>
                  <a:lnTo>
                    <a:pt x="1946" y="2888"/>
                  </a:lnTo>
                  <a:lnTo>
                    <a:pt x="2030" y="2971"/>
                  </a:lnTo>
                  <a:lnTo>
                    <a:pt x="2114" y="2992"/>
                  </a:lnTo>
                  <a:lnTo>
                    <a:pt x="2176" y="3118"/>
                  </a:lnTo>
                  <a:lnTo>
                    <a:pt x="2344" y="3181"/>
                  </a:lnTo>
                  <a:lnTo>
                    <a:pt x="2386" y="3285"/>
                  </a:lnTo>
                  <a:lnTo>
                    <a:pt x="2386" y="3411"/>
                  </a:lnTo>
                  <a:lnTo>
                    <a:pt x="2469" y="3432"/>
                  </a:lnTo>
                  <a:lnTo>
                    <a:pt x="2595" y="3599"/>
                  </a:lnTo>
                  <a:lnTo>
                    <a:pt x="2699" y="3557"/>
                  </a:lnTo>
                  <a:lnTo>
                    <a:pt x="2699" y="3516"/>
                  </a:lnTo>
                  <a:lnTo>
                    <a:pt x="2804" y="3536"/>
                  </a:lnTo>
                  <a:lnTo>
                    <a:pt x="2804" y="3599"/>
                  </a:lnTo>
                  <a:lnTo>
                    <a:pt x="2741" y="3641"/>
                  </a:lnTo>
                  <a:cubicBezTo>
                    <a:pt x="2741" y="3641"/>
                    <a:pt x="2699" y="3641"/>
                    <a:pt x="2699" y="3662"/>
                  </a:cubicBezTo>
                  <a:cubicBezTo>
                    <a:pt x="2783" y="3913"/>
                    <a:pt x="2992" y="4060"/>
                    <a:pt x="3223" y="4122"/>
                  </a:cubicBezTo>
                  <a:lnTo>
                    <a:pt x="3285" y="4122"/>
                  </a:lnTo>
                  <a:lnTo>
                    <a:pt x="3411" y="4269"/>
                  </a:lnTo>
                  <a:lnTo>
                    <a:pt x="3432" y="4290"/>
                  </a:lnTo>
                  <a:lnTo>
                    <a:pt x="3432" y="4332"/>
                  </a:lnTo>
                  <a:cubicBezTo>
                    <a:pt x="3432" y="4352"/>
                    <a:pt x="3411" y="4394"/>
                    <a:pt x="3411" y="4436"/>
                  </a:cubicBezTo>
                  <a:lnTo>
                    <a:pt x="3411" y="4436"/>
                  </a:lnTo>
                  <a:cubicBezTo>
                    <a:pt x="3411" y="4436"/>
                    <a:pt x="3411" y="4394"/>
                    <a:pt x="3453" y="4394"/>
                  </a:cubicBezTo>
                  <a:lnTo>
                    <a:pt x="3495" y="4436"/>
                  </a:lnTo>
                  <a:lnTo>
                    <a:pt x="3599" y="4478"/>
                  </a:lnTo>
                  <a:lnTo>
                    <a:pt x="3620" y="4562"/>
                  </a:lnTo>
                  <a:lnTo>
                    <a:pt x="3808" y="4562"/>
                  </a:lnTo>
                  <a:lnTo>
                    <a:pt x="3829" y="4583"/>
                  </a:lnTo>
                  <a:lnTo>
                    <a:pt x="3871" y="4562"/>
                  </a:lnTo>
                  <a:lnTo>
                    <a:pt x="3913" y="4583"/>
                  </a:lnTo>
                  <a:lnTo>
                    <a:pt x="3871" y="4499"/>
                  </a:lnTo>
                  <a:lnTo>
                    <a:pt x="3829" y="4394"/>
                  </a:lnTo>
                  <a:lnTo>
                    <a:pt x="3788" y="4352"/>
                  </a:lnTo>
                  <a:lnTo>
                    <a:pt x="3788" y="4185"/>
                  </a:lnTo>
                  <a:lnTo>
                    <a:pt x="3767" y="3976"/>
                  </a:lnTo>
                  <a:lnTo>
                    <a:pt x="3767" y="3934"/>
                  </a:lnTo>
                  <a:lnTo>
                    <a:pt x="3704" y="3913"/>
                  </a:lnTo>
                  <a:lnTo>
                    <a:pt x="3599" y="3767"/>
                  </a:lnTo>
                  <a:lnTo>
                    <a:pt x="3557" y="3662"/>
                  </a:lnTo>
                  <a:lnTo>
                    <a:pt x="3474" y="3662"/>
                  </a:lnTo>
                  <a:lnTo>
                    <a:pt x="3453" y="3704"/>
                  </a:lnTo>
                  <a:lnTo>
                    <a:pt x="3390" y="3662"/>
                  </a:lnTo>
                  <a:lnTo>
                    <a:pt x="3348" y="3662"/>
                  </a:lnTo>
                  <a:lnTo>
                    <a:pt x="3285" y="3725"/>
                  </a:lnTo>
                  <a:lnTo>
                    <a:pt x="3097" y="3725"/>
                  </a:lnTo>
                  <a:lnTo>
                    <a:pt x="3055" y="3704"/>
                  </a:lnTo>
                  <a:lnTo>
                    <a:pt x="3055" y="3767"/>
                  </a:lnTo>
                  <a:lnTo>
                    <a:pt x="3055" y="3808"/>
                  </a:lnTo>
                  <a:cubicBezTo>
                    <a:pt x="2992" y="3767"/>
                    <a:pt x="2972" y="3746"/>
                    <a:pt x="2930" y="3725"/>
                  </a:cubicBezTo>
                  <a:lnTo>
                    <a:pt x="2951" y="3620"/>
                  </a:lnTo>
                  <a:lnTo>
                    <a:pt x="2951" y="3536"/>
                  </a:lnTo>
                  <a:lnTo>
                    <a:pt x="2992" y="3495"/>
                  </a:lnTo>
                  <a:lnTo>
                    <a:pt x="2951" y="3432"/>
                  </a:lnTo>
                  <a:lnTo>
                    <a:pt x="2846" y="3432"/>
                  </a:lnTo>
                  <a:lnTo>
                    <a:pt x="2762" y="3390"/>
                  </a:lnTo>
                  <a:lnTo>
                    <a:pt x="2658" y="3390"/>
                  </a:lnTo>
                  <a:lnTo>
                    <a:pt x="2658" y="3306"/>
                  </a:lnTo>
                  <a:lnTo>
                    <a:pt x="2574" y="3097"/>
                  </a:lnTo>
                  <a:lnTo>
                    <a:pt x="2553" y="2992"/>
                  </a:lnTo>
                  <a:lnTo>
                    <a:pt x="2616" y="2971"/>
                  </a:lnTo>
                  <a:lnTo>
                    <a:pt x="2658" y="2992"/>
                  </a:lnTo>
                  <a:lnTo>
                    <a:pt x="2741" y="2992"/>
                  </a:lnTo>
                  <a:lnTo>
                    <a:pt x="2720" y="2971"/>
                  </a:lnTo>
                  <a:lnTo>
                    <a:pt x="2616" y="2888"/>
                  </a:lnTo>
                  <a:lnTo>
                    <a:pt x="2469" y="2888"/>
                  </a:lnTo>
                  <a:lnTo>
                    <a:pt x="2427" y="2783"/>
                  </a:lnTo>
                  <a:lnTo>
                    <a:pt x="2365" y="2825"/>
                  </a:lnTo>
                  <a:lnTo>
                    <a:pt x="2365" y="2930"/>
                  </a:lnTo>
                  <a:lnTo>
                    <a:pt x="2302" y="2992"/>
                  </a:lnTo>
                  <a:lnTo>
                    <a:pt x="2239" y="2930"/>
                  </a:lnTo>
                  <a:lnTo>
                    <a:pt x="2260" y="2804"/>
                  </a:lnTo>
                  <a:lnTo>
                    <a:pt x="2197" y="2679"/>
                  </a:lnTo>
                  <a:lnTo>
                    <a:pt x="2009" y="2574"/>
                  </a:lnTo>
                  <a:lnTo>
                    <a:pt x="1904" y="2574"/>
                  </a:lnTo>
                  <a:lnTo>
                    <a:pt x="1737" y="2699"/>
                  </a:lnTo>
                  <a:lnTo>
                    <a:pt x="1716" y="2783"/>
                  </a:lnTo>
                  <a:lnTo>
                    <a:pt x="1632" y="2804"/>
                  </a:lnTo>
                  <a:lnTo>
                    <a:pt x="1507" y="2762"/>
                  </a:lnTo>
                  <a:lnTo>
                    <a:pt x="1465" y="2658"/>
                  </a:lnTo>
                  <a:lnTo>
                    <a:pt x="1381" y="2574"/>
                  </a:lnTo>
                  <a:lnTo>
                    <a:pt x="1381" y="2448"/>
                  </a:lnTo>
                  <a:lnTo>
                    <a:pt x="1423" y="2365"/>
                  </a:lnTo>
                  <a:lnTo>
                    <a:pt x="1360" y="2281"/>
                  </a:lnTo>
                  <a:lnTo>
                    <a:pt x="1088" y="2239"/>
                  </a:lnTo>
                  <a:lnTo>
                    <a:pt x="1026" y="2176"/>
                  </a:lnTo>
                  <a:lnTo>
                    <a:pt x="1067" y="2051"/>
                  </a:lnTo>
                  <a:lnTo>
                    <a:pt x="1109" y="1967"/>
                  </a:lnTo>
                  <a:lnTo>
                    <a:pt x="1109" y="1842"/>
                  </a:lnTo>
                  <a:lnTo>
                    <a:pt x="1172" y="1737"/>
                  </a:lnTo>
                  <a:lnTo>
                    <a:pt x="1360" y="1549"/>
                  </a:lnTo>
                  <a:lnTo>
                    <a:pt x="1423" y="1507"/>
                  </a:lnTo>
                  <a:lnTo>
                    <a:pt x="1402" y="1570"/>
                  </a:lnTo>
                  <a:lnTo>
                    <a:pt x="1402" y="1632"/>
                  </a:lnTo>
                  <a:lnTo>
                    <a:pt x="1507" y="1465"/>
                  </a:lnTo>
                  <a:lnTo>
                    <a:pt x="1486" y="1339"/>
                  </a:lnTo>
                  <a:lnTo>
                    <a:pt x="1549" y="1193"/>
                  </a:lnTo>
                  <a:lnTo>
                    <a:pt x="1611" y="921"/>
                  </a:lnTo>
                  <a:lnTo>
                    <a:pt x="1549" y="837"/>
                  </a:lnTo>
                  <a:lnTo>
                    <a:pt x="1528" y="691"/>
                  </a:lnTo>
                  <a:lnTo>
                    <a:pt x="1465" y="649"/>
                  </a:lnTo>
                  <a:lnTo>
                    <a:pt x="1360" y="482"/>
                  </a:lnTo>
                  <a:lnTo>
                    <a:pt x="1381" y="251"/>
                  </a:lnTo>
                  <a:lnTo>
                    <a:pt x="1381" y="189"/>
                  </a:lnTo>
                  <a:lnTo>
                    <a:pt x="1381" y="105"/>
                  </a:lnTo>
                  <a:lnTo>
                    <a:pt x="1298" y="0"/>
                  </a:lnTo>
                  <a:lnTo>
                    <a:pt x="1256" y="42"/>
                  </a:lnTo>
                  <a:lnTo>
                    <a:pt x="1256" y="84"/>
                  </a:lnTo>
                  <a:lnTo>
                    <a:pt x="1172" y="168"/>
                  </a:lnTo>
                  <a:lnTo>
                    <a:pt x="1005" y="168"/>
                  </a:lnTo>
                  <a:lnTo>
                    <a:pt x="984" y="210"/>
                  </a:lnTo>
                  <a:lnTo>
                    <a:pt x="900" y="168"/>
                  </a:lnTo>
                  <a:lnTo>
                    <a:pt x="795" y="63"/>
                  </a:lnTo>
                  <a:lnTo>
                    <a:pt x="586" y="0"/>
                  </a:lnTo>
                  <a:close/>
                  <a:moveTo>
                    <a:pt x="1842" y="4060"/>
                  </a:moveTo>
                  <a:lnTo>
                    <a:pt x="1716" y="4080"/>
                  </a:lnTo>
                  <a:lnTo>
                    <a:pt x="1695" y="4164"/>
                  </a:lnTo>
                  <a:lnTo>
                    <a:pt x="1821" y="4227"/>
                  </a:lnTo>
                  <a:lnTo>
                    <a:pt x="1883" y="4248"/>
                  </a:lnTo>
                  <a:lnTo>
                    <a:pt x="1883" y="4352"/>
                  </a:lnTo>
                  <a:lnTo>
                    <a:pt x="1842" y="4457"/>
                  </a:lnTo>
                  <a:lnTo>
                    <a:pt x="1842" y="4666"/>
                  </a:lnTo>
                  <a:lnTo>
                    <a:pt x="1800" y="4792"/>
                  </a:lnTo>
                  <a:lnTo>
                    <a:pt x="1842" y="4980"/>
                  </a:lnTo>
                  <a:lnTo>
                    <a:pt x="1904" y="4959"/>
                  </a:lnTo>
                  <a:lnTo>
                    <a:pt x="1925" y="4896"/>
                  </a:lnTo>
                  <a:lnTo>
                    <a:pt x="2051" y="4813"/>
                  </a:lnTo>
                  <a:cubicBezTo>
                    <a:pt x="2093" y="4813"/>
                    <a:pt x="2114" y="4855"/>
                    <a:pt x="2135" y="4855"/>
                  </a:cubicBezTo>
                  <a:lnTo>
                    <a:pt x="2114" y="4959"/>
                  </a:lnTo>
                  <a:lnTo>
                    <a:pt x="2197" y="5001"/>
                  </a:lnTo>
                  <a:lnTo>
                    <a:pt x="2260" y="4917"/>
                  </a:lnTo>
                  <a:cubicBezTo>
                    <a:pt x="2323" y="4959"/>
                    <a:pt x="2344" y="5001"/>
                    <a:pt x="2407" y="5022"/>
                  </a:cubicBezTo>
                  <a:lnTo>
                    <a:pt x="2407" y="5106"/>
                  </a:lnTo>
                  <a:lnTo>
                    <a:pt x="2344" y="5231"/>
                  </a:lnTo>
                  <a:lnTo>
                    <a:pt x="2155" y="5294"/>
                  </a:lnTo>
                  <a:lnTo>
                    <a:pt x="2114" y="5378"/>
                  </a:lnTo>
                  <a:lnTo>
                    <a:pt x="2135" y="5545"/>
                  </a:lnTo>
                  <a:lnTo>
                    <a:pt x="2218" y="5545"/>
                  </a:lnTo>
                  <a:lnTo>
                    <a:pt x="2344" y="5629"/>
                  </a:lnTo>
                  <a:lnTo>
                    <a:pt x="2448" y="5629"/>
                  </a:lnTo>
                  <a:lnTo>
                    <a:pt x="2448" y="5754"/>
                  </a:lnTo>
                  <a:lnTo>
                    <a:pt x="2532" y="5817"/>
                  </a:lnTo>
                  <a:lnTo>
                    <a:pt x="2637" y="5754"/>
                  </a:lnTo>
                  <a:lnTo>
                    <a:pt x="2637" y="5650"/>
                  </a:lnTo>
                  <a:lnTo>
                    <a:pt x="2574" y="5587"/>
                  </a:lnTo>
                  <a:cubicBezTo>
                    <a:pt x="2616" y="5545"/>
                    <a:pt x="2637" y="5545"/>
                    <a:pt x="2658" y="5524"/>
                  </a:cubicBezTo>
                  <a:lnTo>
                    <a:pt x="2658" y="5503"/>
                  </a:lnTo>
                  <a:lnTo>
                    <a:pt x="2679" y="5587"/>
                  </a:lnTo>
                  <a:lnTo>
                    <a:pt x="2762" y="5482"/>
                  </a:lnTo>
                  <a:lnTo>
                    <a:pt x="2804" y="5231"/>
                  </a:lnTo>
                  <a:lnTo>
                    <a:pt x="2972" y="5064"/>
                  </a:lnTo>
                  <a:lnTo>
                    <a:pt x="2992" y="4959"/>
                  </a:lnTo>
                  <a:lnTo>
                    <a:pt x="2972" y="4855"/>
                  </a:lnTo>
                  <a:lnTo>
                    <a:pt x="3034" y="4771"/>
                  </a:lnTo>
                  <a:lnTo>
                    <a:pt x="3034" y="4750"/>
                  </a:lnTo>
                  <a:cubicBezTo>
                    <a:pt x="3087" y="4760"/>
                    <a:pt x="3128" y="4766"/>
                    <a:pt x="3170" y="4766"/>
                  </a:cubicBezTo>
                  <a:cubicBezTo>
                    <a:pt x="3212" y="4766"/>
                    <a:pt x="3254" y="4760"/>
                    <a:pt x="3306" y="4750"/>
                  </a:cubicBezTo>
                  <a:cubicBezTo>
                    <a:pt x="3348" y="4750"/>
                    <a:pt x="3369" y="4708"/>
                    <a:pt x="3369" y="4687"/>
                  </a:cubicBezTo>
                  <a:lnTo>
                    <a:pt x="3411" y="4750"/>
                  </a:lnTo>
                  <a:lnTo>
                    <a:pt x="3411" y="4896"/>
                  </a:lnTo>
                  <a:lnTo>
                    <a:pt x="3411" y="4917"/>
                  </a:lnTo>
                  <a:cubicBezTo>
                    <a:pt x="3390" y="4959"/>
                    <a:pt x="3390" y="4980"/>
                    <a:pt x="3411" y="4980"/>
                  </a:cubicBezTo>
                  <a:cubicBezTo>
                    <a:pt x="3453" y="5001"/>
                    <a:pt x="3453" y="5022"/>
                    <a:pt x="3474" y="5085"/>
                  </a:cubicBezTo>
                  <a:lnTo>
                    <a:pt x="3474" y="5189"/>
                  </a:lnTo>
                  <a:lnTo>
                    <a:pt x="3557" y="5231"/>
                  </a:lnTo>
                  <a:cubicBezTo>
                    <a:pt x="3599" y="5336"/>
                    <a:pt x="3683" y="5482"/>
                    <a:pt x="3704" y="5608"/>
                  </a:cubicBezTo>
                  <a:cubicBezTo>
                    <a:pt x="3716" y="5632"/>
                    <a:pt x="3750" y="5643"/>
                    <a:pt x="3780" y="5643"/>
                  </a:cubicBezTo>
                  <a:cubicBezTo>
                    <a:pt x="3801" y="5643"/>
                    <a:pt x="3821" y="5637"/>
                    <a:pt x="3829" y="5629"/>
                  </a:cubicBezTo>
                  <a:lnTo>
                    <a:pt x="3871" y="5754"/>
                  </a:lnTo>
                  <a:lnTo>
                    <a:pt x="3871" y="5838"/>
                  </a:lnTo>
                  <a:lnTo>
                    <a:pt x="3788" y="5733"/>
                  </a:lnTo>
                  <a:lnTo>
                    <a:pt x="3725" y="5733"/>
                  </a:lnTo>
                  <a:lnTo>
                    <a:pt x="3725" y="5901"/>
                  </a:lnTo>
                  <a:lnTo>
                    <a:pt x="3704" y="5943"/>
                  </a:lnTo>
                  <a:lnTo>
                    <a:pt x="3620" y="5901"/>
                  </a:lnTo>
                  <a:lnTo>
                    <a:pt x="3495" y="5838"/>
                  </a:lnTo>
                  <a:lnTo>
                    <a:pt x="3453" y="6068"/>
                  </a:lnTo>
                  <a:lnTo>
                    <a:pt x="3495" y="6110"/>
                  </a:lnTo>
                  <a:lnTo>
                    <a:pt x="3495" y="6173"/>
                  </a:lnTo>
                  <a:lnTo>
                    <a:pt x="3411" y="6215"/>
                  </a:lnTo>
                  <a:lnTo>
                    <a:pt x="3369" y="6068"/>
                  </a:lnTo>
                  <a:lnTo>
                    <a:pt x="3244" y="6131"/>
                  </a:lnTo>
                  <a:lnTo>
                    <a:pt x="3181" y="6340"/>
                  </a:lnTo>
                  <a:lnTo>
                    <a:pt x="3055" y="6424"/>
                  </a:lnTo>
                  <a:lnTo>
                    <a:pt x="2951" y="6445"/>
                  </a:lnTo>
                  <a:lnTo>
                    <a:pt x="2846" y="6549"/>
                  </a:lnTo>
                  <a:lnTo>
                    <a:pt x="2972" y="6361"/>
                  </a:lnTo>
                  <a:lnTo>
                    <a:pt x="2972" y="6173"/>
                  </a:lnTo>
                  <a:lnTo>
                    <a:pt x="2825" y="6047"/>
                  </a:lnTo>
                  <a:lnTo>
                    <a:pt x="2741" y="6047"/>
                  </a:lnTo>
                  <a:lnTo>
                    <a:pt x="2658" y="6152"/>
                  </a:lnTo>
                  <a:lnTo>
                    <a:pt x="2532" y="6215"/>
                  </a:lnTo>
                  <a:lnTo>
                    <a:pt x="2469" y="6319"/>
                  </a:lnTo>
                  <a:lnTo>
                    <a:pt x="2532" y="6424"/>
                  </a:lnTo>
                  <a:lnTo>
                    <a:pt x="2365" y="6445"/>
                  </a:lnTo>
                  <a:lnTo>
                    <a:pt x="2260" y="6424"/>
                  </a:lnTo>
                  <a:lnTo>
                    <a:pt x="2197" y="6487"/>
                  </a:lnTo>
                  <a:lnTo>
                    <a:pt x="2093" y="6529"/>
                  </a:lnTo>
                  <a:lnTo>
                    <a:pt x="1988" y="6654"/>
                  </a:lnTo>
                  <a:lnTo>
                    <a:pt x="2009" y="6738"/>
                  </a:lnTo>
                  <a:lnTo>
                    <a:pt x="1988" y="6884"/>
                  </a:lnTo>
                  <a:lnTo>
                    <a:pt x="1904" y="7052"/>
                  </a:lnTo>
                  <a:lnTo>
                    <a:pt x="2030" y="7177"/>
                  </a:lnTo>
                  <a:lnTo>
                    <a:pt x="2093" y="7093"/>
                  </a:lnTo>
                  <a:lnTo>
                    <a:pt x="2155" y="6863"/>
                  </a:lnTo>
                  <a:lnTo>
                    <a:pt x="2239" y="6801"/>
                  </a:lnTo>
                  <a:lnTo>
                    <a:pt x="2302" y="6675"/>
                  </a:lnTo>
                  <a:lnTo>
                    <a:pt x="2344" y="6654"/>
                  </a:lnTo>
                  <a:lnTo>
                    <a:pt x="2427" y="6738"/>
                  </a:lnTo>
                  <a:lnTo>
                    <a:pt x="2407" y="6863"/>
                  </a:lnTo>
                  <a:lnTo>
                    <a:pt x="2427" y="6884"/>
                  </a:lnTo>
                  <a:lnTo>
                    <a:pt x="2469" y="6863"/>
                  </a:lnTo>
                  <a:lnTo>
                    <a:pt x="2532" y="6884"/>
                  </a:lnTo>
                  <a:lnTo>
                    <a:pt x="2532" y="6780"/>
                  </a:lnTo>
                  <a:lnTo>
                    <a:pt x="2574" y="6759"/>
                  </a:lnTo>
                  <a:lnTo>
                    <a:pt x="2637" y="6780"/>
                  </a:lnTo>
                  <a:lnTo>
                    <a:pt x="2616" y="6863"/>
                  </a:lnTo>
                  <a:lnTo>
                    <a:pt x="2658" y="6863"/>
                  </a:lnTo>
                  <a:lnTo>
                    <a:pt x="2762" y="6947"/>
                  </a:lnTo>
                  <a:lnTo>
                    <a:pt x="2825" y="6947"/>
                  </a:lnTo>
                  <a:lnTo>
                    <a:pt x="2762" y="6863"/>
                  </a:lnTo>
                  <a:lnTo>
                    <a:pt x="2783" y="6801"/>
                  </a:lnTo>
                  <a:lnTo>
                    <a:pt x="2762" y="6759"/>
                  </a:lnTo>
                  <a:lnTo>
                    <a:pt x="2825" y="6696"/>
                  </a:lnTo>
                  <a:lnTo>
                    <a:pt x="2867" y="6696"/>
                  </a:lnTo>
                  <a:lnTo>
                    <a:pt x="2972" y="6801"/>
                  </a:lnTo>
                  <a:lnTo>
                    <a:pt x="3076" y="6842"/>
                  </a:lnTo>
                  <a:lnTo>
                    <a:pt x="3181" y="6905"/>
                  </a:lnTo>
                  <a:lnTo>
                    <a:pt x="3202" y="7010"/>
                  </a:lnTo>
                  <a:lnTo>
                    <a:pt x="3306" y="7093"/>
                  </a:lnTo>
                  <a:lnTo>
                    <a:pt x="3202" y="7073"/>
                  </a:lnTo>
                  <a:lnTo>
                    <a:pt x="3160" y="7093"/>
                  </a:lnTo>
                  <a:lnTo>
                    <a:pt x="3160" y="7156"/>
                  </a:lnTo>
                  <a:lnTo>
                    <a:pt x="3097" y="7219"/>
                  </a:lnTo>
                  <a:lnTo>
                    <a:pt x="3160" y="7282"/>
                  </a:lnTo>
                  <a:lnTo>
                    <a:pt x="3160" y="7365"/>
                  </a:lnTo>
                  <a:lnTo>
                    <a:pt x="3139" y="7428"/>
                  </a:lnTo>
                  <a:lnTo>
                    <a:pt x="3202" y="7533"/>
                  </a:lnTo>
                  <a:lnTo>
                    <a:pt x="3244" y="7637"/>
                  </a:lnTo>
                  <a:lnTo>
                    <a:pt x="3348" y="7784"/>
                  </a:lnTo>
                  <a:lnTo>
                    <a:pt x="3474" y="7784"/>
                  </a:lnTo>
                  <a:lnTo>
                    <a:pt x="3578" y="7847"/>
                  </a:lnTo>
                  <a:lnTo>
                    <a:pt x="3704" y="7909"/>
                  </a:lnTo>
                  <a:lnTo>
                    <a:pt x="3808" y="7847"/>
                  </a:lnTo>
                  <a:lnTo>
                    <a:pt x="3829" y="7805"/>
                  </a:lnTo>
                  <a:lnTo>
                    <a:pt x="3892" y="7742"/>
                  </a:lnTo>
                  <a:lnTo>
                    <a:pt x="3913" y="7805"/>
                  </a:lnTo>
                  <a:lnTo>
                    <a:pt x="3871" y="7889"/>
                  </a:lnTo>
                  <a:lnTo>
                    <a:pt x="3892" y="7993"/>
                  </a:lnTo>
                  <a:lnTo>
                    <a:pt x="3913" y="8035"/>
                  </a:lnTo>
                  <a:lnTo>
                    <a:pt x="3997" y="7993"/>
                  </a:lnTo>
                  <a:lnTo>
                    <a:pt x="4143" y="7784"/>
                  </a:lnTo>
                  <a:lnTo>
                    <a:pt x="4143" y="7637"/>
                  </a:lnTo>
                  <a:lnTo>
                    <a:pt x="4101" y="7575"/>
                  </a:lnTo>
                  <a:lnTo>
                    <a:pt x="4039" y="7407"/>
                  </a:lnTo>
                  <a:lnTo>
                    <a:pt x="3934" y="7324"/>
                  </a:lnTo>
                  <a:lnTo>
                    <a:pt x="3976" y="7219"/>
                  </a:lnTo>
                  <a:lnTo>
                    <a:pt x="4101" y="6989"/>
                  </a:lnTo>
                  <a:lnTo>
                    <a:pt x="4185" y="6947"/>
                  </a:lnTo>
                  <a:lnTo>
                    <a:pt x="4248" y="7052"/>
                  </a:lnTo>
                  <a:lnTo>
                    <a:pt x="4290" y="7156"/>
                  </a:lnTo>
                  <a:lnTo>
                    <a:pt x="4332" y="7219"/>
                  </a:lnTo>
                  <a:lnTo>
                    <a:pt x="4332" y="7324"/>
                  </a:lnTo>
                  <a:lnTo>
                    <a:pt x="4394" y="7512"/>
                  </a:lnTo>
                  <a:lnTo>
                    <a:pt x="4415" y="7596"/>
                  </a:lnTo>
                  <a:lnTo>
                    <a:pt x="4415" y="7512"/>
                  </a:lnTo>
                  <a:lnTo>
                    <a:pt x="4415" y="7386"/>
                  </a:lnTo>
                  <a:lnTo>
                    <a:pt x="4352" y="7219"/>
                  </a:lnTo>
                  <a:lnTo>
                    <a:pt x="4394" y="7156"/>
                  </a:lnTo>
                  <a:lnTo>
                    <a:pt x="4436" y="7156"/>
                  </a:lnTo>
                  <a:lnTo>
                    <a:pt x="4499" y="7219"/>
                  </a:lnTo>
                  <a:lnTo>
                    <a:pt x="4499" y="7156"/>
                  </a:lnTo>
                  <a:lnTo>
                    <a:pt x="4541" y="7156"/>
                  </a:lnTo>
                  <a:lnTo>
                    <a:pt x="4604" y="6989"/>
                  </a:lnTo>
                  <a:lnTo>
                    <a:pt x="4562" y="6801"/>
                  </a:lnTo>
                  <a:lnTo>
                    <a:pt x="4499" y="6696"/>
                  </a:lnTo>
                  <a:lnTo>
                    <a:pt x="4436" y="6591"/>
                  </a:lnTo>
                  <a:lnTo>
                    <a:pt x="4436" y="6466"/>
                  </a:lnTo>
                  <a:lnTo>
                    <a:pt x="4415" y="6340"/>
                  </a:lnTo>
                  <a:lnTo>
                    <a:pt x="4352" y="6424"/>
                  </a:lnTo>
                  <a:lnTo>
                    <a:pt x="4352" y="6277"/>
                  </a:lnTo>
                  <a:lnTo>
                    <a:pt x="4352" y="6215"/>
                  </a:lnTo>
                  <a:lnTo>
                    <a:pt x="4311" y="6215"/>
                  </a:lnTo>
                  <a:lnTo>
                    <a:pt x="4227" y="6131"/>
                  </a:lnTo>
                  <a:lnTo>
                    <a:pt x="4248" y="6068"/>
                  </a:lnTo>
                  <a:lnTo>
                    <a:pt x="4332" y="6068"/>
                  </a:lnTo>
                  <a:lnTo>
                    <a:pt x="4332" y="5922"/>
                  </a:lnTo>
                  <a:lnTo>
                    <a:pt x="4248" y="5796"/>
                  </a:lnTo>
                  <a:lnTo>
                    <a:pt x="4248" y="5712"/>
                  </a:lnTo>
                  <a:lnTo>
                    <a:pt x="4185" y="5796"/>
                  </a:lnTo>
                  <a:lnTo>
                    <a:pt x="4080" y="5692"/>
                  </a:lnTo>
                  <a:lnTo>
                    <a:pt x="3913" y="5545"/>
                  </a:lnTo>
                  <a:lnTo>
                    <a:pt x="3892" y="5440"/>
                  </a:lnTo>
                  <a:lnTo>
                    <a:pt x="3871" y="5440"/>
                  </a:lnTo>
                  <a:lnTo>
                    <a:pt x="3767" y="5420"/>
                  </a:lnTo>
                  <a:lnTo>
                    <a:pt x="3767" y="5503"/>
                  </a:lnTo>
                  <a:cubicBezTo>
                    <a:pt x="3725" y="5482"/>
                    <a:pt x="3725" y="5420"/>
                    <a:pt x="3704" y="5399"/>
                  </a:cubicBezTo>
                  <a:lnTo>
                    <a:pt x="3704" y="5315"/>
                  </a:lnTo>
                  <a:lnTo>
                    <a:pt x="3662" y="5210"/>
                  </a:lnTo>
                  <a:lnTo>
                    <a:pt x="3662" y="5273"/>
                  </a:lnTo>
                  <a:cubicBezTo>
                    <a:pt x="3620" y="5231"/>
                    <a:pt x="3620" y="5210"/>
                    <a:pt x="3599" y="5189"/>
                  </a:cubicBezTo>
                  <a:lnTo>
                    <a:pt x="3683" y="5168"/>
                  </a:lnTo>
                  <a:lnTo>
                    <a:pt x="3683" y="5085"/>
                  </a:lnTo>
                  <a:lnTo>
                    <a:pt x="3578" y="4896"/>
                  </a:lnTo>
                  <a:lnTo>
                    <a:pt x="3495" y="4855"/>
                  </a:lnTo>
                  <a:lnTo>
                    <a:pt x="3474" y="4666"/>
                  </a:lnTo>
                  <a:lnTo>
                    <a:pt x="3411" y="4562"/>
                  </a:lnTo>
                  <a:cubicBezTo>
                    <a:pt x="3411" y="4541"/>
                    <a:pt x="3411" y="4541"/>
                    <a:pt x="3453" y="4499"/>
                  </a:cubicBezTo>
                  <a:cubicBezTo>
                    <a:pt x="3474" y="4478"/>
                    <a:pt x="3453" y="4457"/>
                    <a:pt x="3411" y="4436"/>
                  </a:cubicBezTo>
                  <a:lnTo>
                    <a:pt x="3390" y="4457"/>
                  </a:lnTo>
                  <a:lnTo>
                    <a:pt x="3411" y="4457"/>
                  </a:lnTo>
                  <a:lnTo>
                    <a:pt x="3411" y="4478"/>
                  </a:lnTo>
                  <a:cubicBezTo>
                    <a:pt x="3411" y="4478"/>
                    <a:pt x="3390" y="4478"/>
                    <a:pt x="3390" y="4499"/>
                  </a:cubicBezTo>
                  <a:lnTo>
                    <a:pt x="3390" y="4541"/>
                  </a:lnTo>
                  <a:lnTo>
                    <a:pt x="3306" y="4562"/>
                  </a:lnTo>
                  <a:lnTo>
                    <a:pt x="3202" y="4499"/>
                  </a:lnTo>
                  <a:lnTo>
                    <a:pt x="3139" y="4499"/>
                  </a:lnTo>
                  <a:lnTo>
                    <a:pt x="3181" y="4604"/>
                  </a:lnTo>
                  <a:lnTo>
                    <a:pt x="3181" y="4666"/>
                  </a:lnTo>
                  <a:cubicBezTo>
                    <a:pt x="3097" y="4687"/>
                    <a:pt x="3055" y="4708"/>
                    <a:pt x="2972" y="4750"/>
                  </a:cubicBezTo>
                  <a:lnTo>
                    <a:pt x="2972" y="4583"/>
                  </a:lnTo>
                  <a:lnTo>
                    <a:pt x="2930" y="4604"/>
                  </a:lnTo>
                  <a:lnTo>
                    <a:pt x="2888" y="4750"/>
                  </a:lnTo>
                  <a:lnTo>
                    <a:pt x="2888" y="4792"/>
                  </a:lnTo>
                  <a:lnTo>
                    <a:pt x="2783" y="4980"/>
                  </a:lnTo>
                  <a:lnTo>
                    <a:pt x="2783" y="5106"/>
                  </a:lnTo>
                  <a:lnTo>
                    <a:pt x="2741" y="5273"/>
                  </a:lnTo>
                  <a:lnTo>
                    <a:pt x="2658" y="5378"/>
                  </a:lnTo>
                  <a:lnTo>
                    <a:pt x="2658" y="5482"/>
                  </a:lnTo>
                  <a:cubicBezTo>
                    <a:pt x="2646" y="5459"/>
                    <a:pt x="2622" y="5443"/>
                    <a:pt x="2599" y="5443"/>
                  </a:cubicBezTo>
                  <a:cubicBezTo>
                    <a:pt x="2580" y="5443"/>
                    <a:pt x="2562" y="5454"/>
                    <a:pt x="2553" y="5482"/>
                  </a:cubicBezTo>
                  <a:lnTo>
                    <a:pt x="2553" y="5315"/>
                  </a:lnTo>
                  <a:lnTo>
                    <a:pt x="2637" y="4980"/>
                  </a:lnTo>
                  <a:lnTo>
                    <a:pt x="2741" y="4876"/>
                  </a:lnTo>
                  <a:lnTo>
                    <a:pt x="2741" y="4771"/>
                  </a:lnTo>
                  <a:lnTo>
                    <a:pt x="2658" y="4687"/>
                  </a:lnTo>
                  <a:lnTo>
                    <a:pt x="2616" y="4708"/>
                  </a:lnTo>
                  <a:lnTo>
                    <a:pt x="2532" y="4687"/>
                  </a:lnTo>
                  <a:lnTo>
                    <a:pt x="2448" y="4750"/>
                  </a:lnTo>
                  <a:lnTo>
                    <a:pt x="2448" y="4855"/>
                  </a:lnTo>
                  <a:cubicBezTo>
                    <a:pt x="2427" y="4792"/>
                    <a:pt x="2365" y="4708"/>
                    <a:pt x="2323" y="4666"/>
                  </a:cubicBezTo>
                  <a:lnTo>
                    <a:pt x="2427" y="4583"/>
                  </a:lnTo>
                  <a:lnTo>
                    <a:pt x="2469" y="4457"/>
                  </a:lnTo>
                  <a:lnTo>
                    <a:pt x="2532" y="4394"/>
                  </a:lnTo>
                  <a:lnTo>
                    <a:pt x="2553" y="4290"/>
                  </a:lnTo>
                  <a:lnTo>
                    <a:pt x="2511" y="4227"/>
                  </a:lnTo>
                  <a:lnTo>
                    <a:pt x="2427" y="4269"/>
                  </a:lnTo>
                  <a:lnTo>
                    <a:pt x="2344" y="4373"/>
                  </a:lnTo>
                  <a:lnTo>
                    <a:pt x="2260" y="4269"/>
                  </a:lnTo>
                  <a:lnTo>
                    <a:pt x="2197" y="4248"/>
                  </a:lnTo>
                  <a:lnTo>
                    <a:pt x="2009" y="4248"/>
                  </a:lnTo>
                  <a:lnTo>
                    <a:pt x="2030" y="4185"/>
                  </a:lnTo>
                  <a:lnTo>
                    <a:pt x="1946" y="4164"/>
                  </a:lnTo>
                  <a:lnTo>
                    <a:pt x="1842" y="406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9248;p128">
              <a:extLst>
                <a:ext uri="{FF2B5EF4-FFF2-40B4-BE49-F238E27FC236}">
                  <a16:creationId xmlns:a16="http://schemas.microsoft.com/office/drawing/2014/main" id="{85E086EC-F18E-B7D2-A0FD-6463D9D3DFA5}"/>
                </a:ext>
              </a:extLst>
            </p:cNvPr>
            <p:cNvSpPr/>
            <p:nvPr/>
          </p:nvSpPr>
          <p:spPr>
            <a:xfrm>
              <a:off x="4595934" y="3205063"/>
              <a:ext cx="26673" cy="13340"/>
            </a:xfrm>
            <a:custGeom>
              <a:avLst/>
              <a:gdLst/>
              <a:ahLst/>
              <a:cxnLst/>
              <a:rect l="l" t="t" r="r" b="b"/>
              <a:pathLst>
                <a:path w="2240" h="1173" extrusionOk="0">
                  <a:moveTo>
                    <a:pt x="2177" y="1"/>
                  </a:moveTo>
                  <a:lnTo>
                    <a:pt x="1968" y="43"/>
                  </a:lnTo>
                  <a:lnTo>
                    <a:pt x="1821" y="43"/>
                  </a:lnTo>
                  <a:lnTo>
                    <a:pt x="1675" y="64"/>
                  </a:lnTo>
                  <a:lnTo>
                    <a:pt x="1570" y="64"/>
                  </a:lnTo>
                  <a:lnTo>
                    <a:pt x="1424" y="105"/>
                  </a:lnTo>
                  <a:lnTo>
                    <a:pt x="1193" y="105"/>
                  </a:lnTo>
                  <a:lnTo>
                    <a:pt x="1005" y="252"/>
                  </a:lnTo>
                  <a:lnTo>
                    <a:pt x="880" y="315"/>
                  </a:lnTo>
                  <a:lnTo>
                    <a:pt x="817" y="336"/>
                  </a:lnTo>
                  <a:lnTo>
                    <a:pt x="712" y="357"/>
                  </a:lnTo>
                  <a:lnTo>
                    <a:pt x="628" y="377"/>
                  </a:lnTo>
                  <a:lnTo>
                    <a:pt x="482" y="419"/>
                  </a:lnTo>
                  <a:lnTo>
                    <a:pt x="398" y="482"/>
                  </a:lnTo>
                  <a:lnTo>
                    <a:pt x="377" y="524"/>
                  </a:lnTo>
                  <a:lnTo>
                    <a:pt x="252" y="587"/>
                  </a:lnTo>
                  <a:lnTo>
                    <a:pt x="210" y="733"/>
                  </a:lnTo>
                  <a:lnTo>
                    <a:pt x="105" y="880"/>
                  </a:lnTo>
                  <a:lnTo>
                    <a:pt x="84" y="942"/>
                  </a:lnTo>
                  <a:lnTo>
                    <a:pt x="147" y="984"/>
                  </a:lnTo>
                  <a:lnTo>
                    <a:pt x="147" y="1047"/>
                  </a:lnTo>
                  <a:lnTo>
                    <a:pt x="84" y="1047"/>
                  </a:lnTo>
                  <a:lnTo>
                    <a:pt x="43" y="1005"/>
                  </a:lnTo>
                  <a:lnTo>
                    <a:pt x="1" y="1110"/>
                  </a:lnTo>
                  <a:lnTo>
                    <a:pt x="63" y="1173"/>
                  </a:lnTo>
                  <a:lnTo>
                    <a:pt x="252" y="1152"/>
                  </a:lnTo>
                  <a:lnTo>
                    <a:pt x="419" y="1047"/>
                  </a:lnTo>
                  <a:lnTo>
                    <a:pt x="503" y="1005"/>
                  </a:lnTo>
                  <a:lnTo>
                    <a:pt x="608" y="1005"/>
                  </a:lnTo>
                  <a:lnTo>
                    <a:pt x="712" y="942"/>
                  </a:lnTo>
                  <a:lnTo>
                    <a:pt x="796" y="838"/>
                  </a:lnTo>
                  <a:lnTo>
                    <a:pt x="1005" y="670"/>
                  </a:lnTo>
                  <a:lnTo>
                    <a:pt x="1047" y="587"/>
                  </a:lnTo>
                  <a:lnTo>
                    <a:pt x="1110" y="566"/>
                  </a:lnTo>
                  <a:lnTo>
                    <a:pt x="1131" y="566"/>
                  </a:lnTo>
                  <a:lnTo>
                    <a:pt x="1235" y="461"/>
                  </a:lnTo>
                  <a:lnTo>
                    <a:pt x="1340" y="440"/>
                  </a:lnTo>
                  <a:lnTo>
                    <a:pt x="1444" y="440"/>
                  </a:lnTo>
                  <a:lnTo>
                    <a:pt x="1675" y="419"/>
                  </a:lnTo>
                  <a:lnTo>
                    <a:pt x="1842" y="315"/>
                  </a:lnTo>
                  <a:lnTo>
                    <a:pt x="2030" y="252"/>
                  </a:lnTo>
                  <a:lnTo>
                    <a:pt x="2051" y="168"/>
                  </a:lnTo>
                  <a:lnTo>
                    <a:pt x="2135" y="168"/>
                  </a:lnTo>
                  <a:lnTo>
                    <a:pt x="2240" y="105"/>
                  </a:lnTo>
                  <a:lnTo>
                    <a:pt x="2240" y="43"/>
                  </a:lnTo>
                  <a:lnTo>
                    <a:pt x="21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1" name="Google Shape;9249;p128">
              <a:extLst>
                <a:ext uri="{FF2B5EF4-FFF2-40B4-BE49-F238E27FC236}">
                  <a16:creationId xmlns:a16="http://schemas.microsoft.com/office/drawing/2014/main" id="{CCD83C7D-5C68-B56A-2194-9512CDB6C42A}"/>
                </a:ext>
              </a:extLst>
            </p:cNvPr>
            <p:cNvGrpSpPr/>
            <p:nvPr/>
          </p:nvGrpSpPr>
          <p:grpSpPr>
            <a:xfrm>
              <a:off x="4403342" y="3107749"/>
              <a:ext cx="316680" cy="101374"/>
              <a:chOff x="5068275" y="3161675"/>
              <a:chExt cx="664875" cy="222850"/>
            </a:xfrm>
            <a:grpFill/>
          </p:grpSpPr>
          <p:sp>
            <p:nvSpPr>
              <p:cNvPr id="454" name="Google Shape;9250;p128">
                <a:extLst>
                  <a:ext uri="{FF2B5EF4-FFF2-40B4-BE49-F238E27FC236}">
                    <a16:creationId xmlns:a16="http://schemas.microsoft.com/office/drawing/2014/main" id="{D9DD5FA3-356E-0624-8DAB-A86AFD51436D}"/>
                  </a:ext>
                </a:extLst>
              </p:cNvPr>
              <p:cNvSpPr/>
              <p:nvPr/>
            </p:nvSpPr>
            <p:spPr>
              <a:xfrm>
                <a:off x="5408300" y="3224425"/>
                <a:ext cx="96775" cy="107800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4312" extrusionOk="0">
                    <a:moveTo>
                      <a:pt x="3620" y="1"/>
                    </a:moveTo>
                    <a:lnTo>
                      <a:pt x="3515" y="43"/>
                    </a:lnTo>
                    <a:lnTo>
                      <a:pt x="3494" y="147"/>
                    </a:lnTo>
                    <a:lnTo>
                      <a:pt x="3390" y="231"/>
                    </a:lnTo>
                    <a:lnTo>
                      <a:pt x="3390" y="294"/>
                    </a:lnTo>
                    <a:lnTo>
                      <a:pt x="3285" y="357"/>
                    </a:lnTo>
                    <a:lnTo>
                      <a:pt x="3181" y="398"/>
                    </a:lnTo>
                    <a:lnTo>
                      <a:pt x="3139" y="461"/>
                    </a:lnTo>
                    <a:lnTo>
                      <a:pt x="2992" y="503"/>
                    </a:lnTo>
                    <a:lnTo>
                      <a:pt x="2720" y="440"/>
                    </a:lnTo>
                    <a:lnTo>
                      <a:pt x="2469" y="419"/>
                    </a:lnTo>
                    <a:lnTo>
                      <a:pt x="2448" y="503"/>
                    </a:lnTo>
                    <a:lnTo>
                      <a:pt x="2406" y="503"/>
                    </a:lnTo>
                    <a:lnTo>
                      <a:pt x="2260" y="398"/>
                    </a:lnTo>
                    <a:lnTo>
                      <a:pt x="2092" y="398"/>
                    </a:lnTo>
                    <a:lnTo>
                      <a:pt x="1988" y="357"/>
                    </a:lnTo>
                    <a:lnTo>
                      <a:pt x="1820" y="336"/>
                    </a:lnTo>
                    <a:lnTo>
                      <a:pt x="1737" y="398"/>
                    </a:lnTo>
                    <a:lnTo>
                      <a:pt x="1674" y="336"/>
                    </a:lnTo>
                    <a:lnTo>
                      <a:pt x="1569" y="231"/>
                    </a:lnTo>
                    <a:lnTo>
                      <a:pt x="1381" y="210"/>
                    </a:lnTo>
                    <a:lnTo>
                      <a:pt x="1276" y="210"/>
                    </a:lnTo>
                    <a:lnTo>
                      <a:pt x="1276" y="336"/>
                    </a:lnTo>
                    <a:lnTo>
                      <a:pt x="1193" y="398"/>
                    </a:lnTo>
                    <a:lnTo>
                      <a:pt x="1151" y="503"/>
                    </a:lnTo>
                    <a:lnTo>
                      <a:pt x="1067" y="566"/>
                    </a:lnTo>
                    <a:lnTo>
                      <a:pt x="900" y="524"/>
                    </a:lnTo>
                    <a:lnTo>
                      <a:pt x="774" y="545"/>
                    </a:lnTo>
                    <a:lnTo>
                      <a:pt x="712" y="608"/>
                    </a:lnTo>
                    <a:lnTo>
                      <a:pt x="753" y="650"/>
                    </a:lnTo>
                    <a:lnTo>
                      <a:pt x="586" y="775"/>
                    </a:lnTo>
                    <a:lnTo>
                      <a:pt x="586" y="942"/>
                    </a:lnTo>
                    <a:lnTo>
                      <a:pt x="628" y="1047"/>
                    </a:lnTo>
                    <a:lnTo>
                      <a:pt x="628" y="1235"/>
                    </a:lnTo>
                    <a:lnTo>
                      <a:pt x="586" y="1298"/>
                    </a:lnTo>
                    <a:lnTo>
                      <a:pt x="649" y="1445"/>
                    </a:lnTo>
                    <a:lnTo>
                      <a:pt x="670" y="1549"/>
                    </a:lnTo>
                    <a:lnTo>
                      <a:pt x="628" y="1486"/>
                    </a:lnTo>
                    <a:lnTo>
                      <a:pt x="565" y="1403"/>
                    </a:lnTo>
                    <a:lnTo>
                      <a:pt x="523" y="1445"/>
                    </a:lnTo>
                    <a:lnTo>
                      <a:pt x="440" y="1507"/>
                    </a:lnTo>
                    <a:lnTo>
                      <a:pt x="335" y="1570"/>
                    </a:lnTo>
                    <a:lnTo>
                      <a:pt x="314" y="1675"/>
                    </a:lnTo>
                    <a:lnTo>
                      <a:pt x="335" y="1800"/>
                    </a:lnTo>
                    <a:lnTo>
                      <a:pt x="314" y="1905"/>
                    </a:lnTo>
                    <a:lnTo>
                      <a:pt x="335" y="2135"/>
                    </a:lnTo>
                    <a:lnTo>
                      <a:pt x="314" y="2198"/>
                    </a:lnTo>
                    <a:lnTo>
                      <a:pt x="272" y="2303"/>
                    </a:lnTo>
                    <a:lnTo>
                      <a:pt x="188" y="2323"/>
                    </a:lnTo>
                    <a:lnTo>
                      <a:pt x="188" y="2449"/>
                    </a:lnTo>
                    <a:lnTo>
                      <a:pt x="63" y="2554"/>
                    </a:lnTo>
                    <a:lnTo>
                      <a:pt x="42" y="2721"/>
                    </a:lnTo>
                    <a:lnTo>
                      <a:pt x="42" y="2763"/>
                    </a:lnTo>
                    <a:lnTo>
                      <a:pt x="0" y="2826"/>
                    </a:lnTo>
                    <a:lnTo>
                      <a:pt x="63" y="3035"/>
                    </a:lnTo>
                    <a:lnTo>
                      <a:pt x="126" y="3139"/>
                    </a:lnTo>
                    <a:lnTo>
                      <a:pt x="168" y="3119"/>
                    </a:lnTo>
                    <a:lnTo>
                      <a:pt x="251" y="3119"/>
                    </a:lnTo>
                    <a:lnTo>
                      <a:pt x="335" y="3056"/>
                    </a:lnTo>
                    <a:lnTo>
                      <a:pt x="377" y="3077"/>
                    </a:lnTo>
                    <a:lnTo>
                      <a:pt x="419" y="3223"/>
                    </a:lnTo>
                    <a:lnTo>
                      <a:pt x="523" y="3495"/>
                    </a:lnTo>
                    <a:lnTo>
                      <a:pt x="481" y="3558"/>
                    </a:lnTo>
                    <a:lnTo>
                      <a:pt x="440" y="3704"/>
                    </a:lnTo>
                    <a:lnTo>
                      <a:pt x="356" y="3851"/>
                    </a:lnTo>
                    <a:lnTo>
                      <a:pt x="356" y="4081"/>
                    </a:lnTo>
                    <a:lnTo>
                      <a:pt x="356" y="4269"/>
                    </a:lnTo>
                    <a:lnTo>
                      <a:pt x="440" y="4269"/>
                    </a:lnTo>
                    <a:lnTo>
                      <a:pt x="523" y="4311"/>
                    </a:lnTo>
                    <a:lnTo>
                      <a:pt x="628" y="4311"/>
                    </a:lnTo>
                    <a:lnTo>
                      <a:pt x="670" y="4269"/>
                    </a:lnTo>
                    <a:lnTo>
                      <a:pt x="774" y="4290"/>
                    </a:lnTo>
                    <a:lnTo>
                      <a:pt x="879" y="4269"/>
                    </a:lnTo>
                    <a:lnTo>
                      <a:pt x="963" y="4311"/>
                    </a:lnTo>
                    <a:lnTo>
                      <a:pt x="984" y="4227"/>
                    </a:lnTo>
                    <a:lnTo>
                      <a:pt x="963" y="4102"/>
                    </a:lnTo>
                    <a:lnTo>
                      <a:pt x="879" y="4060"/>
                    </a:lnTo>
                    <a:lnTo>
                      <a:pt x="858" y="3914"/>
                    </a:lnTo>
                    <a:lnTo>
                      <a:pt x="942" y="3809"/>
                    </a:lnTo>
                    <a:lnTo>
                      <a:pt x="963" y="3600"/>
                    </a:lnTo>
                    <a:lnTo>
                      <a:pt x="942" y="3432"/>
                    </a:lnTo>
                    <a:lnTo>
                      <a:pt x="879" y="3391"/>
                    </a:lnTo>
                    <a:lnTo>
                      <a:pt x="1004" y="3223"/>
                    </a:lnTo>
                    <a:lnTo>
                      <a:pt x="1046" y="3056"/>
                    </a:lnTo>
                    <a:lnTo>
                      <a:pt x="1004" y="2909"/>
                    </a:lnTo>
                    <a:lnTo>
                      <a:pt x="942" y="2826"/>
                    </a:lnTo>
                    <a:lnTo>
                      <a:pt x="942" y="2763"/>
                    </a:lnTo>
                    <a:lnTo>
                      <a:pt x="1067" y="2700"/>
                    </a:lnTo>
                    <a:lnTo>
                      <a:pt x="1088" y="2616"/>
                    </a:lnTo>
                    <a:lnTo>
                      <a:pt x="1214" y="2595"/>
                    </a:lnTo>
                    <a:lnTo>
                      <a:pt x="1318" y="2637"/>
                    </a:lnTo>
                    <a:lnTo>
                      <a:pt x="1318" y="2700"/>
                    </a:lnTo>
                    <a:lnTo>
                      <a:pt x="1381" y="2763"/>
                    </a:lnTo>
                    <a:lnTo>
                      <a:pt x="1381" y="2909"/>
                    </a:lnTo>
                    <a:lnTo>
                      <a:pt x="1276" y="3014"/>
                    </a:lnTo>
                    <a:lnTo>
                      <a:pt x="1276" y="3119"/>
                    </a:lnTo>
                    <a:lnTo>
                      <a:pt x="1318" y="3223"/>
                    </a:lnTo>
                    <a:lnTo>
                      <a:pt x="1402" y="3244"/>
                    </a:lnTo>
                    <a:lnTo>
                      <a:pt x="1486" y="3328"/>
                    </a:lnTo>
                    <a:lnTo>
                      <a:pt x="1611" y="3391"/>
                    </a:lnTo>
                    <a:lnTo>
                      <a:pt x="1632" y="3495"/>
                    </a:lnTo>
                    <a:lnTo>
                      <a:pt x="1590" y="3495"/>
                    </a:lnTo>
                    <a:lnTo>
                      <a:pt x="1569" y="3704"/>
                    </a:lnTo>
                    <a:lnTo>
                      <a:pt x="1590" y="3851"/>
                    </a:lnTo>
                    <a:lnTo>
                      <a:pt x="1674" y="3872"/>
                    </a:lnTo>
                    <a:lnTo>
                      <a:pt x="1737" y="3851"/>
                    </a:lnTo>
                    <a:lnTo>
                      <a:pt x="1883" y="3893"/>
                    </a:lnTo>
                    <a:lnTo>
                      <a:pt x="1946" y="3872"/>
                    </a:lnTo>
                    <a:lnTo>
                      <a:pt x="1946" y="3851"/>
                    </a:lnTo>
                    <a:lnTo>
                      <a:pt x="1925" y="3746"/>
                    </a:lnTo>
                    <a:lnTo>
                      <a:pt x="2030" y="3663"/>
                    </a:lnTo>
                    <a:lnTo>
                      <a:pt x="2113" y="3642"/>
                    </a:lnTo>
                    <a:lnTo>
                      <a:pt x="2260" y="3558"/>
                    </a:lnTo>
                    <a:lnTo>
                      <a:pt x="2427" y="3579"/>
                    </a:lnTo>
                    <a:lnTo>
                      <a:pt x="2511" y="3495"/>
                    </a:lnTo>
                    <a:lnTo>
                      <a:pt x="2532" y="3537"/>
                    </a:lnTo>
                    <a:lnTo>
                      <a:pt x="2616" y="3537"/>
                    </a:lnTo>
                    <a:lnTo>
                      <a:pt x="2657" y="3453"/>
                    </a:lnTo>
                    <a:lnTo>
                      <a:pt x="2657" y="3391"/>
                    </a:lnTo>
                    <a:lnTo>
                      <a:pt x="2511" y="3370"/>
                    </a:lnTo>
                    <a:lnTo>
                      <a:pt x="2448" y="3391"/>
                    </a:lnTo>
                    <a:lnTo>
                      <a:pt x="2281" y="3391"/>
                    </a:lnTo>
                    <a:lnTo>
                      <a:pt x="2281" y="3328"/>
                    </a:lnTo>
                    <a:lnTo>
                      <a:pt x="2239" y="3328"/>
                    </a:lnTo>
                    <a:lnTo>
                      <a:pt x="2239" y="3244"/>
                    </a:lnTo>
                    <a:lnTo>
                      <a:pt x="2197" y="3244"/>
                    </a:lnTo>
                    <a:lnTo>
                      <a:pt x="2134" y="3265"/>
                    </a:lnTo>
                    <a:lnTo>
                      <a:pt x="2134" y="3223"/>
                    </a:lnTo>
                    <a:lnTo>
                      <a:pt x="2030" y="3181"/>
                    </a:lnTo>
                    <a:lnTo>
                      <a:pt x="2009" y="3119"/>
                    </a:lnTo>
                    <a:lnTo>
                      <a:pt x="2051" y="3035"/>
                    </a:lnTo>
                    <a:lnTo>
                      <a:pt x="2092" y="2972"/>
                    </a:lnTo>
                    <a:lnTo>
                      <a:pt x="2134" y="3014"/>
                    </a:lnTo>
                    <a:lnTo>
                      <a:pt x="2134" y="3014"/>
                    </a:lnTo>
                    <a:lnTo>
                      <a:pt x="2113" y="2930"/>
                    </a:lnTo>
                    <a:lnTo>
                      <a:pt x="2155" y="2930"/>
                    </a:lnTo>
                    <a:lnTo>
                      <a:pt x="2197" y="2867"/>
                    </a:lnTo>
                    <a:lnTo>
                      <a:pt x="2134" y="2826"/>
                    </a:lnTo>
                    <a:lnTo>
                      <a:pt x="2051" y="2805"/>
                    </a:lnTo>
                    <a:lnTo>
                      <a:pt x="2092" y="2742"/>
                    </a:lnTo>
                    <a:lnTo>
                      <a:pt x="2051" y="2658"/>
                    </a:lnTo>
                    <a:lnTo>
                      <a:pt x="1988" y="2616"/>
                    </a:lnTo>
                    <a:lnTo>
                      <a:pt x="1904" y="2616"/>
                    </a:lnTo>
                    <a:lnTo>
                      <a:pt x="1883" y="2491"/>
                    </a:lnTo>
                    <a:lnTo>
                      <a:pt x="1716" y="2323"/>
                    </a:lnTo>
                    <a:lnTo>
                      <a:pt x="1611" y="2240"/>
                    </a:lnTo>
                    <a:lnTo>
                      <a:pt x="1569" y="2135"/>
                    </a:lnTo>
                    <a:lnTo>
                      <a:pt x="1569" y="2093"/>
                    </a:lnTo>
                    <a:lnTo>
                      <a:pt x="1611" y="2093"/>
                    </a:lnTo>
                    <a:lnTo>
                      <a:pt x="1632" y="2177"/>
                    </a:lnTo>
                    <a:lnTo>
                      <a:pt x="1737" y="2177"/>
                    </a:lnTo>
                    <a:lnTo>
                      <a:pt x="1841" y="2093"/>
                    </a:lnTo>
                    <a:lnTo>
                      <a:pt x="1883" y="2010"/>
                    </a:lnTo>
                    <a:lnTo>
                      <a:pt x="2092" y="1926"/>
                    </a:lnTo>
                    <a:lnTo>
                      <a:pt x="2260" y="1800"/>
                    </a:lnTo>
                    <a:lnTo>
                      <a:pt x="2344" y="1675"/>
                    </a:lnTo>
                    <a:lnTo>
                      <a:pt x="2448" y="1612"/>
                    </a:lnTo>
                    <a:lnTo>
                      <a:pt x="2448" y="1549"/>
                    </a:lnTo>
                    <a:lnTo>
                      <a:pt x="2574" y="1507"/>
                    </a:lnTo>
                    <a:lnTo>
                      <a:pt x="2678" y="1570"/>
                    </a:lnTo>
                    <a:lnTo>
                      <a:pt x="2762" y="1591"/>
                    </a:lnTo>
                    <a:lnTo>
                      <a:pt x="2867" y="1445"/>
                    </a:lnTo>
                    <a:lnTo>
                      <a:pt x="2867" y="1361"/>
                    </a:lnTo>
                    <a:lnTo>
                      <a:pt x="2741" y="1298"/>
                    </a:lnTo>
                    <a:lnTo>
                      <a:pt x="2469" y="1340"/>
                    </a:lnTo>
                    <a:lnTo>
                      <a:pt x="2364" y="1403"/>
                    </a:lnTo>
                    <a:lnTo>
                      <a:pt x="2197" y="1403"/>
                    </a:lnTo>
                    <a:lnTo>
                      <a:pt x="2113" y="1445"/>
                    </a:lnTo>
                    <a:lnTo>
                      <a:pt x="2009" y="1549"/>
                    </a:lnTo>
                    <a:lnTo>
                      <a:pt x="1820" y="1549"/>
                    </a:lnTo>
                    <a:lnTo>
                      <a:pt x="1716" y="1486"/>
                    </a:lnTo>
                    <a:lnTo>
                      <a:pt x="1611" y="1466"/>
                    </a:lnTo>
                    <a:lnTo>
                      <a:pt x="1507" y="1591"/>
                    </a:lnTo>
                    <a:lnTo>
                      <a:pt x="1423" y="1800"/>
                    </a:lnTo>
                    <a:lnTo>
                      <a:pt x="1297" y="1863"/>
                    </a:lnTo>
                    <a:lnTo>
                      <a:pt x="1193" y="1821"/>
                    </a:lnTo>
                    <a:lnTo>
                      <a:pt x="1172" y="1779"/>
                    </a:lnTo>
                    <a:lnTo>
                      <a:pt x="1004" y="1612"/>
                    </a:lnTo>
                    <a:lnTo>
                      <a:pt x="858" y="1486"/>
                    </a:lnTo>
                    <a:lnTo>
                      <a:pt x="774" y="1277"/>
                    </a:lnTo>
                    <a:lnTo>
                      <a:pt x="795" y="1047"/>
                    </a:lnTo>
                    <a:lnTo>
                      <a:pt x="879" y="838"/>
                    </a:lnTo>
                    <a:lnTo>
                      <a:pt x="984" y="733"/>
                    </a:lnTo>
                    <a:lnTo>
                      <a:pt x="1109" y="670"/>
                    </a:lnTo>
                    <a:lnTo>
                      <a:pt x="1276" y="754"/>
                    </a:lnTo>
                    <a:lnTo>
                      <a:pt x="1465" y="775"/>
                    </a:lnTo>
                    <a:lnTo>
                      <a:pt x="1674" y="670"/>
                    </a:lnTo>
                    <a:lnTo>
                      <a:pt x="1820" y="670"/>
                    </a:lnTo>
                    <a:lnTo>
                      <a:pt x="1883" y="754"/>
                    </a:lnTo>
                    <a:lnTo>
                      <a:pt x="1988" y="754"/>
                    </a:lnTo>
                    <a:lnTo>
                      <a:pt x="2051" y="712"/>
                    </a:lnTo>
                    <a:lnTo>
                      <a:pt x="2281" y="733"/>
                    </a:lnTo>
                    <a:lnTo>
                      <a:pt x="2427" y="733"/>
                    </a:lnTo>
                    <a:lnTo>
                      <a:pt x="2448" y="712"/>
                    </a:lnTo>
                    <a:lnTo>
                      <a:pt x="2574" y="712"/>
                    </a:lnTo>
                    <a:lnTo>
                      <a:pt x="2678" y="754"/>
                    </a:lnTo>
                    <a:lnTo>
                      <a:pt x="2720" y="817"/>
                    </a:lnTo>
                    <a:lnTo>
                      <a:pt x="2825" y="859"/>
                    </a:lnTo>
                    <a:lnTo>
                      <a:pt x="3264" y="754"/>
                    </a:lnTo>
                    <a:lnTo>
                      <a:pt x="3453" y="629"/>
                    </a:lnTo>
                    <a:lnTo>
                      <a:pt x="3494" y="524"/>
                    </a:lnTo>
                    <a:lnTo>
                      <a:pt x="3578" y="524"/>
                    </a:lnTo>
                    <a:lnTo>
                      <a:pt x="3620" y="440"/>
                    </a:lnTo>
                    <a:lnTo>
                      <a:pt x="3704" y="398"/>
                    </a:lnTo>
                    <a:lnTo>
                      <a:pt x="3766" y="294"/>
                    </a:lnTo>
                    <a:lnTo>
                      <a:pt x="3808" y="210"/>
                    </a:lnTo>
                    <a:lnTo>
                      <a:pt x="3871" y="147"/>
                    </a:lnTo>
                    <a:lnTo>
                      <a:pt x="3808" y="106"/>
                    </a:lnTo>
                    <a:lnTo>
                      <a:pt x="3787" y="43"/>
                    </a:lnTo>
                    <a:lnTo>
                      <a:pt x="362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Google Shape;9251;p128">
                <a:extLst>
                  <a:ext uri="{FF2B5EF4-FFF2-40B4-BE49-F238E27FC236}">
                    <a16:creationId xmlns:a16="http://schemas.microsoft.com/office/drawing/2014/main" id="{1E9FA07C-0869-03D8-48D5-1DCAA81ED13F}"/>
                  </a:ext>
                </a:extLst>
              </p:cNvPr>
              <p:cNvSpPr/>
              <p:nvPr/>
            </p:nvSpPr>
            <p:spPr>
              <a:xfrm>
                <a:off x="5587700" y="3253200"/>
                <a:ext cx="145450" cy="1313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253" extrusionOk="0">
                    <a:moveTo>
                      <a:pt x="922" y="1"/>
                    </a:moveTo>
                    <a:lnTo>
                      <a:pt x="775" y="22"/>
                    </a:lnTo>
                    <a:lnTo>
                      <a:pt x="712" y="84"/>
                    </a:lnTo>
                    <a:lnTo>
                      <a:pt x="566" y="189"/>
                    </a:lnTo>
                    <a:lnTo>
                      <a:pt x="482" y="210"/>
                    </a:lnTo>
                    <a:lnTo>
                      <a:pt x="398" y="294"/>
                    </a:lnTo>
                    <a:lnTo>
                      <a:pt x="252" y="294"/>
                    </a:lnTo>
                    <a:lnTo>
                      <a:pt x="147" y="356"/>
                    </a:lnTo>
                    <a:lnTo>
                      <a:pt x="189" y="440"/>
                    </a:lnTo>
                    <a:lnTo>
                      <a:pt x="168" y="524"/>
                    </a:lnTo>
                    <a:lnTo>
                      <a:pt x="43" y="608"/>
                    </a:lnTo>
                    <a:lnTo>
                      <a:pt x="1" y="670"/>
                    </a:lnTo>
                    <a:lnTo>
                      <a:pt x="147" y="712"/>
                    </a:lnTo>
                    <a:lnTo>
                      <a:pt x="252" y="649"/>
                    </a:lnTo>
                    <a:lnTo>
                      <a:pt x="273" y="608"/>
                    </a:lnTo>
                    <a:lnTo>
                      <a:pt x="315" y="670"/>
                    </a:lnTo>
                    <a:lnTo>
                      <a:pt x="503" y="754"/>
                    </a:lnTo>
                    <a:lnTo>
                      <a:pt x="566" y="859"/>
                    </a:lnTo>
                    <a:lnTo>
                      <a:pt x="524" y="921"/>
                    </a:lnTo>
                    <a:lnTo>
                      <a:pt x="566" y="1047"/>
                    </a:lnTo>
                    <a:lnTo>
                      <a:pt x="691" y="1131"/>
                    </a:lnTo>
                    <a:lnTo>
                      <a:pt x="796" y="1152"/>
                    </a:lnTo>
                    <a:lnTo>
                      <a:pt x="901" y="1131"/>
                    </a:lnTo>
                    <a:lnTo>
                      <a:pt x="984" y="1172"/>
                    </a:lnTo>
                    <a:lnTo>
                      <a:pt x="1026" y="1131"/>
                    </a:lnTo>
                    <a:lnTo>
                      <a:pt x="1110" y="1152"/>
                    </a:lnTo>
                    <a:lnTo>
                      <a:pt x="1298" y="1131"/>
                    </a:lnTo>
                    <a:lnTo>
                      <a:pt x="1340" y="1152"/>
                    </a:lnTo>
                    <a:lnTo>
                      <a:pt x="1424" y="1131"/>
                    </a:lnTo>
                    <a:lnTo>
                      <a:pt x="1361" y="1068"/>
                    </a:lnTo>
                    <a:lnTo>
                      <a:pt x="1654" y="1089"/>
                    </a:lnTo>
                    <a:lnTo>
                      <a:pt x="1717" y="1172"/>
                    </a:lnTo>
                    <a:lnTo>
                      <a:pt x="1675" y="1298"/>
                    </a:lnTo>
                    <a:lnTo>
                      <a:pt x="1633" y="1277"/>
                    </a:lnTo>
                    <a:lnTo>
                      <a:pt x="1549" y="1361"/>
                    </a:lnTo>
                    <a:lnTo>
                      <a:pt x="1507" y="1465"/>
                    </a:lnTo>
                    <a:lnTo>
                      <a:pt x="1445" y="1361"/>
                    </a:lnTo>
                    <a:lnTo>
                      <a:pt x="1256" y="1277"/>
                    </a:lnTo>
                    <a:lnTo>
                      <a:pt x="1194" y="1298"/>
                    </a:lnTo>
                    <a:lnTo>
                      <a:pt x="1131" y="1465"/>
                    </a:lnTo>
                    <a:lnTo>
                      <a:pt x="1026" y="1507"/>
                    </a:lnTo>
                    <a:lnTo>
                      <a:pt x="922" y="1465"/>
                    </a:lnTo>
                    <a:lnTo>
                      <a:pt x="817" y="1465"/>
                    </a:lnTo>
                    <a:lnTo>
                      <a:pt x="775" y="1403"/>
                    </a:lnTo>
                    <a:lnTo>
                      <a:pt x="629" y="1444"/>
                    </a:lnTo>
                    <a:lnTo>
                      <a:pt x="566" y="1507"/>
                    </a:lnTo>
                    <a:lnTo>
                      <a:pt x="608" y="1570"/>
                    </a:lnTo>
                    <a:lnTo>
                      <a:pt x="733" y="1591"/>
                    </a:lnTo>
                    <a:lnTo>
                      <a:pt x="838" y="1654"/>
                    </a:lnTo>
                    <a:lnTo>
                      <a:pt x="901" y="1779"/>
                    </a:lnTo>
                    <a:lnTo>
                      <a:pt x="942" y="1821"/>
                    </a:lnTo>
                    <a:lnTo>
                      <a:pt x="1005" y="1800"/>
                    </a:lnTo>
                    <a:lnTo>
                      <a:pt x="1026" y="1884"/>
                    </a:lnTo>
                    <a:lnTo>
                      <a:pt x="1026" y="1968"/>
                    </a:lnTo>
                    <a:lnTo>
                      <a:pt x="984" y="1988"/>
                    </a:lnTo>
                    <a:lnTo>
                      <a:pt x="942" y="2072"/>
                    </a:lnTo>
                    <a:lnTo>
                      <a:pt x="1047" y="2240"/>
                    </a:lnTo>
                    <a:lnTo>
                      <a:pt x="1152" y="2281"/>
                    </a:lnTo>
                    <a:lnTo>
                      <a:pt x="1256" y="2240"/>
                    </a:lnTo>
                    <a:lnTo>
                      <a:pt x="1403" y="2114"/>
                    </a:lnTo>
                    <a:lnTo>
                      <a:pt x="1361" y="2009"/>
                    </a:lnTo>
                    <a:lnTo>
                      <a:pt x="1466" y="1863"/>
                    </a:lnTo>
                    <a:lnTo>
                      <a:pt x="1507" y="1821"/>
                    </a:lnTo>
                    <a:lnTo>
                      <a:pt x="1528" y="1758"/>
                    </a:lnTo>
                    <a:lnTo>
                      <a:pt x="1570" y="1612"/>
                    </a:lnTo>
                    <a:lnTo>
                      <a:pt x="1633" y="1507"/>
                    </a:lnTo>
                    <a:lnTo>
                      <a:pt x="1633" y="1654"/>
                    </a:lnTo>
                    <a:lnTo>
                      <a:pt x="1549" y="1716"/>
                    </a:lnTo>
                    <a:lnTo>
                      <a:pt x="1612" y="1863"/>
                    </a:lnTo>
                    <a:lnTo>
                      <a:pt x="1654" y="1988"/>
                    </a:lnTo>
                    <a:lnTo>
                      <a:pt x="1717" y="2072"/>
                    </a:lnTo>
                    <a:lnTo>
                      <a:pt x="1738" y="2009"/>
                    </a:lnTo>
                    <a:lnTo>
                      <a:pt x="1779" y="2009"/>
                    </a:lnTo>
                    <a:lnTo>
                      <a:pt x="1842" y="2030"/>
                    </a:lnTo>
                    <a:lnTo>
                      <a:pt x="1842" y="2135"/>
                    </a:lnTo>
                    <a:lnTo>
                      <a:pt x="1884" y="2093"/>
                    </a:lnTo>
                    <a:lnTo>
                      <a:pt x="1947" y="2093"/>
                    </a:lnTo>
                    <a:lnTo>
                      <a:pt x="1968" y="2135"/>
                    </a:lnTo>
                    <a:lnTo>
                      <a:pt x="2051" y="2177"/>
                    </a:lnTo>
                    <a:lnTo>
                      <a:pt x="2156" y="2135"/>
                    </a:lnTo>
                    <a:lnTo>
                      <a:pt x="2240" y="2135"/>
                    </a:lnTo>
                    <a:lnTo>
                      <a:pt x="2240" y="2177"/>
                    </a:lnTo>
                    <a:lnTo>
                      <a:pt x="2093" y="2177"/>
                    </a:lnTo>
                    <a:lnTo>
                      <a:pt x="2093" y="2281"/>
                    </a:lnTo>
                    <a:lnTo>
                      <a:pt x="2240" y="2302"/>
                    </a:lnTo>
                    <a:lnTo>
                      <a:pt x="2240" y="2323"/>
                    </a:lnTo>
                    <a:lnTo>
                      <a:pt x="2261" y="2386"/>
                    </a:lnTo>
                    <a:lnTo>
                      <a:pt x="2407" y="2449"/>
                    </a:lnTo>
                    <a:lnTo>
                      <a:pt x="2575" y="2449"/>
                    </a:lnTo>
                    <a:lnTo>
                      <a:pt x="2930" y="2553"/>
                    </a:lnTo>
                    <a:lnTo>
                      <a:pt x="3286" y="2658"/>
                    </a:lnTo>
                    <a:lnTo>
                      <a:pt x="3391" y="2658"/>
                    </a:lnTo>
                    <a:lnTo>
                      <a:pt x="3537" y="2721"/>
                    </a:lnTo>
                    <a:lnTo>
                      <a:pt x="3558" y="2825"/>
                    </a:lnTo>
                    <a:lnTo>
                      <a:pt x="3725" y="2867"/>
                    </a:lnTo>
                    <a:lnTo>
                      <a:pt x="3830" y="2867"/>
                    </a:lnTo>
                    <a:lnTo>
                      <a:pt x="3914" y="2825"/>
                    </a:lnTo>
                    <a:lnTo>
                      <a:pt x="3914" y="2825"/>
                    </a:lnTo>
                    <a:lnTo>
                      <a:pt x="3830" y="2951"/>
                    </a:lnTo>
                    <a:lnTo>
                      <a:pt x="3851" y="2972"/>
                    </a:lnTo>
                    <a:lnTo>
                      <a:pt x="3935" y="2951"/>
                    </a:lnTo>
                    <a:lnTo>
                      <a:pt x="3955" y="3014"/>
                    </a:lnTo>
                    <a:lnTo>
                      <a:pt x="4081" y="2972"/>
                    </a:lnTo>
                    <a:lnTo>
                      <a:pt x="4018" y="3035"/>
                    </a:lnTo>
                    <a:lnTo>
                      <a:pt x="4060" y="3076"/>
                    </a:lnTo>
                    <a:lnTo>
                      <a:pt x="4039" y="3139"/>
                    </a:lnTo>
                    <a:lnTo>
                      <a:pt x="4081" y="3181"/>
                    </a:lnTo>
                    <a:lnTo>
                      <a:pt x="4186" y="3160"/>
                    </a:lnTo>
                    <a:lnTo>
                      <a:pt x="4081" y="3265"/>
                    </a:lnTo>
                    <a:lnTo>
                      <a:pt x="4081" y="3328"/>
                    </a:lnTo>
                    <a:lnTo>
                      <a:pt x="4227" y="3453"/>
                    </a:lnTo>
                    <a:lnTo>
                      <a:pt x="4186" y="3558"/>
                    </a:lnTo>
                    <a:lnTo>
                      <a:pt x="4227" y="3641"/>
                    </a:lnTo>
                    <a:lnTo>
                      <a:pt x="4332" y="3704"/>
                    </a:lnTo>
                    <a:lnTo>
                      <a:pt x="4479" y="3809"/>
                    </a:lnTo>
                    <a:lnTo>
                      <a:pt x="4499" y="3872"/>
                    </a:lnTo>
                    <a:lnTo>
                      <a:pt x="4374" y="3872"/>
                    </a:lnTo>
                    <a:lnTo>
                      <a:pt x="4353" y="3955"/>
                    </a:lnTo>
                    <a:lnTo>
                      <a:pt x="4437" y="4018"/>
                    </a:lnTo>
                    <a:lnTo>
                      <a:pt x="4541" y="4081"/>
                    </a:lnTo>
                    <a:lnTo>
                      <a:pt x="4667" y="4060"/>
                    </a:lnTo>
                    <a:lnTo>
                      <a:pt x="4751" y="4081"/>
                    </a:lnTo>
                    <a:lnTo>
                      <a:pt x="4688" y="4081"/>
                    </a:lnTo>
                    <a:lnTo>
                      <a:pt x="4562" y="4123"/>
                    </a:lnTo>
                    <a:lnTo>
                      <a:pt x="4499" y="4102"/>
                    </a:lnTo>
                    <a:lnTo>
                      <a:pt x="4458" y="4123"/>
                    </a:lnTo>
                    <a:lnTo>
                      <a:pt x="4499" y="4206"/>
                    </a:lnTo>
                    <a:lnTo>
                      <a:pt x="4583" y="4227"/>
                    </a:lnTo>
                    <a:lnTo>
                      <a:pt x="4562" y="4395"/>
                    </a:lnTo>
                    <a:lnTo>
                      <a:pt x="4541" y="4416"/>
                    </a:lnTo>
                    <a:lnTo>
                      <a:pt x="4541" y="4499"/>
                    </a:lnTo>
                    <a:lnTo>
                      <a:pt x="4499" y="4583"/>
                    </a:lnTo>
                    <a:lnTo>
                      <a:pt x="4458" y="4604"/>
                    </a:lnTo>
                    <a:lnTo>
                      <a:pt x="4541" y="4709"/>
                    </a:lnTo>
                    <a:lnTo>
                      <a:pt x="4667" y="4625"/>
                    </a:lnTo>
                    <a:lnTo>
                      <a:pt x="4709" y="4688"/>
                    </a:lnTo>
                    <a:lnTo>
                      <a:pt x="4792" y="4688"/>
                    </a:lnTo>
                    <a:lnTo>
                      <a:pt x="4897" y="4625"/>
                    </a:lnTo>
                    <a:lnTo>
                      <a:pt x="5064" y="4625"/>
                    </a:lnTo>
                    <a:lnTo>
                      <a:pt x="5127" y="4583"/>
                    </a:lnTo>
                    <a:lnTo>
                      <a:pt x="5169" y="4478"/>
                    </a:lnTo>
                    <a:lnTo>
                      <a:pt x="5169" y="4583"/>
                    </a:lnTo>
                    <a:lnTo>
                      <a:pt x="5106" y="4688"/>
                    </a:lnTo>
                    <a:lnTo>
                      <a:pt x="5127" y="4750"/>
                    </a:lnTo>
                    <a:lnTo>
                      <a:pt x="5190" y="4792"/>
                    </a:lnTo>
                    <a:lnTo>
                      <a:pt x="5316" y="4897"/>
                    </a:lnTo>
                    <a:lnTo>
                      <a:pt x="5295" y="4939"/>
                    </a:lnTo>
                    <a:lnTo>
                      <a:pt x="5336" y="5022"/>
                    </a:lnTo>
                    <a:lnTo>
                      <a:pt x="5504" y="5211"/>
                    </a:lnTo>
                    <a:lnTo>
                      <a:pt x="5629" y="5232"/>
                    </a:lnTo>
                    <a:lnTo>
                      <a:pt x="5692" y="5253"/>
                    </a:lnTo>
                    <a:lnTo>
                      <a:pt x="5713" y="3851"/>
                    </a:lnTo>
                    <a:lnTo>
                      <a:pt x="5713" y="3788"/>
                    </a:lnTo>
                    <a:lnTo>
                      <a:pt x="5713" y="3704"/>
                    </a:lnTo>
                    <a:lnTo>
                      <a:pt x="5734" y="3537"/>
                    </a:lnTo>
                    <a:lnTo>
                      <a:pt x="5818" y="1382"/>
                    </a:lnTo>
                    <a:lnTo>
                      <a:pt x="5713" y="1403"/>
                    </a:lnTo>
                    <a:lnTo>
                      <a:pt x="5629" y="1382"/>
                    </a:lnTo>
                    <a:lnTo>
                      <a:pt x="5629" y="1298"/>
                    </a:lnTo>
                    <a:lnTo>
                      <a:pt x="5650" y="1256"/>
                    </a:lnTo>
                    <a:lnTo>
                      <a:pt x="5546" y="1193"/>
                    </a:lnTo>
                    <a:lnTo>
                      <a:pt x="5441" y="1193"/>
                    </a:lnTo>
                    <a:lnTo>
                      <a:pt x="5316" y="1172"/>
                    </a:lnTo>
                    <a:lnTo>
                      <a:pt x="5232" y="1152"/>
                    </a:lnTo>
                    <a:lnTo>
                      <a:pt x="5169" y="1172"/>
                    </a:lnTo>
                    <a:lnTo>
                      <a:pt x="4813" y="1026"/>
                    </a:lnTo>
                    <a:lnTo>
                      <a:pt x="4667" y="984"/>
                    </a:lnTo>
                    <a:lnTo>
                      <a:pt x="4562" y="963"/>
                    </a:lnTo>
                    <a:lnTo>
                      <a:pt x="4458" y="880"/>
                    </a:lnTo>
                    <a:lnTo>
                      <a:pt x="4248" y="838"/>
                    </a:lnTo>
                    <a:lnTo>
                      <a:pt x="4060" y="754"/>
                    </a:lnTo>
                    <a:lnTo>
                      <a:pt x="3976" y="670"/>
                    </a:lnTo>
                    <a:lnTo>
                      <a:pt x="3830" y="649"/>
                    </a:lnTo>
                    <a:lnTo>
                      <a:pt x="3537" y="838"/>
                    </a:lnTo>
                    <a:lnTo>
                      <a:pt x="3537" y="880"/>
                    </a:lnTo>
                    <a:lnTo>
                      <a:pt x="3600" y="984"/>
                    </a:lnTo>
                    <a:lnTo>
                      <a:pt x="3558" y="1068"/>
                    </a:lnTo>
                    <a:lnTo>
                      <a:pt x="3391" y="1089"/>
                    </a:lnTo>
                    <a:lnTo>
                      <a:pt x="3286" y="1131"/>
                    </a:lnTo>
                    <a:lnTo>
                      <a:pt x="3223" y="1131"/>
                    </a:lnTo>
                    <a:lnTo>
                      <a:pt x="3181" y="1089"/>
                    </a:lnTo>
                    <a:lnTo>
                      <a:pt x="3119" y="1172"/>
                    </a:lnTo>
                    <a:lnTo>
                      <a:pt x="3119" y="1277"/>
                    </a:lnTo>
                    <a:lnTo>
                      <a:pt x="2993" y="1340"/>
                    </a:lnTo>
                    <a:lnTo>
                      <a:pt x="2888" y="1361"/>
                    </a:lnTo>
                    <a:lnTo>
                      <a:pt x="2805" y="1465"/>
                    </a:lnTo>
                    <a:lnTo>
                      <a:pt x="2805" y="1612"/>
                    </a:lnTo>
                    <a:lnTo>
                      <a:pt x="2763" y="1654"/>
                    </a:lnTo>
                    <a:lnTo>
                      <a:pt x="2700" y="1696"/>
                    </a:lnTo>
                    <a:lnTo>
                      <a:pt x="2658" y="1800"/>
                    </a:lnTo>
                    <a:lnTo>
                      <a:pt x="2554" y="1821"/>
                    </a:lnTo>
                    <a:lnTo>
                      <a:pt x="2449" y="1821"/>
                    </a:lnTo>
                    <a:lnTo>
                      <a:pt x="2386" y="1779"/>
                    </a:lnTo>
                    <a:lnTo>
                      <a:pt x="2261" y="1675"/>
                    </a:lnTo>
                    <a:lnTo>
                      <a:pt x="2240" y="1570"/>
                    </a:lnTo>
                    <a:lnTo>
                      <a:pt x="2177" y="1591"/>
                    </a:lnTo>
                    <a:lnTo>
                      <a:pt x="2156" y="1465"/>
                    </a:lnTo>
                    <a:lnTo>
                      <a:pt x="2156" y="1361"/>
                    </a:lnTo>
                    <a:lnTo>
                      <a:pt x="2072" y="1298"/>
                    </a:lnTo>
                    <a:lnTo>
                      <a:pt x="2031" y="1382"/>
                    </a:lnTo>
                    <a:lnTo>
                      <a:pt x="2051" y="1507"/>
                    </a:lnTo>
                    <a:lnTo>
                      <a:pt x="1989" y="1507"/>
                    </a:lnTo>
                    <a:lnTo>
                      <a:pt x="1926" y="1444"/>
                    </a:lnTo>
                    <a:lnTo>
                      <a:pt x="1863" y="1298"/>
                    </a:lnTo>
                    <a:lnTo>
                      <a:pt x="1842" y="1047"/>
                    </a:lnTo>
                    <a:lnTo>
                      <a:pt x="1821" y="880"/>
                    </a:lnTo>
                    <a:lnTo>
                      <a:pt x="1863" y="775"/>
                    </a:lnTo>
                    <a:lnTo>
                      <a:pt x="1947" y="670"/>
                    </a:lnTo>
                    <a:lnTo>
                      <a:pt x="1884" y="566"/>
                    </a:lnTo>
                    <a:lnTo>
                      <a:pt x="1821" y="503"/>
                    </a:lnTo>
                    <a:lnTo>
                      <a:pt x="1821" y="335"/>
                    </a:lnTo>
                    <a:lnTo>
                      <a:pt x="1842" y="294"/>
                    </a:lnTo>
                    <a:lnTo>
                      <a:pt x="1779" y="231"/>
                    </a:lnTo>
                    <a:lnTo>
                      <a:pt x="1612" y="210"/>
                    </a:lnTo>
                    <a:lnTo>
                      <a:pt x="1424" y="231"/>
                    </a:lnTo>
                    <a:lnTo>
                      <a:pt x="1235" y="105"/>
                    </a:lnTo>
                    <a:lnTo>
                      <a:pt x="92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Google Shape;9252;p128">
                <a:extLst>
                  <a:ext uri="{FF2B5EF4-FFF2-40B4-BE49-F238E27FC236}">
                    <a16:creationId xmlns:a16="http://schemas.microsoft.com/office/drawing/2014/main" id="{1D6771A9-E76C-6596-C43F-10B63D46AF81}"/>
                  </a:ext>
                </a:extLst>
              </p:cNvPr>
              <p:cNvSpPr/>
              <p:nvPr/>
            </p:nvSpPr>
            <p:spPr>
              <a:xfrm>
                <a:off x="5268100" y="3181025"/>
                <a:ext cx="143350" cy="129750"/>
              </a:xfrm>
              <a:custGeom>
                <a:avLst/>
                <a:gdLst/>
                <a:ahLst/>
                <a:cxnLst/>
                <a:rect l="l" t="t" r="r" b="b"/>
                <a:pathLst>
                  <a:path w="5734" h="5190" extrusionOk="0">
                    <a:moveTo>
                      <a:pt x="4060" y="0"/>
                    </a:moveTo>
                    <a:lnTo>
                      <a:pt x="3955" y="147"/>
                    </a:lnTo>
                    <a:lnTo>
                      <a:pt x="3955" y="209"/>
                    </a:lnTo>
                    <a:lnTo>
                      <a:pt x="3892" y="314"/>
                    </a:lnTo>
                    <a:lnTo>
                      <a:pt x="3892" y="398"/>
                    </a:lnTo>
                    <a:lnTo>
                      <a:pt x="3767" y="837"/>
                    </a:lnTo>
                    <a:lnTo>
                      <a:pt x="3579" y="1109"/>
                    </a:lnTo>
                    <a:lnTo>
                      <a:pt x="3516" y="1360"/>
                    </a:lnTo>
                    <a:lnTo>
                      <a:pt x="3265" y="1716"/>
                    </a:lnTo>
                    <a:lnTo>
                      <a:pt x="3307" y="1779"/>
                    </a:lnTo>
                    <a:lnTo>
                      <a:pt x="3014" y="1842"/>
                    </a:lnTo>
                    <a:lnTo>
                      <a:pt x="2783" y="1967"/>
                    </a:lnTo>
                    <a:lnTo>
                      <a:pt x="2637" y="1967"/>
                    </a:lnTo>
                    <a:lnTo>
                      <a:pt x="2595" y="1883"/>
                    </a:lnTo>
                    <a:lnTo>
                      <a:pt x="2470" y="1842"/>
                    </a:lnTo>
                    <a:lnTo>
                      <a:pt x="2177" y="1842"/>
                    </a:lnTo>
                    <a:lnTo>
                      <a:pt x="2093" y="1925"/>
                    </a:lnTo>
                    <a:lnTo>
                      <a:pt x="1758" y="2051"/>
                    </a:lnTo>
                    <a:lnTo>
                      <a:pt x="1444" y="2030"/>
                    </a:lnTo>
                    <a:lnTo>
                      <a:pt x="1361" y="2072"/>
                    </a:lnTo>
                    <a:lnTo>
                      <a:pt x="1235" y="2051"/>
                    </a:lnTo>
                    <a:lnTo>
                      <a:pt x="1214" y="2134"/>
                    </a:lnTo>
                    <a:lnTo>
                      <a:pt x="1047" y="2176"/>
                    </a:lnTo>
                    <a:lnTo>
                      <a:pt x="942" y="2155"/>
                    </a:lnTo>
                    <a:lnTo>
                      <a:pt x="921" y="2051"/>
                    </a:lnTo>
                    <a:lnTo>
                      <a:pt x="796" y="1946"/>
                    </a:lnTo>
                    <a:lnTo>
                      <a:pt x="754" y="1883"/>
                    </a:lnTo>
                    <a:lnTo>
                      <a:pt x="566" y="1758"/>
                    </a:lnTo>
                    <a:lnTo>
                      <a:pt x="440" y="1549"/>
                    </a:lnTo>
                    <a:lnTo>
                      <a:pt x="377" y="1570"/>
                    </a:lnTo>
                    <a:lnTo>
                      <a:pt x="314" y="1653"/>
                    </a:lnTo>
                    <a:lnTo>
                      <a:pt x="168" y="1842"/>
                    </a:lnTo>
                    <a:lnTo>
                      <a:pt x="84" y="1988"/>
                    </a:lnTo>
                    <a:lnTo>
                      <a:pt x="84" y="2072"/>
                    </a:lnTo>
                    <a:lnTo>
                      <a:pt x="105" y="2155"/>
                    </a:lnTo>
                    <a:lnTo>
                      <a:pt x="84" y="2239"/>
                    </a:lnTo>
                    <a:lnTo>
                      <a:pt x="1" y="2281"/>
                    </a:lnTo>
                    <a:lnTo>
                      <a:pt x="22" y="2490"/>
                    </a:lnTo>
                    <a:lnTo>
                      <a:pt x="210" y="2699"/>
                    </a:lnTo>
                    <a:lnTo>
                      <a:pt x="231" y="2804"/>
                    </a:lnTo>
                    <a:lnTo>
                      <a:pt x="189" y="2762"/>
                    </a:lnTo>
                    <a:lnTo>
                      <a:pt x="168" y="2804"/>
                    </a:lnTo>
                    <a:lnTo>
                      <a:pt x="210" y="2930"/>
                    </a:lnTo>
                    <a:lnTo>
                      <a:pt x="335" y="2971"/>
                    </a:lnTo>
                    <a:lnTo>
                      <a:pt x="419" y="2971"/>
                    </a:lnTo>
                    <a:lnTo>
                      <a:pt x="607" y="2909"/>
                    </a:lnTo>
                    <a:lnTo>
                      <a:pt x="733" y="2825"/>
                    </a:lnTo>
                    <a:lnTo>
                      <a:pt x="838" y="2867"/>
                    </a:lnTo>
                    <a:lnTo>
                      <a:pt x="733" y="2867"/>
                    </a:lnTo>
                    <a:lnTo>
                      <a:pt x="607" y="2971"/>
                    </a:lnTo>
                    <a:lnTo>
                      <a:pt x="398" y="3013"/>
                    </a:lnTo>
                    <a:lnTo>
                      <a:pt x="314" y="3097"/>
                    </a:lnTo>
                    <a:lnTo>
                      <a:pt x="210" y="3097"/>
                    </a:lnTo>
                    <a:lnTo>
                      <a:pt x="210" y="3139"/>
                    </a:lnTo>
                    <a:lnTo>
                      <a:pt x="335" y="3181"/>
                    </a:lnTo>
                    <a:lnTo>
                      <a:pt x="503" y="3243"/>
                    </a:lnTo>
                    <a:lnTo>
                      <a:pt x="649" y="3411"/>
                    </a:lnTo>
                    <a:lnTo>
                      <a:pt x="712" y="3515"/>
                    </a:lnTo>
                    <a:lnTo>
                      <a:pt x="733" y="3620"/>
                    </a:lnTo>
                    <a:lnTo>
                      <a:pt x="649" y="3746"/>
                    </a:lnTo>
                    <a:lnTo>
                      <a:pt x="566" y="3829"/>
                    </a:lnTo>
                    <a:lnTo>
                      <a:pt x="607" y="3871"/>
                    </a:lnTo>
                    <a:lnTo>
                      <a:pt x="712" y="3955"/>
                    </a:lnTo>
                    <a:lnTo>
                      <a:pt x="733" y="4227"/>
                    </a:lnTo>
                    <a:lnTo>
                      <a:pt x="733" y="4352"/>
                    </a:lnTo>
                    <a:lnTo>
                      <a:pt x="817" y="4499"/>
                    </a:lnTo>
                    <a:lnTo>
                      <a:pt x="858" y="4499"/>
                    </a:lnTo>
                    <a:lnTo>
                      <a:pt x="963" y="4436"/>
                    </a:lnTo>
                    <a:lnTo>
                      <a:pt x="1005" y="4499"/>
                    </a:lnTo>
                    <a:lnTo>
                      <a:pt x="1130" y="4499"/>
                    </a:lnTo>
                    <a:lnTo>
                      <a:pt x="1214" y="4541"/>
                    </a:lnTo>
                    <a:lnTo>
                      <a:pt x="1361" y="4541"/>
                    </a:lnTo>
                    <a:lnTo>
                      <a:pt x="1444" y="4457"/>
                    </a:lnTo>
                    <a:lnTo>
                      <a:pt x="1528" y="4499"/>
                    </a:lnTo>
                    <a:lnTo>
                      <a:pt x="1591" y="4457"/>
                    </a:lnTo>
                    <a:lnTo>
                      <a:pt x="1654" y="4352"/>
                    </a:lnTo>
                    <a:lnTo>
                      <a:pt x="1654" y="4290"/>
                    </a:lnTo>
                    <a:lnTo>
                      <a:pt x="1674" y="4373"/>
                    </a:lnTo>
                    <a:lnTo>
                      <a:pt x="1654" y="4478"/>
                    </a:lnTo>
                    <a:lnTo>
                      <a:pt x="1695" y="4603"/>
                    </a:lnTo>
                    <a:lnTo>
                      <a:pt x="1737" y="4792"/>
                    </a:lnTo>
                    <a:lnTo>
                      <a:pt x="1695" y="4896"/>
                    </a:lnTo>
                    <a:lnTo>
                      <a:pt x="1779" y="4896"/>
                    </a:lnTo>
                    <a:lnTo>
                      <a:pt x="1905" y="4750"/>
                    </a:lnTo>
                    <a:lnTo>
                      <a:pt x="1988" y="4708"/>
                    </a:lnTo>
                    <a:lnTo>
                      <a:pt x="2051" y="4771"/>
                    </a:lnTo>
                    <a:lnTo>
                      <a:pt x="2114" y="4750"/>
                    </a:lnTo>
                    <a:lnTo>
                      <a:pt x="2135" y="4687"/>
                    </a:lnTo>
                    <a:lnTo>
                      <a:pt x="2302" y="4687"/>
                    </a:lnTo>
                    <a:lnTo>
                      <a:pt x="2386" y="4583"/>
                    </a:lnTo>
                    <a:lnTo>
                      <a:pt x="2428" y="4583"/>
                    </a:lnTo>
                    <a:lnTo>
                      <a:pt x="2532" y="4645"/>
                    </a:lnTo>
                    <a:lnTo>
                      <a:pt x="2616" y="4583"/>
                    </a:lnTo>
                    <a:lnTo>
                      <a:pt x="2658" y="4645"/>
                    </a:lnTo>
                    <a:lnTo>
                      <a:pt x="2658" y="4750"/>
                    </a:lnTo>
                    <a:lnTo>
                      <a:pt x="2721" y="4792"/>
                    </a:lnTo>
                    <a:lnTo>
                      <a:pt x="2825" y="4813"/>
                    </a:lnTo>
                    <a:lnTo>
                      <a:pt x="2804" y="4750"/>
                    </a:lnTo>
                    <a:lnTo>
                      <a:pt x="2825" y="4666"/>
                    </a:lnTo>
                    <a:lnTo>
                      <a:pt x="2888" y="4750"/>
                    </a:lnTo>
                    <a:lnTo>
                      <a:pt x="2993" y="4771"/>
                    </a:lnTo>
                    <a:lnTo>
                      <a:pt x="3035" y="4750"/>
                    </a:lnTo>
                    <a:lnTo>
                      <a:pt x="3097" y="4813"/>
                    </a:lnTo>
                    <a:lnTo>
                      <a:pt x="3139" y="4792"/>
                    </a:lnTo>
                    <a:lnTo>
                      <a:pt x="3160" y="4855"/>
                    </a:lnTo>
                    <a:lnTo>
                      <a:pt x="3223" y="4917"/>
                    </a:lnTo>
                    <a:lnTo>
                      <a:pt x="3181" y="5022"/>
                    </a:lnTo>
                    <a:lnTo>
                      <a:pt x="3244" y="5189"/>
                    </a:lnTo>
                    <a:lnTo>
                      <a:pt x="3348" y="5168"/>
                    </a:lnTo>
                    <a:lnTo>
                      <a:pt x="3579" y="5064"/>
                    </a:lnTo>
                    <a:lnTo>
                      <a:pt x="3746" y="5022"/>
                    </a:lnTo>
                    <a:lnTo>
                      <a:pt x="3955" y="4896"/>
                    </a:lnTo>
                    <a:lnTo>
                      <a:pt x="4060" y="4666"/>
                    </a:lnTo>
                    <a:lnTo>
                      <a:pt x="4060" y="4583"/>
                    </a:lnTo>
                    <a:lnTo>
                      <a:pt x="4102" y="4457"/>
                    </a:lnTo>
                    <a:lnTo>
                      <a:pt x="4143" y="4478"/>
                    </a:lnTo>
                    <a:lnTo>
                      <a:pt x="4185" y="4478"/>
                    </a:lnTo>
                    <a:lnTo>
                      <a:pt x="4269" y="4290"/>
                    </a:lnTo>
                    <a:lnTo>
                      <a:pt x="4227" y="4269"/>
                    </a:lnTo>
                    <a:lnTo>
                      <a:pt x="4185" y="4227"/>
                    </a:lnTo>
                    <a:lnTo>
                      <a:pt x="4185" y="4164"/>
                    </a:lnTo>
                    <a:lnTo>
                      <a:pt x="4206" y="4185"/>
                    </a:lnTo>
                    <a:lnTo>
                      <a:pt x="4290" y="4227"/>
                    </a:lnTo>
                    <a:lnTo>
                      <a:pt x="4353" y="4143"/>
                    </a:lnTo>
                    <a:lnTo>
                      <a:pt x="4311" y="4059"/>
                    </a:lnTo>
                    <a:lnTo>
                      <a:pt x="4269" y="4059"/>
                    </a:lnTo>
                    <a:lnTo>
                      <a:pt x="4206" y="4039"/>
                    </a:lnTo>
                    <a:lnTo>
                      <a:pt x="4290" y="3976"/>
                    </a:lnTo>
                    <a:lnTo>
                      <a:pt x="4290" y="3871"/>
                    </a:lnTo>
                    <a:lnTo>
                      <a:pt x="4143" y="3871"/>
                    </a:lnTo>
                    <a:lnTo>
                      <a:pt x="4185" y="3808"/>
                    </a:lnTo>
                    <a:lnTo>
                      <a:pt x="4164" y="3746"/>
                    </a:lnTo>
                    <a:lnTo>
                      <a:pt x="4164" y="3746"/>
                    </a:lnTo>
                    <a:lnTo>
                      <a:pt x="4227" y="3767"/>
                    </a:lnTo>
                    <a:lnTo>
                      <a:pt x="4353" y="3725"/>
                    </a:lnTo>
                    <a:lnTo>
                      <a:pt x="4374" y="3620"/>
                    </a:lnTo>
                    <a:lnTo>
                      <a:pt x="4457" y="3515"/>
                    </a:lnTo>
                    <a:lnTo>
                      <a:pt x="4478" y="3390"/>
                    </a:lnTo>
                    <a:lnTo>
                      <a:pt x="4457" y="3306"/>
                    </a:lnTo>
                    <a:lnTo>
                      <a:pt x="4499" y="3348"/>
                    </a:lnTo>
                    <a:lnTo>
                      <a:pt x="4562" y="3453"/>
                    </a:lnTo>
                    <a:lnTo>
                      <a:pt x="4625" y="3348"/>
                    </a:lnTo>
                    <a:lnTo>
                      <a:pt x="4708" y="3243"/>
                    </a:lnTo>
                    <a:lnTo>
                      <a:pt x="4667" y="3097"/>
                    </a:lnTo>
                    <a:lnTo>
                      <a:pt x="4813" y="2971"/>
                    </a:lnTo>
                    <a:lnTo>
                      <a:pt x="4834" y="2783"/>
                    </a:lnTo>
                    <a:lnTo>
                      <a:pt x="4897" y="2699"/>
                    </a:lnTo>
                    <a:lnTo>
                      <a:pt x="4918" y="2469"/>
                    </a:lnTo>
                    <a:lnTo>
                      <a:pt x="4980" y="2406"/>
                    </a:lnTo>
                    <a:lnTo>
                      <a:pt x="4980" y="2344"/>
                    </a:lnTo>
                    <a:lnTo>
                      <a:pt x="5106" y="2197"/>
                    </a:lnTo>
                    <a:lnTo>
                      <a:pt x="5148" y="2281"/>
                    </a:lnTo>
                    <a:lnTo>
                      <a:pt x="5190" y="2239"/>
                    </a:lnTo>
                    <a:lnTo>
                      <a:pt x="5148" y="2072"/>
                    </a:lnTo>
                    <a:lnTo>
                      <a:pt x="5148" y="2072"/>
                    </a:lnTo>
                    <a:lnTo>
                      <a:pt x="5336" y="2260"/>
                    </a:lnTo>
                    <a:lnTo>
                      <a:pt x="5462" y="2260"/>
                    </a:lnTo>
                    <a:lnTo>
                      <a:pt x="5545" y="2197"/>
                    </a:lnTo>
                    <a:lnTo>
                      <a:pt x="5629" y="2239"/>
                    </a:lnTo>
                    <a:lnTo>
                      <a:pt x="5713" y="2197"/>
                    </a:lnTo>
                    <a:lnTo>
                      <a:pt x="5734" y="2093"/>
                    </a:lnTo>
                    <a:lnTo>
                      <a:pt x="5629" y="2072"/>
                    </a:lnTo>
                    <a:lnTo>
                      <a:pt x="5608" y="2030"/>
                    </a:lnTo>
                    <a:lnTo>
                      <a:pt x="5503" y="1883"/>
                    </a:lnTo>
                    <a:lnTo>
                      <a:pt x="5420" y="1883"/>
                    </a:lnTo>
                    <a:lnTo>
                      <a:pt x="5190" y="1674"/>
                    </a:lnTo>
                    <a:lnTo>
                      <a:pt x="5106" y="1632"/>
                    </a:lnTo>
                    <a:lnTo>
                      <a:pt x="5085" y="1528"/>
                    </a:lnTo>
                    <a:lnTo>
                      <a:pt x="5022" y="1465"/>
                    </a:lnTo>
                    <a:lnTo>
                      <a:pt x="5043" y="1423"/>
                    </a:lnTo>
                    <a:lnTo>
                      <a:pt x="5190" y="1360"/>
                    </a:lnTo>
                    <a:lnTo>
                      <a:pt x="5231" y="1256"/>
                    </a:lnTo>
                    <a:lnTo>
                      <a:pt x="5148" y="1193"/>
                    </a:lnTo>
                    <a:lnTo>
                      <a:pt x="4980" y="1005"/>
                    </a:lnTo>
                    <a:lnTo>
                      <a:pt x="4918" y="879"/>
                    </a:lnTo>
                    <a:lnTo>
                      <a:pt x="4834" y="795"/>
                    </a:lnTo>
                    <a:lnTo>
                      <a:pt x="4876" y="712"/>
                    </a:lnTo>
                    <a:lnTo>
                      <a:pt x="4918" y="691"/>
                    </a:lnTo>
                    <a:lnTo>
                      <a:pt x="4918" y="628"/>
                    </a:lnTo>
                    <a:lnTo>
                      <a:pt x="4876" y="607"/>
                    </a:lnTo>
                    <a:lnTo>
                      <a:pt x="4750" y="482"/>
                    </a:lnTo>
                    <a:lnTo>
                      <a:pt x="4813" y="461"/>
                    </a:lnTo>
                    <a:lnTo>
                      <a:pt x="4939" y="482"/>
                    </a:lnTo>
                    <a:lnTo>
                      <a:pt x="5085" y="461"/>
                    </a:lnTo>
                    <a:lnTo>
                      <a:pt x="4980" y="314"/>
                    </a:lnTo>
                    <a:lnTo>
                      <a:pt x="4834" y="272"/>
                    </a:lnTo>
                    <a:lnTo>
                      <a:pt x="4897" y="209"/>
                    </a:lnTo>
                    <a:lnTo>
                      <a:pt x="4876" y="168"/>
                    </a:lnTo>
                    <a:lnTo>
                      <a:pt x="4939" y="147"/>
                    </a:lnTo>
                    <a:lnTo>
                      <a:pt x="4939" y="105"/>
                    </a:lnTo>
                    <a:lnTo>
                      <a:pt x="4813" y="84"/>
                    </a:lnTo>
                    <a:lnTo>
                      <a:pt x="4667" y="84"/>
                    </a:lnTo>
                    <a:lnTo>
                      <a:pt x="4604" y="42"/>
                    </a:lnTo>
                    <a:lnTo>
                      <a:pt x="4164" y="42"/>
                    </a:lnTo>
                    <a:lnTo>
                      <a:pt x="406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Google Shape;9253;p128">
                <a:extLst>
                  <a:ext uri="{FF2B5EF4-FFF2-40B4-BE49-F238E27FC236}">
                    <a16:creationId xmlns:a16="http://schemas.microsoft.com/office/drawing/2014/main" id="{9E533BEF-69CD-01CF-D5B5-2D316C3A5160}"/>
                  </a:ext>
                </a:extLst>
              </p:cNvPr>
              <p:cNvSpPr/>
              <p:nvPr/>
            </p:nvSpPr>
            <p:spPr>
              <a:xfrm>
                <a:off x="5068275" y="3161675"/>
                <a:ext cx="431050" cy="221800"/>
              </a:xfrm>
              <a:custGeom>
                <a:avLst/>
                <a:gdLst/>
                <a:ahLst/>
                <a:cxnLst/>
                <a:rect l="l" t="t" r="r" b="b"/>
                <a:pathLst>
                  <a:path w="17242" h="8872" extrusionOk="0">
                    <a:moveTo>
                      <a:pt x="16991" y="8202"/>
                    </a:moveTo>
                    <a:lnTo>
                      <a:pt x="16886" y="8265"/>
                    </a:lnTo>
                    <a:lnTo>
                      <a:pt x="16928" y="8286"/>
                    </a:lnTo>
                    <a:lnTo>
                      <a:pt x="16907" y="8307"/>
                    </a:lnTo>
                    <a:cubicBezTo>
                      <a:pt x="16886" y="8307"/>
                      <a:pt x="16823" y="8349"/>
                      <a:pt x="16802" y="8349"/>
                    </a:cubicBezTo>
                    <a:lnTo>
                      <a:pt x="16802" y="8307"/>
                    </a:lnTo>
                    <a:lnTo>
                      <a:pt x="16782" y="8349"/>
                    </a:lnTo>
                    <a:cubicBezTo>
                      <a:pt x="16677" y="8370"/>
                      <a:pt x="16572" y="8370"/>
                      <a:pt x="16489" y="8390"/>
                    </a:cubicBezTo>
                    <a:lnTo>
                      <a:pt x="16593" y="8286"/>
                    </a:lnTo>
                    <a:lnTo>
                      <a:pt x="16551" y="8265"/>
                    </a:lnTo>
                    <a:lnTo>
                      <a:pt x="16468" y="8307"/>
                    </a:lnTo>
                    <a:lnTo>
                      <a:pt x="16384" y="8307"/>
                    </a:lnTo>
                    <a:lnTo>
                      <a:pt x="16342" y="8349"/>
                    </a:lnTo>
                    <a:lnTo>
                      <a:pt x="16363" y="8390"/>
                    </a:lnTo>
                    <a:lnTo>
                      <a:pt x="16300" y="8453"/>
                    </a:lnTo>
                    <a:lnTo>
                      <a:pt x="16196" y="8453"/>
                    </a:lnTo>
                    <a:lnTo>
                      <a:pt x="16258" y="8495"/>
                    </a:lnTo>
                    <a:lnTo>
                      <a:pt x="16384" y="8474"/>
                    </a:lnTo>
                    <a:lnTo>
                      <a:pt x="16447" y="8411"/>
                    </a:lnTo>
                    <a:cubicBezTo>
                      <a:pt x="16489" y="8411"/>
                      <a:pt x="16551" y="8411"/>
                      <a:pt x="16614" y="8390"/>
                    </a:cubicBezTo>
                    <a:lnTo>
                      <a:pt x="16614" y="8390"/>
                    </a:lnTo>
                    <a:lnTo>
                      <a:pt x="16593" y="8411"/>
                    </a:lnTo>
                    <a:lnTo>
                      <a:pt x="16677" y="8411"/>
                    </a:lnTo>
                    <a:lnTo>
                      <a:pt x="16719" y="8474"/>
                    </a:lnTo>
                    <a:lnTo>
                      <a:pt x="16802" y="8370"/>
                    </a:lnTo>
                    <a:cubicBezTo>
                      <a:pt x="16823" y="8370"/>
                      <a:pt x="16886" y="8349"/>
                      <a:pt x="16907" y="8349"/>
                    </a:cubicBezTo>
                    <a:lnTo>
                      <a:pt x="16907" y="8370"/>
                    </a:lnTo>
                    <a:lnTo>
                      <a:pt x="17012" y="8390"/>
                    </a:lnTo>
                    <a:lnTo>
                      <a:pt x="17200" y="8307"/>
                    </a:lnTo>
                    <a:lnTo>
                      <a:pt x="17242" y="8244"/>
                    </a:lnTo>
                    <a:lnTo>
                      <a:pt x="17200" y="8202"/>
                    </a:lnTo>
                    <a:lnTo>
                      <a:pt x="17033" y="8244"/>
                    </a:lnTo>
                    <a:lnTo>
                      <a:pt x="16991" y="8202"/>
                    </a:lnTo>
                    <a:close/>
                    <a:moveTo>
                      <a:pt x="16070" y="8411"/>
                    </a:move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26" y="8475"/>
                      <a:pt x="16037" y="8501"/>
                      <a:pt x="16036" y="8525"/>
                    </a:cubicBezTo>
                    <a:lnTo>
                      <a:pt x="16036" y="8525"/>
                    </a:lnTo>
                    <a:lnTo>
                      <a:pt x="16049" y="8474"/>
                    </a:lnTo>
                    <a:lnTo>
                      <a:pt x="16133" y="8453"/>
                    </a:lnTo>
                    <a:lnTo>
                      <a:pt x="16196" y="8453"/>
                    </a:lnTo>
                    <a:lnTo>
                      <a:pt x="16237" y="8411"/>
                    </a:lnTo>
                    <a:close/>
                    <a:moveTo>
                      <a:pt x="16036" y="8525"/>
                    </a:moveTo>
                    <a:lnTo>
                      <a:pt x="16028" y="8558"/>
                    </a:lnTo>
                    <a:cubicBezTo>
                      <a:pt x="16034" y="8547"/>
                      <a:pt x="16036" y="8536"/>
                      <a:pt x="16036" y="8525"/>
                    </a:cubicBezTo>
                    <a:close/>
                    <a:moveTo>
                      <a:pt x="105" y="0"/>
                    </a:moveTo>
                    <a:lnTo>
                      <a:pt x="22" y="42"/>
                    </a:lnTo>
                    <a:lnTo>
                      <a:pt x="1" y="105"/>
                    </a:lnTo>
                    <a:lnTo>
                      <a:pt x="22" y="251"/>
                    </a:lnTo>
                    <a:lnTo>
                      <a:pt x="168" y="565"/>
                    </a:lnTo>
                    <a:lnTo>
                      <a:pt x="252" y="628"/>
                    </a:lnTo>
                    <a:lnTo>
                      <a:pt x="524" y="879"/>
                    </a:lnTo>
                    <a:lnTo>
                      <a:pt x="587" y="879"/>
                    </a:lnTo>
                    <a:lnTo>
                      <a:pt x="754" y="1067"/>
                    </a:lnTo>
                    <a:lnTo>
                      <a:pt x="838" y="1088"/>
                    </a:lnTo>
                    <a:lnTo>
                      <a:pt x="900" y="1067"/>
                    </a:lnTo>
                    <a:lnTo>
                      <a:pt x="1089" y="1214"/>
                    </a:lnTo>
                    <a:lnTo>
                      <a:pt x="1298" y="1528"/>
                    </a:lnTo>
                    <a:lnTo>
                      <a:pt x="1507" y="1716"/>
                    </a:lnTo>
                    <a:lnTo>
                      <a:pt x="1570" y="1716"/>
                    </a:lnTo>
                    <a:lnTo>
                      <a:pt x="1570" y="1883"/>
                    </a:lnTo>
                    <a:lnTo>
                      <a:pt x="1612" y="1925"/>
                    </a:lnTo>
                    <a:lnTo>
                      <a:pt x="1633" y="2092"/>
                    </a:lnTo>
                    <a:lnTo>
                      <a:pt x="1716" y="2155"/>
                    </a:lnTo>
                    <a:lnTo>
                      <a:pt x="1842" y="2155"/>
                    </a:lnTo>
                    <a:lnTo>
                      <a:pt x="2009" y="2344"/>
                    </a:lnTo>
                    <a:lnTo>
                      <a:pt x="2093" y="2406"/>
                    </a:lnTo>
                    <a:lnTo>
                      <a:pt x="2156" y="2406"/>
                    </a:lnTo>
                    <a:lnTo>
                      <a:pt x="2198" y="2448"/>
                    </a:lnTo>
                    <a:lnTo>
                      <a:pt x="2135" y="2532"/>
                    </a:lnTo>
                    <a:lnTo>
                      <a:pt x="2219" y="2616"/>
                    </a:lnTo>
                    <a:lnTo>
                      <a:pt x="2261" y="2762"/>
                    </a:lnTo>
                    <a:lnTo>
                      <a:pt x="2261" y="2783"/>
                    </a:lnTo>
                    <a:lnTo>
                      <a:pt x="2365" y="3097"/>
                    </a:lnTo>
                    <a:lnTo>
                      <a:pt x="2428" y="3264"/>
                    </a:lnTo>
                    <a:lnTo>
                      <a:pt x="2574" y="3306"/>
                    </a:lnTo>
                    <a:lnTo>
                      <a:pt x="2763" y="3411"/>
                    </a:lnTo>
                    <a:lnTo>
                      <a:pt x="2763" y="3515"/>
                    </a:lnTo>
                    <a:lnTo>
                      <a:pt x="2888" y="3787"/>
                    </a:lnTo>
                    <a:lnTo>
                      <a:pt x="3035" y="3892"/>
                    </a:lnTo>
                    <a:lnTo>
                      <a:pt x="3056" y="4185"/>
                    </a:lnTo>
                    <a:lnTo>
                      <a:pt x="3265" y="4561"/>
                    </a:lnTo>
                    <a:lnTo>
                      <a:pt x="3265" y="4729"/>
                    </a:lnTo>
                    <a:lnTo>
                      <a:pt x="3307" y="4875"/>
                    </a:lnTo>
                    <a:lnTo>
                      <a:pt x="3516" y="5043"/>
                    </a:lnTo>
                    <a:lnTo>
                      <a:pt x="3725" y="5294"/>
                    </a:lnTo>
                    <a:lnTo>
                      <a:pt x="3788" y="5440"/>
                    </a:lnTo>
                    <a:lnTo>
                      <a:pt x="3934" y="5461"/>
                    </a:lnTo>
                    <a:lnTo>
                      <a:pt x="3997" y="5545"/>
                    </a:lnTo>
                    <a:lnTo>
                      <a:pt x="4123" y="5608"/>
                    </a:lnTo>
                    <a:lnTo>
                      <a:pt x="4144" y="5775"/>
                    </a:lnTo>
                    <a:lnTo>
                      <a:pt x="4290" y="5859"/>
                    </a:lnTo>
                    <a:lnTo>
                      <a:pt x="4437" y="6005"/>
                    </a:lnTo>
                    <a:lnTo>
                      <a:pt x="4709" y="6173"/>
                    </a:lnTo>
                    <a:lnTo>
                      <a:pt x="4750" y="6298"/>
                    </a:lnTo>
                    <a:lnTo>
                      <a:pt x="4918" y="6361"/>
                    </a:lnTo>
                    <a:lnTo>
                      <a:pt x="5253" y="6633"/>
                    </a:lnTo>
                    <a:lnTo>
                      <a:pt x="5274" y="6779"/>
                    </a:lnTo>
                    <a:lnTo>
                      <a:pt x="5357" y="6800"/>
                    </a:lnTo>
                    <a:lnTo>
                      <a:pt x="5441" y="6926"/>
                    </a:lnTo>
                    <a:lnTo>
                      <a:pt x="5483" y="6884"/>
                    </a:lnTo>
                    <a:lnTo>
                      <a:pt x="5483" y="6779"/>
                    </a:lnTo>
                    <a:lnTo>
                      <a:pt x="5462" y="6717"/>
                    </a:lnTo>
                    <a:lnTo>
                      <a:pt x="5462" y="6675"/>
                    </a:lnTo>
                    <a:lnTo>
                      <a:pt x="5566" y="6696"/>
                    </a:lnTo>
                    <a:lnTo>
                      <a:pt x="5797" y="6905"/>
                    </a:lnTo>
                    <a:lnTo>
                      <a:pt x="5859" y="6884"/>
                    </a:lnTo>
                    <a:lnTo>
                      <a:pt x="5859" y="6717"/>
                    </a:lnTo>
                    <a:lnTo>
                      <a:pt x="5901" y="6633"/>
                    </a:lnTo>
                    <a:lnTo>
                      <a:pt x="5985" y="6675"/>
                    </a:lnTo>
                    <a:cubicBezTo>
                      <a:pt x="5985" y="6696"/>
                      <a:pt x="6006" y="6696"/>
                      <a:pt x="6006" y="6717"/>
                    </a:cubicBezTo>
                    <a:lnTo>
                      <a:pt x="6090" y="6842"/>
                    </a:lnTo>
                    <a:lnTo>
                      <a:pt x="6110" y="6842"/>
                    </a:lnTo>
                    <a:cubicBezTo>
                      <a:pt x="6173" y="6905"/>
                      <a:pt x="6215" y="6989"/>
                      <a:pt x="6278" y="7030"/>
                    </a:cubicBezTo>
                    <a:lnTo>
                      <a:pt x="6236" y="7051"/>
                    </a:lnTo>
                    <a:lnTo>
                      <a:pt x="6236" y="7198"/>
                    </a:lnTo>
                    <a:lnTo>
                      <a:pt x="6194" y="7323"/>
                    </a:lnTo>
                    <a:lnTo>
                      <a:pt x="6069" y="7344"/>
                    </a:lnTo>
                    <a:lnTo>
                      <a:pt x="6069" y="7449"/>
                    </a:lnTo>
                    <a:lnTo>
                      <a:pt x="5985" y="7470"/>
                    </a:lnTo>
                    <a:lnTo>
                      <a:pt x="5922" y="7428"/>
                    </a:lnTo>
                    <a:lnTo>
                      <a:pt x="5880" y="7428"/>
                    </a:lnTo>
                    <a:lnTo>
                      <a:pt x="5880" y="7512"/>
                    </a:lnTo>
                    <a:lnTo>
                      <a:pt x="5964" y="7554"/>
                    </a:lnTo>
                    <a:lnTo>
                      <a:pt x="6194" y="7554"/>
                    </a:lnTo>
                    <a:lnTo>
                      <a:pt x="6320" y="7512"/>
                    </a:lnTo>
                    <a:lnTo>
                      <a:pt x="6382" y="7616"/>
                    </a:lnTo>
                    <a:lnTo>
                      <a:pt x="6445" y="7658"/>
                    </a:lnTo>
                    <a:lnTo>
                      <a:pt x="6529" y="7637"/>
                    </a:lnTo>
                    <a:lnTo>
                      <a:pt x="6613" y="7637"/>
                    </a:lnTo>
                    <a:lnTo>
                      <a:pt x="6550" y="7679"/>
                    </a:lnTo>
                    <a:lnTo>
                      <a:pt x="6466" y="7826"/>
                    </a:lnTo>
                    <a:lnTo>
                      <a:pt x="6529" y="7867"/>
                    </a:lnTo>
                    <a:lnTo>
                      <a:pt x="6696" y="7888"/>
                    </a:lnTo>
                    <a:lnTo>
                      <a:pt x="6822" y="7951"/>
                    </a:lnTo>
                    <a:lnTo>
                      <a:pt x="6926" y="7888"/>
                    </a:lnTo>
                    <a:lnTo>
                      <a:pt x="6989" y="7951"/>
                    </a:lnTo>
                    <a:lnTo>
                      <a:pt x="7178" y="7951"/>
                    </a:lnTo>
                    <a:lnTo>
                      <a:pt x="7366" y="8077"/>
                    </a:lnTo>
                    <a:lnTo>
                      <a:pt x="7638" y="8160"/>
                    </a:lnTo>
                    <a:lnTo>
                      <a:pt x="7743" y="8035"/>
                    </a:lnTo>
                    <a:lnTo>
                      <a:pt x="7805" y="8035"/>
                    </a:lnTo>
                    <a:lnTo>
                      <a:pt x="7889" y="8139"/>
                    </a:lnTo>
                    <a:lnTo>
                      <a:pt x="7994" y="8160"/>
                    </a:lnTo>
                    <a:lnTo>
                      <a:pt x="8077" y="8077"/>
                    </a:lnTo>
                    <a:lnTo>
                      <a:pt x="8140" y="8077"/>
                    </a:lnTo>
                    <a:lnTo>
                      <a:pt x="8287" y="8181"/>
                    </a:lnTo>
                    <a:lnTo>
                      <a:pt x="8454" y="8181"/>
                    </a:lnTo>
                    <a:lnTo>
                      <a:pt x="8747" y="8370"/>
                    </a:lnTo>
                    <a:lnTo>
                      <a:pt x="9061" y="8474"/>
                    </a:lnTo>
                    <a:lnTo>
                      <a:pt x="9186" y="8390"/>
                    </a:lnTo>
                    <a:lnTo>
                      <a:pt x="9395" y="8390"/>
                    </a:lnTo>
                    <a:lnTo>
                      <a:pt x="9521" y="8495"/>
                    </a:lnTo>
                    <a:lnTo>
                      <a:pt x="9647" y="8390"/>
                    </a:lnTo>
                    <a:lnTo>
                      <a:pt x="9793" y="8411"/>
                    </a:lnTo>
                    <a:lnTo>
                      <a:pt x="9960" y="8495"/>
                    </a:lnTo>
                    <a:lnTo>
                      <a:pt x="10149" y="8495"/>
                    </a:lnTo>
                    <a:lnTo>
                      <a:pt x="10295" y="8411"/>
                    </a:lnTo>
                    <a:lnTo>
                      <a:pt x="10379" y="8411"/>
                    </a:lnTo>
                    <a:lnTo>
                      <a:pt x="10483" y="8516"/>
                    </a:lnTo>
                    <a:lnTo>
                      <a:pt x="10609" y="8558"/>
                    </a:lnTo>
                    <a:lnTo>
                      <a:pt x="10776" y="8683"/>
                    </a:lnTo>
                    <a:lnTo>
                      <a:pt x="10902" y="8662"/>
                    </a:lnTo>
                    <a:lnTo>
                      <a:pt x="10986" y="8725"/>
                    </a:lnTo>
                    <a:lnTo>
                      <a:pt x="11048" y="8704"/>
                    </a:lnTo>
                    <a:lnTo>
                      <a:pt x="11028" y="8516"/>
                    </a:lnTo>
                    <a:lnTo>
                      <a:pt x="10965" y="8474"/>
                    </a:lnTo>
                    <a:lnTo>
                      <a:pt x="11007" y="8453"/>
                    </a:lnTo>
                    <a:cubicBezTo>
                      <a:pt x="11132" y="8453"/>
                      <a:pt x="11237" y="8474"/>
                      <a:pt x="11341" y="8495"/>
                    </a:cubicBezTo>
                    <a:lnTo>
                      <a:pt x="11467" y="8579"/>
                    </a:lnTo>
                    <a:lnTo>
                      <a:pt x="11488" y="8662"/>
                    </a:lnTo>
                    <a:lnTo>
                      <a:pt x="11551" y="8579"/>
                    </a:lnTo>
                    <a:lnTo>
                      <a:pt x="11634" y="8516"/>
                    </a:lnTo>
                    <a:cubicBezTo>
                      <a:pt x="11697" y="8579"/>
                      <a:pt x="11781" y="8600"/>
                      <a:pt x="11864" y="8621"/>
                    </a:cubicBezTo>
                    <a:lnTo>
                      <a:pt x="11844" y="8662"/>
                    </a:lnTo>
                    <a:lnTo>
                      <a:pt x="11864" y="8704"/>
                    </a:lnTo>
                    <a:lnTo>
                      <a:pt x="12053" y="8767"/>
                    </a:lnTo>
                    <a:lnTo>
                      <a:pt x="12157" y="8704"/>
                    </a:lnTo>
                    <a:lnTo>
                      <a:pt x="12220" y="8725"/>
                    </a:lnTo>
                    <a:lnTo>
                      <a:pt x="12220" y="8704"/>
                    </a:lnTo>
                    <a:cubicBezTo>
                      <a:pt x="12262" y="8725"/>
                      <a:pt x="12304" y="8725"/>
                      <a:pt x="12325" y="8767"/>
                    </a:cubicBezTo>
                    <a:lnTo>
                      <a:pt x="12388" y="8809"/>
                    </a:lnTo>
                    <a:lnTo>
                      <a:pt x="12492" y="8872"/>
                    </a:lnTo>
                    <a:lnTo>
                      <a:pt x="12597" y="8830"/>
                    </a:lnTo>
                    <a:lnTo>
                      <a:pt x="12680" y="8830"/>
                    </a:lnTo>
                    <a:lnTo>
                      <a:pt x="12722" y="8872"/>
                    </a:lnTo>
                    <a:lnTo>
                      <a:pt x="12848" y="8809"/>
                    </a:lnTo>
                    <a:lnTo>
                      <a:pt x="12911" y="8725"/>
                    </a:lnTo>
                    <a:lnTo>
                      <a:pt x="13015" y="8767"/>
                    </a:lnTo>
                    <a:lnTo>
                      <a:pt x="13141" y="8704"/>
                    </a:lnTo>
                    <a:lnTo>
                      <a:pt x="13245" y="8725"/>
                    </a:lnTo>
                    <a:lnTo>
                      <a:pt x="13371" y="8621"/>
                    </a:lnTo>
                    <a:lnTo>
                      <a:pt x="13413" y="8704"/>
                    </a:lnTo>
                    <a:lnTo>
                      <a:pt x="13517" y="8683"/>
                    </a:lnTo>
                    <a:lnTo>
                      <a:pt x="13664" y="8704"/>
                    </a:lnTo>
                    <a:lnTo>
                      <a:pt x="13580" y="8662"/>
                    </a:lnTo>
                    <a:lnTo>
                      <a:pt x="13894" y="8662"/>
                    </a:lnTo>
                    <a:lnTo>
                      <a:pt x="13936" y="8683"/>
                    </a:lnTo>
                    <a:lnTo>
                      <a:pt x="13936" y="8662"/>
                    </a:lnTo>
                    <a:lnTo>
                      <a:pt x="14166" y="8662"/>
                    </a:lnTo>
                    <a:lnTo>
                      <a:pt x="14250" y="8683"/>
                    </a:lnTo>
                    <a:lnTo>
                      <a:pt x="14313" y="8683"/>
                    </a:lnTo>
                    <a:lnTo>
                      <a:pt x="14396" y="8704"/>
                    </a:lnTo>
                    <a:lnTo>
                      <a:pt x="14480" y="8683"/>
                    </a:lnTo>
                    <a:lnTo>
                      <a:pt x="14564" y="8683"/>
                    </a:lnTo>
                    <a:lnTo>
                      <a:pt x="14626" y="8725"/>
                    </a:lnTo>
                    <a:lnTo>
                      <a:pt x="14731" y="8683"/>
                    </a:lnTo>
                    <a:lnTo>
                      <a:pt x="14794" y="8704"/>
                    </a:lnTo>
                    <a:lnTo>
                      <a:pt x="14877" y="8704"/>
                    </a:lnTo>
                    <a:lnTo>
                      <a:pt x="14898" y="8683"/>
                    </a:lnTo>
                    <a:lnTo>
                      <a:pt x="15024" y="8621"/>
                    </a:lnTo>
                    <a:lnTo>
                      <a:pt x="15212" y="8662"/>
                    </a:lnTo>
                    <a:lnTo>
                      <a:pt x="15359" y="8579"/>
                    </a:lnTo>
                    <a:lnTo>
                      <a:pt x="15547" y="8579"/>
                    </a:lnTo>
                    <a:lnTo>
                      <a:pt x="15631" y="8600"/>
                    </a:lnTo>
                    <a:lnTo>
                      <a:pt x="15652" y="8579"/>
                    </a:lnTo>
                    <a:cubicBezTo>
                      <a:pt x="15683" y="8589"/>
                      <a:pt x="15714" y="8594"/>
                      <a:pt x="15748" y="8594"/>
                    </a:cubicBezTo>
                    <a:cubicBezTo>
                      <a:pt x="15782" y="8594"/>
                      <a:pt x="15819" y="8589"/>
                      <a:pt x="15861" y="8579"/>
                    </a:cubicBezTo>
                    <a:cubicBezTo>
                      <a:pt x="15882" y="8579"/>
                      <a:pt x="15924" y="8558"/>
                      <a:pt x="15945" y="8516"/>
                    </a:cubicBezTo>
                    <a:lnTo>
                      <a:pt x="15986" y="8453"/>
                    </a:ln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01" y="8433"/>
                      <a:pt x="15994" y="8423"/>
                      <a:pt x="15986" y="8411"/>
                    </a:cubicBezTo>
                    <a:lnTo>
                      <a:pt x="16049" y="8390"/>
                    </a:lnTo>
                    <a:lnTo>
                      <a:pt x="16091" y="8286"/>
                    </a:lnTo>
                    <a:lnTo>
                      <a:pt x="16091" y="8181"/>
                    </a:lnTo>
                    <a:lnTo>
                      <a:pt x="15965" y="8139"/>
                    </a:lnTo>
                    <a:lnTo>
                      <a:pt x="15861" y="8202"/>
                    </a:lnTo>
                    <a:lnTo>
                      <a:pt x="15924" y="8244"/>
                    </a:lnTo>
                    <a:lnTo>
                      <a:pt x="15840" y="8349"/>
                    </a:lnTo>
                    <a:lnTo>
                      <a:pt x="15735" y="8370"/>
                    </a:lnTo>
                    <a:lnTo>
                      <a:pt x="15714" y="8390"/>
                    </a:lnTo>
                    <a:lnTo>
                      <a:pt x="15673" y="8390"/>
                    </a:lnTo>
                    <a:cubicBezTo>
                      <a:pt x="15652" y="8390"/>
                      <a:pt x="15631" y="8411"/>
                      <a:pt x="15610" y="8453"/>
                    </a:cubicBezTo>
                    <a:lnTo>
                      <a:pt x="15526" y="8453"/>
                    </a:lnTo>
                    <a:lnTo>
                      <a:pt x="15442" y="8390"/>
                    </a:lnTo>
                    <a:lnTo>
                      <a:pt x="15296" y="8390"/>
                    </a:lnTo>
                    <a:lnTo>
                      <a:pt x="15149" y="8453"/>
                    </a:lnTo>
                    <a:lnTo>
                      <a:pt x="15003" y="8349"/>
                    </a:lnTo>
                    <a:lnTo>
                      <a:pt x="14836" y="8307"/>
                    </a:lnTo>
                    <a:lnTo>
                      <a:pt x="14773" y="8349"/>
                    </a:lnTo>
                    <a:lnTo>
                      <a:pt x="14626" y="8265"/>
                    </a:lnTo>
                    <a:lnTo>
                      <a:pt x="14354" y="8307"/>
                    </a:lnTo>
                    <a:lnTo>
                      <a:pt x="14166" y="8411"/>
                    </a:lnTo>
                    <a:lnTo>
                      <a:pt x="14166" y="8453"/>
                    </a:lnTo>
                    <a:lnTo>
                      <a:pt x="13999" y="8453"/>
                    </a:lnTo>
                    <a:lnTo>
                      <a:pt x="13894" y="8411"/>
                    </a:lnTo>
                    <a:lnTo>
                      <a:pt x="13894" y="8474"/>
                    </a:lnTo>
                    <a:cubicBezTo>
                      <a:pt x="13852" y="8474"/>
                      <a:pt x="13769" y="8474"/>
                      <a:pt x="13727" y="8495"/>
                    </a:cubicBezTo>
                    <a:lnTo>
                      <a:pt x="13685" y="8453"/>
                    </a:lnTo>
                    <a:lnTo>
                      <a:pt x="13685" y="8370"/>
                    </a:lnTo>
                    <a:lnTo>
                      <a:pt x="13559" y="8349"/>
                    </a:lnTo>
                    <a:lnTo>
                      <a:pt x="13580" y="8453"/>
                    </a:lnTo>
                    <a:lnTo>
                      <a:pt x="13538" y="8474"/>
                    </a:lnTo>
                    <a:lnTo>
                      <a:pt x="13538" y="8370"/>
                    </a:lnTo>
                    <a:lnTo>
                      <a:pt x="13434" y="8286"/>
                    </a:lnTo>
                    <a:lnTo>
                      <a:pt x="13329" y="8349"/>
                    </a:lnTo>
                    <a:lnTo>
                      <a:pt x="13224" y="8265"/>
                    </a:lnTo>
                    <a:lnTo>
                      <a:pt x="13120" y="8202"/>
                    </a:lnTo>
                    <a:lnTo>
                      <a:pt x="12994" y="8286"/>
                    </a:lnTo>
                    <a:lnTo>
                      <a:pt x="12994" y="8349"/>
                    </a:lnTo>
                    <a:lnTo>
                      <a:pt x="13224" y="8411"/>
                    </a:lnTo>
                    <a:lnTo>
                      <a:pt x="13308" y="8495"/>
                    </a:lnTo>
                    <a:lnTo>
                      <a:pt x="13162" y="8495"/>
                    </a:lnTo>
                    <a:lnTo>
                      <a:pt x="13162" y="8516"/>
                    </a:lnTo>
                    <a:lnTo>
                      <a:pt x="13099" y="8579"/>
                    </a:lnTo>
                    <a:lnTo>
                      <a:pt x="13057" y="8579"/>
                    </a:lnTo>
                    <a:cubicBezTo>
                      <a:pt x="13094" y="8560"/>
                      <a:pt x="13098" y="8492"/>
                      <a:pt x="13055" y="8492"/>
                    </a:cubicBezTo>
                    <a:cubicBezTo>
                      <a:pt x="13049" y="8492"/>
                      <a:pt x="13043" y="8493"/>
                      <a:pt x="13036" y="8495"/>
                    </a:cubicBezTo>
                    <a:lnTo>
                      <a:pt x="12952" y="8495"/>
                    </a:lnTo>
                    <a:lnTo>
                      <a:pt x="12932" y="8390"/>
                    </a:lnTo>
                    <a:lnTo>
                      <a:pt x="12848" y="8370"/>
                    </a:lnTo>
                    <a:lnTo>
                      <a:pt x="12743" y="8390"/>
                    </a:lnTo>
                    <a:lnTo>
                      <a:pt x="12639" y="8370"/>
                    </a:lnTo>
                    <a:lnTo>
                      <a:pt x="12492" y="8411"/>
                    </a:lnTo>
                    <a:lnTo>
                      <a:pt x="12408" y="8516"/>
                    </a:lnTo>
                    <a:lnTo>
                      <a:pt x="12388" y="8600"/>
                    </a:lnTo>
                    <a:lnTo>
                      <a:pt x="12283" y="8600"/>
                    </a:lnTo>
                    <a:lnTo>
                      <a:pt x="12283" y="8579"/>
                    </a:lnTo>
                    <a:lnTo>
                      <a:pt x="12283" y="8558"/>
                    </a:lnTo>
                    <a:lnTo>
                      <a:pt x="12304" y="8558"/>
                    </a:lnTo>
                    <a:cubicBezTo>
                      <a:pt x="12325" y="8558"/>
                      <a:pt x="12304" y="8516"/>
                      <a:pt x="12304" y="8516"/>
                    </a:cubicBezTo>
                    <a:lnTo>
                      <a:pt x="12325" y="8495"/>
                    </a:lnTo>
                    <a:lnTo>
                      <a:pt x="12367" y="8370"/>
                    </a:lnTo>
                    <a:lnTo>
                      <a:pt x="12178" y="8307"/>
                    </a:lnTo>
                    <a:lnTo>
                      <a:pt x="12053" y="8390"/>
                    </a:lnTo>
                    <a:lnTo>
                      <a:pt x="12011" y="8516"/>
                    </a:lnTo>
                    <a:cubicBezTo>
                      <a:pt x="11885" y="8495"/>
                      <a:pt x="11781" y="8474"/>
                      <a:pt x="11676" y="8453"/>
                    </a:cubicBezTo>
                    <a:lnTo>
                      <a:pt x="11781" y="8411"/>
                    </a:lnTo>
                    <a:lnTo>
                      <a:pt x="11802" y="8349"/>
                    </a:lnTo>
                    <a:lnTo>
                      <a:pt x="11676" y="8181"/>
                    </a:lnTo>
                    <a:lnTo>
                      <a:pt x="11530" y="8160"/>
                    </a:lnTo>
                    <a:lnTo>
                      <a:pt x="11362" y="8202"/>
                    </a:lnTo>
                    <a:lnTo>
                      <a:pt x="11237" y="8181"/>
                    </a:lnTo>
                    <a:lnTo>
                      <a:pt x="11111" y="8202"/>
                    </a:lnTo>
                    <a:lnTo>
                      <a:pt x="11111" y="8244"/>
                    </a:lnTo>
                    <a:cubicBezTo>
                      <a:pt x="11069" y="8244"/>
                      <a:pt x="11069" y="8244"/>
                      <a:pt x="11048" y="8202"/>
                    </a:cubicBezTo>
                    <a:lnTo>
                      <a:pt x="11069" y="8056"/>
                    </a:lnTo>
                    <a:lnTo>
                      <a:pt x="11028" y="7972"/>
                    </a:lnTo>
                    <a:lnTo>
                      <a:pt x="10923" y="7951"/>
                    </a:lnTo>
                    <a:lnTo>
                      <a:pt x="10902" y="7930"/>
                    </a:lnTo>
                    <a:lnTo>
                      <a:pt x="10797" y="7930"/>
                    </a:lnTo>
                    <a:lnTo>
                      <a:pt x="10714" y="7972"/>
                    </a:lnTo>
                    <a:lnTo>
                      <a:pt x="10609" y="7972"/>
                    </a:lnTo>
                    <a:lnTo>
                      <a:pt x="10525" y="7930"/>
                    </a:lnTo>
                    <a:lnTo>
                      <a:pt x="10400" y="7972"/>
                    </a:lnTo>
                    <a:lnTo>
                      <a:pt x="10274" y="7930"/>
                    </a:lnTo>
                    <a:lnTo>
                      <a:pt x="10191" y="7846"/>
                    </a:lnTo>
                    <a:lnTo>
                      <a:pt x="10191" y="7763"/>
                    </a:lnTo>
                    <a:lnTo>
                      <a:pt x="10086" y="7595"/>
                    </a:lnTo>
                    <a:lnTo>
                      <a:pt x="10086" y="7449"/>
                    </a:lnTo>
                    <a:lnTo>
                      <a:pt x="9939" y="7449"/>
                    </a:lnTo>
                    <a:lnTo>
                      <a:pt x="9856" y="7470"/>
                    </a:lnTo>
                    <a:lnTo>
                      <a:pt x="9772" y="7386"/>
                    </a:lnTo>
                    <a:lnTo>
                      <a:pt x="9667" y="7386"/>
                    </a:lnTo>
                    <a:lnTo>
                      <a:pt x="9542" y="7282"/>
                    </a:lnTo>
                    <a:lnTo>
                      <a:pt x="9458" y="7240"/>
                    </a:lnTo>
                    <a:lnTo>
                      <a:pt x="9354" y="7261"/>
                    </a:lnTo>
                    <a:lnTo>
                      <a:pt x="9270" y="7261"/>
                    </a:lnTo>
                    <a:lnTo>
                      <a:pt x="9144" y="7114"/>
                    </a:lnTo>
                    <a:lnTo>
                      <a:pt x="9040" y="7114"/>
                    </a:lnTo>
                    <a:lnTo>
                      <a:pt x="9019" y="7344"/>
                    </a:lnTo>
                    <a:lnTo>
                      <a:pt x="8935" y="7449"/>
                    </a:lnTo>
                    <a:lnTo>
                      <a:pt x="8684" y="7491"/>
                    </a:lnTo>
                    <a:lnTo>
                      <a:pt x="8370" y="7449"/>
                    </a:lnTo>
                    <a:lnTo>
                      <a:pt x="8015" y="7449"/>
                    </a:lnTo>
                    <a:lnTo>
                      <a:pt x="7805" y="7365"/>
                    </a:lnTo>
                    <a:lnTo>
                      <a:pt x="7763" y="7323"/>
                    </a:lnTo>
                    <a:lnTo>
                      <a:pt x="7784" y="7219"/>
                    </a:lnTo>
                    <a:lnTo>
                      <a:pt x="7701" y="7072"/>
                    </a:lnTo>
                    <a:lnTo>
                      <a:pt x="7450" y="7051"/>
                    </a:lnTo>
                    <a:lnTo>
                      <a:pt x="7240" y="7010"/>
                    </a:lnTo>
                    <a:lnTo>
                      <a:pt x="7136" y="6926"/>
                    </a:lnTo>
                    <a:lnTo>
                      <a:pt x="6947" y="6926"/>
                    </a:lnTo>
                    <a:lnTo>
                      <a:pt x="6906" y="6968"/>
                    </a:lnTo>
                    <a:lnTo>
                      <a:pt x="6843" y="7030"/>
                    </a:lnTo>
                    <a:lnTo>
                      <a:pt x="6759" y="6947"/>
                    </a:lnTo>
                    <a:lnTo>
                      <a:pt x="6592" y="6926"/>
                    </a:lnTo>
                    <a:lnTo>
                      <a:pt x="6487" y="6926"/>
                    </a:lnTo>
                    <a:cubicBezTo>
                      <a:pt x="6403" y="6842"/>
                      <a:pt x="6320" y="6758"/>
                      <a:pt x="6278" y="6654"/>
                    </a:cubicBezTo>
                    <a:lnTo>
                      <a:pt x="6278" y="6486"/>
                    </a:lnTo>
                    <a:lnTo>
                      <a:pt x="6320" y="6173"/>
                    </a:lnTo>
                    <a:lnTo>
                      <a:pt x="6278" y="5963"/>
                    </a:lnTo>
                    <a:lnTo>
                      <a:pt x="6382" y="5712"/>
                    </a:lnTo>
                    <a:lnTo>
                      <a:pt x="6320" y="5649"/>
                    </a:lnTo>
                    <a:lnTo>
                      <a:pt x="6320" y="5461"/>
                    </a:lnTo>
                    <a:lnTo>
                      <a:pt x="6424" y="5398"/>
                    </a:lnTo>
                    <a:lnTo>
                      <a:pt x="6487" y="5336"/>
                    </a:lnTo>
                    <a:lnTo>
                      <a:pt x="6445" y="5231"/>
                    </a:lnTo>
                    <a:lnTo>
                      <a:pt x="6382" y="5168"/>
                    </a:lnTo>
                    <a:lnTo>
                      <a:pt x="6278" y="5085"/>
                    </a:lnTo>
                    <a:lnTo>
                      <a:pt x="6215" y="4959"/>
                    </a:lnTo>
                    <a:lnTo>
                      <a:pt x="6131" y="4938"/>
                    </a:lnTo>
                    <a:lnTo>
                      <a:pt x="6110" y="4854"/>
                    </a:lnTo>
                    <a:lnTo>
                      <a:pt x="6006" y="4813"/>
                    </a:lnTo>
                    <a:lnTo>
                      <a:pt x="5818" y="4833"/>
                    </a:lnTo>
                    <a:lnTo>
                      <a:pt x="5713" y="4813"/>
                    </a:lnTo>
                    <a:lnTo>
                      <a:pt x="5692" y="4624"/>
                    </a:lnTo>
                    <a:lnTo>
                      <a:pt x="5608" y="4520"/>
                    </a:lnTo>
                    <a:lnTo>
                      <a:pt x="5546" y="4561"/>
                    </a:lnTo>
                    <a:lnTo>
                      <a:pt x="5587" y="4457"/>
                    </a:lnTo>
                    <a:lnTo>
                      <a:pt x="5483" y="4415"/>
                    </a:lnTo>
                    <a:lnTo>
                      <a:pt x="5462" y="4122"/>
                    </a:lnTo>
                    <a:lnTo>
                      <a:pt x="5336" y="4185"/>
                    </a:lnTo>
                    <a:lnTo>
                      <a:pt x="5274" y="4122"/>
                    </a:lnTo>
                    <a:lnTo>
                      <a:pt x="5043" y="4122"/>
                    </a:lnTo>
                    <a:lnTo>
                      <a:pt x="4855" y="3996"/>
                    </a:lnTo>
                    <a:lnTo>
                      <a:pt x="4855" y="3892"/>
                    </a:lnTo>
                    <a:lnTo>
                      <a:pt x="4960" y="3850"/>
                    </a:lnTo>
                    <a:lnTo>
                      <a:pt x="5085" y="3766"/>
                    </a:lnTo>
                    <a:lnTo>
                      <a:pt x="5002" y="3704"/>
                    </a:lnTo>
                    <a:lnTo>
                      <a:pt x="4876" y="3745"/>
                    </a:lnTo>
                    <a:lnTo>
                      <a:pt x="4813" y="3704"/>
                    </a:lnTo>
                    <a:lnTo>
                      <a:pt x="4667" y="3766"/>
                    </a:lnTo>
                    <a:lnTo>
                      <a:pt x="4750" y="3683"/>
                    </a:lnTo>
                    <a:lnTo>
                      <a:pt x="4876" y="3578"/>
                    </a:lnTo>
                    <a:lnTo>
                      <a:pt x="5064" y="3557"/>
                    </a:lnTo>
                    <a:lnTo>
                      <a:pt x="5043" y="3432"/>
                    </a:lnTo>
                    <a:lnTo>
                      <a:pt x="4855" y="3222"/>
                    </a:lnTo>
                    <a:lnTo>
                      <a:pt x="4750" y="3222"/>
                    </a:lnTo>
                    <a:lnTo>
                      <a:pt x="4625" y="3285"/>
                    </a:lnTo>
                    <a:lnTo>
                      <a:pt x="4478" y="3369"/>
                    </a:lnTo>
                    <a:lnTo>
                      <a:pt x="4332" y="3369"/>
                    </a:lnTo>
                    <a:lnTo>
                      <a:pt x="4416" y="3348"/>
                    </a:lnTo>
                    <a:lnTo>
                      <a:pt x="4457" y="3285"/>
                    </a:lnTo>
                    <a:lnTo>
                      <a:pt x="4520" y="3264"/>
                    </a:lnTo>
                    <a:lnTo>
                      <a:pt x="4562" y="3180"/>
                    </a:lnTo>
                    <a:lnTo>
                      <a:pt x="4541" y="3097"/>
                    </a:lnTo>
                    <a:lnTo>
                      <a:pt x="4416" y="3055"/>
                    </a:lnTo>
                    <a:lnTo>
                      <a:pt x="4206" y="3055"/>
                    </a:lnTo>
                    <a:lnTo>
                      <a:pt x="4081" y="2929"/>
                    </a:lnTo>
                    <a:lnTo>
                      <a:pt x="4081" y="2846"/>
                    </a:lnTo>
                    <a:lnTo>
                      <a:pt x="4039" y="2678"/>
                    </a:lnTo>
                    <a:lnTo>
                      <a:pt x="3809" y="2448"/>
                    </a:lnTo>
                    <a:lnTo>
                      <a:pt x="3725" y="2427"/>
                    </a:lnTo>
                    <a:lnTo>
                      <a:pt x="3662" y="2448"/>
                    </a:lnTo>
                    <a:lnTo>
                      <a:pt x="3558" y="2364"/>
                    </a:lnTo>
                    <a:lnTo>
                      <a:pt x="3516" y="2155"/>
                    </a:lnTo>
                    <a:lnTo>
                      <a:pt x="3369" y="2009"/>
                    </a:lnTo>
                    <a:lnTo>
                      <a:pt x="3160" y="1883"/>
                    </a:lnTo>
                    <a:lnTo>
                      <a:pt x="3035" y="1883"/>
                    </a:lnTo>
                    <a:lnTo>
                      <a:pt x="2993" y="1925"/>
                    </a:lnTo>
                    <a:lnTo>
                      <a:pt x="2930" y="1883"/>
                    </a:lnTo>
                    <a:lnTo>
                      <a:pt x="2888" y="1716"/>
                    </a:lnTo>
                    <a:lnTo>
                      <a:pt x="2825" y="1800"/>
                    </a:lnTo>
                    <a:lnTo>
                      <a:pt x="2763" y="1716"/>
                    </a:lnTo>
                    <a:lnTo>
                      <a:pt x="2763" y="1528"/>
                    </a:lnTo>
                    <a:lnTo>
                      <a:pt x="2658" y="1402"/>
                    </a:lnTo>
                    <a:lnTo>
                      <a:pt x="2533" y="1381"/>
                    </a:lnTo>
                    <a:lnTo>
                      <a:pt x="2470" y="1297"/>
                    </a:lnTo>
                    <a:lnTo>
                      <a:pt x="2135" y="1088"/>
                    </a:lnTo>
                    <a:lnTo>
                      <a:pt x="2030" y="1088"/>
                    </a:lnTo>
                    <a:lnTo>
                      <a:pt x="1905" y="942"/>
                    </a:lnTo>
                    <a:lnTo>
                      <a:pt x="1779" y="900"/>
                    </a:lnTo>
                    <a:lnTo>
                      <a:pt x="1737" y="837"/>
                    </a:lnTo>
                    <a:lnTo>
                      <a:pt x="1716" y="649"/>
                    </a:lnTo>
                    <a:lnTo>
                      <a:pt x="1612" y="586"/>
                    </a:lnTo>
                    <a:lnTo>
                      <a:pt x="1528" y="460"/>
                    </a:lnTo>
                    <a:lnTo>
                      <a:pt x="1486" y="439"/>
                    </a:lnTo>
                    <a:lnTo>
                      <a:pt x="1403" y="272"/>
                    </a:lnTo>
                    <a:lnTo>
                      <a:pt x="1277" y="230"/>
                    </a:lnTo>
                    <a:lnTo>
                      <a:pt x="1152" y="230"/>
                    </a:lnTo>
                    <a:lnTo>
                      <a:pt x="1068" y="251"/>
                    </a:lnTo>
                    <a:lnTo>
                      <a:pt x="1005" y="209"/>
                    </a:lnTo>
                    <a:lnTo>
                      <a:pt x="859" y="209"/>
                    </a:lnTo>
                    <a:lnTo>
                      <a:pt x="670" y="251"/>
                    </a:lnTo>
                    <a:lnTo>
                      <a:pt x="587" y="209"/>
                    </a:lnTo>
                    <a:lnTo>
                      <a:pt x="336" y="21"/>
                    </a:lnTo>
                    <a:lnTo>
                      <a:pt x="105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2" name="Google Shape;9254;p128">
              <a:extLst>
                <a:ext uri="{FF2B5EF4-FFF2-40B4-BE49-F238E27FC236}">
                  <a16:creationId xmlns:a16="http://schemas.microsoft.com/office/drawing/2014/main" id="{B9C5BDE2-F555-854A-EB7C-6B30DD08160B}"/>
                </a:ext>
              </a:extLst>
            </p:cNvPr>
            <p:cNvSpPr/>
            <p:nvPr/>
          </p:nvSpPr>
          <p:spPr>
            <a:xfrm>
              <a:off x="4437231" y="3100607"/>
              <a:ext cx="29912" cy="37370"/>
            </a:xfrm>
            <a:custGeom>
              <a:avLst/>
              <a:gdLst/>
              <a:ahLst/>
              <a:cxnLst/>
              <a:rect l="l" t="t" r="r" b="b"/>
              <a:pathLst>
                <a:path w="2512" h="3286" extrusionOk="0">
                  <a:moveTo>
                    <a:pt x="126" y="0"/>
                  </a:moveTo>
                  <a:lnTo>
                    <a:pt x="42" y="84"/>
                  </a:lnTo>
                  <a:lnTo>
                    <a:pt x="0" y="210"/>
                  </a:lnTo>
                  <a:lnTo>
                    <a:pt x="126" y="419"/>
                  </a:lnTo>
                  <a:lnTo>
                    <a:pt x="189" y="879"/>
                  </a:lnTo>
                  <a:lnTo>
                    <a:pt x="251" y="1047"/>
                  </a:lnTo>
                  <a:lnTo>
                    <a:pt x="314" y="1172"/>
                  </a:lnTo>
                  <a:lnTo>
                    <a:pt x="314" y="1360"/>
                  </a:lnTo>
                  <a:lnTo>
                    <a:pt x="251" y="1402"/>
                  </a:lnTo>
                  <a:lnTo>
                    <a:pt x="293" y="1507"/>
                  </a:lnTo>
                  <a:lnTo>
                    <a:pt x="356" y="1611"/>
                  </a:lnTo>
                  <a:lnTo>
                    <a:pt x="335" y="1674"/>
                  </a:lnTo>
                  <a:lnTo>
                    <a:pt x="419" y="1758"/>
                  </a:lnTo>
                  <a:lnTo>
                    <a:pt x="565" y="1863"/>
                  </a:lnTo>
                  <a:lnTo>
                    <a:pt x="649" y="2009"/>
                  </a:lnTo>
                  <a:lnTo>
                    <a:pt x="754" y="2072"/>
                  </a:lnTo>
                  <a:lnTo>
                    <a:pt x="837" y="2176"/>
                  </a:lnTo>
                  <a:lnTo>
                    <a:pt x="754" y="2281"/>
                  </a:lnTo>
                  <a:lnTo>
                    <a:pt x="733" y="2344"/>
                  </a:lnTo>
                  <a:lnTo>
                    <a:pt x="816" y="2407"/>
                  </a:lnTo>
                  <a:lnTo>
                    <a:pt x="1005" y="2490"/>
                  </a:lnTo>
                  <a:lnTo>
                    <a:pt x="1193" y="2616"/>
                  </a:lnTo>
                  <a:lnTo>
                    <a:pt x="1172" y="2720"/>
                  </a:lnTo>
                  <a:lnTo>
                    <a:pt x="1339" y="2867"/>
                  </a:lnTo>
                  <a:lnTo>
                    <a:pt x="1486" y="2867"/>
                  </a:lnTo>
                  <a:lnTo>
                    <a:pt x="1528" y="2909"/>
                  </a:lnTo>
                  <a:lnTo>
                    <a:pt x="1611" y="3013"/>
                  </a:lnTo>
                  <a:lnTo>
                    <a:pt x="1800" y="3118"/>
                  </a:lnTo>
                  <a:lnTo>
                    <a:pt x="1988" y="3139"/>
                  </a:lnTo>
                  <a:lnTo>
                    <a:pt x="2051" y="3223"/>
                  </a:lnTo>
                  <a:lnTo>
                    <a:pt x="2197" y="3264"/>
                  </a:lnTo>
                  <a:lnTo>
                    <a:pt x="2218" y="3244"/>
                  </a:lnTo>
                  <a:lnTo>
                    <a:pt x="2281" y="3285"/>
                  </a:lnTo>
                  <a:lnTo>
                    <a:pt x="2386" y="3223"/>
                  </a:lnTo>
                  <a:lnTo>
                    <a:pt x="2386" y="3181"/>
                  </a:lnTo>
                  <a:lnTo>
                    <a:pt x="2344" y="3181"/>
                  </a:lnTo>
                  <a:lnTo>
                    <a:pt x="2386" y="3118"/>
                  </a:lnTo>
                  <a:lnTo>
                    <a:pt x="2323" y="3076"/>
                  </a:lnTo>
                  <a:lnTo>
                    <a:pt x="2407" y="3118"/>
                  </a:lnTo>
                  <a:lnTo>
                    <a:pt x="2407" y="3181"/>
                  </a:lnTo>
                  <a:lnTo>
                    <a:pt x="2407" y="3223"/>
                  </a:lnTo>
                  <a:lnTo>
                    <a:pt x="2511" y="3244"/>
                  </a:lnTo>
                  <a:lnTo>
                    <a:pt x="2511" y="3118"/>
                  </a:lnTo>
                  <a:lnTo>
                    <a:pt x="2386" y="2846"/>
                  </a:lnTo>
                  <a:lnTo>
                    <a:pt x="2344" y="2846"/>
                  </a:lnTo>
                  <a:lnTo>
                    <a:pt x="2344" y="2804"/>
                  </a:lnTo>
                  <a:lnTo>
                    <a:pt x="2323" y="2762"/>
                  </a:lnTo>
                  <a:lnTo>
                    <a:pt x="2281" y="2741"/>
                  </a:lnTo>
                  <a:lnTo>
                    <a:pt x="2239" y="2553"/>
                  </a:lnTo>
                  <a:lnTo>
                    <a:pt x="2281" y="2511"/>
                  </a:lnTo>
                  <a:lnTo>
                    <a:pt x="2239" y="2448"/>
                  </a:lnTo>
                  <a:lnTo>
                    <a:pt x="2176" y="2448"/>
                  </a:lnTo>
                  <a:lnTo>
                    <a:pt x="2009" y="2344"/>
                  </a:lnTo>
                  <a:lnTo>
                    <a:pt x="1967" y="2197"/>
                  </a:lnTo>
                  <a:lnTo>
                    <a:pt x="1967" y="1904"/>
                  </a:lnTo>
                  <a:lnTo>
                    <a:pt x="1904" y="1821"/>
                  </a:lnTo>
                  <a:lnTo>
                    <a:pt x="1904" y="1716"/>
                  </a:lnTo>
                  <a:lnTo>
                    <a:pt x="1925" y="1674"/>
                  </a:lnTo>
                  <a:lnTo>
                    <a:pt x="1904" y="1381"/>
                  </a:lnTo>
                  <a:lnTo>
                    <a:pt x="1967" y="1339"/>
                  </a:lnTo>
                  <a:lnTo>
                    <a:pt x="1904" y="1088"/>
                  </a:lnTo>
                  <a:lnTo>
                    <a:pt x="1779" y="879"/>
                  </a:lnTo>
                  <a:lnTo>
                    <a:pt x="1360" y="461"/>
                  </a:lnTo>
                  <a:lnTo>
                    <a:pt x="1277" y="314"/>
                  </a:lnTo>
                  <a:lnTo>
                    <a:pt x="1235" y="335"/>
                  </a:lnTo>
                  <a:lnTo>
                    <a:pt x="1172" y="398"/>
                  </a:lnTo>
                  <a:lnTo>
                    <a:pt x="1088" y="398"/>
                  </a:lnTo>
                  <a:lnTo>
                    <a:pt x="1067" y="419"/>
                  </a:lnTo>
                  <a:lnTo>
                    <a:pt x="1067" y="523"/>
                  </a:lnTo>
                  <a:lnTo>
                    <a:pt x="984" y="565"/>
                  </a:lnTo>
                  <a:lnTo>
                    <a:pt x="921" y="523"/>
                  </a:lnTo>
                  <a:lnTo>
                    <a:pt x="816" y="523"/>
                  </a:lnTo>
                  <a:lnTo>
                    <a:pt x="670" y="628"/>
                  </a:lnTo>
                  <a:lnTo>
                    <a:pt x="523" y="607"/>
                  </a:lnTo>
                  <a:lnTo>
                    <a:pt x="523" y="523"/>
                  </a:lnTo>
                  <a:lnTo>
                    <a:pt x="607" y="440"/>
                  </a:lnTo>
                  <a:lnTo>
                    <a:pt x="607" y="251"/>
                  </a:lnTo>
                  <a:lnTo>
                    <a:pt x="544" y="189"/>
                  </a:lnTo>
                  <a:lnTo>
                    <a:pt x="419" y="189"/>
                  </a:lnTo>
                  <a:lnTo>
                    <a:pt x="398" y="126"/>
                  </a:lnTo>
                  <a:lnTo>
                    <a:pt x="231" y="84"/>
                  </a:lnTo>
                  <a:lnTo>
                    <a:pt x="1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9255;p128">
              <a:extLst>
                <a:ext uri="{FF2B5EF4-FFF2-40B4-BE49-F238E27FC236}">
                  <a16:creationId xmlns:a16="http://schemas.microsoft.com/office/drawing/2014/main" id="{B0DA4423-31DA-1B4F-2FEA-0501A466FFDF}"/>
                </a:ext>
              </a:extLst>
            </p:cNvPr>
            <p:cNvSpPr/>
            <p:nvPr/>
          </p:nvSpPr>
          <p:spPr>
            <a:xfrm>
              <a:off x="4503746" y="3099174"/>
              <a:ext cx="65289" cy="42135"/>
            </a:xfrm>
            <a:custGeom>
              <a:avLst/>
              <a:gdLst/>
              <a:ahLst/>
              <a:cxnLst/>
              <a:rect l="l" t="t" r="r" b="b"/>
              <a:pathLst>
                <a:path w="5483" h="3705" extrusionOk="0">
                  <a:moveTo>
                    <a:pt x="4186" y="1"/>
                  </a:moveTo>
                  <a:lnTo>
                    <a:pt x="4144" y="22"/>
                  </a:lnTo>
                  <a:lnTo>
                    <a:pt x="4165" y="126"/>
                  </a:lnTo>
                  <a:lnTo>
                    <a:pt x="4039" y="252"/>
                  </a:lnTo>
                  <a:lnTo>
                    <a:pt x="3976" y="231"/>
                  </a:lnTo>
                  <a:lnTo>
                    <a:pt x="4039" y="126"/>
                  </a:lnTo>
                  <a:lnTo>
                    <a:pt x="4018" y="43"/>
                  </a:lnTo>
                  <a:lnTo>
                    <a:pt x="3935" y="43"/>
                  </a:lnTo>
                  <a:lnTo>
                    <a:pt x="3851" y="273"/>
                  </a:lnTo>
                  <a:lnTo>
                    <a:pt x="3767" y="315"/>
                  </a:lnTo>
                  <a:lnTo>
                    <a:pt x="3642" y="587"/>
                  </a:lnTo>
                  <a:lnTo>
                    <a:pt x="3642" y="754"/>
                  </a:lnTo>
                  <a:lnTo>
                    <a:pt x="3432" y="963"/>
                  </a:lnTo>
                  <a:lnTo>
                    <a:pt x="3328" y="963"/>
                  </a:lnTo>
                  <a:lnTo>
                    <a:pt x="3140" y="1005"/>
                  </a:lnTo>
                  <a:lnTo>
                    <a:pt x="3098" y="1089"/>
                  </a:lnTo>
                  <a:lnTo>
                    <a:pt x="3181" y="1089"/>
                  </a:lnTo>
                  <a:lnTo>
                    <a:pt x="3119" y="1152"/>
                  </a:lnTo>
                  <a:lnTo>
                    <a:pt x="3181" y="1173"/>
                  </a:lnTo>
                  <a:lnTo>
                    <a:pt x="3307" y="1152"/>
                  </a:lnTo>
                  <a:lnTo>
                    <a:pt x="3244" y="1214"/>
                  </a:lnTo>
                  <a:lnTo>
                    <a:pt x="3181" y="1277"/>
                  </a:lnTo>
                  <a:lnTo>
                    <a:pt x="3140" y="1298"/>
                  </a:lnTo>
                  <a:lnTo>
                    <a:pt x="3140" y="1319"/>
                  </a:lnTo>
                  <a:lnTo>
                    <a:pt x="3223" y="1528"/>
                  </a:lnTo>
                  <a:lnTo>
                    <a:pt x="3181" y="1633"/>
                  </a:lnTo>
                  <a:lnTo>
                    <a:pt x="3098" y="1591"/>
                  </a:lnTo>
                  <a:lnTo>
                    <a:pt x="3098" y="1465"/>
                  </a:lnTo>
                  <a:lnTo>
                    <a:pt x="3077" y="1361"/>
                  </a:lnTo>
                  <a:lnTo>
                    <a:pt x="3035" y="1361"/>
                  </a:lnTo>
                  <a:lnTo>
                    <a:pt x="3035" y="1319"/>
                  </a:lnTo>
                  <a:lnTo>
                    <a:pt x="2993" y="1319"/>
                  </a:lnTo>
                  <a:lnTo>
                    <a:pt x="2930" y="1424"/>
                  </a:lnTo>
                  <a:lnTo>
                    <a:pt x="2972" y="1675"/>
                  </a:lnTo>
                  <a:lnTo>
                    <a:pt x="2909" y="1717"/>
                  </a:lnTo>
                  <a:lnTo>
                    <a:pt x="2805" y="1612"/>
                  </a:lnTo>
                  <a:lnTo>
                    <a:pt x="2700" y="1465"/>
                  </a:lnTo>
                  <a:lnTo>
                    <a:pt x="2658" y="1465"/>
                  </a:lnTo>
                  <a:lnTo>
                    <a:pt x="2554" y="1403"/>
                  </a:lnTo>
                  <a:lnTo>
                    <a:pt x="2470" y="1507"/>
                  </a:lnTo>
                  <a:lnTo>
                    <a:pt x="2470" y="1633"/>
                  </a:lnTo>
                  <a:lnTo>
                    <a:pt x="2344" y="1779"/>
                  </a:lnTo>
                  <a:lnTo>
                    <a:pt x="2261" y="1884"/>
                  </a:lnTo>
                  <a:lnTo>
                    <a:pt x="2093" y="2030"/>
                  </a:lnTo>
                  <a:lnTo>
                    <a:pt x="2072" y="2135"/>
                  </a:lnTo>
                  <a:lnTo>
                    <a:pt x="1926" y="2323"/>
                  </a:lnTo>
                  <a:lnTo>
                    <a:pt x="1779" y="2449"/>
                  </a:lnTo>
                  <a:lnTo>
                    <a:pt x="1319" y="2554"/>
                  </a:lnTo>
                  <a:lnTo>
                    <a:pt x="1256" y="2574"/>
                  </a:lnTo>
                  <a:lnTo>
                    <a:pt x="1298" y="2742"/>
                  </a:lnTo>
                  <a:lnTo>
                    <a:pt x="1340" y="2784"/>
                  </a:lnTo>
                  <a:lnTo>
                    <a:pt x="1256" y="2763"/>
                  </a:lnTo>
                  <a:lnTo>
                    <a:pt x="1173" y="2826"/>
                  </a:lnTo>
                  <a:lnTo>
                    <a:pt x="1047" y="2846"/>
                  </a:lnTo>
                  <a:lnTo>
                    <a:pt x="984" y="2888"/>
                  </a:lnTo>
                  <a:lnTo>
                    <a:pt x="943" y="3035"/>
                  </a:lnTo>
                  <a:lnTo>
                    <a:pt x="943" y="3181"/>
                  </a:lnTo>
                  <a:lnTo>
                    <a:pt x="838" y="3349"/>
                  </a:lnTo>
                  <a:lnTo>
                    <a:pt x="838" y="3370"/>
                  </a:lnTo>
                  <a:lnTo>
                    <a:pt x="629" y="3349"/>
                  </a:lnTo>
                  <a:lnTo>
                    <a:pt x="399" y="3265"/>
                  </a:lnTo>
                  <a:lnTo>
                    <a:pt x="210" y="3265"/>
                  </a:lnTo>
                  <a:lnTo>
                    <a:pt x="168" y="3181"/>
                  </a:lnTo>
                  <a:lnTo>
                    <a:pt x="64" y="3056"/>
                  </a:lnTo>
                  <a:lnTo>
                    <a:pt x="1" y="3077"/>
                  </a:lnTo>
                  <a:lnTo>
                    <a:pt x="127" y="3286"/>
                  </a:lnTo>
                  <a:lnTo>
                    <a:pt x="315" y="3411"/>
                  </a:lnTo>
                  <a:lnTo>
                    <a:pt x="357" y="3474"/>
                  </a:lnTo>
                  <a:lnTo>
                    <a:pt x="482" y="3579"/>
                  </a:lnTo>
                  <a:lnTo>
                    <a:pt x="503" y="3683"/>
                  </a:lnTo>
                  <a:lnTo>
                    <a:pt x="608" y="3704"/>
                  </a:lnTo>
                  <a:lnTo>
                    <a:pt x="775" y="3662"/>
                  </a:lnTo>
                  <a:lnTo>
                    <a:pt x="796" y="3579"/>
                  </a:lnTo>
                  <a:lnTo>
                    <a:pt x="922" y="3600"/>
                  </a:lnTo>
                  <a:lnTo>
                    <a:pt x="1005" y="3558"/>
                  </a:lnTo>
                  <a:lnTo>
                    <a:pt x="1319" y="3579"/>
                  </a:lnTo>
                  <a:lnTo>
                    <a:pt x="1654" y="3453"/>
                  </a:lnTo>
                  <a:lnTo>
                    <a:pt x="1738" y="3370"/>
                  </a:lnTo>
                  <a:lnTo>
                    <a:pt x="2031" y="3370"/>
                  </a:lnTo>
                  <a:lnTo>
                    <a:pt x="2156" y="3411"/>
                  </a:lnTo>
                  <a:lnTo>
                    <a:pt x="2198" y="3495"/>
                  </a:lnTo>
                  <a:lnTo>
                    <a:pt x="2344" y="3495"/>
                  </a:lnTo>
                  <a:lnTo>
                    <a:pt x="2575" y="3370"/>
                  </a:lnTo>
                  <a:lnTo>
                    <a:pt x="2868" y="3307"/>
                  </a:lnTo>
                  <a:lnTo>
                    <a:pt x="2826" y="3244"/>
                  </a:lnTo>
                  <a:lnTo>
                    <a:pt x="3077" y="2888"/>
                  </a:lnTo>
                  <a:lnTo>
                    <a:pt x="3140" y="2637"/>
                  </a:lnTo>
                  <a:lnTo>
                    <a:pt x="3328" y="2365"/>
                  </a:lnTo>
                  <a:lnTo>
                    <a:pt x="3453" y="1926"/>
                  </a:lnTo>
                  <a:lnTo>
                    <a:pt x="3453" y="1842"/>
                  </a:lnTo>
                  <a:lnTo>
                    <a:pt x="3516" y="1737"/>
                  </a:lnTo>
                  <a:lnTo>
                    <a:pt x="3516" y="1675"/>
                  </a:lnTo>
                  <a:lnTo>
                    <a:pt x="3621" y="1528"/>
                  </a:lnTo>
                  <a:lnTo>
                    <a:pt x="3725" y="1570"/>
                  </a:lnTo>
                  <a:lnTo>
                    <a:pt x="4165" y="1570"/>
                  </a:lnTo>
                  <a:lnTo>
                    <a:pt x="4228" y="1612"/>
                  </a:lnTo>
                  <a:lnTo>
                    <a:pt x="4374" y="1612"/>
                  </a:lnTo>
                  <a:lnTo>
                    <a:pt x="4500" y="1633"/>
                  </a:lnTo>
                  <a:lnTo>
                    <a:pt x="4500" y="1591"/>
                  </a:lnTo>
                  <a:lnTo>
                    <a:pt x="4667" y="1675"/>
                  </a:lnTo>
                  <a:lnTo>
                    <a:pt x="4751" y="1696"/>
                  </a:lnTo>
                  <a:lnTo>
                    <a:pt x="4876" y="1633"/>
                  </a:lnTo>
                  <a:lnTo>
                    <a:pt x="5023" y="1612"/>
                  </a:lnTo>
                  <a:lnTo>
                    <a:pt x="5023" y="1528"/>
                  </a:lnTo>
                  <a:lnTo>
                    <a:pt x="4876" y="1403"/>
                  </a:lnTo>
                  <a:lnTo>
                    <a:pt x="4876" y="1277"/>
                  </a:lnTo>
                  <a:lnTo>
                    <a:pt x="4918" y="1214"/>
                  </a:lnTo>
                  <a:lnTo>
                    <a:pt x="5169" y="1256"/>
                  </a:lnTo>
                  <a:lnTo>
                    <a:pt x="5357" y="1193"/>
                  </a:lnTo>
                  <a:lnTo>
                    <a:pt x="5483" y="1089"/>
                  </a:lnTo>
                  <a:lnTo>
                    <a:pt x="5441" y="1005"/>
                  </a:lnTo>
                  <a:lnTo>
                    <a:pt x="5357" y="1005"/>
                  </a:lnTo>
                  <a:lnTo>
                    <a:pt x="5232" y="984"/>
                  </a:lnTo>
                  <a:lnTo>
                    <a:pt x="5127" y="880"/>
                  </a:lnTo>
                  <a:lnTo>
                    <a:pt x="5023" y="901"/>
                  </a:lnTo>
                  <a:lnTo>
                    <a:pt x="4897" y="775"/>
                  </a:lnTo>
                  <a:lnTo>
                    <a:pt x="4813" y="775"/>
                  </a:lnTo>
                  <a:lnTo>
                    <a:pt x="4709" y="859"/>
                  </a:lnTo>
                  <a:lnTo>
                    <a:pt x="4667" y="796"/>
                  </a:lnTo>
                  <a:lnTo>
                    <a:pt x="4792" y="691"/>
                  </a:lnTo>
                  <a:lnTo>
                    <a:pt x="4709" y="629"/>
                  </a:lnTo>
                  <a:lnTo>
                    <a:pt x="4688" y="649"/>
                  </a:lnTo>
                  <a:lnTo>
                    <a:pt x="4604" y="754"/>
                  </a:lnTo>
                  <a:lnTo>
                    <a:pt x="4562" y="670"/>
                  </a:lnTo>
                  <a:lnTo>
                    <a:pt x="4500" y="670"/>
                  </a:lnTo>
                  <a:lnTo>
                    <a:pt x="4500" y="482"/>
                  </a:lnTo>
                  <a:lnTo>
                    <a:pt x="4604" y="461"/>
                  </a:lnTo>
                  <a:lnTo>
                    <a:pt x="4604" y="377"/>
                  </a:lnTo>
                  <a:lnTo>
                    <a:pt x="4458" y="273"/>
                  </a:lnTo>
                  <a:lnTo>
                    <a:pt x="4437" y="336"/>
                  </a:lnTo>
                  <a:lnTo>
                    <a:pt x="4290" y="231"/>
                  </a:lnTo>
                  <a:lnTo>
                    <a:pt x="4290" y="64"/>
                  </a:lnTo>
                  <a:lnTo>
                    <a:pt x="41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9256;p128">
              <a:extLst>
                <a:ext uri="{FF2B5EF4-FFF2-40B4-BE49-F238E27FC236}">
                  <a16:creationId xmlns:a16="http://schemas.microsoft.com/office/drawing/2014/main" id="{295AE62E-CDE4-2691-FD96-0BB01B68FD43}"/>
                </a:ext>
              </a:extLst>
            </p:cNvPr>
            <p:cNvSpPr/>
            <p:nvPr/>
          </p:nvSpPr>
          <p:spPr>
            <a:xfrm>
              <a:off x="4442708" y="2983061"/>
              <a:ext cx="56823" cy="104945"/>
            </a:xfrm>
            <a:custGeom>
              <a:avLst/>
              <a:gdLst/>
              <a:ahLst/>
              <a:cxnLst/>
              <a:rect l="l" t="t" r="r" b="b"/>
              <a:pathLst>
                <a:path w="4772" h="9228" extrusionOk="0">
                  <a:moveTo>
                    <a:pt x="1821" y="0"/>
                  </a:moveTo>
                  <a:lnTo>
                    <a:pt x="1737" y="84"/>
                  </a:lnTo>
                  <a:lnTo>
                    <a:pt x="1591" y="84"/>
                  </a:lnTo>
                  <a:lnTo>
                    <a:pt x="1465" y="126"/>
                  </a:lnTo>
                  <a:lnTo>
                    <a:pt x="1507" y="314"/>
                  </a:lnTo>
                  <a:lnTo>
                    <a:pt x="1298" y="398"/>
                  </a:lnTo>
                  <a:lnTo>
                    <a:pt x="1193" y="314"/>
                  </a:lnTo>
                  <a:lnTo>
                    <a:pt x="1026" y="377"/>
                  </a:lnTo>
                  <a:lnTo>
                    <a:pt x="1026" y="440"/>
                  </a:lnTo>
                  <a:lnTo>
                    <a:pt x="900" y="502"/>
                  </a:lnTo>
                  <a:lnTo>
                    <a:pt x="879" y="419"/>
                  </a:lnTo>
                  <a:lnTo>
                    <a:pt x="796" y="419"/>
                  </a:lnTo>
                  <a:lnTo>
                    <a:pt x="733" y="502"/>
                  </a:lnTo>
                  <a:lnTo>
                    <a:pt x="607" y="398"/>
                  </a:lnTo>
                  <a:lnTo>
                    <a:pt x="524" y="440"/>
                  </a:lnTo>
                  <a:lnTo>
                    <a:pt x="503" y="544"/>
                  </a:lnTo>
                  <a:lnTo>
                    <a:pt x="419" y="544"/>
                  </a:lnTo>
                  <a:lnTo>
                    <a:pt x="377" y="523"/>
                  </a:lnTo>
                  <a:lnTo>
                    <a:pt x="398" y="440"/>
                  </a:lnTo>
                  <a:lnTo>
                    <a:pt x="315" y="419"/>
                  </a:lnTo>
                  <a:lnTo>
                    <a:pt x="189" y="481"/>
                  </a:lnTo>
                  <a:lnTo>
                    <a:pt x="147" y="523"/>
                  </a:lnTo>
                  <a:lnTo>
                    <a:pt x="105" y="586"/>
                  </a:lnTo>
                  <a:lnTo>
                    <a:pt x="63" y="607"/>
                  </a:lnTo>
                  <a:lnTo>
                    <a:pt x="1" y="628"/>
                  </a:lnTo>
                  <a:lnTo>
                    <a:pt x="63" y="712"/>
                  </a:lnTo>
                  <a:lnTo>
                    <a:pt x="252" y="795"/>
                  </a:lnTo>
                  <a:lnTo>
                    <a:pt x="356" y="942"/>
                  </a:lnTo>
                  <a:lnTo>
                    <a:pt x="461" y="1025"/>
                  </a:lnTo>
                  <a:lnTo>
                    <a:pt x="482" y="1151"/>
                  </a:lnTo>
                  <a:lnTo>
                    <a:pt x="419" y="1235"/>
                  </a:lnTo>
                  <a:lnTo>
                    <a:pt x="628" y="1423"/>
                  </a:lnTo>
                  <a:lnTo>
                    <a:pt x="733" y="1632"/>
                  </a:lnTo>
                  <a:lnTo>
                    <a:pt x="984" y="1632"/>
                  </a:lnTo>
                  <a:lnTo>
                    <a:pt x="1131" y="1674"/>
                  </a:lnTo>
                  <a:lnTo>
                    <a:pt x="1256" y="1590"/>
                  </a:lnTo>
                  <a:lnTo>
                    <a:pt x="1423" y="1590"/>
                  </a:lnTo>
                  <a:lnTo>
                    <a:pt x="1507" y="1695"/>
                  </a:lnTo>
                  <a:lnTo>
                    <a:pt x="1654" y="1737"/>
                  </a:lnTo>
                  <a:lnTo>
                    <a:pt x="1675" y="1841"/>
                  </a:lnTo>
                  <a:lnTo>
                    <a:pt x="1654" y="1946"/>
                  </a:lnTo>
                  <a:lnTo>
                    <a:pt x="1842" y="1988"/>
                  </a:lnTo>
                  <a:lnTo>
                    <a:pt x="1842" y="2072"/>
                  </a:lnTo>
                  <a:lnTo>
                    <a:pt x="1758" y="2092"/>
                  </a:lnTo>
                  <a:lnTo>
                    <a:pt x="1675" y="2302"/>
                  </a:lnTo>
                  <a:lnTo>
                    <a:pt x="1633" y="2385"/>
                  </a:lnTo>
                  <a:lnTo>
                    <a:pt x="1507" y="2385"/>
                  </a:lnTo>
                  <a:lnTo>
                    <a:pt x="1340" y="2469"/>
                  </a:lnTo>
                  <a:lnTo>
                    <a:pt x="1256" y="2469"/>
                  </a:lnTo>
                  <a:lnTo>
                    <a:pt x="1256" y="2532"/>
                  </a:lnTo>
                  <a:lnTo>
                    <a:pt x="1403" y="2699"/>
                  </a:lnTo>
                  <a:lnTo>
                    <a:pt x="1319" y="2783"/>
                  </a:lnTo>
                  <a:lnTo>
                    <a:pt x="1340" y="2846"/>
                  </a:lnTo>
                  <a:lnTo>
                    <a:pt x="1423" y="2846"/>
                  </a:lnTo>
                  <a:lnTo>
                    <a:pt x="1507" y="3013"/>
                  </a:lnTo>
                  <a:lnTo>
                    <a:pt x="1675" y="3013"/>
                  </a:lnTo>
                  <a:lnTo>
                    <a:pt x="1863" y="3118"/>
                  </a:lnTo>
                  <a:lnTo>
                    <a:pt x="1968" y="3118"/>
                  </a:lnTo>
                  <a:lnTo>
                    <a:pt x="2114" y="3327"/>
                  </a:lnTo>
                  <a:lnTo>
                    <a:pt x="2281" y="3411"/>
                  </a:lnTo>
                  <a:lnTo>
                    <a:pt x="2407" y="3557"/>
                  </a:lnTo>
                  <a:lnTo>
                    <a:pt x="2386" y="3641"/>
                  </a:lnTo>
                  <a:lnTo>
                    <a:pt x="2574" y="3850"/>
                  </a:lnTo>
                  <a:lnTo>
                    <a:pt x="2616" y="3976"/>
                  </a:lnTo>
                  <a:lnTo>
                    <a:pt x="2700" y="4038"/>
                  </a:lnTo>
                  <a:lnTo>
                    <a:pt x="2825" y="4038"/>
                  </a:lnTo>
                  <a:lnTo>
                    <a:pt x="2909" y="4143"/>
                  </a:lnTo>
                  <a:lnTo>
                    <a:pt x="2909" y="4206"/>
                  </a:lnTo>
                  <a:lnTo>
                    <a:pt x="2993" y="4289"/>
                  </a:lnTo>
                  <a:lnTo>
                    <a:pt x="3035" y="4289"/>
                  </a:lnTo>
                  <a:lnTo>
                    <a:pt x="3118" y="4310"/>
                  </a:lnTo>
                  <a:lnTo>
                    <a:pt x="3097" y="4415"/>
                  </a:lnTo>
                  <a:lnTo>
                    <a:pt x="3139" y="4478"/>
                  </a:lnTo>
                  <a:lnTo>
                    <a:pt x="3286" y="4478"/>
                  </a:lnTo>
                  <a:lnTo>
                    <a:pt x="3348" y="4582"/>
                  </a:lnTo>
                  <a:lnTo>
                    <a:pt x="3411" y="4603"/>
                  </a:lnTo>
                  <a:lnTo>
                    <a:pt x="3516" y="4561"/>
                  </a:lnTo>
                  <a:lnTo>
                    <a:pt x="3558" y="4624"/>
                  </a:lnTo>
                  <a:lnTo>
                    <a:pt x="3495" y="4708"/>
                  </a:lnTo>
                  <a:lnTo>
                    <a:pt x="3453" y="4875"/>
                  </a:lnTo>
                  <a:lnTo>
                    <a:pt x="3516" y="4938"/>
                  </a:lnTo>
                  <a:lnTo>
                    <a:pt x="3600" y="4938"/>
                  </a:lnTo>
                  <a:lnTo>
                    <a:pt x="3600" y="5105"/>
                  </a:lnTo>
                  <a:lnTo>
                    <a:pt x="3432" y="5231"/>
                  </a:lnTo>
                  <a:lnTo>
                    <a:pt x="3453" y="5357"/>
                  </a:lnTo>
                  <a:lnTo>
                    <a:pt x="3495" y="5440"/>
                  </a:lnTo>
                  <a:lnTo>
                    <a:pt x="3516" y="5629"/>
                  </a:lnTo>
                  <a:lnTo>
                    <a:pt x="3411" y="5670"/>
                  </a:lnTo>
                  <a:lnTo>
                    <a:pt x="3390" y="5670"/>
                  </a:lnTo>
                  <a:lnTo>
                    <a:pt x="3453" y="5859"/>
                  </a:lnTo>
                  <a:lnTo>
                    <a:pt x="3558" y="5921"/>
                  </a:lnTo>
                  <a:lnTo>
                    <a:pt x="3662" y="6152"/>
                  </a:lnTo>
                  <a:lnTo>
                    <a:pt x="3641" y="6340"/>
                  </a:lnTo>
                  <a:lnTo>
                    <a:pt x="3662" y="6445"/>
                  </a:lnTo>
                  <a:lnTo>
                    <a:pt x="3641" y="6591"/>
                  </a:lnTo>
                  <a:lnTo>
                    <a:pt x="3662" y="6717"/>
                  </a:lnTo>
                  <a:lnTo>
                    <a:pt x="3558" y="6905"/>
                  </a:lnTo>
                  <a:lnTo>
                    <a:pt x="3495" y="6926"/>
                  </a:lnTo>
                  <a:lnTo>
                    <a:pt x="3453" y="7010"/>
                  </a:lnTo>
                  <a:lnTo>
                    <a:pt x="3307" y="7072"/>
                  </a:lnTo>
                  <a:lnTo>
                    <a:pt x="3139" y="7177"/>
                  </a:lnTo>
                  <a:lnTo>
                    <a:pt x="3076" y="7282"/>
                  </a:lnTo>
                  <a:lnTo>
                    <a:pt x="2867" y="7282"/>
                  </a:lnTo>
                  <a:lnTo>
                    <a:pt x="2763" y="7344"/>
                  </a:lnTo>
                  <a:lnTo>
                    <a:pt x="2784" y="7554"/>
                  </a:lnTo>
                  <a:lnTo>
                    <a:pt x="2909" y="7595"/>
                  </a:lnTo>
                  <a:lnTo>
                    <a:pt x="3014" y="7700"/>
                  </a:lnTo>
                  <a:lnTo>
                    <a:pt x="2993" y="7763"/>
                  </a:lnTo>
                  <a:lnTo>
                    <a:pt x="3035" y="7909"/>
                  </a:lnTo>
                  <a:lnTo>
                    <a:pt x="2867" y="7909"/>
                  </a:lnTo>
                  <a:lnTo>
                    <a:pt x="2825" y="7826"/>
                  </a:lnTo>
                  <a:lnTo>
                    <a:pt x="2721" y="7763"/>
                  </a:lnTo>
                  <a:lnTo>
                    <a:pt x="2449" y="7826"/>
                  </a:lnTo>
                  <a:lnTo>
                    <a:pt x="2386" y="7805"/>
                  </a:lnTo>
                  <a:lnTo>
                    <a:pt x="2260" y="7805"/>
                  </a:lnTo>
                  <a:lnTo>
                    <a:pt x="2198" y="7951"/>
                  </a:lnTo>
                  <a:lnTo>
                    <a:pt x="2072" y="7972"/>
                  </a:lnTo>
                  <a:lnTo>
                    <a:pt x="1968" y="8118"/>
                  </a:lnTo>
                  <a:lnTo>
                    <a:pt x="1988" y="8139"/>
                  </a:lnTo>
                  <a:lnTo>
                    <a:pt x="1988" y="8244"/>
                  </a:lnTo>
                  <a:lnTo>
                    <a:pt x="1988" y="8265"/>
                  </a:lnTo>
                  <a:lnTo>
                    <a:pt x="2093" y="8286"/>
                  </a:lnTo>
                  <a:lnTo>
                    <a:pt x="2156" y="8265"/>
                  </a:lnTo>
                  <a:lnTo>
                    <a:pt x="2198" y="8286"/>
                  </a:lnTo>
                  <a:lnTo>
                    <a:pt x="2281" y="8265"/>
                  </a:lnTo>
                  <a:lnTo>
                    <a:pt x="2407" y="8286"/>
                  </a:lnTo>
                  <a:lnTo>
                    <a:pt x="2491" y="8265"/>
                  </a:lnTo>
                  <a:lnTo>
                    <a:pt x="2449" y="8328"/>
                  </a:lnTo>
                  <a:lnTo>
                    <a:pt x="2281" y="8453"/>
                  </a:lnTo>
                  <a:lnTo>
                    <a:pt x="2198" y="8579"/>
                  </a:lnTo>
                  <a:lnTo>
                    <a:pt x="2198" y="8767"/>
                  </a:lnTo>
                  <a:lnTo>
                    <a:pt x="2177" y="8851"/>
                  </a:lnTo>
                  <a:lnTo>
                    <a:pt x="2240" y="8851"/>
                  </a:lnTo>
                  <a:lnTo>
                    <a:pt x="2198" y="8872"/>
                  </a:lnTo>
                  <a:lnTo>
                    <a:pt x="2198" y="9018"/>
                  </a:lnTo>
                  <a:lnTo>
                    <a:pt x="2281" y="9081"/>
                  </a:lnTo>
                  <a:lnTo>
                    <a:pt x="2344" y="9060"/>
                  </a:lnTo>
                  <a:lnTo>
                    <a:pt x="2344" y="9060"/>
                  </a:lnTo>
                  <a:lnTo>
                    <a:pt x="2281" y="9123"/>
                  </a:lnTo>
                  <a:lnTo>
                    <a:pt x="2177" y="9165"/>
                  </a:lnTo>
                  <a:lnTo>
                    <a:pt x="2072" y="9227"/>
                  </a:lnTo>
                  <a:lnTo>
                    <a:pt x="2240" y="9227"/>
                  </a:lnTo>
                  <a:lnTo>
                    <a:pt x="2470" y="9123"/>
                  </a:lnTo>
                  <a:lnTo>
                    <a:pt x="2470" y="9102"/>
                  </a:lnTo>
                  <a:lnTo>
                    <a:pt x="2491" y="9102"/>
                  </a:lnTo>
                  <a:lnTo>
                    <a:pt x="2574" y="9018"/>
                  </a:lnTo>
                  <a:lnTo>
                    <a:pt x="2595" y="8914"/>
                  </a:lnTo>
                  <a:lnTo>
                    <a:pt x="2616" y="8851"/>
                  </a:lnTo>
                  <a:lnTo>
                    <a:pt x="2700" y="8872"/>
                  </a:lnTo>
                  <a:lnTo>
                    <a:pt x="2721" y="8851"/>
                  </a:lnTo>
                  <a:lnTo>
                    <a:pt x="2867" y="8746"/>
                  </a:lnTo>
                  <a:lnTo>
                    <a:pt x="2909" y="8746"/>
                  </a:lnTo>
                  <a:lnTo>
                    <a:pt x="2930" y="8683"/>
                  </a:lnTo>
                  <a:lnTo>
                    <a:pt x="2993" y="8662"/>
                  </a:lnTo>
                  <a:lnTo>
                    <a:pt x="2972" y="8600"/>
                  </a:lnTo>
                  <a:lnTo>
                    <a:pt x="2972" y="8579"/>
                  </a:lnTo>
                  <a:lnTo>
                    <a:pt x="2930" y="8495"/>
                  </a:lnTo>
                  <a:lnTo>
                    <a:pt x="2993" y="8495"/>
                  </a:lnTo>
                  <a:lnTo>
                    <a:pt x="3035" y="8558"/>
                  </a:lnTo>
                  <a:lnTo>
                    <a:pt x="3097" y="8579"/>
                  </a:lnTo>
                  <a:lnTo>
                    <a:pt x="3139" y="8537"/>
                  </a:lnTo>
                  <a:lnTo>
                    <a:pt x="3139" y="8453"/>
                  </a:lnTo>
                  <a:lnTo>
                    <a:pt x="3035" y="8349"/>
                  </a:lnTo>
                  <a:lnTo>
                    <a:pt x="3160" y="8453"/>
                  </a:lnTo>
                  <a:lnTo>
                    <a:pt x="3244" y="8390"/>
                  </a:lnTo>
                  <a:lnTo>
                    <a:pt x="3223" y="8286"/>
                  </a:lnTo>
                  <a:lnTo>
                    <a:pt x="3244" y="8244"/>
                  </a:lnTo>
                  <a:lnTo>
                    <a:pt x="3097" y="8181"/>
                  </a:lnTo>
                  <a:lnTo>
                    <a:pt x="3160" y="8181"/>
                  </a:lnTo>
                  <a:lnTo>
                    <a:pt x="3223" y="8160"/>
                  </a:lnTo>
                  <a:lnTo>
                    <a:pt x="3223" y="8139"/>
                  </a:lnTo>
                  <a:lnTo>
                    <a:pt x="3139" y="8077"/>
                  </a:lnTo>
                  <a:lnTo>
                    <a:pt x="3244" y="8118"/>
                  </a:lnTo>
                  <a:lnTo>
                    <a:pt x="3286" y="8077"/>
                  </a:lnTo>
                  <a:lnTo>
                    <a:pt x="3307" y="8014"/>
                  </a:lnTo>
                  <a:lnTo>
                    <a:pt x="3307" y="8077"/>
                  </a:lnTo>
                  <a:lnTo>
                    <a:pt x="3286" y="8160"/>
                  </a:lnTo>
                  <a:lnTo>
                    <a:pt x="3307" y="8160"/>
                  </a:lnTo>
                  <a:lnTo>
                    <a:pt x="3411" y="8139"/>
                  </a:lnTo>
                  <a:lnTo>
                    <a:pt x="3495" y="8181"/>
                  </a:lnTo>
                  <a:lnTo>
                    <a:pt x="3620" y="8160"/>
                  </a:lnTo>
                  <a:lnTo>
                    <a:pt x="3872" y="8014"/>
                  </a:lnTo>
                  <a:lnTo>
                    <a:pt x="3955" y="7951"/>
                  </a:lnTo>
                  <a:lnTo>
                    <a:pt x="4060" y="7951"/>
                  </a:lnTo>
                  <a:lnTo>
                    <a:pt x="4060" y="7846"/>
                  </a:lnTo>
                  <a:lnTo>
                    <a:pt x="4164" y="7763"/>
                  </a:lnTo>
                  <a:lnTo>
                    <a:pt x="4269" y="7721"/>
                  </a:lnTo>
                  <a:lnTo>
                    <a:pt x="4395" y="7595"/>
                  </a:lnTo>
                  <a:lnTo>
                    <a:pt x="4457" y="7554"/>
                  </a:lnTo>
                  <a:lnTo>
                    <a:pt x="4478" y="7428"/>
                  </a:lnTo>
                  <a:lnTo>
                    <a:pt x="4541" y="7407"/>
                  </a:lnTo>
                  <a:lnTo>
                    <a:pt x="4604" y="7323"/>
                  </a:lnTo>
                  <a:lnTo>
                    <a:pt x="4583" y="7282"/>
                  </a:lnTo>
                  <a:lnTo>
                    <a:pt x="4604" y="7177"/>
                  </a:lnTo>
                  <a:lnTo>
                    <a:pt x="4541" y="7072"/>
                  </a:lnTo>
                  <a:lnTo>
                    <a:pt x="4646" y="6989"/>
                  </a:lnTo>
                  <a:lnTo>
                    <a:pt x="4646" y="6905"/>
                  </a:lnTo>
                  <a:lnTo>
                    <a:pt x="4688" y="6884"/>
                  </a:lnTo>
                  <a:lnTo>
                    <a:pt x="4688" y="6821"/>
                  </a:lnTo>
                  <a:lnTo>
                    <a:pt x="4646" y="6758"/>
                  </a:lnTo>
                  <a:lnTo>
                    <a:pt x="4646" y="6675"/>
                  </a:lnTo>
                  <a:lnTo>
                    <a:pt x="4688" y="6654"/>
                  </a:lnTo>
                  <a:lnTo>
                    <a:pt x="4709" y="6696"/>
                  </a:lnTo>
                  <a:lnTo>
                    <a:pt x="4709" y="6717"/>
                  </a:lnTo>
                  <a:lnTo>
                    <a:pt x="4729" y="6717"/>
                  </a:lnTo>
                  <a:lnTo>
                    <a:pt x="4771" y="6654"/>
                  </a:lnTo>
                  <a:lnTo>
                    <a:pt x="4688" y="6507"/>
                  </a:lnTo>
                  <a:lnTo>
                    <a:pt x="4667" y="6445"/>
                  </a:lnTo>
                  <a:lnTo>
                    <a:pt x="4604" y="6403"/>
                  </a:lnTo>
                  <a:lnTo>
                    <a:pt x="4604" y="6361"/>
                  </a:lnTo>
                  <a:lnTo>
                    <a:pt x="4583" y="6194"/>
                  </a:lnTo>
                  <a:lnTo>
                    <a:pt x="4604" y="6173"/>
                  </a:lnTo>
                  <a:lnTo>
                    <a:pt x="4562" y="6068"/>
                  </a:lnTo>
                  <a:lnTo>
                    <a:pt x="4583" y="6026"/>
                  </a:lnTo>
                  <a:lnTo>
                    <a:pt x="4583" y="5921"/>
                  </a:lnTo>
                  <a:lnTo>
                    <a:pt x="4541" y="5859"/>
                  </a:lnTo>
                  <a:lnTo>
                    <a:pt x="4499" y="5670"/>
                  </a:lnTo>
                  <a:lnTo>
                    <a:pt x="4457" y="5649"/>
                  </a:lnTo>
                  <a:lnTo>
                    <a:pt x="4437" y="5440"/>
                  </a:lnTo>
                  <a:lnTo>
                    <a:pt x="4332" y="5315"/>
                  </a:lnTo>
                  <a:lnTo>
                    <a:pt x="4353" y="5252"/>
                  </a:lnTo>
                  <a:lnTo>
                    <a:pt x="4332" y="5210"/>
                  </a:lnTo>
                  <a:lnTo>
                    <a:pt x="4332" y="5147"/>
                  </a:lnTo>
                  <a:lnTo>
                    <a:pt x="4185" y="5022"/>
                  </a:lnTo>
                  <a:lnTo>
                    <a:pt x="4185" y="4938"/>
                  </a:lnTo>
                  <a:lnTo>
                    <a:pt x="4164" y="4938"/>
                  </a:lnTo>
                  <a:lnTo>
                    <a:pt x="4144" y="4833"/>
                  </a:lnTo>
                  <a:lnTo>
                    <a:pt x="4060" y="4708"/>
                  </a:lnTo>
                  <a:lnTo>
                    <a:pt x="3809" y="4499"/>
                  </a:lnTo>
                  <a:lnTo>
                    <a:pt x="3746" y="4394"/>
                  </a:lnTo>
                  <a:lnTo>
                    <a:pt x="3453" y="4185"/>
                  </a:lnTo>
                  <a:lnTo>
                    <a:pt x="3139" y="4038"/>
                  </a:lnTo>
                  <a:lnTo>
                    <a:pt x="3139" y="3976"/>
                  </a:lnTo>
                  <a:lnTo>
                    <a:pt x="3014" y="3934"/>
                  </a:lnTo>
                  <a:lnTo>
                    <a:pt x="2784" y="3745"/>
                  </a:lnTo>
                  <a:lnTo>
                    <a:pt x="2763" y="3662"/>
                  </a:lnTo>
                  <a:lnTo>
                    <a:pt x="2721" y="3536"/>
                  </a:lnTo>
                  <a:lnTo>
                    <a:pt x="2721" y="3473"/>
                  </a:lnTo>
                  <a:lnTo>
                    <a:pt x="2721" y="3432"/>
                  </a:lnTo>
                  <a:lnTo>
                    <a:pt x="2679" y="3306"/>
                  </a:lnTo>
                  <a:lnTo>
                    <a:pt x="2595" y="3306"/>
                  </a:lnTo>
                  <a:lnTo>
                    <a:pt x="2470" y="3139"/>
                  </a:lnTo>
                  <a:lnTo>
                    <a:pt x="2281" y="3055"/>
                  </a:lnTo>
                  <a:lnTo>
                    <a:pt x="2177" y="3034"/>
                  </a:lnTo>
                  <a:lnTo>
                    <a:pt x="2281" y="2992"/>
                  </a:lnTo>
                  <a:lnTo>
                    <a:pt x="2281" y="2929"/>
                  </a:lnTo>
                  <a:lnTo>
                    <a:pt x="2177" y="2825"/>
                  </a:lnTo>
                  <a:lnTo>
                    <a:pt x="2240" y="2720"/>
                  </a:lnTo>
                  <a:lnTo>
                    <a:pt x="2281" y="2532"/>
                  </a:lnTo>
                  <a:lnTo>
                    <a:pt x="2260" y="2490"/>
                  </a:lnTo>
                  <a:lnTo>
                    <a:pt x="2198" y="2490"/>
                  </a:lnTo>
                  <a:lnTo>
                    <a:pt x="2198" y="2385"/>
                  </a:lnTo>
                  <a:lnTo>
                    <a:pt x="2260" y="2323"/>
                  </a:lnTo>
                  <a:lnTo>
                    <a:pt x="2281" y="2218"/>
                  </a:lnTo>
                  <a:lnTo>
                    <a:pt x="2344" y="2197"/>
                  </a:lnTo>
                  <a:lnTo>
                    <a:pt x="2365" y="2155"/>
                  </a:lnTo>
                  <a:lnTo>
                    <a:pt x="2386" y="2176"/>
                  </a:lnTo>
                  <a:lnTo>
                    <a:pt x="2449" y="2176"/>
                  </a:lnTo>
                  <a:lnTo>
                    <a:pt x="2553" y="2051"/>
                  </a:lnTo>
                  <a:lnTo>
                    <a:pt x="2574" y="2051"/>
                  </a:lnTo>
                  <a:lnTo>
                    <a:pt x="2616" y="1988"/>
                  </a:lnTo>
                  <a:lnTo>
                    <a:pt x="2574" y="1904"/>
                  </a:lnTo>
                  <a:lnTo>
                    <a:pt x="2595" y="1883"/>
                  </a:lnTo>
                  <a:lnTo>
                    <a:pt x="2595" y="1800"/>
                  </a:lnTo>
                  <a:lnTo>
                    <a:pt x="2595" y="1737"/>
                  </a:lnTo>
                  <a:lnTo>
                    <a:pt x="2574" y="1674"/>
                  </a:lnTo>
                  <a:lnTo>
                    <a:pt x="2616" y="1632"/>
                  </a:lnTo>
                  <a:lnTo>
                    <a:pt x="2616" y="1548"/>
                  </a:lnTo>
                  <a:lnTo>
                    <a:pt x="2679" y="1548"/>
                  </a:lnTo>
                  <a:lnTo>
                    <a:pt x="2700" y="1590"/>
                  </a:lnTo>
                  <a:lnTo>
                    <a:pt x="2721" y="1590"/>
                  </a:lnTo>
                  <a:lnTo>
                    <a:pt x="2804" y="1548"/>
                  </a:lnTo>
                  <a:lnTo>
                    <a:pt x="2888" y="1528"/>
                  </a:lnTo>
                  <a:lnTo>
                    <a:pt x="2930" y="1548"/>
                  </a:lnTo>
                  <a:lnTo>
                    <a:pt x="2972" y="1528"/>
                  </a:lnTo>
                  <a:lnTo>
                    <a:pt x="3014" y="1465"/>
                  </a:lnTo>
                  <a:lnTo>
                    <a:pt x="2993" y="1381"/>
                  </a:lnTo>
                  <a:lnTo>
                    <a:pt x="3014" y="1339"/>
                  </a:lnTo>
                  <a:lnTo>
                    <a:pt x="3118" y="1318"/>
                  </a:lnTo>
                  <a:lnTo>
                    <a:pt x="3223" y="1339"/>
                  </a:lnTo>
                  <a:lnTo>
                    <a:pt x="3328" y="1256"/>
                  </a:lnTo>
                  <a:lnTo>
                    <a:pt x="3390" y="1256"/>
                  </a:lnTo>
                  <a:lnTo>
                    <a:pt x="3432" y="1235"/>
                  </a:lnTo>
                  <a:lnTo>
                    <a:pt x="3495" y="1172"/>
                  </a:lnTo>
                  <a:lnTo>
                    <a:pt x="3453" y="1130"/>
                  </a:lnTo>
                  <a:lnTo>
                    <a:pt x="3348" y="1067"/>
                  </a:lnTo>
                  <a:lnTo>
                    <a:pt x="3286" y="1109"/>
                  </a:lnTo>
                  <a:lnTo>
                    <a:pt x="3223" y="1046"/>
                  </a:lnTo>
                  <a:lnTo>
                    <a:pt x="3118" y="1109"/>
                  </a:lnTo>
                  <a:lnTo>
                    <a:pt x="3014" y="1025"/>
                  </a:lnTo>
                  <a:lnTo>
                    <a:pt x="2888" y="1004"/>
                  </a:lnTo>
                  <a:lnTo>
                    <a:pt x="2867" y="900"/>
                  </a:lnTo>
                  <a:lnTo>
                    <a:pt x="2616" y="816"/>
                  </a:lnTo>
                  <a:lnTo>
                    <a:pt x="2595" y="712"/>
                  </a:lnTo>
                  <a:lnTo>
                    <a:pt x="2512" y="691"/>
                  </a:lnTo>
                  <a:lnTo>
                    <a:pt x="2574" y="481"/>
                  </a:lnTo>
                  <a:lnTo>
                    <a:pt x="2679" y="440"/>
                  </a:lnTo>
                  <a:lnTo>
                    <a:pt x="2679" y="335"/>
                  </a:lnTo>
                  <a:lnTo>
                    <a:pt x="2595" y="272"/>
                  </a:lnTo>
                  <a:lnTo>
                    <a:pt x="2449" y="314"/>
                  </a:lnTo>
                  <a:lnTo>
                    <a:pt x="2386" y="272"/>
                  </a:lnTo>
                  <a:lnTo>
                    <a:pt x="2114" y="272"/>
                  </a:lnTo>
                  <a:lnTo>
                    <a:pt x="2072" y="188"/>
                  </a:lnTo>
                  <a:lnTo>
                    <a:pt x="1947" y="168"/>
                  </a:lnTo>
                  <a:lnTo>
                    <a:pt x="1947" y="84"/>
                  </a:lnTo>
                  <a:lnTo>
                    <a:pt x="182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9257;p128">
              <a:extLst>
                <a:ext uri="{FF2B5EF4-FFF2-40B4-BE49-F238E27FC236}">
                  <a16:creationId xmlns:a16="http://schemas.microsoft.com/office/drawing/2014/main" id="{573A88CD-745D-0E38-9EAB-9ED024D5293F}"/>
                </a:ext>
              </a:extLst>
            </p:cNvPr>
            <p:cNvSpPr/>
            <p:nvPr/>
          </p:nvSpPr>
          <p:spPr>
            <a:xfrm>
              <a:off x="4450186" y="3045644"/>
              <a:ext cx="36139" cy="29750"/>
            </a:xfrm>
            <a:custGeom>
              <a:avLst/>
              <a:gdLst/>
              <a:ahLst/>
              <a:cxnLst/>
              <a:rect l="l" t="t" r="r" b="b"/>
              <a:pathLst>
                <a:path w="3035" h="2616" extrusionOk="0">
                  <a:moveTo>
                    <a:pt x="2407" y="0"/>
                  </a:moveTo>
                  <a:lnTo>
                    <a:pt x="2239" y="42"/>
                  </a:lnTo>
                  <a:lnTo>
                    <a:pt x="2135" y="126"/>
                  </a:lnTo>
                  <a:lnTo>
                    <a:pt x="2260" y="251"/>
                  </a:lnTo>
                  <a:lnTo>
                    <a:pt x="2239" y="356"/>
                  </a:lnTo>
                  <a:lnTo>
                    <a:pt x="2260" y="460"/>
                  </a:lnTo>
                  <a:lnTo>
                    <a:pt x="2260" y="544"/>
                  </a:lnTo>
                  <a:lnTo>
                    <a:pt x="2072" y="481"/>
                  </a:lnTo>
                  <a:lnTo>
                    <a:pt x="1967" y="314"/>
                  </a:lnTo>
                  <a:lnTo>
                    <a:pt x="1821" y="314"/>
                  </a:lnTo>
                  <a:lnTo>
                    <a:pt x="1758" y="230"/>
                  </a:lnTo>
                  <a:lnTo>
                    <a:pt x="1632" y="126"/>
                  </a:lnTo>
                  <a:lnTo>
                    <a:pt x="1549" y="167"/>
                  </a:lnTo>
                  <a:lnTo>
                    <a:pt x="1444" y="105"/>
                  </a:lnTo>
                  <a:lnTo>
                    <a:pt x="1298" y="126"/>
                  </a:lnTo>
                  <a:lnTo>
                    <a:pt x="1151" y="63"/>
                  </a:lnTo>
                  <a:lnTo>
                    <a:pt x="1026" y="63"/>
                  </a:lnTo>
                  <a:lnTo>
                    <a:pt x="879" y="146"/>
                  </a:lnTo>
                  <a:lnTo>
                    <a:pt x="816" y="105"/>
                  </a:lnTo>
                  <a:lnTo>
                    <a:pt x="670" y="105"/>
                  </a:lnTo>
                  <a:lnTo>
                    <a:pt x="398" y="167"/>
                  </a:lnTo>
                  <a:lnTo>
                    <a:pt x="272" y="167"/>
                  </a:lnTo>
                  <a:lnTo>
                    <a:pt x="168" y="335"/>
                  </a:lnTo>
                  <a:lnTo>
                    <a:pt x="105" y="523"/>
                  </a:lnTo>
                  <a:lnTo>
                    <a:pt x="42" y="649"/>
                  </a:lnTo>
                  <a:lnTo>
                    <a:pt x="0" y="858"/>
                  </a:lnTo>
                  <a:lnTo>
                    <a:pt x="63" y="1088"/>
                  </a:lnTo>
                  <a:lnTo>
                    <a:pt x="168" y="1151"/>
                  </a:lnTo>
                  <a:lnTo>
                    <a:pt x="210" y="1255"/>
                  </a:lnTo>
                  <a:lnTo>
                    <a:pt x="189" y="1486"/>
                  </a:lnTo>
                  <a:lnTo>
                    <a:pt x="189" y="1569"/>
                  </a:lnTo>
                  <a:lnTo>
                    <a:pt x="272" y="1632"/>
                  </a:lnTo>
                  <a:lnTo>
                    <a:pt x="272" y="1779"/>
                  </a:lnTo>
                  <a:lnTo>
                    <a:pt x="356" y="1820"/>
                  </a:lnTo>
                  <a:lnTo>
                    <a:pt x="356" y="1925"/>
                  </a:lnTo>
                  <a:lnTo>
                    <a:pt x="419" y="2051"/>
                  </a:lnTo>
                  <a:lnTo>
                    <a:pt x="482" y="2030"/>
                  </a:lnTo>
                  <a:lnTo>
                    <a:pt x="523" y="2113"/>
                  </a:lnTo>
                  <a:lnTo>
                    <a:pt x="503" y="2218"/>
                  </a:lnTo>
                  <a:lnTo>
                    <a:pt x="565" y="2260"/>
                  </a:lnTo>
                  <a:lnTo>
                    <a:pt x="565" y="2364"/>
                  </a:lnTo>
                  <a:lnTo>
                    <a:pt x="733" y="2364"/>
                  </a:lnTo>
                  <a:lnTo>
                    <a:pt x="733" y="2260"/>
                  </a:lnTo>
                  <a:lnTo>
                    <a:pt x="795" y="2218"/>
                  </a:lnTo>
                  <a:lnTo>
                    <a:pt x="837" y="2155"/>
                  </a:lnTo>
                  <a:lnTo>
                    <a:pt x="837" y="2239"/>
                  </a:lnTo>
                  <a:lnTo>
                    <a:pt x="900" y="2323"/>
                  </a:lnTo>
                  <a:lnTo>
                    <a:pt x="879" y="2406"/>
                  </a:lnTo>
                  <a:lnTo>
                    <a:pt x="816" y="2469"/>
                  </a:lnTo>
                  <a:lnTo>
                    <a:pt x="837" y="2553"/>
                  </a:lnTo>
                  <a:lnTo>
                    <a:pt x="879" y="2574"/>
                  </a:lnTo>
                  <a:lnTo>
                    <a:pt x="921" y="2574"/>
                  </a:lnTo>
                  <a:lnTo>
                    <a:pt x="1026" y="2511"/>
                  </a:lnTo>
                  <a:lnTo>
                    <a:pt x="1026" y="2469"/>
                  </a:lnTo>
                  <a:lnTo>
                    <a:pt x="1088" y="2532"/>
                  </a:lnTo>
                  <a:lnTo>
                    <a:pt x="1214" y="2553"/>
                  </a:lnTo>
                  <a:lnTo>
                    <a:pt x="1235" y="2532"/>
                  </a:lnTo>
                  <a:lnTo>
                    <a:pt x="1340" y="2615"/>
                  </a:lnTo>
                  <a:lnTo>
                    <a:pt x="1444" y="2469"/>
                  </a:lnTo>
                  <a:lnTo>
                    <a:pt x="1570" y="2448"/>
                  </a:lnTo>
                  <a:lnTo>
                    <a:pt x="1632" y="2302"/>
                  </a:lnTo>
                  <a:lnTo>
                    <a:pt x="1758" y="2302"/>
                  </a:lnTo>
                  <a:lnTo>
                    <a:pt x="1821" y="2323"/>
                  </a:lnTo>
                  <a:lnTo>
                    <a:pt x="2093" y="2260"/>
                  </a:lnTo>
                  <a:lnTo>
                    <a:pt x="2197" y="2323"/>
                  </a:lnTo>
                  <a:lnTo>
                    <a:pt x="2239" y="2406"/>
                  </a:lnTo>
                  <a:lnTo>
                    <a:pt x="2407" y="2406"/>
                  </a:lnTo>
                  <a:lnTo>
                    <a:pt x="2365" y="2260"/>
                  </a:lnTo>
                  <a:lnTo>
                    <a:pt x="2386" y="2197"/>
                  </a:lnTo>
                  <a:lnTo>
                    <a:pt x="2281" y="2092"/>
                  </a:lnTo>
                  <a:lnTo>
                    <a:pt x="2156" y="2051"/>
                  </a:lnTo>
                  <a:lnTo>
                    <a:pt x="2135" y="1841"/>
                  </a:lnTo>
                  <a:lnTo>
                    <a:pt x="2239" y="1779"/>
                  </a:lnTo>
                  <a:lnTo>
                    <a:pt x="2448" y="1779"/>
                  </a:lnTo>
                  <a:lnTo>
                    <a:pt x="2511" y="1674"/>
                  </a:lnTo>
                  <a:lnTo>
                    <a:pt x="2679" y="1569"/>
                  </a:lnTo>
                  <a:lnTo>
                    <a:pt x="2825" y="1507"/>
                  </a:lnTo>
                  <a:lnTo>
                    <a:pt x="2867" y="1423"/>
                  </a:lnTo>
                  <a:lnTo>
                    <a:pt x="2930" y="1402"/>
                  </a:lnTo>
                  <a:lnTo>
                    <a:pt x="3034" y="1214"/>
                  </a:lnTo>
                  <a:lnTo>
                    <a:pt x="3013" y="1088"/>
                  </a:lnTo>
                  <a:lnTo>
                    <a:pt x="3034" y="942"/>
                  </a:lnTo>
                  <a:lnTo>
                    <a:pt x="3013" y="837"/>
                  </a:lnTo>
                  <a:lnTo>
                    <a:pt x="3034" y="649"/>
                  </a:lnTo>
                  <a:lnTo>
                    <a:pt x="2930" y="418"/>
                  </a:lnTo>
                  <a:lnTo>
                    <a:pt x="2825" y="356"/>
                  </a:lnTo>
                  <a:lnTo>
                    <a:pt x="2762" y="167"/>
                  </a:lnTo>
                  <a:lnTo>
                    <a:pt x="2679" y="167"/>
                  </a:lnTo>
                  <a:lnTo>
                    <a:pt x="2574" y="126"/>
                  </a:lnTo>
                  <a:lnTo>
                    <a:pt x="2469" y="105"/>
                  </a:lnTo>
                  <a:lnTo>
                    <a:pt x="24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9258;p128">
              <a:extLst>
                <a:ext uri="{FF2B5EF4-FFF2-40B4-BE49-F238E27FC236}">
                  <a16:creationId xmlns:a16="http://schemas.microsoft.com/office/drawing/2014/main" id="{14A53301-FC69-00AC-E66D-3981E29941B7}"/>
                </a:ext>
              </a:extLst>
            </p:cNvPr>
            <p:cNvSpPr/>
            <p:nvPr/>
          </p:nvSpPr>
          <p:spPr>
            <a:xfrm>
              <a:off x="4429753" y="2990191"/>
              <a:ext cx="55822" cy="61650"/>
            </a:xfrm>
            <a:custGeom>
              <a:avLst/>
              <a:gdLst/>
              <a:ahLst/>
              <a:cxnLst/>
              <a:rect l="l" t="t" r="r" b="b"/>
              <a:pathLst>
                <a:path w="4688" h="5421" extrusionOk="0">
                  <a:moveTo>
                    <a:pt x="879" y="1"/>
                  </a:moveTo>
                  <a:lnTo>
                    <a:pt x="879" y="85"/>
                  </a:lnTo>
                  <a:lnTo>
                    <a:pt x="817" y="126"/>
                  </a:lnTo>
                  <a:lnTo>
                    <a:pt x="817" y="336"/>
                  </a:lnTo>
                  <a:lnTo>
                    <a:pt x="859" y="440"/>
                  </a:lnTo>
                  <a:lnTo>
                    <a:pt x="859" y="587"/>
                  </a:lnTo>
                  <a:lnTo>
                    <a:pt x="879" y="733"/>
                  </a:lnTo>
                  <a:lnTo>
                    <a:pt x="775" y="712"/>
                  </a:lnTo>
                  <a:lnTo>
                    <a:pt x="649" y="754"/>
                  </a:lnTo>
                  <a:lnTo>
                    <a:pt x="587" y="649"/>
                  </a:lnTo>
                  <a:lnTo>
                    <a:pt x="524" y="608"/>
                  </a:lnTo>
                  <a:lnTo>
                    <a:pt x="419" y="712"/>
                  </a:lnTo>
                  <a:lnTo>
                    <a:pt x="252" y="733"/>
                  </a:lnTo>
                  <a:lnTo>
                    <a:pt x="231" y="838"/>
                  </a:lnTo>
                  <a:lnTo>
                    <a:pt x="189" y="942"/>
                  </a:lnTo>
                  <a:lnTo>
                    <a:pt x="231" y="1026"/>
                  </a:lnTo>
                  <a:lnTo>
                    <a:pt x="105" y="1110"/>
                  </a:lnTo>
                  <a:lnTo>
                    <a:pt x="43" y="1110"/>
                  </a:lnTo>
                  <a:lnTo>
                    <a:pt x="1" y="1256"/>
                  </a:lnTo>
                  <a:lnTo>
                    <a:pt x="43" y="1382"/>
                  </a:lnTo>
                  <a:lnTo>
                    <a:pt x="210" y="1361"/>
                  </a:lnTo>
                  <a:lnTo>
                    <a:pt x="315" y="1486"/>
                  </a:lnTo>
                  <a:lnTo>
                    <a:pt x="335" y="1675"/>
                  </a:lnTo>
                  <a:lnTo>
                    <a:pt x="252" y="1758"/>
                  </a:lnTo>
                  <a:lnTo>
                    <a:pt x="335" y="1884"/>
                  </a:lnTo>
                  <a:lnTo>
                    <a:pt x="440" y="1947"/>
                  </a:lnTo>
                  <a:lnTo>
                    <a:pt x="524" y="1863"/>
                  </a:lnTo>
                  <a:lnTo>
                    <a:pt x="733" y="1863"/>
                  </a:lnTo>
                  <a:lnTo>
                    <a:pt x="754" y="1968"/>
                  </a:lnTo>
                  <a:lnTo>
                    <a:pt x="670" y="2093"/>
                  </a:lnTo>
                  <a:lnTo>
                    <a:pt x="754" y="2198"/>
                  </a:lnTo>
                  <a:lnTo>
                    <a:pt x="733" y="2281"/>
                  </a:lnTo>
                  <a:lnTo>
                    <a:pt x="670" y="2386"/>
                  </a:lnTo>
                  <a:lnTo>
                    <a:pt x="733" y="2512"/>
                  </a:lnTo>
                  <a:lnTo>
                    <a:pt x="733" y="2721"/>
                  </a:lnTo>
                  <a:lnTo>
                    <a:pt x="733" y="3014"/>
                  </a:lnTo>
                  <a:lnTo>
                    <a:pt x="879" y="2930"/>
                  </a:lnTo>
                  <a:lnTo>
                    <a:pt x="1047" y="2909"/>
                  </a:lnTo>
                  <a:lnTo>
                    <a:pt x="1047" y="2784"/>
                  </a:lnTo>
                  <a:lnTo>
                    <a:pt x="1235" y="2700"/>
                  </a:lnTo>
                  <a:lnTo>
                    <a:pt x="1444" y="2805"/>
                  </a:lnTo>
                  <a:lnTo>
                    <a:pt x="1549" y="2805"/>
                  </a:lnTo>
                  <a:lnTo>
                    <a:pt x="1633" y="2930"/>
                  </a:lnTo>
                  <a:lnTo>
                    <a:pt x="1884" y="2909"/>
                  </a:lnTo>
                  <a:lnTo>
                    <a:pt x="2009" y="2637"/>
                  </a:lnTo>
                  <a:lnTo>
                    <a:pt x="2198" y="2595"/>
                  </a:lnTo>
                  <a:lnTo>
                    <a:pt x="2449" y="2679"/>
                  </a:lnTo>
                  <a:lnTo>
                    <a:pt x="2532" y="2826"/>
                  </a:lnTo>
                  <a:lnTo>
                    <a:pt x="2804" y="3014"/>
                  </a:lnTo>
                  <a:lnTo>
                    <a:pt x="2930" y="3118"/>
                  </a:lnTo>
                  <a:lnTo>
                    <a:pt x="2972" y="3244"/>
                  </a:lnTo>
                  <a:lnTo>
                    <a:pt x="2972" y="3328"/>
                  </a:lnTo>
                  <a:lnTo>
                    <a:pt x="2930" y="3411"/>
                  </a:lnTo>
                  <a:lnTo>
                    <a:pt x="2972" y="3537"/>
                  </a:lnTo>
                  <a:lnTo>
                    <a:pt x="2972" y="3725"/>
                  </a:lnTo>
                  <a:lnTo>
                    <a:pt x="2951" y="3788"/>
                  </a:lnTo>
                  <a:lnTo>
                    <a:pt x="3056" y="3872"/>
                  </a:lnTo>
                  <a:lnTo>
                    <a:pt x="3160" y="3997"/>
                  </a:lnTo>
                  <a:lnTo>
                    <a:pt x="3286" y="3997"/>
                  </a:lnTo>
                  <a:lnTo>
                    <a:pt x="3369" y="4060"/>
                  </a:lnTo>
                  <a:lnTo>
                    <a:pt x="3348" y="4102"/>
                  </a:lnTo>
                  <a:lnTo>
                    <a:pt x="3495" y="4206"/>
                  </a:lnTo>
                  <a:lnTo>
                    <a:pt x="3495" y="4290"/>
                  </a:lnTo>
                  <a:lnTo>
                    <a:pt x="3474" y="4416"/>
                  </a:lnTo>
                  <a:lnTo>
                    <a:pt x="3474" y="4499"/>
                  </a:lnTo>
                  <a:lnTo>
                    <a:pt x="3453" y="4604"/>
                  </a:lnTo>
                  <a:lnTo>
                    <a:pt x="3474" y="4688"/>
                  </a:lnTo>
                  <a:lnTo>
                    <a:pt x="3474" y="4897"/>
                  </a:lnTo>
                  <a:lnTo>
                    <a:pt x="3390" y="4981"/>
                  </a:lnTo>
                  <a:lnTo>
                    <a:pt x="3348" y="5002"/>
                  </a:lnTo>
                  <a:lnTo>
                    <a:pt x="3474" y="5106"/>
                  </a:lnTo>
                  <a:lnTo>
                    <a:pt x="3537" y="5190"/>
                  </a:lnTo>
                  <a:lnTo>
                    <a:pt x="3683" y="5190"/>
                  </a:lnTo>
                  <a:lnTo>
                    <a:pt x="3788" y="5357"/>
                  </a:lnTo>
                  <a:lnTo>
                    <a:pt x="3976" y="5420"/>
                  </a:lnTo>
                  <a:lnTo>
                    <a:pt x="3976" y="5336"/>
                  </a:lnTo>
                  <a:lnTo>
                    <a:pt x="3955" y="5232"/>
                  </a:lnTo>
                  <a:lnTo>
                    <a:pt x="3976" y="5127"/>
                  </a:lnTo>
                  <a:lnTo>
                    <a:pt x="3851" y="5002"/>
                  </a:lnTo>
                  <a:lnTo>
                    <a:pt x="3955" y="4918"/>
                  </a:lnTo>
                  <a:lnTo>
                    <a:pt x="4123" y="4876"/>
                  </a:lnTo>
                  <a:lnTo>
                    <a:pt x="4185" y="4981"/>
                  </a:lnTo>
                  <a:lnTo>
                    <a:pt x="4290" y="5002"/>
                  </a:lnTo>
                  <a:lnTo>
                    <a:pt x="4395" y="5043"/>
                  </a:lnTo>
                  <a:lnTo>
                    <a:pt x="4499" y="5043"/>
                  </a:lnTo>
                  <a:lnTo>
                    <a:pt x="4604" y="5002"/>
                  </a:lnTo>
                  <a:lnTo>
                    <a:pt x="4583" y="4813"/>
                  </a:lnTo>
                  <a:lnTo>
                    <a:pt x="4541" y="4730"/>
                  </a:lnTo>
                  <a:lnTo>
                    <a:pt x="4520" y="4604"/>
                  </a:lnTo>
                  <a:lnTo>
                    <a:pt x="4688" y="4478"/>
                  </a:lnTo>
                  <a:lnTo>
                    <a:pt x="4688" y="4311"/>
                  </a:lnTo>
                  <a:lnTo>
                    <a:pt x="4604" y="4311"/>
                  </a:lnTo>
                  <a:lnTo>
                    <a:pt x="4541" y="4248"/>
                  </a:lnTo>
                  <a:lnTo>
                    <a:pt x="4583" y="4081"/>
                  </a:lnTo>
                  <a:lnTo>
                    <a:pt x="4646" y="3997"/>
                  </a:lnTo>
                  <a:lnTo>
                    <a:pt x="4604" y="3934"/>
                  </a:lnTo>
                  <a:lnTo>
                    <a:pt x="4499" y="3976"/>
                  </a:lnTo>
                  <a:lnTo>
                    <a:pt x="4436" y="3955"/>
                  </a:lnTo>
                  <a:lnTo>
                    <a:pt x="4374" y="3851"/>
                  </a:lnTo>
                  <a:lnTo>
                    <a:pt x="4227" y="3851"/>
                  </a:lnTo>
                  <a:lnTo>
                    <a:pt x="4185" y="3788"/>
                  </a:lnTo>
                  <a:lnTo>
                    <a:pt x="4206" y="3683"/>
                  </a:lnTo>
                  <a:lnTo>
                    <a:pt x="4123" y="3662"/>
                  </a:lnTo>
                  <a:lnTo>
                    <a:pt x="4081" y="3662"/>
                  </a:lnTo>
                  <a:lnTo>
                    <a:pt x="3997" y="3579"/>
                  </a:lnTo>
                  <a:lnTo>
                    <a:pt x="3997" y="3516"/>
                  </a:lnTo>
                  <a:lnTo>
                    <a:pt x="3913" y="3411"/>
                  </a:lnTo>
                  <a:lnTo>
                    <a:pt x="3788" y="3411"/>
                  </a:lnTo>
                  <a:lnTo>
                    <a:pt x="3704" y="3349"/>
                  </a:lnTo>
                  <a:lnTo>
                    <a:pt x="3662" y="3223"/>
                  </a:lnTo>
                  <a:lnTo>
                    <a:pt x="3474" y="3014"/>
                  </a:lnTo>
                  <a:lnTo>
                    <a:pt x="3495" y="2930"/>
                  </a:lnTo>
                  <a:lnTo>
                    <a:pt x="3369" y="2784"/>
                  </a:lnTo>
                  <a:lnTo>
                    <a:pt x="3202" y="2700"/>
                  </a:lnTo>
                  <a:lnTo>
                    <a:pt x="3056" y="2491"/>
                  </a:lnTo>
                  <a:lnTo>
                    <a:pt x="2951" y="2491"/>
                  </a:lnTo>
                  <a:lnTo>
                    <a:pt x="2763" y="2386"/>
                  </a:lnTo>
                  <a:lnTo>
                    <a:pt x="2595" y="2386"/>
                  </a:lnTo>
                  <a:lnTo>
                    <a:pt x="2511" y="2219"/>
                  </a:lnTo>
                  <a:lnTo>
                    <a:pt x="2428" y="2219"/>
                  </a:lnTo>
                  <a:lnTo>
                    <a:pt x="2407" y="2156"/>
                  </a:lnTo>
                  <a:lnTo>
                    <a:pt x="2491" y="2072"/>
                  </a:lnTo>
                  <a:lnTo>
                    <a:pt x="2344" y="1905"/>
                  </a:lnTo>
                  <a:lnTo>
                    <a:pt x="2344" y="1842"/>
                  </a:lnTo>
                  <a:lnTo>
                    <a:pt x="2428" y="1842"/>
                  </a:lnTo>
                  <a:lnTo>
                    <a:pt x="2595" y="1758"/>
                  </a:lnTo>
                  <a:lnTo>
                    <a:pt x="2721" y="1758"/>
                  </a:lnTo>
                  <a:lnTo>
                    <a:pt x="2763" y="1675"/>
                  </a:lnTo>
                  <a:lnTo>
                    <a:pt x="2846" y="1465"/>
                  </a:lnTo>
                  <a:lnTo>
                    <a:pt x="2930" y="1445"/>
                  </a:lnTo>
                  <a:lnTo>
                    <a:pt x="2930" y="1361"/>
                  </a:lnTo>
                  <a:lnTo>
                    <a:pt x="2742" y="1319"/>
                  </a:lnTo>
                  <a:lnTo>
                    <a:pt x="2763" y="1214"/>
                  </a:lnTo>
                  <a:lnTo>
                    <a:pt x="2742" y="1110"/>
                  </a:lnTo>
                  <a:lnTo>
                    <a:pt x="2595" y="1068"/>
                  </a:lnTo>
                  <a:lnTo>
                    <a:pt x="2511" y="963"/>
                  </a:lnTo>
                  <a:lnTo>
                    <a:pt x="2344" y="963"/>
                  </a:lnTo>
                  <a:lnTo>
                    <a:pt x="2219" y="1047"/>
                  </a:lnTo>
                  <a:lnTo>
                    <a:pt x="2072" y="1005"/>
                  </a:lnTo>
                  <a:lnTo>
                    <a:pt x="1821" y="1005"/>
                  </a:lnTo>
                  <a:lnTo>
                    <a:pt x="1716" y="796"/>
                  </a:lnTo>
                  <a:lnTo>
                    <a:pt x="1507" y="608"/>
                  </a:lnTo>
                  <a:lnTo>
                    <a:pt x="1570" y="524"/>
                  </a:lnTo>
                  <a:lnTo>
                    <a:pt x="1549" y="398"/>
                  </a:lnTo>
                  <a:lnTo>
                    <a:pt x="1444" y="315"/>
                  </a:lnTo>
                  <a:lnTo>
                    <a:pt x="1340" y="168"/>
                  </a:lnTo>
                  <a:lnTo>
                    <a:pt x="1151" y="85"/>
                  </a:lnTo>
                  <a:lnTo>
                    <a:pt x="10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9259;p128">
              <a:extLst>
                <a:ext uri="{FF2B5EF4-FFF2-40B4-BE49-F238E27FC236}">
                  <a16:creationId xmlns:a16="http://schemas.microsoft.com/office/drawing/2014/main" id="{A6CE714D-4A21-3B4F-49D7-560542281EF4}"/>
                </a:ext>
              </a:extLst>
            </p:cNvPr>
            <p:cNvSpPr/>
            <p:nvPr/>
          </p:nvSpPr>
          <p:spPr>
            <a:xfrm>
              <a:off x="4413309" y="3004475"/>
              <a:ext cx="58061" cy="103285"/>
            </a:xfrm>
            <a:custGeom>
              <a:avLst/>
              <a:gdLst/>
              <a:ahLst/>
              <a:cxnLst/>
              <a:rect l="l" t="t" r="r" b="b"/>
              <a:pathLst>
                <a:path w="4876" h="9082" extrusionOk="0">
                  <a:moveTo>
                    <a:pt x="1361" y="0"/>
                  </a:moveTo>
                  <a:lnTo>
                    <a:pt x="1193" y="21"/>
                  </a:lnTo>
                  <a:lnTo>
                    <a:pt x="1068" y="63"/>
                  </a:lnTo>
                  <a:lnTo>
                    <a:pt x="1068" y="126"/>
                  </a:lnTo>
                  <a:lnTo>
                    <a:pt x="1110" y="209"/>
                  </a:lnTo>
                  <a:lnTo>
                    <a:pt x="1089" y="293"/>
                  </a:lnTo>
                  <a:lnTo>
                    <a:pt x="921" y="272"/>
                  </a:lnTo>
                  <a:lnTo>
                    <a:pt x="859" y="314"/>
                  </a:lnTo>
                  <a:lnTo>
                    <a:pt x="859" y="481"/>
                  </a:lnTo>
                  <a:lnTo>
                    <a:pt x="838" y="523"/>
                  </a:lnTo>
                  <a:lnTo>
                    <a:pt x="691" y="523"/>
                  </a:lnTo>
                  <a:lnTo>
                    <a:pt x="566" y="628"/>
                  </a:lnTo>
                  <a:lnTo>
                    <a:pt x="335" y="544"/>
                  </a:lnTo>
                  <a:lnTo>
                    <a:pt x="252" y="691"/>
                  </a:lnTo>
                  <a:lnTo>
                    <a:pt x="273" y="858"/>
                  </a:lnTo>
                  <a:lnTo>
                    <a:pt x="210" y="942"/>
                  </a:lnTo>
                  <a:lnTo>
                    <a:pt x="210" y="1130"/>
                  </a:lnTo>
                  <a:lnTo>
                    <a:pt x="231" y="1214"/>
                  </a:lnTo>
                  <a:lnTo>
                    <a:pt x="126" y="1277"/>
                  </a:lnTo>
                  <a:lnTo>
                    <a:pt x="1" y="1360"/>
                  </a:lnTo>
                  <a:lnTo>
                    <a:pt x="1" y="1444"/>
                  </a:lnTo>
                  <a:lnTo>
                    <a:pt x="63" y="1465"/>
                  </a:lnTo>
                  <a:lnTo>
                    <a:pt x="168" y="1653"/>
                  </a:lnTo>
                  <a:lnTo>
                    <a:pt x="252" y="1737"/>
                  </a:lnTo>
                  <a:lnTo>
                    <a:pt x="315" y="1800"/>
                  </a:lnTo>
                  <a:lnTo>
                    <a:pt x="440" y="1904"/>
                  </a:lnTo>
                  <a:lnTo>
                    <a:pt x="587" y="2197"/>
                  </a:lnTo>
                  <a:lnTo>
                    <a:pt x="670" y="2260"/>
                  </a:lnTo>
                  <a:lnTo>
                    <a:pt x="754" y="2386"/>
                  </a:lnTo>
                  <a:lnTo>
                    <a:pt x="754" y="2511"/>
                  </a:lnTo>
                  <a:lnTo>
                    <a:pt x="879" y="2574"/>
                  </a:lnTo>
                  <a:lnTo>
                    <a:pt x="879" y="2699"/>
                  </a:lnTo>
                  <a:lnTo>
                    <a:pt x="775" y="2741"/>
                  </a:lnTo>
                  <a:lnTo>
                    <a:pt x="754" y="2825"/>
                  </a:lnTo>
                  <a:lnTo>
                    <a:pt x="796" y="3118"/>
                  </a:lnTo>
                  <a:lnTo>
                    <a:pt x="775" y="3222"/>
                  </a:lnTo>
                  <a:lnTo>
                    <a:pt x="670" y="3264"/>
                  </a:lnTo>
                  <a:lnTo>
                    <a:pt x="754" y="3474"/>
                  </a:lnTo>
                  <a:lnTo>
                    <a:pt x="754" y="3578"/>
                  </a:lnTo>
                  <a:lnTo>
                    <a:pt x="900" y="3766"/>
                  </a:lnTo>
                  <a:lnTo>
                    <a:pt x="1089" y="3892"/>
                  </a:lnTo>
                  <a:lnTo>
                    <a:pt x="1256" y="4059"/>
                  </a:lnTo>
                  <a:lnTo>
                    <a:pt x="1298" y="4311"/>
                  </a:lnTo>
                  <a:lnTo>
                    <a:pt x="1277" y="4394"/>
                  </a:lnTo>
                  <a:lnTo>
                    <a:pt x="1298" y="4520"/>
                  </a:lnTo>
                  <a:lnTo>
                    <a:pt x="1277" y="4624"/>
                  </a:lnTo>
                  <a:lnTo>
                    <a:pt x="1361" y="4708"/>
                  </a:lnTo>
                  <a:lnTo>
                    <a:pt x="1382" y="4896"/>
                  </a:lnTo>
                  <a:lnTo>
                    <a:pt x="1424" y="5001"/>
                  </a:lnTo>
                  <a:lnTo>
                    <a:pt x="1403" y="5147"/>
                  </a:lnTo>
                  <a:lnTo>
                    <a:pt x="1486" y="5294"/>
                  </a:lnTo>
                  <a:lnTo>
                    <a:pt x="1486" y="5461"/>
                  </a:lnTo>
                  <a:lnTo>
                    <a:pt x="1403" y="5524"/>
                  </a:lnTo>
                  <a:lnTo>
                    <a:pt x="1277" y="5880"/>
                  </a:lnTo>
                  <a:lnTo>
                    <a:pt x="1152" y="5963"/>
                  </a:lnTo>
                  <a:lnTo>
                    <a:pt x="1152" y="6131"/>
                  </a:lnTo>
                  <a:lnTo>
                    <a:pt x="1089" y="6194"/>
                  </a:lnTo>
                  <a:lnTo>
                    <a:pt x="1068" y="6298"/>
                  </a:lnTo>
                  <a:lnTo>
                    <a:pt x="1047" y="6487"/>
                  </a:lnTo>
                  <a:lnTo>
                    <a:pt x="1089" y="6487"/>
                  </a:lnTo>
                  <a:lnTo>
                    <a:pt x="1005" y="6591"/>
                  </a:lnTo>
                  <a:lnTo>
                    <a:pt x="1047" y="6654"/>
                  </a:lnTo>
                  <a:lnTo>
                    <a:pt x="963" y="6779"/>
                  </a:lnTo>
                  <a:lnTo>
                    <a:pt x="1047" y="6779"/>
                  </a:lnTo>
                  <a:lnTo>
                    <a:pt x="984" y="6863"/>
                  </a:lnTo>
                  <a:lnTo>
                    <a:pt x="921" y="6863"/>
                  </a:lnTo>
                  <a:lnTo>
                    <a:pt x="921" y="7072"/>
                  </a:lnTo>
                  <a:lnTo>
                    <a:pt x="859" y="7114"/>
                  </a:lnTo>
                  <a:lnTo>
                    <a:pt x="879" y="7282"/>
                  </a:lnTo>
                  <a:lnTo>
                    <a:pt x="859" y="7324"/>
                  </a:lnTo>
                  <a:lnTo>
                    <a:pt x="879" y="7533"/>
                  </a:lnTo>
                  <a:lnTo>
                    <a:pt x="921" y="7616"/>
                  </a:lnTo>
                  <a:lnTo>
                    <a:pt x="1005" y="7616"/>
                  </a:lnTo>
                  <a:lnTo>
                    <a:pt x="984" y="7512"/>
                  </a:lnTo>
                  <a:lnTo>
                    <a:pt x="1110" y="7449"/>
                  </a:lnTo>
                  <a:lnTo>
                    <a:pt x="1089" y="7512"/>
                  </a:lnTo>
                  <a:lnTo>
                    <a:pt x="1172" y="7554"/>
                  </a:lnTo>
                  <a:lnTo>
                    <a:pt x="1172" y="7637"/>
                  </a:lnTo>
                  <a:lnTo>
                    <a:pt x="1277" y="7658"/>
                  </a:lnTo>
                  <a:lnTo>
                    <a:pt x="1319" y="7868"/>
                  </a:lnTo>
                  <a:lnTo>
                    <a:pt x="1424" y="7868"/>
                  </a:lnTo>
                  <a:lnTo>
                    <a:pt x="1570" y="8035"/>
                  </a:lnTo>
                  <a:lnTo>
                    <a:pt x="1570" y="8119"/>
                  </a:lnTo>
                  <a:lnTo>
                    <a:pt x="1675" y="8140"/>
                  </a:lnTo>
                  <a:lnTo>
                    <a:pt x="1696" y="8244"/>
                  </a:lnTo>
                  <a:lnTo>
                    <a:pt x="1779" y="8244"/>
                  </a:lnTo>
                  <a:lnTo>
                    <a:pt x="1779" y="8286"/>
                  </a:lnTo>
                  <a:lnTo>
                    <a:pt x="1716" y="8370"/>
                  </a:lnTo>
                  <a:lnTo>
                    <a:pt x="1716" y="8391"/>
                  </a:lnTo>
                  <a:lnTo>
                    <a:pt x="1968" y="8579"/>
                  </a:lnTo>
                  <a:lnTo>
                    <a:pt x="2009" y="8663"/>
                  </a:lnTo>
                  <a:lnTo>
                    <a:pt x="2051" y="8537"/>
                  </a:lnTo>
                  <a:lnTo>
                    <a:pt x="2135" y="8453"/>
                  </a:lnTo>
                  <a:lnTo>
                    <a:pt x="2240" y="8537"/>
                  </a:lnTo>
                  <a:lnTo>
                    <a:pt x="2407" y="8579"/>
                  </a:lnTo>
                  <a:lnTo>
                    <a:pt x="2428" y="8642"/>
                  </a:lnTo>
                  <a:lnTo>
                    <a:pt x="2553" y="8642"/>
                  </a:lnTo>
                  <a:lnTo>
                    <a:pt x="2616" y="8704"/>
                  </a:lnTo>
                  <a:lnTo>
                    <a:pt x="2616" y="8893"/>
                  </a:lnTo>
                  <a:lnTo>
                    <a:pt x="2532" y="8976"/>
                  </a:lnTo>
                  <a:lnTo>
                    <a:pt x="2532" y="9060"/>
                  </a:lnTo>
                  <a:lnTo>
                    <a:pt x="2679" y="9081"/>
                  </a:lnTo>
                  <a:lnTo>
                    <a:pt x="2825" y="8976"/>
                  </a:lnTo>
                  <a:lnTo>
                    <a:pt x="2930" y="8976"/>
                  </a:lnTo>
                  <a:lnTo>
                    <a:pt x="2993" y="9018"/>
                  </a:lnTo>
                  <a:lnTo>
                    <a:pt x="3076" y="8976"/>
                  </a:lnTo>
                  <a:lnTo>
                    <a:pt x="3076" y="8872"/>
                  </a:lnTo>
                  <a:lnTo>
                    <a:pt x="3097" y="8851"/>
                  </a:lnTo>
                  <a:lnTo>
                    <a:pt x="3076" y="8788"/>
                  </a:lnTo>
                  <a:lnTo>
                    <a:pt x="2972" y="8704"/>
                  </a:lnTo>
                  <a:lnTo>
                    <a:pt x="2930" y="8642"/>
                  </a:lnTo>
                  <a:lnTo>
                    <a:pt x="2846" y="8474"/>
                  </a:lnTo>
                  <a:lnTo>
                    <a:pt x="2742" y="8432"/>
                  </a:lnTo>
                  <a:lnTo>
                    <a:pt x="2637" y="8432"/>
                  </a:lnTo>
                  <a:lnTo>
                    <a:pt x="2574" y="8453"/>
                  </a:lnTo>
                  <a:lnTo>
                    <a:pt x="2491" y="8391"/>
                  </a:lnTo>
                  <a:lnTo>
                    <a:pt x="2344" y="8244"/>
                  </a:lnTo>
                  <a:lnTo>
                    <a:pt x="2260" y="8160"/>
                  </a:lnTo>
                  <a:lnTo>
                    <a:pt x="2260" y="8056"/>
                  </a:lnTo>
                  <a:lnTo>
                    <a:pt x="2219" y="8035"/>
                  </a:lnTo>
                  <a:lnTo>
                    <a:pt x="2198" y="8140"/>
                  </a:lnTo>
                  <a:lnTo>
                    <a:pt x="2030" y="8056"/>
                  </a:lnTo>
                  <a:lnTo>
                    <a:pt x="2051" y="7972"/>
                  </a:lnTo>
                  <a:lnTo>
                    <a:pt x="2135" y="7930"/>
                  </a:lnTo>
                  <a:lnTo>
                    <a:pt x="2156" y="7951"/>
                  </a:lnTo>
                  <a:lnTo>
                    <a:pt x="2198" y="7930"/>
                  </a:lnTo>
                  <a:lnTo>
                    <a:pt x="2219" y="7868"/>
                  </a:lnTo>
                  <a:lnTo>
                    <a:pt x="2156" y="7637"/>
                  </a:lnTo>
                  <a:lnTo>
                    <a:pt x="2114" y="7616"/>
                  </a:lnTo>
                  <a:lnTo>
                    <a:pt x="2114" y="7533"/>
                  </a:lnTo>
                  <a:lnTo>
                    <a:pt x="2030" y="7428"/>
                  </a:lnTo>
                  <a:lnTo>
                    <a:pt x="2009" y="7344"/>
                  </a:lnTo>
                  <a:lnTo>
                    <a:pt x="2009" y="7386"/>
                  </a:lnTo>
                  <a:lnTo>
                    <a:pt x="2009" y="7449"/>
                  </a:lnTo>
                  <a:lnTo>
                    <a:pt x="1947" y="7449"/>
                  </a:lnTo>
                  <a:lnTo>
                    <a:pt x="1884" y="7324"/>
                  </a:lnTo>
                  <a:lnTo>
                    <a:pt x="1821" y="7303"/>
                  </a:lnTo>
                  <a:lnTo>
                    <a:pt x="1842" y="7177"/>
                  </a:lnTo>
                  <a:lnTo>
                    <a:pt x="1800" y="7114"/>
                  </a:lnTo>
                  <a:lnTo>
                    <a:pt x="1779" y="6989"/>
                  </a:lnTo>
                  <a:lnTo>
                    <a:pt x="1716" y="6926"/>
                  </a:lnTo>
                  <a:lnTo>
                    <a:pt x="1633" y="6926"/>
                  </a:lnTo>
                  <a:lnTo>
                    <a:pt x="1612" y="6905"/>
                  </a:lnTo>
                  <a:lnTo>
                    <a:pt x="1570" y="6968"/>
                  </a:lnTo>
                  <a:lnTo>
                    <a:pt x="1528" y="7010"/>
                  </a:lnTo>
                  <a:lnTo>
                    <a:pt x="1486" y="7031"/>
                  </a:lnTo>
                  <a:lnTo>
                    <a:pt x="1424" y="6989"/>
                  </a:lnTo>
                  <a:lnTo>
                    <a:pt x="1486" y="6884"/>
                  </a:lnTo>
                  <a:lnTo>
                    <a:pt x="1382" y="6717"/>
                  </a:lnTo>
                  <a:lnTo>
                    <a:pt x="1382" y="6654"/>
                  </a:lnTo>
                  <a:lnTo>
                    <a:pt x="1361" y="6507"/>
                  </a:lnTo>
                  <a:lnTo>
                    <a:pt x="1361" y="6466"/>
                  </a:lnTo>
                  <a:lnTo>
                    <a:pt x="1403" y="6382"/>
                  </a:lnTo>
                  <a:lnTo>
                    <a:pt x="1382" y="6361"/>
                  </a:lnTo>
                  <a:lnTo>
                    <a:pt x="1319" y="6361"/>
                  </a:lnTo>
                  <a:lnTo>
                    <a:pt x="1382" y="6256"/>
                  </a:lnTo>
                  <a:lnTo>
                    <a:pt x="1382" y="6131"/>
                  </a:lnTo>
                  <a:lnTo>
                    <a:pt x="1507" y="5943"/>
                  </a:lnTo>
                  <a:lnTo>
                    <a:pt x="1528" y="5503"/>
                  </a:lnTo>
                  <a:lnTo>
                    <a:pt x="1612" y="5399"/>
                  </a:lnTo>
                  <a:lnTo>
                    <a:pt x="1633" y="5252"/>
                  </a:lnTo>
                  <a:lnTo>
                    <a:pt x="1716" y="5147"/>
                  </a:lnTo>
                  <a:lnTo>
                    <a:pt x="1737" y="5001"/>
                  </a:lnTo>
                  <a:lnTo>
                    <a:pt x="1696" y="4980"/>
                  </a:lnTo>
                  <a:lnTo>
                    <a:pt x="1716" y="4896"/>
                  </a:lnTo>
                  <a:lnTo>
                    <a:pt x="1716" y="4771"/>
                  </a:lnTo>
                  <a:lnTo>
                    <a:pt x="1779" y="4666"/>
                  </a:lnTo>
                  <a:lnTo>
                    <a:pt x="1779" y="4562"/>
                  </a:lnTo>
                  <a:lnTo>
                    <a:pt x="1675" y="4520"/>
                  </a:lnTo>
                  <a:lnTo>
                    <a:pt x="1696" y="4457"/>
                  </a:lnTo>
                  <a:lnTo>
                    <a:pt x="1696" y="4415"/>
                  </a:lnTo>
                  <a:lnTo>
                    <a:pt x="1800" y="4415"/>
                  </a:lnTo>
                  <a:lnTo>
                    <a:pt x="1821" y="4394"/>
                  </a:lnTo>
                  <a:lnTo>
                    <a:pt x="1884" y="4415"/>
                  </a:lnTo>
                  <a:lnTo>
                    <a:pt x="1926" y="4415"/>
                  </a:lnTo>
                  <a:lnTo>
                    <a:pt x="2030" y="4373"/>
                  </a:lnTo>
                  <a:lnTo>
                    <a:pt x="2051" y="4394"/>
                  </a:lnTo>
                  <a:lnTo>
                    <a:pt x="2135" y="4394"/>
                  </a:lnTo>
                  <a:lnTo>
                    <a:pt x="2219" y="4415"/>
                  </a:lnTo>
                  <a:lnTo>
                    <a:pt x="2260" y="4499"/>
                  </a:lnTo>
                  <a:lnTo>
                    <a:pt x="2219" y="4520"/>
                  </a:lnTo>
                  <a:lnTo>
                    <a:pt x="2219" y="4687"/>
                  </a:lnTo>
                  <a:lnTo>
                    <a:pt x="2260" y="4792"/>
                  </a:lnTo>
                  <a:lnTo>
                    <a:pt x="2240" y="4813"/>
                  </a:lnTo>
                  <a:lnTo>
                    <a:pt x="2198" y="4917"/>
                  </a:lnTo>
                  <a:lnTo>
                    <a:pt x="2302" y="4896"/>
                  </a:lnTo>
                  <a:lnTo>
                    <a:pt x="2365" y="4917"/>
                  </a:lnTo>
                  <a:lnTo>
                    <a:pt x="2470" y="4896"/>
                  </a:lnTo>
                  <a:lnTo>
                    <a:pt x="2616" y="4917"/>
                  </a:lnTo>
                  <a:lnTo>
                    <a:pt x="2658" y="4980"/>
                  </a:lnTo>
                  <a:lnTo>
                    <a:pt x="2658" y="4938"/>
                  </a:lnTo>
                  <a:lnTo>
                    <a:pt x="2658" y="4917"/>
                  </a:lnTo>
                  <a:lnTo>
                    <a:pt x="2721" y="4875"/>
                  </a:lnTo>
                  <a:lnTo>
                    <a:pt x="2784" y="4896"/>
                  </a:lnTo>
                  <a:lnTo>
                    <a:pt x="2951" y="5043"/>
                  </a:lnTo>
                  <a:lnTo>
                    <a:pt x="3014" y="5085"/>
                  </a:lnTo>
                  <a:lnTo>
                    <a:pt x="3014" y="5127"/>
                  </a:lnTo>
                  <a:lnTo>
                    <a:pt x="3076" y="5127"/>
                  </a:lnTo>
                  <a:lnTo>
                    <a:pt x="3181" y="5231"/>
                  </a:lnTo>
                  <a:lnTo>
                    <a:pt x="3202" y="5252"/>
                  </a:lnTo>
                  <a:lnTo>
                    <a:pt x="3244" y="5252"/>
                  </a:lnTo>
                  <a:lnTo>
                    <a:pt x="3244" y="5189"/>
                  </a:lnTo>
                  <a:lnTo>
                    <a:pt x="3286" y="5189"/>
                  </a:lnTo>
                  <a:lnTo>
                    <a:pt x="3286" y="5106"/>
                  </a:lnTo>
                  <a:lnTo>
                    <a:pt x="3307" y="4875"/>
                  </a:lnTo>
                  <a:lnTo>
                    <a:pt x="3265" y="4771"/>
                  </a:lnTo>
                  <a:lnTo>
                    <a:pt x="3160" y="4708"/>
                  </a:lnTo>
                  <a:lnTo>
                    <a:pt x="3097" y="4478"/>
                  </a:lnTo>
                  <a:lnTo>
                    <a:pt x="3139" y="4269"/>
                  </a:lnTo>
                  <a:lnTo>
                    <a:pt x="3202" y="4143"/>
                  </a:lnTo>
                  <a:lnTo>
                    <a:pt x="3265" y="3955"/>
                  </a:lnTo>
                  <a:lnTo>
                    <a:pt x="3369" y="3787"/>
                  </a:lnTo>
                  <a:lnTo>
                    <a:pt x="3495" y="3787"/>
                  </a:lnTo>
                  <a:lnTo>
                    <a:pt x="3767" y="3725"/>
                  </a:lnTo>
                  <a:lnTo>
                    <a:pt x="3913" y="3725"/>
                  </a:lnTo>
                  <a:lnTo>
                    <a:pt x="3976" y="3766"/>
                  </a:lnTo>
                  <a:lnTo>
                    <a:pt x="4123" y="3683"/>
                  </a:lnTo>
                  <a:lnTo>
                    <a:pt x="4248" y="3683"/>
                  </a:lnTo>
                  <a:lnTo>
                    <a:pt x="4395" y="3746"/>
                  </a:lnTo>
                  <a:lnTo>
                    <a:pt x="4541" y="3725"/>
                  </a:lnTo>
                  <a:lnTo>
                    <a:pt x="4646" y="3787"/>
                  </a:lnTo>
                  <a:lnTo>
                    <a:pt x="4771" y="3725"/>
                  </a:lnTo>
                  <a:lnTo>
                    <a:pt x="4855" y="3641"/>
                  </a:lnTo>
                  <a:lnTo>
                    <a:pt x="4855" y="3432"/>
                  </a:lnTo>
                  <a:lnTo>
                    <a:pt x="4834" y="3348"/>
                  </a:lnTo>
                  <a:lnTo>
                    <a:pt x="4855" y="3243"/>
                  </a:lnTo>
                  <a:lnTo>
                    <a:pt x="4855" y="3160"/>
                  </a:lnTo>
                  <a:lnTo>
                    <a:pt x="4876" y="3034"/>
                  </a:lnTo>
                  <a:lnTo>
                    <a:pt x="4876" y="2950"/>
                  </a:lnTo>
                  <a:lnTo>
                    <a:pt x="4729" y="2846"/>
                  </a:lnTo>
                  <a:lnTo>
                    <a:pt x="4750" y="2804"/>
                  </a:lnTo>
                  <a:lnTo>
                    <a:pt x="4667" y="2741"/>
                  </a:lnTo>
                  <a:lnTo>
                    <a:pt x="4541" y="2741"/>
                  </a:lnTo>
                  <a:lnTo>
                    <a:pt x="4437" y="2616"/>
                  </a:lnTo>
                  <a:lnTo>
                    <a:pt x="4332" y="2532"/>
                  </a:lnTo>
                  <a:lnTo>
                    <a:pt x="4353" y="2469"/>
                  </a:lnTo>
                  <a:lnTo>
                    <a:pt x="4353" y="2281"/>
                  </a:lnTo>
                  <a:lnTo>
                    <a:pt x="4311" y="2155"/>
                  </a:lnTo>
                  <a:lnTo>
                    <a:pt x="4353" y="2072"/>
                  </a:lnTo>
                  <a:lnTo>
                    <a:pt x="4353" y="1988"/>
                  </a:lnTo>
                  <a:lnTo>
                    <a:pt x="4311" y="1862"/>
                  </a:lnTo>
                  <a:lnTo>
                    <a:pt x="4185" y="1758"/>
                  </a:lnTo>
                  <a:lnTo>
                    <a:pt x="3913" y="1570"/>
                  </a:lnTo>
                  <a:lnTo>
                    <a:pt x="3830" y="1423"/>
                  </a:lnTo>
                  <a:lnTo>
                    <a:pt x="3579" y="1339"/>
                  </a:lnTo>
                  <a:lnTo>
                    <a:pt x="3390" y="1381"/>
                  </a:lnTo>
                  <a:lnTo>
                    <a:pt x="3265" y="1653"/>
                  </a:lnTo>
                  <a:lnTo>
                    <a:pt x="3014" y="1674"/>
                  </a:lnTo>
                  <a:lnTo>
                    <a:pt x="2930" y="1549"/>
                  </a:lnTo>
                  <a:lnTo>
                    <a:pt x="2825" y="1549"/>
                  </a:lnTo>
                  <a:lnTo>
                    <a:pt x="2616" y="1444"/>
                  </a:lnTo>
                  <a:lnTo>
                    <a:pt x="2428" y="1528"/>
                  </a:lnTo>
                  <a:lnTo>
                    <a:pt x="2428" y="1653"/>
                  </a:lnTo>
                  <a:lnTo>
                    <a:pt x="2260" y="1674"/>
                  </a:lnTo>
                  <a:lnTo>
                    <a:pt x="2114" y="1758"/>
                  </a:lnTo>
                  <a:lnTo>
                    <a:pt x="2114" y="1465"/>
                  </a:lnTo>
                  <a:lnTo>
                    <a:pt x="2114" y="1256"/>
                  </a:lnTo>
                  <a:lnTo>
                    <a:pt x="2051" y="1130"/>
                  </a:lnTo>
                  <a:lnTo>
                    <a:pt x="2114" y="1025"/>
                  </a:lnTo>
                  <a:lnTo>
                    <a:pt x="2135" y="942"/>
                  </a:lnTo>
                  <a:lnTo>
                    <a:pt x="2051" y="837"/>
                  </a:lnTo>
                  <a:lnTo>
                    <a:pt x="2135" y="712"/>
                  </a:lnTo>
                  <a:lnTo>
                    <a:pt x="2114" y="607"/>
                  </a:lnTo>
                  <a:lnTo>
                    <a:pt x="1905" y="607"/>
                  </a:lnTo>
                  <a:lnTo>
                    <a:pt x="1821" y="691"/>
                  </a:lnTo>
                  <a:lnTo>
                    <a:pt x="1716" y="628"/>
                  </a:lnTo>
                  <a:lnTo>
                    <a:pt x="1633" y="502"/>
                  </a:lnTo>
                  <a:lnTo>
                    <a:pt x="1716" y="419"/>
                  </a:lnTo>
                  <a:lnTo>
                    <a:pt x="1696" y="230"/>
                  </a:lnTo>
                  <a:lnTo>
                    <a:pt x="1591" y="105"/>
                  </a:lnTo>
                  <a:lnTo>
                    <a:pt x="1424" y="126"/>
                  </a:lnTo>
                  <a:lnTo>
                    <a:pt x="13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9260;p128">
              <a:extLst>
                <a:ext uri="{FF2B5EF4-FFF2-40B4-BE49-F238E27FC236}">
                  <a16:creationId xmlns:a16="http://schemas.microsoft.com/office/drawing/2014/main" id="{3582D9EF-5842-5DB1-FC43-F36C12B07328}"/>
                </a:ext>
              </a:extLst>
            </p:cNvPr>
            <p:cNvSpPr/>
            <p:nvPr/>
          </p:nvSpPr>
          <p:spPr>
            <a:xfrm>
              <a:off x="4375443" y="2948079"/>
              <a:ext cx="61050" cy="131125"/>
            </a:xfrm>
            <a:custGeom>
              <a:avLst/>
              <a:gdLst/>
              <a:ahLst/>
              <a:cxnLst/>
              <a:rect l="l" t="t" r="r" b="b"/>
              <a:pathLst>
                <a:path w="5127" h="11530" extrusionOk="0">
                  <a:moveTo>
                    <a:pt x="2407" y="0"/>
                  </a:moveTo>
                  <a:lnTo>
                    <a:pt x="2302" y="42"/>
                  </a:lnTo>
                  <a:lnTo>
                    <a:pt x="2344" y="63"/>
                  </a:lnTo>
                  <a:lnTo>
                    <a:pt x="2365" y="147"/>
                  </a:lnTo>
                  <a:lnTo>
                    <a:pt x="2260" y="251"/>
                  </a:lnTo>
                  <a:lnTo>
                    <a:pt x="2260" y="419"/>
                  </a:lnTo>
                  <a:lnTo>
                    <a:pt x="2281" y="523"/>
                  </a:lnTo>
                  <a:lnTo>
                    <a:pt x="2155" y="461"/>
                  </a:lnTo>
                  <a:lnTo>
                    <a:pt x="2072" y="377"/>
                  </a:lnTo>
                  <a:lnTo>
                    <a:pt x="1925" y="482"/>
                  </a:lnTo>
                  <a:lnTo>
                    <a:pt x="1716" y="544"/>
                  </a:lnTo>
                  <a:lnTo>
                    <a:pt x="1653" y="691"/>
                  </a:lnTo>
                  <a:lnTo>
                    <a:pt x="1528" y="858"/>
                  </a:lnTo>
                  <a:lnTo>
                    <a:pt x="1402" y="900"/>
                  </a:lnTo>
                  <a:lnTo>
                    <a:pt x="1214" y="1193"/>
                  </a:lnTo>
                  <a:lnTo>
                    <a:pt x="1193" y="1360"/>
                  </a:lnTo>
                  <a:lnTo>
                    <a:pt x="1235" y="1402"/>
                  </a:lnTo>
                  <a:lnTo>
                    <a:pt x="1151" y="1632"/>
                  </a:lnTo>
                  <a:lnTo>
                    <a:pt x="1005" y="1904"/>
                  </a:lnTo>
                  <a:lnTo>
                    <a:pt x="1005" y="2009"/>
                  </a:lnTo>
                  <a:lnTo>
                    <a:pt x="1130" y="2051"/>
                  </a:lnTo>
                  <a:lnTo>
                    <a:pt x="1005" y="2365"/>
                  </a:lnTo>
                  <a:lnTo>
                    <a:pt x="942" y="2616"/>
                  </a:lnTo>
                  <a:lnTo>
                    <a:pt x="879" y="2825"/>
                  </a:lnTo>
                  <a:lnTo>
                    <a:pt x="712" y="2825"/>
                  </a:lnTo>
                  <a:lnTo>
                    <a:pt x="607" y="2783"/>
                  </a:lnTo>
                  <a:lnTo>
                    <a:pt x="502" y="2783"/>
                  </a:lnTo>
                  <a:lnTo>
                    <a:pt x="565" y="3076"/>
                  </a:lnTo>
                  <a:lnTo>
                    <a:pt x="565" y="3202"/>
                  </a:lnTo>
                  <a:lnTo>
                    <a:pt x="565" y="3411"/>
                  </a:lnTo>
                  <a:lnTo>
                    <a:pt x="419" y="3411"/>
                  </a:lnTo>
                  <a:lnTo>
                    <a:pt x="440" y="3578"/>
                  </a:lnTo>
                  <a:lnTo>
                    <a:pt x="419" y="3704"/>
                  </a:lnTo>
                  <a:lnTo>
                    <a:pt x="440" y="3808"/>
                  </a:lnTo>
                  <a:lnTo>
                    <a:pt x="398" y="4018"/>
                  </a:lnTo>
                  <a:lnTo>
                    <a:pt x="314" y="4039"/>
                  </a:lnTo>
                  <a:lnTo>
                    <a:pt x="272" y="4018"/>
                  </a:lnTo>
                  <a:lnTo>
                    <a:pt x="251" y="4122"/>
                  </a:lnTo>
                  <a:lnTo>
                    <a:pt x="251" y="4206"/>
                  </a:lnTo>
                  <a:lnTo>
                    <a:pt x="251" y="4332"/>
                  </a:lnTo>
                  <a:lnTo>
                    <a:pt x="189" y="4457"/>
                  </a:lnTo>
                  <a:lnTo>
                    <a:pt x="147" y="4436"/>
                  </a:lnTo>
                  <a:lnTo>
                    <a:pt x="42" y="4562"/>
                  </a:lnTo>
                  <a:lnTo>
                    <a:pt x="0" y="4666"/>
                  </a:lnTo>
                  <a:lnTo>
                    <a:pt x="0" y="4729"/>
                  </a:lnTo>
                  <a:lnTo>
                    <a:pt x="84" y="4834"/>
                  </a:lnTo>
                  <a:lnTo>
                    <a:pt x="105" y="4980"/>
                  </a:lnTo>
                  <a:lnTo>
                    <a:pt x="377" y="5231"/>
                  </a:lnTo>
                  <a:lnTo>
                    <a:pt x="377" y="5231"/>
                  </a:lnTo>
                  <a:lnTo>
                    <a:pt x="314" y="5127"/>
                  </a:lnTo>
                  <a:lnTo>
                    <a:pt x="314" y="5064"/>
                  </a:lnTo>
                  <a:lnTo>
                    <a:pt x="398" y="5148"/>
                  </a:lnTo>
                  <a:lnTo>
                    <a:pt x="523" y="5148"/>
                  </a:lnTo>
                  <a:lnTo>
                    <a:pt x="419" y="5231"/>
                  </a:lnTo>
                  <a:lnTo>
                    <a:pt x="440" y="5273"/>
                  </a:lnTo>
                  <a:lnTo>
                    <a:pt x="565" y="5273"/>
                  </a:lnTo>
                  <a:lnTo>
                    <a:pt x="565" y="5189"/>
                  </a:lnTo>
                  <a:lnTo>
                    <a:pt x="586" y="5273"/>
                  </a:lnTo>
                  <a:lnTo>
                    <a:pt x="691" y="5273"/>
                  </a:lnTo>
                  <a:lnTo>
                    <a:pt x="733" y="5357"/>
                  </a:lnTo>
                  <a:lnTo>
                    <a:pt x="921" y="5399"/>
                  </a:lnTo>
                  <a:lnTo>
                    <a:pt x="1026" y="5566"/>
                  </a:lnTo>
                  <a:lnTo>
                    <a:pt x="1026" y="5671"/>
                  </a:lnTo>
                  <a:lnTo>
                    <a:pt x="942" y="5692"/>
                  </a:lnTo>
                  <a:lnTo>
                    <a:pt x="900" y="5608"/>
                  </a:lnTo>
                  <a:lnTo>
                    <a:pt x="816" y="5671"/>
                  </a:lnTo>
                  <a:lnTo>
                    <a:pt x="900" y="5754"/>
                  </a:lnTo>
                  <a:lnTo>
                    <a:pt x="921" y="5775"/>
                  </a:lnTo>
                  <a:lnTo>
                    <a:pt x="900" y="5796"/>
                  </a:lnTo>
                  <a:lnTo>
                    <a:pt x="795" y="5775"/>
                  </a:lnTo>
                  <a:lnTo>
                    <a:pt x="774" y="5671"/>
                  </a:lnTo>
                  <a:lnTo>
                    <a:pt x="670" y="5671"/>
                  </a:lnTo>
                  <a:lnTo>
                    <a:pt x="670" y="5712"/>
                  </a:lnTo>
                  <a:lnTo>
                    <a:pt x="795" y="5817"/>
                  </a:lnTo>
                  <a:lnTo>
                    <a:pt x="795" y="5880"/>
                  </a:lnTo>
                  <a:lnTo>
                    <a:pt x="900" y="6005"/>
                  </a:lnTo>
                  <a:lnTo>
                    <a:pt x="1109" y="6068"/>
                  </a:lnTo>
                  <a:lnTo>
                    <a:pt x="1088" y="5880"/>
                  </a:lnTo>
                  <a:lnTo>
                    <a:pt x="1026" y="5775"/>
                  </a:lnTo>
                  <a:lnTo>
                    <a:pt x="1151" y="5859"/>
                  </a:lnTo>
                  <a:lnTo>
                    <a:pt x="1151" y="5964"/>
                  </a:lnTo>
                  <a:lnTo>
                    <a:pt x="1214" y="6068"/>
                  </a:lnTo>
                  <a:lnTo>
                    <a:pt x="1298" y="6131"/>
                  </a:lnTo>
                  <a:lnTo>
                    <a:pt x="1319" y="6298"/>
                  </a:lnTo>
                  <a:lnTo>
                    <a:pt x="1402" y="6382"/>
                  </a:lnTo>
                  <a:lnTo>
                    <a:pt x="1360" y="6403"/>
                  </a:lnTo>
                  <a:lnTo>
                    <a:pt x="1402" y="6445"/>
                  </a:lnTo>
                  <a:lnTo>
                    <a:pt x="1465" y="6487"/>
                  </a:lnTo>
                  <a:lnTo>
                    <a:pt x="1465" y="6717"/>
                  </a:lnTo>
                  <a:lnTo>
                    <a:pt x="1570" y="6947"/>
                  </a:lnTo>
                  <a:lnTo>
                    <a:pt x="1632" y="7010"/>
                  </a:lnTo>
                  <a:lnTo>
                    <a:pt x="1486" y="7114"/>
                  </a:lnTo>
                  <a:lnTo>
                    <a:pt x="1402" y="7658"/>
                  </a:lnTo>
                  <a:lnTo>
                    <a:pt x="1444" y="7784"/>
                  </a:lnTo>
                  <a:lnTo>
                    <a:pt x="1423" y="7847"/>
                  </a:lnTo>
                  <a:lnTo>
                    <a:pt x="1444" y="7889"/>
                  </a:lnTo>
                  <a:lnTo>
                    <a:pt x="1528" y="7742"/>
                  </a:lnTo>
                  <a:lnTo>
                    <a:pt x="1653" y="7637"/>
                  </a:lnTo>
                  <a:lnTo>
                    <a:pt x="1716" y="7470"/>
                  </a:lnTo>
                  <a:lnTo>
                    <a:pt x="1716" y="7658"/>
                  </a:lnTo>
                  <a:lnTo>
                    <a:pt x="1549" y="7805"/>
                  </a:lnTo>
                  <a:lnTo>
                    <a:pt x="1549" y="7972"/>
                  </a:lnTo>
                  <a:lnTo>
                    <a:pt x="1632" y="7951"/>
                  </a:lnTo>
                  <a:lnTo>
                    <a:pt x="1632" y="7868"/>
                  </a:lnTo>
                  <a:lnTo>
                    <a:pt x="1779" y="7784"/>
                  </a:lnTo>
                  <a:lnTo>
                    <a:pt x="1863" y="7868"/>
                  </a:lnTo>
                  <a:lnTo>
                    <a:pt x="1925" y="7868"/>
                  </a:lnTo>
                  <a:lnTo>
                    <a:pt x="1925" y="7805"/>
                  </a:lnTo>
                  <a:lnTo>
                    <a:pt x="1946" y="7847"/>
                  </a:lnTo>
                  <a:lnTo>
                    <a:pt x="1988" y="7847"/>
                  </a:lnTo>
                  <a:lnTo>
                    <a:pt x="2009" y="7805"/>
                  </a:lnTo>
                  <a:lnTo>
                    <a:pt x="2135" y="7805"/>
                  </a:lnTo>
                  <a:lnTo>
                    <a:pt x="2365" y="7658"/>
                  </a:lnTo>
                  <a:lnTo>
                    <a:pt x="2386" y="7575"/>
                  </a:lnTo>
                  <a:lnTo>
                    <a:pt x="2448" y="7596"/>
                  </a:lnTo>
                  <a:lnTo>
                    <a:pt x="2511" y="7596"/>
                  </a:lnTo>
                  <a:lnTo>
                    <a:pt x="2658" y="7533"/>
                  </a:lnTo>
                  <a:lnTo>
                    <a:pt x="2574" y="7491"/>
                  </a:lnTo>
                  <a:lnTo>
                    <a:pt x="2574" y="7470"/>
                  </a:lnTo>
                  <a:lnTo>
                    <a:pt x="2511" y="7365"/>
                  </a:lnTo>
                  <a:lnTo>
                    <a:pt x="2574" y="7365"/>
                  </a:lnTo>
                  <a:lnTo>
                    <a:pt x="2616" y="7449"/>
                  </a:lnTo>
                  <a:lnTo>
                    <a:pt x="2720" y="7470"/>
                  </a:lnTo>
                  <a:lnTo>
                    <a:pt x="2888" y="7345"/>
                  </a:lnTo>
                  <a:lnTo>
                    <a:pt x="2867" y="7282"/>
                  </a:lnTo>
                  <a:lnTo>
                    <a:pt x="2909" y="7240"/>
                  </a:lnTo>
                  <a:lnTo>
                    <a:pt x="2909" y="7114"/>
                  </a:lnTo>
                  <a:lnTo>
                    <a:pt x="2867" y="7052"/>
                  </a:lnTo>
                  <a:lnTo>
                    <a:pt x="2867" y="7010"/>
                  </a:lnTo>
                  <a:lnTo>
                    <a:pt x="2888" y="6947"/>
                  </a:lnTo>
                  <a:lnTo>
                    <a:pt x="2804" y="6863"/>
                  </a:lnTo>
                  <a:lnTo>
                    <a:pt x="2909" y="6947"/>
                  </a:lnTo>
                  <a:lnTo>
                    <a:pt x="2909" y="7010"/>
                  </a:lnTo>
                  <a:lnTo>
                    <a:pt x="2992" y="7010"/>
                  </a:lnTo>
                  <a:lnTo>
                    <a:pt x="2992" y="7073"/>
                  </a:lnTo>
                  <a:lnTo>
                    <a:pt x="3118" y="7282"/>
                  </a:lnTo>
                  <a:lnTo>
                    <a:pt x="3181" y="7365"/>
                  </a:lnTo>
                  <a:lnTo>
                    <a:pt x="3202" y="7491"/>
                  </a:lnTo>
                  <a:lnTo>
                    <a:pt x="3306" y="7491"/>
                  </a:lnTo>
                  <a:lnTo>
                    <a:pt x="3390" y="7470"/>
                  </a:lnTo>
                  <a:lnTo>
                    <a:pt x="3411" y="7386"/>
                  </a:lnTo>
                  <a:lnTo>
                    <a:pt x="3411" y="7470"/>
                  </a:lnTo>
                  <a:lnTo>
                    <a:pt x="3390" y="7533"/>
                  </a:lnTo>
                  <a:lnTo>
                    <a:pt x="3432" y="7658"/>
                  </a:lnTo>
                  <a:lnTo>
                    <a:pt x="3432" y="7700"/>
                  </a:lnTo>
                  <a:lnTo>
                    <a:pt x="3411" y="7742"/>
                  </a:lnTo>
                  <a:lnTo>
                    <a:pt x="3432" y="7847"/>
                  </a:lnTo>
                  <a:lnTo>
                    <a:pt x="3495" y="7889"/>
                  </a:lnTo>
                  <a:lnTo>
                    <a:pt x="3536" y="8307"/>
                  </a:lnTo>
                  <a:lnTo>
                    <a:pt x="3578" y="8328"/>
                  </a:lnTo>
                  <a:lnTo>
                    <a:pt x="3578" y="8516"/>
                  </a:lnTo>
                  <a:lnTo>
                    <a:pt x="3725" y="8600"/>
                  </a:lnTo>
                  <a:lnTo>
                    <a:pt x="3704" y="8642"/>
                  </a:lnTo>
                  <a:lnTo>
                    <a:pt x="3704" y="8788"/>
                  </a:lnTo>
                  <a:lnTo>
                    <a:pt x="3767" y="8851"/>
                  </a:lnTo>
                  <a:lnTo>
                    <a:pt x="3767" y="9123"/>
                  </a:lnTo>
                  <a:lnTo>
                    <a:pt x="3829" y="9228"/>
                  </a:lnTo>
                  <a:lnTo>
                    <a:pt x="3829" y="9332"/>
                  </a:lnTo>
                  <a:lnTo>
                    <a:pt x="3850" y="9311"/>
                  </a:lnTo>
                  <a:lnTo>
                    <a:pt x="3871" y="9123"/>
                  </a:lnTo>
                  <a:lnTo>
                    <a:pt x="3955" y="9249"/>
                  </a:lnTo>
                  <a:lnTo>
                    <a:pt x="3976" y="9374"/>
                  </a:lnTo>
                  <a:lnTo>
                    <a:pt x="4059" y="9458"/>
                  </a:lnTo>
                  <a:lnTo>
                    <a:pt x="4080" y="9793"/>
                  </a:lnTo>
                  <a:lnTo>
                    <a:pt x="4164" y="9855"/>
                  </a:lnTo>
                  <a:lnTo>
                    <a:pt x="4185" y="9960"/>
                  </a:lnTo>
                  <a:lnTo>
                    <a:pt x="4143" y="10002"/>
                  </a:lnTo>
                  <a:lnTo>
                    <a:pt x="4164" y="10169"/>
                  </a:lnTo>
                  <a:lnTo>
                    <a:pt x="4227" y="10253"/>
                  </a:lnTo>
                  <a:lnTo>
                    <a:pt x="4290" y="10316"/>
                  </a:lnTo>
                  <a:lnTo>
                    <a:pt x="4227" y="10399"/>
                  </a:lnTo>
                  <a:lnTo>
                    <a:pt x="4269" y="10567"/>
                  </a:lnTo>
                  <a:lnTo>
                    <a:pt x="4248" y="10609"/>
                  </a:lnTo>
                  <a:lnTo>
                    <a:pt x="4227" y="10630"/>
                  </a:lnTo>
                  <a:lnTo>
                    <a:pt x="4185" y="10797"/>
                  </a:lnTo>
                  <a:lnTo>
                    <a:pt x="4227" y="10818"/>
                  </a:lnTo>
                  <a:lnTo>
                    <a:pt x="4227" y="10922"/>
                  </a:lnTo>
                  <a:lnTo>
                    <a:pt x="4143" y="11027"/>
                  </a:lnTo>
                  <a:lnTo>
                    <a:pt x="4101" y="11048"/>
                  </a:lnTo>
                  <a:lnTo>
                    <a:pt x="4059" y="11048"/>
                  </a:lnTo>
                  <a:lnTo>
                    <a:pt x="4059" y="11111"/>
                  </a:lnTo>
                  <a:lnTo>
                    <a:pt x="4101" y="11194"/>
                  </a:lnTo>
                  <a:lnTo>
                    <a:pt x="4101" y="11341"/>
                  </a:lnTo>
                  <a:lnTo>
                    <a:pt x="4164" y="11529"/>
                  </a:lnTo>
                  <a:lnTo>
                    <a:pt x="4185" y="11341"/>
                  </a:lnTo>
                  <a:lnTo>
                    <a:pt x="4248" y="11236"/>
                  </a:lnTo>
                  <a:lnTo>
                    <a:pt x="4248" y="11257"/>
                  </a:lnTo>
                  <a:lnTo>
                    <a:pt x="4269" y="11153"/>
                  </a:lnTo>
                  <a:lnTo>
                    <a:pt x="4332" y="11090"/>
                  </a:lnTo>
                  <a:lnTo>
                    <a:pt x="4332" y="10922"/>
                  </a:lnTo>
                  <a:lnTo>
                    <a:pt x="4457" y="10839"/>
                  </a:lnTo>
                  <a:lnTo>
                    <a:pt x="4583" y="10483"/>
                  </a:lnTo>
                  <a:lnTo>
                    <a:pt x="4666" y="10420"/>
                  </a:lnTo>
                  <a:lnTo>
                    <a:pt x="4666" y="10253"/>
                  </a:lnTo>
                  <a:lnTo>
                    <a:pt x="4583" y="10106"/>
                  </a:lnTo>
                  <a:lnTo>
                    <a:pt x="4604" y="9960"/>
                  </a:lnTo>
                  <a:lnTo>
                    <a:pt x="4562" y="9855"/>
                  </a:lnTo>
                  <a:lnTo>
                    <a:pt x="4541" y="9667"/>
                  </a:lnTo>
                  <a:lnTo>
                    <a:pt x="4457" y="9583"/>
                  </a:lnTo>
                  <a:lnTo>
                    <a:pt x="4478" y="9479"/>
                  </a:lnTo>
                  <a:lnTo>
                    <a:pt x="4457" y="9353"/>
                  </a:lnTo>
                  <a:lnTo>
                    <a:pt x="4478" y="9270"/>
                  </a:lnTo>
                  <a:lnTo>
                    <a:pt x="4436" y="9018"/>
                  </a:lnTo>
                  <a:lnTo>
                    <a:pt x="4269" y="8851"/>
                  </a:lnTo>
                  <a:lnTo>
                    <a:pt x="4080" y="8725"/>
                  </a:lnTo>
                  <a:lnTo>
                    <a:pt x="3934" y="8537"/>
                  </a:lnTo>
                  <a:lnTo>
                    <a:pt x="3934" y="8433"/>
                  </a:lnTo>
                  <a:lnTo>
                    <a:pt x="3850" y="8223"/>
                  </a:lnTo>
                  <a:lnTo>
                    <a:pt x="3955" y="8181"/>
                  </a:lnTo>
                  <a:lnTo>
                    <a:pt x="3976" y="8077"/>
                  </a:lnTo>
                  <a:lnTo>
                    <a:pt x="3934" y="7784"/>
                  </a:lnTo>
                  <a:lnTo>
                    <a:pt x="3955" y="7700"/>
                  </a:lnTo>
                  <a:lnTo>
                    <a:pt x="4059" y="7658"/>
                  </a:lnTo>
                  <a:lnTo>
                    <a:pt x="4059" y="7533"/>
                  </a:lnTo>
                  <a:lnTo>
                    <a:pt x="3934" y="7470"/>
                  </a:lnTo>
                  <a:lnTo>
                    <a:pt x="3934" y="7345"/>
                  </a:lnTo>
                  <a:lnTo>
                    <a:pt x="3850" y="7219"/>
                  </a:lnTo>
                  <a:lnTo>
                    <a:pt x="3767" y="7156"/>
                  </a:lnTo>
                  <a:lnTo>
                    <a:pt x="3620" y="6863"/>
                  </a:lnTo>
                  <a:lnTo>
                    <a:pt x="3495" y="6759"/>
                  </a:lnTo>
                  <a:lnTo>
                    <a:pt x="3432" y="6696"/>
                  </a:lnTo>
                  <a:lnTo>
                    <a:pt x="3348" y="6612"/>
                  </a:lnTo>
                  <a:lnTo>
                    <a:pt x="3243" y="6424"/>
                  </a:lnTo>
                  <a:lnTo>
                    <a:pt x="3181" y="6403"/>
                  </a:lnTo>
                  <a:lnTo>
                    <a:pt x="3181" y="6319"/>
                  </a:lnTo>
                  <a:lnTo>
                    <a:pt x="3306" y="6236"/>
                  </a:lnTo>
                  <a:lnTo>
                    <a:pt x="3411" y="6173"/>
                  </a:lnTo>
                  <a:lnTo>
                    <a:pt x="3390" y="6089"/>
                  </a:lnTo>
                  <a:lnTo>
                    <a:pt x="3390" y="5901"/>
                  </a:lnTo>
                  <a:lnTo>
                    <a:pt x="3453" y="5817"/>
                  </a:lnTo>
                  <a:lnTo>
                    <a:pt x="3432" y="5650"/>
                  </a:lnTo>
                  <a:lnTo>
                    <a:pt x="3515" y="5503"/>
                  </a:lnTo>
                  <a:lnTo>
                    <a:pt x="3746" y="5587"/>
                  </a:lnTo>
                  <a:lnTo>
                    <a:pt x="3871" y="5482"/>
                  </a:lnTo>
                  <a:lnTo>
                    <a:pt x="4018" y="5482"/>
                  </a:lnTo>
                  <a:lnTo>
                    <a:pt x="4039" y="5440"/>
                  </a:lnTo>
                  <a:lnTo>
                    <a:pt x="4039" y="5273"/>
                  </a:lnTo>
                  <a:lnTo>
                    <a:pt x="4101" y="5231"/>
                  </a:lnTo>
                  <a:lnTo>
                    <a:pt x="4269" y="5252"/>
                  </a:lnTo>
                  <a:lnTo>
                    <a:pt x="4290" y="5168"/>
                  </a:lnTo>
                  <a:lnTo>
                    <a:pt x="4248" y="5085"/>
                  </a:lnTo>
                  <a:lnTo>
                    <a:pt x="4248" y="5022"/>
                  </a:lnTo>
                  <a:lnTo>
                    <a:pt x="4373" y="4980"/>
                  </a:lnTo>
                  <a:lnTo>
                    <a:pt x="4541" y="4959"/>
                  </a:lnTo>
                  <a:lnTo>
                    <a:pt x="4562" y="4959"/>
                  </a:lnTo>
                  <a:lnTo>
                    <a:pt x="4604" y="4813"/>
                  </a:lnTo>
                  <a:lnTo>
                    <a:pt x="4666" y="4813"/>
                  </a:lnTo>
                  <a:lnTo>
                    <a:pt x="4792" y="4729"/>
                  </a:lnTo>
                  <a:lnTo>
                    <a:pt x="4750" y="4645"/>
                  </a:lnTo>
                  <a:lnTo>
                    <a:pt x="4792" y="4541"/>
                  </a:lnTo>
                  <a:lnTo>
                    <a:pt x="4813" y="4436"/>
                  </a:lnTo>
                  <a:lnTo>
                    <a:pt x="4980" y="4415"/>
                  </a:lnTo>
                  <a:lnTo>
                    <a:pt x="5085" y="4311"/>
                  </a:lnTo>
                  <a:lnTo>
                    <a:pt x="5127" y="4290"/>
                  </a:lnTo>
                  <a:lnTo>
                    <a:pt x="5127" y="4143"/>
                  </a:lnTo>
                  <a:lnTo>
                    <a:pt x="5022" y="4122"/>
                  </a:lnTo>
                  <a:lnTo>
                    <a:pt x="4771" y="4227"/>
                  </a:lnTo>
                  <a:lnTo>
                    <a:pt x="4624" y="4227"/>
                  </a:lnTo>
                  <a:lnTo>
                    <a:pt x="4562" y="4311"/>
                  </a:lnTo>
                  <a:lnTo>
                    <a:pt x="4436" y="4248"/>
                  </a:lnTo>
                  <a:lnTo>
                    <a:pt x="4394" y="4122"/>
                  </a:lnTo>
                  <a:lnTo>
                    <a:pt x="4436" y="3997"/>
                  </a:lnTo>
                  <a:lnTo>
                    <a:pt x="4352" y="3892"/>
                  </a:lnTo>
                  <a:lnTo>
                    <a:pt x="4269" y="3976"/>
                  </a:lnTo>
                  <a:lnTo>
                    <a:pt x="4227" y="3913"/>
                  </a:lnTo>
                  <a:lnTo>
                    <a:pt x="4039" y="3913"/>
                  </a:lnTo>
                  <a:lnTo>
                    <a:pt x="3955" y="3934"/>
                  </a:lnTo>
                  <a:lnTo>
                    <a:pt x="3934" y="3871"/>
                  </a:lnTo>
                  <a:lnTo>
                    <a:pt x="4039" y="3767"/>
                  </a:lnTo>
                  <a:lnTo>
                    <a:pt x="4185" y="3578"/>
                  </a:lnTo>
                  <a:lnTo>
                    <a:pt x="4164" y="3495"/>
                  </a:lnTo>
                  <a:lnTo>
                    <a:pt x="4227" y="3390"/>
                  </a:lnTo>
                  <a:lnTo>
                    <a:pt x="4227" y="3306"/>
                  </a:lnTo>
                  <a:lnTo>
                    <a:pt x="4101" y="3244"/>
                  </a:lnTo>
                  <a:lnTo>
                    <a:pt x="3955" y="3244"/>
                  </a:lnTo>
                  <a:lnTo>
                    <a:pt x="3934" y="3285"/>
                  </a:lnTo>
                  <a:lnTo>
                    <a:pt x="3871" y="3202"/>
                  </a:lnTo>
                  <a:lnTo>
                    <a:pt x="3913" y="3160"/>
                  </a:lnTo>
                  <a:lnTo>
                    <a:pt x="3767" y="3139"/>
                  </a:lnTo>
                  <a:lnTo>
                    <a:pt x="3704" y="3055"/>
                  </a:lnTo>
                  <a:lnTo>
                    <a:pt x="3725" y="2951"/>
                  </a:lnTo>
                  <a:lnTo>
                    <a:pt x="3704" y="2846"/>
                  </a:lnTo>
                  <a:lnTo>
                    <a:pt x="3557" y="2867"/>
                  </a:lnTo>
                  <a:lnTo>
                    <a:pt x="3495" y="2825"/>
                  </a:lnTo>
                  <a:lnTo>
                    <a:pt x="3515" y="2741"/>
                  </a:lnTo>
                  <a:lnTo>
                    <a:pt x="3495" y="2658"/>
                  </a:lnTo>
                  <a:lnTo>
                    <a:pt x="3223" y="2720"/>
                  </a:lnTo>
                  <a:lnTo>
                    <a:pt x="3097" y="2825"/>
                  </a:lnTo>
                  <a:lnTo>
                    <a:pt x="3034" y="2679"/>
                  </a:lnTo>
                  <a:lnTo>
                    <a:pt x="3055" y="2532"/>
                  </a:lnTo>
                  <a:lnTo>
                    <a:pt x="2992" y="2469"/>
                  </a:lnTo>
                  <a:lnTo>
                    <a:pt x="2930" y="2407"/>
                  </a:lnTo>
                  <a:lnTo>
                    <a:pt x="2825" y="2344"/>
                  </a:lnTo>
                  <a:lnTo>
                    <a:pt x="2825" y="2239"/>
                  </a:lnTo>
                  <a:lnTo>
                    <a:pt x="2888" y="2155"/>
                  </a:lnTo>
                  <a:lnTo>
                    <a:pt x="2825" y="2093"/>
                  </a:lnTo>
                  <a:lnTo>
                    <a:pt x="2888" y="2009"/>
                  </a:lnTo>
                  <a:lnTo>
                    <a:pt x="2971" y="1904"/>
                  </a:lnTo>
                  <a:lnTo>
                    <a:pt x="3034" y="1925"/>
                  </a:lnTo>
                  <a:lnTo>
                    <a:pt x="3097" y="1883"/>
                  </a:lnTo>
                  <a:lnTo>
                    <a:pt x="3034" y="1779"/>
                  </a:lnTo>
                  <a:lnTo>
                    <a:pt x="3055" y="1695"/>
                  </a:lnTo>
                  <a:lnTo>
                    <a:pt x="3118" y="1674"/>
                  </a:lnTo>
                  <a:lnTo>
                    <a:pt x="3139" y="1570"/>
                  </a:lnTo>
                  <a:lnTo>
                    <a:pt x="3243" y="1507"/>
                  </a:lnTo>
                  <a:lnTo>
                    <a:pt x="3285" y="1423"/>
                  </a:lnTo>
                  <a:lnTo>
                    <a:pt x="3285" y="1319"/>
                  </a:lnTo>
                  <a:lnTo>
                    <a:pt x="3306" y="1067"/>
                  </a:lnTo>
                  <a:lnTo>
                    <a:pt x="3285" y="900"/>
                  </a:lnTo>
                  <a:lnTo>
                    <a:pt x="3202" y="691"/>
                  </a:lnTo>
                  <a:lnTo>
                    <a:pt x="3202" y="544"/>
                  </a:lnTo>
                  <a:lnTo>
                    <a:pt x="3097" y="419"/>
                  </a:lnTo>
                  <a:lnTo>
                    <a:pt x="2992" y="419"/>
                  </a:lnTo>
                  <a:lnTo>
                    <a:pt x="2971" y="251"/>
                  </a:lnTo>
                  <a:lnTo>
                    <a:pt x="2825" y="147"/>
                  </a:lnTo>
                  <a:lnTo>
                    <a:pt x="2783" y="0"/>
                  </a:lnTo>
                  <a:lnTo>
                    <a:pt x="2616" y="0"/>
                  </a:lnTo>
                  <a:lnTo>
                    <a:pt x="2532" y="42"/>
                  </a:lnTo>
                  <a:lnTo>
                    <a:pt x="24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9261;p128">
              <a:extLst>
                <a:ext uri="{FF2B5EF4-FFF2-40B4-BE49-F238E27FC236}">
                  <a16:creationId xmlns:a16="http://schemas.microsoft.com/office/drawing/2014/main" id="{17263D44-041F-208B-66F1-2D86E462A0B7}"/>
                </a:ext>
              </a:extLst>
            </p:cNvPr>
            <p:cNvSpPr/>
            <p:nvPr/>
          </p:nvSpPr>
          <p:spPr>
            <a:xfrm>
              <a:off x="4343054" y="2959975"/>
              <a:ext cx="35389" cy="43557"/>
            </a:xfrm>
            <a:custGeom>
              <a:avLst/>
              <a:gdLst/>
              <a:ahLst/>
              <a:cxnLst/>
              <a:rect l="l" t="t" r="r" b="b"/>
              <a:pathLst>
                <a:path w="2972" h="3830" extrusionOk="0">
                  <a:moveTo>
                    <a:pt x="209" y="1"/>
                  </a:moveTo>
                  <a:lnTo>
                    <a:pt x="189" y="63"/>
                  </a:lnTo>
                  <a:lnTo>
                    <a:pt x="147" y="63"/>
                  </a:lnTo>
                  <a:lnTo>
                    <a:pt x="147" y="147"/>
                  </a:lnTo>
                  <a:lnTo>
                    <a:pt x="189" y="210"/>
                  </a:lnTo>
                  <a:lnTo>
                    <a:pt x="147" y="356"/>
                  </a:lnTo>
                  <a:lnTo>
                    <a:pt x="21" y="482"/>
                  </a:lnTo>
                  <a:lnTo>
                    <a:pt x="0" y="628"/>
                  </a:lnTo>
                  <a:lnTo>
                    <a:pt x="293" y="733"/>
                  </a:lnTo>
                  <a:lnTo>
                    <a:pt x="398" y="670"/>
                  </a:lnTo>
                  <a:lnTo>
                    <a:pt x="523" y="691"/>
                  </a:lnTo>
                  <a:lnTo>
                    <a:pt x="502" y="754"/>
                  </a:lnTo>
                  <a:lnTo>
                    <a:pt x="544" y="900"/>
                  </a:lnTo>
                  <a:lnTo>
                    <a:pt x="481" y="963"/>
                  </a:lnTo>
                  <a:lnTo>
                    <a:pt x="398" y="942"/>
                  </a:lnTo>
                  <a:lnTo>
                    <a:pt x="314" y="984"/>
                  </a:lnTo>
                  <a:lnTo>
                    <a:pt x="272" y="1151"/>
                  </a:lnTo>
                  <a:lnTo>
                    <a:pt x="168" y="1172"/>
                  </a:lnTo>
                  <a:lnTo>
                    <a:pt x="168" y="1402"/>
                  </a:lnTo>
                  <a:lnTo>
                    <a:pt x="293" y="1570"/>
                  </a:lnTo>
                  <a:lnTo>
                    <a:pt x="419" y="1612"/>
                  </a:lnTo>
                  <a:lnTo>
                    <a:pt x="586" y="1800"/>
                  </a:lnTo>
                  <a:lnTo>
                    <a:pt x="586" y="1988"/>
                  </a:lnTo>
                  <a:lnTo>
                    <a:pt x="628" y="2114"/>
                  </a:lnTo>
                  <a:lnTo>
                    <a:pt x="607" y="2218"/>
                  </a:lnTo>
                  <a:lnTo>
                    <a:pt x="628" y="2407"/>
                  </a:lnTo>
                  <a:lnTo>
                    <a:pt x="816" y="2637"/>
                  </a:lnTo>
                  <a:lnTo>
                    <a:pt x="816" y="2783"/>
                  </a:lnTo>
                  <a:lnTo>
                    <a:pt x="837" y="2888"/>
                  </a:lnTo>
                  <a:lnTo>
                    <a:pt x="879" y="3076"/>
                  </a:lnTo>
                  <a:lnTo>
                    <a:pt x="921" y="3055"/>
                  </a:lnTo>
                  <a:lnTo>
                    <a:pt x="984" y="3160"/>
                  </a:lnTo>
                  <a:lnTo>
                    <a:pt x="1005" y="3202"/>
                  </a:lnTo>
                  <a:lnTo>
                    <a:pt x="1046" y="3202"/>
                  </a:lnTo>
                  <a:lnTo>
                    <a:pt x="1067" y="3139"/>
                  </a:lnTo>
                  <a:lnTo>
                    <a:pt x="1130" y="3097"/>
                  </a:lnTo>
                  <a:lnTo>
                    <a:pt x="1214" y="3160"/>
                  </a:lnTo>
                  <a:lnTo>
                    <a:pt x="1214" y="3181"/>
                  </a:lnTo>
                  <a:lnTo>
                    <a:pt x="1256" y="3160"/>
                  </a:lnTo>
                  <a:lnTo>
                    <a:pt x="1298" y="3055"/>
                  </a:lnTo>
                  <a:lnTo>
                    <a:pt x="1214" y="2930"/>
                  </a:lnTo>
                  <a:lnTo>
                    <a:pt x="1256" y="2888"/>
                  </a:lnTo>
                  <a:lnTo>
                    <a:pt x="1256" y="2783"/>
                  </a:lnTo>
                  <a:lnTo>
                    <a:pt x="1318" y="2721"/>
                  </a:lnTo>
                  <a:lnTo>
                    <a:pt x="1318" y="2742"/>
                  </a:lnTo>
                  <a:lnTo>
                    <a:pt x="1256" y="2951"/>
                  </a:lnTo>
                  <a:lnTo>
                    <a:pt x="1339" y="3055"/>
                  </a:lnTo>
                  <a:lnTo>
                    <a:pt x="1423" y="2930"/>
                  </a:lnTo>
                  <a:lnTo>
                    <a:pt x="1507" y="2888"/>
                  </a:lnTo>
                  <a:lnTo>
                    <a:pt x="1507" y="2888"/>
                  </a:lnTo>
                  <a:lnTo>
                    <a:pt x="1465" y="2951"/>
                  </a:lnTo>
                  <a:lnTo>
                    <a:pt x="1423" y="2972"/>
                  </a:lnTo>
                  <a:lnTo>
                    <a:pt x="1360" y="3076"/>
                  </a:lnTo>
                  <a:lnTo>
                    <a:pt x="1465" y="3139"/>
                  </a:lnTo>
                  <a:lnTo>
                    <a:pt x="1549" y="2951"/>
                  </a:lnTo>
                  <a:lnTo>
                    <a:pt x="1653" y="2930"/>
                  </a:lnTo>
                  <a:lnTo>
                    <a:pt x="1674" y="2762"/>
                  </a:lnTo>
                  <a:lnTo>
                    <a:pt x="1590" y="2637"/>
                  </a:lnTo>
                  <a:lnTo>
                    <a:pt x="1528" y="2616"/>
                  </a:lnTo>
                  <a:lnTo>
                    <a:pt x="1632" y="2553"/>
                  </a:lnTo>
                  <a:lnTo>
                    <a:pt x="1653" y="2511"/>
                  </a:lnTo>
                  <a:lnTo>
                    <a:pt x="1570" y="2365"/>
                  </a:lnTo>
                  <a:lnTo>
                    <a:pt x="1549" y="2156"/>
                  </a:lnTo>
                  <a:lnTo>
                    <a:pt x="1590" y="2344"/>
                  </a:lnTo>
                  <a:lnTo>
                    <a:pt x="1716" y="2449"/>
                  </a:lnTo>
                  <a:lnTo>
                    <a:pt x="1779" y="2428"/>
                  </a:lnTo>
                  <a:lnTo>
                    <a:pt x="1779" y="2470"/>
                  </a:lnTo>
                  <a:lnTo>
                    <a:pt x="1988" y="2574"/>
                  </a:lnTo>
                  <a:lnTo>
                    <a:pt x="2093" y="2511"/>
                  </a:lnTo>
                  <a:lnTo>
                    <a:pt x="2155" y="2532"/>
                  </a:lnTo>
                  <a:lnTo>
                    <a:pt x="2155" y="2470"/>
                  </a:lnTo>
                  <a:lnTo>
                    <a:pt x="2197" y="2470"/>
                  </a:lnTo>
                  <a:lnTo>
                    <a:pt x="2365" y="2888"/>
                  </a:lnTo>
                  <a:lnTo>
                    <a:pt x="2448" y="2951"/>
                  </a:lnTo>
                  <a:lnTo>
                    <a:pt x="2448" y="3034"/>
                  </a:lnTo>
                  <a:lnTo>
                    <a:pt x="2406" y="3160"/>
                  </a:lnTo>
                  <a:lnTo>
                    <a:pt x="2469" y="3181"/>
                  </a:lnTo>
                  <a:lnTo>
                    <a:pt x="2406" y="3348"/>
                  </a:lnTo>
                  <a:lnTo>
                    <a:pt x="2448" y="3369"/>
                  </a:lnTo>
                  <a:lnTo>
                    <a:pt x="2511" y="3306"/>
                  </a:lnTo>
                  <a:lnTo>
                    <a:pt x="2553" y="3265"/>
                  </a:lnTo>
                  <a:lnTo>
                    <a:pt x="2553" y="3265"/>
                  </a:lnTo>
                  <a:lnTo>
                    <a:pt x="2511" y="3369"/>
                  </a:lnTo>
                  <a:lnTo>
                    <a:pt x="2490" y="3411"/>
                  </a:lnTo>
                  <a:lnTo>
                    <a:pt x="2553" y="3495"/>
                  </a:lnTo>
                  <a:lnTo>
                    <a:pt x="2637" y="3620"/>
                  </a:lnTo>
                  <a:lnTo>
                    <a:pt x="2720" y="3830"/>
                  </a:lnTo>
                  <a:lnTo>
                    <a:pt x="2762" y="3830"/>
                  </a:lnTo>
                  <a:lnTo>
                    <a:pt x="2720" y="3683"/>
                  </a:lnTo>
                  <a:lnTo>
                    <a:pt x="2720" y="3620"/>
                  </a:lnTo>
                  <a:lnTo>
                    <a:pt x="2762" y="3516"/>
                  </a:lnTo>
                  <a:lnTo>
                    <a:pt x="2867" y="3390"/>
                  </a:lnTo>
                  <a:lnTo>
                    <a:pt x="2909" y="3411"/>
                  </a:lnTo>
                  <a:lnTo>
                    <a:pt x="2971" y="3286"/>
                  </a:lnTo>
                  <a:lnTo>
                    <a:pt x="2971" y="3160"/>
                  </a:lnTo>
                  <a:lnTo>
                    <a:pt x="2930" y="3139"/>
                  </a:lnTo>
                  <a:lnTo>
                    <a:pt x="2909" y="3076"/>
                  </a:lnTo>
                  <a:lnTo>
                    <a:pt x="2909" y="3034"/>
                  </a:lnTo>
                  <a:lnTo>
                    <a:pt x="2888" y="2972"/>
                  </a:lnTo>
                  <a:lnTo>
                    <a:pt x="2867" y="2888"/>
                  </a:lnTo>
                  <a:lnTo>
                    <a:pt x="2804" y="2742"/>
                  </a:lnTo>
                  <a:lnTo>
                    <a:pt x="2783" y="2511"/>
                  </a:lnTo>
                  <a:lnTo>
                    <a:pt x="2720" y="2428"/>
                  </a:lnTo>
                  <a:lnTo>
                    <a:pt x="2720" y="2302"/>
                  </a:lnTo>
                  <a:lnTo>
                    <a:pt x="2699" y="2135"/>
                  </a:lnTo>
                  <a:lnTo>
                    <a:pt x="2637" y="2051"/>
                  </a:lnTo>
                  <a:lnTo>
                    <a:pt x="2595" y="2009"/>
                  </a:lnTo>
                  <a:lnTo>
                    <a:pt x="2511" y="2009"/>
                  </a:lnTo>
                  <a:lnTo>
                    <a:pt x="2448" y="1946"/>
                  </a:lnTo>
                  <a:lnTo>
                    <a:pt x="2386" y="2009"/>
                  </a:lnTo>
                  <a:lnTo>
                    <a:pt x="2406" y="2051"/>
                  </a:lnTo>
                  <a:lnTo>
                    <a:pt x="2386" y="2114"/>
                  </a:lnTo>
                  <a:lnTo>
                    <a:pt x="2386" y="2156"/>
                  </a:lnTo>
                  <a:lnTo>
                    <a:pt x="2344" y="2239"/>
                  </a:lnTo>
                  <a:lnTo>
                    <a:pt x="2365" y="2302"/>
                  </a:lnTo>
                  <a:lnTo>
                    <a:pt x="2365" y="2365"/>
                  </a:lnTo>
                  <a:lnTo>
                    <a:pt x="2281" y="2365"/>
                  </a:lnTo>
                  <a:lnTo>
                    <a:pt x="2197" y="2260"/>
                  </a:lnTo>
                  <a:lnTo>
                    <a:pt x="2093" y="2156"/>
                  </a:lnTo>
                  <a:lnTo>
                    <a:pt x="2093" y="2114"/>
                  </a:lnTo>
                  <a:lnTo>
                    <a:pt x="2030" y="2051"/>
                  </a:lnTo>
                  <a:lnTo>
                    <a:pt x="1967" y="1905"/>
                  </a:lnTo>
                  <a:lnTo>
                    <a:pt x="1967" y="1821"/>
                  </a:lnTo>
                  <a:lnTo>
                    <a:pt x="2030" y="1800"/>
                  </a:lnTo>
                  <a:lnTo>
                    <a:pt x="2051" y="1716"/>
                  </a:lnTo>
                  <a:lnTo>
                    <a:pt x="2155" y="1633"/>
                  </a:lnTo>
                  <a:lnTo>
                    <a:pt x="2176" y="1695"/>
                  </a:lnTo>
                  <a:lnTo>
                    <a:pt x="2260" y="1695"/>
                  </a:lnTo>
                  <a:lnTo>
                    <a:pt x="2302" y="1633"/>
                  </a:lnTo>
                  <a:lnTo>
                    <a:pt x="2302" y="1570"/>
                  </a:lnTo>
                  <a:lnTo>
                    <a:pt x="2365" y="1528"/>
                  </a:lnTo>
                  <a:lnTo>
                    <a:pt x="2448" y="1319"/>
                  </a:lnTo>
                  <a:lnTo>
                    <a:pt x="2469" y="1193"/>
                  </a:lnTo>
                  <a:lnTo>
                    <a:pt x="2511" y="1068"/>
                  </a:lnTo>
                  <a:lnTo>
                    <a:pt x="2469" y="1047"/>
                  </a:lnTo>
                  <a:lnTo>
                    <a:pt x="2365" y="942"/>
                  </a:lnTo>
                  <a:lnTo>
                    <a:pt x="2302" y="963"/>
                  </a:lnTo>
                  <a:lnTo>
                    <a:pt x="2260" y="942"/>
                  </a:lnTo>
                  <a:lnTo>
                    <a:pt x="2176" y="942"/>
                  </a:lnTo>
                  <a:lnTo>
                    <a:pt x="1967" y="963"/>
                  </a:lnTo>
                  <a:lnTo>
                    <a:pt x="1779" y="942"/>
                  </a:lnTo>
                  <a:lnTo>
                    <a:pt x="1423" y="942"/>
                  </a:lnTo>
                  <a:lnTo>
                    <a:pt x="1298" y="879"/>
                  </a:lnTo>
                  <a:lnTo>
                    <a:pt x="1193" y="900"/>
                  </a:lnTo>
                  <a:lnTo>
                    <a:pt x="1067" y="858"/>
                  </a:lnTo>
                  <a:lnTo>
                    <a:pt x="1067" y="775"/>
                  </a:lnTo>
                  <a:lnTo>
                    <a:pt x="1026" y="649"/>
                  </a:lnTo>
                  <a:lnTo>
                    <a:pt x="1026" y="565"/>
                  </a:lnTo>
                  <a:lnTo>
                    <a:pt x="1005" y="440"/>
                  </a:lnTo>
                  <a:lnTo>
                    <a:pt x="921" y="314"/>
                  </a:lnTo>
                  <a:lnTo>
                    <a:pt x="879" y="314"/>
                  </a:lnTo>
                  <a:lnTo>
                    <a:pt x="837" y="356"/>
                  </a:lnTo>
                  <a:lnTo>
                    <a:pt x="733" y="314"/>
                  </a:lnTo>
                  <a:lnTo>
                    <a:pt x="691" y="252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523" y="252"/>
                  </a:lnTo>
                  <a:lnTo>
                    <a:pt x="607" y="314"/>
                  </a:lnTo>
                  <a:lnTo>
                    <a:pt x="544" y="335"/>
                  </a:lnTo>
                  <a:lnTo>
                    <a:pt x="419" y="314"/>
                  </a:lnTo>
                  <a:lnTo>
                    <a:pt x="356" y="210"/>
                  </a:lnTo>
                  <a:lnTo>
                    <a:pt x="356" y="147"/>
                  </a:lnTo>
                  <a:lnTo>
                    <a:pt x="272" y="42"/>
                  </a:lnTo>
                  <a:lnTo>
                    <a:pt x="2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9262;p128">
              <a:extLst>
                <a:ext uri="{FF2B5EF4-FFF2-40B4-BE49-F238E27FC236}">
                  <a16:creationId xmlns:a16="http://schemas.microsoft.com/office/drawing/2014/main" id="{1BB90A4C-ACE5-9BBA-D537-561C55AEE1C6}"/>
                </a:ext>
              </a:extLst>
            </p:cNvPr>
            <p:cNvSpPr/>
            <p:nvPr/>
          </p:nvSpPr>
          <p:spPr>
            <a:xfrm>
              <a:off x="3793178" y="2712975"/>
              <a:ext cx="26423" cy="30945"/>
            </a:xfrm>
            <a:custGeom>
              <a:avLst/>
              <a:gdLst/>
              <a:ahLst/>
              <a:cxnLst/>
              <a:rect l="l" t="t" r="r" b="b"/>
              <a:pathLst>
                <a:path w="2219" h="2721" extrusionOk="0">
                  <a:moveTo>
                    <a:pt x="1298" y="1"/>
                  </a:moveTo>
                  <a:lnTo>
                    <a:pt x="1152" y="168"/>
                  </a:lnTo>
                  <a:lnTo>
                    <a:pt x="984" y="231"/>
                  </a:lnTo>
                  <a:lnTo>
                    <a:pt x="880" y="231"/>
                  </a:lnTo>
                  <a:lnTo>
                    <a:pt x="817" y="336"/>
                  </a:lnTo>
                  <a:lnTo>
                    <a:pt x="754" y="482"/>
                  </a:lnTo>
                  <a:lnTo>
                    <a:pt x="649" y="545"/>
                  </a:lnTo>
                  <a:lnTo>
                    <a:pt x="524" y="545"/>
                  </a:lnTo>
                  <a:lnTo>
                    <a:pt x="357" y="649"/>
                  </a:lnTo>
                  <a:lnTo>
                    <a:pt x="315" y="629"/>
                  </a:lnTo>
                  <a:lnTo>
                    <a:pt x="231" y="629"/>
                  </a:lnTo>
                  <a:lnTo>
                    <a:pt x="210" y="754"/>
                  </a:lnTo>
                  <a:lnTo>
                    <a:pt x="126" y="838"/>
                  </a:lnTo>
                  <a:lnTo>
                    <a:pt x="189" y="901"/>
                  </a:lnTo>
                  <a:lnTo>
                    <a:pt x="231" y="859"/>
                  </a:lnTo>
                  <a:lnTo>
                    <a:pt x="357" y="1005"/>
                  </a:lnTo>
                  <a:lnTo>
                    <a:pt x="336" y="838"/>
                  </a:lnTo>
                  <a:lnTo>
                    <a:pt x="357" y="754"/>
                  </a:lnTo>
                  <a:lnTo>
                    <a:pt x="545" y="629"/>
                  </a:lnTo>
                  <a:lnTo>
                    <a:pt x="566" y="649"/>
                  </a:lnTo>
                  <a:lnTo>
                    <a:pt x="670" y="629"/>
                  </a:lnTo>
                  <a:lnTo>
                    <a:pt x="817" y="649"/>
                  </a:lnTo>
                  <a:lnTo>
                    <a:pt x="859" y="629"/>
                  </a:lnTo>
                  <a:lnTo>
                    <a:pt x="859" y="629"/>
                  </a:lnTo>
                  <a:cubicBezTo>
                    <a:pt x="859" y="649"/>
                    <a:pt x="838" y="649"/>
                    <a:pt x="838" y="691"/>
                  </a:cubicBezTo>
                  <a:lnTo>
                    <a:pt x="754" y="712"/>
                  </a:lnTo>
                  <a:lnTo>
                    <a:pt x="670" y="712"/>
                  </a:lnTo>
                  <a:lnTo>
                    <a:pt x="629" y="733"/>
                  </a:lnTo>
                  <a:lnTo>
                    <a:pt x="733" y="859"/>
                  </a:lnTo>
                  <a:lnTo>
                    <a:pt x="691" y="921"/>
                  </a:lnTo>
                  <a:lnTo>
                    <a:pt x="775" y="1026"/>
                  </a:lnTo>
                  <a:lnTo>
                    <a:pt x="775" y="1047"/>
                  </a:lnTo>
                  <a:lnTo>
                    <a:pt x="691" y="1026"/>
                  </a:lnTo>
                  <a:lnTo>
                    <a:pt x="587" y="1047"/>
                  </a:lnTo>
                  <a:lnTo>
                    <a:pt x="566" y="1005"/>
                  </a:lnTo>
                  <a:lnTo>
                    <a:pt x="629" y="942"/>
                  </a:lnTo>
                  <a:lnTo>
                    <a:pt x="566" y="838"/>
                  </a:lnTo>
                  <a:lnTo>
                    <a:pt x="545" y="838"/>
                  </a:lnTo>
                  <a:lnTo>
                    <a:pt x="461" y="963"/>
                  </a:lnTo>
                  <a:lnTo>
                    <a:pt x="524" y="1047"/>
                  </a:lnTo>
                  <a:lnTo>
                    <a:pt x="419" y="1131"/>
                  </a:lnTo>
                  <a:lnTo>
                    <a:pt x="336" y="1047"/>
                  </a:lnTo>
                  <a:lnTo>
                    <a:pt x="231" y="1047"/>
                  </a:lnTo>
                  <a:lnTo>
                    <a:pt x="147" y="1026"/>
                  </a:lnTo>
                  <a:lnTo>
                    <a:pt x="64" y="1110"/>
                  </a:lnTo>
                  <a:lnTo>
                    <a:pt x="210" y="1173"/>
                  </a:lnTo>
                  <a:lnTo>
                    <a:pt x="210" y="1277"/>
                  </a:lnTo>
                  <a:lnTo>
                    <a:pt x="126" y="1235"/>
                  </a:lnTo>
                  <a:lnTo>
                    <a:pt x="64" y="1256"/>
                  </a:lnTo>
                  <a:lnTo>
                    <a:pt x="105" y="1424"/>
                  </a:lnTo>
                  <a:lnTo>
                    <a:pt x="168" y="1465"/>
                  </a:lnTo>
                  <a:lnTo>
                    <a:pt x="168" y="1591"/>
                  </a:lnTo>
                  <a:lnTo>
                    <a:pt x="231" y="1675"/>
                  </a:lnTo>
                  <a:lnTo>
                    <a:pt x="64" y="1758"/>
                  </a:lnTo>
                  <a:lnTo>
                    <a:pt x="1" y="1905"/>
                  </a:lnTo>
                  <a:lnTo>
                    <a:pt x="64" y="1968"/>
                  </a:lnTo>
                  <a:lnTo>
                    <a:pt x="168" y="1905"/>
                  </a:lnTo>
                  <a:lnTo>
                    <a:pt x="315" y="2051"/>
                  </a:lnTo>
                  <a:lnTo>
                    <a:pt x="336" y="2219"/>
                  </a:lnTo>
                  <a:lnTo>
                    <a:pt x="273" y="2261"/>
                  </a:lnTo>
                  <a:lnTo>
                    <a:pt x="315" y="2323"/>
                  </a:lnTo>
                  <a:lnTo>
                    <a:pt x="461" y="2323"/>
                  </a:lnTo>
                  <a:lnTo>
                    <a:pt x="608" y="2533"/>
                  </a:lnTo>
                  <a:lnTo>
                    <a:pt x="649" y="2574"/>
                  </a:lnTo>
                  <a:lnTo>
                    <a:pt x="754" y="2533"/>
                  </a:lnTo>
                  <a:lnTo>
                    <a:pt x="775" y="2470"/>
                  </a:lnTo>
                  <a:lnTo>
                    <a:pt x="691" y="2386"/>
                  </a:lnTo>
                  <a:lnTo>
                    <a:pt x="649" y="2386"/>
                  </a:lnTo>
                  <a:lnTo>
                    <a:pt x="649" y="2302"/>
                  </a:lnTo>
                  <a:lnTo>
                    <a:pt x="733" y="2261"/>
                  </a:lnTo>
                  <a:lnTo>
                    <a:pt x="733" y="2177"/>
                  </a:lnTo>
                  <a:lnTo>
                    <a:pt x="670" y="2135"/>
                  </a:lnTo>
                  <a:lnTo>
                    <a:pt x="670" y="2072"/>
                  </a:lnTo>
                  <a:lnTo>
                    <a:pt x="754" y="2009"/>
                  </a:lnTo>
                  <a:cubicBezTo>
                    <a:pt x="775" y="2051"/>
                    <a:pt x="817" y="2093"/>
                    <a:pt x="838" y="2135"/>
                  </a:cubicBezTo>
                  <a:lnTo>
                    <a:pt x="838" y="2177"/>
                  </a:lnTo>
                  <a:lnTo>
                    <a:pt x="880" y="2302"/>
                  </a:lnTo>
                  <a:lnTo>
                    <a:pt x="984" y="2407"/>
                  </a:lnTo>
                  <a:lnTo>
                    <a:pt x="1089" y="2407"/>
                  </a:lnTo>
                  <a:lnTo>
                    <a:pt x="1152" y="2449"/>
                  </a:lnTo>
                  <a:lnTo>
                    <a:pt x="1256" y="2428"/>
                  </a:lnTo>
                  <a:cubicBezTo>
                    <a:pt x="1277" y="2428"/>
                    <a:pt x="1298" y="2428"/>
                    <a:pt x="1298" y="2407"/>
                  </a:cubicBezTo>
                  <a:cubicBezTo>
                    <a:pt x="1319" y="2407"/>
                    <a:pt x="1319" y="2428"/>
                    <a:pt x="1361" y="2428"/>
                  </a:cubicBezTo>
                  <a:lnTo>
                    <a:pt x="1361" y="2449"/>
                  </a:lnTo>
                  <a:lnTo>
                    <a:pt x="1298" y="2533"/>
                  </a:lnTo>
                  <a:lnTo>
                    <a:pt x="1319" y="2595"/>
                  </a:lnTo>
                  <a:lnTo>
                    <a:pt x="1382" y="2512"/>
                  </a:lnTo>
                  <a:lnTo>
                    <a:pt x="1403" y="2449"/>
                  </a:lnTo>
                  <a:cubicBezTo>
                    <a:pt x="1445" y="2491"/>
                    <a:pt x="1486" y="2512"/>
                    <a:pt x="1507" y="2553"/>
                  </a:cubicBezTo>
                  <a:lnTo>
                    <a:pt x="1507" y="2595"/>
                  </a:lnTo>
                  <a:lnTo>
                    <a:pt x="1465" y="2616"/>
                  </a:lnTo>
                  <a:lnTo>
                    <a:pt x="1507" y="2658"/>
                  </a:lnTo>
                  <a:lnTo>
                    <a:pt x="1675" y="2721"/>
                  </a:lnTo>
                  <a:lnTo>
                    <a:pt x="1821" y="2700"/>
                  </a:lnTo>
                  <a:lnTo>
                    <a:pt x="1884" y="2616"/>
                  </a:lnTo>
                  <a:lnTo>
                    <a:pt x="1905" y="2700"/>
                  </a:lnTo>
                  <a:lnTo>
                    <a:pt x="1926" y="2721"/>
                  </a:lnTo>
                  <a:lnTo>
                    <a:pt x="1926" y="2616"/>
                  </a:lnTo>
                  <a:lnTo>
                    <a:pt x="1968" y="2574"/>
                  </a:lnTo>
                  <a:cubicBezTo>
                    <a:pt x="2009" y="2533"/>
                    <a:pt x="2030" y="2512"/>
                    <a:pt x="2030" y="2470"/>
                  </a:cubicBezTo>
                  <a:lnTo>
                    <a:pt x="2093" y="2386"/>
                  </a:lnTo>
                  <a:lnTo>
                    <a:pt x="2177" y="2344"/>
                  </a:lnTo>
                  <a:lnTo>
                    <a:pt x="2135" y="2302"/>
                  </a:lnTo>
                  <a:lnTo>
                    <a:pt x="2072" y="2323"/>
                  </a:lnTo>
                  <a:lnTo>
                    <a:pt x="2009" y="2407"/>
                  </a:lnTo>
                  <a:lnTo>
                    <a:pt x="2009" y="2386"/>
                  </a:lnTo>
                  <a:cubicBezTo>
                    <a:pt x="1989" y="2344"/>
                    <a:pt x="1989" y="2344"/>
                    <a:pt x="1989" y="2323"/>
                  </a:cubicBezTo>
                  <a:lnTo>
                    <a:pt x="2009" y="2302"/>
                  </a:lnTo>
                  <a:lnTo>
                    <a:pt x="2009" y="2219"/>
                  </a:lnTo>
                  <a:lnTo>
                    <a:pt x="2135" y="2177"/>
                  </a:lnTo>
                  <a:lnTo>
                    <a:pt x="2198" y="2114"/>
                  </a:lnTo>
                  <a:lnTo>
                    <a:pt x="2177" y="2051"/>
                  </a:lnTo>
                  <a:lnTo>
                    <a:pt x="2072" y="1968"/>
                  </a:lnTo>
                  <a:lnTo>
                    <a:pt x="2072" y="1905"/>
                  </a:lnTo>
                  <a:lnTo>
                    <a:pt x="2198" y="1863"/>
                  </a:lnTo>
                  <a:lnTo>
                    <a:pt x="2219" y="1737"/>
                  </a:lnTo>
                  <a:lnTo>
                    <a:pt x="2219" y="1591"/>
                  </a:lnTo>
                  <a:lnTo>
                    <a:pt x="2198" y="1486"/>
                  </a:lnTo>
                  <a:lnTo>
                    <a:pt x="2072" y="1486"/>
                  </a:lnTo>
                  <a:lnTo>
                    <a:pt x="1905" y="1528"/>
                  </a:lnTo>
                  <a:lnTo>
                    <a:pt x="1863" y="1633"/>
                  </a:lnTo>
                  <a:lnTo>
                    <a:pt x="1905" y="1675"/>
                  </a:lnTo>
                  <a:lnTo>
                    <a:pt x="1989" y="1737"/>
                  </a:lnTo>
                  <a:lnTo>
                    <a:pt x="1989" y="1779"/>
                  </a:lnTo>
                  <a:lnTo>
                    <a:pt x="1926" y="1758"/>
                  </a:lnTo>
                  <a:lnTo>
                    <a:pt x="1905" y="1779"/>
                  </a:lnTo>
                  <a:lnTo>
                    <a:pt x="1800" y="1696"/>
                  </a:lnTo>
                  <a:lnTo>
                    <a:pt x="1800" y="1654"/>
                  </a:lnTo>
                  <a:lnTo>
                    <a:pt x="1758" y="1570"/>
                  </a:lnTo>
                  <a:lnTo>
                    <a:pt x="1696" y="1591"/>
                  </a:lnTo>
                  <a:lnTo>
                    <a:pt x="1654" y="1675"/>
                  </a:lnTo>
                  <a:lnTo>
                    <a:pt x="1570" y="1696"/>
                  </a:lnTo>
                  <a:lnTo>
                    <a:pt x="1591" y="1779"/>
                  </a:lnTo>
                  <a:lnTo>
                    <a:pt x="1654" y="1863"/>
                  </a:lnTo>
                  <a:lnTo>
                    <a:pt x="1654" y="1989"/>
                  </a:lnTo>
                  <a:lnTo>
                    <a:pt x="1717" y="2072"/>
                  </a:lnTo>
                  <a:lnTo>
                    <a:pt x="1800" y="2072"/>
                  </a:lnTo>
                  <a:lnTo>
                    <a:pt x="1926" y="2093"/>
                  </a:lnTo>
                  <a:lnTo>
                    <a:pt x="1968" y="2156"/>
                  </a:lnTo>
                  <a:lnTo>
                    <a:pt x="1905" y="2198"/>
                  </a:lnTo>
                  <a:lnTo>
                    <a:pt x="1968" y="2261"/>
                  </a:lnTo>
                  <a:cubicBezTo>
                    <a:pt x="1926" y="2281"/>
                    <a:pt x="1926" y="2323"/>
                    <a:pt x="1926" y="2365"/>
                  </a:cubicBezTo>
                  <a:lnTo>
                    <a:pt x="1905" y="2386"/>
                  </a:lnTo>
                  <a:lnTo>
                    <a:pt x="1863" y="2386"/>
                  </a:lnTo>
                  <a:lnTo>
                    <a:pt x="1779" y="2407"/>
                  </a:lnTo>
                  <a:lnTo>
                    <a:pt x="1675" y="2261"/>
                  </a:lnTo>
                  <a:lnTo>
                    <a:pt x="1612" y="2281"/>
                  </a:lnTo>
                  <a:cubicBezTo>
                    <a:pt x="1591" y="2261"/>
                    <a:pt x="1570" y="2261"/>
                    <a:pt x="1549" y="2219"/>
                  </a:cubicBezTo>
                  <a:lnTo>
                    <a:pt x="1549" y="2198"/>
                  </a:lnTo>
                  <a:lnTo>
                    <a:pt x="1465" y="2114"/>
                  </a:lnTo>
                  <a:lnTo>
                    <a:pt x="1465" y="2177"/>
                  </a:lnTo>
                  <a:cubicBezTo>
                    <a:pt x="1465" y="2177"/>
                    <a:pt x="1445" y="2177"/>
                    <a:pt x="1445" y="2156"/>
                  </a:cubicBezTo>
                  <a:cubicBezTo>
                    <a:pt x="1403" y="2156"/>
                    <a:pt x="1403" y="2156"/>
                    <a:pt x="1382" y="2177"/>
                  </a:cubicBezTo>
                  <a:lnTo>
                    <a:pt x="1403" y="2093"/>
                  </a:lnTo>
                  <a:lnTo>
                    <a:pt x="1382" y="2009"/>
                  </a:lnTo>
                  <a:lnTo>
                    <a:pt x="1298" y="1863"/>
                  </a:lnTo>
                  <a:lnTo>
                    <a:pt x="1235" y="1863"/>
                  </a:lnTo>
                  <a:lnTo>
                    <a:pt x="1089" y="1779"/>
                  </a:lnTo>
                  <a:lnTo>
                    <a:pt x="1026" y="1612"/>
                  </a:lnTo>
                  <a:lnTo>
                    <a:pt x="1047" y="1654"/>
                  </a:lnTo>
                  <a:lnTo>
                    <a:pt x="1173" y="1591"/>
                  </a:lnTo>
                  <a:lnTo>
                    <a:pt x="1173" y="1445"/>
                  </a:lnTo>
                  <a:lnTo>
                    <a:pt x="1131" y="1340"/>
                  </a:lnTo>
                  <a:lnTo>
                    <a:pt x="1193" y="1256"/>
                  </a:lnTo>
                  <a:lnTo>
                    <a:pt x="1298" y="1235"/>
                  </a:lnTo>
                  <a:lnTo>
                    <a:pt x="1382" y="1298"/>
                  </a:lnTo>
                  <a:lnTo>
                    <a:pt x="1445" y="1277"/>
                  </a:lnTo>
                  <a:lnTo>
                    <a:pt x="1486" y="1298"/>
                  </a:lnTo>
                  <a:lnTo>
                    <a:pt x="1507" y="1256"/>
                  </a:lnTo>
                  <a:lnTo>
                    <a:pt x="1549" y="1152"/>
                  </a:lnTo>
                  <a:lnTo>
                    <a:pt x="1445" y="1047"/>
                  </a:lnTo>
                  <a:lnTo>
                    <a:pt x="1382" y="1110"/>
                  </a:lnTo>
                  <a:lnTo>
                    <a:pt x="1256" y="1110"/>
                  </a:lnTo>
                  <a:lnTo>
                    <a:pt x="1193" y="1026"/>
                  </a:lnTo>
                  <a:lnTo>
                    <a:pt x="1152" y="921"/>
                  </a:lnTo>
                  <a:lnTo>
                    <a:pt x="1089" y="921"/>
                  </a:lnTo>
                  <a:lnTo>
                    <a:pt x="1152" y="859"/>
                  </a:lnTo>
                  <a:lnTo>
                    <a:pt x="1152" y="754"/>
                  </a:lnTo>
                  <a:lnTo>
                    <a:pt x="1131" y="754"/>
                  </a:lnTo>
                  <a:cubicBezTo>
                    <a:pt x="1131" y="733"/>
                    <a:pt x="1152" y="712"/>
                    <a:pt x="1152" y="691"/>
                  </a:cubicBezTo>
                  <a:lnTo>
                    <a:pt x="1173" y="691"/>
                  </a:lnTo>
                  <a:lnTo>
                    <a:pt x="1277" y="503"/>
                  </a:lnTo>
                  <a:lnTo>
                    <a:pt x="1256" y="377"/>
                  </a:lnTo>
                  <a:lnTo>
                    <a:pt x="1277" y="315"/>
                  </a:lnTo>
                  <a:lnTo>
                    <a:pt x="1256" y="210"/>
                  </a:lnTo>
                  <a:lnTo>
                    <a:pt x="1340" y="64"/>
                  </a:lnTo>
                  <a:lnTo>
                    <a:pt x="129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9263;p128">
              <a:extLst>
                <a:ext uri="{FF2B5EF4-FFF2-40B4-BE49-F238E27FC236}">
                  <a16:creationId xmlns:a16="http://schemas.microsoft.com/office/drawing/2014/main" id="{859A1653-83AF-4F3D-C043-F6D1C9B28E2D}"/>
                </a:ext>
              </a:extLst>
            </p:cNvPr>
            <p:cNvSpPr/>
            <p:nvPr/>
          </p:nvSpPr>
          <p:spPr>
            <a:xfrm>
              <a:off x="3772256" y="2560208"/>
              <a:ext cx="138282" cy="153495"/>
            </a:xfrm>
            <a:custGeom>
              <a:avLst/>
              <a:gdLst/>
              <a:ahLst/>
              <a:cxnLst/>
              <a:rect l="l" t="t" r="r" b="b"/>
              <a:pathLst>
                <a:path w="11613" h="13497" extrusionOk="0">
                  <a:moveTo>
                    <a:pt x="9792" y="1"/>
                  </a:moveTo>
                  <a:lnTo>
                    <a:pt x="9709" y="64"/>
                  </a:lnTo>
                  <a:lnTo>
                    <a:pt x="9709" y="126"/>
                  </a:lnTo>
                  <a:lnTo>
                    <a:pt x="9792" y="231"/>
                  </a:lnTo>
                  <a:lnTo>
                    <a:pt x="9730" y="273"/>
                  </a:lnTo>
                  <a:lnTo>
                    <a:pt x="9688" y="273"/>
                  </a:lnTo>
                  <a:lnTo>
                    <a:pt x="9604" y="168"/>
                  </a:lnTo>
                  <a:lnTo>
                    <a:pt x="9541" y="231"/>
                  </a:lnTo>
                  <a:lnTo>
                    <a:pt x="9520" y="336"/>
                  </a:lnTo>
                  <a:lnTo>
                    <a:pt x="9541" y="357"/>
                  </a:lnTo>
                  <a:lnTo>
                    <a:pt x="9625" y="357"/>
                  </a:lnTo>
                  <a:lnTo>
                    <a:pt x="9688" y="419"/>
                  </a:lnTo>
                  <a:lnTo>
                    <a:pt x="9646" y="440"/>
                  </a:lnTo>
                  <a:lnTo>
                    <a:pt x="9604" y="482"/>
                  </a:lnTo>
                  <a:lnTo>
                    <a:pt x="9604" y="566"/>
                  </a:lnTo>
                  <a:lnTo>
                    <a:pt x="9520" y="587"/>
                  </a:lnTo>
                  <a:lnTo>
                    <a:pt x="9520" y="670"/>
                  </a:lnTo>
                  <a:lnTo>
                    <a:pt x="9541" y="691"/>
                  </a:lnTo>
                  <a:lnTo>
                    <a:pt x="9479" y="754"/>
                  </a:lnTo>
                  <a:lnTo>
                    <a:pt x="9520" y="859"/>
                  </a:lnTo>
                  <a:lnTo>
                    <a:pt x="9479" y="901"/>
                  </a:lnTo>
                  <a:lnTo>
                    <a:pt x="9416" y="859"/>
                  </a:lnTo>
                  <a:lnTo>
                    <a:pt x="9332" y="901"/>
                  </a:lnTo>
                  <a:lnTo>
                    <a:pt x="9332" y="942"/>
                  </a:lnTo>
                  <a:lnTo>
                    <a:pt x="9269" y="984"/>
                  </a:lnTo>
                  <a:lnTo>
                    <a:pt x="9228" y="880"/>
                  </a:lnTo>
                  <a:lnTo>
                    <a:pt x="9332" y="670"/>
                  </a:lnTo>
                  <a:lnTo>
                    <a:pt x="9269" y="649"/>
                  </a:lnTo>
                  <a:lnTo>
                    <a:pt x="9269" y="587"/>
                  </a:lnTo>
                  <a:lnTo>
                    <a:pt x="9311" y="545"/>
                  </a:lnTo>
                  <a:lnTo>
                    <a:pt x="9311" y="357"/>
                  </a:lnTo>
                  <a:lnTo>
                    <a:pt x="9290" y="315"/>
                  </a:lnTo>
                  <a:lnTo>
                    <a:pt x="9228" y="315"/>
                  </a:lnTo>
                  <a:lnTo>
                    <a:pt x="9102" y="545"/>
                  </a:lnTo>
                  <a:lnTo>
                    <a:pt x="9081" y="670"/>
                  </a:lnTo>
                  <a:lnTo>
                    <a:pt x="8956" y="880"/>
                  </a:lnTo>
                  <a:lnTo>
                    <a:pt x="8893" y="1005"/>
                  </a:lnTo>
                  <a:lnTo>
                    <a:pt x="8956" y="1068"/>
                  </a:lnTo>
                  <a:lnTo>
                    <a:pt x="8914" y="1193"/>
                  </a:lnTo>
                  <a:lnTo>
                    <a:pt x="8767" y="1361"/>
                  </a:lnTo>
                  <a:lnTo>
                    <a:pt x="8704" y="1382"/>
                  </a:lnTo>
                  <a:lnTo>
                    <a:pt x="8704" y="1298"/>
                  </a:lnTo>
                  <a:lnTo>
                    <a:pt x="8663" y="1214"/>
                  </a:lnTo>
                  <a:lnTo>
                    <a:pt x="8767" y="1068"/>
                  </a:lnTo>
                  <a:lnTo>
                    <a:pt x="8746" y="963"/>
                  </a:lnTo>
                  <a:lnTo>
                    <a:pt x="8788" y="880"/>
                  </a:lnTo>
                  <a:lnTo>
                    <a:pt x="8746" y="775"/>
                  </a:lnTo>
                  <a:lnTo>
                    <a:pt x="8893" y="587"/>
                  </a:lnTo>
                  <a:lnTo>
                    <a:pt x="8914" y="482"/>
                  </a:lnTo>
                  <a:lnTo>
                    <a:pt x="8956" y="461"/>
                  </a:lnTo>
                  <a:lnTo>
                    <a:pt x="8956" y="419"/>
                  </a:lnTo>
                  <a:lnTo>
                    <a:pt x="8851" y="419"/>
                  </a:lnTo>
                  <a:lnTo>
                    <a:pt x="8767" y="315"/>
                  </a:lnTo>
                  <a:lnTo>
                    <a:pt x="8704" y="336"/>
                  </a:lnTo>
                  <a:lnTo>
                    <a:pt x="8746" y="440"/>
                  </a:lnTo>
                  <a:lnTo>
                    <a:pt x="8663" y="482"/>
                  </a:lnTo>
                  <a:lnTo>
                    <a:pt x="8663" y="419"/>
                  </a:lnTo>
                  <a:lnTo>
                    <a:pt x="8579" y="336"/>
                  </a:lnTo>
                  <a:lnTo>
                    <a:pt x="8495" y="315"/>
                  </a:lnTo>
                  <a:lnTo>
                    <a:pt x="8432" y="336"/>
                  </a:lnTo>
                  <a:lnTo>
                    <a:pt x="8453" y="482"/>
                  </a:lnTo>
                  <a:lnTo>
                    <a:pt x="8391" y="545"/>
                  </a:lnTo>
                  <a:lnTo>
                    <a:pt x="8349" y="482"/>
                  </a:lnTo>
                  <a:lnTo>
                    <a:pt x="8286" y="461"/>
                  </a:lnTo>
                  <a:lnTo>
                    <a:pt x="8244" y="482"/>
                  </a:lnTo>
                  <a:lnTo>
                    <a:pt x="8265" y="545"/>
                  </a:lnTo>
                  <a:lnTo>
                    <a:pt x="8391" y="608"/>
                  </a:lnTo>
                  <a:lnTo>
                    <a:pt x="8432" y="733"/>
                  </a:lnTo>
                  <a:lnTo>
                    <a:pt x="8391" y="775"/>
                  </a:lnTo>
                  <a:lnTo>
                    <a:pt x="8349" y="691"/>
                  </a:lnTo>
                  <a:lnTo>
                    <a:pt x="8265" y="775"/>
                  </a:lnTo>
                  <a:lnTo>
                    <a:pt x="8265" y="838"/>
                  </a:lnTo>
                  <a:lnTo>
                    <a:pt x="8286" y="880"/>
                  </a:lnTo>
                  <a:lnTo>
                    <a:pt x="8265" y="901"/>
                  </a:lnTo>
                  <a:lnTo>
                    <a:pt x="8160" y="859"/>
                  </a:lnTo>
                  <a:lnTo>
                    <a:pt x="8119" y="859"/>
                  </a:lnTo>
                  <a:lnTo>
                    <a:pt x="8035" y="963"/>
                  </a:lnTo>
                  <a:lnTo>
                    <a:pt x="7951" y="1005"/>
                  </a:lnTo>
                  <a:lnTo>
                    <a:pt x="7951" y="1047"/>
                  </a:lnTo>
                  <a:lnTo>
                    <a:pt x="8014" y="1068"/>
                  </a:lnTo>
                  <a:lnTo>
                    <a:pt x="7909" y="1131"/>
                  </a:lnTo>
                  <a:lnTo>
                    <a:pt x="7868" y="1214"/>
                  </a:lnTo>
                  <a:lnTo>
                    <a:pt x="7972" y="1319"/>
                  </a:lnTo>
                  <a:lnTo>
                    <a:pt x="7909" y="1382"/>
                  </a:lnTo>
                  <a:lnTo>
                    <a:pt x="7972" y="1424"/>
                  </a:lnTo>
                  <a:lnTo>
                    <a:pt x="8035" y="1466"/>
                  </a:lnTo>
                  <a:lnTo>
                    <a:pt x="7972" y="1507"/>
                  </a:lnTo>
                  <a:lnTo>
                    <a:pt x="7847" y="1507"/>
                  </a:lnTo>
                  <a:lnTo>
                    <a:pt x="7805" y="1361"/>
                  </a:lnTo>
                  <a:lnTo>
                    <a:pt x="7742" y="1319"/>
                  </a:lnTo>
                  <a:lnTo>
                    <a:pt x="7805" y="1277"/>
                  </a:lnTo>
                  <a:lnTo>
                    <a:pt x="7721" y="1214"/>
                  </a:lnTo>
                  <a:lnTo>
                    <a:pt x="7491" y="1214"/>
                  </a:lnTo>
                  <a:lnTo>
                    <a:pt x="7303" y="1089"/>
                  </a:lnTo>
                  <a:lnTo>
                    <a:pt x="7240" y="1089"/>
                  </a:lnTo>
                  <a:lnTo>
                    <a:pt x="7198" y="1131"/>
                  </a:lnTo>
                  <a:lnTo>
                    <a:pt x="7177" y="1068"/>
                  </a:lnTo>
                  <a:lnTo>
                    <a:pt x="7072" y="1173"/>
                  </a:lnTo>
                  <a:lnTo>
                    <a:pt x="6968" y="1173"/>
                  </a:lnTo>
                  <a:lnTo>
                    <a:pt x="6968" y="1214"/>
                  </a:lnTo>
                  <a:lnTo>
                    <a:pt x="7093" y="1382"/>
                  </a:lnTo>
                  <a:lnTo>
                    <a:pt x="7177" y="1382"/>
                  </a:lnTo>
                  <a:lnTo>
                    <a:pt x="7219" y="1424"/>
                  </a:lnTo>
                  <a:lnTo>
                    <a:pt x="7344" y="1424"/>
                  </a:lnTo>
                  <a:lnTo>
                    <a:pt x="7303" y="1528"/>
                  </a:lnTo>
                  <a:lnTo>
                    <a:pt x="7303" y="1633"/>
                  </a:lnTo>
                  <a:lnTo>
                    <a:pt x="7407" y="1779"/>
                  </a:lnTo>
                  <a:lnTo>
                    <a:pt x="7386" y="1842"/>
                  </a:lnTo>
                  <a:lnTo>
                    <a:pt x="7303" y="1800"/>
                  </a:lnTo>
                  <a:lnTo>
                    <a:pt x="7219" y="1654"/>
                  </a:lnTo>
                  <a:lnTo>
                    <a:pt x="7114" y="1612"/>
                  </a:lnTo>
                  <a:lnTo>
                    <a:pt x="7072" y="1528"/>
                  </a:lnTo>
                  <a:lnTo>
                    <a:pt x="7031" y="1633"/>
                  </a:lnTo>
                  <a:lnTo>
                    <a:pt x="6968" y="1717"/>
                  </a:lnTo>
                  <a:lnTo>
                    <a:pt x="6926" y="1591"/>
                  </a:lnTo>
                  <a:lnTo>
                    <a:pt x="6863" y="1633"/>
                  </a:lnTo>
                  <a:lnTo>
                    <a:pt x="6863" y="1717"/>
                  </a:lnTo>
                  <a:lnTo>
                    <a:pt x="6759" y="1800"/>
                  </a:lnTo>
                  <a:lnTo>
                    <a:pt x="6759" y="1884"/>
                  </a:lnTo>
                  <a:lnTo>
                    <a:pt x="6884" y="1947"/>
                  </a:lnTo>
                  <a:lnTo>
                    <a:pt x="6926" y="2051"/>
                  </a:lnTo>
                  <a:lnTo>
                    <a:pt x="6821" y="2030"/>
                  </a:lnTo>
                  <a:lnTo>
                    <a:pt x="6779" y="1989"/>
                  </a:lnTo>
                  <a:lnTo>
                    <a:pt x="6696" y="2114"/>
                  </a:lnTo>
                  <a:lnTo>
                    <a:pt x="6675" y="2177"/>
                  </a:lnTo>
                  <a:lnTo>
                    <a:pt x="6549" y="2302"/>
                  </a:lnTo>
                  <a:lnTo>
                    <a:pt x="6549" y="2219"/>
                  </a:lnTo>
                  <a:lnTo>
                    <a:pt x="6654" y="2156"/>
                  </a:lnTo>
                  <a:lnTo>
                    <a:pt x="6591" y="2093"/>
                  </a:lnTo>
                  <a:lnTo>
                    <a:pt x="6696" y="1926"/>
                  </a:lnTo>
                  <a:lnTo>
                    <a:pt x="6612" y="1612"/>
                  </a:lnTo>
                  <a:lnTo>
                    <a:pt x="6549" y="1654"/>
                  </a:lnTo>
                  <a:lnTo>
                    <a:pt x="6403" y="1842"/>
                  </a:lnTo>
                  <a:lnTo>
                    <a:pt x="6403" y="2010"/>
                  </a:lnTo>
                  <a:lnTo>
                    <a:pt x="6445" y="2051"/>
                  </a:lnTo>
                  <a:lnTo>
                    <a:pt x="6340" y="2156"/>
                  </a:lnTo>
                  <a:lnTo>
                    <a:pt x="6340" y="2051"/>
                  </a:lnTo>
                  <a:lnTo>
                    <a:pt x="6382" y="1947"/>
                  </a:lnTo>
                  <a:lnTo>
                    <a:pt x="6340" y="1800"/>
                  </a:lnTo>
                  <a:lnTo>
                    <a:pt x="6277" y="1779"/>
                  </a:lnTo>
                  <a:lnTo>
                    <a:pt x="6173" y="1842"/>
                  </a:lnTo>
                  <a:lnTo>
                    <a:pt x="6089" y="1989"/>
                  </a:lnTo>
                  <a:lnTo>
                    <a:pt x="6152" y="2114"/>
                  </a:lnTo>
                  <a:lnTo>
                    <a:pt x="6152" y="2177"/>
                  </a:lnTo>
                  <a:lnTo>
                    <a:pt x="6298" y="2323"/>
                  </a:lnTo>
                  <a:lnTo>
                    <a:pt x="6340" y="2407"/>
                  </a:lnTo>
                  <a:lnTo>
                    <a:pt x="6277" y="2512"/>
                  </a:lnTo>
                  <a:lnTo>
                    <a:pt x="6235" y="2344"/>
                  </a:lnTo>
                  <a:lnTo>
                    <a:pt x="6131" y="2302"/>
                  </a:lnTo>
                  <a:lnTo>
                    <a:pt x="6047" y="2114"/>
                  </a:lnTo>
                  <a:lnTo>
                    <a:pt x="5984" y="2093"/>
                  </a:lnTo>
                  <a:lnTo>
                    <a:pt x="5859" y="2135"/>
                  </a:lnTo>
                  <a:lnTo>
                    <a:pt x="5838" y="2219"/>
                  </a:lnTo>
                  <a:lnTo>
                    <a:pt x="5984" y="2323"/>
                  </a:lnTo>
                  <a:lnTo>
                    <a:pt x="6047" y="2323"/>
                  </a:lnTo>
                  <a:lnTo>
                    <a:pt x="6089" y="2365"/>
                  </a:lnTo>
                  <a:lnTo>
                    <a:pt x="5984" y="2344"/>
                  </a:lnTo>
                  <a:lnTo>
                    <a:pt x="5880" y="2407"/>
                  </a:lnTo>
                  <a:lnTo>
                    <a:pt x="5963" y="2512"/>
                  </a:lnTo>
                  <a:lnTo>
                    <a:pt x="5838" y="2428"/>
                  </a:lnTo>
                  <a:lnTo>
                    <a:pt x="5838" y="2302"/>
                  </a:lnTo>
                  <a:lnTo>
                    <a:pt x="5775" y="2261"/>
                  </a:lnTo>
                  <a:lnTo>
                    <a:pt x="5754" y="2156"/>
                  </a:lnTo>
                  <a:lnTo>
                    <a:pt x="5712" y="2219"/>
                  </a:lnTo>
                  <a:lnTo>
                    <a:pt x="5671" y="2365"/>
                  </a:lnTo>
                  <a:lnTo>
                    <a:pt x="5733" y="2428"/>
                  </a:lnTo>
                  <a:lnTo>
                    <a:pt x="5712" y="2554"/>
                  </a:lnTo>
                  <a:lnTo>
                    <a:pt x="5629" y="2512"/>
                  </a:lnTo>
                  <a:lnTo>
                    <a:pt x="5545" y="2533"/>
                  </a:lnTo>
                  <a:lnTo>
                    <a:pt x="5419" y="2658"/>
                  </a:lnTo>
                  <a:lnTo>
                    <a:pt x="5440" y="2679"/>
                  </a:lnTo>
                  <a:lnTo>
                    <a:pt x="5524" y="2658"/>
                  </a:lnTo>
                  <a:lnTo>
                    <a:pt x="5608" y="2763"/>
                  </a:lnTo>
                  <a:lnTo>
                    <a:pt x="5503" y="2763"/>
                  </a:lnTo>
                  <a:lnTo>
                    <a:pt x="5440" y="2826"/>
                  </a:lnTo>
                  <a:lnTo>
                    <a:pt x="5503" y="2846"/>
                  </a:lnTo>
                  <a:lnTo>
                    <a:pt x="5461" y="2888"/>
                  </a:lnTo>
                  <a:lnTo>
                    <a:pt x="5357" y="2930"/>
                  </a:lnTo>
                  <a:lnTo>
                    <a:pt x="5357" y="2972"/>
                  </a:lnTo>
                  <a:lnTo>
                    <a:pt x="5399" y="2993"/>
                  </a:lnTo>
                  <a:lnTo>
                    <a:pt x="5336" y="2993"/>
                  </a:lnTo>
                  <a:lnTo>
                    <a:pt x="5294" y="2951"/>
                  </a:lnTo>
                  <a:lnTo>
                    <a:pt x="5210" y="2972"/>
                  </a:lnTo>
                  <a:lnTo>
                    <a:pt x="5127" y="3077"/>
                  </a:lnTo>
                  <a:lnTo>
                    <a:pt x="5147" y="3139"/>
                  </a:lnTo>
                  <a:lnTo>
                    <a:pt x="5127" y="3160"/>
                  </a:lnTo>
                  <a:lnTo>
                    <a:pt x="5022" y="3160"/>
                  </a:lnTo>
                  <a:lnTo>
                    <a:pt x="4938" y="3265"/>
                  </a:lnTo>
                  <a:lnTo>
                    <a:pt x="5043" y="3307"/>
                  </a:lnTo>
                  <a:lnTo>
                    <a:pt x="5315" y="3223"/>
                  </a:lnTo>
                  <a:lnTo>
                    <a:pt x="5357" y="3265"/>
                  </a:lnTo>
                  <a:lnTo>
                    <a:pt x="5461" y="3202"/>
                  </a:lnTo>
                  <a:lnTo>
                    <a:pt x="5524" y="3202"/>
                  </a:lnTo>
                  <a:lnTo>
                    <a:pt x="5524" y="3286"/>
                  </a:lnTo>
                  <a:lnTo>
                    <a:pt x="5461" y="3370"/>
                  </a:lnTo>
                  <a:lnTo>
                    <a:pt x="5440" y="3516"/>
                  </a:lnTo>
                  <a:lnTo>
                    <a:pt x="5419" y="3558"/>
                  </a:lnTo>
                  <a:lnTo>
                    <a:pt x="5357" y="3495"/>
                  </a:lnTo>
                  <a:lnTo>
                    <a:pt x="5336" y="3411"/>
                  </a:lnTo>
                  <a:lnTo>
                    <a:pt x="5252" y="3453"/>
                  </a:lnTo>
                  <a:lnTo>
                    <a:pt x="5210" y="3390"/>
                  </a:lnTo>
                  <a:lnTo>
                    <a:pt x="5106" y="3390"/>
                  </a:lnTo>
                  <a:lnTo>
                    <a:pt x="5127" y="3453"/>
                  </a:lnTo>
                  <a:lnTo>
                    <a:pt x="5106" y="3495"/>
                  </a:lnTo>
                  <a:lnTo>
                    <a:pt x="5022" y="3453"/>
                  </a:lnTo>
                  <a:lnTo>
                    <a:pt x="4938" y="3474"/>
                  </a:lnTo>
                  <a:lnTo>
                    <a:pt x="5043" y="3516"/>
                  </a:lnTo>
                  <a:lnTo>
                    <a:pt x="5085" y="3600"/>
                  </a:lnTo>
                  <a:lnTo>
                    <a:pt x="5022" y="3621"/>
                  </a:lnTo>
                  <a:lnTo>
                    <a:pt x="5001" y="3683"/>
                  </a:lnTo>
                  <a:lnTo>
                    <a:pt x="5001" y="3746"/>
                  </a:lnTo>
                  <a:lnTo>
                    <a:pt x="4980" y="3809"/>
                  </a:lnTo>
                  <a:lnTo>
                    <a:pt x="4938" y="3725"/>
                  </a:lnTo>
                  <a:lnTo>
                    <a:pt x="4938" y="3621"/>
                  </a:lnTo>
                  <a:lnTo>
                    <a:pt x="4875" y="3558"/>
                  </a:lnTo>
                  <a:lnTo>
                    <a:pt x="4792" y="3621"/>
                  </a:lnTo>
                  <a:lnTo>
                    <a:pt x="4708" y="3662"/>
                  </a:lnTo>
                  <a:lnTo>
                    <a:pt x="4666" y="3579"/>
                  </a:lnTo>
                  <a:lnTo>
                    <a:pt x="4687" y="3516"/>
                  </a:lnTo>
                  <a:lnTo>
                    <a:pt x="4624" y="3516"/>
                  </a:lnTo>
                  <a:lnTo>
                    <a:pt x="4520" y="3621"/>
                  </a:lnTo>
                  <a:lnTo>
                    <a:pt x="4603" y="3704"/>
                  </a:lnTo>
                  <a:lnTo>
                    <a:pt x="4729" y="3704"/>
                  </a:lnTo>
                  <a:lnTo>
                    <a:pt x="4834" y="3746"/>
                  </a:lnTo>
                  <a:lnTo>
                    <a:pt x="4792" y="3830"/>
                  </a:lnTo>
                  <a:lnTo>
                    <a:pt x="4583" y="3893"/>
                  </a:lnTo>
                  <a:lnTo>
                    <a:pt x="4520" y="3830"/>
                  </a:lnTo>
                  <a:lnTo>
                    <a:pt x="4457" y="3830"/>
                  </a:lnTo>
                  <a:lnTo>
                    <a:pt x="4394" y="3934"/>
                  </a:lnTo>
                  <a:lnTo>
                    <a:pt x="4478" y="4018"/>
                  </a:lnTo>
                  <a:lnTo>
                    <a:pt x="4394" y="4102"/>
                  </a:lnTo>
                  <a:lnTo>
                    <a:pt x="4478" y="4102"/>
                  </a:lnTo>
                  <a:lnTo>
                    <a:pt x="4583" y="3976"/>
                  </a:lnTo>
                  <a:lnTo>
                    <a:pt x="4687" y="3976"/>
                  </a:lnTo>
                  <a:lnTo>
                    <a:pt x="4729" y="4039"/>
                  </a:lnTo>
                  <a:lnTo>
                    <a:pt x="4583" y="4081"/>
                  </a:lnTo>
                  <a:lnTo>
                    <a:pt x="4562" y="4186"/>
                  </a:lnTo>
                  <a:lnTo>
                    <a:pt x="4603" y="4248"/>
                  </a:lnTo>
                  <a:lnTo>
                    <a:pt x="4729" y="4332"/>
                  </a:lnTo>
                  <a:lnTo>
                    <a:pt x="4729" y="4416"/>
                  </a:lnTo>
                  <a:lnTo>
                    <a:pt x="4666" y="4353"/>
                  </a:lnTo>
                  <a:lnTo>
                    <a:pt x="4583" y="4353"/>
                  </a:lnTo>
                  <a:lnTo>
                    <a:pt x="4499" y="4248"/>
                  </a:lnTo>
                  <a:lnTo>
                    <a:pt x="4457" y="4248"/>
                  </a:lnTo>
                  <a:lnTo>
                    <a:pt x="4373" y="4332"/>
                  </a:lnTo>
                  <a:lnTo>
                    <a:pt x="4457" y="4395"/>
                  </a:lnTo>
                  <a:lnTo>
                    <a:pt x="4352" y="4416"/>
                  </a:lnTo>
                  <a:lnTo>
                    <a:pt x="4248" y="4499"/>
                  </a:lnTo>
                  <a:lnTo>
                    <a:pt x="4248" y="4541"/>
                  </a:lnTo>
                  <a:lnTo>
                    <a:pt x="4352" y="4604"/>
                  </a:lnTo>
                  <a:lnTo>
                    <a:pt x="4457" y="4541"/>
                  </a:lnTo>
                  <a:lnTo>
                    <a:pt x="4499" y="4604"/>
                  </a:lnTo>
                  <a:lnTo>
                    <a:pt x="4603" y="4562"/>
                  </a:lnTo>
                  <a:lnTo>
                    <a:pt x="4624" y="4646"/>
                  </a:lnTo>
                  <a:lnTo>
                    <a:pt x="4708" y="4709"/>
                  </a:lnTo>
                  <a:lnTo>
                    <a:pt x="4708" y="4751"/>
                  </a:lnTo>
                  <a:lnTo>
                    <a:pt x="4562" y="4667"/>
                  </a:lnTo>
                  <a:lnTo>
                    <a:pt x="4415" y="4667"/>
                  </a:lnTo>
                  <a:lnTo>
                    <a:pt x="4373" y="4709"/>
                  </a:lnTo>
                  <a:lnTo>
                    <a:pt x="4206" y="4730"/>
                  </a:lnTo>
                  <a:lnTo>
                    <a:pt x="4206" y="4792"/>
                  </a:lnTo>
                  <a:lnTo>
                    <a:pt x="4143" y="4855"/>
                  </a:lnTo>
                  <a:lnTo>
                    <a:pt x="4080" y="4834"/>
                  </a:lnTo>
                  <a:lnTo>
                    <a:pt x="3955" y="4918"/>
                  </a:lnTo>
                  <a:lnTo>
                    <a:pt x="3871" y="4918"/>
                  </a:lnTo>
                  <a:lnTo>
                    <a:pt x="3850" y="4960"/>
                  </a:lnTo>
                  <a:lnTo>
                    <a:pt x="3955" y="4981"/>
                  </a:lnTo>
                  <a:lnTo>
                    <a:pt x="3997" y="5064"/>
                  </a:lnTo>
                  <a:lnTo>
                    <a:pt x="3934" y="5127"/>
                  </a:lnTo>
                  <a:lnTo>
                    <a:pt x="3871" y="5085"/>
                  </a:lnTo>
                  <a:lnTo>
                    <a:pt x="3850" y="5127"/>
                  </a:lnTo>
                  <a:lnTo>
                    <a:pt x="3934" y="5169"/>
                  </a:lnTo>
                  <a:lnTo>
                    <a:pt x="3892" y="5232"/>
                  </a:lnTo>
                  <a:lnTo>
                    <a:pt x="3787" y="5190"/>
                  </a:lnTo>
                  <a:lnTo>
                    <a:pt x="3766" y="5169"/>
                  </a:lnTo>
                  <a:lnTo>
                    <a:pt x="3746" y="5190"/>
                  </a:lnTo>
                  <a:lnTo>
                    <a:pt x="3829" y="5274"/>
                  </a:lnTo>
                  <a:lnTo>
                    <a:pt x="3766" y="5295"/>
                  </a:lnTo>
                  <a:lnTo>
                    <a:pt x="3787" y="5378"/>
                  </a:lnTo>
                  <a:lnTo>
                    <a:pt x="3850" y="5378"/>
                  </a:lnTo>
                  <a:lnTo>
                    <a:pt x="3787" y="5399"/>
                  </a:lnTo>
                  <a:lnTo>
                    <a:pt x="3725" y="5441"/>
                  </a:lnTo>
                  <a:lnTo>
                    <a:pt x="3662" y="5378"/>
                  </a:lnTo>
                  <a:lnTo>
                    <a:pt x="3662" y="5462"/>
                  </a:lnTo>
                  <a:lnTo>
                    <a:pt x="3641" y="5504"/>
                  </a:lnTo>
                  <a:lnTo>
                    <a:pt x="3683" y="5546"/>
                  </a:lnTo>
                  <a:lnTo>
                    <a:pt x="3850" y="5587"/>
                  </a:lnTo>
                  <a:lnTo>
                    <a:pt x="3871" y="5671"/>
                  </a:lnTo>
                  <a:lnTo>
                    <a:pt x="3934" y="5671"/>
                  </a:lnTo>
                  <a:lnTo>
                    <a:pt x="4039" y="5650"/>
                  </a:lnTo>
                  <a:lnTo>
                    <a:pt x="3955" y="5692"/>
                  </a:lnTo>
                  <a:lnTo>
                    <a:pt x="3955" y="5755"/>
                  </a:lnTo>
                  <a:lnTo>
                    <a:pt x="3850" y="5755"/>
                  </a:lnTo>
                  <a:lnTo>
                    <a:pt x="3829" y="5713"/>
                  </a:lnTo>
                  <a:lnTo>
                    <a:pt x="3662" y="5713"/>
                  </a:lnTo>
                  <a:lnTo>
                    <a:pt x="3557" y="5818"/>
                  </a:lnTo>
                  <a:lnTo>
                    <a:pt x="3578" y="5839"/>
                  </a:lnTo>
                  <a:lnTo>
                    <a:pt x="3683" y="5839"/>
                  </a:lnTo>
                  <a:lnTo>
                    <a:pt x="3725" y="5922"/>
                  </a:lnTo>
                  <a:lnTo>
                    <a:pt x="3766" y="5985"/>
                  </a:lnTo>
                  <a:lnTo>
                    <a:pt x="3766" y="6069"/>
                  </a:lnTo>
                  <a:lnTo>
                    <a:pt x="3683" y="6006"/>
                  </a:lnTo>
                  <a:lnTo>
                    <a:pt x="3641" y="6006"/>
                  </a:lnTo>
                  <a:lnTo>
                    <a:pt x="3578" y="6069"/>
                  </a:lnTo>
                  <a:lnTo>
                    <a:pt x="3578" y="6131"/>
                  </a:lnTo>
                  <a:lnTo>
                    <a:pt x="3557" y="6173"/>
                  </a:lnTo>
                  <a:lnTo>
                    <a:pt x="3620" y="6215"/>
                  </a:lnTo>
                  <a:lnTo>
                    <a:pt x="3641" y="6299"/>
                  </a:lnTo>
                  <a:lnTo>
                    <a:pt x="3578" y="6299"/>
                  </a:lnTo>
                  <a:lnTo>
                    <a:pt x="3515" y="6236"/>
                  </a:lnTo>
                  <a:lnTo>
                    <a:pt x="3474" y="6278"/>
                  </a:lnTo>
                  <a:lnTo>
                    <a:pt x="3474" y="6341"/>
                  </a:lnTo>
                  <a:lnTo>
                    <a:pt x="3578" y="6362"/>
                  </a:lnTo>
                  <a:lnTo>
                    <a:pt x="3578" y="6424"/>
                  </a:lnTo>
                  <a:lnTo>
                    <a:pt x="3578" y="6508"/>
                  </a:lnTo>
                  <a:lnTo>
                    <a:pt x="3453" y="6403"/>
                  </a:lnTo>
                  <a:lnTo>
                    <a:pt x="3411" y="6445"/>
                  </a:lnTo>
                  <a:lnTo>
                    <a:pt x="3411" y="6529"/>
                  </a:lnTo>
                  <a:lnTo>
                    <a:pt x="3432" y="6529"/>
                  </a:lnTo>
                  <a:lnTo>
                    <a:pt x="3432" y="6634"/>
                  </a:lnTo>
                  <a:lnTo>
                    <a:pt x="3474" y="6738"/>
                  </a:lnTo>
                  <a:lnTo>
                    <a:pt x="3536" y="6738"/>
                  </a:lnTo>
                  <a:lnTo>
                    <a:pt x="3578" y="6634"/>
                  </a:lnTo>
                  <a:lnTo>
                    <a:pt x="3641" y="6634"/>
                  </a:lnTo>
                  <a:lnTo>
                    <a:pt x="3578" y="6759"/>
                  </a:lnTo>
                  <a:lnTo>
                    <a:pt x="3536" y="6801"/>
                  </a:lnTo>
                  <a:lnTo>
                    <a:pt x="3432" y="6885"/>
                  </a:lnTo>
                  <a:lnTo>
                    <a:pt x="3348" y="6885"/>
                  </a:lnTo>
                  <a:lnTo>
                    <a:pt x="3264" y="6927"/>
                  </a:lnTo>
                  <a:lnTo>
                    <a:pt x="3264" y="6968"/>
                  </a:lnTo>
                  <a:lnTo>
                    <a:pt x="3202" y="7031"/>
                  </a:lnTo>
                  <a:lnTo>
                    <a:pt x="3118" y="7073"/>
                  </a:lnTo>
                  <a:lnTo>
                    <a:pt x="3202" y="7136"/>
                  </a:lnTo>
                  <a:lnTo>
                    <a:pt x="3160" y="7157"/>
                  </a:lnTo>
                  <a:lnTo>
                    <a:pt x="3013" y="7178"/>
                  </a:lnTo>
                  <a:lnTo>
                    <a:pt x="2950" y="7261"/>
                  </a:lnTo>
                  <a:lnTo>
                    <a:pt x="2950" y="7324"/>
                  </a:lnTo>
                  <a:lnTo>
                    <a:pt x="3055" y="7345"/>
                  </a:lnTo>
                  <a:lnTo>
                    <a:pt x="2992" y="7387"/>
                  </a:lnTo>
                  <a:lnTo>
                    <a:pt x="2930" y="7492"/>
                  </a:lnTo>
                  <a:lnTo>
                    <a:pt x="2846" y="7492"/>
                  </a:lnTo>
                  <a:lnTo>
                    <a:pt x="2825" y="7408"/>
                  </a:lnTo>
                  <a:lnTo>
                    <a:pt x="2783" y="7366"/>
                  </a:lnTo>
                  <a:lnTo>
                    <a:pt x="2741" y="7408"/>
                  </a:lnTo>
                  <a:lnTo>
                    <a:pt x="2678" y="7408"/>
                  </a:lnTo>
                  <a:lnTo>
                    <a:pt x="2699" y="7492"/>
                  </a:lnTo>
                  <a:lnTo>
                    <a:pt x="2637" y="7554"/>
                  </a:lnTo>
                  <a:lnTo>
                    <a:pt x="2637" y="7596"/>
                  </a:lnTo>
                  <a:lnTo>
                    <a:pt x="2678" y="7659"/>
                  </a:lnTo>
                  <a:lnTo>
                    <a:pt x="2532" y="7659"/>
                  </a:lnTo>
                  <a:lnTo>
                    <a:pt x="2490" y="7680"/>
                  </a:lnTo>
                  <a:lnTo>
                    <a:pt x="2490" y="7805"/>
                  </a:lnTo>
                  <a:lnTo>
                    <a:pt x="2386" y="7868"/>
                  </a:lnTo>
                  <a:lnTo>
                    <a:pt x="2406" y="7910"/>
                  </a:lnTo>
                  <a:lnTo>
                    <a:pt x="2386" y="8015"/>
                  </a:lnTo>
                  <a:lnTo>
                    <a:pt x="2302" y="8098"/>
                  </a:lnTo>
                  <a:lnTo>
                    <a:pt x="2197" y="8182"/>
                  </a:lnTo>
                  <a:lnTo>
                    <a:pt x="2218" y="8224"/>
                  </a:lnTo>
                  <a:lnTo>
                    <a:pt x="2365" y="8161"/>
                  </a:lnTo>
                  <a:lnTo>
                    <a:pt x="2406" y="8161"/>
                  </a:lnTo>
                  <a:lnTo>
                    <a:pt x="2406" y="8224"/>
                  </a:lnTo>
                  <a:lnTo>
                    <a:pt x="2323" y="8266"/>
                  </a:lnTo>
                  <a:lnTo>
                    <a:pt x="2323" y="8370"/>
                  </a:lnTo>
                  <a:lnTo>
                    <a:pt x="2386" y="8454"/>
                  </a:lnTo>
                  <a:lnTo>
                    <a:pt x="2511" y="8391"/>
                  </a:lnTo>
                  <a:lnTo>
                    <a:pt x="2637" y="8370"/>
                  </a:lnTo>
                  <a:lnTo>
                    <a:pt x="2804" y="8203"/>
                  </a:lnTo>
                  <a:lnTo>
                    <a:pt x="2804" y="8119"/>
                  </a:lnTo>
                  <a:lnTo>
                    <a:pt x="2720" y="8161"/>
                  </a:lnTo>
                  <a:lnTo>
                    <a:pt x="2804" y="8056"/>
                  </a:lnTo>
                  <a:lnTo>
                    <a:pt x="2825" y="7910"/>
                  </a:lnTo>
                  <a:lnTo>
                    <a:pt x="2846" y="7910"/>
                  </a:lnTo>
                  <a:lnTo>
                    <a:pt x="2909" y="7868"/>
                  </a:lnTo>
                  <a:lnTo>
                    <a:pt x="3013" y="7889"/>
                  </a:lnTo>
                  <a:lnTo>
                    <a:pt x="3055" y="7889"/>
                  </a:lnTo>
                  <a:lnTo>
                    <a:pt x="2909" y="7994"/>
                  </a:lnTo>
                  <a:lnTo>
                    <a:pt x="2909" y="8056"/>
                  </a:lnTo>
                  <a:lnTo>
                    <a:pt x="3055" y="8098"/>
                  </a:lnTo>
                  <a:lnTo>
                    <a:pt x="3013" y="8182"/>
                  </a:lnTo>
                  <a:lnTo>
                    <a:pt x="2930" y="8182"/>
                  </a:lnTo>
                  <a:lnTo>
                    <a:pt x="2783" y="8370"/>
                  </a:lnTo>
                  <a:lnTo>
                    <a:pt x="2888" y="8412"/>
                  </a:lnTo>
                  <a:lnTo>
                    <a:pt x="2804" y="8496"/>
                  </a:lnTo>
                  <a:lnTo>
                    <a:pt x="2825" y="8600"/>
                  </a:lnTo>
                  <a:lnTo>
                    <a:pt x="2720" y="8580"/>
                  </a:lnTo>
                  <a:lnTo>
                    <a:pt x="2637" y="8496"/>
                  </a:lnTo>
                  <a:lnTo>
                    <a:pt x="2511" y="8496"/>
                  </a:lnTo>
                  <a:lnTo>
                    <a:pt x="2427" y="8538"/>
                  </a:lnTo>
                  <a:lnTo>
                    <a:pt x="2427" y="8642"/>
                  </a:lnTo>
                  <a:lnTo>
                    <a:pt x="2365" y="8705"/>
                  </a:lnTo>
                  <a:lnTo>
                    <a:pt x="2260" y="8747"/>
                  </a:lnTo>
                  <a:lnTo>
                    <a:pt x="2260" y="8747"/>
                  </a:lnTo>
                  <a:lnTo>
                    <a:pt x="2323" y="8684"/>
                  </a:lnTo>
                  <a:lnTo>
                    <a:pt x="2386" y="8642"/>
                  </a:lnTo>
                  <a:lnTo>
                    <a:pt x="2302" y="8538"/>
                  </a:lnTo>
                  <a:lnTo>
                    <a:pt x="2302" y="8433"/>
                  </a:lnTo>
                  <a:lnTo>
                    <a:pt x="2218" y="8328"/>
                  </a:lnTo>
                  <a:lnTo>
                    <a:pt x="2155" y="8328"/>
                  </a:lnTo>
                  <a:lnTo>
                    <a:pt x="2093" y="8412"/>
                  </a:lnTo>
                  <a:lnTo>
                    <a:pt x="1988" y="8412"/>
                  </a:lnTo>
                  <a:lnTo>
                    <a:pt x="1988" y="8454"/>
                  </a:lnTo>
                  <a:lnTo>
                    <a:pt x="2155" y="8454"/>
                  </a:lnTo>
                  <a:lnTo>
                    <a:pt x="1988" y="8600"/>
                  </a:lnTo>
                  <a:lnTo>
                    <a:pt x="1883" y="8580"/>
                  </a:lnTo>
                  <a:lnTo>
                    <a:pt x="1800" y="8580"/>
                  </a:lnTo>
                  <a:lnTo>
                    <a:pt x="1695" y="8684"/>
                  </a:lnTo>
                  <a:lnTo>
                    <a:pt x="1758" y="8705"/>
                  </a:lnTo>
                  <a:lnTo>
                    <a:pt x="1842" y="8684"/>
                  </a:lnTo>
                  <a:lnTo>
                    <a:pt x="1862" y="8705"/>
                  </a:lnTo>
                  <a:lnTo>
                    <a:pt x="1737" y="8789"/>
                  </a:lnTo>
                  <a:lnTo>
                    <a:pt x="1674" y="8831"/>
                  </a:lnTo>
                  <a:lnTo>
                    <a:pt x="1632" y="8789"/>
                  </a:lnTo>
                  <a:lnTo>
                    <a:pt x="1549" y="8789"/>
                  </a:lnTo>
                  <a:lnTo>
                    <a:pt x="1549" y="8831"/>
                  </a:lnTo>
                  <a:lnTo>
                    <a:pt x="1674" y="8914"/>
                  </a:lnTo>
                  <a:lnTo>
                    <a:pt x="1800" y="8914"/>
                  </a:lnTo>
                  <a:lnTo>
                    <a:pt x="1779" y="8977"/>
                  </a:lnTo>
                  <a:lnTo>
                    <a:pt x="1862" y="9019"/>
                  </a:lnTo>
                  <a:lnTo>
                    <a:pt x="1842" y="9103"/>
                  </a:lnTo>
                  <a:lnTo>
                    <a:pt x="1695" y="9040"/>
                  </a:lnTo>
                  <a:lnTo>
                    <a:pt x="1695" y="8956"/>
                  </a:lnTo>
                  <a:lnTo>
                    <a:pt x="1590" y="8956"/>
                  </a:lnTo>
                  <a:lnTo>
                    <a:pt x="1486" y="8893"/>
                  </a:lnTo>
                  <a:lnTo>
                    <a:pt x="1465" y="8810"/>
                  </a:lnTo>
                  <a:lnTo>
                    <a:pt x="1444" y="8810"/>
                  </a:lnTo>
                  <a:lnTo>
                    <a:pt x="1423" y="8914"/>
                  </a:lnTo>
                  <a:lnTo>
                    <a:pt x="1528" y="9040"/>
                  </a:lnTo>
                  <a:lnTo>
                    <a:pt x="1632" y="9124"/>
                  </a:lnTo>
                  <a:lnTo>
                    <a:pt x="1695" y="9124"/>
                  </a:lnTo>
                  <a:lnTo>
                    <a:pt x="1758" y="9165"/>
                  </a:lnTo>
                  <a:lnTo>
                    <a:pt x="1653" y="9165"/>
                  </a:lnTo>
                  <a:lnTo>
                    <a:pt x="1486" y="9124"/>
                  </a:lnTo>
                  <a:lnTo>
                    <a:pt x="1360" y="8956"/>
                  </a:lnTo>
                  <a:lnTo>
                    <a:pt x="1277" y="8977"/>
                  </a:lnTo>
                  <a:lnTo>
                    <a:pt x="1214" y="8935"/>
                  </a:lnTo>
                  <a:lnTo>
                    <a:pt x="1067" y="8935"/>
                  </a:lnTo>
                  <a:lnTo>
                    <a:pt x="1026" y="8893"/>
                  </a:lnTo>
                  <a:lnTo>
                    <a:pt x="963" y="8935"/>
                  </a:lnTo>
                  <a:lnTo>
                    <a:pt x="1005" y="9019"/>
                  </a:lnTo>
                  <a:lnTo>
                    <a:pt x="942" y="9061"/>
                  </a:lnTo>
                  <a:lnTo>
                    <a:pt x="1026" y="9165"/>
                  </a:lnTo>
                  <a:lnTo>
                    <a:pt x="1214" y="9124"/>
                  </a:lnTo>
                  <a:lnTo>
                    <a:pt x="1235" y="9144"/>
                  </a:lnTo>
                  <a:lnTo>
                    <a:pt x="1151" y="9207"/>
                  </a:lnTo>
                  <a:lnTo>
                    <a:pt x="1214" y="9228"/>
                  </a:lnTo>
                  <a:lnTo>
                    <a:pt x="1339" y="9165"/>
                  </a:lnTo>
                  <a:lnTo>
                    <a:pt x="1423" y="9165"/>
                  </a:lnTo>
                  <a:lnTo>
                    <a:pt x="1381" y="9228"/>
                  </a:lnTo>
                  <a:lnTo>
                    <a:pt x="1214" y="9312"/>
                  </a:lnTo>
                  <a:lnTo>
                    <a:pt x="1151" y="9375"/>
                  </a:lnTo>
                  <a:lnTo>
                    <a:pt x="1026" y="9354"/>
                  </a:lnTo>
                  <a:lnTo>
                    <a:pt x="942" y="9228"/>
                  </a:lnTo>
                  <a:lnTo>
                    <a:pt x="900" y="9228"/>
                  </a:lnTo>
                  <a:lnTo>
                    <a:pt x="837" y="9270"/>
                  </a:lnTo>
                  <a:lnTo>
                    <a:pt x="753" y="9207"/>
                  </a:lnTo>
                  <a:lnTo>
                    <a:pt x="691" y="9249"/>
                  </a:lnTo>
                  <a:lnTo>
                    <a:pt x="628" y="9228"/>
                  </a:lnTo>
                  <a:lnTo>
                    <a:pt x="544" y="9270"/>
                  </a:lnTo>
                  <a:lnTo>
                    <a:pt x="586" y="9333"/>
                  </a:lnTo>
                  <a:lnTo>
                    <a:pt x="753" y="9354"/>
                  </a:lnTo>
                  <a:lnTo>
                    <a:pt x="858" y="9416"/>
                  </a:lnTo>
                  <a:lnTo>
                    <a:pt x="1005" y="9479"/>
                  </a:lnTo>
                  <a:lnTo>
                    <a:pt x="963" y="9584"/>
                  </a:lnTo>
                  <a:lnTo>
                    <a:pt x="1026" y="9668"/>
                  </a:lnTo>
                  <a:lnTo>
                    <a:pt x="921" y="9688"/>
                  </a:lnTo>
                  <a:lnTo>
                    <a:pt x="900" y="9668"/>
                  </a:lnTo>
                  <a:lnTo>
                    <a:pt x="900" y="9500"/>
                  </a:lnTo>
                  <a:lnTo>
                    <a:pt x="795" y="9479"/>
                  </a:lnTo>
                  <a:lnTo>
                    <a:pt x="691" y="9479"/>
                  </a:lnTo>
                  <a:lnTo>
                    <a:pt x="733" y="9563"/>
                  </a:lnTo>
                  <a:lnTo>
                    <a:pt x="712" y="9626"/>
                  </a:lnTo>
                  <a:lnTo>
                    <a:pt x="586" y="9542"/>
                  </a:lnTo>
                  <a:lnTo>
                    <a:pt x="481" y="9668"/>
                  </a:lnTo>
                  <a:lnTo>
                    <a:pt x="586" y="9730"/>
                  </a:lnTo>
                  <a:lnTo>
                    <a:pt x="502" y="9751"/>
                  </a:lnTo>
                  <a:lnTo>
                    <a:pt x="440" y="9772"/>
                  </a:lnTo>
                  <a:lnTo>
                    <a:pt x="398" y="9668"/>
                  </a:lnTo>
                  <a:lnTo>
                    <a:pt x="230" y="9647"/>
                  </a:lnTo>
                  <a:lnTo>
                    <a:pt x="293" y="9772"/>
                  </a:lnTo>
                  <a:lnTo>
                    <a:pt x="209" y="9793"/>
                  </a:lnTo>
                  <a:lnTo>
                    <a:pt x="189" y="9688"/>
                  </a:lnTo>
                  <a:lnTo>
                    <a:pt x="105" y="9626"/>
                  </a:lnTo>
                  <a:lnTo>
                    <a:pt x="63" y="9647"/>
                  </a:lnTo>
                  <a:lnTo>
                    <a:pt x="63" y="9688"/>
                  </a:lnTo>
                  <a:lnTo>
                    <a:pt x="168" y="9793"/>
                  </a:lnTo>
                  <a:lnTo>
                    <a:pt x="105" y="9856"/>
                  </a:lnTo>
                  <a:lnTo>
                    <a:pt x="168" y="9898"/>
                  </a:lnTo>
                  <a:lnTo>
                    <a:pt x="293" y="9877"/>
                  </a:lnTo>
                  <a:lnTo>
                    <a:pt x="481" y="9898"/>
                  </a:lnTo>
                  <a:lnTo>
                    <a:pt x="586" y="9981"/>
                  </a:lnTo>
                  <a:lnTo>
                    <a:pt x="733" y="9981"/>
                  </a:lnTo>
                  <a:lnTo>
                    <a:pt x="795" y="9940"/>
                  </a:lnTo>
                  <a:lnTo>
                    <a:pt x="858" y="9940"/>
                  </a:lnTo>
                  <a:lnTo>
                    <a:pt x="753" y="10023"/>
                  </a:lnTo>
                  <a:lnTo>
                    <a:pt x="607" y="10023"/>
                  </a:lnTo>
                  <a:lnTo>
                    <a:pt x="544" y="10065"/>
                  </a:lnTo>
                  <a:lnTo>
                    <a:pt x="377" y="9960"/>
                  </a:lnTo>
                  <a:lnTo>
                    <a:pt x="272" y="9981"/>
                  </a:lnTo>
                  <a:lnTo>
                    <a:pt x="209" y="9981"/>
                  </a:lnTo>
                  <a:lnTo>
                    <a:pt x="126" y="10023"/>
                  </a:lnTo>
                  <a:lnTo>
                    <a:pt x="0" y="10065"/>
                  </a:lnTo>
                  <a:lnTo>
                    <a:pt x="0" y="10107"/>
                  </a:lnTo>
                  <a:lnTo>
                    <a:pt x="189" y="10191"/>
                  </a:lnTo>
                  <a:lnTo>
                    <a:pt x="105" y="10274"/>
                  </a:lnTo>
                  <a:lnTo>
                    <a:pt x="209" y="10295"/>
                  </a:lnTo>
                  <a:lnTo>
                    <a:pt x="272" y="10253"/>
                  </a:lnTo>
                  <a:lnTo>
                    <a:pt x="419" y="10253"/>
                  </a:lnTo>
                  <a:lnTo>
                    <a:pt x="314" y="10316"/>
                  </a:lnTo>
                  <a:lnTo>
                    <a:pt x="126" y="10316"/>
                  </a:lnTo>
                  <a:lnTo>
                    <a:pt x="105" y="10358"/>
                  </a:lnTo>
                  <a:lnTo>
                    <a:pt x="63" y="10358"/>
                  </a:lnTo>
                  <a:lnTo>
                    <a:pt x="63" y="10379"/>
                  </a:lnTo>
                  <a:lnTo>
                    <a:pt x="126" y="10400"/>
                  </a:lnTo>
                  <a:lnTo>
                    <a:pt x="189" y="10400"/>
                  </a:lnTo>
                  <a:lnTo>
                    <a:pt x="105" y="10463"/>
                  </a:lnTo>
                  <a:lnTo>
                    <a:pt x="63" y="10484"/>
                  </a:lnTo>
                  <a:lnTo>
                    <a:pt x="63" y="10525"/>
                  </a:lnTo>
                  <a:lnTo>
                    <a:pt x="105" y="10546"/>
                  </a:lnTo>
                  <a:lnTo>
                    <a:pt x="168" y="10630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523" y="10546"/>
                  </a:lnTo>
                  <a:lnTo>
                    <a:pt x="649" y="10588"/>
                  </a:lnTo>
                  <a:lnTo>
                    <a:pt x="691" y="10609"/>
                  </a:lnTo>
                  <a:lnTo>
                    <a:pt x="753" y="10546"/>
                  </a:lnTo>
                  <a:lnTo>
                    <a:pt x="753" y="10484"/>
                  </a:lnTo>
                  <a:lnTo>
                    <a:pt x="837" y="10463"/>
                  </a:lnTo>
                  <a:lnTo>
                    <a:pt x="858" y="10525"/>
                  </a:lnTo>
                  <a:lnTo>
                    <a:pt x="963" y="10525"/>
                  </a:lnTo>
                  <a:lnTo>
                    <a:pt x="1067" y="10421"/>
                  </a:lnTo>
                  <a:lnTo>
                    <a:pt x="1130" y="10463"/>
                  </a:lnTo>
                  <a:lnTo>
                    <a:pt x="1130" y="10505"/>
                  </a:lnTo>
                  <a:lnTo>
                    <a:pt x="1046" y="10525"/>
                  </a:lnTo>
                  <a:lnTo>
                    <a:pt x="1151" y="10588"/>
                  </a:lnTo>
                  <a:lnTo>
                    <a:pt x="1214" y="10525"/>
                  </a:lnTo>
                  <a:lnTo>
                    <a:pt x="1214" y="10463"/>
                  </a:lnTo>
                  <a:lnTo>
                    <a:pt x="1277" y="10358"/>
                  </a:lnTo>
                  <a:lnTo>
                    <a:pt x="1256" y="10421"/>
                  </a:lnTo>
                  <a:lnTo>
                    <a:pt x="1339" y="10525"/>
                  </a:lnTo>
                  <a:lnTo>
                    <a:pt x="1277" y="10609"/>
                  </a:lnTo>
                  <a:lnTo>
                    <a:pt x="1130" y="10672"/>
                  </a:lnTo>
                  <a:lnTo>
                    <a:pt x="1046" y="10714"/>
                  </a:lnTo>
                  <a:lnTo>
                    <a:pt x="1109" y="10735"/>
                  </a:lnTo>
                  <a:lnTo>
                    <a:pt x="1046" y="10839"/>
                  </a:lnTo>
                  <a:lnTo>
                    <a:pt x="921" y="10839"/>
                  </a:lnTo>
                  <a:lnTo>
                    <a:pt x="921" y="10797"/>
                  </a:lnTo>
                  <a:lnTo>
                    <a:pt x="963" y="10735"/>
                  </a:lnTo>
                  <a:lnTo>
                    <a:pt x="942" y="10630"/>
                  </a:lnTo>
                  <a:lnTo>
                    <a:pt x="837" y="10609"/>
                  </a:lnTo>
                  <a:lnTo>
                    <a:pt x="733" y="10735"/>
                  </a:lnTo>
                  <a:lnTo>
                    <a:pt x="712" y="10797"/>
                  </a:lnTo>
                  <a:lnTo>
                    <a:pt x="628" y="10693"/>
                  </a:lnTo>
                  <a:lnTo>
                    <a:pt x="523" y="10672"/>
                  </a:lnTo>
                  <a:lnTo>
                    <a:pt x="419" y="10693"/>
                  </a:lnTo>
                  <a:lnTo>
                    <a:pt x="335" y="10672"/>
                  </a:lnTo>
                  <a:lnTo>
                    <a:pt x="209" y="10735"/>
                  </a:lnTo>
                  <a:lnTo>
                    <a:pt x="126" y="10735"/>
                  </a:lnTo>
                  <a:lnTo>
                    <a:pt x="63" y="10693"/>
                  </a:lnTo>
                  <a:lnTo>
                    <a:pt x="21" y="10693"/>
                  </a:lnTo>
                  <a:lnTo>
                    <a:pt x="63" y="10797"/>
                  </a:lnTo>
                  <a:lnTo>
                    <a:pt x="21" y="10839"/>
                  </a:lnTo>
                  <a:lnTo>
                    <a:pt x="84" y="10902"/>
                  </a:lnTo>
                  <a:lnTo>
                    <a:pt x="168" y="10881"/>
                  </a:lnTo>
                  <a:lnTo>
                    <a:pt x="209" y="10818"/>
                  </a:lnTo>
                  <a:lnTo>
                    <a:pt x="293" y="10818"/>
                  </a:lnTo>
                  <a:lnTo>
                    <a:pt x="209" y="10902"/>
                  </a:lnTo>
                  <a:lnTo>
                    <a:pt x="209" y="11007"/>
                  </a:lnTo>
                  <a:lnTo>
                    <a:pt x="168" y="11049"/>
                  </a:lnTo>
                  <a:lnTo>
                    <a:pt x="84" y="11007"/>
                  </a:lnTo>
                  <a:lnTo>
                    <a:pt x="126" y="11132"/>
                  </a:lnTo>
                  <a:lnTo>
                    <a:pt x="189" y="11195"/>
                  </a:lnTo>
                  <a:lnTo>
                    <a:pt x="335" y="11007"/>
                  </a:lnTo>
                  <a:lnTo>
                    <a:pt x="481" y="11049"/>
                  </a:lnTo>
                  <a:lnTo>
                    <a:pt x="419" y="11111"/>
                  </a:lnTo>
                  <a:lnTo>
                    <a:pt x="419" y="11195"/>
                  </a:lnTo>
                  <a:lnTo>
                    <a:pt x="293" y="11258"/>
                  </a:lnTo>
                  <a:lnTo>
                    <a:pt x="314" y="11300"/>
                  </a:lnTo>
                  <a:lnTo>
                    <a:pt x="398" y="11321"/>
                  </a:lnTo>
                  <a:lnTo>
                    <a:pt x="377" y="11404"/>
                  </a:lnTo>
                  <a:lnTo>
                    <a:pt x="419" y="11467"/>
                  </a:lnTo>
                  <a:lnTo>
                    <a:pt x="377" y="11572"/>
                  </a:lnTo>
                  <a:lnTo>
                    <a:pt x="419" y="11572"/>
                  </a:lnTo>
                  <a:lnTo>
                    <a:pt x="502" y="11446"/>
                  </a:lnTo>
                  <a:lnTo>
                    <a:pt x="586" y="11425"/>
                  </a:lnTo>
                  <a:lnTo>
                    <a:pt x="607" y="11300"/>
                  </a:lnTo>
                  <a:lnTo>
                    <a:pt x="816" y="11216"/>
                  </a:lnTo>
                  <a:lnTo>
                    <a:pt x="921" y="11216"/>
                  </a:lnTo>
                  <a:lnTo>
                    <a:pt x="1005" y="11195"/>
                  </a:lnTo>
                  <a:lnTo>
                    <a:pt x="942" y="11237"/>
                  </a:lnTo>
                  <a:lnTo>
                    <a:pt x="837" y="11321"/>
                  </a:lnTo>
                  <a:lnTo>
                    <a:pt x="837" y="11446"/>
                  </a:lnTo>
                  <a:lnTo>
                    <a:pt x="858" y="11530"/>
                  </a:lnTo>
                  <a:lnTo>
                    <a:pt x="795" y="11467"/>
                  </a:lnTo>
                  <a:lnTo>
                    <a:pt x="753" y="11341"/>
                  </a:lnTo>
                  <a:lnTo>
                    <a:pt x="712" y="11341"/>
                  </a:lnTo>
                  <a:lnTo>
                    <a:pt x="628" y="11467"/>
                  </a:lnTo>
                  <a:lnTo>
                    <a:pt x="586" y="11509"/>
                  </a:lnTo>
                  <a:lnTo>
                    <a:pt x="691" y="11530"/>
                  </a:lnTo>
                  <a:lnTo>
                    <a:pt x="586" y="11655"/>
                  </a:lnTo>
                  <a:lnTo>
                    <a:pt x="502" y="11655"/>
                  </a:lnTo>
                  <a:lnTo>
                    <a:pt x="481" y="11739"/>
                  </a:lnTo>
                  <a:lnTo>
                    <a:pt x="523" y="11760"/>
                  </a:lnTo>
                  <a:lnTo>
                    <a:pt x="691" y="11760"/>
                  </a:lnTo>
                  <a:lnTo>
                    <a:pt x="733" y="11823"/>
                  </a:lnTo>
                  <a:lnTo>
                    <a:pt x="607" y="11844"/>
                  </a:lnTo>
                  <a:lnTo>
                    <a:pt x="586" y="11885"/>
                  </a:lnTo>
                  <a:lnTo>
                    <a:pt x="544" y="11969"/>
                  </a:lnTo>
                  <a:lnTo>
                    <a:pt x="440" y="11885"/>
                  </a:lnTo>
                  <a:lnTo>
                    <a:pt x="398" y="11927"/>
                  </a:lnTo>
                  <a:lnTo>
                    <a:pt x="377" y="12032"/>
                  </a:lnTo>
                  <a:lnTo>
                    <a:pt x="335" y="11885"/>
                  </a:lnTo>
                  <a:lnTo>
                    <a:pt x="272" y="11948"/>
                  </a:lnTo>
                  <a:lnTo>
                    <a:pt x="168" y="12074"/>
                  </a:lnTo>
                  <a:lnTo>
                    <a:pt x="209" y="12178"/>
                  </a:lnTo>
                  <a:lnTo>
                    <a:pt x="335" y="12367"/>
                  </a:lnTo>
                  <a:lnTo>
                    <a:pt x="398" y="12262"/>
                  </a:lnTo>
                  <a:lnTo>
                    <a:pt x="419" y="12283"/>
                  </a:lnTo>
                  <a:lnTo>
                    <a:pt x="502" y="12262"/>
                  </a:lnTo>
                  <a:lnTo>
                    <a:pt x="481" y="12199"/>
                  </a:lnTo>
                  <a:lnTo>
                    <a:pt x="523" y="12095"/>
                  </a:lnTo>
                  <a:lnTo>
                    <a:pt x="649" y="12178"/>
                  </a:lnTo>
                  <a:lnTo>
                    <a:pt x="607" y="12241"/>
                  </a:lnTo>
                  <a:lnTo>
                    <a:pt x="649" y="12304"/>
                  </a:lnTo>
                  <a:lnTo>
                    <a:pt x="628" y="12388"/>
                  </a:lnTo>
                  <a:lnTo>
                    <a:pt x="586" y="12450"/>
                  </a:lnTo>
                  <a:lnTo>
                    <a:pt x="628" y="12597"/>
                  </a:lnTo>
                  <a:lnTo>
                    <a:pt x="691" y="12555"/>
                  </a:lnTo>
                  <a:lnTo>
                    <a:pt x="816" y="12513"/>
                  </a:lnTo>
                  <a:lnTo>
                    <a:pt x="900" y="12597"/>
                  </a:lnTo>
                  <a:lnTo>
                    <a:pt x="753" y="12597"/>
                  </a:lnTo>
                  <a:lnTo>
                    <a:pt x="712" y="12639"/>
                  </a:lnTo>
                  <a:lnTo>
                    <a:pt x="753" y="12722"/>
                  </a:lnTo>
                  <a:lnTo>
                    <a:pt x="753" y="12785"/>
                  </a:lnTo>
                  <a:lnTo>
                    <a:pt x="544" y="12618"/>
                  </a:lnTo>
                  <a:lnTo>
                    <a:pt x="481" y="12639"/>
                  </a:lnTo>
                  <a:lnTo>
                    <a:pt x="419" y="12597"/>
                  </a:lnTo>
                  <a:lnTo>
                    <a:pt x="314" y="12597"/>
                  </a:lnTo>
                  <a:lnTo>
                    <a:pt x="314" y="12701"/>
                  </a:lnTo>
                  <a:lnTo>
                    <a:pt x="272" y="12764"/>
                  </a:lnTo>
                  <a:lnTo>
                    <a:pt x="419" y="12994"/>
                  </a:lnTo>
                  <a:lnTo>
                    <a:pt x="523" y="13015"/>
                  </a:lnTo>
                  <a:lnTo>
                    <a:pt x="691" y="13141"/>
                  </a:lnTo>
                  <a:lnTo>
                    <a:pt x="900" y="13245"/>
                  </a:lnTo>
                  <a:lnTo>
                    <a:pt x="921" y="13308"/>
                  </a:lnTo>
                  <a:lnTo>
                    <a:pt x="858" y="13329"/>
                  </a:lnTo>
                  <a:lnTo>
                    <a:pt x="963" y="13413"/>
                  </a:lnTo>
                  <a:lnTo>
                    <a:pt x="1026" y="13392"/>
                  </a:lnTo>
                  <a:lnTo>
                    <a:pt x="1005" y="13287"/>
                  </a:lnTo>
                  <a:lnTo>
                    <a:pt x="1067" y="13287"/>
                  </a:lnTo>
                  <a:lnTo>
                    <a:pt x="1151" y="13329"/>
                  </a:lnTo>
                  <a:lnTo>
                    <a:pt x="1130" y="13350"/>
                  </a:lnTo>
                  <a:lnTo>
                    <a:pt x="1235" y="13497"/>
                  </a:lnTo>
                  <a:lnTo>
                    <a:pt x="1277" y="13434"/>
                  </a:lnTo>
                  <a:lnTo>
                    <a:pt x="1339" y="13455"/>
                  </a:lnTo>
                  <a:lnTo>
                    <a:pt x="1444" y="13413"/>
                  </a:lnTo>
                  <a:lnTo>
                    <a:pt x="1570" y="13308"/>
                  </a:lnTo>
                  <a:lnTo>
                    <a:pt x="1632" y="13287"/>
                  </a:lnTo>
                  <a:lnTo>
                    <a:pt x="1653" y="13225"/>
                  </a:lnTo>
                  <a:lnTo>
                    <a:pt x="1674" y="13245"/>
                  </a:lnTo>
                  <a:lnTo>
                    <a:pt x="1695" y="13329"/>
                  </a:lnTo>
                  <a:lnTo>
                    <a:pt x="1779" y="13329"/>
                  </a:lnTo>
                  <a:lnTo>
                    <a:pt x="1988" y="13120"/>
                  </a:lnTo>
                  <a:lnTo>
                    <a:pt x="1967" y="13078"/>
                  </a:lnTo>
                  <a:lnTo>
                    <a:pt x="1883" y="12932"/>
                  </a:lnTo>
                  <a:lnTo>
                    <a:pt x="2051" y="13036"/>
                  </a:lnTo>
                  <a:lnTo>
                    <a:pt x="2155" y="12911"/>
                  </a:lnTo>
                  <a:lnTo>
                    <a:pt x="2114" y="12890"/>
                  </a:lnTo>
                  <a:lnTo>
                    <a:pt x="2197" y="12827"/>
                  </a:lnTo>
                  <a:lnTo>
                    <a:pt x="2176" y="12764"/>
                  </a:lnTo>
                  <a:lnTo>
                    <a:pt x="2281" y="12701"/>
                  </a:lnTo>
                  <a:lnTo>
                    <a:pt x="2386" y="12681"/>
                  </a:lnTo>
                  <a:lnTo>
                    <a:pt x="2386" y="12597"/>
                  </a:lnTo>
                  <a:lnTo>
                    <a:pt x="2302" y="12492"/>
                  </a:lnTo>
                  <a:lnTo>
                    <a:pt x="2323" y="12409"/>
                  </a:lnTo>
                  <a:lnTo>
                    <a:pt x="2260" y="12304"/>
                  </a:lnTo>
                  <a:lnTo>
                    <a:pt x="2155" y="12241"/>
                  </a:lnTo>
                  <a:lnTo>
                    <a:pt x="2176" y="12157"/>
                  </a:lnTo>
                  <a:lnTo>
                    <a:pt x="2218" y="12178"/>
                  </a:lnTo>
                  <a:lnTo>
                    <a:pt x="2323" y="12304"/>
                  </a:lnTo>
                  <a:lnTo>
                    <a:pt x="2386" y="12471"/>
                  </a:lnTo>
                  <a:lnTo>
                    <a:pt x="2406" y="12492"/>
                  </a:lnTo>
                  <a:lnTo>
                    <a:pt x="2490" y="12513"/>
                  </a:lnTo>
                  <a:lnTo>
                    <a:pt x="2469" y="12576"/>
                  </a:lnTo>
                  <a:lnTo>
                    <a:pt x="2511" y="12639"/>
                  </a:lnTo>
                  <a:lnTo>
                    <a:pt x="2616" y="12597"/>
                  </a:lnTo>
                  <a:lnTo>
                    <a:pt x="2595" y="12513"/>
                  </a:lnTo>
                  <a:lnTo>
                    <a:pt x="2532" y="12492"/>
                  </a:lnTo>
                  <a:lnTo>
                    <a:pt x="2595" y="12409"/>
                  </a:lnTo>
                  <a:lnTo>
                    <a:pt x="2678" y="12492"/>
                  </a:lnTo>
                  <a:lnTo>
                    <a:pt x="2699" y="12555"/>
                  </a:lnTo>
                  <a:lnTo>
                    <a:pt x="2825" y="12409"/>
                  </a:lnTo>
                  <a:lnTo>
                    <a:pt x="2846" y="12283"/>
                  </a:lnTo>
                  <a:lnTo>
                    <a:pt x="2825" y="12178"/>
                  </a:lnTo>
                  <a:lnTo>
                    <a:pt x="2741" y="12157"/>
                  </a:lnTo>
                  <a:lnTo>
                    <a:pt x="2720" y="12074"/>
                  </a:lnTo>
                  <a:lnTo>
                    <a:pt x="2783" y="12053"/>
                  </a:lnTo>
                  <a:lnTo>
                    <a:pt x="2783" y="11990"/>
                  </a:lnTo>
                  <a:lnTo>
                    <a:pt x="2825" y="11990"/>
                  </a:lnTo>
                  <a:lnTo>
                    <a:pt x="2888" y="11948"/>
                  </a:lnTo>
                  <a:lnTo>
                    <a:pt x="2825" y="11865"/>
                  </a:lnTo>
                  <a:lnTo>
                    <a:pt x="2825" y="11760"/>
                  </a:lnTo>
                  <a:lnTo>
                    <a:pt x="2909" y="11718"/>
                  </a:lnTo>
                  <a:lnTo>
                    <a:pt x="2992" y="11781"/>
                  </a:lnTo>
                  <a:lnTo>
                    <a:pt x="2930" y="11885"/>
                  </a:lnTo>
                  <a:lnTo>
                    <a:pt x="2950" y="12032"/>
                  </a:lnTo>
                  <a:lnTo>
                    <a:pt x="2930" y="12095"/>
                  </a:lnTo>
                  <a:lnTo>
                    <a:pt x="2992" y="12199"/>
                  </a:lnTo>
                  <a:lnTo>
                    <a:pt x="3013" y="12283"/>
                  </a:lnTo>
                  <a:lnTo>
                    <a:pt x="3118" y="12409"/>
                  </a:lnTo>
                  <a:lnTo>
                    <a:pt x="3264" y="12409"/>
                  </a:lnTo>
                  <a:lnTo>
                    <a:pt x="3327" y="12450"/>
                  </a:lnTo>
                  <a:lnTo>
                    <a:pt x="3264" y="12492"/>
                  </a:lnTo>
                  <a:lnTo>
                    <a:pt x="3348" y="12555"/>
                  </a:lnTo>
                  <a:lnTo>
                    <a:pt x="3432" y="12639"/>
                  </a:lnTo>
                  <a:lnTo>
                    <a:pt x="3474" y="12555"/>
                  </a:lnTo>
                  <a:lnTo>
                    <a:pt x="3453" y="12178"/>
                  </a:lnTo>
                  <a:lnTo>
                    <a:pt x="3369" y="12032"/>
                  </a:lnTo>
                  <a:lnTo>
                    <a:pt x="3432" y="11948"/>
                  </a:lnTo>
                  <a:lnTo>
                    <a:pt x="3515" y="11885"/>
                  </a:lnTo>
                  <a:lnTo>
                    <a:pt x="3432" y="11781"/>
                  </a:lnTo>
                  <a:lnTo>
                    <a:pt x="3474" y="11718"/>
                  </a:lnTo>
                  <a:lnTo>
                    <a:pt x="3662" y="11676"/>
                  </a:lnTo>
                  <a:lnTo>
                    <a:pt x="3683" y="11593"/>
                  </a:lnTo>
                  <a:lnTo>
                    <a:pt x="3683" y="11467"/>
                  </a:lnTo>
                  <a:lnTo>
                    <a:pt x="3766" y="11321"/>
                  </a:lnTo>
                  <a:lnTo>
                    <a:pt x="3683" y="11195"/>
                  </a:lnTo>
                  <a:lnTo>
                    <a:pt x="3662" y="10923"/>
                  </a:lnTo>
                  <a:lnTo>
                    <a:pt x="3536" y="10714"/>
                  </a:lnTo>
                  <a:lnTo>
                    <a:pt x="3557" y="10609"/>
                  </a:lnTo>
                  <a:lnTo>
                    <a:pt x="3829" y="10525"/>
                  </a:lnTo>
                  <a:lnTo>
                    <a:pt x="3829" y="10358"/>
                  </a:lnTo>
                  <a:lnTo>
                    <a:pt x="3871" y="10212"/>
                  </a:lnTo>
                  <a:lnTo>
                    <a:pt x="3662" y="10002"/>
                  </a:lnTo>
                  <a:lnTo>
                    <a:pt x="3515" y="9898"/>
                  </a:lnTo>
                  <a:lnTo>
                    <a:pt x="3515" y="9688"/>
                  </a:lnTo>
                  <a:lnTo>
                    <a:pt x="3536" y="9479"/>
                  </a:lnTo>
                  <a:lnTo>
                    <a:pt x="3515" y="9249"/>
                  </a:lnTo>
                  <a:lnTo>
                    <a:pt x="3453" y="9103"/>
                  </a:lnTo>
                  <a:lnTo>
                    <a:pt x="3515" y="8914"/>
                  </a:lnTo>
                  <a:lnTo>
                    <a:pt x="3453" y="8621"/>
                  </a:lnTo>
                  <a:lnTo>
                    <a:pt x="3411" y="8308"/>
                  </a:lnTo>
                  <a:lnTo>
                    <a:pt x="3453" y="8077"/>
                  </a:lnTo>
                  <a:lnTo>
                    <a:pt x="3578" y="7847"/>
                  </a:lnTo>
                  <a:lnTo>
                    <a:pt x="3683" y="7764"/>
                  </a:lnTo>
                  <a:lnTo>
                    <a:pt x="3850" y="7784"/>
                  </a:lnTo>
                  <a:lnTo>
                    <a:pt x="4059" y="7805"/>
                  </a:lnTo>
                  <a:lnTo>
                    <a:pt x="4164" y="7680"/>
                  </a:lnTo>
                  <a:lnTo>
                    <a:pt x="4143" y="7450"/>
                  </a:lnTo>
                  <a:lnTo>
                    <a:pt x="4080" y="7366"/>
                  </a:lnTo>
                  <a:lnTo>
                    <a:pt x="4080" y="7240"/>
                  </a:lnTo>
                  <a:lnTo>
                    <a:pt x="4290" y="6738"/>
                  </a:lnTo>
                  <a:lnTo>
                    <a:pt x="4290" y="6487"/>
                  </a:lnTo>
                  <a:lnTo>
                    <a:pt x="4352" y="6215"/>
                  </a:lnTo>
                  <a:lnTo>
                    <a:pt x="4394" y="6069"/>
                  </a:lnTo>
                  <a:lnTo>
                    <a:pt x="4394" y="5901"/>
                  </a:lnTo>
                  <a:lnTo>
                    <a:pt x="4311" y="5818"/>
                  </a:lnTo>
                  <a:lnTo>
                    <a:pt x="4311" y="5692"/>
                  </a:lnTo>
                  <a:lnTo>
                    <a:pt x="4499" y="5587"/>
                  </a:lnTo>
                  <a:lnTo>
                    <a:pt x="4708" y="5567"/>
                  </a:lnTo>
                  <a:lnTo>
                    <a:pt x="4792" y="5483"/>
                  </a:lnTo>
                  <a:lnTo>
                    <a:pt x="4813" y="5357"/>
                  </a:lnTo>
                  <a:lnTo>
                    <a:pt x="4980" y="5064"/>
                  </a:lnTo>
                  <a:lnTo>
                    <a:pt x="5127" y="4855"/>
                  </a:lnTo>
                  <a:lnTo>
                    <a:pt x="5189" y="4730"/>
                  </a:lnTo>
                  <a:lnTo>
                    <a:pt x="5106" y="4541"/>
                  </a:lnTo>
                  <a:lnTo>
                    <a:pt x="5043" y="4458"/>
                  </a:lnTo>
                  <a:lnTo>
                    <a:pt x="5043" y="4206"/>
                  </a:lnTo>
                  <a:lnTo>
                    <a:pt x="5127" y="4186"/>
                  </a:lnTo>
                  <a:lnTo>
                    <a:pt x="5189" y="4081"/>
                  </a:lnTo>
                  <a:lnTo>
                    <a:pt x="5231" y="3934"/>
                  </a:lnTo>
                  <a:lnTo>
                    <a:pt x="5315" y="3893"/>
                  </a:lnTo>
                  <a:lnTo>
                    <a:pt x="5399" y="3704"/>
                  </a:lnTo>
                  <a:lnTo>
                    <a:pt x="5524" y="3600"/>
                  </a:lnTo>
                  <a:lnTo>
                    <a:pt x="5629" y="3683"/>
                  </a:lnTo>
                  <a:lnTo>
                    <a:pt x="5712" y="3725"/>
                  </a:lnTo>
                  <a:lnTo>
                    <a:pt x="5754" y="3725"/>
                  </a:lnTo>
                  <a:lnTo>
                    <a:pt x="5859" y="3621"/>
                  </a:lnTo>
                  <a:lnTo>
                    <a:pt x="5775" y="3516"/>
                  </a:lnTo>
                  <a:lnTo>
                    <a:pt x="5859" y="3474"/>
                  </a:lnTo>
                  <a:lnTo>
                    <a:pt x="5859" y="3390"/>
                  </a:lnTo>
                  <a:lnTo>
                    <a:pt x="5880" y="3349"/>
                  </a:lnTo>
                  <a:lnTo>
                    <a:pt x="5775" y="3181"/>
                  </a:lnTo>
                  <a:lnTo>
                    <a:pt x="5838" y="3160"/>
                  </a:lnTo>
                  <a:lnTo>
                    <a:pt x="6026" y="3160"/>
                  </a:lnTo>
                  <a:lnTo>
                    <a:pt x="6152" y="3077"/>
                  </a:lnTo>
                  <a:lnTo>
                    <a:pt x="6340" y="3139"/>
                  </a:lnTo>
                  <a:lnTo>
                    <a:pt x="6445" y="3202"/>
                  </a:lnTo>
                  <a:lnTo>
                    <a:pt x="6570" y="3223"/>
                  </a:lnTo>
                  <a:lnTo>
                    <a:pt x="6654" y="3286"/>
                  </a:lnTo>
                  <a:lnTo>
                    <a:pt x="6696" y="3265"/>
                  </a:lnTo>
                  <a:lnTo>
                    <a:pt x="6759" y="3307"/>
                  </a:lnTo>
                  <a:lnTo>
                    <a:pt x="6759" y="3160"/>
                  </a:lnTo>
                  <a:lnTo>
                    <a:pt x="6696" y="3077"/>
                  </a:lnTo>
                  <a:lnTo>
                    <a:pt x="6717" y="2888"/>
                  </a:lnTo>
                  <a:lnTo>
                    <a:pt x="6800" y="2846"/>
                  </a:lnTo>
                  <a:lnTo>
                    <a:pt x="6779" y="2700"/>
                  </a:lnTo>
                  <a:lnTo>
                    <a:pt x="6696" y="2658"/>
                  </a:lnTo>
                  <a:lnTo>
                    <a:pt x="6675" y="2554"/>
                  </a:lnTo>
                  <a:lnTo>
                    <a:pt x="6675" y="2554"/>
                  </a:lnTo>
                  <a:lnTo>
                    <a:pt x="6800" y="2616"/>
                  </a:lnTo>
                  <a:lnTo>
                    <a:pt x="6926" y="2574"/>
                  </a:lnTo>
                  <a:lnTo>
                    <a:pt x="6989" y="2554"/>
                  </a:lnTo>
                  <a:lnTo>
                    <a:pt x="7010" y="2533"/>
                  </a:lnTo>
                  <a:lnTo>
                    <a:pt x="7072" y="2533"/>
                  </a:lnTo>
                  <a:lnTo>
                    <a:pt x="7093" y="2512"/>
                  </a:lnTo>
                  <a:lnTo>
                    <a:pt x="7072" y="2428"/>
                  </a:lnTo>
                  <a:lnTo>
                    <a:pt x="7093" y="2323"/>
                  </a:lnTo>
                  <a:lnTo>
                    <a:pt x="7177" y="2261"/>
                  </a:lnTo>
                  <a:lnTo>
                    <a:pt x="7282" y="2261"/>
                  </a:lnTo>
                  <a:lnTo>
                    <a:pt x="7344" y="2407"/>
                  </a:lnTo>
                  <a:lnTo>
                    <a:pt x="7616" y="2616"/>
                  </a:lnTo>
                  <a:lnTo>
                    <a:pt x="7637" y="2742"/>
                  </a:lnTo>
                  <a:lnTo>
                    <a:pt x="7742" y="2846"/>
                  </a:lnTo>
                  <a:lnTo>
                    <a:pt x="7909" y="2930"/>
                  </a:lnTo>
                  <a:lnTo>
                    <a:pt x="8160" y="2930"/>
                  </a:lnTo>
                  <a:lnTo>
                    <a:pt x="8328" y="2784"/>
                  </a:lnTo>
                  <a:lnTo>
                    <a:pt x="8391" y="2700"/>
                  </a:lnTo>
                  <a:lnTo>
                    <a:pt x="8495" y="2700"/>
                  </a:lnTo>
                  <a:lnTo>
                    <a:pt x="8704" y="2846"/>
                  </a:lnTo>
                  <a:lnTo>
                    <a:pt x="8851" y="2867"/>
                  </a:lnTo>
                  <a:lnTo>
                    <a:pt x="8893" y="2742"/>
                  </a:lnTo>
                  <a:lnTo>
                    <a:pt x="8976" y="2679"/>
                  </a:lnTo>
                  <a:lnTo>
                    <a:pt x="9060" y="2616"/>
                  </a:lnTo>
                  <a:lnTo>
                    <a:pt x="9165" y="2616"/>
                  </a:lnTo>
                  <a:lnTo>
                    <a:pt x="9269" y="2554"/>
                  </a:lnTo>
                  <a:lnTo>
                    <a:pt x="9311" y="2470"/>
                  </a:lnTo>
                  <a:lnTo>
                    <a:pt x="9269" y="2365"/>
                  </a:lnTo>
                  <a:lnTo>
                    <a:pt x="9207" y="2219"/>
                  </a:lnTo>
                  <a:lnTo>
                    <a:pt x="9228" y="1905"/>
                  </a:lnTo>
                  <a:lnTo>
                    <a:pt x="9290" y="1821"/>
                  </a:lnTo>
                  <a:lnTo>
                    <a:pt x="9228" y="1717"/>
                  </a:lnTo>
                  <a:lnTo>
                    <a:pt x="9290" y="1696"/>
                  </a:lnTo>
                  <a:lnTo>
                    <a:pt x="9395" y="1570"/>
                  </a:lnTo>
                  <a:lnTo>
                    <a:pt x="9374" y="1507"/>
                  </a:lnTo>
                  <a:lnTo>
                    <a:pt x="9500" y="1424"/>
                  </a:lnTo>
                  <a:lnTo>
                    <a:pt x="9646" y="1486"/>
                  </a:lnTo>
                  <a:lnTo>
                    <a:pt x="9730" y="1466"/>
                  </a:lnTo>
                  <a:lnTo>
                    <a:pt x="9730" y="1403"/>
                  </a:lnTo>
                  <a:lnTo>
                    <a:pt x="9813" y="1298"/>
                  </a:lnTo>
                  <a:lnTo>
                    <a:pt x="10065" y="1298"/>
                  </a:lnTo>
                  <a:lnTo>
                    <a:pt x="10169" y="1382"/>
                  </a:lnTo>
                  <a:lnTo>
                    <a:pt x="10316" y="1528"/>
                  </a:lnTo>
                  <a:lnTo>
                    <a:pt x="10378" y="1633"/>
                  </a:lnTo>
                  <a:lnTo>
                    <a:pt x="10525" y="1654"/>
                  </a:lnTo>
                  <a:lnTo>
                    <a:pt x="10692" y="1696"/>
                  </a:lnTo>
                  <a:lnTo>
                    <a:pt x="10755" y="1800"/>
                  </a:lnTo>
                  <a:lnTo>
                    <a:pt x="10860" y="1905"/>
                  </a:lnTo>
                  <a:lnTo>
                    <a:pt x="10839" y="2030"/>
                  </a:lnTo>
                  <a:lnTo>
                    <a:pt x="10734" y="2177"/>
                  </a:lnTo>
                  <a:lnTo>
                    <a:pt x="10755" y="2428"/>
                  </a:lnTo>
                  <a:lnTo>
                    <a:pt x="10839" y="2428"/>
                  </a:lnTo>
                  <a:lnTo>
                    <a:pt x="10839" y="2219"/>
                  </a:lnTo>
                  <a:lnTo>
                    <a:pt x="10985" y="2051"/>
                  </a:lnTo>
                  <a:lnTo>
                    <a:pt x="11111" y="2030"/>
                  </a:lnTo>
                  <a:lnTo>
                    <a:pt x="11194" y="1926"/>
                  </a:lnTo>
                  <a:lnTo>
                    <a:pt x="11194" y="1779"/>
                  </a:lnTo>
                  <a:lnTo>
                    <a:pt x="11299" y="1738"/>
                  </a:lnTo>
                  <a:lnTo>
                    <a:pt x="11404" y="1800"/>
                  </a:lnTo>
                  <a:lnTo>
                    <a:pt x="11487" y="1717"/>
                  </a:lnTo>
                  <a:lnTo>
                    <a:pt x="11487" y="1591"/>
                  </a:lnTo>
                  <a:lnTo>
                    <a:pt x="11425" y="1591"/>
                  </a:lnTo>
                  <a:lnTo>
                    <a:pt x="11362" y="1507"/>
                  </a:lnTo>
                  <a:lnTo>
                    <a:pt x="11299" y="1507"/>
                  </a:lnTo>
                  <a:lnTo>
                    <a:pt x="11278" y="1528"/>
                  </a:lnTo>
                  <a:lnTo>
                    <a:pt x="11278" y="1612"/>
                  </a:lnTo>
                  <a:lnTo>
                    <a:pt x="11215" y="1570"/>
                  </a:lnTo>
                  <a:lnTo>
                    <a:pt x="11194" y="1507"/>
                  </a:lnTo>
                  <a:lnTo>
                    <a:pt x="11153" y="1507"/>
                  </a:lnTo>
                  <a:lnTo>
                    <a:pt x="11153" y="1570"/>
                  </a:lnTo>
                  <a:lnTo>
                    <a:pt x="11111" y="1696"/>
                  </a:lnTo>
                  <a:lnTo>
                    <a:pt x="11090" y="1654"/>
                  </a:lnTo>
                  <a:lnTo>
                    <a:pt x="11048" y="1591"/>
                  </a:lnTo>
                  <a:lnTo>
                    <a:pt x="10964" y="1633"/>
                  </a:lnTo>
                  <a:lnTo>
                    <a:pt x="10943" y="1696"/>
                  </a:lnTo>
                  <a:lnTo>
                    <a:pt x="10901" y="1612"/>
                  </a:lnTo>
                  <a:lnTo>
                    <a:pt x="10881" y="1486"/>
                  </a:lnTo>
                  <a:lnTo>
                    <a:pt x="10839" y="1486"/>
                  </a:lnTo>
                  <a:lnTo>
                    <a:pt x="10776" y="1361"/>
                  </a:lnTo>
                  <a:lnTo>
                    <a:pt x="10734" y="1319"/>
                  </a:lnTo>
                  <a:lnTo>
                    <a:pt x="10650" y="1319"/>
                  </a:lnTo>
                  <a:lnTo>
                    <a:pt x="10567" y="1298"/>
                  </a:lnTo>
                  <a:lnTo>
                    <a:pt x="10420" y="1277"/>
                  </a:lnTo>
                  <a:lnTo>
                    <a:pt x="10357" y="1193"/>
                  </a:lnTo>
                  <a:lnTo>
                    <a:pt x="10378" y="1173"/>
                  </a:lnTo>
                  <a:lnTo>
                    <a:pt x="10546" y="1214"/>
                  </a:lnTo>
                  <a:lnTo>
                    <a:pt x="10692" y="1193"/>
                  </a:lnTo>
                  <a:lnTo>
                    <a:pt x="10797" y="1214"/>
                  </a:lnTo>
                  <a:lnTo>
                    <a:pt x="11048" y="1256"/>
                  </a:lnTo>
                  <a:lnTo>
                    <a:pt x="11194" y="1193"/>
                  </a:lnTo>
                  <a:lnTo>
                    <a:pt x="11299" y="984"/>
                  </a:lnTo>
                  <a:lnTo>
                    <a:pt x="11508" y="942"/>
                  </a:lnTo>
                  <a:lnTo>
                    <a:pt x="11613" y="859"/>
                  </a:lnTo>
                  <a:lnTo>
                    <a:pt x="11613" y="838"/>
                  </a:lnTo>
                  <a:lnTo>
                    <a:pt x="11529" y="796"/>
                  </a:lnTo>
                  <a:lnTo>
                    <a:pt x="11508" y="754"/>
                  </a:lnTo>
                  <a:lnTo>
                    <a:pt x="11425" y="733"/>
                  </a:lnTo>
                  <a:lnTo>
                    <a:pt x="11320" y="754"/>
                  </a:lnTo>
                  <a:lnTo>
                    <a:pt x="11194" y="608"/>
                  </a:lnTo>
                  <a:lnTo>
                    <a:pt x="11111" y="608"/>
                  </a:lnTo>
                  <a:lnTo>
                    <a:pt x="11006" y="733"/>
                  </a:lnTo>
                  <a:lnTo>
                    <a:pt x="10964" y="733"/>
                  </a:lnTo>
                  <a:lnTo>
                    <a:pt x="10943" y="691"/>
                  </a:lnTo>
                  <a:lnTo>
                    <a:pt x="11048" y="649"/>
                  </a:lnTo>
                  <a:lnTo>
                    <a:pt x="11048" y="566"/>
                  </a:lnTo>
                  <a:lnTo>
                    <a:pt x="10943" y="524"/>
                  </a:lnTo>
                  <a:lnTo>
                    <a:pt x="10901" y="482"/>
                  </a:lnTo>
                  <a:lnTo>
                    <a:pt x="10839" y="482"/>
                  </a:lnTo>
                  <a:lnTo>
                    <a:pt x="10776" y="608"/>
                  </a:lnTo>
                  <a:lnTo>
                    <a:pt x="10734" y="608"/>
                  </a:lnTo>
                  <a:lnTo>
                    <a:pt x="10734" y="524"/>
                  </a:lnTo>
                  <a:lnTo>
                    <a:pt x="10671" y="545"/>
                  </a:lnTo>
                  <a:lnTo>
                    <a:pt x="10650" y="587"/>
                  </a:lnTo>
                  <a:lnTo>
                    <a:pt x="10588" y="587"/>
                  </a:lnTo>
                  <a:lnTo>
                    <a:pt x="10567" y="545"/>
                  </a:lnTo>
                  <a:lnTo>
                    <a:pt x="10650" y="482"/>
                  </a:lnTo>
                  <a:lnTo>
                    <a:pt x="10650" y="419"/>
                  </a:lnTo>
                  <a:lnTo>
                    <a:pt x="10546" y="357"/>
                  </a:lnTo>
                  <a:lnTo>
                    <a:pt x="10420" y="357"/>
                  </a:lnTo>
                  <a:lnTo>
                    <a:pt x="10357" y="377"/>
                  </a:lnTo>
                  <a:lnTo>
                    <a:pt x="10337" y="545"/>
                  </a:lnTo>
                  <a:lnTo>
                    <a:pt x="10253" y="587"/>
                  </a:lnTo>
                  <a:lnTo>
                    <a:pt x="10253" y="649"/>
                  </a:lnTo>
                  <a:lnTo>
                    <a:pt x="10316" y="796"/>
                  </a:lnTo>
                  <a:lnTo>
                    <a:pt x="10316" y="880"/>
                  </a:lnTo>
                  <a:lnTo>
                    <a:pt x="10253" y="942"/>
                  </a:lnTo>
                  <a:lnTo>
                    <a:pt x="10211" y="838"/>
                  </a:lnTo>
                  <a:lnTo>
                    <a:pt x="10127" y="838"/>
                  </a:lnTo>
                  <a:lnTo>
                    <a:pt x="10127" y="859"/>
                  </a:lnTo>
                  <a:lnTo>
                    <a:pt x="10023" y="838"/>
                  </a:lnTo>
                  <a:lnTo>
                    <a:pt x="9897" y="901"/>
                  </a:lnTo>
                  <a:lnTo>
                    <a:pt x="9897" y="901"/>
                  </a:lnTo>
                  <a:lnTo>
                    <a:pt x="10002" y="754"/>
                  </a:lnTo>
                  <a:lnTo>
                    <a:pt x="10065" y="733"/>
                  </a:lnTo>
                  <a:lnTo>
                    <a:pt x="10127" y="608"/>
                  </a:lnTo>
                  <a:lnTo>
                    <a:pt x="10127" y="566"/>
                  </a:lnTo>
                  <a:lnTo>
                    <a:pt x="10065" y="566"/>
                  </a:lnTo>
                  <a:lnTo>
                    <a:pt x="9960" y="649"/>
                  </a:lnTo>
                  <a:lnTo>
                    <a:pt x="9897" y="649"/>
                  </a:lnTo>
                  <a:lnTo>
                    <a:pt x="9918" y="587"/>
                  </a:lnTo>
                  <a:lnTo>
                    <a:pt x="10002" y="524"/>
                  </a:lnTo>
                  <a:lnTo>
                    <a:pt x="10002" y="482"/>
                  </a:lnTo>
                  <a:lnTo>
                    <a:pt x="9897" y="461"/>
                  </a:lnTo>
                  <a:lnTo>
                    <a:pt x="9855" y="419"/>
                  </a:lnTo>
                  <a:lnTo>
                    <a:pt x="9960" y="377"/>
                  </a:lnTo>
                  <a:lnTo>
                    <a:pt x="10002" y="419"/>
                  </a:lnTo>
                  <a:lnTo>
                    <a:pt x="10127" y="419"/>
                  </a:lnTo>
                  <a:lnTo>
                    <a:pt x="10169" y="231"/>
                  </a:lnTo>
                  <a:lnTo>
                    <a:pt x="10169" y="168"/>
                  </a:lnTo>
                  <a:lnTo>
                    <a:pt x="10044" y="210"/>
                  </a:lnTo>
                  <a:lnTo>
                    <a:pt x="10002" y="147"/>
                  </a:lnTo>
                  <a:lnTo>
                    <a:pt x="10023" y="64"/>
                  </a:lnTo>
                  <a:lnTo>
                    <a:pt x="10002" y="1"/>
                  </a:lnTo>
                  <a:lnTo>
                    <a:pt x="9918" y="64"/>
                  </a:lnTo>
                  <a:lnTo>
                    <a:pt x="9855" y="64"/>
                  </a:lnTo>
                  <a:lnTo>
                    <a:pt x="979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9264;p128">
              <a:extLst>
                <a:ext uri="{FF2B5EF4-FFF2-40B4-BE49-F238E27FC236}">
                  <a16:creationId xmlns:a16="http://schemas.microsoft.com/office/drawing/2014/main" id="{7F2584FB-6C08-56CC-8523-895BCA35B3A5}"/>
                </a:ext>
              </a:extLst>
            </p:cNvPr>
            <p:cNvSpPr/>
            <p:nvPr/>
          </p:nvSpPr>
          <p:spPr>
            <a:xfrm>
              <a:off x="3810372" y="2589242"/>
              <a:ext cx="68528" cy="147786"/>
            </a:xfrm>
            <a:custGeom>
              <a:avLst/>
              <a:gdLst/>
              <a:ahLst/>
              <a:cxnLst/>
              <a:rect l="l" t="t" r="r" b="b"/>
              <a:pathLst>
                <a:path w="5755" h="12995" extrusionOk="0">
                  <a:moveTo>
                    <a:pt x="3788" y="1"/>
                  </a:moveTo>
                  <a:lnTo>
                    <a:pt x="3725" y="21"/>
                  </a:lnTo>
                  <a:lnTo>
                    <a:pt x="3599" y="63"/>
                  </a:lnTo>
                  <a:lnTo>
                    <a:pt x="3474" y="1"/>
                  </a:lnTo>
                  <a:lnTo>
                    <a:pt x="3474" y="1"/>
                  </a:lnTo>
                  <a:lnTo>
                    <a:pt x="3495" y="105"/>
                  </a:lnTo>
                  <a:lnTo>
                    <a:pt x="3578" y="147"/>
                  </a:lnTo>
                  <a:lnTo>
                    <a:pt x="3599" y="293"/>
                  </a:lnTo>
                  <a:lnTo>
                    <a:pt x="3516" y="335"/>
                  </a:lnTo>
                  <a:lnTo>
                    <a:pt x="3495" y="524"/>
                  </a:lnTo>
                  <a:lnTo>
                    <a:pt x="3558" y="607"/>
                  </a:lnTo>
                  <a:lnTo>
                    <a:pt x="3558" y="754"/>
                  </a:lnTo>
                  <a:lnTo>
                    <a:pt x="3495" y="712"/>
                  </a:lnTo>
                  <a:lnTo>
                    <a:pt x="3453" y="733"/>
                  </a:lnTo>
                  <a:lnTo>
                    <a:pt x="3369" y="670"/>
                  </a:lnTo>
                  <a:lnTo>
                    <a:pt x="3244" y="649"/>
                  </a:lnTo>
                  <a:lnTo>
                    <a:pt x="3139" y="586"/>
                  </a:lnTo>
                  <a:lnTo>
                    <a:pt x="2951" y="524"/>
                  </a:lnTo>
                  <a:lnTo>
                    <a:pt x="2825" y="607"/>
                  </a:lnTo>
                  <a:lnTo>
                    <a:pt x="2637" y="607"/>
                  </a:lnTo>
                  <a:lnTo>
                    <a:pt x="2574" y="628"/>
                  </a:lnTo>
                  <a:lnTo>
                    <a:pt x="2679" y="796"/>
                  </a:lnTo>
                  <a:lnTo>
                    <a:pt x="2658" y="837"/>
                  </a:lnTo>
                  <a:lnTo>
                    <a:pt x="2658" y="921"/>
                  </a:lnTo>
                  <a:lnTo>
                    <a:pt x="2574" y="963"/>
                  </a:lnTo>
                  <a:lnTo>
                    <a:pt x="2658" y="1068"/>
                  </a:lnTo>
                  <a:lnTo>
                    <a:pt x="2553" y="1172"/>
                  </a:lnTo>
                  <a:lnTo>
                    <a:pt x="2511" y="1172"/>
                  </a:lnTo>
                  <a:lnTo>
                    <a:pt x="2428" y="1130"/>
                  </a:lnTo>
                  <a:lnTo>
                    <a:pt x="2323" y="1047"/>
                  </a:lnTo>
                  <a:lnTo>
                    <a:pt x="2198" y="1151"/>
                  </a:lnTo>
                  <a:lnTo>
                    <a:pt x="2114" y="1340"/>
                  </a:lnTo>
                  <a:lnTo>
                    <a:pt x="2030" y="1381"/>
                  </a:lnTo>
                  <a:lnTo>
                    <a:pt x="1988" y="1528"/>
                  </a:lnTo>
                  <a:lnTo>
                    <a:pt x="1926" y="1633"/>
                  </a:lnTo>
                  <a:lnTo>
                    <a:pt x="1842" y="1653"/>
                  </a:lnTo>
                  <a:lnTo>
                    <a:pt x="1842" y="1905"/>
                  </a:lnTo>
                  <a:lnTo>
                    <a:pt x="1905" y="1988"/>
                  </a:lnTo>
                  <a:lnTo>
                    <a:pt x="1988" y="2177"/>
                  </a:lnTo>
                  <a:lnTo>
                    <a:pt x="1926" y="2302"/>
                  </a:lnTo>
                  <a:lnTo>
                    <a:pt x="1779" y="2511"/>
                  </a:lnTo>
                  <a:lnTo>
                    <a:pt x="1612" y="2804"/>
                  </a:lnTo>
                  <a:lnTo>
                    <a:pt x="1591" y="2930"/>
                  </a:lnTo>
                  <a:lnTo>
                    <a:pt x="1507" y="3014"/>
                  </a:lnTo>
                  <a:lnTo>
                    <a:pt x="1298" y="3034"/>
                  </a:lnTo>
                  <a:lnTo>
                    <a:pt x="1110" y="3139"/>
                  </a:lnTo>
                  <a:lnTo>
                    <a:pt x="1110" y="3265"/>
                  </a:lnTo>
                  <a:lnTo>
                    <a:pt x="1193" y="3348"/>
                  </a:lnTo>
                  <a:lnTo>
                    <a:pt x="1193" y="3516"/>
                  </a:lnTo>
                  <a:lnTo>
                    <a:pt x="1151" y="3662"/>
                  </a:lnTo>
                  <a:lnTo>
                    <a:pt x="1089" y="3934"/>
                  </a:lnTo>
                  <a:lnTo>
                    <a:pt x="1089" y="4185"/>
                  </a:lnTo>
                  <a:lnTo>
                    <a:pt x="879" y="4687"/>
                  </a:lnTo>
                  <a:lnTo>
                    <a:pt x="879" y="4813"/>
                  </a:lnTo>
                  <a:lnTo>
                    <a:pt x="942" y="4897"/>
                  </a:lnTo>
                  <a:lnTo>
                    <a:pt x="963" y="5127"/>
                  </a:lnTo>
                  <a:lnTo>
                    <a:pt x="858" y="5252"/>
                  </a:lnTo>
                  <a:lnTo>
                    <a:pt x="649" y="5231"/>
                  </a:lnTo>
                  <a:lnTo>
                    <a:pt x="482" y="5211"/>
                  </a:lnTo>
                  <a:lnTo>
                    <a:pt x="377" y="5294"/>
                  </a:lnTo>
                  <a:lnTo>
                    <a:pt x="252" y="5524"/>
                  </a:lnTo>
                  <a:lnTo>
                    <a:pt x="210" y="5755"/>
                  </a:lnTo>
                  <a:lnTo>
                    <a:pt x="252" y="6068"/>
                  </a:lnTo>
                  <a:lnTo>
                    <a:pt x="314" y="6361"/>
                  </a:lnTo>
                  <a:lnTo>
                    <a:pt x="252" y="6550"/>
                  </a:lnTo>
                  <a:lnTo>
                    <a:pt x="314" y="6696"/>
                  </a:lnTo>
                  <a:lnTo>
                    <a:pt x="335" y="6926"/>
                  </a:lnTo>
                  <a:lnTo>
                    <a:pt x="314" y="7135"/>
                  </a:lnTo>
                  <a:lnTo>
                    <a:pt x="314" y="7345"/>
                  </a:lnTo>
                  <a:lnTo>
                    <a:pt x="461" y="7449"/>
                  </a:lnTo>
                  <a:lnTo>
                    <a:pt x="670" y="7659"/>
                  </a:lnTo>
                  <a:lnTo>
                    <a:pt x="628" y="7805"/>
                  </a:lnTo>
                  <a:lnTo>
                    <a:pt x="628" y="7972"/>
                  </a:lnTo>
                  <a:lnTo>
                    <a:pt x="356" y="8056"/>
                  </a:lnTo>
                  <a:lnTo>
                    <a:pt x="335" y="8161"/>
                  </a:lnTo>
                  <a:lnTo>
                    <a:pt x="461" y="8370"/>
                  </a:lnTo>
                  <a:lnTo>
                    <a:pt x="482" y="8642"/>
                  </a:lnTo>
                  <a:lnTo>
                    <a:pt x="565" y="8768"/>
                  </a:lnTo>
                  <a:lnTo>
                    <a:pt x="482" y="8914"/>
                  </a:lnTo>
                  <a:lnTo>
                    <a:pt x="482" y="9040"/>
                  </a:lnTo>
                  <a:lnTo>
                    <a:pt x="461" y="9123"/>
                  </a:lnTo>
                  <a:lnTo>
                    <a:pt x="273" y="9165"/>
                  </a:lnTo>
                  <a:lnTo>
                    <a:pt x="231" y="9228"/>
                  </a:lnTo>
                  <a:lnTo>
                    <a:pt x="314" y="9332"/>
                  </a:lnTo>
                  <a:lnTo>
                    <a:pt x="231" y="9395"/>
                  </a:lnTo>
                  <a:lnTo>
                    <a:pt x="168" y="9479"/>
                  </a:lnTo>
                  <a:lnTo>
                    <a:pt x="252" y="9625"/>
                  </a:lnTo>
                  <a:lnTo>
                    <a:pt x="273" y="10002"/>
                  </a:lnTo>
                  <a:lnTo>
                    <a:pt x="231" y="10086"/>
                  </a:lnTo>
                  <a:lnTo>
                    <a:pt x="147" y="10002"/>
                  </a:lnTo>
                  <a:lnTo>
                    <a:pt x="63" y="9939"/>
                  </a:lnTo>
                  <a:lnTo>
                    <a:pt x="63" y="9960"/>
                  </a:lnTo>
                  <a:lnTo>
                    <a:pt x="1" y="10023"/>
                  </a:lnTo>
                  <a:lnTo>
                    <a:pt x="21" y="10253"/>
                  </a:lnTo>
                  <a:lnTo>
                    <a:pt x="42" y="10337"/>
                  </a:lnTo>
                  <a:lnTo>
                    <a:pt x="63" y="10525"/>
                  </a:lnTo>
                  <a:lnTo>
                    <a:pt x="147" y="10546"/>
                  </a:lnTo>
                  <a:lnTo>
                    <a:pt x="168" y="10588"/>
                  </a:lnTo>
                  <a:lnTo>
                    <a:pt x="147" y="10734"/>
                  </a:lnTo>
                  <a:lnTo>
                    <a:pt x="273" y="10672"/>
                  </a:lnTo>
                  <a:lnTo>
                    <a:pt x="210" y="10567"/>
                  </a:lnTo>
                  <a:lnTo>
                    <a:pt x="231" y="10483"/>
                  </a:lnTo>
                  <a:lnTo>
                    <a:pt x="273" y="10483"/>
                  </a:lnTo>
                  <a:lnTo>
                    <a:pt x="252" y="10546"/>
                  </a:lnTo>
                  <a:lnTo>
                    <a:pt x="335" y="10588"/>
                  </a:lnTo>
                  <a:lnTo>
                    <a:pt x="377" y="10672"/>
                  </a:lnTo>
                  <a:lnTo>
                    <a:pt x="252" y="10755"/>
                  </a:lnTo>
                  <a:lnTo>
                    <a:pt x="231" y="10860"/>
                  </a:lnTo>
                  <a:lnTo>
                    <a:pt x="273" y="10944"/>
                  </a:lnTo>
                  <a:lnTo>
                    <a:pt x="252" y="11069"/>
                  </a:lnTo>
                  <a:lnTo>
                    <a:pt x="210" y="11111"/>
                  </a:lnTo>
                  <a:lnTo>
                    <a:pt x="273" y="11216"/>
                  </a:lnTo>
                  <a:lnTo>
                    <a:pt x="356" y="11257"/>
                  </a:lnTo>
                  <a:lnTo>
                    <a:pt x="440" y="11383"/>
                  </a:lnTo>
                  <a:lnTo>
                    <a:pt x="482" y="11425"/>
                  </a:lnTo>
                  <a:lnTo>
                    <a:pt x="586" y="11634"/>
                  </a:lnTo>
                  <a:lnTo>
                    <a:pt x="586" y="11801"/>
                  </a:lnTo>
                  <a:lnTo>
                    <a:pt x="733" y="11843"/>
                  </a:lnTo>
                  <a:lnTo>
                    <a:pt x="754" y="11948"/>
                  </a:lnTo>
                  <a:lnTo>
                    <a:pt x="858" y="12094"/>
                  </a:lnTo>
                  <a:lnTo>
                    <a:pt x="984" y="12011"/>
                  </a:lnTo>
                  <a:lnTo>
                    <a:pt x="1005" y="12136"/>
                  </a:lnTo>
                  <a:lnTo>
                    <a:pt x="942" y="12304"/>
                  </a:lnTo>
                  <a:lnTo>
                    <a:pt x="775" y="12325"/>
                  </a:lnTo>
                  <a:lnTo>
                    <a:pt x="754" y="12366"/>
                  </a:lnTo>
                  <a:lnTo>
                    <a:pt x="838" y="12429"/>
                  </a:lnTo>
                  <a:lnTo>
                    <a:pt x="858" y="12534"/>
                  </a:lnTo>
                  <a:lnTo>
                    <a:pt x="984" y="12555"/>
                  </a:lnTo>
                  <a:lnTo>
                    <a:pt x="1047" y="12848"/>
                  </a:lnTo>
                  <a:lnTo>
                    <a:pt x="963" y="12952"/>
                  </a:lnTo>
                  <a:lnTo>
                    <a:pt x="1005" y="12994"/>
                  </a:lnTo>
                  <a:lnTo>
                    <a:pt x="1151" y="12994"/>
                  </a:lnTo>
                  <a:lnTo>
                    <a:pt x="1423" y="12931"/>
                  </a:lnTo>
                  <a:lnTo>
                    <a:pt x="1570" y="12973"/>
                  </a:lnTo>
                  <a:lnTo>
                    <a:pt x="1695" y="12869"/>
                  </a:lnTo>
                  <a:lnTo>
                    <a:pt x="1674" y="12764"/>
                  </a:lnTo>
                  <a:lnTo>
                    <a:pt x="1612" y="12701"/>
                  </a:lnTo>
                  <a:lnTo>
                    <a:pt x="1695" y="12534"/>
                  </a:lnTo>
                  <a:lnTo>
                    <a:pt x="1884" y="12513"/>
                  </a:lnTo>
                  <a:lnTo>
                    <a:pt x="1905" y="12325"/>
                  </a:lnTo>
                  <a:lnTo>
                    <a:pt x="1926" y="12408"/>
                  </a:lnTo>
                  <a:lnTo>
                    <a:pt x="2135" y="12450"/>
                  </a:lnTo>
                  <a:lnTo>
                    <a:pt x="2260" y="12366"/>
                  </a:lnTo>
                  <a:lnTo>
                    <a:pt x="2365" y="12429"/>
                  </a:lnTo>
                  <a:lnTo>
                    <a:pt x="2449" y="12513"/>
                  </a:lnTo>
                  <a:lnTo>
                    <a:pt x="2553" y="12345"/>
                  </a:lnTo>
                  <a:lnTo>
                    <a:pt x="2616" y="12115"/>
                  </a:lnTo>
                  <a:lnTo>
                    <a:pt x="2679" y="12032"/>
                  </a:lnTo>
                  <a:lnTo>
                    <a:pt x="2721" y="11739"/>
                  </a:lnTo>
                  <a:lnTo>
                    <a:pt x="2762" y="11634"/>
                  </a:lnTo>
                  <a:lnTo>
                    <a:pt x="2658" y="11571"/>
                  </a:lnTo>
                  <a:lnTo>
                    <a:pt x="2679" y="11467"/>
                  </a:lnTo>
                  <a:lnTo>
                    <a:pt x="2783" y="11320"/>
                  </a:lnTo>
                  <a:lnTo>
                    <a:pt x="2679" y="11216"/>
                  </a:lnTo>
                  <a:lnTo>
                    <a:pt x="2783" y="11111"/>
                  </a:lnTo>
                  <a:lnTo>
                    <a:pt x="2658" y="11048"/>
                  </a:lnTo>
                  <a:lnTo>
                    <a:pt x="2721" y="10965"/>
                  </a:lnTo>
                  <a:lnTo>
                    <a:pt x="2658" y="10839"/>
                  </a:lnTo>
                  <a:lnTo>
                    <a:pt x="2762" y="10881"/>
                  </a:lnTo>
                  <a:lnTo>
                    <a:pt x="2930" y="10860"/>
                  </a:lnTo>
                  <a:lnTo>
                    <a:pt x="2783" y="10755"/>
                  </a:lnTo>
                  <a:lnTo>
                    <a:pt x="2846" y="10609"/>
                  </a:lnTo>
                  <a:lnTo>
                    <a:pt x="2846" y="10546"/>
                  </a:lnTo>
                  <a:lnTo>
                    <a:pt x="2658" y="10483"/>
                  </a:lnTo>
                  <a:lnTo>
                    <a:pt x="2888" y="10483"/>
                  </a:lnTo>
                  <a:lnTo>
                    <a:pt x="2762" y="10358"/>
                  </a:lnTo>
                  <a:lnTo>
                    <a:pt x="2679" y="10358"/>
                  </a:lnTo>
                  <a:lnTo>
                    <a:pt x="2742" y="10274"/>
                  </a:lnTo>
                  <a:lnTo>
                    <a:pt x="2783" y="10274"/>
                  </a:lnTo>
                  <a:lnTo>
                    <a:pt x="2825" y="10316"/>
                  </a:lnTo>
                  <a:lnTo>
                    <a:pt x="2888" y="10232"/>
                  </a:lnTo>
                  <a:lnTo>
                    <a:pt x="2867" y="10148"/>
                  </a:lnTo>
                  <a:lnTo>
                    <a:pt x="2972" y="10232"/>
                  </a:lnTo>
                  <a:lnTo>
                    <a:pt x="2993" y="10128"/>
                  </a:lnTo>
                  <a:lnTo>
                    <a:pt x="3076" y="10023"/>
                  </a:lnTo>
                  <a:lnTo>
                    <a:pt x="3160" y="10023"/>
                  </a:lnTo>
                  <a:lnTo>
                    <a:pt x="3139" y="9939"/>
                  </a:lnTo>
                  <a:lnTo>
                    <a:pt x="3181" y="9897"/>
                  </a:lnTo>
                  <a:lnTo>
                    <a:pt x="3202" y="9939"/>
                  </a:lnTo>
                  <a:lnTo>
                    <a:pt x="3181" y="10044"/>
                  </a:lnTo>
                  <a:lnTo>
                    <a:pt x="3265" y="10044"/>
                  </a:lnTo>
                  <a:lnTo>
                    <a:pt x="3369" y="9897"/>
                  </a:lnTo>
                  <a:lnTo>
                    <a:pt x="3453" y="9897"/>
                  </a:lnTo>
                  <a:lnTo>
                    <a:pt x="3516" y="9835"/>
                  </a:lnTo>
                  <a:lnTo>
                    <a:pt x="3495" y="9730"/>
                  </a:lnTo>
                  <a:lnTo>
                    <a:pt x="3411" y="9646"/>
                  </a:lnTo>
                  <a:lnTo>
                    <a:pt x="3286" y="9625"/>
                  </a:lnTo>
                  <a:lnTo>
                    <a:pt x="3181" y="9688"/>
                  </a:lnTo>
                  <a:lnTo>
                    <a:pt x="3139" y="9646"/>
                  </a:lnTo>
                  <a:lnTo>
                    <a:pt x="3055" y="9709"/>
                  </a:lnTo>
                  <a:lnTo>
                    <a:pt x="2972" y="9604"/>
                  </a:lnTo>
                  <a:lnTo>
                    <a:pt x="2846" y="9563"/>
                  </a:lnTo>
                  <a:lnTo>
                    <a:pt x="2762" y="9521"/>
                  </a:lnTo>
                  <a:lnTo>
                    <a:pt x="2616" y="9542"/>
                  </a:lnTo>
                  <a:lnTo>
                    <a:pt x="2616" y="9604"/>
                  </a:lnTo>
                  <a:lnTo>
                    <a:pt x="2553" y="9542"/>
                  </a:lnTo>
                  <a:lnTo>
                    <a:pt x="2407" y="9542"/>
                  </a:lnTo>
                  <a:lnTo>
                    <a:pt x="2365" y="9500"/>
                  </a:lnTo>
                  <a:lnTo>
                    <a:pt x="2470" y="9479"/>
                  </a:lnTo>
                  <a:lnTo>
                    <a:pt x="2553" y="9521"/>
                  </a:lnTo>
                  <a:lnTo>
                    <a:pt x="2637" y="9395"/>
                  </a:lnTo>
                  <a:lnTo>
                    <a:pt x="2679" y="9437"/>
                  </a:lnTo>
                  <a:lnTo>
                    <a:pt x="2783" y="9416"/>
                  </a:lnTo>
                  <a:lnTo>
                    <a:pt x="2825" y="9332"/>
                  </a:lnTo>
                  <a:lnTo>
                    <a:pt x="2930" y="9374"/>
                  </a:lnTo>
                  <a:lnTo>
                    <a:pt x="2972" y="9416"/>
                  </a:lnTo>
                  <a:lnTo>
                    <a:pt x="3034" y="9416"/>
                  </a:lnTo>
                  <a:lnTo>
                    <a:pt x="3055" y="9332"/>
                  </a:lnTo>
                  <a:lnTo>
                    <a:pt x="3097" y="9416"/>
                  </a:lnTo>
                  <a:lnTo>
                    <a:pt x="3244" y="9437"/>
                  </a:lnTo>
                  <a:lnTo>
                    <a:pt x="3202" y="9521"/>
                  </a:lnTo>
                  <a:lnTo>
                    <a:pt x="3306" y="9563"/>
                  </a:lnTo>
                  <a:lnTo>
                    <a:pt x="3474" y="9542"/>
                  </a:lnTo>
                  <a:lnTo>
                    <a:pt x="3495" y="9416"/>
                  </a:lnTo>
                  <a:lnTo>
                    <a:pt x="3662" y="9270"/>
                  </a:lnTo>
                  <a:lnTo>
                    <a:pt x="3725" y="9102"/>
                  </a:lnTo>
                  <a:lnTo>
                    <a:pt x="3599" y="8977"/>
                  </a:lnTo>
                  <a:lnTo>
                    <a:pt x="3599" y="8893"/>
                  </a:lnTo>
                  <a:lnTo>
                    <a:pt x="3453" y="8788"/>
                  </a:lnTo>
                  <a:lnTo>
                    <a:pt x="3474" y="8747"/>
                  </a:lnTo>
                  <a:lnTo>
                    <a:pt x="3265" y="8579"/>
                  </a:lnTo>
                  <a:lnTo>
                    <a:pt x="3244" y="8475"/>
                  </a:lnTo>
                  <a:lnTo>
                    <a:pt x="3160" y="8391"/>
                  </a:lnTo>
                  <a:lnTo>
                    <a:pt x="3055" y="8516"/>
                  </a:lnTo>
                  <a:lnTo>
                    <a:pt x="2993" y="8433"/>
                  </a:lnTo>
                  <a:lnTo>
                    <a:pt x="2951" y="8454"/>
                  </a:lnTo>
                  <a:lnTo>
                    <a:pt x="2951" y="8349"/>
                  </a:lnTo>
                  <a:lnTo>
                    <a:pt x="2867" y="8349"/>
                  </a:lnTo>
                  <a:lnTo>
                    <a:pt x="2825" y="8244"/>
                  </a:lnTo>
                  <a:lnTo>
                    <a:pt x="2742" y="8182"/>
                  </a:lnTo>
                  <a:lnTo>
                    <a:pt x="2825" y="8077"/>
                  </a:lnTo>
                  <a:lnTo>
                    <a:pt x="2762" y="7952"/>
                  </a:lnTo>
                  <a:lnTo>
                    <a:pt x="2825" y="7931"/>
                  </a:lnTo>
                  <a:lnTo>
                    <a:pt x="2825" y="7847"/>
                  </a:lnTo>
                  <a:lnTo>
                    <a:pt x="2742" y="7826"/>
                  </a:lnTo>
                  <a:lnTo>
                    <a:pt x="2825" y="7721"/>
                  </a:lnTo>
                  <a:lnTo>
                    <a:pt x="2783" y="7533"/>
                  </a:lnTo>
                  <a:lnTo>
                    <a:pt x="2825" y="7512"/>
                  </a:lnTo>
                  <a:lnTo>
                    <a:pt x="2867" y="7554"/>
                  </a:lnTo>
                  <a:lnTo>
                    <a:pt x="2888" y="7449"/>
                  </a:lnTo>
                  <a:lnTo>
                    <a:pt x="2825" y="7345"/>
                  </a:lnTo>
                  <a:lnTo>
                    <a:pt x="2846" y="7198"/>
                  </a:lnTo>
                  <a:lnTo>
                    <a:pt x="2825" y="7073"/>
                  </a:lnTo>
                  <a:lnTo>
                    <a:pt x="2846" y="7010"/>
                  </a:lnTo>
                  <a:lnTo>
                    <a:pt x="2825" y="6884"/>
                  </a:lnTo>
                  <a:lnTo>
                    <a:pt x="2679" y="6696"/>
                  </a:lnTo>
                  <a:lnTo>
                    <a:pt x="2679" y="6696"/>
                  </a:lnTo>
                  <a:lnTo>
                    <a:pt x="2783" y="6759"/>
                  </a:lnTo>
                  <a:lnTo>
                    <a:pt x="2951" y="6717"/>
                  </a:lnTo>
                  <a:lnTo>
                    <a:pt x="3055" y="6571"/>
                  </a:lnTo>
                  <a:lnTo>
                    <a:pt x="2993" y="6466"/>
                  </a:lnTo>
                  <a:lnTo>
                    <a:pt x="3034" y="6403"/>
                  </a:lnTo>
                  <a:lnTo>
                    <a:pt x="3139" y="6424"/>
                  </a:lnTo>
                  <a:lnTo>
                    <a:pt x="3286" y="6299"/>
                  </a:lnTo>
                  <a:lnTo>
                    <a:pt x="3286" y="6236"/>
                  </a:lnTo>
                  <a:lnTo>
                    <a:pt x="3202" y="6236"/>
                  </a:lnTo>
                  <a:lnTo>
                    <a:pt x="3265" y="6131"/>
                  </a:lnTo>
                  <a:lnTo>
                    <a:pt x="3348" y="6047"/>
                  </a:lnTo>
                  <a:lnTo>
                    <a:pt x="3390" y="6089"/>
                  </a:lnTo>
                  <a:lnTo>
                    <a:pt x="3453" y="6089"/>
                  </a:lnTo>
                  <a:lnTo>
                    <a:pt x="3474" y="5964"/>
                  </a:lnTo>
                  <a:lnTo>
                    <a:pt x="3516" y="5964"/>
                  </a:lnTo>
                  <a:lnTo>
                    <a:pt x="3558" y="6047"/>
                  </a:lnTo>
                  <a:lnTo>
                    <a:pt x="3620" y="5964"/>
                  </a:lnTo>
                  <a:lnTo>
                    <a:pt x="3620" y="5838"/>
                  </a:lnTo>
                  <a:lnTo>
                    <a:pt x="3683" y="5734"/>
                  </a:lnTo>
                  <a:lnTo>
                    <a:pt x="3788" y="5734"/>
                  </a:lnTo>
                  <a:lnTo>
                    <a:pt x="3788" y="5817"/>
                  </a:lnTo>
                  <a:lnTo>
                    <a:pt x="3871" y="5817"/>
                  </a:lnTo>
                  <a:lnTo>
                    <a:pt x="3913" y="5713"/>
                  </a:lnTo>
                  <a:lnTo>
                    <a:pt x="4039" y="5629"/>
                  </a:lnTo>
                  <a:lnTo>
                    <a:pt x="4018" y="5524"/>
                  </a:lnTo>
                  <a:lnTo>
                    <a:pt x="4018" y="5420"/>
                  </a:lnTo>
                  <a:lnTo>
                    <a:pt x="4102" y="5503"/>
                  </a:lnTo>
                  <a:lnTo>
                    <a:pt x="4206" y="5378"/>
                  </a:lnTo>
                  <a:lnTo>
                    <a:pt x="4290" y="5378"/>
                  </a:lnTo>
                  <a:lnTo>
                    <a:pt x="4395" y="5190"/>
                  </a:lnTo>
                  <a:lnTo>
                    <a:pt x="4395" y="5001"/>
                  </a:lnTo>
                  <a:lnTo>
                    <a:pt x="4457" y="4897"/>
                  </a:lnTo>
                  <a:lnTo>
                    <a:pt x="4541" y="4897"/>
                  </a:lnTo>
                  <a:lnTo>
                    <a:pt x="4646" y="4771"/>
                  </a:lnTo>
                  <a:lnTo>
                    <a:pt x="4562" y="4771"/>
                  </a:lnTo>
                  <a:lnTo>
                    <a:pt x="4499" y="4666"/>
                  </a:lnTo>
                  <a:lnTo>
                    <a:pt x="4562" y="4625"/>
                  </a:lnTo>
                  <a:lnTo>
                    <a:pt x="4541" y="4562"/>
                  </a:lnTo>
                  <a:lnTo>
                    <a:pt x="4436" y="4562"/>
                  </a:lnTo>
                  <a:lnTo>
                    <a:pt x="4332" y="4457"/>
                  </a:lnTo>
                  <a:lnTo>
                    <a:pt x="4457" y="4415"/>
                  </a:lnTo>
                  <a:lnTo>
                    <a:pt x="4436" y="4332"/>
                  </a:lnTo>
                  <a:lnTo>
                    <a:pt x="4520" y="4164"/>
                  </a:lnTo>
                  <a:lnTo>
                    <a:pt x="4541" y="4081"/>
                  </a:lnTo>
                  <a:lnTo>
                    <a:pt x="4499" y="3997"/>
                  </a:lnTo>
                  <a:lnTo>
                    <a:pt x="4415" y="3997"/>
                  </a:lnTo>
                  <a:lnTo>
                    <a:pt x="4395" y="3934"/>
                  </a:lnTo>
                  <a:lnTo>
                    <a:pt x="4415" y="3892"/>
                  </a:lnTo>
                  <a:lnTo>
                    <a:pt x="4499" y="3934"/>
                  </a:lnTo>
                  <a:lnTo>
                    <a:pt x="4520" y="3955"/>
                  </a:lnTo>
                  <a:lnTo>
                    <a:pt x="4541" y="3955"/>
                  </a:lnTo>
                  <a:lnTo>
                    <a:pt x="4541" y="3871"/>
                  </a:lnTo>
                  <a:lnTo>
                    <a:pt x="4436" y="3850"/>
                  </a:lnTo>
                  <a:lnTo>
                    <a:pt x="4541" y="3788"/>
                  </a:lnTo>
                  <a:lnTo>
                    <a:pt x="4625" y="3788"/>
                  </a:lnTo>
                  <a:lnTo>
                    <a:pt x="4729" y="3725"/>
                  </a:lnTo>
                  <a:lnTo>
                    <a:pt x="4646" y="3662"/>
                  </a:lnTo>
                  <a:lnTo>
                    <a:pt x="4562" y="3516"/>
                  </a:lnTo>
                  <a:lnTo>
                    <a:pt x="4646" y="3537"/>
                  </a:lnTo>
                  <a:lnTo>
                    <a:pt x="4708" y="3620"/>
                  </a:lnTo>
                  <a:lnTo>
                    <a:pt x="4813" y="3578"/>
                  </a:lnTo>
                  <a:lnTo>
                    <a:pt x="4834" y="3474"/>
                  </a:lnTo>
                  <a:lnTo>
                    <a:pt x="4855" y="3369"/>
                  </a:lnTo>
                  <a:lnTo>
                    <a:pt x="4918" y="3327"/>
                  </a:lnTo>
                  <a:lnTo>
                    <a:pt x="4980" y="3453"/>
                  </a:lnTo>
                  <a:lnTo>
                    <a:pt x="5064" y="3348"/>
                  </a:lnTo>
                  <a:lnTo>
                    <a:pt x="5127" y="3453"/>
                  </a:lnTo>
                  <a:lnTo>
                    <a:pt x="5190" y="3474"/>
                  </a:lnTo>
                  <a:lnTo>
                    <a:pt x="5252" y="3369"/>
                  </a:lnTo>
                  <a:lnTo>
                    <a:pt x="5357" y="3432"/>
                  </a:lnTo>
                  <a:lnTo>
                    <a:pt x="5483" y="3348"/>
                  </a:lnTo>
                  <a:lnTo>
                    <a:pt x="5545" y="3432"/>
                  </a:lnTo>
                  <a:lnTo>
                    <a:pt x="5671" y="3432"/>
                  </a:lnTo>
                  <a:lnTo>
                    <a:pt x="5713" y="3369"/>
                  </a:lnTo>
                  <a:lnTo>
                    <a:pt x="5755" y="3411"/>
                  </a:lnTo>
                  <a:lnTo>
                    <a:pt x="5755" y="3265"/>
                  </a:lnTo>
                  <a:lnTo>
                    <a:pt x="5671" y="3202"/>
                  </a:lnTo>
                  <a:lnTo>
                    <a:pt x="5587" y="2993"/>
                  </a:lnTo>
                  <a:lnTo>
                    <a:pt x="5462" y="2951"/>
                  </a:lnTo>
                  <a:lnTo>
                    <a:pt x="5399" y="2762"/>
                  </a:lnTo>
                  <a:lnTo>
                    <a:pt x="5462" y="2700"/>
                  </a:lnTo>
                  <a:lnTo>
                    <a:pt x="5462" y="2490"/>
                  </a:lnTo>
                  <a:lnTo>
                    <a:pt x="5441" y="2386"/>
                  </a:lnTo>
                  <a:lnTo>
                    <a:pt x="5462" y="2302"/>
                  </a:lnTo>
                  <a:lnTo>
                    <a:pt x="5399" y="2093"/>
                  </a:lnTo>
                  <a:lnTo>
                    <a:pt x="5357" y="1988"/>
                  </a:lnTo>
                  <a:lnTo>
                    <a:pt x="5336" y="1842"/>
                  </a:lnTo>
                  <a:lnTo>
                    <a:pt x="5378" y="1758"/>
                  </a:lnTo>
                  <a:lnTo>
                    <a:pt x="5357" y="1633"/>
                  </a:lnTo>
                  <a:lnTo>
                    <a:pt x="5190" y="1591"/>
                  </a:lnTo>
                  <a:lnTo>
                    <a:pt x="5190" y="1486"/>
                  </a:lnTo>
                  <a:lnTo>
                    <a:pt x="5252" y="1361"/>
                  </a:lnTo>
                  <a:lnTo>
                    <a:pt x="5190" y="1172"/>
                  </a:lnTo>
                  <a:lnTo>
                    <a:pt x="5252" y="1068"/>
                  </a:lnTo>
                  <a:lnTo>
                    <a:pt x="5190" y="1005"/>
                  </a:lnTo>
                  <a:lnTo>
                    <a:pt x="5127" y="1005"/>
                  </a:lnTo>
                  <a:lnTo>
                    <a:pt x="5022" y="858"/>
                  </a:lnTo>
                  <a:lnTo>
                    <a:pt x="4939" y="858"/>
                  </a:lnTo>
                  <a:lnTo>
                    <a:pt x="4876" y="754"/>
                  </a:lnTo>
                  <a:lnTo>
                    <a:pt x="4771" y="628"/>
                  </a:lnTo>
                  <a:lnTo>
                    <a:pt x="4708" y="607"/>
                  </a:lnTo>
                  <a:lnTo>
                    <a:pt x="4604" y="545"/>
                  </a:lnTo>
                  <a:lnTo>
                    <a:pt x="4395" y="524"/>
                  </a:lnTo>
                  <a:lnTo>
                    <a:pt x="4227" y="419"/>
                  </a:lnTo>
                  <a:lnTo>
                    <a:pt x="4018" y="189"/>
                  </a:lnTo>
                  <a:lnTo>
                    <a:pt x="3892" y="105"/>
                  </a:lnTo>
                  <a:lnTo>
                    <a:pt x="378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9265;p128">
              <a:extLst>
                <a:ext uri="{FF2B5EF4-FFF2-40B4-BE49-F238E27FC236}">
                  <a16:creationId xmlns:a16="http://schemas.microsoft.com/office/drawing/2014/main" id="{EB6A462A-98C6-E4E8-A66F-D8F2EBA53CF1}"/>
                </a:ext>
              </a:extLst>
            </p:cNvPr>
            <p:cNvSpPr/>
            <p:nvPr/>
          </p:nvSpPr>
          <p:spPr>
            <a:xfrm>
              <a:off x="3883127" y="2693471"/>
              <a:ext cx="27411" cy="23803"/>
            </a:xfrm>
            <a:custGeom>
              <a:avLst/>
              <a:gdLst/>
              <a:ahLst/>
              <a:cxnLst/>
              <a:rect l="l" t="t" r="r" b="b"/>
              <a:pathLst>
                <a:path w="2302" h="2093" extrusionOk="0">
                  <a:moveTo>
                    <a:pt x="1026" y="0"/>
                  </a:moveTo>
                  <a:lnTo>
                    <a:pt x="1026" y="63"/>
                  </a:lnTo>
                  <a:lnTo>
                    <a:pt x="942" y="63"/>
                  </a:lnTo>
                  <a:lnTo>
                    <a:pt x="942" y="105"/>
                  </a:lnTo>
                  <a:lnTo>
                    <a:pt x="1005" y="167"/>
                  </a:lnTo>
                  <a:lnTo>
                    <a:pt x="900" y="230"/>
                  </a:lnTo>
                  <a:lnTo>
                    <a:pt x="837" y="209"/>
                  </a:lnTo>
                  <a:lnTo>
                    <a:pt x="628" y="209"/>
                  </a:lnTo>
                  <a:lnTo>
                    <a:pt x="607" y="147"/>
                  </a:lnTo>
                  <a:lnTo>
                    <a:pt x="586" y="251"/>
                  </a:lnTo>
                  <a:lnTo>
                    <a:pt x="481" y="230"/>
                  </a:lnTo>
                  <a:lnTo>
                    <a:pt x="335" y="272"/>
                  </a:lnTo>
                  <a:lnTo>
                    <a:pt x="335" y="356"/>
                  </a:lnTo>
                  <a:lnTo>
                    <a:pt x="272" y="356"/>
                  </a:lnTo>
                  <a:lnTo>
                    <a:pt x="84" y="439"/>
                  </a:lnTo>
                  <a:lnTo>
                    <a:pt x="0" y="544"/>
                  </a:lnTo>
                  <a:lnTo>
                    <a:pt x="21" y="900"/>
                  </a:lnTo>
                  <a:lnTo>
                    <a:pt x="84" y="900"/>
                  </a:lnTo>
                  <a:lnTo>
                    <a:pt x="126" y="879"/>
                  </a:lnTo>
                  <a:lnTo>
                    <a:pt x="230" y="900"/>
                  </a:lnTo>
                  <a:lnTo>
                    <a:pt x="189" y="983"/>
                  </a:lnTo>
                  <a:lnTo>
                    <a:pt x="105" y="983"/>
                  </a:lnTo>
                  <a:lnTo>
                    <a:pt x="105" y="1151"/>
                  </a:lnTo>
                  <a:lnTo>
                    <a:pt x="209" y="1276"/>
                  </a:lnTo>
                  <a:lnTo>
                    <a:pt x="377" y="1423"/>
                  </a:lnTo>
                  <a:lnTo>
                    <a:pt x="419" y="1423"/>
                  </a:lnTo>
                  <a:lnTo>
                    <a:pt x="419" y="1318"/>
                  </a:lnTo>
                  <a:lnTo>
                    <a:pt x="544" y="1214"/>
                  </a:lnTo>
                  <a:lnTo>
                    <a:pt x="586" y="1318"/>
                  </a:lnTo>
                  <a:lnTo>
                    <a:pt x="523" y="1611"/>
                  </a:lnTo>
                  <a:lnTo>
                    <a:pt x="523" y="1695"/>
                  </a:lnTo>
                  <a:lnTo>
                    <a:pt x="586" y="1674"/>
                  </a:lnTo>
                  <a:lnTo>
                    <a:pt x="754" y="1569"/>
                  </a:lnTo>
                  <a:lnTo>
                    <a:pt x="900" y="1507"/>
                  </a:lnTo>
                  <a:lnTo>
                    <a:pt x="1046" y="1632"/>
                  </a:lnTo>
                  <a:lnTo>
                    <a:pt x="1130" y="1611"/>
                  </a:lnTo>
                  <a:lnTo>
                    <a:pt x="1151" y="1507"/>
                  </a:lnTo>
                  <a:lnTo>
                    <a:pt x="1235" y="1590"/>
                  </a:lnTo>
                  <a:lnTo>
                    <a:pt x="1277" y="1674"/>
                  </a:lnTo>
                  <a:lnTo>
                    <a:pt x="1339" y="1674"/>
                  </a:lnTo>
                  <a:lnTo>
                    <a:pt x="1528" y="1779"/>
                  </a:lnTo>
                  <a:lnTo>
                    <a:pt x="1570" y="1925"/>
                  </a:lnTo>
                  <a:lnTo>
                    <a:pt x="1695" y="1967"/>
                  </a:lnTo>
                  <a:lnTo>
                    <a:pt x="1779" y="2092"/>
                  </a:lnTo>
                  <a:lnTo>
                    <a:pt x="1988" y="2009"/>
                  </a:lnTo>
                  <a:lnTo>
                    <a:pt x="2155" y="2030"/>
                  </a:lnTo>
                  <a:lnTo>
                    <a:pt x="2260" y="1904"/>
                  </a:lnTo>
                  <a:lnTo>
                    <a:pt x="2218" y="1800"/>
                  </a:lnTo>
                  <a:lnTo>
                    <a:pt x="2302" y="1716"/>
                  </a:lnTo>
                  <a:lnTo>
                    <a:pt x="2302" y="1611"/>
                  </a:lnTo>
                  <a:lnTo>
                    <a:pt x="2051" y="1109"/>
                  </a:lnTo>
                  <a:lnTo>
                    <a:pt x="2093" y="691"/>
                  </a:lnTo>
                  <a:lnTo>
                    <a:pt x="2155" y="649"/>
                  </a:lnTo>
                  <a:lnTo>
                    <a:pt x="2197" y="481"/>
                  </a:lnTo>
                  <a:lnTo>
                    <a:pt x="2281" y="356"/>
                  </a:lnTo>
                  <a:lnTo>
                    <a:pt x="2302" y="335"/>
                  </a:lnTo>
                  <a:lnTo>
                    <a:pt x="2302" y="314"/>
                  </a:lnTo>
                  <a:lnTo>
                    <a:pt x="2260" y="230"/>
                  </a:lnTo>
                  <a:lnTo>
                    <a:pt x="2218" y="272"/>
                  </a:lnTo>
                  <a:lnTo>
                    <a:pt x="1758" y="251"/>
                  </a:lnTo>
                  <a:lnTo>
                    <a:pt x="1570" y="126"/>
                  </a:lnTo>
                  <a:lnTo>
                    <a:pt x="1339" y="126"/>
                  </a:lnTo>
                  <a:lnTo>
                    <a:pt x="1235" y="63"/>
                  </a:lnTo>
                  <a:lnTo>
                    <a:pt x="1130" y="105"/>
                  </a:lnTo>
                  <a:lnTo>
                    <a:pt x="10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9266;p128">
              <a:extLst>
                <a:ext uri="{FF2B5EF4-FFF2-40B4-BE49-F238E27FC236}">
                  <a16:creationId xmlns:a16="http://schemas.microsoft.com/office/drawing/2014/main" id="{C4D4B476-F643-502C-EEC3-63B9743A4F50}"/>
                </a:ext>
              </a:extLst>
            </p:cNvPr>
            <p:cNvSpPr/>
            <p:nvPr/>
          </p:nvSpPr>
          <p:spPr>
            <a:xfrm>
              <a:off x="3870422" y="2710598"/>
              <a:ext cx="43605" cy="22620"/>
            </a:xfrm>
            <a:custGeom>
              <a:avLst/>
              <a:gdLst/>
              <a:ahLst/>
              <a:cxnLst/>
              <a:rect l="l" t="t" r="r" b="b"/>
              <a:pathLst>
                <a:path w="3662" h="1989" extrusionOk="0">
                  <a:moveTo>
                    <a:pt x="1967" y="1"/>
                  </a:moveTo>
                  <a:lnTo>
                    <a:pt x="1821" y="63"/>
                  </a:lnTo>
                  <a:lnTo>
                    <a:pt x="1653" y="168"/>
                  </a:lnTo>
                  <a:lnTo>
                    <a:pt x="1590" y="189"/>
                  </a:lnTo>
                  <a:lnTo>
                    <a:pt x="1590" y="314"/>
                  </a:lnTo>
                  <a:lnTo>
                    <a:pt x="1653" y="586"/>
                  </a:lnTo>
                  <a:lnTo>
                    <a:pt x="1590" y="754"/>
                  </a:lnTo>
                  <a:lnTo>
                    <a:pt x="1402" y="963"/>
                  </a:lnTo>
                  <a:lnTo>
                    <a:pt x="1256" y="963"/>
                  </a:lnTo>
                  <a:lnTo>
                    <a:pt x="1130" y="838"/>
                  </a:lnTo>
                  <a:lnTo>
                    <a:pt x="1130" y="733"/>
                  </a:lnTo>
                  <a:lnTo>
                    <a:pt x="837" y="440"/>
                  </a:lnTo>
                  <a:lnTo>
                    <a:pt x="837" y="294"/>
                  </a:lnTo>
                  <a:lnTo>
                    <a:pt x="774" y="294"/>
                  </a:lnTo>
                  <a:lnTo>
                    <a:pt x="670" y="398"/>
                  </a:lnTo>
                  <a:lnTo>
                    <a:pt x="523" y="419"/>
                  </a:lnTo>
                  <a:lnTo>
                    <a:pt x="460" y="461"/>
                  </a:lnTo>
                  <a:lnTo>
                    <a:pt x="335" y="461"/>
                  </a:lnTo>
                  <a:lnTo>
                    <a:pt x="251" y="607"/>
                  </a:lnTo>
                  <a:lnTo>
                    <a:pt x="293" y="733"/>
                  </a:lnTo>
                  <a:lnTo>
                    <a:pt x="230" y="712"/>
                  </a:lnTo>
                  <a:lnTo>
                    <a:pt x="230" y="921"/>
                  </a:lnTo>
                  <a:lnTo>
                    <a:pt x="84" y="1110"/>
                  </a:lnTo>
                  <a:lnTo>
                    <a:pt x="84" y="1214"/>
                  </a:lnTo>
                  <a:lnTo>
                    <a:pt x="84" y="1319"/>
                  </a:lnTo>
                  <a:lnTo>
                    <a:pt x="0" y="1382"/>
                  </a:lnTo>
                  <a:lnTo>
                    <a:pt x="42" y="1674"/>
                  </a:lnTo>
                  <a:lnTo>
                    <a:pt x="126" y="1737"/>
                  </a:lnTo>
                  <a:lnTo>
                    <a:pt x="126" y="1758"/>
                  </a:lnTo>
                  <a:lnTo>
                    <a:pt x="230" y="1737"/>
                  </a:lnTo>
                  <a:lnTo>
                    <a:pt x="251" y="1591"/>
                  </a:lnTo>
                  <a:lnTo>
                    <a:pt x="440" y="1465"/>
                  </a:lnTo>
                  <a:lnTo>
                    <a:pt x="670" y="1382"/>
                  </a:lnTo>
                  <a:lnTo>
                    <a:pt x="879" y="1423"/>
                  </a:lnTo>
                  <a:lnTo>
                    <a:pt x="1025" y="1423"/>
                  </a:lnTo>
                  <a:lnTo>
                    <a:pt x="1088" y="1465"/>
                  </a:lnTo>
                  <a:lnTo>
                    <a:pt x="1235" y="1382"/>
                  </a:lnTo>
                  <a:lnTo>
                    <a:pt x="1339" y="1361"/>
                  </a:lnTo>
                  <a:lnTo>
                    <a:pt x="1360" y="1444"/>
                  </a:lnTo>
                  <a:lnTo>
                    <a:pt x="1465" y="1444"/>
                  </a:lnTo>
                  <a:lnTo>
                    <a:pt x="1548" y="1549"/>
                  </a:lnTo>
                  <a:lnTo>
                    <a:pt x="1716" y="1549"/>
                  </a:lnTo>
                  <a:lnTo>
                    <a:pt x="1779" y="1570"/>
                  </a:lnTo>
                  <a:lnTo>
                    <a:pt x="1967" y="1444"/>
                  </a:lnTo>
                  <a:lnTo>
                    <a:pt x="2176" y="1549"/>
                  </a:lnTo>
                  <a:lnTo>
                    <a:pt x="2344" y="1570"/>
                  </a:lnTo>
                  <a:lnTo>
                    <a:pt x="2511" y="1758"/>
                  </a:lnTo>
                  <a:lnTo>
                    <a:pt x="2637" y="1758"/>
                  </a:lnTo>
                  <a:lnTo>
                    <a:pt x="2762" y="1946"/>
                  </a:lnTo>
                  <a:lnTo>
                    <a:pt x="2929" y="1967"/>
                  </a:lnTo>
                  <a:lnTo>
                    <a:pt x="2971" y="1988"/>
                  </a:lnTo>
                  <a:lnTo>
                    <a:pt x="3160" y="1905"/>
                  </a:lnTo>
                  <a:lnTo>
                    <a:pt x="3390" y="1884"/>
                  </a:lnTo>
                  <a:lnTo>
                    <a:pt x="3432" y="1737"/>
                  </a:lnTo>
                  <a:lnTo>
                    <a:pt x="3536" y="1674"/>
                  </a:lnTo>
                  <a:lnTo>
                    <a:pt x="3578" y="1570"/>
                  </a:lnTo>
                  <a:lnTo>
                    <a:pt x="3662" y="1549"/>
                  </a:lnTo>
                  <a:lnTo>
                    <a:pt x="3662" y="1382"/>
                  </a:lnTo>
                  <a:lnTo>
                    <a:pt x="3578" y="1277"/>
                  </a:lnTo>
                  <a:lnTo>
                    <a:pt x="3494" y="1110"/>
                  </a:lnTo>
                  <a:lnTo>
                    <a:pt x="3473" y="1047"/>
                  </a:lnTo>
                  <a:lnTo>
                    <a:pt x="3390" y="921"/>
                  </a:lnTo>
                  <a:lnTo>
                    <a:pt x="3432" y="838"/>
                  </a:lnTo>
                  <a:lnTo>
                    <a:pt x="3369" y="733"/>
                  </a:lnTo>
                  <a:lnTo>
                    <a:pt x="3327" y="712"/>
                  </a:lnTo>
                  <a:lnTo>
                    <a:pt x="3348" y="649"/>
                  </a:lnTo>
                  <a:lnTo>
                    <a:pt x="3348" y="545"/>
                  </a:lnTo>
                  <a:lnTo>
                    <a:pt x="3055" y="503"/>
                  </a:lnTo>
                  <a:lnTo>
                    <a:pt x="2846" y="586"/>
                  </a:lnTo>
                  <a:lnTo>
                    <a:pt x="2762" y="461"/>
                  </a:lnTo>
                  <a:lnTo>
                    <a:pt x="2637" y="419"/>
                  </a:lnTo>
                  <a:lnTo>
                    <a:pt x="2595" y="273"/>
                  </a:lnTo>
                  <a:lnTo>
                    <a:pt x="2406" y="168"/>
                  </a:lnTo>
                  <a:lnTo>
                    <a:pt x="2344" y="168"/>
                  </a:lnTo>
                  <a:lnTo>
                    <a:pt x="2302" y="84"/>
                  </a:lnTo>
                  <a:lnTo>
                    <a:pt x="2218" y="1"/>
                  </a:lnTo>
                  <a:lnTo>
                    <a:pt x="2197" y="105"/>
                  </a:lnTo>
                  <a:lnTo>
                    <a:pt x="2113" y="126"/>
                  </a:lnTo>
                  <a:lnTo>
                    <a:pt x="196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9267;p128">
              <a:extLst>
                <a:ext uri="{FF2B5EF4-FFF2-40B4-BE49-F238E27FC236}">
                  <a16:creationId xmlns:a16="http://schemas.microsoft.com/office/drawing/2014/main" id="{17C881E2-5B85-952A-586D-04173CA15014}"/>
                </a:ext>
              </a:extLst>
            </p:cNvPr>
            <p:cNvSpPr/>
            <p:nvPr/>
          </p:nvSpPr>
          <p:spPr>
            <a:xfrm>
              <a:off x="3871910" y="2726065"/>
              <a:ext cx="33901" cy="23803"/>
            </a:xfrm>
            <a:custGeom>
              <a:avLst/>
              <a:gdLst/>
              <a:ahLst/>
              <a:cxnLst/>
              <a:rect l="l" t="t" r="r" b="b"/>
              <a:pathLst>
                <a:path w="2847" h="2093" extrusionOk="0">
                  <a:moveTo>
                    <a:pt x="1214" y="1"/>
                  </a:moveTo>
                  <a:lnTo>
                    <a:pt x="1110" y="22"/>
                  </a:lnTo>
                  <a:lnTo>
                    <a:pt x="963" y="105"/>
                  </a:lnTo>
                  <a:lnTo>
                    <a:pt x="900" y="63"/>
                  </a:lnTo>
                  <a:lnTo>
                    <a:pt x="754" y="63"/>
                  </a:lnTo>
                  <a:lnTo>
                    <a:pt x="545" y="22"/>
                  </a:lnTo>
                  <a:lnTo>
                    <a:pt x="315" y="105"/>
                  </a:lnTo>
                  <a:lnTo>
                    <a:pt x="126" y="231"/>
                  </a:lnTo>
                  <a:lnTo>
                    <a:pt x="105" y="377"/>
                  </a:lnTo>
                  <a:lnTo>
                    <a:pt x="1" y="398"/>
                  </a:lnTo>
                  <a:lnTo>
                    <a:pt x="1" y="586"/>
                  </a:lnTo>
                  <a:lnTo>
                    <a:pt x="63" y="712"/>
                  </a:lnTo>
                  <a:lnTo>
                    <a:pt x="1" y="796"/>
                  </a:lnTo>
                  <a:lnTo>
                    <a:pt x="22" y="817"/>
                  </a:lnTo>
                  <a:lnTo>
                    <a:pt x="231" y="754"/>
                  </a:lnTo>
                  <a:lnTo>
                    <a:pt x="398" y="1005"/>
                  </a:lnTo>
                  <a:lnTo>
                    <a:pt x="524" y="1047"/>
                  </a:lnTo>
                  <a:lnTo>
                    <a:pt x="733" y="1005"/>
                  </a:lnTo>
                  <a:lnTo>
                    <a:pt x="817" y="1047"/>
                  </a:lnTo>
                  <a:lnTo>
                    <a:pt x="838" y="1151"/>
                  </a:lnTo>
                  <a:lnTo>
                    <a:pt x="921" y="1172"/>
                  </a:lnTo>
                  <a:lnTo>
                    <a:pt x="963" y="1235"/>
                  </a:lnTo>
                  <a:lnTo>
                    <a:pt x="921" y="1340"/>
                  </a:lnTo>
                  <a:lnTo>
                    <a:pt x="921" y="1549"/>
                  </a:lnTo>
                  <a:lnTo>
                    <a:pt x="1047" y="1528"/>
                  </a:lnTo>
                  <a:lnTo>
                    <a:pt x="1172" y="1633"/>
                  </a:lnTo>
                  <a:lnTo>
                    <a:pt x="1256" y="1633"/>
                  </a:lnTo>
                  <a:lnTo>
                    <a:pt x="1319" y="1863"/>
                  </a:lnTo>
                  <a:lnTo>
                    <a:pt x="1319" y="1988"/>
                  </a:lnTo>
                  <a:lnTo>
                    <a:pt x="1361" y="2093"/>
                  </a:lnTo>
                  <a:lnTo>
                    <a:pt x="1486" y="2009"/>
                  </a:lnTo>
                  <a:lnTo>
                    <a:pt x="1696" y="1947"/>
                  </a:lnTo>
                  <a:lnTo>
                    <a:pt x="1863" y="2009"/>
                  </a:lnTo>
                  <a:lnTo>
                    <a:pt x="2009" y="1947"/>
                  </a:lnTo>
                  <a:lnTo>
                    <a:pt x="2114" y="1947"/>
                  </a:lnTo>
                  <a:lnTo>
                    <a:pt x="2051" y="1779"/>
                  </a:lnTo>
                  <a:lnTo>
                    <a:pt x="2219" y="1758"/>
                  </a:lnTo>
                  <a:lnTo>
                    <a:pt x="2281" y="1633"/>
                  </a:lnTo>
                  <a:lnTo>
                    <a:pt x="2386" y="1570"/>
                  </a:lnTo>
                  <a:lnTo>
                    <a:pt x="2407" y="1654"/>
                  </a:lnTo>
                  <a:lnTo>
                    <a:pt x="2532" y="1654"/>
                  </a:lnTo>
                  <a:lnTo>
                    <a:pt x="2532" y="1528"/>
                  </a:lnTo>
                  <a:lnTo>
                    <a:pt x="2386" y="1444"/>
                  </a:lnTo>
                  <a:lnTo>
                    <a:pt x="2428" y="1277"/>
                  </a:lnTo>
                  <a:lnTo>
                    <a:pt x="2512" y="1256"/>
                  </a:lnTo>
                  <a:lnTo>
                    <a:pt x="2616" y="1068"/>
                  </a:lnTo>
                  <a:lnTo>
                    <a:pt x="2825" y="963"/>
                  </a:lnTo>
                  <a:lnTo>
                    <a:pt x="2825" y="858"/>
                  </a:lnTo>
                  <a:lnTo>
                    <a:pt x="2721" y="817"/>
                  </a:lnTo>
                  <a:lnTo>
                    <a:pt x="2846" y="628"/>
                  </a:lnTo>
                  <a:lnTo>
                    <a:pt x="2804" y="607"/>
                  </a:lnTo>
                  <a:lnTo>
                    <a:pt x="2637" y="586"/>
                  </a:lnTo>
                  <a:lnTo>
                    <a:pt x="2512" y="398"/>
                  </a:lnTo>
                  <a:lnTo>
                    <a:pt x="2386" y="398"/>
                  </a:lnTo>
                  <a:lnTo>
                    <a:pt x="2219" y="210"/>
                  </a:lnTo>
                  <a:lnTo>
                    <a:pt x="2051" y="189"/>
                  </a:lnTo>
                  <a:lnTo>
                    <a:pt x="1842" y="84"/>
                  </a:lnTo>
                  <a:lnTo>
                    <a:pt x="1654" y="210"/>
                  </a:lnTo>
                  <a:lnTo>
                    <a:pt x="1591" y="189"/>
                  </a:lnTo>
                  <a:lnTo>
                    <a:pt x="1423" y="189"/>
                  </a:lnTo>
                  <a:lnTo>
                    <a:pt x="1340" y="84"/>
                  </a:lnTo>
                  <a:lnTo>
                    <a:pt x="1235" y="84"/>
                  </a:lnTo>
                  <a:lnTo>
                    <a:pt x="12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9268;p128">
              <a:extLst>
                <a:ext uri="{FF2B5EF4-FFF2-40B4-BE49-F238E27FC236}">
                  <a16:creationId xmlns:a16="http://schemas.microsoft.com/office/drawing/2014/main" id="{BEB0FDDB-2DDD-A95C-1FE1-3D3D57966655}"/>
                </a:ext>
              </a:extLst>
            </p:cNvPr>
            <p:cNvSpPr/>
            <p:nvPr/>
          </p:nvSpPr>
          <p:spPr>
            <a:xfrm>
              <a:off x="3888104" y="2727737"/>
              <a:ext cx="57573" cy="42601"/>
            </a:xfrm>
            <a:custGeom>
              <a:avLst/>
              <a:gdLst/>
              <a:ahLst/>
              <a:cxnLst/>
              <a:rect l="l" t="t" r="r" b="b"/>
              <a:pathLst>
                <a:path w="4835" h="3746" extrusionOk="0">
                  <a:moveTo>
                    <a:pt x="2470" y="0"/>
                  </a:moveTo>
                  <a:lnTo>
                    <a:pt x="2323" y="84"/>
                  </a:lnTo>
                  <a:lnTo>
                    <a:pt x="2219" y="42"/>
                  </a:lnTo>
                  <a:lnTo>
                    <a:pt x="2093" y="63"/>
                  </a:lnTo>
                  <a:lnTo>
                    <a:pt x="2051" y="167"/>
                  </a:lnTo>
                  <a:lnTo>
                    <a:pt x="1947" y="230"/>
                  </a:lnTo>
                  <a:lnTo>
                    <a:pt x="1905" y="377"/>
                  </a:lnTo>
                  <a:lnTo>
                    <a:pt x="1675" y="398"/>
                  </a:lnTo>
                  <a:lnTo>
                    <a:pt x="1486" y="481"/>
                  </a:lnTo>
                  <a:lnTo>
                    <a:pt x="1361" y="670"/>
                  </a:lnTo>
                  <a:lnTo>
                    <a:pt x="1465" y="711"/>
                  </a:lnTo>
                  <a:lnTo>
                    <a:pt x="1465" y="816"/>
                  </a:lnTo>
                  <a:lnTo>
                    <a:pt x="1256" y="921"/>
                  </a:lnTo>
                  <a:lnTo>
                    <a:pt x="1152" y="1109"/>
                  </a:lnTo>
                  <a:lnTo>
                    <a:pt x="1068" y="1130"/>
                  </a:lnTo>
                  <a:lnTo>
                    <a:pt x="1026" y="1297"/>
                  </a:lnTo>
                  <a:lnTo>
                    <a:pt x="1172" y="1381"/>
                  </a:lnTo>
                  <a:lnTo>
                    <a:pt x="1172" y="1507"/>
                  </a:lnTo>
                  <a:lnTo>
                    <a:pt x="1047" y="1507"/>
                  </a:lnTo>
                  <a:lnTo>
                    <a:pt x="1026" y="1423"/>
                  </a:lnTo>
                  <a:lnTo>
                    <a:pt x="921" y="1486"/>
                  </a:lnTo>
                  <a:lnTo>
                    <a:pt x="859" y="1611"/>
                  </a:lnTo>
                  <a:lnTo>
                    <a:pt x="691" y="1632"/>
                  </a:lnTo>
                  <a:lnTo>
                    <a:pt x="754" y="1800"/>
                  </a:lnTo>
                  <a:lnTo>
                    <a:pt x="649" y="1800"/>
                  </a:lnTo>
                  <a:lnTo>
                    <a:pt x="503" y="1862"/>
                  </a:lnTo>
                  <a:lnTo>
                    <a:pt x="336" y="1800"/>
                  </a:lnTo>
                  <a:lnTo>
                    <a:pt x="126" y="1862"/>
                  </a:lnTo>
                  <a:lnTo>
                    <a:pt x="1" y="1946"/>
                  </a:lnTo>
                  <a:lnTo>
                    <a:pt x="22" y="2009"/>
                  </a:lnTo>
                  <a:lnTo>
                    <a:pt x="126" y="2260"/>
                  </a:lnTo>
                  <a:lnTo>
                    <a:pt x="210" y="2385"/>
                  </a:lnTo>
                  <a:lnTo>
                    <a:pt x="231" y="2532"/>
                  </a:lnTo>
                  <a:lnTo>
                    <a:pt x="294" y="2574"/>
                  </a:lnTo>
                  <a:lnTo>
                    <a:pt x="294" y="2950"/>
                  </a:lnTo>
                  <a:lnTo>
                    <a:pt x="189" y="2992"/>
                  </a:lnTo>
                  <a:lnTo>
                    <a:pt x="105" y="3118"/>
                  </a:lnTo>
                  <a:lnTo>
                    <a:pt x="126" y="3306"/>
                  </a:lnTo>
                  <a:lnTo>
                    <a:pt x="273" y="3494"/>
                  </a:lnTo>
                  <a:lnTo>
                    <a:pt x="273" y="3536"/>
                  </a:lnTo>
                  <a:lnTo>
                    <a:pt x="336" y="3536"/>
                  </a:lnTo>
                  <a:lnTo>
                    <a:pt x="524" y="3620"/>
                  </a:lnTo>
                  <a:lnTo>
                    <a:pt x="628" y="3578"/>
                  </a:lnTo>
                  <a:lnTo>
                    <a:pt x="1047" y="3515"/>
                  </a:lnTo>
                  <a:lnTo>
                    <a:pt x="1235" y="3515"/>
                  </a:lnTo>
                  <a:lnTo>
                    <a:pt x="1340" y="3411"/>
                  </a:lnTo>
                  <a:lnTo>
                    <a:pt x="1424" y="3411"/>
                  </a:lnTo>
                  <a:lnTo>
                    <a:pt x="1549" y="3494"/>
                  </a:lnTo>
                  <a:lnTo>
                    <a:pt x="1884" y="3536"/>
                  </a:lnTo>
                  <a:lnTo>
                    <a:pt x="2009" y="3620"/>
                  </a:lnTo>
                  <a:lnTo>
                    <a:pt x="2051" y="3683"/>
                  </a:lnTo>
                  <a:lnTo>
                    <a:pt x="2260" y="3599"/>
                  </a:lnTo>
                  <a:lnTo>
                    <a:pt x="2365" y="3683"/>
                  </a:lnTo>
                  <a:lnTo>
                    <a:pt x="2428" y="3683"/>
                  </a:lnTo>
                  <a:lnTo>
                    <a:pt x="2470" y="3620"/>
                  </a:lnTo>
                  <a:lnTo>
                    <a:pt x="2637" y="3641"/>
                  </a:lnTo>
                  <a:lnTo>
                    <a:pt x="2721" y="3704"/>
                  </a:lnTo>
                  <a:lnTo>
                    <a:pt x="2909" y="3599"/>
                  </a:lnTo>
                  <a:lnTo>
                    <a:pt x="3056" y="3599"/>
                  </a:lnTo>
                  <a:lnTo>
                    <a:pt x="3097" y="3724"/>
                  </a:lnTo>
                  <a:lnTo>
                    <a:pt x="3202" y="3745"/>
                  </a:lnTo>
                  <a:lnTo>
                    <a:pt x="3307" y="3620"/>
                  </a:lnTo>
                  <a:lnTo>
                    <a:pt x="3411" y="3599"/>
                  </a:lnTo>
                  <a:lnTo>
                    <a:pt x="3516" y="3683"/>
                  </a:lnTo>
                  <a:lnTo>
                    <a:pt x="3662" y="3620"/>
                  </a:lnTo>
                  <a:lnTo>
                    <a:pt x="3767" y="3704"/>
                  </a:lnTo>
                  <a:lnTo>
                    <a:pt x="3893" y="3704"/>
                  </a:lnTo>
                  <a:lnTo>
                    <a:pt x="3893" y="3494"/>
                  </a:lnTo>
                  <a:lnTo>
                    <a:pt x="3997" y="3285"/>
                  </a:lnTo>
                  <a:lnTo>
                    <a:pt x="4165" y="3264"/>
                  </a:lnTo>
                  <a:lnTo>
                    <a:pt x="4395" y="3201"/>
                  </a:lnTo>
                  <a:lnTo>
                    <a:pt x="4416" y="3201"/>
                  </a:lnTo>
                  <a:lnTo>
                    <a:pt x="4416" y="3055"/>
                  </a:lnTo>
                  <a:lnTo>
                    <a:pt x="4290" y="2908"/>
                  </a:lnTo>
                  <a:lnTo>
                    <a:pt x="4311" y="2762"/>
                  </a:lnTo>
                  <a:lnTo>
                    <a:pt x="4185" y="2574"/>
                  </a:lnTo>
                  <a:lnTo>
                    <a:pt x="4185" y="2427"/>
                  </a:lnTo>
                  <a:lnTo>
                    <a:pt x="4248" y="2344"/>
                  </a:lnTo>
                  <a:lnTo>
                    <a:pt x="4374" y="2448"/>
                  </a:lnTo>
                  <a:lnTo>
                    <a:pt x="4667" y="2427"/>
                  </a:lnTo>
                  <a:lnTo>
                    <a:pt x="4771" y="2218"/>
                  </a:lnTo>
                  <a:lnTo>
                    <a:pt x="4834" y="2155"/>
                  </a:lnTo>
                  <a:lnTo>
                    <a:pt x="4688" y="2051"/>
                  </a:lnTo>
                  <a:lnTo>
                    <a:pt x="4688" y="1946"/>
                  </a:lnTo>
                  <a:lnTo>
                    <a:pt x="4457" y="1758"/>
                  </a:lnTo>
                  <a:lnTo>
                    <a:pt x="4269" y="1716"/>
                  </a:lnTo>
                  <a:lnTo>
                    <a:pt x="4206" y="1527"/>
                  </a:lnTo>
                  <a:lnTo>
                    <a:pt x="4102" y="1423"/>
                  </a:lnTo>
                  <a:lnTo>
                    <a:pt x="3955" y="1214"/>
                  </a:lnTo>
                  <a:lnTo>
                    <a:pt x="3872" y="1046"/>
                  </a:lnTo>
                  <a:lnTo>
                    <a:pt x="3746" y="921"/>
                  </a:lnTo>
                  <a:lnTo>
                    <a:pt x="3746" y="753"/>
                  </a:lnTo>
                  <a:lnTo>
                    <a:pt x="3662" y="649"/>
                  </a:lnTo>
                  <a:lnTo>
                    <a:pt x="3683" y="481"/>
                  </a:lnTo>
                  <a:lnTo>
                    <a:pt x="3662" y="356"/>
                  </a:lnTo>
                  <a:lnTo>
                    <a:pt x="3411" y="272"/>
                  </a:lnTo>
                  <a:lnTo>
                    <a:pt x="3328" y="272"/>
                  </a:lnTo>
                  <a:lnTo>
                    <a:pt x="3265" y="167"/>
                  </a:lnTo>
                  <a:lnTo>
                    <a:pt x="3097" y="230"/>
                  </a:lnTo>
                  <a:lnTo>
                    <a:pt x="2930" y="356"/>
                  </a:lnTo>
                  <a:lnTo>
                    <a:pt x="2825" y="147"/>
                  </a:lnTo>
                  <a:lnTo>
                    <a:pt x="2721" y="147"/>
                  </a:lnTo>
                  <a:lnTo>
                    <a:pt x="2574" y="188"/>
                  </a:lnTo>
                  <a:lnTo>
                    <a:pt x="24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9269;p128">
              <a:extLst>
                <a:ext uri="{FF2B5EF4-FFF2-40B4-BE49-F238E27FC236}">
                  <a16:creationId xmlns:a16="http://schemas.microsoft.com/office/drawing/2014/main" id="{49B91BDA-AA97-D450-D9FD-EA2A64809058}"/>
                </a:ext>
              </a:extLst>
            </p:cNvPr>
            <p:cNvSpPr/>
            <p:nvPr/>
          </p:nvSpPr>
          <p:spPr>
            <a:xfrm>
              <a:off x="3848488" y="2796972"/>
              <a:ext cx="39628" cy="24519"/>
            </a:xfrm>
            <a:custGeom>
              <a:avLst/>
              <a:gdLst/>
              <a:ahLst/>
              <a:cxnLst/>
              <a:rect l="l" t="t" r="r" b="b"/>
              <a:pathLst>
                <a:path w="3328" h="2156" extrusionOk="0">
                  <a:moveTo>
                    <a:pt x="2993" y="1"/>
                  </a:moveTo>
                  <a:lnTo>
                    <a:pt x="2867" y="64"/>
                  </a:lnTo>
                  <a:lnTo>
                    <a:pt x="2679" y="43"/>
                  </a:lnTo>
                  <a:lnTo>
                    <a:pt x="2449" y="43"/>
                  </a:lnTo>
                  <a:lnTo>
                    <a:pt x="2302" y="22"/>
                  </a:lnTo>
                  <a:lnTo>
                    <a:pt x="2135" y="43"/>
                  </a:lnTo>
                  <a:lnTo>
                    <a:pt x="2030" y="210"/>
                  </a:lnTo>
                  <a:lnTo>
                    <a:pt x="1926" y="273"/>
                  </a:lnTo>
                  <a:lnTo>
                    <a:pt x="1926" y="377"/>
                  </a:lnTo>
                  <a:lnTo>
                    <a:pt x="1758" y="210"/>
                  </a:lnTo>
                  <a:lnTo>
                    <a:pt x="1549" y="357"/>
                  </a:lnTo>
                  <a:lnTo>
                    <a:pt x="1403" y="419"/>
                  </a:lnTo>
                  <a:lnTo>
                    <a:pt x="1403" y="545"/>
                  </a:lnTo>
                  <a:lnTo>
                    <a:pt x="1089" y="566"/>
                  </a:lnTo>
                  <a:lnTo>
                    <a:pt x="880" y="629"/>
                  </a:lnTo>
                  <a:lnTo>
                    <a:pt x="691" y="587"/>
                  </a:lnTo>
                  <a:lnTo>
                    <a:pt x="294" y="357"/>
                  </a:lnTo>
                  <a:lnTo>
                    <a:pt x="294" y="440"/>
                  </a:lnTo>
                  <a:lnTo>
                    <a:pt x="315" y="566"/>
                  </a:lnTo>
                  <a:lnTo>
                    <a:pt x="294" y="670"/>
                  </a:lnTo>
                  <a:lnTo>
                    <a:pt x="64" y="670"/>
                  </a:lnTo>
                  <a:lnTo>
                    <a:pt x="43" y="733"/>
                  </a:lnTo>
                  <a:lnTo>
                    <a:pt x="147" y="838"/>
                  </a:lnTo>
                  <a:lnTo>
                    <a:pt x="85" y="984"/>
                  </a:lnTo>
                  <a:lnTo>
                    <a:pt x="64" y="1089"/>
                  </a:lnTo>
                  <a:lnTo>
                    <a:pt x="147" y="1193"/>
                  </a:lnTo>
                  <a:lnTo>
                    <a:pt x="43" y="1298"/>
                  </a:lnTo>
                  <a:lnTo>
                    <a:pt x="1" y="1298"/>
                  </a:lnTo>
                  <a:lnTo>
                    <a:pt x="168" y="1486"/>
                  </a:lnTo>
                  <a:lnTo>
                    <a:pt x="189" y="1675"/>
                  </a:lnTo>
                  <a:lnTo>
                    <a:pt x="273" y="1696"/>
                  </a:lnTo>
                  <a:lnTo>
                    <a:pt x="524" y="1905"/>
                  </a:lnTo>
                  <a:lnTo>
                    <a:pt x="629" y="1947"/>
                  </a:lnTo>
                  <a:lnTo>
                    <a:pt x="733" y="2030"/>
                  </a:lnTo>
                  <a:lnTo>
                    <a:pt x="1026" y="2093"/>
                  </a:lnTo>
                  <a:lnTo>
                    <a:pt x="1235" y="2156"/>
                  </a:lnTo>
                  <a:lnTo>
                    <a:pt x="1340" y="2030"/>
                  </a:lnTo>
                  <a:lnTo>
                    <a:pt x="1403" y="2051"/>
                  </a:lnTo>
                  <a:lnTo>
                    <a:pt x="1466" y="1989"/>
                  </a:lnTo>
                  <a:lnTo>
                    <a:pt x="1612" y="1926"/>
                  </a:lnTo>
                  <a:lnTo>
                    <a:pt x="1717" y="1926"/>
                  </a:lnTo>
                  <a:lnTo>
                    <a:pt x="1738" y="1884"/>
                  </a:lnTo>
                  <a:lnTo>
                    <a:pt x="1863" y="1779"/>
                  </a:lnTo>
                  <a:lnTo>
                    <a:pt x="1968" y="1800"/>
                  </a:lnTo>
                  <a:lnTo>
                    <a:pt x="2072" y="1821"/>
                  </a:lnTo>
                  <a:lnTo>
                    <a:pt x="2156" y="1842"/>
                  </a:lnTo>
                  <a:lnTo>
                    <a:pt x="2282" y="1717"/>
                  </a:lnTo>
                  <a:lnTo>
                    <a:pt x="2386" y="1696"/>
                  </a:lnTo>
                  <a:lnTo>
                    <a:pt x="2449" y="1591"/>
                  </a:lnTo>
                  <a:lnTo>
                    <a:pt x="2595" y="1612"/>
                  </a:lnTo>
                  <a:lnTo>
                    <a:pt x="2700" y="1507"/>
                  </a:lnTo>
                  <a:lnTo>
                    <a:pt x="2679" y="1403"/>
                  </a:lnTo>
                  <a:lnTo>
                    <a:pt x="2888" y="1089"/>
                  </a:lnTo>
                  <a:lnTo>
                    <a:pt x="3014" y="754"/>
                  </a:lnTo>
                  <a:lnTo>
                    <a:pt x="3118" y="524"/>
                  </a:lnTo>
                  <a:lnTo>
                    <a:pt x="3286" y="482"/>
                  </a:lnTo>
                  <a:lnTo>
                    <a:pt x="3328" y="357"/>
                  </a:lnTo>
                  <a:lnTo>
                    <a:pt x="3307" y="336"/>
                  </a:lnTo>
                  <a:lnTo>
                    <a:pt x="3286" y="231"/>
                  </a:lnTo>
                  <a:lnTo>
                    <a:pt x="3118" y="126"/>
                  </a:lnTo>
                  <a:lnTo>
                    <a:pt x="29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9270;p128">
              <a:extLst>
                <a:ext uri="{FF2B5EF4-FFF2-40B4-BE49-F238E27FC236}">
                  <a16:creationId xmlns:a16="http://schemas.microsoft.com/office/drawing/2014/main" id="{CF69C566-F3AD-5D90-6DEA-BBC1E1199E9D}"/>
                </a:ext>
              </a:extLst>
            </p:cNvPr>
            <p:cNvSpPr/>
            <p:nvPr/>
          </p:nvSpPr>
          <p:spPr>
            <a:xfrm>
              <a:off x="3851727" y="2789842"/>
              <a:ext cx="34151" cy="14284"/>
            </a:xfrm>
            <a:custGeom>
              <a:avLst/>
              <a:gdLst/>
              <a:ahLst/>
              <a:cxnLst/>
              <a:rect l="l" t="t" r="r" b="b"/>
              <a:pathLst>
                <a:path w="2868" h="1256" extrusionOk="0">
                  <a:moveTo>
                    <a:pt x="2240" y="0"/>
                  </a:moveTo>
                  <a:lnTo>
                    <a:pt x="2177" y="21"/>
                  </a:lnTo>
                  <a:lnTo>
                    <a:pt x="2093" y="105"/>
                  </a:lnTo>
                  <a:lnTo>
                    <a:pt x="2010" y="42"/>
                  </a:lnTo>
                  <a:lnTo>
                    <a:pt x="1884" y="42"/>
                  </a:lnTo>
                  <a:lnTo>
                    <a:pt x="1779" y="21"/>
                  </a:lnTo>
                  <a:lnTo>
                    <a:pt x="1696" y="42"/>
                  </a:lnTo>
                  <a:lnTo>
                    <a:pt x="1612" y="147"/>
                  </a:lnTo>
                  <a:lnTo>
                    <a:pt x="1507" y="168"/>
                  </a:lnTo>
                  <a:lnTo>
                    <a:pt x="1486" y="147"/>
                  </a:lnTo>
                  <a:lnTo>
                    <a:pt x="1235" y="126"/>
                  </a:lnTo>
                  <a:lnTo>
                    <a:pt x="1089" y="230"/>
                  </a:lnTo>
                  <a:lnTo>
                    <a:pt x="942" y="251"/>
                  </a:lnTo>
                  <a:lnTo>
                    <a:pt x="775" y="419"/>
                  </a:lnTo>
                  <a:lnTo>
                    <a:pt x="566" y="440"/>
                  </a:lnTo>
                  <a:lnTo>
                    <a:pt x="336" y="523"/>
                  </a:lnTo>
                  <a:lnTo>
                    <a:pt x="294" y="460"/>
                  </a:lnTo>
                  <a:lnTo>
                    <a:pt x="147" y="481"/>
                  </a:lnTo>
                  <a:lnTo>
                    <a:pt x="22" y="565"/>
                  </a:lnTo>
                  <a:lnTo>
                    <a:pt x="1" y="565"/>
                  </a:lnTo>
                  <a:lnTo>
                    <a:pt x="1" y="753"/>
                  </a:lnTo>
                  <a:lnTo>
                    <a:pt x="22" y="984"/>
                  </a:lnTo>
                  <a:lnTo>
                    <a:pt x="419" y="1214"/>
                  </a:lnTo>
                  <a:lnTo>
                    <a:pt x="608" y="1256"/>
                  </a:lnTo>
                  <a:lnTo>
                    <a:pt x="817" y="1193"/>
                  </a:lnTo>
                  <a:lnTo>
                    <a:pt x="1131" y="1172"/>
                  </a:lnTo>
                  <a:lnTo>
                    <a:pt x="1131" y="1046"/>
                  </a:lnTo>
                  <a:lnTo>
                    <a:pt x="1277" y="984"/>
                  </a:lnTo>
                  <a:lnTo>
                    <a:pt x="1486" y="837"/>
                  </a:lnTo>
                  <a:lnTo>
                    <a:pt x="1654" y="1004"/>
                  </a:lnTo>
                  <a:lnTo>
                    <a:pt x="1654" y="900"/>
                  </a:lnTo>
                  <a:lnTo>
                    <a:pt x="1758" y="837"/>
                  </a:lnTo>
                  <a:lnTo>
                    <a:pt x="1863" y="670"/>
                  </a:lnTo>
                  <a:lnTo>
                    <a:pt x="2030" y="649"/>
                  </a:lnTo>
                  <a:lnTo>
                    <a:pt x="2177" y="670"/>
                  </a:lnTo>
                  <a:lnTo>
                    <a:pt x="2407" y="670"/>
                  </a:lnTo>
                  <a:lnTo>
                    <a:pt x="2595" y="691"/>
                  </a:lnTo>
                  <a:lnTo>
                    <a:pt x="2742" y="628"/>
                  </a:lnTo>
                  <a:lnTo>
                    <a:pt x="2763" y="419"/>
                  </a:lnTo>
                  <a:lnTo>
                    <a:pt x="2867" y="147"/>
                  </a:lnTo>
                  <a:lnTo>
                    <a:pt x="2637" y="21"/>
                  </a:lnTo>
                  <a:lnTo>
                    <a:pt x="2407" y="21"/>
                  </a:lnTo>
                  <a:lnTo>
                    <a:pt x="2344" y="42"/>
                  </a:lnTo>
                  <a:lnTo>
                    <a:pt x="224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9271;p128">
              <a:extLst>
                <a:ext uri="{FF2B5EF4-FFF2-40B4-BE49-F238E27FC236}">
                  <a16:creationId xmlns:a16="http://schemas.microsoft.com/office/drawing/2014/main" id="{EDCDFEE3-1A65-1152-C38D-AA795E69D4AF}"/>
                </a:ext>
              </a:extLst>
            </p:cNvPr>
            <p:cNvSpPr/>
            <p:nvPr/>
          </p:nvSpPr>
          <p:spPr>
            <a:xfrm>
              <a:off x="3869672" y="2845760"/>
              <a:ext cx="12967" cy="23803"/>
            </a:xfrm>
            <a:custGeom>
              <a:avLst/>
              <a:gdLst/>
              <a:ahLst/>
              <a:cxnLst/>
              <a:rect l="l" t="t" r="r" b="b"/>
              <a:pathLst>
                <a:path w="1089" h="2093" extrusionOk="0">
                  <a:moveTo>
                    <a:pt x="419" y="0"/>
                  </a:moveTo>
                  <a:lnTo>
                    <a:pt x="314" y="126"/>
                  </a:lnTo>
                  <a:lnTo>
                    <a:pt x="272" y="21"/>
                  </a:lnTo>
                  <a:lnTo>
                    <a:pt x="210" y="21"/>
                  </a:lnTo>
                  <a:lnTo>
                    <a:pt x="84" y="147"/>
                  </a:lnTo>
                  <a:lnTo>
                    <a:pt x="0" y="314"/>
                  </a:lnTo>
                  <a:lnTo>
                    <a:pt x="0" y="544"/>
                  </a:lnTo>
                  <a:lnTo>
                    <a:pt x="189" y="628"/>
                  </a:lnTo>
                  <a:lnTo>
                    <a:pt x="168" y="691"/>
                  </a:lnTo>
                  <a:lnTo>
                    <a:pt x="105" y="733"/>
                  </a:lnTo>
                  <a:lnTo>
                    <a:pt x="63" y="984"/>
                  </a:lnTo>
                  <a:lnTo>
                    <a:pt x="105" y="1172"/>
                  </a:lnTo>
                  <a:lnTo>
                    <a:pt x="63" y="1277"/>
                  </a:lnTo>
                  <a:lnTo>
                    <a:pt x="63" y="1423"/>
                  </a:lnTo>
                  <a:lnTo>
                    <a:pt x="147" y="1528"/>
                  </a:lnTo>
                  <a:lnTo>
                    <a:pt x="84" y="1674"/>
                  </a:lnTo>
                  <a:lnTo>
                    <a:pt x="147" y="1716"/>
                  </a:lnTo>
                  <a:lnTo>
                    <a:pt x="377" y="1737"/>
                  </a:lnTo>
                  <a:lnTo>
                    <a:pt x="482" y="2009"/>
                  </a:lnTo>
                  <a:lnTo>
                    <a:pt x="565" y="2093"/>
                  </a:lnTo>
                  <a:lnTo>
                    <a:pt x="628" y="2030"/>
                  </a:lnTo>
                  <a:lnTo>
                    <a:pt x="712" y="1883"/>
                  </a:lnTo>
                  <a:lnTo>
                    <a:pt x="733" y="1737"/>
                  </a:lnTo>
                  <a:lnTo>
                    <a:pt x="942" y="1674"/>
                  </a:lnTo>
                  <a:lnTo>
                    <a:pt x="1047" y="1507"/>
                  </a:lnTo>
                  <a:lnTo>
                    <a:pt x="1088" y="1360"/>
                  </a:lnTo>
                  <a:lnTo>
                    <a:pt x="942" y="1256"/>
                  </a:lnTo>
                  <a:lnTo>
                    <a:pt x="900" y="1109"/>
                  </a:lnTo>
                  <a:lnTo>
                    <a:pt x="795" y="963"/>
                  </a:lnTo>
                  <a:lnTo>
                    <a:pt x="775" y="753"/>
                  </a:lnTo>
                  <a:lnTo>
                    <a:pt x="795" y="544"/>
                  </a:lnTo>
                  <a:lnTo>
                    <a:pt x="775" y="481"/>
                  </a:lnTo>
                  <a:lnTo>
                    <a:pt x="775" y="335"/>
                  </a:lnTo>
                  <a:lnTo>
                    <a:pt x="712" y="230"/>
                  </a:lnTo>
                  <a:lnTo>
                    <a:pt x="607" y="147"/>
                  </a:lnTo>
                  <a:lnTo>
                    <a:pt x="565" y="147"/>
                  </a:lnTo>
                  <a:lnTo>
                    <a:pt x="482" y="21"/>
                  </a:lnTo>
                  <a:lnTo>
                    <a:pt x="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9272;p128">
              <a:extLst>
                <a:ext uri="{FF2B5EF4-FFF2-40B4-BE49-F238E27FC236}">
                  <a16:creationId xmlns:a16="http://schemas.microsoft.com/office/drawing/2014/main" id="{E05F6275-0F5B-FBE8-2418-15A29C5CF10F}"/>
                </a:ext>
              </a:extLst>
            </p:cNvPr>
            <p:cNvSpPr/>
            <p:nvPr/>
          </p:nvSpPr>
          <p:spPr>
            <a:xfrm>
              <a:off x="3863444" y="2836958"/>
              <a:ext cx="12467" cy="15000"/>
            </a:xfrm>
            <a:custGeom>
              <a:avLst/>
              <a:gdLst/>
              <a:ahLst/>
              <a:cxnLst/>
              <a:rect l="l" t="t" r="r" b="b"/>
              <a:pathLst>
                <a:path w="1047" h="1319" extrusionOk="0">
                  <a:moveTo>
                    <a:pt x="293" y="0"/>
                  </a:moveTo>
                  <a:lnTo>
                    <a:pt x="210" y="63"/>
                  </a:lnTo>
                  <a:lnTo>
                    <a:pt x="210" y="167"/>
                  </a:lnTo>
                  <a:lnTo>
                    <a:pt x="314" y="209"/>
                  </a:lnTo>
                  <a:lnTo>
                    <a:pt x="356" y="293"/>
                  </a:lnTo>
                  <a:lnTo>
                    <a:pt x="272" y="356"/>
                  </a:lnTo>
                  <a:lnTo>
                    <a:pt x="189" y="356"/>
                  </a:lnTo>
                  <a:lnTo>
                    <a:pt x="147" y="481"/>
                  </a:lnTo>
                  <a:lnTo>
                    <a:pt x="147" y="628"/>
                  </a:lnTo>
                  <a:lnTo>
                    <a:pt x="84" y="732"/>
                  </a:lnTo>
                  <a:lnTo>
                    <a:pt x="0" y="795"/>
                  </a:lnTo>
                  <a:lnTo>
                    <a:pt x="63" y="837"/>
                  </a:lnTo>
                  <a:lnTo>
                    <a:pt x="168" y="879"/>
                  </a:lnTo>
                  <a:lnTo>
                    <a:pt x="377" y="1151"/>
                  </a:lnTo>
                  <a:lnTo>
                    <a:pt x="398" y="1235"/>
                  </a:lnTo>
                  <a:lnTo>
                    <a:pt x="523" y="1318"/>
                  </a:lnTo>
                  <a:lnTo>
                    <a:pt x="523" y="1088"/>
                  </a:lnTo>
                  <a:lnTo>
                    <a:pt x="607" y="921"/>
                  </a:lnTo>
                  <a:lnTo>
                    <a:pt x="733" y="795"/>
                  </a:lnTo>
                  <a:lnTo>
                    <a:pt x="795" y="795"/>
                  </a:lnTo>
                  <a:lnTo>
                    <a:pt x="837" y="900"/>
                  </a:lnTo>
                  <a:lnTo>
                    <a:pt x="942" y="774"/>
                  </a:lnTo>
                  <a:lnTo>
                    <a:pt x="984" y="711"/>
                  </a:lnTo>
                  <a:lnTo>
                    <a:pt x="1046" y="628"/>
                  </a:lnTo>
                  <a:lnTo>
                    <a:pt x="1046" y="502"/>
                  </a:lnTo>
                  <a:lnTo>
                    <a:pt x="900" y="481"/>
                  </a:lnTo>
                  <a:lnTo>
                    <a:pt x="816" y="398"/>
                  </a:lnTo>
                  <a:lnTo>
                    <a:pt x="691" y="398"/>
                  </a:lnTo>
                  <a:lnTo>
                    <a:pt x="628" y="314"/>
                  </a:lnTo>
                  <a:lnTo>
                    <a:pt x="628" y="251"/>
                  </a:lnTo>
                  <a:lnTo>
                    <a:pt x="502" y="105"/>
                  </a:lnTo>
                  <a:lnTo>
                    <a:pt x="502" y="146"/>
                  </a:lnTo>
                  <a:lnTo>
                    <a:pt x="398" y="84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9273;p128">
              <a:extLst>
                <a:ext uri="{FF2B5EF4-FFF2-40B4-BE49-F238E27FC236}">
                  <a16:creationId xmlns:a16="http://schemas.microsoft.com/office/drawing/2014/main" id="{B3CDFAC8-4678-9239-32D4-AF8E9C87B25E}"/>
                </a:ext>
              </a:extLst>
            </p:cNvPr>
            <p:cNvSpPr/>
            <p:nvPr/>
          </p:nvSpPr>
          <p:spPr>
            <a:xfrm>
              <a:off x="3844761" y="2824346"/>
              <a:ext cx="25923" cy="21665"/>
            </a:xfrm>
            <a:custGeom>
              <a:avLst/>
              <a:gdLst/>
              <a:ahLst/>
              <a:cxnLst/>
              <a:rect l="l" t="t" r="r" b="b"/>
              <a:pathLst>
                <a:path w="2177" h="1905" extrusionOk="0">
                  <a:moveTo>
                    <a:pt x="105" y="0"/>
                  </a:moveTo>
                  <a:lnTo>
                    <a:pt x="63" y="42"/>
                  </a:lnTo>
                  <a:lnTo>
                    <a:pt x="63" y="167"/>
                  </a:lnTo>
                  <a:lnTo>
                    <a:pt x="0" y="230"/>
                  </a:lnTo>
                  <a:lnTo>
                    <a:pt x="42" y="314"/>
                  </a:lnTo>
                  <a:lnTo>
                    <a:pt x="84" y="314"/>
                  </a:lnTo>
                  <a:lnTo>
                    <a:pt x="209" y="439"/>
                  </a:lnTo>
                  <a:lnTo>
                    <a:pt x="251" y="544"/>
                  </a:lnTo>
                  <a:lnTo>
                    <a:pt x="314" y="649"/>
                  </a:lnTo>
                  <a:lnTo>
                    <a:pt x="272" y="670"/>
                  </a:lnTo>
                  <a:lnTo>
                    <a:pt x="293" y="753"/>
                  </a:lnTo>
                  <a:lnTo>
                    <a:pt x="774" y="1151"/>
                  </a:lnTo>
                  <a:lnTo>
                    <a:pt x="1151" y="1611"/>
                  </a:lnTo>
                  <a:lnTo>
                    <a:pt x="1109" y="1695"/>
                  </a:lnTo>
                  <a:lnTo>
                    <a:pt x="1193" y="1716"/>
                  </a:lnTo>
                  <a:lnTo>
                    <a:pt x="1402" y="1737"/>
                  </a:lnTo>
                  <a:lnTo>
                    <a:pt x="1465" y="1716"/>
                  </a:lnTo>
                  <a:lnTo>
                    <a:pt x="1569" y="1904"/>
                  </a:lnTo>
                  <a:lnTo>
                    <a:pt x="1653" y="1841"/>
                  </a:lnTo>
                  <a:lnTo>
                    <a:pt x="1716" y="1737"/>
                  </a:lnTo>
                  <a:lnTo>
                    <a:pt x="1716" y="1590"/>
                  </a:lnTo>
                  <a:lnTo>
                    <a:pt x="1758" y="1465"/>
                  </a:lnTo>
                  <a:lnTo>
                    <a:pt x="1841" y="1465"/>
                  </a:lnTo>
                  <a:lnTo>
                    <a:pt x="1925" y="1402"/>
                  </a:lnTo>
                  <a:lnTo>
                    <a:pt x="1883" y="1318"/>
                  </a:lnTo>
                  <a:lnTo>
                    <a:pt x="1779" y="1276"/>
                  </a:lnTo>
                  <a:lnTo>
                    <a:pt x="1779" y="1172"/>
                  </a:lnTo>
                  <a:lnTo>
                    <a:pt x="1862" y="1109"/>
                  </a:lnTo>
                  <a:lnTo>
                    <a:pt x="1967" y="1193"/>
                  </a:lnTo>
                  <a:lnTo>
                    <a:pt x="2071" y="1255"/>
                  </a:lnTo>
                  <a:lnTo>
                    <a:pt x="2134" y="1193"/>
                  </a:lnTo>
                  <a:lnTo>
                    <a:pt x="1988" y="1046"/>
                  </a:lnTo>
                  <a:lnTo>
                    <a:pt x="1988" y="900"/>
                  </a:lnTo>
                  <a:lnTo>
                    <a:pt x="2051" y="879"/>
                  </a:lnTo>
                  <a:lnTo>
                    <a:pt x="2155" y="942"/>
                  </a:lnTo>
                  <a:lnTo>
                    <a:pt x="2176" y="858"/>
                  </a:lnTo>
                  <a:lnTo>
                    <a:pt x="2134" y="795"/>
                  </a:lnTo>
                  <a:lnTo>
                    <a:pt x="2030" y="774"/>
                  </a:lnTo>
                  <a:lnTo>
                    <a:pt x="1862" y="649"/>
                  </a:lnTo>
                  <a:lnTo>
                    <a:pt x="1862" y="565"/>
                  </a:lnTo>
                  <a:lnTo>
                    <a:pt x="1967" y="419"/>
                  </a:lnTo>
                  <a:lnTo>
                    <a:pt x="1988" y="251"/>
                  </a:lnTo>
                  <a:lnTo>
                    <a:pt x="1925" y="251"/>
                  </a:lnTo>
                  <a:lnTo>
                    <a:pt x="1862" y="272"/>
                  </a:lnTo>
                  <a:lnTo>
                    <a:pt x="1820" y="230"/>
                  </a:lnTo>
                  <a:lnTo>
                    <a:pt x="1653" y="230"/>
                  </a:lnTo>
                  <a:lnTo>
                    <a:pt x="1548" y="126"/>
                  </a:lnTo>
                  <a:lnTo>
                    <a:pt x="1465" y="147"/>
                  </a:lnTo>
                  <a:lnTo>
                    <a:pt x="1339" y="105"/>
                  </a:lnTo>
                  <a:lnTo>
                    <a:pt x="1214" y="126"/>
                  </a:lnTo>
                  <a:lnTo>
                    <a:pt x="1193" y="63"/>
                  </a:lnTo>
                  <a:lnTo>
                    <a:pt x="1088" y="126"/>
                  </a:lnTo>
                  <a:lnTo>
                    <a:pt x="942" y="63"/>
                  </a:lnTo>
                  <a:lnTo>
                    <a:pt x="900" y="126"/>
                  </a:lnTo>
                  <a:lnTo>
                    <a:pt x="837" y="21"/>
                  </a:lnTo>
                  <a:lnTo>
                    <a:pt x="732" y="0"/>
                  </a:lnTo>
                  <a:lnTo>
                    <a:pt x="690" y="42"/>
                  </a:lnTo>
                  <a:lnTo>
                    <a:pt x="607" y="0"/>
                  </a:lnTo>
                  <a:lnTo>
                    <a:pt x="565" y="63"/>
                  </a:lnTo>
                  <a:lnTo>
                    <a:pt x="481" y="42"/>
                  </a:lnTo>
                  <a:lnTo>
                    <a:pt x="377" y="63"/>
                  </a:lnTo>
                  <a:lnTo>
                    <a:pt x="377" y="147"/>
                  </a:lnTo>
                  <a:lnTo>
                    <a:pt x="293" y="167"/>
                  </a:lnTo>
                  <a:lnTo>
                    <a:pt x="251" y="105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9274;p128">
              <a:extLst>
                <a:ext uri="{FF2B5EF4-FFF2-40B4-BE49-F238E27FC236}">
                  <a16:creationId xmlns:a16="http://schemas.microsoft.com/office/drawing/2014/main" id="{E02B0C0B-78BB-EB12-D441-76C1565F1738}"/>
                </a:ext>
              </a:extLst>
            </p:cNvPr>
            <p:cNvSpPr/>
            <p:nvPr/>
          </p:nvSpPr>
          <p:spPr>
            <a:xfrm>
              <a:off x="3830555" y="2811734"/>
              <a:ext cx="20195" cy="12146"/>
            </a:xfrm>
            <a:custGeom>
              <a:avLst/>
              <a:gdLst/>
              <a:ahLst/>
              <a:cxnLst/>
              <a:rect l="l" t="t" r="r" b="b"/>
              <a:pathLst>
                <a:path w="1696" h="1068" extrusionOk="0">
                  <a:moveTo>
                    <a:pt x="1507" y="0"/>
                  </a:moveTo>
                  <a:lnTo>
                    <a:pt x="1381" y="63"/>
                  </a:lnTo>
                  <a:lnTo>
                    <a:pt x="1130" y="209"/>
                  </a:lnTo>
                  <a:lnTo>
                    <a:pt x="1067" y="188"/>
                  </a:lnTo>
                  <a:lnTo>
                    <a:pt x="984" y="209"/>
                  </a:lnTo>
                  <a:lnTo>
                    <a:pt x="858" y="272"/>
                  </a:lnTo>
                  <a:lnTo>
                    <a:pt x="733" y="272"/>
                  </a:lnTo>
                  <a:lnTo>
                    <a:pt x="607" y="314"/>
                  </a:lnTo>
                  <a:lnTo>
                    <a:pt x="523" y="230"/>
                  </a:lnTo>
                  <a:lnTo>
                    <a:pt x="251" y="230"/>
                  </a:lnTo>
                  <a:lnTo>
                    <a:pt x="147" y="209"/>
                  </a:lnTo>
                  <a:lnTo>
                    <a:pt x="21" y="419"/>
                  </a:lnTo>
                  <a:lnTo>
                    <a:pt x="84" y="502"/>
                  </a:lnTo>
                  <a:lnTo>
                    <a:pt x="0" y="628"/>
                  </a:lnTo>
                  <a:lnTo>
                    <a:pt x="21" y="816"/>
                  </a:lnTo>
                  <a:lnTo>
                    <a:pt x="42" y="816"/>
                  </a:lnTo>
                  <a:lnTo>
                    <a:pt x="147" y="858"/>
                  </a:lnTo>
                  <a:lnTo>
                    <a:pt x="147" y="942"/>
                  </a:lnTo>
                  <a:lnTo>
                    <a:pt x="42" y="963"/>
                  </a:lnTo>
                  <a:lnTo>
                    <a:pt x="42" y="1067"/>
                  </a:lnTo>
                  <a:lnTo>
                    <a:pt x="251" y="1067"/>
                  </a:lnTo>
                  <a:lnTo>
                    <a:pt x="398" y="963"/>
                  </a:lnTo>
                  <a:lnTo>
                    <a:pt x="523" y="921"/>
                  </a:lnTo>
                  <a:lnTo>
                    <a:pt x="733" y="1025"/>
                  </a:lnTo>
                  <a:lnTo>
                    <a:pt x="858" y="1025"/>
                  </a:lnTo>
                  <a:lnTo>
                    <a:pt x="879" y="816"/>
                  </a:lnTo>
                  <a:lnTo>
                    <a:pt x="1067" y="732"/>
                  </a:lnTo>
                  <a:lnTo>
                    <a:pt x="1088" y="586"/>
                  </a:lnTo>
                  <a:lnTo>
                    <a:pt x="1444" y="398"/>
                  </a:lnTo>
                  <a:lnTo>
                    <a:pt x="1695" y="398"/>
                  </a:lnTo>
                  <a:lnTo>
                    <a:pt x="1674" y="188"/>
                  </a:lnTo>
                  <a:lnTo>
                    <a:pt x="15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9275;p128">
              <a:extLst>
                <a:ext uri="{FF2B5EF4-FFF2-40B4-BE49-F238E27FC236}">
                  <a16:creationId xmlns:a16="http://schemas.microsoft.com/office/drawing/2014/main" id="{704802A7-88AB-AE37-B4B8-EAA215FC76BF}"/>
                </a:ext>
              </a:extLst>
            </p:cNvPr>
            <p:cNvSpPr/>
            <p:nvPr/>
          </p:nvSpPr>
          <p:spPr>
            <a:xfrm>
              <a:off x="3804645" y="2793401"/>
              <a:ext cx="47594" cy="21903"/>
            </a:xfrm>
            <a:custGeom>
              <a:avLst/>
              <a:gdLst/>
              <a:ahLst/>
              <a:cxnLst/>
              <a:rect l="l" t="t" r="r" b="b"/>
              <a:pathLst>
                <a:path w="3997" h="1926" extrusionOk="0">
                  <a:moveTo>
                    <a:pt x="2846" y="1"/>
                  </a:moveTo>
                  <a:lnTo>
                    <a:pt x="2804" y="106"/>
                  </a:lnTo>
                  <a:lnTo>
                    <a:pt x="2741" y="147"/>
                  </a:lnTo>
                  <a:lnTo>
                    <a:pt x="2720" y="252"/>
                  </a:lnTo>
                  <a:lnTo>
                    <a:pt x="2574" y="252"/>
                  </a:lnTo>
                  <a:lnTo>
                    <a:pt x="2511" y="315"/>
                  </a:lnTo>
                  <a:lnTo>
                    <a:pt x="2218" y="147"/>
                  </a:lnTo>
                  <a:lnTo>
                    <a:pt x="2155" y="147"/>
                  </a:lnTo>
                  <a:lnTo>
                    <a:pt x="2114" y="252"/>
                  </a:lnTo>
                  <a:lnTo>
                    <a:pt x="2114" y="357"/>
                  </a:lnTo>
                  <a:lnTo>
                    <a:pt x="2051" y="357"/>
                  </a:lnTo>
                  <a:lnTo>
                    <a:pt x="1967" y="461"/>
                  </a:lnTo>
                  <a:lnTo>
                    <a:pt x="1842" y="545"/>
                  </a:lnTo>
                  <a:lnTo>
                    <a:pt x="1674" y="733"/>
                  </a:lnTo>
                  <a:lnTo>
                    <a:pt x="1674" y="796"/>
                  </a:lnTo>
                  <a:lnTo>
                    <a:pt x="1842" y="880"/>
                  </a:lnTo>
                  <a:lnTo>
                    <a:pt x="1863" y="984"/>
                  </a:lnTo>
                  <a:lnTo>
                    <a:pt x="1779" y="1047"/>
                  </a:lnTo>
                  <a:lnTo>
                    <a:pt x="1653" y="963"/>
                  </a:lnTo>
                  <a:lnTo>
                    <a:pt x="1528" y="984"/>
                  </a:lnTo>
                  <a:lnTo>
                    <a:pt x="1381" y="963"/>
                  </a:lnTo>
                  <a:lnTo>
                    <a:pt x="1319" y="963"/>
                  </a:lnTo>
                  <a:lnTo>
                    <a:pt x="1130" y="1089"/>
                  </a:lnTo>
                  <a:lnTo>
                    <a:pt x="1026" y="1110"/>
                  </a:lnTo>
                  <a:lnTo>
                    <a:pt x="942" y="1089"/>
                  </a:lnTo>
                  <a:lnTo>
                    <a:pt x="837" y="1110"/>
                  </a:lnTo>
                  <a:lnTo>
                    <a:pt x="754" y="1047"/>
                  </a:lnTo>
                  <a:lnTo>
                    <a:pt x="440" y="1047"/>
                  </a:lnTo>
                  <a:lnTo>
                    <a:pt x="440" y="1110"/>
                  </a:lnTo>
                  <a:lnTo>
                    <a:pt x="419" y="1173"/>
                  </a:lnTo>
                  <a:lnTo>
                    <a:pt x="272" y="1152"/>
                  </a:lnTo>
                  <a:lnTo>
                    <a:pt x="189" y="1047"/>
                  </a:lnTo>
                  <a:lnTo>
                    <a:pt x="84" y="1089"/>
                  </a:lnTo>
                  <a:lnTo>
                    <a:pt x="21" y="1110"/>
                  </a:lnTo>
                  <a:lnTo>
                    <a:pt x="0" y="1110"/>
                  </a:lnTo>
                  <a:lnTo>
                    <a:pt x="63" y="1173"/>
                  </a:lnTo>
                  <a:lnTo>
                    <a:pt x="63" y="1256"/>
                  </a:lnTo>
                  <a:lnTo>
                    <a:pt x="105" y="1298"/>
                  </a:lnTo>
                  <a:lnTo>
                    <a:pt x="105" y="1403"/>
                  </a:lnTo>
                  <a:lnTo>
                    <a:pt x="210" y="1403"/>
                  </a:lnTo>
                  <a:lnTo>
                    <a:pt x="293" y="1382"/>
                  </a:lnTo>
                  <a:lnTo>
                    <a:pt x="398" y="1507"/>
                  </a:lnTo>
                  <a:lnTo>
                    <a:pt x="502" y="1403"/>
                  </a:lnTo>
                  <a:lnTo>
                    <a:pt x="586" y="1403"/>
                  </a:lnTo>
                  <a:lnTo>
                    <a:pt x="628" y="1507"/>
                  </a:lnTo>
                  <a:lnTo>
                    <a:pt x="837" y="1591"/>
                  </a:lnTo>
                  <a:lnTo>
                    <a:pt x="1130" y="1403"/>
                  </a:lnTo>
                  <a:lnTo>
                    <a:pt x="1256" y="1424"/>
                  </a:lnTo>
                  <a:lnTo>
                    <a:pt x="1444" y="1424"/>
                  </a:lnTo>
                  <a:lnTo>
                    <a:pt x="1444" y="1528"/>
                  </a:lnTo>
                  <a:lnTo>
                    <a:pt x="1737" y="1717"/>
                  </a:lnTo>
                  <a:lnTo>
                    <a:pt x="2072" y="1779"/>
                  </a:lnTo>
                  <a:lnTo>
                    <a:pt x="2260" y="1738"/>
                  </a:lnTo>
                  <a:lnTo>
                    <a:pt x="2323" y="1821"/>
                  </a:lnTo>
                  <a:lnTo>
                    <a:pt x="2427" y="1842"/>
                  </a:lnTo>
                  <a:lnTo>
                    <a:pt x="2699" y="1842"/>
                  </a:lnTo>
                  <a:lnTo>
                    <a:pt x="2783" y="1926"/>
                  </a:lnTo>
                  <a:lnTo>
                    <a:pt x="2909" y="1884"/>
                  </a:lnTo>
                  <a:lnTo>
                    <a:pt x="3034" y="1884"/>
                  </a:lnTo>
                  <a:lnTo>
                    <a:pt x="3160" y="1821"/>
                  </a:lnTo>
                  <a:lnTo>
                    <a:pt x="3243" y="1800"/>
                  </a:lnTo>
                  <a:lnTo>
                    <a:pt x="3306" y="1821"/>
                  </a:lnTo>
                  <a:lnTo>
                    <a:pt x="3557" y="1675"/>
                  </a:lnTo>
                  <a:lnTo>
                    <a:pt x="3683" y="1612"/>
                  </a:lnTo>
                  <a:lnTo>
                    <a:pt x="3725" y="1612"/>
                  </a:lnTo>
                  <a:lnTo>
                    <a:pt x="3829" y="1507"/>
                  </a:lnTo>
                  <a:lnTo>
                    <a:pt x="3746" y="1403"/>
                  </a:lnTo>
                  <a:lnTo>
                    <a:pt x="3767" y="1298"/>
                  </a:lnTo>
                  <a:lnTo>
                    <a:pt x="3829" y="1152"/>
                  </a:lnTo>
                  <a:lnTo>
                    <a:pt x="3725" y="1047"/>
                  </a:lnTo>
                  <a:lnTo>
                    <a:pt x="3746" y="984"/>
                  </a:lnTo>
                  <a:lnTo>
                    <a:pt x="3976" y="984"/>
                  </a:lnTo>
                  <a:lnTo>
                    <a:pt x="3997" y="880"/>
                  </a:lnTo>
                  <a:lnTo>
                    <a:pt x="3976" y="754"/>
                  </a:lnTo>
                  <a:lnTo>
                    <a:pt x="3976" y="671"/>
                  </a:lnTo>
                  <a:lnTo>
                    <a:pt x="3955" y="440"/>
                  </a:lnTo>
                  <a:lnTo>
                    <a:pt x="3955" y="252"/>
                  </a:lnTo>
                  <a:lnTo>
                    <a:pt x="3725" y="210"/>
                  </a:lnTo>
                  <a:lnTo>
                    <a:pt x="3641" y="127"/>
                  </a:lnTo>
                  <a:lnTo>
                    <a:pt x="3474" y="147"/>
                  </a:lnTo>
                  <a:lnTo>
                    <a:pt x="3327" y="147"/>
                  </a:lnTo>
                  <a:lnTo>
                    <a:pt x="3160" y="43"/>
                  </a:lnTo>
                  <a:lnTo>
                    <a:pt x="2951" y="43"/>
                  </a:lnTo>
                  <a:lnTo>
                    <a:pt x="284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9276;p128">
              <a:extLst>
                <a:ext uri="{FF2B5EF4-FFF2-40B4-BE49-F238E27FC236}">
                  <a16:creationId xmlns:a16="http://schemas.microsoft.com/office/drawing/2014/main" id="{E1DBCF45-6623-7AEC-A31B-8C6DEF3867DE}"/>
                </a:ext>
              </a:extLst>
            </p:cNvPr>
            <p:cNvSpPr/>
            <p:nvPr/>
          </p:nvSpPr>
          <p:spPr>
            <a:xfrm>
              <a:off x="3831556" y="2741054"/>
              <a:ext cx="63038" cy="50699"/>
            </a:xfrm>
            <a:custGeom>
              <a:avLst/>
              <a:gdLst/>
              <a:ahLst/>
              <a:cxnLst/>
              <a:rect l="l" t="t" r="r" b="b"/>
              <a:pathLst>
                <a:path w="5294" h="4458" extrusionOk="0">
                  <a:moveTo>
                    <a:pt x="1883" y="1"/>
                  </a:moveTo>
                  <a:lnTo>
                    <a:pt x="1632" y="105"/>
                  </a:lnTo>
                  <a:lnTo>
                    <a:pt x="1486" y="105"/>
                  </a:lnTo>
                  <a:lnTo>
                    <a:pt x="1318" y="147"/>
                  </a:lnTo>
                  <a:lnTo>
                    <a:pt x="1214" y="315"/>
                  </a:lnTo>
                  <a:lnTo>
                    <a:pt x="1046" y="315"/>
                  </a:lnTo>
                  <a:lnTo>
                    <a:pt x="942" y="398"/>
                  </a:lnTo>
                  <a:lnTo>
                    <a:pt x="942" y="524"/>
                  </a:lnTo>
                  <a:lnTo>
                    <a:pt x="753" y="524"/>
                  </a:lnTo>
                  <a:lnTo>
                    <a:pt x="481" y="670"/>
                  </a:lnTo>
                  <a:lnTo>
                    <a:pt x="314" y="670"/>
                  </a:lnTo>
                  <a:lnTo>
                    <a:pt x="251" y="796"/>
                  </a:lnTo>
                  <a:lnTo>
                    <a:pt x="209" y="963"/>
                  </a:lnTo>
                  <a:lnTo>
                    <a:pt x="147" y="984"/>
                  </a:lnTo>
                  <a:lnTo>
                    <a:pt x="167" y="1047"/>
                  </a:lnTo>
                  <a:lnTo>
                    <a:pt x="126" y="1047"/>
                  </a:lnTo>
                  <a:lnTo>
                    <a:pt x="167" y="1298"/>
                  </a:lnTo>
                  <a:lnTo>
                    <a:pt x="147" y="1486"/>
                  </a:lnTo>
                  <a:lnTo>
                    <a:pt x="0" y="1570"/>
                  </a:lnTo>
                  <a:lnTo>
                    <a:pt x="0" y="1633"/>
                  </a:lnTo>
                  <a:lnTo>
                    <a:pt x="167" y="1842"/>
                  </a:lnTo>
                  <a:lnTo>
                    <a:pt x="147" y="1947"/>
                  </a:lnTo>
                  <a:lnTo>
                    <a:pt x="230" y="2051"/>
                  </a:lnTo>
                  <a:lnTo>
                    <a:pt x="230" y="2135"/>
                  </a:lnTo>
                  <a:lnTo>
                    <a:pt x="272" y="2261"/>
                  </a:lnTo>
                  <a:lnTo>
                    <a:pt x="230" y="2365"/>
                  </a:lnTo>
                  <a:lnTo>
                    <a:pt x="335" y="2616"/>
                  </a:lnTo>
                  <a:lnTo>
                    <a:pt x="419" y="2658"/>
                  </a:lnTo>
                  <a:lnTo>
                    <a:pt x="481" y="2742"/>
                  </a:lnTo>
                  <a:lnTo>
                    <a:pt x="481" y="3056"/>
                  </a:lnTo>
                  <a:lnTo>
                    <a:pt x="460" y="3097"/>
                  </a:lnTo>
                  <a:lnTo>
                    <a:pt x="523" y="3181"/>
                  </a:lnTo>
                  <a:lnTo>
                    <a:pt x="565" y="3139"/>
                  </a:lnTo>
                  <a:lnTo>
                    <a:pt x="649" y="3160"/>
                  </a:lnTo>
                  <a:lnTo>
                    <a:pt x="732" y="3097"/>
                  </a:lnTo>
                  <a:lnTo>
                    <a:pt x="963" y="3160"/>
                  </a:lnTo>
                  <a:lnTo>
                    <a:pt x="942" y="3202"/>
                  </a:lnTo>
                  <a:lnTo>
                    <a:pt x="1046" y="3307"/>
                  </a:lnTo>
                  <a:lnTo>
                    <a:pt x="1151" y="3307"/>
                  </a:lnTo>
                  <a:lnTo>
                    <a:pt x="1214" y="3390"/>
                  </a:lnTo>
                  <a:lnTo>
                    <a:pt x="1172" y="3495"/>
                  </a:lnTo>
                  <a:lnTo>
                    <a:pt x="1193" y="3579"/>
                  </a:lnTo>
                  <a:lnTo>
                    <a:pt x="1255" y="3600"/>
                  </a:lnTo>
                  <a:lnTo>
                    <a:pt x="1255" y="3704"/>
                  </a:lnTo>
                  <a:lnTo>
                    <a:pt x="1318" y="3725"/>
                  </a:lnTo>
                  <a:lnTo>
                    <a:pt x="1381" y="3683"/>
                  </a:lnTo>
                  <a:lnTo>
                    <a:pt x="1465" y="3683"/>
                  </a:lnTo>
                  <a:lnTo>
                    <a:pt x="1318" y="3516"/>
                  </a:lnTo>
                  <a:lnTo>
                    <a:pt x="1381" y="3474"/>
                  </a:lnTo>
                  <a:lnTo>
                    <a:pt x="1632" y="3621"/>
                  </a:lnTo>
                  <a:lnTo>
                    <a:pt x="1820" y="3600"/>
                  </a:lnTo>
                  <a:lnTo>
                    <a:pt x="1779" y="3704"/>
                  </a:lnTo>
                  <a:lnTo>
                    <a:pt x="1904" y="3809"/>
                  </a:lnTo>
                  <a:lnTo>
                    <a:pt x="2134" y="3767"/>
                  </a:lnTo>
                  <a:lnTo>
                    <a:pt x="2302" y="3809"/>
                  </a:lnTo>
                  <a:lnTo>
                    <a:pt x="2636" y="4081"/>
                  </a:lnTo>
                  <a:lnTo>
                    <a:pt x="2762" y="4248"/>
                  </a:lnTo>
                  <a:lnTo>
                    <a:pt x="2846" y="4248"/>
                  </a:lnTo>
                  <a:lnTo>
                    <a:pt x="2888" y="4206"/>
                  </a:lnTo>
                  <a:lnTo>
                    <a:pt x="3055" y="4206"/>
                  </a:lnTo>
                  <a:lnTo>
                    <a:pt x="3139" y="4290"/>
                  </a:lnTo>
                  <a:lnTo>
                    <a:pt x="3180" y="4437"/>
                  </a:lnTo>
                  <a:lnTo>
                    <a:pt x="3201" y="4458"/>
                  </a:lnTo>
                  <a:lnTo>
                    <a:pt x="3306" y="4437"/>
                  </a:lnTo>
                  <a:lnTo>
                    <a:pt x="3390" y="4332"/>
                  </a:lnTo>
                  <a:lnTo>
                    <a:pt x="3473" y="4311"/>
                  </a:lnTo>
                  <a:lnTo>
                    <a:pt x="3578" y="4332"/>
                  </a:lnTo>
                  <a:lnTo>
                    <a:pt x="3704" y="4332"/>
                  </a:lnTo>
                  <a:lnTo>
                    <a:pt x="3787" y="4395"/>
                  </a:lnTo>
                  <a:lnTo>
                    <a:pt x="3871" y="4311"/>
                  </a:lnTo>
                  <a:lnTo>
                    <a:pt x="3934" y="4290"/>
                  </a:lnTo>
                  <a:lnTo>
                    <a:pt x="4038" y="4332"/>
                  </a:lnTo>
                  <a:lnTo>
                    <a:pt x="4101" y="4311"/>
                  </a:lnTo>
                  <a:lnTo>
                    <a:pt x="4331" y="4311"/>
                  </a:lnTo>
                  <a:lnTo>
                    <a:pt x="4561" y="4437"/>
                  </a:lnTo>
                  <a:lnTo>
                    <a:pt x="4708" y="4458"/>
                  </a:lnTo>
                  <a:lnTo>
                    <a:pt x="4708" y="4290"/>
                  </a:lnTo>
                  <a:lnTo>
                    <a:pt x="4666" y="4123"/>
                  </a:lnTo>
                  <a:lnTo>
                    <a:pt x="5043" y="3725"/>
                  </a:lnTo>
                  <a:lnTo>
                    <a:pt x="5064" y="3558"/>
                  </a:lnTo>
                  <a:lnTo>
                    <a:pt x="5168" y="3474"/>
                  </a:lnTo>
                  <a:lnTo>
                    <a:pt x="5252" y="3474"/>
                  </a:lnTo>
                  <a:lnTo>
                    <a:pt x="5294" y="3286"/>
                  </a:lnTo>
                  <a:lnTo>
                    <a:pt x="5252" y="3202"/>
                  </a:lnTo>
                  <a:lnTo>
                    <a:pt x="5231" y="3139"/>
                  </a:lnTo>
                  <a:lnTo>
                    <a:pt x="5273" y="3056"/>
                  </a:lnTo>
                  <a:lnTo>
                    <a:pt x="5147" y="2972"/>
                  </a:lnTo>
                  <a:lnTo>
                    <a:pt x="5064" y="2825"/>
                  </a:lnTo>
                  <a:lnTo>
                    <a:pt x="5022" y="2742"/>
                  </a:lnTo>
                  <a:lnTo>
                    <a:pt x="4980" y="2470"/>
                  </a:lnTo>
                  <a:lnTo>
                    <a:pt x="5022" y="2365"/>
                  </a:lnTo>
                  <a:lnTo>
                    <a:pt x="5022" y="2323"/>
                  </a:lnTo>
                  <a:lnTo>
                    <a:pt x="4875" y="2135"/>
                  </a:lnTo>
                  <a:lnTo>
                    <a:pt x="4854" y="1947"/>
                  </a:lnTo>
                  <a:lnTo>
                    <a:pt x="4938" y="1821"/>
                  </a:lnTo>
                  <a:lnTo>
                    <a:pt x="5043" y="1779"/>
                  </a:lnTo>
                  <a:lnTo>
                    <a:pt x="5043" y="1403"/>
                  </a:lnTo>
                  <a:lnTo>
                    <a:pt x="4980" y="1361"/>
                  </a:lnTo>
                  <a:lnTo>
                    <a:pt x="4959" y="1214"/>
                  </a:lnTo>
                  <a:lnTo>
                    <a:pt x="4875" y="1089"/>
                  </a:lnTo>
                  <a:lnTo>
                    <a:pt x="4771" y="838"/>
                  </a:lnTo>
                  <a:lnTo>
                    <a:pt x="4750" y="775"/>
                  </a:lnTo>
                  <a:lnTo>
                    <a:pt x="4708" y="670"/>
                  </a:lnTo>
                  <a:lnTo>
                    <a:pt x="4708" y="545"/>
                  </a:lnTo>
                  <a:lnTo>
                    <a:pt x="4645" y="315"/>
                  </a:lnTo>
                  <a:lnTo>
                    <a:pt x="4561" y="315"/>
                  </a:lnTo>
                  <a:lnTo>
                    <a:pt x="4436" y="210"/>
                  </a:lnTo>
                  <a:lnTo>
                    <a:pt x="4310" y="231"/>
                  </a:lnTo>
                  <a:lnTo>
                    <a:pt x="3683" y="273"/>
                  </a:lnTo>
                  <a:lnTo>
                    <a:pt x="2950" y="231"/>
                  </a:lnTo>
                  <a:lnTo>
                    <a:pt x="2867" y="252"/>
                  </a:lnTo>
                  <a:lnTo>
                    <a:pt x="2678" y="440"/>
                  </a:lnTo>
                  <a:lnTo>
                    <a:pt x="2511" y="482"/>
                  </a:lnTo>
                  <a:lnTo>
                    <a:pt x="2469" y="440"/>
                  </a:lnTo>
                  <a:lnTo>
                    <a:pt x="2636" y="356"/>
                  </a:lnTo>
                  <a:lnTo>
                    <a:pt x="2783" y="210"/>
                  </a:lnTo>
                  <a:lnTo>
                    <a:pt x="2741" y="210"/>
                  </a:lnTo>
                  <a:lnTo>
                    <a:pt x="2616" y="315"/>
                  </a:lnTo>
                  <a:lnTo>
                    <a:pt x="2406" y="398"/>
                  </a:lnTo>
                  <a:lnTo>
                    <a:pt x="2134" y="356"/>
                  </a:lnTo>
                  <a:lnTo>
                    <a:pt x="2092" y="210"/>
                  </a:lnTo>
                  <a:lnTo>
                    <a:pt x="2134" y="126"/>
                  </a:lnTo>
                  <a:lnTo>
                    <a:pt x="2260" y="126"/>
                  </a:lnTo>
                  <a:lnTo>
                    <a:pt x="2323" y="168"/>
                  </a:lnTo>
                  <a:lnTo>
                    <a:pt x="2323" y="126"/>
                  </a:lnTo>
                  <a:lnTo>
                    <a:pt x="2155" y="43"/>
                  </a:lnTo>
                  <a:lnTo>
                    <a:pt x="188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9277;p128">
              <a:extLst>
                <a:ext uri="{FF2B5EF4-FFF2-40B4-BE49-F238E27FC236}">
                  <a16:creationId xmlns:a16="http://schemas.microsoft.com/office/drawing/2014/main" id="{215E46B8-5F7E-A793-94D0-3686A38A3FDC}"/>
                </a:ext>
              </a:extLst>
            </p:cNvPr>
            <p:cNvSpPr/>
            <p:nvPr/>
          </p:nvSpPr>
          <p:spPr>
            <a:xfrm>
              <a:off x="3819089" y="2776036"/>
              <a:ext cx="50345" cy="20948"/>
            </a:xfrm>
            <a:custGeom>
              <a:avLst/>
              <a:gdLst/>
              <a:ahLst/>
              <a:cxnLst/>
              <a:rect l="l" t="t" r="r" b="b"/>
              <a:pathLst>
                <a:path w="4228" h="1842" extrusionOk="0">
                  <a:moveTo>
                    <a:pt x="1403" y="1"/>
                  </a:moveTo>
                  <a:lnTo>
                    <a:pt x="1319" y="63"/>
                  </a:lnTo>
                  <a:lnTo>
                    <a:pt x="1152" y="21"/>
                  </a:lnTo>
                  <a:lnTo>
                    <a:pt x="1152" y="126"/>
                  </a:lnTo>
                  <a:lnTo>
                    <a:pt x="1068" y="189"/>
                  </a:lnTo>
                  <a:lnTo>
                    <a:pt x="984" y="168"/>
                  </a:lnTo>
                  <a:lnTo>
                    <a:pt x="775" y="168"/>
                  </a:lnTo>
                  <a:lnTo>
                    <a:pt x="733" y="273"/>
                  </a:lnTo>
                  <a:lnTo>
                    <a:pt x="587" y="273"/>
                  </a:lnTo>
                  <a:lnTo>
                    <a:pt x="482" y="398"/>
                  </a:lnTo>
                  <a:lnTo>
                    <a:pt x="378" y="398"/>
                  </a:lnTo>
                  <a:lnTo>
                    <a:pt x="168" y="586"/>
                  </a:lnTo>
                  <a:lnTo>
                    <a:pt x="106" y="545"/>
                  </a:lnTo>
                  <a:lnTo>
                    <a:pt x="22" y="503"/>
                  </a:lnTo>
                  <a:lnTo>
                    <a:pt x="1" y="524"/>
                  </a:lnTo>
                  <a:lnTo>
                    <a:pt x="1" y="628"/>
                  </a:lnTo>
                  <a:lnTo>
                    <a:pt x="147" y="712"/>
                  </a:lnTo>
                  <a:lnTo>
                    <a:pt x="252" y="900"/>
                  </a:lnTo>
                  <a:lnTo>
                    <a:pt x="252" y="1047"/>
                  </a:lnTo>
                  <a:lnTo>
                    <a:pt x="273" y="1130"/>
                  </a:lnTo>
                  <a:lnTo>
                    <a:pt x="378" y="1172"/>
                  </a:lnTo>
                  <a:lnTo>
                    <a:pt x="587" y="1319"/>
                  </a:lnTo>
                  <a:lnTo>
                    <a:pt x="691" y="1382"/>
                  </a:lnTo>
                  <a:lnTo>
                    <a:pt x="942" y="1674"/>
                  </a:lnTo>
                  <a:lnTo>
                    <a:pt x="1005" y="1674"/>
                  </a:lnTo>
                  <a:lnTo>
                    <a:pt x="1298" y="1842"/>
                  </a:lnTo>
                  <a:lnTo>
                    <a:pt x="1361" y="1779"/>
                  </a:lnTo>
                  <a:lnTo>
                    <a:pt x="1507" y="1779"/>
                  </a:lnTo>
                  <a:lnTo>
                    <a:pt x="1528" y="1674"/>
                  </a:lnTo>
                  <a:lnTo>
                    <a:pt x="1591" y="1633"/>
                  </a:lnTo>
                  <a:lnTo>
                    <a:pt x="1633" y="1528"/>
                  </a:lnTo>
                  <a:lnTo>
                    <a:pt x="1738" y="1570"/>
                  </a:lnTo>
                  <a:lnTo>
                    <a:pt x="1947" y="1570"/>
                  </a:lnTo>
                  <a:lnTo>
                    <a:pt x="2114" y="1674"/>
                  </a:lnTo>
                  <a:lnTo>
                    <a:pt x="2261" y="1674"/>
                  </a:lnTo>
                  <a:lnTo>
                    <a:pt x="2428" y="1654"/>
                  </a:lnTo>
                  <a:lnTo>
                    <a:pt x="2512" y="1737"/>
                  </a:lnTo>
                  <a:lnTo>
                    <a:pt x="2742" y="1779"/>
                  </a:lnTo>
                  <a:lnTo>
                    <a:pt x="2763" y="1779"/>
                  </a:lnTo>
                  <a:lnTo>
                    <a:pt x="2888" y="1695"/>
                  </a:lnTo>
                  <a:lnTo>
                    <a:pt x="3035" y="1674"/>
                  </a:lnTo>
                  <a:lnTo>
                    <a:pt x="3077" y="1737"/>
                  </a:lnTo>
                  <a:lnTo>
                    <a:pt x="3307" y="1654"/>
                  </a:lnTo>
                  <a:lnTo>
                    <a:pt x="3516" y="1633"/>
                  </a:lnTo>
                  <a:lnTo>
                    <a:pt x="3683" y="1465"/>
                  </a:lnTo>
                  <a:lnTo>
                    <a:pt x="3830" y="1444"/>
                  </a:lnTo>
                  <a:lnTo>
                    <a:pt x="3976" y="1340"/>
                  </a:lnTo>
                  <a:lnTo>
                    <a:pt x="4227" y="1361"/>
                  </a:lnTo>
                  <a:lnTo>
                    <a:pt x="4186" y="1214"/>
                  </a:lnTo>
                  <a:lnTo>
                    <a:pt x="4102" y="1130"/>
                  </a:lnTo>
                  <a:lnTo>
                    <a:pt x="3935" y="1130"/>
                  </a:lnTo>
                  <a:lnTo>
                    <a:pt x="3893" y="1172"/>
                  </a:lnTo>
                  <a:lnTo>
                    <a:pt x="3809" y="1172"/>
                  </a:lnTo>
                  <a:lnTo>
                    <a:pt x="3683" y="1005"/>
                  </a:lnTo>
                  <a:lnTo>
                    <a:pt x="3349" y="733"/>
                  </a:lnTo>
                  <a:lnTo>
                    <a:pt x="3181" y="691"/>
                  </a:lnTo>
                  <a:lnTo>
                    <a:pt x="2951" y="733"/>
                  </a:lnTo>
                  <a:lnTo>
                    <a:pt x="2826" y="628"/>
                  </a:lnTo>
                  <a:lnTo>
                    <a:pt x="2867" y="524"/>
                  </a:lnTo>
                  <a:lnTo>
                    <a:pt x="2679" y="545"/>
                  </a:lnTo>
                  <a:lnTo>
                    <a:pt x="2428" y="398"/>
                  </a:lnTo>
                  <a:lnTo>
                    <a:pt x="2365" y="440"/>
                  </a:lnTo>
                  <a:lnTo>
                    <a:pt x="2512" y="607"/>
                  </a:lnTo>
                  <a:lnTo>
                    <a:pt x="2428" y="607"/>
                  </a:lnTo>
                  <a:lnTo>
                    <a:pt x="2365" y="649"/>
                  </a:lnTo>
                  <a:lnTo>
                    <a:pt x="2302" y="628"/>
                  </a:lnTo>
                  <a:lnTo>
                    <a:pt x="2302" y="524"/>
                  </a:lnTo>
                  <a:lnTo>
                    <a:pt x="2240" y="503"/>
                  </a:lnTo>
                  <a:lnTo>
                    <a:pt x="2219" y="419"/>
                  </a:lnTo>
                  <a:lnTo>
                    <a:pt x="2261" y="314"/>
                  </a:lnTo>
                  <a:lnTo>
                    <a:pt x="2198" y="231"/>
                  </a:lnTo>
                  <a:lnTo>
                    <a:pt x="2093" y="231"/>
                  </a:lnTo>
                  <a:lnTo>
                    <a:pt x="1989" y="126"/>
                  </a:lnTo>
                  <a:lnTo>
                    <a:pt x="2010" y="84"/>
                  </a:lnTo>
                  <a:lnTo>
                    <a:pt x="1779" y="21"/>
                  </a:lnTo>
                  <a:lnTo>
                    <a:pt x="1696" y="84"/>
                  </a:lnTo>
                  <a:lnTo>
                    <a:pt x="1612" y="63"/>
                  </a:lnTo>
                  <a:lnTo>
                    <a:pt x="1570" y="105"/>
                  </a:lnTo>
                  <a:lnTo>
                    <a:pt x="1507" y="21"/>
                  </a:lnTo>
                  <a:lnTo>
                    <a:pt x="1486" y="63"/>
                  </a:lnTo>
                  <a:lnTo>
                    <a:pt x="14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9278;p128">
              <a:extLst>
                <a:ext uri="{FF2B5EF4-FFF2-40B4-BE49-F238E27FC236}">
                  <a16:creationId xmlns:a16="http://schemas.microsoft.com/office/drawing/2014/main" id="{C1F2ABA3-E48C-B896-A199-9DB13B61E3C5}"/>
                </a:ext>
              </a:extLst>
            </p:cNvPr>
            <p:cNvSpPr/>
            <p:nvPr/>
          </p:nvSpPr>
          <p:spPr>
            <a:xfrm>
              <a:off x="3779972" y="2741293"/>
              <a:ext cx="57323" cy="65449"/>
            </a:xfrm>
            <a:custGeom>
              <a:avLst/>
              <a:gdLst/>
              <a:ahLst/>
              <a:cxnLst/>
              <a:rect l="l" t="t" r="r" b="b"/>
              <a:pathLst>
                <a:path w="4814" h="5755" extrusionOk="0">
                  <a:moveTo>
                    <a:pt x="1340" y="1"/>
                  </a:moveTo>
                  <a:lnTo>
                    <a:pt x="1340" y="22"/>
                  </a:lnTo>
                  <a:lnTo>
                    <a:pt x="1340" y="126"/>
                  </a:lnTo>
                  <a:lnTo>
                    <a:pt x="1424" y="189"/>
                  </a:lnTo>
                  <a:lnTo>
                    <a:pt x="1466" y="189"/>
                  </a:lnTo>
                  <a:lnTo>
                    <a:pt x="1466" y="252"/>
                  </a:lnTo>
                  <a:lnTo>
                    <a:pt x="1612" y="377"/>
                  </a:lnTo>
                  <a:lnTo>
                    <a:pt x="1507" y="419"/>
                  </a:lnTo>
                  <a:lnTo>
                    <a:pt x="1403" y="419"/>
                  </a:lnTo>
                  <a:lnTo>
                    <a:pt x="1403" y="524"/>
                  </a:lnTo>
                  <a:lnTo>
                    <a:pt x="1507" y="461"/>
                  </a:lnTo>
                  <a:lnTo>
                    <a:pt x="1507" y="628"/>
                  </a:lnTo>
                  <a:lnTo>
                    <a:pt x="1612" y="670"/>
                  </a:lnTo>
                  <a:lnTo>
                    <a:pt x="1528" y="754"/>
                  </a:lnTo>
                  <a:lnTo>
                    <a:pt x="1528" y="838"/>
                  </a:lnTo>
                  <a:lnTo>
                    <a:pt x="1612" y="880"/>
                  </a:lnTo>
                  <a:lnTo>
                    <a:pt x="1738" y="880"/>
                  </a:lnTo>
                  <a:lnTo>
                    <a:pt x="1926" y="1068"/>
                  </a:lnTo>
                  <a:lnTo>
                    <a:pt x="2156" y="1172"/>
                  </a:lnTo>
                  <a:lnTo>
                    <a:pt x="1926" y="1131"/>
                  </a:lnTo>
                  <a:lnTo>
                    <a:pt x="1738" y="942"/>
                  </a:lnTo>
                  <a:lnTo>
                    <a:pt x="1612" y="963"/>
                  </a:lnTo>
                  <a:lnTo>
                    <a:pt x="1507" y="942"/>
                  </a:lnTo>
                  <a:lnTo>
                    <a:pt x="1424" y="942"/>
                  </a:lnTo>
                  <a:lnTo>
                    <a:pt x="1340" y="1068"/>
                  </a:lnTo>
                  <a:lnTo>
                    <a:pt x="1361" y="1152"/>
                  </a:lnTo>
                  <a:lnTo>
                    <a:pt x="1361" y="1340"/>
                  </a:lnTo>
                  <a:lnTo>
                    <a:pt x="1424" y="1444"/>
                  </a:lnTo>
                  <a:lnTo>
                    <a:pt x="1298" y="1277"/>
                  </a:lnTo>
                  <a:lnTo>
                    <a:pt x="1319" y="1152"/>
                  </a:lnTo>
                  <a:lnTo>
                    <a:pt x="1235" y="1068"/>
                  </a:lnTo>
                  <a:lnTo>
                    <a:pt x="1194" y="1089"/>
                  </a:lnTo>
                  <a:lnTo>
                    <a:pt x="1194" y="1172"/>
                  </a:lnTo>
                  <a:lnTo>
                    <a:pt x="1235" y="1277"/>
                  </a:lnTo>
                  <a:lnTo>
                    <a:pt x="1152" y="1361"/>
                  </a:lnTo>
                  <a:lnTo>
                    <a:pt x="1089" y="1235"/>
                  </a:lnTo>
                  <a:lnTo>
                    <a:pt x="1089" y="1089"/>
                  </a:lnTo>
                  <a:lnTo>
                    <a:pt x="942" y="1026"/>
                  </a:lnTo>
                  <a:lnTo>
                    <a:pt x="880" y="1047"/>
                  </a:lnTo>
                  <a:lnTo>
                    <a:pt x="608" y="1131"/>
                  </a:lnTo>
                  <a:lnTo>
                    <a:pt x="587" y="1235"/>
                  </a:lnTo>
                  <a:lnTo>
                    <a:pt x="629" y="1340"/>
                  </a:lnTo>
                  <a:lnTo>
                    <a:pt x="775" y="1361"/>
                  </a:lnTo>
                  <a:lnTo>
                    <a:pt x="796" y="1465"/>
                  </a:lnTo>
                  <a:lnTo>
                    <a:pt x="796" y="1486"/>
                  </a:lnTo>
                  <a:lnTo>
                    <a:pt x="733" y="1507"/>
                  </a:lnTo>
                  <a:lnTo>
                    <a:pt x="733" y="1591"/>
                  </a:lnTo>
                  <a:lnTo>
                    <a:pt x="691" y="1696"/>
                  </a:lnTo>
                  <a:lnTo>
                    <a:pt x="691" y="1800"/>
                  </a:lnTo>
                  <a:lnTo>
                    <a:pt x="608" y="1863"/>
                  </a:lnTo>
                  <a:lnTo>
                    <a:pt x="503" y="1800"/>
                  </a:lnTo>
                  <a:lnTo>
                    <a:pt x="461" y="1926"/>
                  </a:lnTo>
                  <a:lnTo>
                    <a:pt x="482" y="1988"/>
                  </a:lnTo>
                  <a:lnTo>
                    <a:pt x="608" y="1988"/>
                  </a:lnTo>
                  <a:lnTo>
                    <a:pt x="670" y="2030"/>
                  </a:lnTo>
                  <a:lnTo>
                    <a:pt x="629" y="2114"/>
                  </a:lnTo>
                  <a:lnTo>
                    <a:pt x="608" y="2240"/>
                  </a:lnTo>
                  <a:lnTo>
                    <a:pt x="524" y="2302"/>
                  </a:lnTo>
                  <a:lnTo>
                    <a:pt x="608" y="2407"/>
                  </a:lnTo>
                  <a:lnTo>
                    <a:pt x="524" y="2449"/>
                  </a:lnTo>
                  <a:lnTo>
                    <a:pt x="378" y="2407"/>
                  </a:lnTo>
                  <a:lnTo>
                    <a:pt x="210" y="2449"/>
                  </a:lnTo>
                  <a:lnTo>
                    <a:pt x="168" y="2553"/>
                  </a:lnTo>
                  <a:lnTo>
                    <a:pt x="85" y="2658"/>
                  </a:lnTo>
                  <a:lnTo>
                    <a:pt x="105" y="2825"/>
                  </a:lnTo>
                  <a:lnTo>
                    <a:pt x="85" y="3035"/>
                  </a:lnTo>
                  <a:lnTo>
                    <a:pt x="43" y="3139"/>
                  </a:lnTo>
                  <a:lnTo>
                    <a:pt x="43" y="3160"/>
                  </a:lnTo>
                  <a:lnTo>
                    <a:pt x="1" y="3244"/>
                  </a:lnTo>
                  <a:lnTo>
                    <a:pt x="85" y="3432"/>
                  </a:lnTo>
                  <a:lnTo>
                    <a:pt x="85" y="3474"/>
                  </a:lnTo>
                  <a:lnTo>
                    <a:pt x="168" y="3579"/>
                  </a:lnTo>
                  <a:lnTo>
                    <a:pt x="85" y="3746"/>
                  </a:lnTo>
                  <a:lnTo>
                    <a:pt x="147" y="3746"/>
                  </a:lnTo>
                  <a:lnTo>
                    <a:pt x="273" y="3913"/>
                  </a:lnTo>
                  <a:lnTo>
                    <a:pt x="294" y="4060"/>
                  </a:lnTo>
                  <a:lnTo>
                    <a:pt x="357" y="4102"/>
                  </a:lnTo>
                  <a:lnTo>
                    <a:pt x="357" y="4290"/>
                  </a:lnTo>
                  <a:lnTo>
                    <a:pt x="461" y="4374"/>
                  </a:lnTo>
                  <a:lnTo>
                    <a:pt x="461" y="4437"/>
                  </a:lnTo>
                  <a:lnTo>
                    <a:pt x="566" y="4520"/>
                  </a:lnTo>
                  <a:lnTo>
                    <a:pt x="629" y="4478"/>
                  </a:lnTo>
                  <a:lnTo>
                    <a:pt x="733" y="4478"/>
                  </a:lnTo>
                  <a:lnTo>
                    <a:pt x="817" y="4520"/>
                  </a:lnTo>
                  <a:lnTo>
                    <a:pt x="922" y="4478"/>
                  </a:lnTo>
                  <a:lnTo>
                    <a:pt x="1047" y="4541"/>
                  </a:lnTo>
                  <a:lnTo>
                    <a:pt x="1152" y="4541"/>
                  </a:lnTo>
                  <a:lnTo>
                    <a:pt x="1298" y="4625"/>
                  </a:lnTo>
                  <a:lnTo>
                    <a:pt x="1152" y="4750"/>
                  </a:lnTo>
                  <a:lnTo>
                    <a:pt x="1089" y="4918"/>
                  </a:lnTo>
                  <a:lnTo>
                    <a:pt x="1089" y="5022"/>
                  </a:lnTo>
                  <a:lnTo>
                    <a:pt x="1005" y="5106"/>
                  </a:lnTo>
                  <a:lnTo>
                    <a:pt x="942" y="5273"/>
                  </a:lnTo>
                  <a:lnTo>
                    <a:pt x="942" y="5441"/>
                  </a:lnTo>
                  <a:lnTo>
                    <a:pt x="1047" y="5525"/>
                  </a:lnTo>
                  <a:lnTo>
                    <a:pt x="1110" y="5629"/>
                  </a:lnTo>
                  <a:lnTo>
                    <a:pt x="1214" y="5650"/>
                  </a:lnTo>
                  <a:lnTo>
                    <a:pt x="1319" y="5587"/>
                  </a:lnTo>
                  <a:lnTo>
                    <a:pt x="1445" y="5650"/>
                  </a:lnTo>
                  <a:lnTo>
                    <a:pt x="1507" y="5566"/>
                  </a:lnTo>
                  <a:lnTo>
                    <a:pt x="1466" y="5525"/>
                  </a:lnTo>
                  <a:lnTo>
                    <a:pt x="1612" y="5462"/>
                  </a:lnTo>
                  <a:lnTo>
                    <a:pt x="1633" y="5566"/>
                  </a:lnTo>
                  <a:lnTo>
                    <a:pt x="1717" y="5587"/>
                  </a:lnTo>
                  <a:lnTo>
                    <a:pt x="1758" y="5545"/>
                  </a:lnTo>
                  <a:lnTo>
                    <a:pt x="1842" y="5545"/>
                  </a:lnTo>
                  <a:lnTo>
                    <a:pt x="1989" y="5671"/>
                  </a:lnTo>
                  <a:lnTo>
                    <a:pt x="2072" y="5692"/>
                  </a:lnTo>
                  <a:lnTo>
                    <a:pt x="2093" y="5692"/>
                  </a:lnTo>
                  <a:lnTo>
                    <a:pt x="2156" y="5671"/>
                  </a:lnTo>
                  <a:lnTo>
                    <a:pt x="2261" y="5629"/>
                  </a:lnTo>
                  <a:lnTo>
                    <a:pt x="2344" y="5734"/>
                  </a:lnTo>
                  <a:lnTo>
                    <a:pt x="2491" y="5755"/>
                  </a:lnTo>
                  <a:lnTo>
                    <a:pt x="2512" y="5692"/>
                  </a:lnTo>
                  <a:lnTo>
                    <a:pt x="2512" y="5629"/>
                  </a:lnTo>
                  <a:lnTo>
                    <a:pt x="2826" y="5629"/>
                  </a:lnTo>
                  <a:lnTo>
                    <a:pt x="2909" y="5692"/>
                  </a:lnTo>
                  <a:lnTo>
                    <a:pt x="3014" y="5671"/>
                  </a:lnTo>
                  <a:lnTo>
                    <a:pt x="3098" y="5692"/>
                  </a:lnTo>
                  <a:lnTo>
                    <a:pt x="3202" y="5671"/>
                  </a:lnTo>
                  <a:lnTo>
                    <a:pt x="3391" y="5545"/>
                  </a:lnTo>
                  <a:lnTo>
                    <a:pt x="3453" y="5545"/>
                  </a:lnTo>
                  <a:lnTo>
                    <a:pt x="3600" y="5566"/>
                  </a:lnTo>
                  <a:lnTo>
                    <a:pt x="3725" y="5545"/>
                  </a:lnTo>
                  <a:lnTo>
                    <a:pt x="3851" y="5629"/>
                  </a:lnTo>
                  <a:lnTo>
                    <a:pt x="3935" y="5566"/>
                  </a:lnTo>
                  <a:lnTo>
                    <a:pt x="3914" y="5462"/>
                  </a:lnTo>
                  <a:lnTo>
                    <a:pt x="3746" y="5378"/>
                  </a:lnTo>
                  <a:lnTo>
                    <a:pt x="3746" y="5315"/>
                  </a:lnTo>
                  <a:lnTo>
                    <a:pt x="3914" y="5127"/>
                  </a:lnTo>
                  <a:lnTo>
                    <a:pt x="4039" y="5043"/>
                  </a:lnTo>
                  <a:lnTo>
                    <a:pt x="4123" y="4939"/>
                  </a:lnTo>
                  <a:lnTo>
                    <a:pt x="4186" y="4939"/>
                  </a:lnTo>
                  <a:lnTo>
                    <a:pt x="4186" y="4834"/>
                  </a:lnTo>
                  <a:lnTo>
                    <a:pt x="4227" y="4729"/>
                  </a:lnTo>
                  <a:lnTo>
                    <a:pt x="3976" y="4437"/>
                  </a:lnTo>
                  <a:lnTo>
                    <a:pt x="3872" y="4374"/>
                  </a:lnTo>
                  <a:lnTo>
                    <a:pt x="3663" y="4227"/>
                  </a:lnTo>
                  <a:lnTo>
                    <a:pt x="3558" y="4185"/>
                  </a:lnTo>
                  <a:lnTo>
                    <a:pt x="3537" y="4102"/>
                  </a:lnTo>
                  <a:lnTo>
                    <a:pt x="3537" y="3955"/>
                  </a:lnTo>
                  <a:lnTo>
                    <a:pt x="3432" y="3767"/>
                  </a:lnTo>
                  <a:lnTo>
                    <a:pt x="3286" y="3683"/>
                  </a:lnTo>
                  <a:lnTo>
                    <a:pt x="3286" y="3579"/>
                  </a:lnTo>
                  <a:lnTo>
                    <a:pt x="3307" y="3558"/>
                  </a:lnTo>
                  <a:lnTo>
                    <a:pt x="3391" y="3600"/>
                  </a:lnTo>
                  <a:lnTo>
                    <a:pt x="3453" y="3641"/>
                  </a:lnTo>
                  <a:lnTo>
                    <a:pt x="3663" y="3453"/>
                  </a:lnTo>
                  <a:lnTo>
                    <a:pt x="3767" y="3453"/>
                  </a:lnTo>
                  <a:lnTo>
                    <a:pt x="3872" y="3328"/>
                  </a:lnTo>
                  <a:lnTo>
                    <a:pt x="4018" y="3328"/>
                  </a:lnTo>
                  <a:lnTo>
                    <a:pt x="4060" y="3223"/>
                  </a:lnTo>
                  <a:lnTo>
                    <a:pt x="4269" y="3223"/>
                  </a:lnTo>
                  <a:lnTo>
                    <a:pt x="4353" y="3244"/>
                  </a:lnTo>
                  <a:lnTo>
                    <a:pt x="4437" y="3181"/>
                  </a:lnTo>
                  <a:lnTo>
                    <a:pt x="4437" y="3076"/>
                  </a:lnTo>
                  <a:lnTo>
                    <a:pt x="4604" y="3118"/>
                  </a:lnTo>
                  <a:lnTo>
                    <a:pt x="4688" y="3056"/>
                  </a:lnTo>
                  <a:lnTo>
                    <a:pt x="4771" y="3118"/>
                  </a:lnTo>
                  <a:lnTo>
                    <a:pt x="4792" y="3076"/>
                  </a:lnTo>
                  <a:lnTo>
                    <a:pt x="4813" y="3035"/>
                  </a:lnTo>
                  <a:lnTo>
                    <a:pt x="4813" y="2721"/>
                  </a:lnTo>
                  <a:lnTo>
                    <a:pt x="4751" y="2637"/>
                  </a:lnTo>
                  <a:lnTo>
                    <a:pt x="4667" y="2595"/>
                  </a:lnTo>
                  <a:lnTo>
                    <a:pt x="4562" y="2344"/>
                  </a:lnTo>
                  <a:lnTo>
                    <a:pt x="4604" y="2240"/>
                  </a:lnTo>
                  <a:lnTo>
                    <a:pt x="4562" y="2114"/>
                  </a:lnTo>
                  <a:lnTo>
                    <a:pt x="4562" y="2030"/>
                  </a:lnTo>
                  <a:lnTo>
                    <a:pt x="4479" y="1926"/>
                  </a:lnTo>
                  <a:lnTo>
                    <a:pt x="4499" y="1821"/>
                  </a:lnTo>
                  <a:lnTo>
                    <a:pt x="4332" y="1612"/>
                  </a:lnTo>
                  <a:lnTo>
                    <a:pt x="4332" y="1549"/>
                  </a:lnTo>
                  <a:lnTo>
                    <a:pt x="4479" y="1465"/>
                  </a:lnTo>
                  <a:lnTo>
                    <a:pt x="4499" y="1277"/>
                  </a:lnTo>
                  <a:lnTo>
                    <a:pt x="4458" y="1026"/>
                  </a:lnTo>
                  <a:lnTo>
                    <a:pt x="4353" y="1026"/>
                  </a:lnTo>
                  <a:lnTo>
                    <a:pt x="4269" y="963"/>
                  </a:lnTo>
                  <a:lnTo>
                    <a:pt x="4165" y="963"/>
                  </a:lnTo>
                  <a:lnTo>
                    <a:pt x="4060" y="880"/>
                  </a:lnTo>
                  <a:lnTo>
                    <a:pt x="4081" y="775"/>
                  </a:lnTo>
                  <a:lnTo>
                    <a:pt x="4039" y="670"/>
                  </a:lnTo>
                  <a:lnTo>
                    <a:pt x="3914" y="712"/>
                  </a:lnTo>
                  <a:lnTo>
                    <a:pt x="3767" y="545"/>
                  </a:lnTo>
                  <a:lnTo>
                    <a:pt x="3663" y="545"/>
                  </a:lnTo>
                  <a:lnTo>
                    <a:pt x="3621" y="461"/>
                  </a:lnTo>
                  <a:lnTo>
                    <a:pt x="3558" y="503"/>
                  </a:lnTo>
                  <a:lnTo>
                    <a:pt x="3432" y="524"/>
                  </a:lnTo>
                  <a:lnTo>
                    <a:pt x="3328" y="608"/>
                  </a:lnTo>
                  <a:lnTo>
                    <a:pt x="3286" y="545"/>
                  </a:lnTo>
                  <a:lnTo>
                    <a:pt x="3349" y="503"/>
                  </a:lnTo>
                  <a:lnTo>
                    <a:pt x="3349" y="524"/>
                  </a:lnTo>
                  <a:lnTo>
                    <a:pt x="3411" y="461"/>
                  </a:lnTo>
                  <a:lnTo>
                    <a:pt x="3516" y="419"/>
                  </a:lnTo>
                  <a:lnTo>
                    <a:pt x="3391" y="419"/>
                  </a:lnTo>
                  <a:lnTo>
                    <a:pt x="3328" y="440"/>
                  </a:lnTo>
                  <a:lnTo>
                    <a:pt x="3307" y="503"/>
                  </a:lnTo>
                  <a:lnTo>
                    <a:pt x="3202" y="545"/>
                  </a:lnTo>
                  <a:lnTo>
                    <a:pt x="3202" y="608"/>
                  </a:lnTo>
                  <a:lnTo>
                    <a:pt x="2993" y="628"/>
                  </a:lnTo>
                  <a:lnTo>
                    <a:pt x="2909" y="733"/>
                  </a:lnTo>
                  <a:lnTo>
                    <a:pt x="2888" y="838"/>
                  </a:lnTo>
                  <a:lnTo>
                    <a:pt x="2763" y="838"/>
                  </a:lnTo>
                  <a:lnTo>
                    <a:pt x="2721" y="775"/>
                  </a:lnTo>
                  <a:lnTo>
                    <a:pt x="2616" y="754"/>
                  </a:lnTo>
                  <a:lnTo>
                    <a:pt x="2574" y="775"/>
                  </a:lnTo>
                  <a:lnTo>
                    <a:pt x="2407" y="733"/>
                  </a:lnTo>
                  <a:lnTo>
                    <a:pt x="2512" y="670"/>
                  </a:lnTo>
                  <a:lnTo>
                    <a:pt x="2595" y="670"/>
                  </a:lnTo>
                  <a:lnTo>
                    <a:pt x="2679" y="608"/>
                  </a:lnTo>
                  <a:lnTo>
                    <a:pt x="2679" y="503"/>
                  </a:lnTo>
                  <a:lnTo>
                    <a:pt x="2616" y="461"/>
                  </a:lnTo>
                  <a:lnTo>
                    <a:pt x="2512" y="545"/>
                  </a:lnTo>
                  <a:lnTo>
                    <a:pt x="2491" y="566"/>
                  </a:lnTo>
                  <a:lnTo>
                    <a:pt x="2365" y="461"/>
                  </a:lnTo>
                  <a:lnTo>
                    <a:pt x="2302" y="419"/>
                  </a:lnTo>
                  <a:lnTo>
                    <a:pt x="2261" y="440"/>
                  </a:lnTo>
                  <a:lnTo>
                    <a:pt x="2240" y="524"/>
                  </a:lnTo>
                  <a:lnTo>
                    <a:pt x="2135" y="566"/>
                  </a:lnTo>
                  <a:lnTo>
                    <a:pt x="2093" y="461"/>
                  </a:lnTo>
                  <a:lnTo>
                    <a:pt x="2030" y="440"/>
                  </a:lnTo>
                  <a:lnTo>
                    <a:pt x="1968" y="377"/>
                  </a:lnTo>
                  <a:lnTo>
                    <a:pt x="2051" y="335"/>
                  </a:lnTo>
                  <a:lnTo>
                    <a:pt x="2093" y="210"/>
                  </a:lnTo>
                  <a:lnTo>
                    <a:pt x="1989" y="189"/>
                  </a:lnTo>
                  <a:lnTo>
                    <a:pt x="1863" y="84"/>
                  </a:lnTo>
                  <a:lnTo>
                    <a:pt x="1758" y="84"/>
                  </a:lnTo>
                  <a:lnTo>
                    <a:pt x="1717" y="43"/>
                  </a:lnTo>
                  <a:lnTo>
                    <a:pt x="15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9279;p128">
              <a:extLst>
                <a:ext uri="{FF2B5EF4-FFF2-40B4-BE49-F238E27FC236}">
                  <a16:creationId xmlns:a16="http://schemas.microsoft.com/office/drawing/2014/main" id="{7BD5E202-D93D-A59B-2DC2-1BF2FE7AF7E3}"/>
                </a:ext>
              </a:extLst>
            </p:cNvPr>
            <p:cNvSpPr/>
            <p:nvPr/>
          </p:nvSpPr>
          <p:spPr>
            <a:xfrm>
              <a:off x="3764778" y="2755577"/>
              <a:ext cx="24672" cy="21426"/>
            </a:xfrm>
            <a:custGeom>
              <a:avLst/>
              <a:gdLst/>
              <a:ahLst/>
              <a:cxnLst/>
              <a:rect l="l" t="t" r="r" b="b"/>
              <a:pathLst>
                <a:path w="2072" h="1884" extrusionOk="0">
                  <a:moveTo>
                    <a:pt x="1695" y="0"/>
                  </a:moveTo>
                  <a:lnTo>
                    <a:pt x="1549" y="21"/>
                  </a:lnTo>
                  <a:lnTo>
                    <a:pt x="1444" y="126"/>
                  </a:lnTo>
                  <a:lnTo>
                    <a:pt x="1340" y="84"/>
                  </a:lnTo>
                  <a:lnTo>
                    <a:pt x="1277" y="126"/>
                  </a:lnTo>
                  <a:lnTo>
                    <a:pt x="1130" y="126"/>
                  </a:lnTo>
                  <a:lnTo>
                    <a:pt x="1005" y="251"/>
                  </a:lnTo>
                  <a:lnTo>
                    <a:pt x="796" y="398"/>
                  </a:lnTo>
                  <a:lnTo>
                    <a:pt x="754" y="335"/>
                  </a:lnTo>
                  <a:lnTo>
                    <a:pt x="628" y="398"/>
                  </a:lnTo>
                  <a:lnTo>
                    <a:pt x="628" y="544"/>
                  </a:lnTo>
                  <a:lnTo>
                    <a:pt x="524" y="628"/>
                  </a:lnTo>
                  <a:lnTo>
                    <a:pt x="545" y="753"/>
                  </a:lnTo>
                  <a:lnTo>
                    <a:pt x="524" y="879"/>
                  </a:lnTo>
                  <a:lnTo>
                    <a:pt x="482" y="984"/>
                  </a:lnTo>
                  <a:lnTo>
                    <a:pt x="440" y="1046"/>
                  </a:lnTo>
                  <a:lnTo>
                    <a:pt x="335" y="1130"/>
                  </a:lnTo>
                  <a:lnTo>
                    <a:pt x="335" y="1193"/>
                  </a:lnTo>
                  <a:lnTo>
                    <a:pt x="482" y="1339"/>
                  </a:lnTo>
                  <a:lnTo>
                    <a:pt x="607" y="1360"/>
                  </a:lnTo>
                  <a:lnTo>
                    <a:pt x="482" y="1360"/>
                  </a:lnTo>
                  <a:lnTo>
                    <a:pt x="419" y="1402"/>
                  </a:lnTo>
                  <a:lnTo>
                    <a:pt x="377" y="1444"/>
                  </a:lnTo>
                  <a:lnTo>
                    <a:pt x="419" y="1507"/>
                  </a:lnTo>
                  <a:lnTo>
                    <a:pt x="503" y="1507"/>
                  </a:lnTo>
                  <a:lnTo>
                    <a:pt x="503" y="1569"/>
                  </a:lnTo>
                  <a:lnTo>
                    <a:pt x="398" y="1569"/>
                  </a:lnTo>
                  <a:lnTo>
                    <a:pt x="293" y="1486"/>
                  </a:lnTo>
                  <a:lnTo>
                    <a:pt x="189" y="1444"/>
                  </a:lnTo>
                  <a:lnTo>
                    <a:pt x="105" y="1465"/>
                  </a:lnTo>
                  <a:lnTo>
                    <a:pt x="126" y="1507"/>
                  </a:lnTo>
                  <a:lnTo>
                    <a:pt x="210" y="1548"/>
                  </a:lnTo>
                  <a:lnTo>
                    <a:pt x="314" y="1611"/>
                  </a:lnTo>
                  <a:lnTo>
                    <a:pt x="335" y="1590"/>
                  </a:lnTo>
                  <a:lnTo>
                    <a:pt x="440" y="1674"/>
                  </a:lnTo>
                  <a:lnTo>
                    <a:pt x="335" y="1611"/>
                  </a:lnTo>
                  <a:lnTo>
                    <a:pt x="273" y="1653"/>
                  </a:lnTo>
                  <a:lnTo>
                    <a:pt x="105" y="1590"/>
                  </a:lnTo>
                  <a:lnTo>
                    <a:pt x="1" y="1590"/>
                  </a:lnTo>
                  <a:lnTo>
                    <a:pt x="84" y="1611"/>
                  </a:lnTo>
                  <a:lnTo>
                    <a:pt x="126" y="1695"/>
                  </a:lnTo>
                  <a:lnTo>
                    <a:pt x="210" y="1695"/>
                  </a:lnTo>
                  <a:lnTo>
                    <a:pt x="293" y="1758"/>
                  </a:lnTo>
                  <a:lnTo>
                    <a:pt x="335" y="1695"/>
                  </a:lnTo>
                  <a:lnTo>
                    <a:pt x="440" y="1674"/>
                  </a:lnTo>
                  <a:lnTo>
                    <a:pt x="482" y="1653"/>
                  </a:lnTo>
                  <a:lnTo>
                    <a:pt x="545" y="1653"/>
                  </a:lnTo>
                  <a:lnTo>
                    <a:pt x="586" y="1548"/>
                  </a:lnTo>
                  <a:lnTo>
                    <a:pt x="796" y="1548"/>
                  </a:lnTo>
                  <a:lnTo>
                    <a:pt x="837" y="1611"/>
                  </a:lnTo>
                  <a:lnTo>
                    <a:pt x="942" y="1611"/>
                  </a:lnTo>
                  <a:lnTo>
                    <a:pt x="1005" y="1695"/>
                  </a:lnTo>
                  <a:lnTo>
                    <a:pt x="1151" y="1695"/>
                  </a:lnTo>
                  <a:lnTo>
                    <a:pt x="1214" y="1779"/>
                  </a:lnTo>
                  <a:lnTo>
                    <a:pt x="1214" y="1862"/>
                  </a:lnTo>
                  <a:lnTo>
                    <a:pt x="1319" y="1883"/>
                  </a:lnTo>
                  <a:lnTo>
                    <a:pt x="1361" y="1779"/>
                  </a:lnTo>
                  <a:lnTo>
                    <a:pt x="1381" y="1569"/>
                  </a:lnTo>
                  <a:lnTo>
                    <a:pt x="1361" y="1402"/>
                  </a:lnTo>
                  <a:lnTo>
                    <a:pt x="1444" y="1297"/>
                  </a:lnTo>
                  <a:lnTo>
                    <a:pt x="1486" y="1193"/>
                  </a:lnTo>
                  <a:lnTo>
                    <a:pt x="1654" y="1151"/>
                  </a:lnTo>
                  <a:lnTo>
                    <a:pt x="1800" y="1193"/>
                  </a:lnTo>
                  <a:lnTo>
                    <a:pt x="1884" y="1151"/>
                  </a:lnTo>
                  <a:lnTo>
                    <a:pt x="1800" y="1046"/>
                  </a:lnTo>
                  <a:lnTo>
                    <a:pt x="1884" y="984"/>
                  </a:lnTo>
                  <a:lnTo>
                    <a:pt x="1905" y="858"/>
                  </a:lnTo>
                  <a:lnTo>
                    <a:pt x="1946" y="774"/>
                  </a:lnTo>
                  <a:lnTo>
                    <a:pt x="1884" y="732"/>
                  </a:lnTo>
                  <a:lnTo>
                    <a:pt x="1758" y="732"/>
                  </a:lnTo>
                  <a:lnTo>
                    <a:pt x="1737" y="670"/>
                  </a:lnTo>
                  <a:lnTo>
                    <a:pt x="1779" y="544"/>
                  </a:lnTo>
                  <a:lnTo>
                    <a:pt x="1884" y="607"/>
                  </a:lnTo>
                  <a:lnTo>
                    <a:pt x="1967" y="544"/>
                  </a:lnTo>
                  <a:lnTo>
                    <a:pt x="1967" y="440"/>
                  </a:lnTo>
                  <a:lnTo>
                    <a:pt x="2009" y="335"/>
                  </a:lnTo>
                  <a:lnTo>
                    <a:pt x="2009" y="251"/>
                  </a:lnTo>
                  <a:lnTo>
                    <a:pt x="2072" y="230"/>
                  </a:lnTo>
                  <a:lnTo>
                    <a:pt x="2072" y="209"/>
                  </a:lnTo>
                  <a:lnTo>
                    <a:pt x="1967" y="147"/>
                  </a:lnTo>
                  <a:lnTo>
                    <a:pt x="1863" y="84"/>
                  </a:lnTo>
                  <a:lnTo>
                    <a:pt x="16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9280;p128">
              <a:extLst>
                <a:ext uri="{FF2B5EF4-FFF2-40B4-BE49-F238E27FC236}">
                  <a16:creationId xmlns:a16="http://schemas.microsoft.com/office/drawing/2014/main" id="{48A2FB3D-F74B-B682-A97F-BC0009F907A1}"/>
                </a:ext>
              </a:extLst>
            </p:cNvPr>
            <p:cNvSpPr/>
            <p:nvPr/>
          </p:nvSpPr>
          <p:spPr>
            <a:xfrm>
              <a:off x="3762540" y="2773181"/>
              <a:ext cx="19445" cy="15956"/>
            </a:xfrm>
            <a:custGeom>
              <a:avLst/>
              <a:gdLst/>
              <a:ahLst/>
              <a:cxnLst/>
              <a:rect l="l" t="t" r="r" b="b"/>
              <a:pathLst>
                <a:path w="1633" h="1403" extrusionOk="0">
                  <a:moveTo>
                    <a:pt x="774" y="0"/>
                  </a:moveTo>
                  <a:lnTo>
                    <a:pt x="733" y="105"/>
                  </a:lnTo>
                  <a:lnTo>
                    <a:pt x="670" y="105"/>
                  </a:lnTo>
                  <a:lnTo>
                    <a:pt x="628" y="126"/>
                  </a:lnTo>
                  <a:lnTo>
                    <a:pt x="523" y="147"/>
                  </a:lnTo>
                  <a:lnTo>
                    <a:pt x="481" y="210"/>
                  </a:lnTo>
                  <a:lnTo>
                    <a:pt x="398" y="147"/>
                  </a:lnTo>
                  <a:lnTo>
                    <a:pt x="314" y="147"/>
                  </a:lnTo>
                  <a:lnTo>
                    <a:pt x="272" y="63"/>
                  </a:lnTo>
                  <a:lnTo>
                    <a:pt x="189" y="42"/>
                  </a:lnTo>
                  <a:lnTo>
                    <a:pt x="84" y="126"/>
                  </a:lnTo>
                  <a:lnTo>
                    <a:pt x="0" y="272"/>
                  </a:lnTo>
                  <a:lnTo>
                    <a:pt x="63" y="335"/>
                  </a:lnTo>
                  <a:lnTo>
                    <a:pt x="84" y="524"/>
                  </a:lnTo>
                  <a:lnTo>
                    <a:pt x="209" y="565"/>
                  </a:lnTo>
                  <a:lnTo>
                    <a:pt x="251" y="670"/>
                  </a:lnTo>
                  <a:lnTo>
                    <a:pt x="398" y="796"/>
                  </a:lnTo>
                  <a:lnTo>
                    <a:pt x="481" y="796"/>
                  </a:lnTo>
                  <a:lnTo>
                    <a:pt x="565" y="858"/>
                  </a:lnTo>
                  <a:lnTo>
                    <a:pt x="628" y="879"/>
                  </a:lnTo>
                  <a:lnTo>
                    <a:pt x="628" y="1047"/>
                  </a:lnTo>
                  <a:lnTo>
                    <a:pt x="774" y="1109"/>
                  </a:lnTo>
                  <a:lnTo>
                    <a:pt x="816" y="1068"/>
                  </a:lnTo>
                  <a:lnTo>
                    <a:pt x="900" y="1068"/>
                  </a:lnTo>
                  <a:lnTo>
                    <a:pt x="942" y="1109"/>
                  </a:lnTo>
                  <a:lnTo>
                    <a:pt x="1025" y="1151"/>
                  </a:lnTo>
                  <a:lnTo>
                    <a:pt x="1151" y="1298"/>
                  </a:lnTo>
                  <a:lnTo>
                    <a:pt x="1256" y="1319"/>
                  </a:lnTo>
                  <a:lnTo>
                    <a:pt x="1360" y="1402"/>
                  </a:lnTo>
                  <a:lnTo>
                    <a:pt x="1423" y="1361"/>
                  </a:lnTo>
                  <a:lnTo>
                    <a:pt x="1507" y="1361"/>
                  </a:lnTo>
                  <a:lnTo>
                    <a:pt x="1507" y="1298"/>
                  </a:lnTo>
                  <a:lnTo>
                    <a:pt x="1444" y="1256"/>
                  </a:lnTo>
                  <a:lnTo>
                    <a:pt x="1444" y="1172"/>
                  </a:lnTo>
                  <a:lnTo>
                    <a:pt x="1423" y="1109"/>
                  </a:lnTo>
                  <a:lnTo>
                    <a:pt x="1465" y="1047"/>
                  </a:lnTo>
                  <a:lnTo>
                    <a:pt x="1528" y="942"/>
                  </a:lnTo>
                  <a:lnTo>
                    <a:pt x="1549" y="942"/>
                  </a:lnTo>
                  <a:lnTo>
                    <a:pt x="1632" y="775"/>
                  </a:lnTo>
                  <a:lnTo>
                    <a:pt x="1549" y="670"/>
                  </a:lnTo>
                  <a:lnTo>
                    <a:pt x="1549" y="628"/>
                  </a:lnTo>
                  <a:lnTo>
                    <a:pt x="1465" y="440"/>
                  </a:lnTo>
                  <a:lnTo>
                    <a:pt x="1507" y="356"/>
                  </a:lnTo>
                  <a:lnTo>
                    <a:pt x="1507" y="335"/>
                  </a:lnTo>
                  <a:lnTo>
                    <a:pt x="1402" y="314"/>
                  </a:lnTo>
                  <a:lnTo>
                    <a:pt x="1402" y="231"/>
                  </a:lnTo>
                  <a:lnTo>
                    <a:pt x="1339" y="147"/>
                  </a:lnTo>
                  <a:lnTo>
                    <a:pt x="1193" y="147"/>
                  </a:lnTo>
                  <a:lnTo>
                    <a:pt x="1130" y="63"/>
                  </a:lnTo>
                  <a:lnTo>
                    <a:pt x="1025" y="63"/>
                  </a:lnTo>
                  <a:lnTo>
                    <a:pt x="9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9281;p128">
              <a:extLst>
                <a:ext uri="{FF2B5EF4-FFF2-40B4-BE49-F238E27FC236}">
                  <a16:creationId xmlns:a16="http://schemas.microsoft.com/office/drawing/2014/main" id="{3AF293D9-048C-4506-865F-24060F25635F}"/>
                </a:ext>
              </a:extLst>
            </p:cNvPr>
            <p:cNvSpPr/>
            <p:nvPr/>
          </p:nvSpPr>
          <p:spPr>
            <a:xfrm>
              <a:off x="3779484" y="2783894"/>
              <a:ext cx="4739" cy="6425"/>
            </a:xfrm>
            <a:custGeom>
              <a:avLst/>
              <a:gdLst/>
              <a:ahLst/>
              <a:cxnLst/>
              <a:rect l="l" t="t" r="r" b="b"/>
              <a:pathLst>
                <a:path w="398" h="565" extrusionOk="0">
                  <a:moveTo>
                    <a:pt x="105" y="0"/>
                  </a:moveTo>
                  <a:lnTo>
                    <a:pt x="42" y="105"/>
                  </a:lnTo>
                  <a:lnTo>
                    <a:pt x="0" y="167"/>
                  </a:lnTo>
                  <a:lnTo>
                    <a:pt x="21" y="230"/>
                  </a:lnTo>
                  <a:lnTo>
                    <a:pt x="21" y="314"/>
                  </a:lnTo>
                  <a:lnTo>
                    <a:pt x="84" y="356"/>
                  </a:lnTo>
                  <a:lnTo>
                    <a:pt x="84" y="419"/>
                  </a:lnTo>
                  <a:lnTo>
                    <a:pt x="105" y="419"/>
                  </a:lnTo>
                  <a:lnTo>
                    <a:pt x="146" y="523"/>
                  </a:lnTo>
                  <a:lnTo>
                    <a:pt x="314" y="565"/>
                  </a:lnTo>
                  <a:lnTo>
                    <a:pt x="398" y="544"/>
                  </a:lnTo>
                  <a:lnTo>
                    <a:pt x="398" y="356"/>
                  </a:lnTo>
                  <a:lnTo>
                    <a:pt x="335" y="314"/>
                  </a:lnTo>
                  <a:lnTo>
                    <a:pt x="314" y="167"/>
                  </a:lnTo>
                  <a:lnTo>
                    <a:pt x="1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9282;p128">
              <a:extLst>
                <a:ext uri="{FF2B5EF4-FFF2-40B4-BE49-F238E27FC236}">
                  <a16:creationId xmlns:a16="http://schemas.microsoft.com/office/drawing/2014/main" id="{B4480755-31AD-CE7A-493C-DA3AF8C24D2C}"/>
                </a:ext>
              </a:extLst>
            </p:cNvPr>
            <p:cNvSpPr/>
            <p:nvPr/>
          </p:nvSpPr>
          <p:spPr>
            <a:xfrm>
              <a:off x="3681319" y="2737017"/>
              <a:ext cx="27661" cy="34982"/>
            </a:xfrm>
            <a:custGeom>
              <a:avLst/>
              <a:gdLst/>
              <a:ahLst/>
              <a:cxnLst/>
              <a:rect l="l" t="t" r="r" b="b"/>
              <a:pathLst>
                <a:path w="2323" h="3076" extrusionOk="0">
                  <a:moveTo>
                    <a:pt x="1737" y="0"/>
                  </a:moveTo>
                  <a:lnTo>
                    <a:pt x="1779" y="84"/>
                  </a:lnTo>
                  <a:lnTo>
                    <a:pt x="1653" y="84"/>
                  </a:lnTo>
                  <a:lnTo>
                    <a:pt x="1674" y="209"/>
                  </a:lnTo>
                  <a:lnTo>
                    <a:pt x="1590" y="314"/>
                  </a:lnTo>
                  <a:lnTo>
                    <a:pt x="1590" y="230"/>
                  </a:lnTo>
                  <a:lnTo>
                    <a:pt x="1653" y="188"/>
                  </a:lnTo>
                  <a:lnTo>
                    <a:pt x="1590" y="84"/>
                  </a:lnTo>
                  <a:lnTo>
                    <a:pt x="1528" y="105"/>
                  </a:lnTo>
                  <a:lnTo>
                    <a:pt x="1569" y="167"/>
                  </a:lnTo>
                  <a:lnTo>
                    <a:pt x="1465" y="188"/>
                  </a:lnTo>
                  <a:lnTo>
                    <a:pt x="1423" y="147"/>
                  </a:lnTo>
                  <a:lnTo>
                    <a:pt x="1256" y="167"/>
                  </a:lnTo>
                  <a:lnTo>
                    <a:pt x="1256" y="230"/>
                  </a:lnTo>
                  <a:lnTo>
                    <a:pt x="1214" y="230"/>
                  </a:lnTo>
                  <a:lnTo>
                    <a:pt x="1172" y="356"/>
                  </a:lnTo>
                  <a:lnTo>
                    <a:pt x="1256" y="377"/>
                  </a:lnTo>
                  <a:lnTo>
                    <a:pt x="1235" y="419"/>
                  </a:lnTo>
                  <a:lnTo>
                    <a:pt x="1151" y="419"/>
                  </a:lnTo>
                  <a:lnTo>
                    <a:pt x="1151" y="481"/>
                  </a:lnTo>
                  <a:lnTo>
                    <a:pt x="1046" y="502"/>
                  </a:lnTo>
                  <a:lnTo>
                    <a:pt x="1067" y="586"/>
                  </a:lnTo>
                  <a:lnTo>
                    <a:pt x="1214" y="586"/>
                  </a:lnTo>
                  <a:lnTo>
                    <a:pt x="1172" y="607"/>
                  </a:lnTo>
                  <a:lnTo>
                    <a:pt x="1276" y="586"/>
                  </a:lnTo>
                  <a:lnTo>
                    <a:pt x="1360" y="586"/>
                  </a:lnTo>
                  <a:lnTo>
                    <a:pt x="1235" y="711"/>
                  </a:lnTo>
                  <a:lnTo>
                    <a:pt x="1046" y="795"/>
                  </a:lnTo>
                  <a:lnTo>
                    <a:pt x="1130" y="837"/>
                  </a:lnTo>
                  <a:lnTo>
                    <a:pt x="942" y="879"/>
                  </a:lnTo>
                  <a:lnTo>
                    <a:pt x="858" y="837"/>
                  </a:lnTo>
                  <a:lnTo>
                    <a:pt x="795" y="921"/>
                  </a:lnTo>
                  <a:lnTo>
                    <a:pt x="753" y="816"/>
                  </a:lnTo>
                  <a:lnTo>
                    <a:pt x="502" y="753"/>
                  </a:lnTo>
                  <a:lnTo>
                    <a:pt x="502" y="816"/>
                  </a:lnTo>
                  <a:lnTo>
                    <a:pt x="335" y="753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419" y="942"/>
                  </a:lnTo>
                  <a:lnTo>
                    <a:pt x="440" y="984"/>
                  </a:lnTo>
                  <a:lnTo>
                    <a:pt x="481" y="1088"/>
                  </a:lnTo>
                  <a:lnTo>
                    <a:pt x="419" y="1088"/>
                  </a:lnTo>
                  <a:lnTo>
                    <a:pt x="398" y="1025"/>
                  </a:lnTo>
                  <a:lnTo>
                    <a:pt x="272" y="1025"/>
                  </a:lnTo>
                  <a:lnTo>
                    <a:pt x="419" y="1130"/>
                  </a:lnTo>
                  <a:lnTo>
                    <a:pt x="544" y="1109"/>
                  </a:lnTo>
                  <a:lnTo>
                    <a:pt x="586" y="1214"/>
                  </a:lnTo>
                  <a:lnTo>
                    <a:pt x="440" y="1235"/>
                  </a:lnTo>
                  <a:lnTo>
                    <a:pt x="419" y="1276"/>
                  </a:lnTo>
                  <a:lnTo>
                    <a:pt x="440" y="1339"/>
                  </a:lnTo>
                  <a:lnTo>
                    <a:pt x="293" y="1360"/>
                  </a:lnTo>
                  <a:lnTo>
                    <a:pt x="335" y="1444"/>
                  </a:lnTo>
                  <a:lnTo>
                    <a:pt x="272" y="1465"/>
                  </a:lnTo>
                  <a:lnTo>
                    <a:pt x="377" y="1528"/>
                  </a:lnTo>
                  <a:lnTo>
                    <a:pt x="419" y="1507"/>
                  </a:lnTo>
                  <a:lnTo>
                    <a:pt x="398" y="1548"/>
                  </a:lnTo>
                  <a:lnTo>
                    <a:pt x="523" y="1528"/>
                  </a:lnTo>
                  <a:lnTo>
                    <a:pt x="544" y="1674"/>
                  </a:lnTo>
                  <a:lnTo>
                    <a:pt x="858" y="1674"/>
                  </a:lnTo>
                  <a:lnTo>
                    <a:pt x="753" y="1758"/>
                  </a:lnTo>
                  <a:lnTo>
                    <a:pt x="691" y="1737"/>
                  </a:lnTo>
                  <a:lnTo>
                    <a:pt x="586" y="1925"/>
                  </a:lnTo>
                  <a:lnTo>
                    <a:pt x="628" y="1925"/>
                  </a:lnTo>
                  <a:lnTo>
                    <a:pt x="523" y="2051"/>
                  </a:lnTo>
                  <a:lnTo>
                    <a:pt x="335" y="2176"/>
                  </a:lnTo>
                  <a:lnTo>
                    <a:pt x="419" y="2176"/>
                  </a:lnTo>
                  <a:lnTo>
                    <a:pt x="523" y="2134"/>
                  </a:lnTo>
                  <a:lnTo>
                    <a:pt x="586" y="2155"/>
                  </a:lnTo>
                  <a:lnTo>
                    <a:pt x="732" y="2155"/>
                  </a:lnTo>
                  <a:lnTo>
                    <a:pt x="816" y="2072"/>
                  </a:lnTo>
                  <a:lnTo>
                    <a:pt x="816" y="2092"/>
                  </a:lnTo>
                  <a:lnTo>
                    <a:pt x="942" y="2134"/>
                  </a:lnTo>
                  <a:lnTo>
                    <a:pt x="691" y="2176"/>
                  </a:lnTo>
                  <a:lnTo>
                    <a:pt x="502" y="2197"/>
                  </a:lnTo>
                  <a:lnTo>
                    <a:pt x="440" y="2281"/>
                  </a:lnTo>
                  <a:lnTo>
                    <a:pt x="314" y="2302"/>
                  </a:lnTo>
                  <a:lnTo>
                    <a:pt x="377" y="2364"/>
                  </a:lnTo>
                  <a:lnTo>
                    <a:pt x="335" y="2406"/>
                  </a:lnTo>
                  <a:lnTo>
                    <a:pt x="398" y="2448"/>
                  </a:lnTo>
                  <a:lnTo>
                    <a:pt x="293" y="2469"/>
                  </a:lnTo>
                  <a:lnTo>
                    <a:pt x="209" y="2385"/>
                  </a:lnTo>
                  <a:lnTo>
                    <a:pt x="188" y="2448"/>
                  </a:lnTo>
                  <a:lnTo>
                    <a:pt x="168" y="2406"/>
                  </a:lnTo>
                  <a:lnTo>
                    <a:pt x="0" y="2490"/>
                  </a:lnTo>
                  <a:lnTo>
                    <a:pt x="21" y="2511"/>
                  </a:lnTo>
                  <a:lnTo>
                    <a:pt x="398" y="2511"/>
                  </a:lnTo>
                  <a:lnTo>
                    <a:pt x="272" y="2595"/>
                  </a:lnTo>
                  <a:lnTo>
                    <a:pt x="105" y="2657"/>
                  </a:lnTo>
                  <a:lnTo>
                    <a:pt x="63" y="2762"/>
                  </a:lnTo>
                  <a:lnTo>
                    <a:pt x="168" y="2762"/>
                  </a:lnTo>
                  <a:lnTo>
                    <a:pt x="188" y="2825"/>
                  </a:lnTo>
                  <a:lnTo>
                    <a:pt x="440" y="2762"/>
                  </a:lnTo>
                  <a:lnTo>
                    <a:pt x="440" y="2762"/>
                  </a:lnTo>
                  <a:lnTo>
                    <a:pt x="230" y="2888"/>
                  </a:lnTo>
                  <a:lnTo>
                    <a:pt x="168" y="2929"/>
                  </a:lnTo>
                  <a:lnTo>
                    <a:pt x="314" y="2929"/>
                  </a:lnTo>
                  <a:lnTo>
                    <a:pt x="502" y="2825"/>
                  </a:lnTo>
                  <a:lnTo>
                    <a:pt x="481" y="2908"/>
                  </a:lnTo>
                  <a:lnTo>
                    <a:pt x="314" y="2992"/>
                  </a:lnTo>
                  <a:lnTo>
                    <a:pt x="419" y="2992"/>
                  </a:lnTo>
                  <a:lnTo>
                    <a:pt x="398" y="3034"/>
                  </a:lnTo>
                  <a:lnTo>
                    <a:pt x="398" y="3034"/>
                  </a:lnTo>
                  <a:lnTo>
                    <a:pt x="523" y="3013"/>
                  </a:lnTo>
                  <a:lnTo>
                    <a:pt x="607" y="3076"/>
                  </a:lnTo>
                  <a:lnTo>
                    <a:pt x="795" y="3034"/>
                  </a:lnTo>
                  <a:lnTo>
                    <a:pt x="963" y="2992"/>
                  </a:lnTo>
                  <a:lnTo>
                    <a:pt x="1130" y="2888"/>
                  </a:lnTo>
                  <a:lnTo>
                    <a:pt x="1067" y="2783"/>
                  </a:lnTo>
                  <a:lnTo>
                    <a:pt x="1172" y="2783"/>
                  </a:lnTo>
                  <a:lnTo>
                    <a:pt x="1151" y="2867"/>
                  </a:lnTo>
                  <a:lnTo>
                    <a:pt x="1256" y="2867"/>
                  </a:lnTo>
                  <a:lnTo>
                    <a:pt x="1360" y="2720"/>
                  </a:lnTo>
                  <a:lnTo>
                    <a:pt x="1444" y="2762"/>
                  </a:lnTo>
                  <a:lnTo>
                    <a:pt x="1465" y="2657"/>
                  </a:lnTo>
                  <a:lnTo>
                    <a:pt x="1800" y="2595"/>
                  </a:lnTo>
                  <a:lnTo>
                    <a:pt x="1841" y="2511"/>
                  </a:lnTo>
                  <a:lnTo>
                    <a:pt x="1862" y="2616"/>
                  </a:lnTo>
                  <a:lnTo>
                    <a:pt x="1946" y="2553"/>
                  </a:lnTo>
                  <a:lnTo>
                    <a:pt x="2009" y="2574"/>
                  </a:lnTo>
                  <a:lnTo>
                    <a:pt x="2176" y="2574"/>
                  </a:lnTo>
                  <a:lnTo>
                    <a:pt x="2072" y="2406"/>
                  </a:lnTo>
                  <a:lnTo>
                    <a:pt x="2155" y="2385"/>
                  </a:lnTo>
                  <a:lnTo>
                    <a:pt x="2218" y="2281"/>
                  </a:lnTo>
                  <a:lnTo>
                    <a:pt x="2218" y="2176"/>
                  </a:lnTo>
                  <a:lnTo>
                    <a:pt x="2302" y="2072"/>
                  </a:lnTo>
                  <a:lnTo>
                    <a:pt x="2323" y="1967"/>
                  </a:lnTo>
                  <a:lnTo>
                    <a:pt x="2302" y="1716"/>
                  </a:lnTo>
                  <a:lnTo>
                    <a:pt x="2218" y="1674"/>
                  </a:lnTo>
                  <a:lnTo>
                    <a:pt x="2302" y="1632"/>
                  </a:lnTo>
                  <a:lnTo>
                    <a:pt x="2302" y="1507"/>
                  </a:lnTo>
                  <a:lnTo>
                    <a:pt x="2218" y="1402"/>
                  </a:lnTo>
                  <a:lnTo>
                    <a:pt x="2260" y="1256"/>
                  </a:lnTo>
                  <a:lnTo>
                    <a:pt x="2176" y="1214"/>
                  </a:lnTo>
                  <a:lnTo>
                    <a:pt x="2197" y="1130"/>
                  </a:lnTo>
                  <a:lnTo>
                    <a:pt x="2281" y="1151"/>
                  </a:lnTo>
                  <a:lnTo>
                    <a:pt x="2281" y="1151"/>
                  </a:lnTo>
                  <a:lnTo>
                    <a:pt x="2155" y="1088"/>
                  </a:lnTo>
                  <a:lnTo>
                    <a:pt x="2072" y="1046"/>
                  </a:lnTo>
                  <a:lnTo>
                    <a:pt x="1967" y="837"/>
                  </a:lnTo>
                  <a:lnTo>
                    <a:pt x="1800" y="732"/>
                  </a:lnTo>
                  <a:lnTo>
                    <a:pt x="1737" y="795"/>
                  </a:lnTo>
                  <a:lnTo>
                    <a:pt x="1695" y="942"/>
                  </a:lnTo>
                  <a:lnTo>
                    <a:pt x="1632" y="984"/>
                  </a:lnTo>
                  <a:lnTo>
                    <a:pt x="1360" y="732"/>
                  </a:lnTo>
                  <a:lnTo>
                    <a:pt x="1486" y="502"/>
                  </a:lnTo>
                  <a:lnTo>
                    <a:pt x="1632" y="481"/>
                  </a:lnTo>
                  <a:lnTo>
                    <a:pt x="1653" y="377"/>
                  </a:lnTo>
                  <a:lnTo>
                    <a:pt x="1737" y="356"/>
                  </a:lnTo>
                  <a:lnTo>
                    <a:pt x="1779" y="272"/>
                  </a:lnTo>
                  <a:lnTo>
                    <a:pt x="1737" y="293"/>
                  </a:lnTo>
                  <a:lnTo>
                    <a:pt x="1737" y="293"/>
                  </a:lnTo>
                  <a:lnTo>
                    <a:pt x="1841" y="188"/>
                  </a:lnTo>
                  <a:lnTo>
                    <a:pt x="1946" y="147"/>
                  </a:lnTo>
                  <a:lnTo>
                    <a:pt x="1841" y="84"/>
                  </a:lnTo>
                  <a:lnTo>
                    <a:pt x="17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37" name="Google Shape;9283;p128">
              <a:extLst>
                <a:ext uri="{FF2B5EF4-FFF2-40B4-BE49-F238E27FC236}">
                  <a16:creationId xmlns:a16="http://schemas.microsoft.com/office/drawing/2014/main" id="{F818FBF4-3B86-B011-3A0E-73F6CB2EB93E}"/>
                </a:ext>
              </a:extLst>
            </p:cNvPr>
            <p:cNvGrpSpPr/>
            <p:nvPr/>
          </p:nvGrpSpPr>
          <p:grpSpPr>
            <a:xfrm>
              <a:off x="3697513" y="2707266"/>
              <a:ext cx="59549" cy="79733"/>
              <a:chOff x="3586375" y="2281300"/>
              <a:chExt cx="125025" cy="175275"/>
            </a:xfrm>
            <a:grpFill/>
          </p:grpSpPr>
          <p:sp>
            <p:nvSpPr>
              <p:cNvPr id="452" name="Google Shape;9284;p128">
                <a:extLst>
                  <a:ext uri="{FF2B5EF4-FFF2-40B4-BE49-F238E27FC236}">
                    <a16:creationId xmlns:a16="http://schemas.microsoft.com/office/drawing/2014/main" id="{E46EBBB9-1DCA-00AD-83EB-140AC68C5E70}"/>
                  </a:ext>
                </a:extLst>
              </p:cNvPr>
              <p:cNvSpPr/>
              <p:nvPr/>
            </p:nvSpPr>
            <p:spPr>
              <a:xfrm>
                <a:off x="3609900" y="2281300"/>
                <a:ext cx="101500" cy="175275"/>
              </a:xfrm>
              <a:custGeom>
                <a:avLst/>
                <a:gdLst/>
                <a:ahLst/>
                <a:cxnLst/>
                <a:rect l="l" t="t" r="r" b="b"/>
                <a:pathLst>
                  <a:path w="4060" h="7011" extrusionOk="0">
                    <a:moveTo>
                      <a:pt x="1340" y="1"/>
                    </a:moveTo>
                    <a:lnTo>
                      <a:pt x="1277" y="63"/>
                    </a:lnTo>
                    <a:lnTo>
                      <a:pt x="1235" y="42"/>
                    </a:lnTo>
                    <a:lnTo>
                      <a:pt x="1110" y="84"/>
                    </a:lnTo>
                    <a:lnTo>
                      <a:pt x="1026" y="84"/>
                    </a:lnTo>
                    <a:lnTo>
                      <a:pt x="921" y="105"/>
                    </a:lnTo>
                    <a:lnTo>
                      <a:pt x="859" y="105"/>
                    </a:lnTo>
                    <a:lnTo>
                      <a:pt x="838" y="168"/>
                    </a:lnTo>
                    <a:lnTo>
                      <a:pt x="838" y="105"/>
                    </a:lnTo>
                    <a:lnTo>
                      <a:pt x="796" y="84"/>
                    </a:lnTo>
                    <a:lnTo>
                      <a:pt x="712" y="168"/>
                    </a:lnTo>
                    <a:lnTo>
                      <a:pt x="733" y="105"/>
                    </a:lnTo>
                    <a:lnTo>
                      <a:pt x="608" y="42"/>
                    </a:lnTo>
                    <a:lnTo>
                      <a:pt x="587" y="105"/>
                    </a:lnTo>
                    <a:lnTo>
                      <a:pt x="524" y="168"/>
                    </a:lnTo>
                    <a:lnTo>
                      <a:pt x="545" y="231"/>
                    </a:lnTo>
                    <a:lnTo>
                      <a:pt x="524" y="231"/>
                    </a:lnTo>
                    <a:lnTo>
                      <a:pt x="524" y="314"/>
                    </a:lnTo>
                    <a:lnTo>
                      <a:pt x="419" y="356"/>
                    </a:lnTo>
                    <a:lnTo>
                      <a:pt x="482" y="419"/>
                    </a:lnTo>
                    <a:lnTo>
                      <a:pt x="440" y="503"/>
                    </a:lnTo>
                    <a:lnTo>
                      <a:pt x="398" y="503"/>
                    </a:lnTo>
                    <a:lnTo>
                      <a:pt x="503" y="607"/>
                    </a:lnTo>
                    <a:lnTo>
                      <a:pt x="545" y="670"/>
                    </a:lnTo>
                    <a:lnTo>
                      <a:pt x="419" y="607"/>
                    </a:lnTo>
                    <a:lnTo>
                      <a:pt x="398" y="670"/>
                    </a:lnTo>
                    <a:lnTo>
                      <a:pt x="315" y="587"/>
                    </a:lnTo>
                    <a:lnTo>
                      <a:pt x="294" y="628"/>
                    </a:lnTo>
                    <a:lnTo>
                      <a:pt x="315" y="691"/>
                    </a:lnTo>
                    <a:lnTo>
                      <a:pt x="294" y="733"/>
                    </a:lnTo>
                    <a:lnTo>
                      <a:pt x="273" y="628"/>
                    </a:lnTo>
                    <a:lnTo>
                      <a:pt x="210" y="733"/>
                    </a:lnTo>
                    <a:lnTo>
                      <a:pt x="273" y="796"/>
                    </a:lnTo>
                    <a:lnTo>
                      <a:pt x="210" y="817"/>
                    </a:lnTo>
                    <a:lnTo>
                      <a:pt x="294" y="900"/>
                    </a:lnTo>
                    <a:lnTo>
                      <a:pt x="336" y="900"/>
                    </a:lnTo>
                    <a:lnTo>
                      <a:pt x="294" y="942"/>
                    </a:lnTo>
                    <a:lnTo>
                      <a:pt x="210" y="900"/>
                    </a:lnTo>
                    <a:lnTo>
                      <a:pt x="210" y="1026"/>
                    </a:lnTo>
                    <a:lnTo>
                      <a:pt x="210" y="1047"/>
                    </a:lnTo>
                    <a:lnTo>
                      <a:pt x="377" y="1026"/>
                    </a:lnTo>
                    <a:lnTo>
                      <a:pt x="273" y="1089"/>
                    </a:lnTo>
                    <a:lnTo>
                      <a:pt x="273" y="1110"/>
                    </a:lnTo>
                    <a:lnTo>
                      <a:pt x="294" y="1131"/>
                    </a:lnTo>
                    <a:lnTo>
                      <a:pt x="377" y="1110"/>
                    </a:lnTo>
                    <a:lnTo>
                      <a:pt x="336" y="1131"/>
                    </a:lnTo>
                    <a:lnTo>
                      <a:pt x="398" y="1151"/>
                    </a:lnTo>
                    <a:lnTo>
                      <a:pt x="398" y="1151"/>
                    </a:lnTo>
                    <a:lnTo>
                      <a:pt x="315" y="1131"/>
                    </a:lnTo>
                    <a:lnTo>
                      <a:pt x="294" y="1151"/>
                    </a:lnTo>
                    <a:lnTo>
                      <a:pt x="294" y="1214"/>
                    </a:lnTo>
                    <a:lnTo>
                      <a:pt x="315" y="1235"/>
                    </a:lnTo>
                    <a:lnTo>
                      <a:pt x="273" y="1256"/>
                    </a:lnTo>
                    <a:lnTo>
                      <a:pt x="231" y="1319"/>
                    </a:lnTo>
                    <a:lnTo>
                      <a:pt x="294" y="1319"/>
                    </a:lnTo>
                    <a:lnTo>
                      <a:pt x="294" y="1361"/>
                    </a:lnTo>
                    <a:lnTo>
                      <a:pt x="210" y="1340"/>
                    </a:lnTo>
                    <a:lnTo>
                      <a:pt x="189" y="1403"/>
                    </a:lnTo>
                    <a:lnTo>
                      <a:pt x="210" y="1444"/>
                    </a:lnTo>
                    <a:lnTo>
                      <a:pt x="189" y="1465"/>
                    </a:lnTo>
                    <a:lnTo>
                      <a:pt x="168" y="1528"/>
                    </a:lnTo>
                    <a:lnTo>
                      <a:pt x="63" y="1528"/>
                    </a:lnTo>
                    <a:lnTo>
                      <a:pt x="1" y="1549"/>
                    </a:lnTo>
                    <a:lnTo>
                      <a:pt x="63" y="1570"/>
                    </a:lnTo>
                    <a:lnTo>
                      <a:pt x="126" y="1570"/>
                    </a:lnTo>
                    <a:lnTo>
                      <a:pt x="189" y="1612"/>
                    </a:lnTo>
                    <a:lnTo>
                      <a:pt x="168" y="1633"/>
                    </a:lnTo>
                    <a:lnTo>
                      <a:pt x="105" y="1633"/>
                    </a:lnTo>
                    <a:lnTo>
                      <a:pt x="189" y="1716"/>
                    </a:lnTo>
                    <a:lnTo>
                      <a:pt x="210" y="1716"/>
                    </a:lnTo>
                    <a:lnTo>
                      <a:pt x="273" y="1737"/>
                    </a:lnTo>
                    <a:lnTo>
                      <a:pt x="503" y="1507"/>
                    </a:lnTo>
                    <a:lnTo>
                      <a:pt x="482" y="1570"/>
                    </a:lnTo>
                    <a:lnTo>
                      <a:pt x="503" y="1612"/>
                    </a:lnTo>
                    <a:lnTo>
                      <a:pt x="419" y="1633"/>
                    </a:lnTo>
                    <a:lnTo>
                      <a:pt x="377" y="1758"/>
                    </a:lnTo>
                    <a:lnTo>
                      <a:pt x="377" y="1779"/>
                    </a:lnTo>
                    <a:lnTo>
                      <a:pt x="315" y="1947"/>
                    </a:lnTo>
                    <a:lnTo>
                      <a:pt x="336" y="1947"/>
                    </a:lnTo>
                    <a:lnTo>
                      <a:pt x="294" y="2135"/>
                    </a:lnTo>
                    <a:lnTo>
                      <a:pt x="294" y="2239"/>
                    </a:lnTo>
                    <a:lnTo>
                      <a:pt x="231" y="2281"/>
                    </a:lnTo>
                    <a:lnTo>
                      <a:pt x="294" y="2323"/>
                    </a:lnTo>
                    <a:lnTo>
                      <a:pt x="315" y="2302"/>
                    </a:lnTo>
                    <a:lnTo>
                      <a:pt x="231" y="2449"/>
                    </a:lnTo>
                    <a:lnTo>
                      <a:pt x="231" y="2595"/>
                    </a:lnTo>
                    <a:lnTo>
                      <a:pt x="189" y="2658"/>
                    </a:lnTo>
                    <a:lnTo>
                      <a:pt x="189" y="2700"/>
                    </a:lnTo>
                    <a:lnTo>
                      <a:pt x="315" y="2700"/>
                    </a:lnTo>
                    <a:lnTo>
                      <a:pt x="294" y="2595"/>
                    </a:lnTo>
                    <a:lnTo>
                      <a:pt x="336" y="2491"/>
                    </a:lnTo>
                    <a:lnTo>
                      <a:pt x="336" y="2407"/>
                    </a:lnTo>
                    <a:lnTo>
                      <a:pt x="398" y="2323"/>
                    </a:lnTo>
                    <a:lnTo>
                      <a:pt x="336" y="2135"/>
                    </a:lnTo>
                    <a:lnTo>
                      <a:pt x="398" y="2135"/>
                    </a:lnTo>
                    <a:lnTo>
                      <a:pt x="545" y="1947"/>
                    </a:lnTo>
                    <a:lnTo>
                      <a:pt x="440" y="2135"/>
                    </a:lnTo>
                    <a:lnTo>
                      <a:pt x="419" y="2239"/>
                    </a:lnTo>
                    <a:lnTo>
                      <a:pt x="482" y="2260"/>
                    </a:lnTo>
                    <a:lnTo>
                      <a:pt x="482" y="2198"/>
                    </a:lnTo>
                    <a:lnTo>
                      <a:pt x="545" y="2135"/>
                    </a:lnTo>
                    <a:lnTo>
                      <a:pt x="587" y="2260"/>
                    </a:lnTo>
                    <a:lnTo>
                      <a:pt x="628" y="2135"/>
                    </a:lnTo>
                    <a:lnTo>
                      <a:pt x="628" y="2030"/>
                    </a:lnTo>
                    <a:lnTo>
                      <a:pt x="691" y="1988"/>
                    </a:lnTo>
                    <a:lnTo>
                      <a:pt x="649" y="2135"/>
                    </a:lnTo>
                    <a:lnTo>
                      <a:pt x="754" y="2198"/>
                    </a:lnTo>
                    <a:lnTo>
                      <a:pt x="649" y="2177"/>
                    </a:lnTo>
                    <a:lnTo>
                      <a:pt x="628" y="2323"/>
                    </a:lnTo>
                    <a:lnTo>
                      <a:pt x="649" y="2449"/>
                    </a:lnTo>
                    <a:lnTo>
                      <a:pt x="712" y="2470"/>
                    </a:lnTo>
                    <a:lnTo>
                      <a:pt x="754" y="2574"/>
                    </a:lnTo>
                    <a:lnTo>
                      <a:pt x="649" y="2658"/>
                    </a:lnTo>
                    <a:lnTo>
                      <a:pt x="587" y="2909"/>
                    </a:lnTo>
                    <a:lnTo>
                      <a:pt x="587" y="3014"/>
                    </a:lnTo>
                    <a:lnTo>
                      <a:pt x="503" y="2972"/>
                    </a:lnTo>
                    <a:lnTo>
                      <a:pt x="503" y="3097"/>
                    </a:lnTo>
                    <a:lnTo>
                      <a:pt x="628" y="3244"/>
                    </a:lnTo>
                    <a:lnTo>
                      <a:pt x="587" y="3097"/>
                    </a:lnTo>
                    <a:lnTo>
                      <a:pt x="649" y="3076"/>
                    </a:lnTo>
                    <a:lnTo>
                      <a:pt x="859" y="3223"/>
                    </a:lnTo>
                    <a:lnTo>
                      <a:pt x="859" y="3097"/>
                    </a:lnTo>
                    <a:lnTo>
                      <a:pt x="796" y="3035"/>
                    </a:lnTo>
                    <a:lnTo>
                      <a:pt x="838" y="3014"/>
                    </a:lnTo>
                    <a:lnTo>
                      <a:pt x="1005" y="3118"/>
                    </a:lnTo>
                    <a:lnTo>
                      <a:pt x="1131" y="3118"/>
                    </a:lnTo>
                    <a:lnTo>
                      <a:pt x="1131" y="3076"/>
                    </a:lnTo>
                    <a:lnTo>
                      <a:pt x="1235" y="3076"/>
                    </a:lnTo>
                    <a:lnTo>
                      <a:pt x="1256" y="2972"/>
                    </a:lnTo>
                    <a:lnTo>
                      <a:pt x="1549" y="2993"/>
                    </a:lnTo>
                    <a:lnTo>
                      <a:pt x="1361" y="3014"/>
                    </a:lnTo>
                    <a:lnTo>
                      <a:pt x="1235" y="3348"/>
                    </a:lnTo>
                    <a:lnTo>
                      <a:pt x="1382" y="3620"/>
                    </a:lnTo>
                    <a:lnTo>
                      <a:pt x="1444" y="3558"/>
                    </a:lnTo>
                    <a:lnTo>
                      <a:pt x="1444" y="3704"/>
                    </a:lnTo>
                    <a:lnTo>
                      <a:pt x="1549" y="3600"/>
                    </a:lnTo>
                    <a:lnTo>
                      <a:pt x="1654" y="3600"/>
                    </a:lnTo>
                    <a:lnTo>
                      <a:pt x="1633" y="3746"/>
                    </a:lnTo>
                    <a:lnTo>
                      <a:pt x="1654" y="3767"/>
                    </a:lnTo>
                    <a:lnTo>
                      <a:pt x="1549" y="3851"/>
                    </a:lnTo>
                    <a:lnTo>
                      <a:pt x="1570" y="4018"/>
                    </a:lnTo>
                    <a:lnTo>
                      <a:pt x="1528" y="4123"/>
                    </a:lnTo>
                    <a:lnTo>
                      <a:pt x="1570" y="4227"/>
                    </a:lnTo>
                    <a:lnTo>
                      <a:pt x="1654" y="4290"/>
                    </a:lnTo>
                    <a:lnTo>
                      <a:pt x="1737" y="4290"/>
                    </a:lnTo>
                    <a:lnTo>
                      <a:pt x="1675" y="4332"/>
                    </a:lnTo>
                    <a:lnTo>
                      <a:pt x="1591" y="4332"/>
                    </a:lnTo>
                    <a:lnTo>
                      <a:pt x="1549" y="4248"/>
                    </a:lnTo>
                    <a:lnTo>
                      <a:pt x="1465" y="4269"/>
                    </a:lnTo>
                    <a:lnTo>
                      <a:pt x="1528" y="4353"/>
                    </a:lnTo>
                    <a:lnTo>
                      <a:pt x="1591" y="4395"/>
                    </a:lnTo>
                    <a:lnTo>
                      <a:pt x="1486" y="4374"/>
                    </a:lnTo>
                    <a:lnTo>
                      <a:pt x="1424" y="4290"/>
                    </a:lnTo>
                    <a:lnTo>
                      <a:pt x="1235" y="4353"/>
                    </a:lnTo>
                    <a:lnTo>
                      <a:pt x="1152" y="4353"/>
                    </a:lnTo>
                    <a:lnTo>
                      <a:pt x="963" y="4436"/>
                    </a:lnTo>
                    <a:lnTo>
                      <a:pt x="859" y="4583"/>
                    </a:lnTo>
                    <a:lnTo>
                      <a:pt x="733" y="4667"/>
                    </a:lnTo>
                    <a:lnTo>
                      <a:pt x="691" y="4750"/>
                    </a:lnTo>
                    <a:lnTo>
                      <a:pt x="817" y="4750"/>
                    </a:lnTo>
                    <a:lnTo>
                      <a:pt x="817" y="4688"/>
                    </a:lnTo>
                    <a:lnTo>
                      <a:pt x="1026" y="4646"/>
                    </a:lnTo>
                    <a:lnTo>
                      <a:pt x="1005" y="4750"/>
                    </a:lnTo>
                    <a:lnTo>
                      <a:pt x="1068" y="4813"/>
                    </a:lnTo>
                    <a:lnTo>
                      <a:pt x="1005" y="4876"/>
                    </a:lnTo>
                    <a:lnTo>
                      <a:pt x="1026" y="4960"/>
                    </a:lnTo>
                    <a:lnTo>
                      <a:pt x="1068" y="4960"/>
                    </a:lnTo>
                    <a:lnTo>
                      <a:pt x="942" y="5190"/>
                    </a:lnTo>
                    <a:lnTo>
                      <a:pt x="859" y="5232"/>
                    </a:lnTo>
                    <a:lnTo>
                      <a:pt x="754" y="5294"/>
                    </a:lnTo>
                    <a:lnTo>
                      <a:pt x="733" y="5294"/>
                    </a:lnTo>
                    <a:lnTo>
                      <a:pt x="608" y="5378"/>
                    </a:lnTo>
                    <a:lnTo>
                      <a:pt x="524" y="5378"/>
                    </a:lnTo>
                    <a:lnTo>
                      <a:pt x="398" y="5483"/>
                    </a:lnTo>
                    <a:lnTo>
                      <a:pt x="503" y="5483"/>
                    </a:lnTo>
                    <a:lnTo>
                      <a:pt x="503" y="5545"/>
                    </a:lnTo>
                    <a:lnTo>
                      <a:pt x="419" y="5608"/>
                    </a:lnTo>
                    <a:lnTo>
                      <a:pt x="545" y="5629"/>
                    </a:lnTo>
                    <a:lnTo>
                      <a:pt x="524" y="5650"/>
                    </a:lnTo>
                    <a:lnTo>
                      <a:pt x="587" y="5692"/>
                    </a:lnTo>
                    <a:lnTo>
                      <a:pt x="649" y="5650"/>
                    </a:lnTo>
                    <a:lnTo>
                      <a:pt x="754" y="5608"/>
                    </a:lnTo>
                    <a:lnTo>
                      <a:pt x="900" y="5545"/>
                    </a:lnTo>
                    <a:lnTo>
                      <a:pt x="921" y="5629"/>
                    </a:lnTo>
                    <a:lnTo>
                      <a:pt x="1026" y="5650"/>
                    </a:lnTo>
                    <a:lnTo>
                      <a:pt x="942" y="5692"/>
                    </a:lnTo>
                    <a:lnTo>
                      <a:pt x="921" y="5734"/>
                    </a:lnTo>
                    <a:lnTo>
                      <a:pt x="1068" y="5734"/>
                    </a:lnTo>
                    <a:lnTo>
                      <a:pt x="1068" y="5713"/>
                    </a:lnTo>
                    <a:lnTo>
                      <a:pt x="1152" y="5692"/>
                    </a:lnTo>
                    <a:lnTo>
                      <a:pt x="1256" y="5796"/>
                    </a:lnTo>
                    <a:lnTo>
                      <a:pt x="1319" y="5859"/>
                    </a:lnTo>
                    <a:lnTo>
                      <a:pt x="1486" y="5859"/>
                    </a:lnTo>
                    <a:lnTo>
                      <a:pt x="1549" y="5796"/>
                    </a:lnTo>
                    <a:lnTo>
                      <a:pt x="1633" y="5755"/>
                    </a:lnTo>
                    <a:lnTo>
                      <a:pt x="1758" y="5713"/>
                    </a:lnTo>
                    <a:lnTo>
                      <a:pt x="1800" y="5650"/>
                    </a:lnTo>
                    <a:lnTo>
                      <a:pt x="1905" y="5608"/>
                    </a:lnTo>
                    <a:lnTo>
                      <a:pt x="1758" y="5755"/>
                    </a:lnTo>
                    <a:lnTo>
                      <a:pt x="1633" y="5901"/>
                    </a:lnTo>
                    <a:lnTo>
                      <a:pt x="1633" y="6048"/>
                    </a:lnTo>
                    <a:lnTo>
                      <a:pt x="1528" y="6048"/>
                    </a:lnTo>
                    <a:lnTo>
                      <a:pt x="1444" y="6068"/>
                    </a:lnTo>
                    <a:lnTo>
                      <a:pt x="1361" y="6027"/>
                    </a:lnTo>
                    <a:lnTo>
                      <a:pt x="1131" y="6006"/>
                    </a:lnTo>
                    <a:lnTo>
                      <a:pt x="963" y="6048"/>
                    </a:lnTo>
                    <a:lnTo>
                      <a:pt x="963" y="6131"/>
                    </a:lnTo>
                    <a:lnTo>
                      <a:pt x="900" y="6215"/>
                    </a:lnTo>
                    <a:lnTo>
                      <a:pt x="796" y="6215"/>
                    </a:lnTo>
                    <a:lnTo>
                      <a:pt x="796" y="6382"/>
                    </a:lnTo>
                    <a:lnTo>
                      <a:pt x="691" y="6487"/>
                    </a:lnTo>
                    <a:lnTo>
                      <a:pt x="649" y="6550"/>
                    </a:lnTo>
                    <a:lnTo>
                      <a:pt x="545" y="6550"/>
                    </a:lnTo>
                    <a:lnTo>
                      <a:pt x="524" y="6675"/>
                    </a:lnTo>
                    <a:lnTo>
                      <a:pt x="482" y="6675"/>
                    </a:lnTo>
                    <a:lnTo>
                      <a:pt x="440" y="6738"/>
                    </a:lnTo>
                    <a:lnTo>
                      <a:pt x="315" y="6843"/>
                    </a:lnTo>
                    <a:lnTo>
                      <a:pt x="231" y="6801"/>
                    </a:lnTo>
                    <a:lnTo>
                      <a:pt x="168" y="6864"/>
                    </a:lnTo>
                    <a:lnTo>
                      <a:pt x="168" y="6968"/>
                    </a:lnTo>
                    <a:lnTo>
                      <a:pt x="273" y="6968"/>
                    </a:lnTo>
                    <a:lnTo>
                      <a:pt x="273" y="6885"/>
                    </a:lnTo>
                    <a:lnTo>
                      <a:pt x="377" y="6905"/>
                    </a:lnTo>
                    <a:lnTo>
                      <a:pt x="419" y="7010"/>
                    </a:lnTo>
                    <a:lnTo>
                      <a:pt x="503" y="6968"/>
                    </a:lnTo>
                    <a:lnTo>
                      <a:pt x="482" y="6905"/>
                    </a:lnTo>
                    <a:lnTo>
                      <a:pt x="524" y="6843"/>
                    </a:lnTo>
                    <a:lnTo>
                      <a:pt x="545" y="6864"/>
                    </a:lnTo>
                    <a:lnTo>
                      <a:pt x="628" y="6801"/>
                    </a:lnTo>
                    <a:lnTo>
                      <a:pt x="649" y="6801"/>
                    </a:lnTo>
                    <a:lnTo>
                      <a:pt x="712" y="6696"/>
                    </a:lnTo>
                    <a:lnTo>
                      <a:pt x="817" y="6759"/>
                    </a:lnTo>
                    <a:lnTo>
                      <a:pt x="900" y="6696"/>
                    </a:lnTo>
                    <a:lnTo>
                      <a:pt x="963" y="6738"/>
                    </a:lnTo>
                    <a:lnTo>
                      <a:pt x="1005" y="6696"/>
                    </a:lnTo>
                    <a:lnTo>
                      <a:pt x="1047" y="6759"/>
                    </a:lnTo>
                    <a:lnTo>
                      <a:pt x="1110" y="6759"/>
                    </a:lnTo>
                    <a:lnTo>
                      <a:pt x="1172" y="6801"/>
                    </a:lnTo>
                    <a:lnTo>
                      <a:pt x="1277" y="6801"/>
                    </a:lnTo>
                    <a:lnTo>
                      <a:pt x="1256" y="6759"/>
                    </a:lnTo>
                    <a:lnTo>
                      <a:pt x="1340" y="6738"/>
                    </a:lnTo>
                    <a:lnTo>
                      <a:pt x="1361" y="6654"/>
                    </a:lnTo>
                    <a:lnTo>
                      <a:pt x="1340" y="6571"/>
                    </a:lnTo>
                    <a:lnTo>
                      <a:pt x="1382" y="6487"/>
                    </a:lnTo>
                    <a:lnTo>
                      <a:pt x="1444" y="6487"/>
                    </a:lnTo>
                    <a:lnTo>
                      <a:pt x="1465" y="6445"/>
                    </a:lnTo>
                    <a:lnTo>
                      <a:pt x="1675" y="6424"/>
                    </a:lnTo>
                    <a:lnTo>
                      <a:pt x="1779" y="6424"/>
                    </a:lnTo>
                    <a:lnTo>
                      <a:pt x="1905" y="6487"/>
                    </a:lnTo>
                    <a:lnTo>
                      <a:pt x="2093" y="6487"/>
                    </a:lnTo>
                    <a:lnTo>
                      <a:pt x="2177" y="6529"/>
                    </a:lnTo>
                    <a:lnTo>
                      <a:pt x="2198" y="6445"/>
                    </a:lnTo>
                    <a:lnTo>
                      <a:pt x="2323" y="6361"/>
                    </a:lnTo>
                    <a:lnTo>
                      <a:pt x="2407" y="6382"/>
                    </a:lnTo>
                    <a:lnTo>
                      <a:pt x="2512" y="6320"/>
                    </a:lnTo>
                    <a:lnTo>
                      <a:pt x="2616" y="6340"/>
                    </a:lnTo>
                    <a:lnTo>
                      <a:pt x="2637" y="6320"/>
                    </a:lnTo>
                    <a:lnTo>
                      <a:pt x="2721" y="6278"/>
                    </a:lnTo>
                    <a:lnTo>
                      <a:pt x="2721" y="6320"/>
                    </a:lnTo>
                    <a:lnTo>
                      <a:pt x="2804" y="6361"/>
                    </a:lnTo>
                    <a:lnTo>
                      <a:pt x="2888" y="6320"/>
                    </a:lnTo>
                    <a:lnTo>
                      <a:pt x="3056" y="6320"/>
                    </a:lnTo>
                    <a:lnTo>
                      <a:pt x="3202" y="6278"/>
                    </a:lnTo>
                    <a:lnTo>
                      <a:pt x="3307" y="6320"/>
                    </a:lnTo>
                    <a:lnTo>
                      <a:pt x="3349" y="6340"/>
                    </a:lnTo>
                    <a:lnTo>
                      <a:pt x="3453" y="6257"/>
                    </a:lnTo>
                    <a:lnTo>
                      <a:pt x="3537" y="6236"/>
                    </a:lnTo>
                    <a:lnTo>
                      <a:pt x="3621" y="6152"/>
                    </a:lnTo>
                    <a:lnTo>
                      <a:pt x="3683" y="6152"/>
                    </a:lnTo>
                    <a:lnTo>
                      <a:pt x="3746" y="6173"/>
                    </a:lnTo>
                    <a:lnTo>
                      <a:pt x="3725" y="6110"/>
                    </a:lnTo>
                    <a:lnTo>
                      <a:pt x="3851" y="6027"/>
                    </a:lnTo>
                    <a:lnTo>
                      <a:pt x="3955" y="6006"/>
                    </a:lnTo>
                    <a:lnTo>
                      <a:pt x="3955" y="5922"/>
                    </a:lnTo>
                    <a:lnTo>
                      <a:pt x="3934" y="5859"/>
                    </a:lnTo>
                    <a:lnTo>
                      <a:pt x="3955" y="5796"/>
                    </a:lnTo>
                    <a:lnTo>
                      <a:pt x="3788" y="5796"/>
                    </a:lnTo>
                    <a:lnTo>
                      <a:pt x="3683" y="5838"/>
                    </a:lnTo>
                    <a:lnTo>
                      <a:pt x="3641" y="5838"/>
                    </a:lnTo>
                    <a:lnTo>
                      <a:pt x="3537" y="5817"/>
                    </a:lnTo>
                    <a:lnTo>
                      <a:pt x="3474" y="5796"/>
                    </a:lnTo>
                    <a:lnTo>
                      <a:pt x="3537" y="5755"/>
                    </a:lnTo>
                    <a:lnTo>
                      <a:pt x="3558" y="5755"/>
                    </a:lnTo>
                    <a:lnTo>
                      <a:pt x="3558" y="5734"/>
                    </a:lnTo>
                    <a:lnTo>
                      <a:pt x="3474" y="5713"/>
                    </a:lnTo>
                    <a:lnTo>
                      <a:pt x="3411" y="5734"/>
                    </a:lnTo>
                    <a:lnTo>
                      <a:pt x="3516" y="5650"/>
                    </a:lnTo>
                    <a:lnTo>
                      <a:pt x="3579" y="5692"/>
                    </a:lnTo>
                    <a:lnTo>
                      <a:pt x="3662" y="5629"/>
                    </a:lnTo>
                    <a:lnTo>
                      <a:pt x="3641" y="5545"/>
                    </a:lnTo>
                    <a:lnTo>
                      <a:pt x="3558" y="5545"/>
                    </a:lnTo>
                    <a:lnTo>
                      <a:pt x="3621" y="5504"/>
                    </a:lnTo>
                    <a:lnTo>
                      <a:pt x="3662" y="5441"/>
                    </a:lnTo>
                    <a:lnTo>
                      <a:pt x="3725" y="5504"/>
                    </a:lnTo>
                    <a:lnTo>
                      <a:pt x="3788" y="5441"/>
                    </a:lnTo>
                    <a:lnTo>
                      <a:pt x="3851" y="5399"/>
                    </a:lnTo>
                    <a:lnTo>
                      <a:pt x="3788" y="5378"/>
                    </a:lnTo>
                    <a:lnTo>
                      <a:pt x="3830" y="5336"/>
                    </a:lnTo>
                    <a:lnTo>
                      <a:pt x="3725" y="5336"/>
                    </a:lnTo>
                    <a:lnTo>
                      <a:pt x="3767" y="5273"/>
                    </a:lnTo>
                    <a:lnTo>
                      <a:pt x="3830" y="5294"/>
                    </a:lnTo>
                    <a:lnTo>
                      <a:pt x="3851" y="5315"/>
                    </a:lnTo>
                    <a:lnTo>
                      <a:pt x="3893" y="5232"/>
                    </a:lnTo>
                    <a:lnTo>
                      <a:pt x="3976" y="5211"/>
                    </a:lnTo>
                    <a:lnTo>
                      <a:pt x="3976" y="5064"/>
                    </a:lnTo>
                    <a:lnTo>
                      <a:pt x="4060" y="4897"/>
                    </a:lnTo>
                    <a:lnTo>
                      <a:pt x="3997" y="4813"/>
                    </a:lnTo>
                    <a:lnTo>
                      <a:pt x="3976" y="4688"/>
                    </a:lnTo>
                    <a:lnTo>
                      <a:pt x="3767" y="4541"/>
                    </a:lnTo>
                    <a:lnTo>
                      <a:pt x="3349" y="4541"/>
                    </a:lnTo>
                    <a:lnTo>
                      <a:pt x="3328" y="4667"/>
                    </a:lnTo>
                    <a:lnTo>
                      <a:pt x="3307" y="4708"/>
                    </a:lnTo>
                    <a:lnTo>
                      <a:pt x="3202" y="4646"/>
                    </a:lnTo>
                    <a:lnTo>
                      <a:pt x="3097" y="4604"/>
                    </a:lnTo>
                    <a:lnTo>
                      <a:pt x="3265" y="4436"/>
                    </a:lnTo>
                    <a:lnTo>
                      <a:pt x="3265" y="4332"/>
                    </a:lnTo>
                    <a:lnTo>
                      <a:pt x="3139" y="4123"/>
                    </a:lnTo>
                    <a:lnTo>
                      <a:pt x="3097" y="4123"/>
                    </a:lnTo>
                    <a:lnTo>
                      <a:pt x="2951" y="4039"/>
                    </a:lnTo>
                    <a:lnTo>
                      <a:pt x="2909" y="3955"/>
                    </a:lnTo>
                    <a:lnTo>
                      <a:pt x="2846" y="3976"/>
                    </a:lnTo>
                    <a:lnTo>
                      <a:pt x="2825" y="3976"/>
                    </a:lnTo>
                    <a:lnTo>
                      <a:pt x="2742" y="3955"/>
                    </a:lnTo>
                    <a:lnTo>
                      <a:pt x="2825" y="3955"/>
                    </a:lnTo>
                    <a:lnTo>
                      <a:pt x="2930" y="3934"/>
                    </a:lnTo>
                    <a:lnTo>
                      <a:pt x="2993" y="3955"/>
                    </a:lnTo>
                    <a:lnTo>
                      <a:pt x="3014" y="4018"/>
                    </a:lnTo>
                    <a:lnTo>
                      <a:pt x="3139" y="4018"/>
                    </a:lnTo>
                    <a:lnTo>
                      <a:pt x="2993" y="3830"/>
                    </a:lnTo>
                    <a:lnTo>
                      <a:pt x="2909" y="3725"/>
                    </a:lnTo>
                    <a:lnTo>
                      <a:pt x="2951" y="3641"/>
                    </a:lnTo>
                    <a:lnTo>
                      <a:pt x="2993" y="3641"/>
                    </a:lnTo>
                    <a:lnTo>
                      <a:pt x="2909" y="3600"/>
                    </a:lnTo>
                    <a:lnTo>
                      <a:pt x="2888" y="3537"/>
                    </a:lnTo>
                    <a:lnTo>
                      <a:pt x="2846" y="3537"/>
                    </a:lnTo>
                    <a:lnTo>
                      <a:pt x="2784" y="3348"/>
                    </a:lnTo>
                    <a:lnTo>
                      <a:pt x="2616" y="3307"/>
                    </a:lnTo>
                    <a:lnTo>
                      <a:pt x="2428" y="3244"/>
                    </a:lnTo>
                    <a:lnTo>
                      <a:pt x="2428" y="3181"/>
                    </a:lnTo>
                    <a:lnTo>
                      <a:pt x="2386" y="3139"/>
                    </a:lnTo>
                    <a:lnTo>
                      <a:pt x="2323" y="2930"/>
                    </a:lnTo>
                    <a:lnTo>
                      <a:pt x="2260" y="2825"/>
                    </a:lnTo>
                    <a:lnTo>
                      <a:pt x="2198" y="2574"/>
                    </a:lnTo>
                    <a:lnTo>
                      <a:pt x="2156" y="2470"/>
                    </a:lnTo>
                    <a:lnTo>
                      <a:pt x="2093" y="2470"/>
                    </a:lnTo>
                    <a:lnTo>
                      <a:pt x="1947" y="2239"/>
                    </a:lnTo>
                    <a:lnTo>
                      <a:pt x="1842" y="2198"/>
                    </a:lnTo>
                    <a:lnTo>
                      <a:pt x="1758" y="2156"/>
                    </a:lnTo>
                    <a:lnTo>
                      <a:pt x="1654" y="2093"/>
                    </a:lnTo>
                    <a:lnTo>
                      <a:pt x="1591" y="2156"/>
                    </a:lnTo>
                    <a:lnTo>
                      <a:pt x="1486" y="2198"/>
                    </a:lnTo>
                    <a:lnTo>
                      <a:pt x="1361" y="2177"/>
                    </a:lnTo>
                    <a:lnTo>
                      <a:pt x="1277" y="2177"/>
                    </a:lnTo>
                    <a:lnTo>
                      <a:pt x="1172" y="2156"/>
                    </a:lnTo>
                    <a:lnTo>
                      <a:pt x="1152" y="2072"/>
                    </a:lnTo>
                    <a:lnTo>
                      <a:pt x="1152" y="2072"/>
                    </a:lnTo>
                    <a:lnTo>
                      <a:pt x="1214" y="2093"/>
                    </a:lnTo>
                    <a:lnTo>
                      <a:pt x="1340" y="2135"/>
                    </a:lnTo>
                    <a:lnTo>
                      <a:pt x="1465" y="2093"/>
                    </a:lnTo>
                    <a:lnTo>
                      <a:pt x="1486" y="1988"/>
                    </a:lnTo>
                    <a:lnTo>
                      <a:pt x="1591" y="1988"/>
                    </a:lnTo>
                    <a:lnTo>
                      <a:pt x="1696" y="1926"/>
                    </a:lnTo>
                    <a:lnTo>
                      <a:pt x="1591" y="1884"/>
                    </a:lnTo>
                    <a:lnTo>
                      <a:pt x="1591" y="1800"/>
                    </a:lnTo>
                    <a:lnTo>
                      <a:pt x="1549" y="1779"/>
                    </a:lnTo>
                    <a:lnTo>
                      <a:pt x="1424" y="1863"/>
                    </a:lnTo>
                    <a:lnTo>
                      <a:pt x="1382" y="1842"/>
                    </a:lnTo>
                    <a:lnTo>
                      <a:pt x="1486" y="1758"/>
                    </a:lnTo>
                    <a:lnTo>
                      <a:pt x="1633" y="1758"/>
                    </a:lnTo>
                    <a:lnTo>
                      <a:pt x="1696" y="1716"/>
                    </a:lnTo>
                    <a:lnTo>
                      <a:pt x="1696" y="1633"/>
                    </a:lnTo>
                    <a:lnTo>
                      <a:pt x="1758" y="1612"/>
                    </a:lnTo>
                    <a:lnTo>
                      <a:pt x="1842" y="1444"/>
                    </a:lnTo>
                    <a:lnTo>
                      <a:pt x="1884" y="1403"/>
                    </a:lnTo>
                    <a:lnTo>
                      <a:pt x="1884" y="1340"/>
                    </a:lnTo>
                    <a:lnTo>
                      <a:pt x="1947" y="1235"/>
                    </a:lnTo>
                    <a:lnTo>
                      <a:pt x="1905" y="1214"/>
                    </a:lnTo>
                    <a:lnTo>
                      <a:pt x="1968" y="1047"/>
                    </a:lnTo>
                    <a:lnTo>
                      <a:pt x="2072" y="984"/>
                    </a:lnTo>
                    <a:lnTo>
                      <a:pt x="2072" y="900"/>
                    </a:lnTo>
                    <a:lnTo>
                      <a:pt x="1905" y="754"/>
                    </a:lnTo>
                    <a:lnTo>
                      <a:pt x="1884" y="796"/>
                    </a:lnTo>
                    <a:lnTo>
                      <a:pt x="1675" y="796"/>
                    </a:lnTo>
                    <a:lnTo>
                      <a:pt x="1528" y="754"/>
                    </a:lnTo>
                    <a:lnTo>
                      <a:pt x="1486" y="817"/>
                    </a:lnTo>
                    <a:lnTo>
                      <a:pt x="1424" y="817"/>
                    </a:lnTo>
                    <a:lnTo>
                      <a:pt x="1340" y="754"/>
                    </a:lnTo>
                    <a:lnTo>
                      <a:pt x="1256" y="796"/>
                    </a:lnTo>
                    <a:lnTo>
                      <a:pt x="1256" y="817"/>
                    </a:lnTo>
                    <a:lnTo>
                      <a:pt x="1172" y="838"/>
                    </a:lnTo>
                    <a:lnTo>
                      <a:pt x="1068" y="900"/>
                    </a:lnTo>
                    <a:lnTo>
                      <a:pt x="1047" y="900"/>
                    </a:lnTo>
                    <a:lnTo>
                      <a:pt x="963" y="942"/>
                    </a:lnTo>
                    <a:lnTo>
                      <a:pt x="942" y="921"/>
                    </a:lnTo>
                    <a:lnTo>
                      <a:pt x="1047" y="817"/>
                    </a:lnTo>
                    <a:lnTo>
                      <a:pt x="1131" y="691"/>
                    </a:lnTo>
                    <a:lnTo>
                      <a:pt x="1131" y="691"/>
                    </a:lnTo>
                    <a:lnTo>
                      <a:pt x="1068" y="712"/>
                    </a:lnTo>
                    <a:lnTo>
                      <a:pt x="963" y="691"/>
                    </a:lnTo>
                    <a:lnTo>
                      <a:pt x="1026" y="670"/>
                    </a:lnTo>
                    <a:lnTo>
                      <a:pt x="1047" y="587"/>
                    </a:lnTo>
                    <a:lnTo>
                      <a:pt x="1277" y="419"/>
                    </a:lnTo>
                    <a:lnTo>
                      <a:pt x="1340" y="294"/>
                    </a:lnTo>
                    <a:lnTo>
                      <a:pt x="1424" y="273"/>
                    </a:lnTo>
                    <a:lnTo>
                      <a:pt x="1444" y="168"/>
                    </a:lnTo>
                    <a:lnTo>
                      <a:pt x="1424" y="147"/>
                    </a:lnTo>
                    <a:lnTo>
                      <a:pt x="1465" y="63"/>
                    </a:lnTo>
                    <a:lnTo>
                      <a:pt x="144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Google Shape;9285;p128">
                <a:extLst>
                  <a:ext uri="{FF2B5EF4-FFF2-40B4-BE49-F238E27FC236}">
                    <a16:creationId xmlns:a16="http://schemas.microsoft.com/office/drawing/2014/main" id="{A77641E9-9697-FC19-B5F6-7A9FCE08A816}"/>
                  </a:ext>
                </a:extLst>
              </p:cNvPr>
              <p:cNvSpPr/>
              <p:nvPr/>
            </p:nvSpPr>
            <p:spPr>
              <a:xfrm>
                <a:off x="3586375" y="2350350"/>
                <a:ext cx="31925" cy="25125"/>
              </a:xfrm>
              <a:custGeom>
                <a:avLst/>
                <a:gdLst/>
                <a:ahLst/>
                <a:cxnLst/>
                <a:rect l="l" t="t" r="r" b="b"/>
                <a:pathLst>
                  <a:path w="1277" h="1005" extrusionOk="0">
                    <a:moveTo>
                      <a:pt x="732" y="1"/>
                    </a:moveTo>
                    <a:lnTo>
                      <a:pt x="628" y="63"/>
                    </a:lnTo>
                    <a:lnTo>
                      <a:pt x="544" y="63"/>
                    </a:lnTo>
                    <a:lnTo>
                      <a:pt x="523" y="126"/>
                    </a:lnTo>
                    <a:lnTo>
                      <a:pt x="419" y="126"/>
                    </a:lnTo>
                    <a:lnTo>
                      <a:pt x="377" y="210"/>
                    </a:lnTo>
                    <a:lnTo>
                      <a:pt x="293" y="231"/>
                    </a:lnTo>
                    <a:lnTo>
                      <a:pt x="272" y="335"/>
                    </a:lnTo>
                    <a:lnTo>
                      <a:pt x="126" y="356"/>
                    </a:lnTo>
                    <a:lnTo>
                      <a:pt x="0" y="586"/>
                    </a:lnTo>
                    <a:lnTo>
                      <a:pt x="272" y="838"/>
                    </a:lnTo>
                    <a:lnTo>
                      <a:pt x="335" y="796"/>
                    </a:lnTo>
                    <a:lnTo>
                      <a:pt x="377" y="649"/>
                    </a:lnTo>
                    <a:lnTo>
                      <a:pt x="440" y="586"/>
                    </a:lnTo>
                    <a:lnTo>
                      <a:pt x="607" y="691"/>
                    </a:lnTo>
                    <a:lnTo>
                      <a:pt x="712" y="900"/>
                    </a:lnTo>
                    <a:lnTo>
                      <a:pt x="795" y="942"/>
                    </a:lnTo>
                    <a:lnTo>
                      <a:pt x="921" y="1005"/>
                    </a:lnTo>
                    <a:lnTo>
                      <a:pt x="942" y="1005"/>
                    </a:lnTo>
                    <a:lnTo>
                      <a:pt x="942" y="942"/>
                    </a:lnTo>
                    <a:lnTo>
                      <a:pt x="1004" y="942"/>
                    </a:lnTo>
                    <a:lnTo>
                      <a:pt x="1067" y="858"/>
                    </a:lnTo>
                    <a:lnTo>
                      <a:pt x="1067" y="775"/>
                    </a:lnTo>
                    <a:lnTo>
                      <a:pt x="1214" y="796"/>
                    </a:lnTo>
                    <a:lnTo>
                      <a:pt x="1235" y="691"/>
                    </a:lnTo>
                    <a:lnTo>
                      <a:pt x="1151" y="691"/>
                    </a:lnTo>
                    <a:lnTo>
                      <a:pt x="1172" y="586"/>
                    </a:lnTo>
                    <a:lnTo>
                      <a:pt x="1151" y="545"/>
                    </a:lnTo>
                    <a:lnTo>
                      <a:pt x="1214" y="524"/>
                    </a:lnTo>
                    <a:lnTo>
                      <a:pt x="1277" y="733"/>
                    </a:lnTo>
                    <a:lnTo>
                      <a:pt x="1235" y="461"/>
                    </a:lnTo>
                    <a:lnTo>
                      <a:pt x="1109" y="461"/>
                    </a:lnTo>
                    <a:lnTo>
                      <a:pt x="1172" y="419"/>
                    </a:lnTo>
                    <a:lnTo>
                      <a:pt x="1004" y="147"/>
                    </a:lnTo>
                    <a:lnTo>
                      <a:pt x="1004" y="42"/>
                    </a:lnTo>
                    <a:lnTo>
                      <a:pt x="921" y="21"/>
                    </a:lnTo>
                    <a:lnTo>
                      <a:pt x="73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38" name="Google Shape;9286;p128">
              <a:extLst>
                <a:ext uri="{FF2B5EF4-FFF2-40B4-BE49-F238E27FC236}">
                  <a16:creationId xmlns:a16="http://schemas.microsoft.com/office/drawing/2014/main" id="{10161C32-8D61-8EAB-EEBC-4F0AB54197F9}"/>
                </a:ext>
              </a:extLst>
            </p:cNvPr>
            <p:cNvSpPr/>
            <p:nvPr/>
          </p:nvSpPr>
          <p:spPr>
            <a:xfrm>
              <a:off x="4037841" y="3224817"/>
              <a:ext cx="52333" cy="93527"/>
            </a:xfrm>
            <a:custGeom>
              <a:avLst/>
              <a:gdLst/>
              <a:ahLst/>
              <a:cxnLst/>
              <a:rect l="l" t="t" r="r" b="b"/>
              <a:pathLst>
                <a:path w="4395" h="8224" extrusionOk="0">
                  <a:moveTo>
                    <a:pt x="3914" y="1"/>
                  </a:moveTo>
                  <a:lnTo>
                    <a:pt x="3746" y="168"/>
                  </a:lnTo>
                  <a:lnTo>
                    <a:pt x="3809" y="252"/>
                  </a:lnTo>
                  <a:lnTo>
                    <a:pt x="3704" y="293"/>
                  </a:lnTo>
                  <a:lnTo>
                    <a:pt x="3600" y="252"/>
                  </a:lnTo>
                  <a:lnTo>
                    <a:pt x="3537" y="252"/>
                  </a:lnTo>
                  <a:lnTo>
                    <a:pt x="3621" y="377"/>
                  </a:lnTo>
                  <a:lnTo>
                    <a:pt x="3621" y="419"/>
                  </a:lnTo>
                  <a:lnTo>
                    <a:pt x="3704" y="503"/>
                  </a:lnTo>
                  <a:lnTo>
                    <a:pt x="3704" y="524"/>
                  </a:lnTo>
                  <a:lnTo>
                    <a:pt x="3600" y="670"/>
                  </a:lnTo>
                  <a:lnTo>
                    <a:pt x="3600" y="817"/>
                  </a:lnTo>
                  <a:lnTo>
                    <a:pt x="3516" y="921"/>
                  </a:lnTo>
                  <a:lnTo>
                    <a:pt x="3432" y="900"/>
                  </a:lnTo>
                  <a:lnTo>
                    <a:pt x="3328" y="1026"/>
                  </a:lnTo>
                  <a:lnTo>
                    <a:pt x="3328" y="1109"/>
                  </a:lnTo>
                  <a:lnTo>
                    <a:pt x="3244" y="1151"/>
                  </a:lnTo>
                  <a:lnTo>
                    <a:pt x="3181" y="1130"/>
                  </a:lnTo>
                  <a:lnTo>
                    <a:pt x="3181" y="1005"/>
                  </a:lnTo>
                  <a:lnTo>
                    <a:pt x="3118" y="984"/>
                  </a:lnTo>
                  <a:lnTo>
                    <a:pt x="3035" y="1047"/>
                  </a:lnTo>
                  <a:lnTo>
                    <a:pt x="3035" y="1193"/>
                  </a:lnTo>
                  <a:lnTo>
                    <a:pt x="3139" y="1298"/>
                  </a:lnTo>
                  <a:lnTo>
                    <a:pt x="3181" y="1340"/>
                  </a:lnTo>
                  <a:lnTo>
                    <a:pt x="3139" y="1402"/>
                  </a:lnTo>
                  <a:lnTo>
                    <a:pt x="3077" y="1361"/>
                  </a:lnTo>
                  <a:lnTo>
                    <a:pt x="2930" y="1402"/>
                  </a:lnTo>
                  <a:lnTo>
                    <a:pt x="2993" y="1507"/>
                  </a:lnTo>
                  <a:lnTo>
                    <a:pt x="3098" y="1549"/>
                  </a:lnTo>
                  <a:lnTo>
                    <a:pt x="3098" y="1612"/>
                  </a:lnTo>
                  <a:lnTo>
                    <a:pt x="3077" y="1674"/>
                  </a:lnTo>
                  <a:lnTo>
                    <a:pt x="2993" y="1612"/>
                  </a:lnTo>
                  <a:lnTo>
                    <a:pt x="2909" y="1633"/>
                  </a:lnTo>
                  <a:lnTo>
                    <a:pt x="2888" y="1716"/>
                  </a:lnTo>
                  <a:lnTo>
                    <a:pt x="2721" y="1842"/>
                  </a:lnTo>
                  <a:lnTo>
                    <a:pt x="2721" y="1716"/>
                  </a:lnTo>
                  <a:lnTo>
                    <a:pt x="2763" y="1674"/>
                  </a:lnTo>
                  <a:lnTo>
                    <a:pt x="2721" y="1612"/>
                  </a:lnTo>
                  <a:lnTo>
                    <a:pt x="2616" y="1716"/>
                  </a:lnTo>
                  <a:lnTo>
                    <a:pt x="2679" y="1758"/>
                  </a:lnTo>
                  <a:lnTo>
                    <a:pt x="2658" y="1821"/>
                  </a:lnTo>
                  <a:lnTo>
                    <a:pt x="2512" y="1884"/>
                  </a:lnTo>
                  <a:lnTo>
                    <a:pt x="2574" y="1988"/>
                  </a:lnTo>
                  <a:lnTo>
                    <a:pt x="2658" y="2030"/>
                  </a:lnTo>
                  <a:lnTo>
                    <a:pt x="2658" y="2072"/>
                  </a:lnTo>
                  <a:lnTo>
                    <a:pt x="2574" y="2093"/>
                  </a:lnTo>
                  <a:lnTo>
                    <a:pt x="2470" y="2156"/>
                  </a:lnTo>
                  <a:lnTo>
                    <a:pt x="2470" y="2072"/>
                  </a:lnTo>
                  <a:lnTo>
                    <a:pt x="2407" y="2072"/>
                  </a:lnTo>
                  <a:lnTo>
                    <a:pt x="2470" y="1967"/>
                  </a:lnTo>
                  <a:lnTo>
                    <a:pt x="2407" y="1946"/>
                  </a:lnTo>
                  <a:lnTo>
                    <a:pt x="2198" y="2135"/>
                  </a:lnTo>
                  <a:lnTo>
                    <a:pt x="2177" y="2281"/>
                  </a:lnTo>
                  <a:lnTo>
                    <a:pt x="2198" y="2365"/>
                  </a:lnTo>
                  <a:lnTo>
                    <a:pt x="2156" y="2407"/>
                  </a:lnTo>
                  <a:lnTo>
                    <a:pt x="2093" y="2386"/>
                  </a:lnTo>
                  <a:lnTo>
                    <a:pt x="2051" y="2365"/>
                  </a:lnTo>
                  <a:lnTo>
                    <a:pt x="2051" y="2197"/>
                  </a:lnTo>
                  <a:lnTo>
                    <a:pt x="1989" y="2197"/>
                  </a:lnTo>
                  <a:lnTo>
                    <a:pt x="1863" y="2344"/>
                  </a:lnTo>
                  <a:lnTo>
                    <a:pt x="1717" y="2239"/>
                  </a:lnTo>
                  <a:lnTo>
                    <a:pt x="1675" y="2281"/>
                  </a:lnTo>
                  <a:lnTo>
                    <a:pt x="1633" y="2281"/>
                  </a:lnTo>
                  <a:lnTo>
                    <a:pt x="1654" y="2449"/>
                  </a:lnTo>
                  <a:lnTo>
                    <a:pt x="1612" y="2449"/>
                  </a:lnTo>
                  <a:lnTo>
                    <a:pt x="1549" y="2469"/>
                  </a:lnTo>
                  <a:lnTo>
                    <a:pt x="1549" y="2365"/>
                  </a:lnTo>
                  <a:lnTo>
                    <a:pt x="1507" y="2344"/>
                  </a:lnTo>
                  <a:lnTo>
                    <a:pt x="1445" y="2449"/>
                  </a:lnTo>
                  <a:lnTo>
                    <a:pt x="1403" y="2344"/>
                  </a:lnTo>
                  <a:lnTo>
                    <a:pt x="1152" y="2553"/>
                  </a:lnTo>
                  <a:lnTo>
                    <a:pt x="1110" y="2553"/>
                  </a:lnTo>
                  <a:lnTo>
                    <a:pt x="1047" y="2511"/>
                  </a:lnTo>
                  <a:lnTo>
                    <a:pt x="921" y="2511"/>
                  </a:lnTo>
                  <a:lnTo>
                    <a:pt x="880" y="2595"/>
                  </a:lnTo>
                  <a:lnTo>
                    <a:pt x="901" y="2783"/>
                  </a:lnTo>
                  <a:lnTo>
                    <a:pt x="733" y="3034"/>
                  </a:lnTo>
                  <a:lnTo>
                    <a:pt x="733" y="3097"/>
                  </a:lnTo>
                  <a:lnTo>
                    <a:pt x="587" y="3244"/>
                  </a:lnTo>
                  <a:lnTo>
                    <a:pt x="587" y="3327"/>
                  </a:lnTo>
                  <a:lnTo>
                    <a:pt x="670" y="3411"/>
                  </a:lnTo>
                  <a:lnTo>
                    <a:pt x="587" y="3516"/>
                  </a:lnTo>
                  <a:lnTo>
                    <a:pt x="629" y="3704"/>
                  </a:lnTo>
                  <a:lnTo>
                    <a:pt x="629" y="3830"/>
                  </a:lnTo>
                  <a:lnTo>
                    <a:pt x="796" y="4143"/>
                  </a:lnTo>
                  <a:lnTo>
                    <a:pt x="796" y="4227"/>
                  </a:lnTo>
                  <a:lnTo>
                    <a:pt x="880" y="4332"/>
                  </a:lnTo>
                  <a:lnTo>
                    <a:pt x="880" y="4374"/>
                  </a:lnTo>
                  <a:lnTo>
                    <a:pt x="796" y="4457"/>
                  </a:lnTo>
                  <a:lnTo>
                    <a:pt x="817" y="4541"/>
                  </a:lnTo>
                  <a:lnTo>
                    <a:pt x="775" y="4792"/>
                  </a:lnTo>
                  <a:lnTo>
                    <a:pt x="670" y="4876"/>
                  </a:lnTo>
                  <a:lnTo>
                    <a:pt x="629" y="5022"/>
                  </a:lnTo>
                  <a:lnTo>
                    <a:pt x="566" y="5064"/>
                  </a:lnTo>
                  <a:lnTo>
                    <a:pt x="524" y="5127"/>
                  </a:lnTo>
                  <a:lnTo>
                    <a:pt x="419" y="5231"/>
                  </a:lnTo>
                  <a:lnTo>
                    <a:pt x="419" y="5441"/>
                  </a:lnTo>
                  <a:lnTo>
                    <a:pt x="357" y="5524"/>
                  </a:lnTo>
                  <a:lnTo>
                    <a:pt x="168" y="5545"/>
                  </a:lnTo>
                  <a:lnTo>
                    <a:pt x="147" y="5608"/>
                  </a:lnTo>
                  <a:lnTo>
                    <a:pt x="147" y="5796"/>
                  </a:lnTo>
                  <a:lnTo>
                    <a:pt x="43" y="5943"/>
                  </a:lnTo>
                  <a:lnTo>
                    <a:pt x="43" y="6068"/>
                  </a:lnTo>
                  <a:lnTo>
                    <a:pt x="1" y="6173"/>
                  </a:lnTo>
                  <a:lnTo>
                    <a:pt x="43" y="6236"/>
                  </a:lnTo>
                  <a:lnTo>
                    <a:pt x="43" y="6424"/>
                  </a:lnTo>
                  <a:lnTo>
                    <a:pt x="189" y="6591"/>
                  </a:lnTo>
                  <a:lnTo>
                    <a:pt x="168" y="6738"/>
                  </a:lnTo>
                  <a:lnTo>
                    <a:pt x="189" y="6843"/>
                  </a:lnTo>
                  <a:lnTo>
                    <a:pt x="273" y="6863"/>
                  </a:lnTo>
                  <a:lnTo>
                    <a:pt x="294" y="6863"/>
                  </a:lnTo>
                  <a:lnTo>
                    <a:pt x="273" y="6884"/>
                  </a:lnTo>
                  <a:lnTo>
                    <a:pt x="147" y="6905"/>
                  </a:lnTo>
                  <a:lnTo>
                    <a:pt x="147" y="7052"/>
                  </a:lnTo>
                  <a:lnTo>
                    <a:pt x="168" y="7219"/>
                  </a:lnTo>
                  <a:lnTo>
                    <a:pt x="147" y="7470"/>
                  </a:lnTo>
                  <a:lnTo>
                    <a:pt x="189" y="7512"/>
                  </a:lnTo>
                  <a:lnTo>
                    <a:pt x="189" y="7596"/>
                  </a:lnTo>
                  <a:lnTo>
                    <a:pt x="273" y="7638"/>
                  </a:lnTo>
                  <a:lnTo>
                    <a:pt x="357" y="7742"/>
                  </a:lnTo>
                  <a:lnTo>
                    <a:pt x="398" y="7784"/>
                  </a:lnTo>
                  <a:lnTo>
                    <a:pt x="461" y="7847"/>
                  </a:lnTo>
                  <a:lnTo>
                    <a:pt x="524" y="7951"/>
                  </a:lnTo>
                  <a:lnTo>
                    <a:pt x="608" y="7931"/>
                  </a:lnTo>
                  <a:lnTo>
                    <a:pt x="629" y="7951"/>
                  </a:lnTo>
                  <a:lnTo>
                    <a:pt x="733" y="7993"/>
                  </a:lnTo>
                  <a:lnTo>
                    <a:pt x="817" y="8119"/>
                  </a:lnTo>
                  <a:lnTo>
                    <a:pt x="901" y="8140"/>
                  </a:lnTo>
                  <a:lnTo>
                    <a:pt x="901" y="8161"/>
                  </a:lnTo>
                  <a:lnTo>
                    <a:pt x="921" y="8223"/>
                  </a:lnTo>
                  <a:lnTo>
                    <a:pt x="1005" y="8161"/>
                  </a:lnTo>
                  <a:lnTo>
                    <a:pt x="1131" y="8161"/>
                  </a:lnTo>
                  <a:lnTo>
                    <a:pt x="1256" y="8098"/>
                  </a:lnTo>
                  <a:lnTo>
                    <a:pt x="1361" y="7951"/>
                  </a:lnTo>
                  <a:lnTo>
                    <a:pt x="1737" y="7931"/>
                  </a:lnTo>
                  <a:lnTo>
                    <a:pt x="1842" y="7951"/>
                  </a:lnTo>
                  <a:lnTo>
                    <a:pt x="2030" y="7889"/>
                  </a:lnTo>
                  <a:lnTo>
                    <a:pt x="2093" y="7784"/>
                  </a:lnTo>
                  <a:lnTo>
                    <a:pt x="2177" y="7742"/>
                  </a:lnTo>
                  <a:lnTo>
                    <a:pt x="2240" y="7596"/>
                  </a:lnTo>
                  <a:lnTo>
                    <a:pt x="2344" y="7428"/>
                  </a:lnTo>
                  <a:lnTo>
                    <a:pt x="2344" y="7324"/>
                  </a:lnTo>
                  <a:lnTo>
                    <a:pt x="2449" y="7261"/>
                  </a:lnTo>
                  <a:lnTo>
                    <a:pt x="2449" y="7094"/>
                  </a:lnTo>
                  <a:lnTo>
                    <a:pt x="2407" y="7073"/>
                  </a:lnTo>
                  <a:lnTo>
                    <a:pt x="2491" y="6989"/>
                  </a:lnTo>
                  <a:lnTo>
                    <a:pt x="2554" y="6801"/>
                  </a:lnTo>
                  <a:lnTo>
                    <a:pt x="2512" y="6780"/>
                  </a:lnTo>
                  <a:lnTo>
                    <a:pt x="2574" y="6780"/>
                  </a:lnTo>
                  <a:lnTo>
                    <a:pt x="2679" y="6591"/>
                  </a:lnTo>
                  <a:lnTo>
                    <a:pt x="2763" y="6236"/>
                  </a:lnTo>
                  <a:lnTo>
                    <a:pt x="2805" y="6027"/>
                  </a:lnTo>
                  <a:lnTo>
                    <a:pt x="2909" y="5922"/>
                  </a:lnTo>
                  <a:lnTo>
                    <a:pt x="2972" y="5692"/>
                  </a:lnTo>
                  <a:lnTo>
                    <a:pt x="3118" y="5420"/>
                  </a:lnTo>
                  <a:lnTo>
                    <a:pt x="3286" y="4959"/>
                  </a:lnTo>
                  <a:lnTo>
                    <a:pt x="3390" y="4792"/>
                  </a:lnTo>
                  <a:lnTo>
                    <a:pt x="3390" y="4583"/>
                  </a:lnTo>
                  <a:lnTo>
                    <a:pt x="3495" y="4374"/>
                  </a:lnTo>
                  <a:lnTo>
                    <a:pt x="3516" y="4269"/>
                  </a:lnTo>
                  <a:lnTo>
                    <a:pt x="3642" y="4060"/>
                  </a:lnTo>
                  <a:lnTo>
                    <a:pt x="3704" y="3746"/>
                  </a:lnTo>
                  <a:lnTo>
                    <a:pt x="3746" y="3516"/>
                  </a:lnTo>
                  <a:lnTo>
                    <a:pt x="3809" y="3453"/>
                  </a:lnTo>
                  <a:lnTo>
                    <a:pt x="3830" y="3286"/>
                  </a:lnTo>
                  <a:lnTo>
                    <a:pt x="3809" y="3202"/>
                  </a:lnTo>
                  <a:lnTo>
                    <a:pt x="3830" y="3076"/>
                  </a:lnTo>
                  <a:lnTo>
                    <a:pt x="3934" y="2888"/>
                  </a:lnTo>
                  <a:lnTo>
                    <a:pt x="3934" y="2804"/>
                  </a:lnTo>
                  <a:lnTo>
                    <a:pt x="4018" y="2700"/>
                  </a:lnTo>
                  <a:lnTo>
                    <a:pt x="3976" y="2574"/>
                  </a:lnTo>
                  <a:lnTo>
                    <a:pt x="3934" y="2511"/>
                  </a:lnTo>
                  <a:lnTo>
                    <a:pt x="3976" y="2449"/>
                  </a:lnTo>
                  <a:lnTo>
                    <a:pt x="3976" y="2281"/>
                  </a:lnTo>
                  <a:lnTo>
                    <a:pt x="3934" y="2260"/>
                  </a:lnTo>
                  <a:lnTo>
                    <a:pt x="3934" y="2135"/>
                  </a:lnTo>
                  <a:lnTo>
                    <a:pt x="4018" y="2072"/>
                  </a:lnTo>
                  <a:lnTo>
                    <a:pt x="4060" y="2135"/>
                  </a:lnTo>
                  <a:lnTo>
                    <a:pt x="4081" y="2260"/>
                  </a:lnTo>
                  <a:lnTo>
                    <a:pt x="4186" y="2386"/>
                  </a:lnTo>
                  <a:lnTo>
                    <a:pt x="4269" y="2386"/>
                  </a:lnTo>
                  <a:lnTo>
                    <a:pt x="4290" y="2302"/>
                  </a:lnTo>
                  <a:lnTo>
                    <a:pt x="4332" y="2239"/>
                  </a:lnTo>
                  <a:lnTo>
                    <a:pt x="4353" y="2177"/>
                  </a:lnTo>
                  <a:lnTo>
                    <a:pt x="4353" y="2072"/>
                  </a:lnTo>
                  <a:lnTo>
                    <a:pt x="4395" y="2051"/>
                  </a:lnTo>
                  <a:lnTo>
                    <a:pt x="4374" y="1925"/>
                  </a:lnTo>
                  <a:lnTo>
                    <a:pt x="4269" y="1779"/>
                  </a:lnTo>
                  <a:lnTo>
                    <a:pt x="4248" y="1674"/>
                  </a:lnTo>
                  <a:lnTo>
                    <a:pt x="4269" y="1633"/>
                  </a:lnTo>
                  <a:lnTo>
                    <a:pt x="4269" y="1507"/>
                  </a:lnTo>
                  <a:lnTo>
                    <a:pt x="4248" y="1340"/>
                  </a:lnTo>
                  <a:lnTo>
                    <a:pt x="4269" y="1256"/>
                  </a:lnTo>
                  <a:lnTo>
                    <a:pt x="4269" y="984"/>
                  </a:lnTo>
                  <a:lnTo>
                    <a:pt x="4186" y="879"/>
                  </a:lnTo>
                  <a:lnTo>
                    <a:pt x="4186" y="607"/>
                  </a:lnTo>
                  <a:lnTo>
                    <a:pt x="4144" y="524"/>
                  </a:lnTo>
                  <a:lnTo>
                    <a:pt x="4081" y="524"/>
                  </a:lnTo>
                  <a:lnTo>
                    <a:pt x="3976" y="398"/>
                  </a:lnTo>
                  <a:lnTo>
                    <a:pt x="3976" y="293"/>
                  </a:lnTo>
                  <a:lnTo>
                    <a:pt x="3872" y="252"/>
                  </a:lnTo>
                  <a:lnTo>
                    <a:pt x="3934" y="147"/>
                  </a:lnTo>
                  <a:lnTo>
                    <a:pt x="39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39" name="Google Shape;9287;p128">
              <a:extLst>
                <a:ext uri="{FF2B5EF4-FFF2-40B4-BE49-F238E27FC236}">
                  <a16:creationId xmlns:a16="http://schemas.microsoft.com/office/drawing/2014/main" id="{04B21A60-CA1F-3325-C277-5163D303F9D6}"/>
                </a:ext>
              </a:extLst>
            </p:cNvPr>
            <p:cNvGrpSpPr/>
            <p:nvPr/>
          </p:nvGrpSpPr>
          <p:grpSpPr>
            <a:xfrm>
              <a:off x="4513224" y="3221724"/>
              <a:ext cx="274563" cy="280321"/>
              <a:chOff x="5298975" y="3412225"/>
              <a:chExt cx="576450" cy="616225"/>
            </a:xfrm>
            <a:grpFill/>
          </p:grpSpPr>
          <p:sp>
            <p:nvSpPr>
              <p:cNvPr id="450" name="Google Shape;9288;p128">
                <a:extLst>
                  <a:ext uri="{FF2B5EF4-FFF2-40B4-BE49-F238E27FC236}">
                    <a16:creationId xmlns:a16="http://schemas.microsoft.com/office/drawing/2014/main" id="{32C3C60F-7A1B-45FE-2D15-B2AE1AF4021A}"/>
                  </a:ext>
                </a:extLst>
              </p:cNvPr>
              <p:cNvSpPr/>
              <p:nvPr/>
            </p:nvSpPr>
            <p:spPr>
              <a:xfrm>
                <a:off x="5298975" y="3412225"/>
                <a:ext cx="576450" cy="515275"/>
              </a:xfrm>
              <a:custGeom>
                <a:avLst/>
                <a:gdLst/>
                <a:ahLst/>
                <a:cxnLst/>
                <a:rect l="l" t="t" r="r" b="b"/>
                <a:pathLst>
                  <a:path w="23058" h="20611" extrusionOk="0">
                    <a:moveTo>
                      <a:pt x="18015" y="1"/>
                    </a:moveTo>
                    <a:lnTo>
                      <a:pt x="17890" y="42"/>
                    </a:lnTo>
                    <a:lnTo>
                      <a:pt x="17806" y="147"/>
                    </a:lnTo>
                    <a:lnTo>
                      <a:pt x="17806" y="335"/>
                    </a:lnTo>
                    <a:lnTo>
                      <a:pt x="17764" y="524"/>
                    </a:lnTo>
                    <a:lnTo>
                      <a:pt x="17764" y="565"/>
                    </a:lnTo>
                    <a:lnTo>
                      <a:pt x="17722" y="670"/>
                    </a:lnTo>
                    <a:lnTo>
                      <a:pt x="17660" y="670"/>
                    </a:lnTo>
                    <a:lnTo>
                      <a:pt x="17597" y="858"/>
                    </a:lnTo>
                    <a:lnTo>
                      <a:pt x="17492" y="1005"/>
                    </a:lnTo>
                    <a:lnTo>
                      <a:pt x="17576" y="1089"/>
                    </a:lnTo>
                    <a:lnTo>
                      <a:pt x="17681" y="1172"/>
                    </a:lnTo>
                    <a:lnTo>
                      <a:pt x="17618" y="1214"/>
                    </a:lnTo>
                    <a:lnTo>
                      <a:pt x="17555" y="1193"/>
                    </a:lnTo>
                    <a:lnTo>
                      <a:pt x="17492" y="1319"/>
                    </a:lnTo>
                    <a:lnTo>
                      <a:pt x="17450" y="1423"/>
                    </a:lnTo>
                    <a:lnTo>
                      <a:pt x="17513" y="1570"/>
                    </a:lnTo>
                    <a:lnTo>
                      <a:pt x="17513" y="1674"/>
                    </a:lnTo>
                    <a:lnTo>
                      <a:pt x="17450" y="1633"/>
                    </a:lnTo>
                    <a:lnTo>
                      <a:pt x="17367" y="1674"/>
                    </a:lnTo>
                    <a:lnTo>
                      <a:pt x="17304" y="1946"/>
                    </a:lnTo>
                    <a:lnTo>
                      <a:pt x="17367" y="2156"/>
                    </a:lnTo>
                    <a:lnTo>
                      <a:pt x="17346" y="2365"/>
                    </a:lnTo>
                    <a:lnTo>
                      <a:pt x="17388" y="2511"/>
                    </a:lnTo>
                    <a:lnTo>
                      <a:pt x="17388" y="2679"/>
                    </a:lnTo>
                    <a:lnTo>
                      <a:pt x="17262" y="2783"/>
                    </a:lnTo>
                    <a:lnTo>
                      <a:pt x="17262" y="2867"/>
                    </a:lnTo>
                    <a:lnTo>
                      <a:pt x="17157" y="3097"/>
                    </a:lnTo>
                    <a:lnTo>
                      <a:pt x="17137" y="3411"/>
                    </a:lnTo>
                    <a:lnTo>
                      <a:pt x="17032" y="3558"/>
                    </a:lnTo>
                    <a:lnTo>
                      <a:pt x="17074" y="3662"/>
                    </a:lnTo>
                    <a:lnTo>
                      <a:pt x="16990" y="3830"/>
                    </a:lnTo>
                    <a:lnTo>
                      <a:pt x="16885" y="3934"/>
                    </a:lnTo>
                    <a:lnTo>
                      <a:pt x="16885" y="4143"/>
                    </a:lnTo>
                    <a:lnTo>
                      <a:pt x="16718" y="4290"/>
                    </a:lnTo>
                    <a:lnTo>
                      <a:pt x="16341" y="4436"/>
                    </a:lnTo>
                    <a:lnTo>
                      <a:pt x="16195" y="4332"/>
                    </a:lnTo>
                    <a:lnTo>
                      <a:pt x="16028" y="4311"/>
                    </a:lnTo>
                    <a:lnTo>
                      <a:pt x="15944" y="4227"/>
                    </a:lnTo>
                    <a:lnTo>
                      <a:pt x="15818" y="4102"/>
                    </a:lnTo>
                    <a:lnTo>
                      <a:pt x="15818" y="4039"/>
                    </a:lnTo>
                    <a:lnTo>
                      <a:pt x="15776" y="3997"/>
                    </a:lnTo>
                    <a:lnTo>
                      <a:pt x="15735" y="3871"/>
                    </a:lnTo>
                    <a:lnTo>
                      <a:pt x="15609" y="3830"/>
                    </a:lnTo>
                    <a:lnTo>
                      <a:pt x="15484" y="3788"/>
                    </a:lnTo>
                    <a:lnTo>
                      <a:pt x="15316" y="3788"/>
                    </a:lnTo>
                    <a:lnTo>
                      <a:pt x="15149" y="3683"/>
                    </a:lnTo>
                    <a:lnTo>
                      <a:pt x="15107" y="3578"/>
                    </a:lnTo>
                    <a:lnTo>
                      <a:pt x="14981" y="3411"/>
                    </a:lnTo>
                    <a:lnTo>
                      <a:pt x="14835" y="3390"/>
                    </a:lnTo>
                    <a:lnTo>
                      <a:pt x="14688" y="3306"/>
                    </a:lnTo>
                    <a:lnTo>
                      <a:pt x="14688" y="3244"/>
                    </a:lnTo>
                    <a:lnTo>
                      <a:pt x="14626" y="3244"/>
                    </a:lnTo>
                    <a:lnTo>
                      <a:pt x="14563" y="3181"/>
                    </a:lnTo>
                    <a:lnTo>
                      <a:pt x="14437" y="3181"/>
                    </a:lnTo>
                    <a:lnTo>
                      <a:pt x="14333" y="3160"/>
                    </a:lnTo>
                    <a:lnTo>
                      <a:pt x="14354" y="3097"/>
                    </a:lnTo>
                    <a:lnTo>
                      <a:pt x="14207" y="2993"/>
                    </a:lnTo>
                    <a:lnTo>
                      <a:pt x="14165" y="2867"/>
                    </a:lnTo>
                    <a:lnTo>
                      <a:pt x="14040" y="2721"/>
                    </a:lnTo>
                    <a:lnTo>
                      <a:pt x="13935" y="2721"/>
                    </a:lnTo>
                    <a:lnTo>
                      <a:pt x="13810" y="2553"/>
                    </a:lnTo>
                    <a:lnTo>
                      <a:pt x="13810" y="2428"/>
                    </a:lnTo>
                    <a:lnTo>
                      <a:pt x="13914" y="2239"/>
                    </a:lnTo>
                    <a:lnTo>
                      <a:pt x="13935" y="2114"/>
                    </a:lnTo>
                    <a:lnTo>
                      <a:pt x="14061" y="2030"/>
                    </a:lnTo>
                    <a:lnTo>
                      <a:pt x="14103" y="1884"/>
                    </a:lnTo>
                    <a:lnTo>
                      <a:pt x="14144" y="1779"/>
                    </a:lnTo>
                    <a:lnTo>
                      <a:pt x="14040" y="1821"/>
                    </a:lnTo>
                    <a:lnTo>
                      <a:pt x="13956" y="1674"/>
                    </a:lnTo>
                    <a:lnTo>
                      <a:pt x="14061" y="1591"/>
                    </a:lnTo>
                    <a:lnTo>
                      <a:pt x="14040" y="1486"/>
                    </a:lnTo>
                    <a:lnTo>
                      <a:pt x="14124" y="1486"/>
                    </a:lnTo>
                    <a:lnTo>
                      <a:pt x="14165" y="1465"/>
                    </a:lnTo>
                    <a:lnTo>
                      <a:pt x="14228" y="1486"/>
                    </a:lnTo>
                    <a:lnTo>
                      <a:pt x="14333" y="1507"/>
                    </a:lnTo>
                    <a:lnTo>
                      <a:pt x="14458" y="1465"/>
                    </a:lnTo>
                    <a:lnTo>
                      <a:pt x="14521" y="1319"/>
                    </a:lnTo>
                    <a:lnTo>
                      <a:pt x="14416" y="1256"/>
                    </a:lnTo>
                    <a:lnTo>
                      <a:pt x="14479" y="1172"/>
                    </a:lnTo>
                    <a:lnTo>
                      <a:pt x="14563" y="1193"/>
                    </a:lnTo>
                    <a:lnTo>
                      <a:pt x="14626" y="1005"/>
                    </a:lnTo>
                    <a:lnTo>
                      <a:pt x="14688" y="963"/>
                    </a:lnTo>
                    <a:lnTo>
                      <a:pt x="14772" y="858"/>
                    </a:lnTo>
                    <a:lnTo>
                      <a:pt x="14772" y="796"/>
                    </a:lnTo>
                    <a:lnTo>
                      <a:pt x="14668" y="754"/>
                    </a:lnTo>
                    <a:lnTo>
                      <a:pt x="14584" y="837"/>
                    </a:lnTo>
                    <a:lnTo>
                      <a:pt x="14521" y="796"/>
                    </a:lnTo>
                    <a:lnTo>
                      <a:pt x="14521" y="586"/>
                    </a:lnTo>
                    <a:lnTo>
                      <a:pt x="14416" y="649"/>
                    </a:lnTo>
                    <a:lnTo>
                      <a:pt x="14270" y="796"/>
                    </a:lnTo>
                    <a:lnTo>
                      <a:pt x="14333" y="837"/>
                    </a:lnTo>
                    <a:lnTo>
                      <a:pt x="14333" y="900"/>
                    </a:lnTo>
                    <a:lnTo>
                      <a:pt x="14249" y="963"/>
                    </a:lnTo>
                    <a:lnTo>
                      <a:pt x="14144" y="900"/>
                    </a:lnTo>
                    <a:lnTo>
                      <a:pt x="14124" y="837"/>
                    </a:lnTo>
                    <a:lnTo>
                      <a:pt x="14103" y="775"/>
                    </a:lnTo>
                    <a:lnTo>
                      <a:pt x="14040" y="858"/>
                    </a:lnTo>
                    <a:lnTo>
                      <a:pt x="13956" y="879"/>
                    </a:lnTo>
                    <a:lnTo>
                      <a:pt x="13956" y="796"/>
                    </a:lnTo>
                    <a:lnTo>
                      <a:pt x="14040" y="733"/>
                    </a:lnTo>
                    <a:lnTo>
                      <a:pt x="14061" y="670"/>
                    </a:lnTo>
                    <a:lnTo>
                      <a:pt x="13998" y="691"/>
                    </a:lnTo>
                    <a:lnTo>
                      <a:pt x="13914" y="775"/>
                    </a:lnTo>
                    <a:lnTo>
                      <a:pt x="13789" y="837"/>
                    </a:lnTo>
                    <a:lnTo>
                      <a:pt x="13789" y="858"/>
                    </a:lnTo>
                    <a:lnTo>
                      <a:pt x="13705" y="879"/>
                    </a:lnTo>
                    <a:lnTo>
                      <a:pt x="13684" y="837"/>
                    </a:lnTo>
                    <a:lnTo>
                      <a:pt x="13538" y="837"/>
                    </a:lnTo>
                    <a:lnTo>
                      <a:pt x="13538" y="775"/>
                    </a:lnTo>
                    <a:lnTo>
                      <a:pt x="13475" y="649"/>
                    </a:lnTo>
                    <a:lnTo>
                      <a:pt x="13412" y="649"/>
                    </a:lnTo>
                    <a:lnTo>
                      <a:pt x="13287" y="691"/>
                    </a:lnTo>
                    <a:lnTo>
                      <a:pt x="13182" y="670"/>
                    </a:lnTo>
                    <a:lnTo>
                      <a:pt x="13119" y="691"/>
                    </a:lnTo>
                    <a:lnTo>
                      <a:pt x="13077" y="628"/>
                    </a:lnTo>
                    <a:lnTo>
                      <a:pt x="13015" y="628"/>
                    </a:lnTo>
                    <a:lnTo>
                      <a:pt x="12973" y="482"/>
                    </a:lnTo>
                    <a:lnTo>
                      <a:pt x="12847" y="545"/>
                    </a:lnTo>
                    <a:lnTo>
                      <a:pt x="12701" y="524"/>
                    </a:lnTo>
                    <a:lnTo>
                      <a:pt x="12575" y="461"/>
                    </a:lnTo>
                    <a:lnTo>
                      <a:pt x="12575" y="377"/>
                    </a:lnTo>
                    <a:lnTo>
                      <a:pt x="12491" y="273"/>
                    </a:lnTo>
                    <a:lnTo>
                      <a:pt x="12450" y="273"/>
                    </a:lnTo>
                    <a:lnTo>
                      <a:pt x="12450" y="335"/>
                    </a:lnTo>
                    <a:lnTo>
                      <a:pt x="12282" y="377"/>
                    </a:lnTo>
                    <a:lnTo>
                      <a:pt x="12240" y="273"/>
                    </a:lnTo>
                    <a:lnTo>
                      <a:pt x="12136" y="252"/>
                    </a:lnTo>
                    <a:lnTo>
                      <a:pt x="11968" y="168"/>
                    </a:lnTo>
                    <a:lnTo>
                      <a:pt x="11968" y="210"/>
                    </a:lnTo>
                    <a:lnTo>
                      <a:pt x="11906" y="147"/>
                    </a:lnTo>
                    <a:lnTo>
                      <a:pt x="11801" y="231"/>
                    </a:lnTo>
                    <a:lnTo>
                      <a:pt x="11906" y="314"/>
                    </a:lnTo>
                    <a:lnTo>
                      <a:pt x="11864" y="335"/>
                    </a:lnTo>
                    <a:lnTo>
                      <a:pt x="11968" y="356"/>
                    </a:lnTo>
                    <a:lnTo>
                      <a:pt x="12073" y="335"/>
                    </a:lnTo>
                    <a:lnTo>
                      <a:pt x="12240" y="461"/>
                    </a:lnTo>
                    <a:lnTo>
                      <a:pt x="12240" y="545"/>
                    </a:lnTo>
                    <a:lnTo>
                      <a:pt x="12261" y="733"/>
                    </a:lnTo>
                    <a:lnTo>
                      <a:pt x="12136" y="733"/>
                    </a:lnTo>
                    <a:lnTo>
                      <a:pt x="12115" y="858"/>
                    </a:lnTo>
                    <a:lnTo>
                      <a:pt x="12052" y="775"/>
                    </a:lnTo>
                    <a:lnTo>
                      <a:pt x="11968" y="754"/>
                    </a:lnTo>
                    <a:lnTo>
                      <a:pt x="11864" y="837"/>
                    </a:lnTo>
                    <a:lnTo>
                      <a:pt x="11550" y="837"/>
                    </a:lnTo>
                    <a:lnTo>
                      <a:pt x="11424" y="733"/>
                    </a:lnTo>
                    <a:lnTo>
                      <a:pt x="11403" y="775"/>
                    </a:lnTo>
                    <a:lnTo>
                      <a:pt x="11278" y="837"/>
                    </a:lnTo>
                    <a:lnTo>
                      <a:pt x="11299" y="942"/>
                    </a:lnTo>
                    <a:lnTo>
                      <a:pt x="11194" y="900"/>
                    </a:lnTo>
                    <a:lnTo>
                      <a:pt x="11215" y="1068"/>
                    </a:lnTo>
                    <a:lnTo>
                      <a:pt x="11173" y="1005"/>
                    </a:lnTo>
                    <a:lnTo>
                      <a:pt x="11027" y="963"/>
                    </a:lnTo>
                    <a:lnTo>
                      <a:pt x="10985" y="1047"/>
                    </a:lnTo>
                    <a:lnTo>
                      <a:pt x="11027" y="1109"/>
                    </a:lnTo>
                    <a:lnTo>
                      <a:pt x="11027" y="1172"/>
                    </a:lnTo>
                    <a:lnTo>
                      <a:pt x="10880" y="1109"/>
                    </a:lnTo>
                    <a:lnTo>
                      <a:pt x="10818" y="1193"/>
                    </a:lnTo>
                    <a:lnTo>
                      <a:pt x="10880" y="1256"/>
                    </a:lnTo>
                    <a:lnTo>
                      <a:pt x="10797" y="1298"/>
                    </a:lnTo>
                    <a:lnTo>
                      <a:pt x="10713" y="1361"/>
                    </a:lnTo>
                    <a:lnTo>
                      <a:pt x="10713" y="1402"/>
                    </a:lnTo>
                    <a:lnTo>
                      <a:pt x="10797" y="1507"/>
                    </a:lnTo>
                    <a:lnTo>
                      <a:pt x="10818" y="1570"/>
                    </a:lnTo>
                    <a:lnTo>
                      <a:pt x="10818" y="1570"/>
                    </a:lnTo>
                    <a:lnTo>
                      <a:pt x="10713" y="1507"/>
                    </a:lnTo>
                    <a:lnTo>
                      <a:pt x="10650" y="1591"/>
                    </a:lnTo>
                    <a:lnTo>
                      <a:pt x="10546" y="1591"/>
                    </a:lnTo>
                    <a:lnTo>
                      <a:pt x="10462" y="1737"/>
                    </a:lnTo>
                    <a:lnTo>
                      <a:pt x="10357" y="1925"/>
                    </a:lnTo>
                    <a:lnTo>
                      <a:pt x="10274" y="1946"/>
                    </a:lnTo>
                    <a:lnTo>
                      <a:pt x="10253" y="2114"/>
                    </a:lnTo>
                    <a:lnTo>
                      <a:pt x="10148" y="2156"/>
                    </a:lnTo>
                    <a:lnTo>
                      <a:pt x="10232" y="2239"/>
                    </a:lnTo>
                    <a:lnTo>
                      <a:pt x="10441" y="2260"/>
                    </a:lnTo>
                    <a:lnTo>
                      <a:pt x="10357" y="2302"/>
                    </a:lnTo>
                    <a:lnTo>
                      <a:pt x="10294" y="2365"/>
                    </a:lnTo>
                    <a:lnTo>
                      <a:pt x="10546" y="2449"/>
                    </a:lnTo>
                    <a:lnTo>
                      <a:pt x="10462" y="2511"/>
                    </a:lnTo>
                    <a:lnTo>
                      <a:pt x="10294" y="2469"/>
                    </a:lnTo>
                    <a:lnTo>
                      <a:pt x="10253" y="2407"/>
                    </a:lnTo>
                    <a:lnTo>
                      <a:pt x="10253" y="2407"/>
                    </a:lnTo>
                    <a:lnTo>
                      <a:pt x="10274" y="2469"/>
                    </a:lnTo>
                    <a:lnTo>
                      <a:pt x="10357" y="2553"/>
                    </a:lnTo>
                    <a:lnTo>
                      <a:pt x="10357" y="2679"/>
                    </a:lnTo>
                    <a:lnTo>
                      <a:pt x="10462" y="2825"/>
                    </a:lnTo>
                    <a:lnTo>
                      <a:pt x="10294" y="2679"/>
                    </a:lnTo>
                    <a:lnTo>
                      <a:pt x="10232" y="2532"/>
                    </a:lnTo>
                    <a:lnTo>
                      <a:pt x="10127" y="2511"/>
                    </a:lnTo>
                    <a:lnTo>
                      <a:pt x="10085" y="2574"/>
                    </a:lnTo>
                    <a:lnTo>
                      <a:pt x="10064" y="2658"/>
                    </a:lnTo>
                    <a:lnTo>
                      <a:pt x="10043" y="2574"/>
                    </a:lnTo>
                    <a:lnTo>
                      <a:pt x="9813" y="2428"/>
                    </a:lnTo>
                    <a:lnTo>
                      <a:pt x="9625" y="2449"/>
                    </a:lnTo>
                    <a:lnTo>
                      <a:pt x="9667" y="2511"/>
                    </a:lnTo>
                    <a:lnTo>
                      <a:pt x="9625" y="2574"/>
                    </a:lnTo>
                    <a:lnTo>
                      <a:pt x="9562" y="2532"/>
                    </a:lnTo>
                    <a:lnTo>
                      <a:pt x="9520" y="2532"/>
                    </a:lnTo>
                    <a:lnTo>
                      <a:pt x="9458" y="2574"/>
                    </a:lnTo>
                    <a:lnTo>
                      <a:pt x="9541" y="2721"/>
                    </a:lnTo>
                    <a:lnTo>
                      <a:pt x="9520" y="2762"/>
                    </a:lnTo>
                    <a:lnTo>
                      <a:pt x="9499" y="2721"/>
                    </a:lnTo>
                    <a:lnTo>
                      <a:pt x="9437" y="2741"/>
                    </a:lnTo>
                    <a:lnTo>
                      <a:pt x="9437" y="2783"/>
                    </a:lnTo>
                    <a:lnTo>
                      <a:pt x="9332" y="2846"/>
                    </a:lnTo>
                    <a:lnTo>
                      <a:pt x="9186" y="2888"/>
                    </a:lnTo>
                    <a:lnTo>
                      <a:pt x="9311" y="2825"/>
                    </a:lnTo>
                    <a:lnTo>
                      <a:pt x="9395" y="2721"/>
                    </a:lnTo>
                    <a:lnTo>
                      <a:pt x="9395" y="2532"/>
                    </a:lnTo>
                    <a:lnTo>
                      <a:pt x="9458" y="2428"/>
                    </a:lnTo>
                    <a:lnTo>
                      <a:pt x="9416" y="2344"/>
                    </a:lnTo>
                    <a:lnTo>
                      <a:pt x="9311" y="2323"/>
                    </a:lnTo>
                    <a:lnTo>
                      <a:pt x="9144" y="2030"/>
                    </a:lnTo>
                    <a:lnTo>
                      <a:pt x="9081" y="1905"/>
                    </a:lnTo>
                    <a:lnTo>
                      <a:pt x="8893" y="1842"/>
                    </a:lnTo>
                    <a:lnTo>
                      <a:pt x="8788" y="1800"/>
                    </a:lnTo>
                    <a:lnTo>
                      <a:pt x="8725" y="1821"/>
                    </a:lnTo>
                    <a:lnTo>
                      <a:pt x="8788" y="1884"/>
                    </a:lnTo>
                    <a:lnTo>
                      <a:pt x="8704" y="1905"/>
                    </a:lnTo>
                    <a:lnTo>
                      <a:pt x="8621" y="2030"/>
                    </a:lnTo>
                    <a:lnTo>
                      <a:pt x="8558" y="2009"/>
                    </a:lnTo>
                    <a:lnTo>
                      <a:pt x="8579" y="1946"/>
                    </a:lnTo>
                    <a:lnTo>
                      <a:pt x="8474" y="1988"/>
                    </a:lnTo>
                    <a:lnTo>
                      <a:pt x="8453" y="2051"/>
                    </a:lnTo>
                    <a:lnTo>
                      <a:pt x="8370" y="1884"/>
                    </a:lnTo>
                    <a:lnTo>
                      <a:pt x="8307" y="1884"/>
                    </a:lnTo>
                    <a:lnTo>
                      <a:pt x="8286" y="1946"/>
                    </a:lnTo>
                    <a:lnTo>
                      <a:pt x="8370" y="2009"/>
                    </a:lnTo>
                    <a:lnTo>
                      <a:pt x="8265" y="2093"/>
                    </a:lnTo>
                    <a:lnTo>
                      <a:pt x="8202" y="2218"/>
                    </a:lnTo>
                    <a:lnTo>
                      <a:pt x="8265" y="2260"/>
                    </a:lnTo>
                    <a:lnTo>
                      <a:pt x="8139" y="2344"/>
                    </a:lnTo>
                    <a:lnTo>
                      <a:pt x="8077" y="2260"/>
                    </a:lnTo>
                    <a:lnTo>
                      <a:pt x="8035" y="2260"/>
                    </a:lnTo>
                    <a:lnTo>
                      <a:pt x="7993" y="2197"/>
                    </a:lnTo>
                    <a:lnTo>
                      <a:pt x="8077" y="2114"/>
                    </a:lnTo>
                    <a:lnTo>
                      <a:pt x="7993" y="2114"/>
                    </a:lnTo>
                    <a:lnTo>
                      <a:pt x="7951" y="2239"/>
                    </a:lnTo>
                    <a:lnTo>
                      <a:pt x="7846" y="2260"/>
                    </a:lnTo>
                    <a:lnTo>
                      <a:pt x="7784" y="2323"/>
                    </a:lnTo>
                    <a:lnTo>
                      <a:pt x="7763" y="2449"/>
                    </a:lnTo>
                    <a:lnTo>
                      <a:pt x="7951" y="2511"/>
                    </a:lnTo>
                    <a:lnTo>
                      <a:pt x="7784" y="2637"/>
                    </a:lnTo>
                    <a:lnTo>
                      <a:pt x="7679" y="2574"/>
                    </a:lnTo>
                    <a:lnTo>
                      <a:pt x="7533" y="2658"/>
                    </a:lnTo>
                    <a:lnTo>
                      <a:pt x="7554" y="2741"/>
                    </a:lnTo>
                    <a:lnTo>
                      <a:pt x="7742" y="2762"/>
                    </a:lnTo>
                    <a:lnTo>
                      <a:pt x="7658" y="2846"/>
                    </a:lnTo>
                    <a:lnTo>
                      <a:pt x="7574" y="2867"/>
                    </a:lnTo>
                    <a:lnTo>
                      <a:pt x="7470" y="2741"/>
                    </a:lnTo>
                    <a:lnTo>
                      <a:pt x="7365" y="2846"/>
                    </a:lnTo>
                    <a:lnTo>
                      <a:pt x="7261" y="2867"/>
                    </a:lnTo>
                    <a:lnTo>
                      <a:pt x="7302" y="2951"/>
                    </a:lnTo>
                    <a:lnTo>
                      <a:pt x="7323" y="3034"/>
                    </a:lnTo>
                    <a:lnTo>
                      <a:pt x="7323" y="3097"/>
                    </a:lnTo>
                    <a:lnTo>
                      <a:pt x="7407" y="3076"/>
                    </a:lnTo>
                    <a:lnTo>
                      <a:pt x="7323" y="3181"/>
                    </a:lnTo>
                    <a:lnTo>
                      <a:pt x="7365" y="3286"/>
                    </a:lnTo>
                    <a:lnTo>
                      <a:pt x="7261" y="3306"/>
                    </a:lnTo>
                    <a:lnTo>
                      <a:pt x="7219" y="3390"/>
                    </a:lnTo>
                    <a:lnTo>
                      <a:pt x="7407" y="3453"/>
                    </a:lnTo>
                    <a:lnTo>
                      <a:pt x="7302" y="3495"/>
                    </a:lnTo>
                    <a:lnTo>
                      <a:pt x="7261" y="3558"/>
                    </a:lnTo>
                    <a:lnTo>
                      <a:pt x="7135" y="3516"/>
                    </a:lnTo>
                    <a:lnTo>
                      <a:pt x="7093" y="3453"/>
                    </a:lnTo>
                    <a:lnTo>
                      <a:pt x="7009" y="3390"/>
                    </a:lnTo>
                    <a:lnTo>
                      <a:pt x="6905" y="3474"/>
                    </a:lnTo>
                    <a:lnTo>
                      <a:pt x="6884" y="3369"/>
                    </a:lnTo>
                    <a:lnTo>
                      <a:pt x="6779" y="3306"/>
                    </a:lnTo>
                    <a:lnTo>
                      <a:pt x="6696" y="3369"/>
                    </a:lnTo>
                    <a:lnTo>
                      <a:pt x="6821" y="3474"/>
                    </a:lnTo>
                    <a:lnTo>
                      <a:pt x="6779" y="3495"/>
                    </a:lnTo>
                    <a:lnTo>
                      <a:pt x="6717" y="3599"/>
                    </a:lnTo>
                    <a:lnTo>
                      <a:pt x="6821" y="3704"/>
                    </a:lnTo>
                    <a:lnTo>
                      <a:pt x="6947" y="3704"/>
                    </a:lnTo>
                    <a:lnTo>
                      <a:pt x="6905" y="3809"/>
                    </a:lnTo>
                    <a:lnTo>
                      <a:pt x="6905" y="3913"/>
                    </a:lnTo>
                    <a:lnTo>
                      <a:pt x="6842" y="3871"/>
                    </a:lnTo>
                    <a:lnTo>
                      <a:pt x="6779" y="3871"/>
                    </a:lnTo>
                    <a:lnTo>
                      <a:pt x="6800" y="3997"/>
                    </a:lnTo>
                    <a:lnTo>
                      <a:pt x="6737" y="4122"/>
                    </a:lnTo>
                    <a:lnTo>
                      <a:pt x="6737" y="4248"/>
                    </a:lnTo>
                    <a:lnTo>
                      <a:pt x="6570" y="3871"/>
                    </a:lnTo>
                    <a:lnTo>
                      <a:pt x="6424" y="3620"/>
                    </a:lnTo>
                    <a:lnTo>
                      <a:pt x="6382" y="3558"/>
                    </a:lnTo>
                    <a:lnTo>
                      <a:pt x="6403" y="3390"/>
                    </a:lnTo>
                    <a:lnTo>
                      <a:pt x="6361" y="3474"/>
                    </a:lnTo>
                    <a:lnTo>
                      <a:pt x="6214" y="3558"/>
                    </a:lnTo>
                    <a:lnTo>
                      <a:pt x="6193" y="3704"/>
                    </a:lnTo>
                    <a:lnTo>
                      <a:pt x="6110" y="3725"/>
                    </a:lnTo>
                    <a:lnTo>
                      <a:pt x="6089" y="3809"/>
                    </a:lnTo>
                    <a:lnTo>
                      <a:pt x="5984" y="3788"/>
                    </a:lnTo>
                    <a:lnTo>
                      <a:pt x="5901" y="3892"/>
                    </a:lnTo>
                    <a:lnTo>
                      <a:pt x="5838" y="3976"/>
                    </a:lnTo>
                    <a:lnTo>
                      <a:pt x="5859" y="4102"/>
                    </a:lnTo>
                    <a:lnTo>
                      <a:pt x="5859" y="4415"/>
                    </a:lnTo>
                    <a:lnTo>
                      <a:pt x="5901" y="4436"/>
                    </a:lnTo>
                    <a:lnTo>
                      <a:pt x="5901" y="4541"/>
                    </a:lnTo>
                    <a:lnTo>
                      <a:pt x="5796" y="4604"/>
                    </a:lnTo>
                    <a:lnTo>
                      <a:pt x="5733" y="4708"/>
                    </a:lnTo>
                    <a:lnTo>
                      <a:pt x="5566" y="4750"/>
                    </a:lnTo>
                    <a:lnTo>
                      <a:pt x="5587" y="4834"/>
                    </a:lnTo>
                    <a:lnTo>
                      <a:pt x="5461" y="4918"/>
                    </a:lnTo>
                    <a:lnTo>
                      <a:pt x="5461" y="5064"/>
                    </a:lnTo>
                    <a:lnTo>
                      <a:pt x="5377" y="5127"/>
                    </a:lnTo>
                    <a:lnTo>
                      <a:pt x="5210" y="5378"/>
                    </a:lnTo>
                    <a:lnTo>
                      <a:pt x="4854" y="5587"/>
                    </a:lnTo>
                    <a:lnTo>
                      <a:pt x="4561" y="5608"/>
                    </a:lnTo>
                    <a:lnTo>
                      <a:pt x="4436" y="5650"/>
                    </a:lnTo>
                    <a:lnTo>
                      <a:pt x="4268" y="5671"/>
                    </a:lnTo>
                    <a:lnTo>
                      <a:pt x="4122" y="5692"/>
                    </a:lnTo>
                    <a:lnTo>
                      <a:pt x="3996" y="5671"/>
                    </a:lnTo>
                    <a:lnTo>
                      <a:pt x="3808" y="5754"/>
                    </a:lnTo>
                    <a:lnTo>
                      <a:pt x="3787" y="5859"/>
                    </a:lnTo>
                    <a:lnTo>
                      <a:pt x="3683" y="5901"/>
                    </a:lnTo>
                    <a:lnTo>
                      <a:pt x="3285" y="5880"/>
                    </a:lnTo>
                    <a:lnTo>
                      <a:pt x="3222" y="5922"/>
                    </a:lnTo>
                    <a:lnTo>
                      <a:pt x="3160" y="6027"/>
                    </a:lnTo>
                    <a:lnTo>
                      <a:pt x="2929" y="6131"/>
                    </a:lnTo>
                    <a:lnTo>
                      <a:pt x="2762" y="6131"/>
                    </a:lnTo>
                    <a:lnTo>
                      <a:pt x="2657" y="6089"/>
                    </a:lnTo>
                    <a:lnTo>
                      <a:pt x="2553" y="6110"/>
                    </a:lnTo>
                    <a:lnTo>
                      <a:pt x="2532" y="6027"/>
                    </a:lnTo>
                    <a:lnTo>
                      <a:pt x="2427" y="6089"/>
                    </a:lnTo>
                    <a:lnTo>
                      <a:pt x="2344" y="6215"/>
                    </a:lnTo>
                    <a:lnTo>
                      <a:pt x="2113" y="6278"/>
                    </a:lnTo>
                    <a:lnTo>
                      <a:pt x="2092" y="6319"/>
                    </a:lnTo>
                    <a:lnTo>
                      <a:pt x="2009" y="6319"/>
                    </a:lnTo>
                    <a:lnTo>
                      <a:pt x="1820" y="6487"/>
                    </a:lnTo>
                    <a:lnTo>
                      <a:pt x="1569" y="6612"/>
                    </a:lnTo>
                    <a:lnTo>
                      <a:pt x="1255" y="6717"/>
                    </a:lnTo>
                    <a:lnTo>
                      <a:pt x="1088" y="6905"/>
                    </a:lnTo>
                    <a:lnTo>
                      <a:pt x="1088" y="7115"/>
                    </a:lnTo>
                    <a:lnTo>
                      <a:pt x="963" y="7219"/>
                    </a:lnTo>
                    <a:lnTo>
                      <a:pt x="879" y="7156"/>
                    </a:lnTo>
                    <a:lnTo>
                      <a:pt x="900" y="7073"/>
                    </a:lnTo>
                    <a:lnTo>
                      <a:pt x="900" y="7010"/>
                    </a:lnTo>
                    <a:lnTo>
                      <a:pt x="963" y="6843"/>
                    </a:lnTo>
                    <a:lnTo>
                      <a:pt x="963" y="6738"/>
                    </a:lnTo>
                    <a:lnTo>
                      <a:pt x="774" y="6863"/>
                    </a:lnTo>
                    <a:lnTo>
                      <a:pt x="732" y="7052"/>
                    </a:lnTo>
                    <a:lnTo>
                      <a:pt x="607" y="7282"/>
                    </a:lnTo>
                    <a:lnTo>
                      <a:pt x="711" y="7470"/>
                    </a:lnTo>
                    <a:lnTo>
                      <a:pt x="628" y="7638"/>
                    </a:lnTo>
                    <a:lnTo>
                      <a:pt x="649" y="7889"/>
                    </a:lnTo>
                    <a:lnTo>
                      <a:pt x="419" y="8161"/>
                    </a:lnTo>
                    <a:lnTo>
                      <a:pt x="335" y="8537"/>
                    </a:lnTo>
                    <a:lnTo>
                      <a:pt x="377" y="8726"/>
                    </a:lnTo>
                    <a:lnTo>
                      <a:pt x="356" y="9019"/>
                    </a:lnTo>
                    <a:lnTo>
                      <a:pt x="565" y="9353"/>
                    </a:lnTo>
                    <a:lnTo>
                      <a:pt x="565" y="9479"/>
                    </a:lnTo>
                    <a:lnTo>
                      <a:pt x="649" y="9584"/>
                    </a:lnTo>
                    <a:lnTo>
                      <a:pt x="565" y="9751"/>
                    </a:lnTo>
                    <a:lnTo>
                      <a:pt x="628" y="9897"/>
                    </a:lnTo>
                    <a:lnTo>
                      <a:pt x="502" y="9960"/>
                    </a:lnTo>
                    <a:lnTo>
                      <a:pt x="439" y="9856"/>
                    </a:lnTo>
                    <a:lnTo>
                      <a:pt x="439" y="9667"/>
                    </a:lnTo>
                    <a:lnTo>
                      <a:pt x="356" y="9772"/>
                    </a:lnTo>
                    <a:lnTo>
                      <a:pt x="335" y="9730"/>
                    </a:lnTo>
                    <a:lnTo>
                      <a:pt x="335" y="9542"/>
                    </a:lnTo>
                    <a:lnTo>
                      <a:pt x="230" y="9312"/>
                    </a:lnTo>
                    <a:lnTo>
                      <a:pt x="147" y="9416"/>
                    </a:lnTo>
                    <a:lnTo>
                      <a:pt x="188" y="9667"/>
                    </a:lnTo>
                    <a:lnTo>
                      <a:pt x="335" y="9835"/>
                    </a:lnTo>
                    <a:lnTo>
                      <a:pt x="439" y="10023"/>
                    </a:lnTo>
                    <a:lnTo>
                      <a:pt x="293" y="10065"/>
                    </a:lnTo>
                    <a:lnTo>
                      <a:pt x="147" y="9897"/>
                    </a:lnTo>
                    <a:lnTo>
                      <a:pt x="126" y="9688"/>
                    </a:lnTo>
                    <a:lnTo>
                      <a:pt x="84" y="9772"/>
                    </a:lnTo>
                    <a:lnTo>
                      <a:pt x="0" y="9835"/>
                    </a:lnTo>
                    <a:lnTo>
                      <a:pt x="105" y="10002"/>
                    </a:lnTo>
                    <a:lnTo>
                      <a:pt x="314" y="10253"/>
                    </a:lnTo>
                    <a:lnTo>
                      <a:pt x="419" y="10588"/>
                    </a:lnTo>
                    <a:lnTo>
                      <a:pt x="377" y="11153"/>
                    </a:lnTo>
                    <a:lnTo>
                      <a:pt x="460" y="11257"/>
                    </a:lnTo>
                    <a:lnTo>
                      <a:pt x="544" y="11592"/>
                    </a:lnTo>
                    <a:lnTo>
                      <a:pt x="711" y="12032"/>
                    </a:lnTo>
                    <a:lnTo>
                      <a:pt x="649" y="12178"/>
                    </a:lnTo>
                    <a:lnTo>
                      <a:pt x="670" y="12827"/>
                    </a:lnTo>
                    <a:lnTo>
                      <a:pt x="649" y="12910"/>
                    </a:lnTo>
                    <a:lnTo>
                      <a:pt x="711" y="13099"/>
                    </a:lnTo>
                    <a:lnTo>
                      <a:pt x="711" y="13308"/>
                    </a:lnTo>
                    <a:lnTo>
                      <a:pt x="837" y="13559"/>
                    </a:lnTo>
                    <a:lnTo>
                      <a:pt x="837" y="13726"/>
                    </a:lnTo>
                    <a:lnTo>
                      <a:pt x="732" y="13810"/>
                    </a:lnTo>
                    <a:lnTo>
                      <a:pt x="774" y="13852"/>
                    </a:lnTo>
                    <a:lnTo>
                      <a:pt x="732" y="14019"/>
                    </a:lnTo>
                    <a:lnTo>
                      <a:pt x="711" y="14270"/>
                    </a:lnTo>
                    <a:lnTo>
                      <a:pt x="628" y="14354"/>
                    </a:lnTo>
                    <a:lnTo>
                      <a:pt x="649" y="14438"/>
                    </a:lnTo>
                    <a:lnTo>
                      <a:pt x="628" y="14584"/>
                    </a:lnTo>
                    <a:lnTo>
                      <a:pt x="523" y="14668"/>
                    </a:lnTo>
                    <a:lnTo>
                      <a:pt x="544" y="14793"/>
                    </a:lnTo>
                    <a:lnTo>
                      <a:pt x="335" y="14961"/>
                    </a:lnTo>
                    <a:lnTo>
                      <a:pt x="251" y="14877"/>
                    </a:lnTo>
                    <a:lnTo>
                      <a:pt x="126" y="15086"/>
                    </a:lnTo>
                    <a:lnTo>
                      <a:pt x="126" y="15442"/>
                    </a:lnTo>
                    <a:lnTo>
                      <a:pt x="209" y="15526"/>
                    </a:lnTo>
                    <a:lnTo>
                      <a:pt x="293" y="15526"/>
                    </a:lnTo>
                    <a:lnTo>
                      <a:pt x="544" y="15756"/>
                    </a:lnTo>
                    <a:lnTo>
                      <a:pt x="544" y="15861"/>
                    </a:lnTo>
                    <a:lnTo>
                      <a:pt x="565" y="15923"/>
                    </a:lnTo>
                    <a:lnTo>
                      <a:pt x="711" y="15944"/>
                    </a:lnTo>
                    <a:lnTo>
                      <a:pt x="753" y="16007"/>
                    </a:lnTo>
                    <a:lnTo>
                      <a:pt x="942" y="16028"/>
                    </a:lnTo>
                    <a:lnTo>
                      <a:pt x="983" y="16028"/>
                    </a:lnTo>
                    <a:lnTo>
                      <a:pt x="1025" y="16070"/>
                    </a:lnTo>
                    <a:lnTo>
                      <a:pt x="1151" y="16070"/>
                    </a:lnTo>
                    <a:lnTo>
                      <a:pt x="1297" y="16049"/>
                    </a:lnTo>
                    <a:lnTo>
                      <a:pt x="1339" y="16133"/>
                    </a:lnTo>
                    <a:lnTo>
                      <a:pt x="1402" y="16070"/>
                    </a:lnTo>
                    <a:lnTo>
                      <a:pt x="1423" y="16112"/>
                    </a:lnTo>
                    <a:lnTo>
                      <a:pt x="1611" y="16070"/>
                    </a:lnTo>
                    <a:lnTo>
                      <a:pt x="1758" y="16070"/>
                    </a:lnTo>
                    <a:lnTo>
                      <a:pt x="1779" y="16007"/>
                    </a:lnTo>
                    <a:lnTo>
                      <a:pt x="1862" y="15965"/>
                    </a:lnTo>
                    <a:lnTo>
                      <a:pt x="1946" y="15840"/>
                    </a:lnTo>
                    <a:lnTo>
                      <a:pt x="2113" y="15861"/>
                    </a:lnTo>
                    <a:lnTo>
                      <a:pt x="2113" y="15756"/>
                    </a:lnTo>
                    <a:lnTo>
                      <a:pt x="2218" y="15693"/>
                    </a:lnTo>
                    <a:lnTo>
                      <a:pt x="2323" y="15693"/>
                    </a:lnTo>
                    <a:lnTo>
                      <a:pt x="2406" y="15777"/>
                    </a:lnTo>
                    <a:lnTo>
                      <a:pt x="2511" y="15651"/>
                    </a:lnTo>
                    <a:lnTo>
                      <a:pt x="2532" y="15693"/>
                    </a:lnTo>
                    <a:lnTo>
                      <a:pt x="2616" y="15651"/>
                    </a:lnTo>
                    <a:lnTo>
                      <a:pt x="2636" y="15526"/>
                    </a:lnTo>
                    <a:lnTo>
                      <a:pt x="2950" y="15317"/>
                    </a:lnTo>
                    <a:lnTo>
                      <a:pt x="3076" y="15338"/>
                    </a:lnTo>
                    <a:lnTo>
                      <a:pt x="3160" y="15379"/>
                    </a:lnTo>
                    <a:lnTo>
                      <a:pt x="3264" y="15317"/>
                    </a:lnTo>
                    <a:lnTo>
                      <a:pt x="3557" y="15233"/>
                    </a:lnTo>
                    <a:lnTo>
                      <a:pt x="3599" y="15317"/>
                    </a:lnTo>
                    <a:lnTo>
                      <a:pt x="3787" y="15254"/>
                    </a:lnTo>
                    <a:lnTo>
                      <a:pt x="3850" y="15296"/>
                    </a:lnTo>
                    <a:lnTo>
                      <a:pt x="3955" y="15317"/>
                    </a:lnTo>
                    <a:lnTo>
                      <a:pt x="4038" y="15254"/>
                    </a:lnTo>
                    <a:lnTo>
                      <a:pt x="4101" y="15400"/>
                    </a:lnTo>
                    <a:lnTo>
                      <a:pt x="4185" y="15400"/>
                    </a:lnTo>
                    <a:lnTo>
                      <a:pt x="4268" y="15338"/>
                    </a:lnTo>
                    <a:lnTo>
                      <a:pt x="4310" y="15400"/>
                    </a:lnTo>
                    <a:lnTo>
                      <a:pt x="4415" y="15338"/>
                    </a:lnTo>
                    <a:lnTo>
                      <a:pt x="4624" y="15338"/>
                    </a:lnTo>
                    <a:lnTo>
                      <a:pt x="4624" y="15442"/>
                    </a:lnTo>
                    <a:lnTo>
                      <a:pt x="4645" y="15442"/>
                    </a:lnTo>
                    <a:lnTo>
                      <a:pt x="4792" y="15338"/>
                    </a:lnTo>
                    <a:lnTo>
                      <a:pt x="4917" y="15379"/>
                    </a:lnTo>
                    <a:lnTo>
                      <a:pt x="5064" y="15254"/>
                    </a:lnTo>
                    <a:lnTo>
                      <a:pt x="5126" y="15128"/>
                    </a:lnTo>
                    <a:lnTo>
                      <a:pt x="5168" y="15107"/>
                    </a:lnTo>
                    <a:lnTo>
                      <a:pt x="5315" y="14982"/>
                    </a:lnTo>
                    <a:lnTo>
                      <a:pt x="5377" y="14773"/>
                    </a:lnTo>
                    <a:lnTo>
                      <a:pt x="5524" y="14668"/>
                    </a:lnTo>
                    <a:lnTo>
                      <a:pt x="5670" y="14647"/>
                    </a:lnTo>
                    <a:lnTo>
                      <a:pt x="5754" y="14668"/>
                    </a:lnTo>
                    <a:lnTo>
                      <a:pt x="5984" y="14584"/>
                    </a:lnTo>
                    <a:lnTo>
                      <a:pt x="6277" y="14396"/>
                    </a:lnTo>
                    <a:lnTo>
                      <a:pt x="6486" y="14208"/>
                    </a:lnTo>
                    <a:lnTo>
                      <a:pt x="6570" y="14187"/>
                    </a:lnTo>
                    <a:lnTo>
                      <a:pt x="6737" y="14187"/>
                    </a:lnTo>
                    <a:lnTo>
                      <a:pt x="6905" y="14249"/>
                    </a:lnTo>
                    <a:lnTo>
                      <a:pt x="7051" y="14270"/>
                    </a:lnTo>
                    <a:lnTo>
                      <a:pt x="7198" y="14208"/>
                    </a:lnTo>
                    <a:lnTo>
                      <a:pt x="7407" y="14249"/>
                    </a:lnTo>
                    <a:lnTo>
                      <a:pt x="7742" y="14145"/>
                    </a:lnTo>
                    <a:lnTo>
                      <a:pt x="7930" y="14082"/>
                    </a:lnTo>
                    <a:lnTo>
                      <a:pt x="8056" y="13977"/>
                    </a:lnTo>
                    <a:lnTo>
                      <a:pt x="8139" y="13977"/>
                    </a:lnTo>
                    <a:lnTo>
                      <a:pt x="8307" y="13852"/>
                    </a:lnTo>
                    <a:lnTo>
                      <a:pt x="8558" y="13852"/>
                    </a:lnTo>
                    <a:lnTo>
                      <a:pt x="9186" y="13810"/>
                    </a:lnTo>
                    <a:lnTo>
                      <a:pt x="9395" y="13852"/>
                    </a:lnTo>
                    <a:lnTo>
                      <a:pt x="9520" y="13852"/>
                    </a:lnTo>
                    <a:lnTo>
                      <a:pt x="9709" y="13810"/>
                    </a:lnTo>
                    <a:lnTo>
                      <a:pt x="9834" y="13831"/>
                    </a:lnTo>
                    <a:lnTo>
                      <a:pt x="10022" y="13977"/>
                    </a:lnTo>
                    <a:lnTo>
                      <a:pt x="10148" y="14208"/>
                    </a:lnTo>
                    <a:lnTo>
                      <a:pt x="10253" y="14249"/>
                    </a:lnTo>
                    <a:lnTo>
                      <a:pt x="10336" y="14187"/>
                    </a:lnTo>
                    <a:lnTo>
                      <a:pt x="10378" y="14166"/>
                    </a:lnTo>
                    <a:lnTo>
                      <a:pt x="10441" y="14208"/>
                    </a:lnTo>
                    <a:lnTo>
                      <a:pt x="10504" y="14187"/>
                    </a:lnTo>
                    <a:lnTo>
                      <a:pt x="10650" y="14208"/>
                    </a:lnTo>
                    <a:lnTo>
                      <a:pt x="10755" y="14354"/>
                    </a:lnTo>
                    <a:lnTo>
                      <a:pt x="10880" y="14375"/>
                    </a:lnTo>
                    <a:lnTo>
                      <a:pt x="10964" y="14354"/>
                    </a:lnTo>
                    <a:lnTo>
                      <a:pt x="11194" y="14542"/>
                    </a:lnTo>
                    <a:lnTo>
                      <a:pt x="11194" y="14647"/>
                    </a:lnTo>
                    <a:lnTo>
                      <a:pt x="11278" y="14647"/>
                    </a:lnTo>
                    <a:lnTo>
                      <a:pt x="11341" y="14731"/>
                    </a:lnTo>
                    <a:lnTo>
                      <a:pt x="11320" y="14814"/>
                    </a:lnTo>
                    <a:lnTo>
                      <a:pt x="11215" y="14814"/>
                    </a:lnTo>
                    <a:lnTo>
                      <a:pt x="11194" y="14898"/>
                    </a:lnTo>
                    <a:lnTo>
                      <a:pt x="11299" y="15107"/>
                    </a:lnTo>
                    <a:lnTo>
                      <a:pt x="11403" y="15128"/>
                    </a:lnTo>
                    <a:lnTo>
                      <a:pt x="11508" y="15254"/>
                    </a:lnTo>
                    <a:lnTo>
                      <a:pt x="11550" y="15421"/>
                    </a:lnTo>
                    <a:lnTo>
                      <a:pt x="11529" y="15526"/>
                    </a:lnTo>
                    <a:lnTo>
                      <a:pt x="11655" y="15819"/>
                    </a:lnTo>
                    <a:lnTo>
                      <a:pt x="11613" y="15944"/>
                    </a:lnTo>
                    <a:lnTo>
                      <a:pt x="11655" y="16007"/>
                    </a:lnTo>
                    <a:lnTo>
                      <a:pt x="11634" y="16154"/>
                    </a:lnTo>
                    <a:lnTo>
                      <a:pt x="11613" y="16237"/>
                    </a:lnTo>
                    <a:lnTo>
                      <a:pt x="11529" y="16216"/>
                    </a:lnTo>
                    <a:lnTo>
                      <a:pt x="11508" y="16237"/>
                    </a:lnTo>
                    <a:lnTo>
                      <a:pt x="11592" y="16363"/>
                    </a:lnTo>
                    <a:lnTo>
                      <a:pt x="11655" y="16384"/>
                    </a:lnTo>
                    <a:lnTo>
                      <a:pt x="11717" y="16530"/>
                    </a:lnTo>
                    <a:lnTo>
                      <a:pt x="11822" y="16488"/>
                    </a:lnTo>
                    <a:lnTo>
                      <a:pt x="11927" y="16572"/>
                    </a:lnTo>
                    <a:lnTo>
                      <a:pt x="11927" y="16467"/>
                    </a:lnTo>
                    <a:lnTo>
                      <a:pt x="11864" y="16363"/>
                    </a:lnTo>
                    <a:lnTo>
                      <a:pt x="11927" y="16300"/>
                    </a:lnTo>
                    <a:lnTo>
                      <a:pt x="11968" y="16174"/>
                    </a:lnTo>
                    <a:lnTo>
                      <a:pt x="12073" y="16174"/>
                    </a:lnTo>
                    <a:lnTo>
                      <a:pt x="12136" y="16070"/>
                    </a:lnTo>
                    <a:lnTo>
                      <a:pt x="12240" y="16028"/>
                    </a:lnTo>
                    <a:lnTo>
                      <a:pt x="12261" y="15923"/>
                    </a:lnTo>
                    <a:lnTo>
                      <a:pt x="12366" y="15777"/>
                    </a:lnTo>
                    <a:lnTo>
                      <a:pt x="12596" y="15693"/>
                    </a:lnTo>
                    <a:lnTo>
                      <a:pt x="12638" y="15610"/>
                    </a:lnTo>
                    <a:lnTo>
                      <a:pt x="12680" y="15610"/>
                    </a:lnTo>
                    <a:lnTo>
                      <a:pt x="12868" y="15505"/>
                    </a:lnTo>
                    <a:lnTo>
                      <a:pt x="12910" y="15338"/>
                    </a:lnTo>
                    <a:lnTo>
                      <a:pt x="13077" y="15107"/>
                    </a:lnTo>
                    <a:lnTo>
                      <a:pt x="13224" y="15086"/>
                    </a:lnTo>
                    <a:lnTo>
                      <a:pt x="13307" y="14982"/>
                    </a:lnTo>
                    <a:lnTo>
                      <a:pt x="13266" y="14856"/>
                    </a:lnTo>
                    <a:lnTo>
                      <a:pt x="13287" y="14710"/>
                    </a:lnTo>
                    <a:lnTo>
                      <a:pt x="13370" y="14877"/>
                    </a:lnTo>
                    <a:lnTo>
                      <a:pt x="13370" y="15024"/>
                    </a:lnTo>
                    <a:lnTo>
                      <a:pt x="13370" y="15191"/>
                    </a:lnTo>
                    <a:lnTo>
                      <a:pt x="13287" y="15254"/>
                    </a:lnTo>
                    <a:lnTo>
                      <a:pt x="13266" y="15547"/>
                    </a:lnTo>
                    <a:lnTo>
                      <a:pt x="13015" y="15714"/>
                    </a:lnTo>
                    <a:lnTo>
                      <a:pt x="12973" y="15840"/>
                    </a:lnTo>
                    <a:lnTo>
                      <a:pt x="12910" y="15923"/>
                    </a:lnTo>
                    <a:lnTo>
                      <a:pt x="12910" y="16070"/>
                    </a:lnTo>
                    <a:lnTo>
                      <a:pt x="12784" y="16258"/>
                    </a:lnTo>
                    <a:lnTo>
                      <a:pt x="12805" y="16300"/>
                    </a:lnTo>
                    <a:lnTo>
                      <a:pt x="12743" y="16593"/>
                    </a:lnTo>
                    <a:lnTo>
                      <a:pt x="12450" y="16572"/>
                    </a:lnTo>
                    <a:lnTo>
                      <a:pt x="12387" y="16739"/>
                    </a:lnTo>
                    <a:lnTo>
                      <a:pt x="12324" y="16823"/>
                    </a:lnTo>
                    <a:lnTo>
                      <a:pt x="12324" y="16886"/>
                    </a:lnTo>
                    <a:lnTo>
                      <a:pt x="12491" y="16823"/>
                    </a:lnTo>
                    <a:lnTo>
                      <a:pt x="12659" y="16760"/>
                    </a:lnTo>
                    <a:lnTo>
                      <a:pt x="12868" y="16823"/>
                    </a:lnTo>
                    <a:lnTo>
                      <a:pt x="13056" y="16530"/>
                    </a:lnTo>
                    <a:lnTo>
                      <a:pt x="13098" y="16216"/>
                    </a:lnTo>
                    <a:lnTo>
                      <a:pt x="13266" y="16049"/>
                    </a:lnTo>
                    <a:lnTo>
                      <a:pt x="13307" y="16112"/>
                    </a:lnTo>
                    <a:lnTo>
                      <a:pt x="13307" y="16384"/>
                    </a:lnTo>
                    <a:lnTo>
                      <a:pt x="13370" y="16551"/>
                    </a:lnTo>
                    <a:lnTo>
                      <a:pt x="13307" y="16551"/>
                    </a:lnTo>
                    <a:lnTo>
                      <a:pt x="13328" y="16823"/>
                    </a:lnTo>
                    <a:lnTo>
                      <a:pt x="13203" y="17074"/>
                    </a:lnTo>
                    <a:lnTo>
                      <a:pt x="12994" y="17158"/>
                    </a:lnTo>
                    <a:lnTo>
                      <a:pt x="13015" y="17221"/>
                    </a:lnTo>
                    <a:lnTo>
                      <a:pt x="13161" y="17200"/>
                    </a:lnTo>
                    <a:lnTo>
                      <a:pt x="13307" y="17221"/>
                    </a:lnTo>
                    <a:lnTo>
                      <a:pt x="13391" y="17158"/>
                    </a:lnTo>
                    <a:lnTo>
                      <a:pt x="13496" y="17116"/>
                    </a:lnTo>
                    <a:lnTo>
                      <a:pt x="13600" y="17011"/>
                    </a:lnTo>
                    <a:lnTo>
                      <a:pt x="13705" y="17053"/>
                    </a:lnTo>
                    <a:lnTo>
                      <a:pt x="13789" y="17053"/>
                    </a:lnTo>
                    <a:lnTo>
                      <a:pt x="13705" y="17158"/>
                    </a:lnTo>
                    <a:lnTo>
                      <a:pt x="13642" y="17221"/>
                    </a:lnTo>
                    <a:lnTo>
                      <a:pt x="13538" y="17221"/>
                    </a:lnTo>
                    <a:lnTo>
                      <a:pt x="13517" y="17283"/>
                    </a:lnTo>
                    <a:lnTo>
                      <a:pt x="13621" y="17430"/>
                    </a:lnTo>
                    <a:lnTo>
                      <a:pt x="13684" y="17576"/>
                    </a:lnTo>
                    <a:lnTo>
                      <a:pt x="13747" y="17744"/>
                    </a:lnTo>
                    <a:lnTo>
                      <a:pt x="13747" y="17953"/>
                    </a:lnTo>
                    <a:lnTo>
                      <a:pt x="13726" y="18225"/>
                    </a:lnTo>
                    <a:lnTo>
                      <a:pt x="13600" y="18371"/>
                    </a:lnTo>
                    <a:lnTo>
                      <a:pt x="13621" y="18455"/>
                    </a:lnTo>
                    <a:lnTo>
                      <a:pt x="13600" y="18664"/>
                    </a:lnTo>
                    <a:lnTo>
                      <a:pt x="13705" y="18748"/>
                    </a:lnTo>
                    <a:lnTo>
                      <a:pt x="13789" y="18895"/>
                    </a:lnTo>
                    <a:lnTo>
                      <a:pt x="13810" y="19083"/>
                    </a:lnTo>
                    <a:lnTo>
                      <a:pt x="14019" y="19355"/>
                    </a:lnTo>
                    <a:lnTo>
                      <a:pt x="14165" y="19397"/>
                    </a:lnTo>
                    <a:lnTo>
                      <a:pt x="14270" y="19480"/>
                    </a:lnTo>
                    <a:lnTo>
                      <a:pt x="14333" y="19606"/>
                    </a:lnTo>
                    <a:lnTo>
                      <a:pt x="14437" y="19627"/>
                    </a:lnTo>
                    <a:lnTo>
                      <a:pt x="14458" y="19585"/>
                    </a:lnTo>
                    <a:lnTo>
                      <a:pt x="14542" y="19564"/>
                    </a:lnTo>
                    <a:lnTo>
                      <a:pt x="14688" y="19585"/>
                    </a:lnTo>
                    <a:lnTo>
                      <a:pt x="14835" y="19731"/>
                    </a:lnTo>
                    <a:lnTo>
                      <a:pt x="14960" y="19773"/>
                    </a:lnTo>
                    <a:lnTo>
                      <a:pt x="15086" y="19899"/>
                    </a:lnTo>
                    <a:lnTo>
                      <a:pt x="15107" y="20003"/>
                    </a:lnTo>
                    <a:lnTo>
                      <a:pt x="15212" y="20045"/>
                    </a:lnTo>
                    <a:lnTo>
                      <a:pt x="15358" y="20192"/>
                    </a:lnTo>
                    <a:lnTo>
                      <a:pt x="15421" y="20192"/>
                    </a:lnTo>
                    <a:lnTo>
                      <a:pt x="15463" y="20108"/>
                    </a:lnTo>
                    <a:lnTo>
                      <a:pt x="15693" y="20003"/>
                    </a:lnTo>
                    <a:lnTo>
                      <a:pt x="15776" y="19899"/>
                    </a:lnTo>
                    <a:lnTo>
                      <a:pt x="15902" y="19899"/>
                    </a:lnTo>
                    <a:lnTo>
                      <a:pt x="16048" y="19773"/>
                    </a:lnTo>
                    <a:lnTo>
                      <a:pt x="16153" y="19773"/>
                    </a:lnTo>
                    <a:lnTo>
                      <a:pt x="16195" y="19711"/>
                    </a:lnTo>
                    <a:lnTo>
                      <a:pt x="16153" y="19669"/>
                    </a:lnTo>
                    <a:lnTo>
                      <a:pt x="16048" y="19627"/>
                    </a:lnTo>
                    <a:lnTo>
                      <a:pt x="16090" y="19564"/>
                    </a:lnTo>
                    <a:lnTo>
                      <a:pt x="16320" y="19397"/>
                    </a:lnTo>
                    <a:lnTo>
                      <a:pt x="16509" y="19522"/>
                    </a:lnTo>
                    <a:lnTo>
                      <a:pt x="16509" y="19669"/>
                    </a:lnTo>
                    <a:lnTo>
                      <a:pt x="16258" y="19794"/>
                    </a:lnTo>
                    <a:lnTo>
                      <a:pt x="16320" y="19899"/>
                    </a:lnTo>
                    <a:lnTo>
                      <a:pt x="16404" y="19920"/>
                    </a:lnTo>
                    <a:lnTo>
                      <a:pt x="16467" y="19815"/>
                    </a:lnTo>
                    <a:lnTo>
                      <a:pt x="16572" y="19731"/>
                    </a:lnTo>
                    <a:lnTo>
                      <a:pt x="16676" y="19815"/>
                    </a:lnTo>
                    <a:lnTo>
                      <a:pt x="16676" y="19920"/>
                    </a:lnTo>
                    <a:lnTo>
                      <a:pt x="16613" y="19920"/>
                    </a:lnTo>
                    <a:lnTo>
                      <a:pt x="16509" y="20003"/>
                    </a:lnTo>
                    <a:lnTo>
                      <a:pt x="16655" y="20192"/>
                    </a:lnTo>
                    <a:lnTo>
                      <a:pt x="16676" y="20401"/>
                    </a:lnTo>
                    <a:lnTo>
                      <a:pt x="16760" y="20338"/>
                    </a:lnTo>
                    <a:lnTo>
                      <a:pt x="16844" y="20359"/>
                    </a:lnTo>
                    <a:lnTo>
                      <a:pt x="16844" y="20464"/>
                    </a:lnTo>
                    <a:lnTo>
                      <a:pt x="16927" y="20610"/>
                    </a:lnTo>
                    <a:lnTo>
                      <a:pt x="16990" y="20443"/>
                    </a:lnTo>
                    <a:lnTo>
                      <a:pt x="16990" y="20296"/>
                    </a:lnTo>
                    <a:lnTo>
                      <a:pt x="16885" y="20359"/>
                    </a:lnTo>
                    <a:lnTo>
                      <a:pt x="16885" y="20317"/>
                    </a:lnTo>
                    <a:lnTo>
                      <a:pt x="16948" y="20234"/>
                    </a:lnTo>
                    <a:lnTo>
                      <a:pt x="17241" y="20234"/>
                    </a:lnTo>
                    <a:lnTo>
                      <a:pt x="17262" y="20296"/>
                    </a:lnTo>
                    <a:lnTo>
                      <a:pt x="17304" y="20234"/>
                    </a:lnTo>
                    <a:lnTo>
                      <a:pt x="17450" y="20024"/>
                    </a:lnTo>
                    <a:lnTo>
                      <a:pt x="17764" y="19836"/>
                    </a:lnTo>
                    <a:lnTo>
                      <a:pt x="17911" y="19711"/>
                    </a:lnTo>
                    <a:lnTo>
                      <a:pt x="17827" y="19711"/>
                    </a:lnTo>
                    <a:lnTo>
                      <a:pt x="17764" y="19731"/>
                    </a:lnTo>
                    <a:lnTo>
                      <a:pt x="17785" y="19711"/>
                    </a:lnTo>
                    <a:lnTo>
                      <a:pt x="17681" y="19669"/>
                    </a:lnTo>
                    <a:lnTo>
                      <a:pt x="17932" y="19669"/>
                    </a:lnTo>
                    <a:lnTo>
                      <a:pt x="18183" y="19606"/>
                    </a:lnTo>
                    <a:lnTo>
                      <a:pt x="18622" y="19501"/>
                    </a:lnTo>
                    <a:lnTo>
                      <a:pt x="18957" y="19585"/>
                    </a:lnTo>
                    <a:lnTo>
                      <a:pt x="19124" y="19501"/>
                    </a:lnTo>
                    <a:lnTo>
                      <a:pt x="19124" y="19397"/>
                    </a:lnTo>
                    <a:lnTo>
                      <a:pt x="19229" y="19397"/>
                    </a:lnTo>
                    <a:lnTo>
                      <a:pt x="19333" y="19313"/>
                    </a:lnTo>
                    <a:lnTo>
                      <a:pt x="19438" y="19104"/>
                    </a:lnTo>
                    <a:lnTo>
                      <a:pt x="19375" y="18895"/>
                    </a:lnTo>
                    <a:lnTo>
                      <a:pt x="19375" y="18769"/>
                    </a:lnTo>
                    <a:lnTo>
                      <a:pt x="19585" y="18560"/>
                    </a:lnTo>
                    <a:lnTo>
                      <a:pt x="19585" y="18225"/>
                    </a:lnTo>
                    <a:lnTo>
                      <a:pt x="19668" y="18099"/>
                    </a:lnTo>
                    <a:lnTo>
                      <a:pt x="19710" y="17869"/>
                    </a:lnTo>
                    <a:lnTo>
                      <a:pt x="19815" y="17827"/>
                    </a:lnTo>
                    <a:lnTo>
                      <a:pt x="19815" y="17702"/>
                    </a:lnTo>
                    <a:lnTo>
                      <a:pt x="20170" y="17283"/>
                    </a:lnTo>
                    <a:lnTo>
                      <a:pt x="20275" y="17262"/>
                    </a:lnTo>
                    <a:lnTo>
                      <a:pt x="20317" y="17011"/>
                    </a:lnTo>
                    <a:lnTo>
                      <a:pt x="20442" y="16823"/>
                    </a:lnTo>
                    <a:lnTo>
                      <a:pt x="20547" y="16593"/>
                    </a:lnTo>
                    <a:lnTo>
                      <a:pt x="20694" y="16446"/>
                    </a:lnTo>
                    <a:lnTo>
                      <a:pt x="20652" y="16342"/>
                    </a:lnTo>
                    <a:lnTo>
                      <a:pt x="20756" y="16258"/>
                    </a:lnTo>
                    <a:lnTo>
                      <a:pt x="20861" y="16049"/>
                    </a:lnTo>
                    <a:lnTo>
                      <a:pt x="20798" y="15965"/>
                    </a:lnTo>
                    <a:lnTo>
                      <a:pt x="20966" y="15902"/>
                    </a:lnTo>
                    <a:lnTo>
                      <a:pt x="21070" y="15714"/>
                    </a:lnTo>
                    <a:lnTo>
                      <a:pt x="21154" y="15630"/>
                    </a:lnTo>
                    <a:lnTo>
                      <a:pt x="21258" y="15442"/>
                    </a:lnTo>
                    <a:lnTo>
                      <a:pt x="21426" y="15400"/>
                    </a:lnTo>
                    <a:lnTo>
                      <a:pt x="21530" y="15338"/>
                    </a:lnTo>
                    <a:lnTo>
                      <a:pt x="21342" y="15338"/>
                    </a:lnTo>
                    <a:lnTo>
                      <a:pt x="21384" y="15296"/>
                    </a:lnTo>
                    <a:lnTo>
                      <a:pt x="21593" y="15254"/>
                    </a:lnTo>
                    <a:lnTo>
                      <a:pt x="21782" y="15170"/>
                    </a:lnTo>
                    <a:lnTo>
                      <a:pt x="21802" y="15003"/>
                    </a:lnTo>
                    <a:lnTo>
                      <a:pt x="21782" y="14961"/>
                    </a:lnTo>
                    <a:lnTo>
                      <a:pt x="21802" y="14814"/>
                    </a:lnTo>
                    <a:lnTo>
                      <a:pt x="22012" y="14689"/>
                    </a:lnTo>
                    <a:lnTo>
                      <a:pt x="22012" y="14563"/>
                    </a:lnTo>
                    <a:lnTo>
                      <a:pt x="22158" y="14501"/>
                    </a:lnTo>
                    <a:lnTo>
                      <a:pt x="22284" y="14291"/>
                    </a:lnTo>
                    <a:lnTo>
                      <a:pt x="22263" y="14187"/>
                    </a:lnTo>
                    <a:lnTo>
                      <a:pt x="22305" y="14019"/>
                    </a:lnTo>
                    <a:lnTo>
                      <a:pt x="22284" y="13957"/>
                    </a:lnTo>
                    <a:lnTo>
                      <a:pt x="22284" y="13852"/>
                    </a:lnTo>
                    <a:lnTo>
                      <a:pt x="22430" y="13496"/>
                    </a:lnTo>
                    <a:lnTo>
                      <a:pt x="22493" y="13287"/>
                    </a:lnTo>
                    <a:lnTo>
                      <a:pt x="22702" y="12910"/>
                    </a:lnTo>
                    <a:lnTo>
                      <a:pt x="22702" y="12785"/>
                    </a:lnTo>
                    <a:lnTo>
                      <a:pt x="22807" y="12492"/>
                    </a:lnTo>
                    <a:lnTo>
                      <a:pt x="22953" y="12366"/>
                    </a:lnTo>
                    <a:lnTo>
                      <a:pt x="23016" y="12199"/>
                    </a:lnTo>
                    <a:lnTo>
                      <a:pt x="22953" y="12053"/>
                    </a:lnTo>
                    <a:lnTo>
                      <a:pt x="23058" y="11927"/>
                    </a:lnTo>
                    <a:lnTo>
                      <a:pt x="22995" y="11655"/>
                    </a:lnTo>
                    <a:lnTo>
                      <a:pt x="22995" y="11529"/>
                    </a:lnTo>
                    <a:lnTo>
                      <a:pt x="22911" y="11320"/>
                    </a:lnTo>
                    <a:lnTo>
                      <a:pt x="22891" y="11236"/>
                    </a:lnTo>
                    <a:lnTo>
                      <a:pt x="22849" y="11111"/>
                    </a:lnTo>
                    <a:lnTo>
                      <a:pt x="22911" y="11069"/>
                    </a:lnTo>
                    <a:lnTo>
                      <a:pt x="22911" y="10923"/>
                    </a:lnTo>
                    <a:lnTo>
                      <a:pt x="23016" y="10776"/>
                    </a:lnTo>
                    <a:lnTo>
                      <a:pt x="23016" y="10713"/>
                    </a:lnTo>
                    <a:lnTo>
                      <a:pt x="22995" y="10379"/>
                    </a:lnTo>
                    <a:lnTo>
                      <a:pt x="23058" y="10253"/>
                    </a:lnTo>
                    <a:lnTo>
                      <a:pt x="23016" y="10190"/>
                    </a:lnTo>
                    <a:lnTo>
                      <a:pt x="22995" y="10065"/>
                    </a:lnTo>
                    <a:lnTo>
                      <a:pt x="22995" y="9856"/>
                    </a:lnTo>
                    <a:lnTo>
                      <a:pt x="22932" y="9835"/>
                    </a:lnTo>
                    <a:lnTo>
                      <a:pt x="22995" y="9688"/>
                    </a:lnTo>
                    <a:lnTo>
                      <a:pt x="22891" y="9667"/>
                    </a:lnTo>
                    <a:lnTo>
                      <a:pt x="22828" y="9542"/>
                    </a:lnTo>
                    <a:lnTo>
                      <a:pt x="22828" y="9416"/>
                    </a:lnTo>
                    <a:lnTo>
                      <a:pt x="22702" y="9312"/>
                    </a:lnTo>
                    <a:lnTo>
                      <a:pt x="22619" y="9144"/>
                    </a:lnTo>
                    <a:lnTo>
                      <a:pt x="22598" y="8956"/>
                    </a:lnTo>
                    <a:lnTo>
                      <a:pt x="22514" y="8830"/>
                    </a:lnTo>
                    <a:lnTo>
                      <a:pt x="22430" y="8830"/>
                    </a:lnTo>
                    <a:lnTo>
                      <a:pt x="22367" y="8851"/>
                    </a:lnTo>
                    <a:lnTo>
                      <a:pt x="22284" y="8809"/>
                    </a:lnTo>
                    <a:lnTo>
                      <a:pt x="22263" y="8642"/>
                    </a:lnTo>
                    <a:lnTo>
                      <a:pt x="22200" y="8621"/>
                    </a:lnTo>
                    <a:lnTo>
                      <a:pt x="22179" y="8537"/>
                    </a:lnTo>
                    <a:lnTo>
                      <a:pt x="22054" y="8412"/>
                    </a:lnTo>
                    <a:lnTo>
                      <a:pt x="21970" y="8370"/>
                    </a:lnTo>
                    <a:lnTo>
                      <a:pt x="22012" y="8265"/>
                    </a:lnTo>
                    <a:lnTo>
                      <a:pt x="21949" y="8119"/>
                    </a:lnTo>
                    <a:lnTo>
                      <a:pt x="22054" y="7993"/>
                    </a:lnTo>
                    <a:lnTo>
                      <a:pt x="22074" y="7805"/>
                    </a:lnTo>
                    <a:lnTo>
                      <a:pt x="22012" y="7742"/>
                    </a:lnTo>
                    <a:lnTo>
                      <a:pt x="22054" y="7638"/>
                    </a:lnTo>
                    <a:lnTo>
                      <a:pt x="21970" y="7575"/>
                    </a:lnTo>
                    <a:lnTo>
                      <a:pt x="21949" y="7638"/>
                    </a:lnTo>
                    <a:lnTo>
                      <a:pt x="21991" y="7679"/>
                    </a:lnTo>
                    <a:lnTo>
                      <a:pt x="21949" y="7763"/>
                    </a:lnTo>
                    <a:lnTo>
                      <a:pt x="21677" y="7533"/>
                    </a:lnTo>
                    <a:lnTo>
                      <a:pt x="21635" y="7366"/>
                    </a:lnTo>
                    <a:lnTo>
                      <a:pt x="21572" y="7387"/>
                    </a:lnTo>
                    <a:lnTo>
                      <a:pt x="21572" y="7470"/>
                    </a:lnTo>
                    <a:lnTo>
                      <a:pt x="21551" y="7575"/>
                    </a:lnTo>
                    <a:lnTo>
                      <a:pt x="21593" y="7763"/>
                    </a:lnTo>
                    <a:lnTo>
                      <a:pt x="21468" y="7596"/>
                    </a:lnTo>
                    <a:lnTo>
                      <a:pt x="21426" y="7659"/>
                    </a:lnTo>
                    <a:lnTo>
                      <a:pt x="21426" y="7554"/>
                    </a:lnTo>
                    <a:lnTo>
                      <a:pt x="21363" y="7470"/>
                    </a:lnTo>
                    <a:lnTo>
                      <a:pt x="21342" y="7135"/>
                    </a:lnTo>
                    <a:lnTo>
                      <a:pt x="21384" y="7115"/>
                    </a:lnTo>
                    <a:lnTo>
                      <a:pt x="21384" y="7031"/>
                    </a:lnTo>
                    <a:lnTo>
                      <a:pt x="21279" y="6947"/>
                    </a:lnTo>
                    <a:lnTo>
                      <a:pt x="21321" y="6863"/>
                    </a:lnTo>
                    <a:lnTo>
                      <a:pt x="21238" y="6801"/>
                    </a:lnTo>
                    <a:lnTo>
                      <a:pt x="21258" y="6696"/>
                    </a:lnTo>
                    <a:lnTo>
                      <a:pt x="21070" y="6529"/>
                    </a:lnTo>
                    <a:lnTo>
                      <a:pt x="21028" y="6424"/>
                    </a:lnTo>
                    <a:lnTo>
                      <a:pt x="21028" y="6299"/>
                    </a:lnTo>
                    <a:lnTo>
                      <a:pt x="21133" y="6319"/>
                    </a:lnTo>
                    <a:lnTo>
                      <a:pt x="21133" y="6194"/>
                    </a:lnTo>
                    <a:lnTo>
                      <a:pt x="21028" y="6027"/>
                    </a:lnTo>
                    <a:lnTo>
                      <a:pt x="20966" y="6068"/>
                    </a:lnTo>
                    <a:lnTo>
                      <a:pt x="20861" y="6068"/>
                    </a:lnTo>
                    <a:lnTo>
                      <a:pt x="20756" y="5880"/>
                    </a:lnTo>
                    <a:lnTo>
                      <a:pt x="20694" y="5880"/>
                    </a:lnTo>
                    <a:lnTo>
                      <a:pt x="20589" y="5796"/>
                    </a:lnTo>
                    <a:lnTo>
                      <a:pt x="20505" y="5859"/>
                    </a:lnTo>
                    <a:lnTo>
                      <a:pt x="20484" y="5796"/>
                    </a:lnTo>
                    <a:lnTo>
                      <a:pt x="20338" y="5754"/>
                    </a:lnTo>
                    <a:lnTo>
                      <a:pt x="20275" y="5817"/>
                    </a:lnTo>
                    <a:lnTo>
                      <a:pt x="20317" y="5713"/>
                    </a:lnTo>
                    <a:lnTo>
                      <a:pt x="20442" y="5692"/>
                    </a:lnTo>
                    <a:lnTo>
                      <a:pt x="20442" y="5608"/>
                    </a:lnTo>
                    <a:lnTo>
                      <a:pt x="20422" y="5545"/>
                    </a:lnTo>
                    <a:lnTo>
                      <a:pt x="20296" y="5566"/>
                    </a:lnTo>
                    <a:lnTo>
                      <a:pt x="20191" y="5545"/>
                    </a:lnTo>
                    <a:lnTo>
                      <a:pt x="20170" y="5482"/>
                    </a:lnTo>
                    <a:lnTo>
                      <a:pt x="20087" y="5482"/>
                    </a:lnTo>
                    <a:lnTo>
                      <a:pt x="19857" y="5336"/>
                    </a:lnTo>
                    <a:lnTo>
                      <a:pt x="19752" y="5127"/>
                    </a:lnTo>
                    <a:lnTo>
                      <a:pt x="19710" y="4918"/>
                    </a:lnTo>
                    <a:lnTo>
                      <a:pt x="19668" y="4771"/>
                    </a:lnTo>
                    <a:lnTo>
                      <a:pt x="19668" y="4666"/>
                    </a:lnTo>
                    <a:lnTo>
                      <a:pt x="19710" y="4646"/>
                    </a:lnTo>
                    <a:lnTo>
                      <a:pt x="19773" y="4415"/>
                    </a:lnTo>
                    <a:lnTo>
                      <a:pt x="19689" y="4122"/>
                    </a:lnTo>
                    <a:lnTo>
                      <a:pt x="19647" y="3976"/>
                    </a:lnTo>
                    <a:lnTo>
                      <a:pt x="19689" y="3934"/>
                    </a:lnTo>
                    <a:lnTo>
                      <a:pt x="19606" y="3892"/>
                    </a:lnTo>
                    <a:lnTo>
                      <a:pt x="19543" y="3892"/>
                    </a:lnTo>
                    <a:lnTo>
                      <a:pt x="19438" y="3662"/>
                    </a:lnTo>
                    <a:lnTo>
                      <a:pt x="19438" y="3369"/>
                    </a:lnTo>
                    <a:lnTo>
                      <a:pt x="19459" y="3348"/>
                    </a:lnTo>
                    <a:lnTo>
                      <a:pt x="19459" y="3265"/>
                    </a:lnTo>
                    <a:lnTo>
                      <a:pt x="19396" y="3202"/>
                    </a:lnTo>
                    <a:lnTo>
                      <a:pt x="19375" y="2846"/>
                    </a:lnTo>
                    <a:lnTo>
                      <a:pt x="19438" y="2762"/>
                    </a:lnTo>
                    <a:lnTo>
                      <a:pt x="19375" y="2637"/>
                    </a:lnTo>
                    <a:lnTo>
                      <a:pt x="19438" y="2616"/>
                    </a:lnTo>
                    <a:lnTo>
                      <a:pt x="19438" y="2532"/>
                    </a:lnTo>
                    <a:lnTo>
                      <a:pt x="19250" y="2323"/>
                    </a:lnTo>
                    <a:lnTo>
                      <a:pt x="19124" y="2260"/>
                    </a:lnTo>
                    <a:lnTo>
                      <a:pt x="19145" y="2218"/>
                    </a:lnTo>
                    <a:lnTo>
                      <a:pt x="19020" y="2093"/>
                    </a:lnTo>
                    <a:lnTo>
                      <a:pt x="18915" y="2156"/>
                    </a:lnTo>
                    <a:lnTo>
                      <a:pt x="18852" y="2114"/>
                    </a:lnTo>
                    <a:lnTo>
                      <a:pt x="18769" y="2239"/>
                    </a:lnTo>
                    <a:lnTo>
                      <a:pt x="18706" y="2239"/>
                    </a:lnTo>
                    <a:lnTo>
                      <a:pt x="18559" y="2051"/>
                    </a:lnTo>
                    <a:lnTo>
                      <a:pt x="18601" y="1988"/>
                    </a:lnTo>
                    <a:lnTo>
                      <a:pt x="18517" y="1800"/>
                    </a:lnTo>
                    <a:lnTo>
                      <a:pt x="18538" y="1591"/>
                    </a:lnTo>
                    <a:lnTo>
                      <a:pt x="18517" y="1319"/>
                    </a:lnTo>
                    <a:lnTo>
                      <a:pt x="18497" y="1361"/>
                    </a:lnTo>
                    <a:lnTo>
                      <a:pt x="18434" y="1256"/>
                    </a:lnTo>
                    <a:lnTo>
                      <a:pt x="18497" y="1151"/>
                    </a:lnTo>
                    <a:lnTo>
                      <a:pt x="18413" y="1047"/>
                    </a:lnTo>
                    <a:lnTo>
                      <a:pt x="18392" y="942"/>
                    </a:lnTo>
                    <a:lnTo>
                      <a:pt x="18329" y="900"/>
                    </a:lnTo>
                    <a:lnTo>
                      <a:pt x="18329" y="754"/>
                    </a:lnTo>
                    <a:lnTo>
                      <a:pt x="18413" y="670"/>
                    </a:lnTo>
                    <a:lnTo>
                      <a:pt x="18329" y="649"/>
                    </a:lnTo>
                    <a:lnTo>
                      <a:pt x="18225" y="670"/>
                    </a:lnTo>
                    <a:lnTo>
                      <a:pt x="18141" y="586"/>
                    </a:lnTo>
                    <a:lnTo>
                      <a:pt x="18204" y="314"/>
                    </a:lnTo>
                    <a:lnTo>
                      <a:pt x="18183" y="252"/>
                    </a:lnTo>
                    <a:lnTo>
                      <a:pt x="18120" y="105"/>
                    </a:lnTo>
                    <a:lnTo>
                      <a:pt x="18015" y="63"/>
                    </a:lnTo>
                    <a:lnTo>
                      <a:pt x="1801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A6CBC2"/>
                  </a:solidFill>
                </a:endParaRPr>
              </a:p>
            </p:txBody>
          </p:sp>
          <p:sp>
            <p:nvSpPr>
              <p:cNvPr id="451" name="Google Shape;9289;p128">
                <a:extLst>
                  <a:ext uri="{FF2B5EF4-FFF2-40B4-BE49-F238E27FC236}">
                    <a16:creationId xmlns:a16="http://schemas.microsoft.com/office/drawing/2014/main" id="{EC20AE8A-86B2-B405-B339-040B8673865B}"/>
                  </a:ext>
                </a:extLst>
              </p:cNvPr>
              <p:cNvSpPr/>
              <p:nvPr/>
            </p:nvSpPr>
            <p:spPr>
              <a:xfrm>
                <a:off x="5683950" y="3957275"/>
                <a:ext cx="54950" cy="71175"/>
              </a:xfrm>
              <a:custGeom>
                <a:avLst/>
                <a:gdLst/>
                <a:ahLst/>
                <a:cxnLst/>
                <a:rect l="l" t="t" r="r" b="b"/>
                <a:pathLst>
                  <a:path w="2198" h="2847" extrusionOk="0">
                    <a:moveTo>
                      <a:pt x="168" y="1"/>
                    </a:moveTo>
                    <a:lnTo>
                      <a:pt x="126" y="64"/>
                    </a:lnTo>
                    <a:lnTo>
                      <a:pt x="126" y="189"/>
                    </a:lnTo>
                    <a:lnTo>
                      <a:pt x="105" y="210"/>
                    </a:lnTo>
                    <a:lnTo>
                      <a:pt x="105" y="336"/>
                    </a:lnTo>
                    <a:lnTo>
                      <a:pt x="126" y="587"/>
                    </a:lnTo>
                    <a:lnTo>
                      <a:pt x="105" y="733"/>
                    </a:lnTo>
                    <a:lnTo>
                      <a:pt x="126" y="1005"/>
                    </a:lnTo>
                    <a:lnTo>
                      <a:pt x="168" y="1214"/>
                    </a:lnTo>
                    <a:lnTo>
                      <a:pt x="126" y="1361"/>
                    </a:lnTo>
                    <a:lnTo>
                      <a:pt x="189" y="1382"/>
                    </a:lnTo>
                    <a:lnTo>
                      <a:pt x="189" y="1466"/>
                    </a:lnTo>
                    <a:lnTo>
                      <a:pt x="294" y="1570"/>
                    </a:lnTo>
                    <a:lnTo>
                      <a:pt x="168" y="1570"/>
                    </a:lnTo>
                    <a:lnTo>
                      <a:pt x="64" y="1466"/>
                    </a:lnTo>
                    <a:lnTo>
                      <a:pt x="1" y="1570"/>
                    </a:lnTo>
                    <a:lnTo>
                      <a:pt x="1" y="1779"/>
                    </a:lnTo>
                    <a:lnTo>
                      <a:pt x="85" y="1842"/>
                    </a:lnTo>
                    <a:lnTo>
                      <a:pt x="64" y="1884"/>
                    </a:lnTo>
                    <a:lnTo>
                      <a:pt x="64" y="2198"/>
                    </a:lnTo>
                    <a:lnTo>
                      <a:pt x="105" y="2261"/>
                    </a:lnTo>
                    <a:lnTo>
                      <a:pt x="85" y="2303"/>
                    </a:lnTo>
                    <a:lnTo>
                      <a:pt x="105" y="2470"/>
                    </a:lnTo>
                    <a:lnTo>
                      <a:pt x="210" y="2491"/>
                    </a:lnTo>
                    <a:lnTo>
                      <a:pt x="168" y="2575"/>
                    </a:lnTo>
                    <a:lnTo>
                      <a:pt x="168" y="2700"/>
                    </a:lnTo>
                    <a:lnTo>
                      <a:pt x="210" y="2721"/>
                    </a:lnTo>
                    <a:lnTo>
                      <a:pt x="315" y="2700"/>
                    </a:lnTo>
                    <a:lnTo>
                      <a:pt x="398" y="2784"/>
                    </a:lnTo>
                    <a:lnTo>
                      <a:pt x="503" y="2637"/>
                    </a:lnTo>
                    <a:lnTo>
                      <a:pt x="503" y="2742"/>
                    </a:lnTo>
                    <a:lnTo>
                      <a:pt x="545" y="2847"/>
                    </a:lnTo>
                    <a:lnTo>
                      <a:pt x="649" y="2847"/>
                    </a:lnTo>
                    <a:lnTo>
                      <a:pt x="754" y="2700"/>
                    </a:lnTo>
                    <a:lnTo>
                      <a:pt x="796" y="2595"/>
                    </a:lnTo>
                    <a:lnTo>
                      <a:pt x="838" y="2407"/>
                    </a:lnTo>
                    <a:lnTo>
                      <a:pt x="921" y="2491"/>
                    </a:lnTo>
                    <a:lnTo>
                      <a:pt x="942" y="2428"/>
                    </a:lnTo>
                    <a:lnTo>
                      <a:pt x="1047" y="2365"/>
                    </a:lnTo>
                    <a:lnTo>
                      <a:pt x="1110" y="2219"/>
                    </a:lnTo>
                    <a:lnTo>
                      <a:pt x="1110" y="2365"/>
                    </a:lnTo>
                    <a:lnTo>
                      <a:pt x="1173" y="2386"/>
                    </a:lnTo>
                    <a:lnTo>
                      <a:pt x="1235" y="2282"/>
                    </a:lnTo>
                    <a:lnTo>
                      <a:pt x="1340" y="2261"/>
                    </a:lnTo>
                    <a:lnTo>
                      <a:pt x="1382" y="2303"/>
                    </a:lnTo>
                    <a:lnTo>
                      <a:pt x="1361" y="2407"/>
                    </a:lnTo>
                    <a:lnTo>
                      <a:pt x="1256" y="2365"/>
                    </a:lnTo>
                    <a:lnTo>
                      <a:pt x="1256" y="2512"/>
                    </a:lnTo>
                    <a:lnTo>
                      <a:pt x="1361" y="2470"/>
                    </a:lnTo>
                    <a:lnTo>
                      <a:pt x="1424" y="2491"/>
                    </a:lnTo>
                    <a:lnTo>
                      <a:pt x="1549" y="2303"/>
                    </a:lnTo>
                    <a:lnTo>
                      <a:pt x="1549" y="2219"/>
                    </a:lnTo>
                    <a:lnTo>
                      <a:pt x="1466" y="2177"/>
                    </a:lnTo>
                    <a:lnTo>
                      <a:pt x="1549" y="2072"/>
                    </a:lnTo>
                    <a:lnTo>
                      <a:pt x="1549" y="1947"/>
                    </a:lnTo>
                    <a:lnTo>
                      <a:pt x="1633" y="1947"/>
                    </a:lnTo>
                    <a:lnTo>
                      <a:pt x="1675" y="1884"/>
                    </a:lnTo>
                    <a:lnTo>
                      <a:pt x="1675" y="1633"/>
                    </a:lnTo>
                    <a:lnTo>
                      <a:pt x="1758" y="1570"/>
                    </a:lnTo>
                    <a:lnTo>
                      <a:pt x="1800" y="1466"/>
                    </a:lnTo>
                    <a:lnTo>
                      <a:pt x="1842" y="1633"/>
                    </a:lnTo>
                    <a:lnTo>
                      <a:pt x="1863" y="1696"/>
                    </a:lnTo>
                    <a:lnTo>
                      <a:pt x="1905" y="1570"/>
                    </a:lnTo>
                    <a:lnTo>
                      <a:pt x="1905" y="1466"/>
                    </a:lnTo>
                    <a:lnTo>
                      <a:pt x="1947" y="1424"/>
                    </a:lnTo>
                    <a:lnTo>
                      <a:pt x="1905" y="1256"/>
                    </a:lnTo>
                    <a:lnTo>
                      <a:pt x="1989" y="1131"/>
                    </a:lnTo>
                    <a:lnTo>
                      <a:pt x="1989" y="922"/>
                    </a:lnTo>
                    <a:lnTo>
                      <a:pt x="2093" y="796"/>
                    </a:lnTo>
                    <a:lnTo>
                      <a:pt x="2156" y="503"/>
                    </a:lnTo>
                    <a:lnTo>
                      <a:pt x="2198" y="398"/>
                    </a:lnTo>
                    <a:lnTo>
                      <a:pt x="2072" y="294"/>
                    </a:lnTo>
                    <a:lnTo>
                      <a:pt x="1947" y="294"/>
                    </a:lnTo>
                    <a:lnTo>
                      <a:pt x="1947" y="315"/>
                    </a:lnTo>
                    <a:lnTo>
                      <a:pt x="1884" y="419"/>
                    </a:lnTo>
                    <a:lnTo>
                      <a:pt x="1863" y="398"/>
                    </a:lnTo>
                    <a:lnTo>
                      <a:pt x="1800" y="398"/>
                    </a:lnTo>
                    <a:lnTo>
                      <a:pt x="1738" y="440"/>
                    </a:lnTo>
                    <a:lnTo>
                      <a:pt x="1675" y="503"/>
                    </a:lnTo>
                    <a:lnTo>
                      <a:pt x="1340" y="482"/>
                    </a:lnTo>
                    <a:lnTo>
                      <a:pt x="1256" y="524"/>
                    </a:lnTo>
                    <a:lnTo>
                      <a:pt x="1256" y="629"/>
                    </a:lnTo>
                    <a:lnTo>
                      <a:pt x="1173" y="545"/>
                    </a:lnTo>
                    <a:lnTo>
                      <a:pt x="1068" y="545"/>
                    </a:lnTo>
                    <a:lnTo>
                      <a:pt x="1005" y="608"/>
                    </a:lnTo>
                    <a:lnTo>
                      <a:pt x="901" y="524"/>
                    </a:lnTo>
                    <a:lnTo>
                      <a:pt x="733" y="398"/>
                    </a:lnTo>
                    <a:lnTo>
                      <a:pt x="524" y="294"/>
                    </a:lnTo>
                    <a:lnTo>
                      <a:pt x="524" y="106"/>
                    </a:lnTo>
                    <a:lnTo>
                      <a:pt x="482" y="168"/>
                    </a:lnTo>
                    <a:lnTo>
                      <a:pt x="440" y="210"/>
                    </a:lnTo>
                    <a:lnTo>
                      <a:pt x="377" y="126"/>
                    </a:lnTo>
                    <a:lnTo>
                      <a:pt x="273" y="85"/>
                    </a:lnTo>
                    <a:lnTo>
                      <a:pt x="16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40" name="Google Shape;9290;p128">
              <a:extLst>
                <a:ext uri="{FF2B5EF4-FFF2-40B4-BE49-F238E27FC236}">
                  <a16:creationId xmlns:a16="http://schemas.microsoft.com/office/drawing/2014/main" id="{6051C0E2-5EF9-150E-F983-25DFFD4FA153}"/>
                </a:ext>
              </a:extLst>
            </p:cNvPr>
            <p:cNvGrpSpPr/>
            <p:nvPr/>
          </p:nvGrpSpPr>
          <p:grpSpPr>
            <a:xfrm>
              <a:off x="4824403" y="3421846"/>
              <a:ext cx="110132" cy="130647"/>
              <a:chOff x="5952300" y="3852150"/>
              <a:chExt cx="231225" cy="287200"/>
            </a:xfrm>
            <a:grpFill/>
          </p:grpSpPr>
          <p:sp>
            <p:nvSpPr>
              <p:cNvPr id="448" name="Google Shape;9291;p128">
                <a:extLst>
                  <a:ext uri="{FF2B5EF4-FFF2-40B4-BE49-F238E27FC236}">
                    <a16:creationId xmlns:a16="http://schemas.microsoft.com/office/drawing/2014/main" id="{96304C4F-F28A-4867-1DFB-4C58E78B3CDD}"/>
                  </a:ext>
                </a:extLst>
              </p:cNvPr>
              <p:cNvSpPr/>
              <p:nvPr/>
            </p:nvSpPr>
            <p:spPr>
              <a:xfrm>
                <a:off x="5952300" y="3996525"/>
                <a:ext cx="145450" cy="1428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713" extrusionOk="0">
                    <a:moveTo>
                      <a:pt x="5064" y="0"/>
                    </a:moveTo>
                    <a:lnTo>
                      <a:pt x="4918" y="105"/>
                    </a:lnTo>
                    <a:lnTo>
                      <a:pt x="4834" y="126"/>
                    </a:lnTo>
                    <a:lnTo>
                      <a:pt x="4729" y="209"/>
                    </a:lnTo>
                    <a:lnTo>
                      <a:pt x="4729" y="377"/>
                    </a:lnTo>
                    <a:lnTo>
                      <a:pt x="4625" y="628"/>
                    </a:lnTo>
                    <a:lnTo>
                      <a:pt x="4520" y="753"/>
                    </a:lnTo>
                    <a:lnTo>
                      <a:pt x="4457" y="774"/>
                    </a:lnTo>
                    <a:lnTo>
                      <a:pt x="4332" y="942"/>
                    </a:lnTo>
                    <a:lnTo>
                      <a:pt x="4290" y="1025"/>
                    </a:lnTo>
                    <a:lnTo>
                      <a:pt x="4185" y="1067"/>
                    </a:lnTo>
                    <a:lnTo>
                      <a:pt x="4081" y="1046"/>
                    </a:lnTo>
                    <a:lnTo>
                      <a:pt x="3976" y="1130"/>
                    </a:lnTo>
                    <a:lnTo>
                      <a:pt x="3934" y="1235"/>
                    </a:lnTo>
                    <a:lnTo>
                      <a:pt x="3934" y="1339"/>
                    </a:lnTo>
                    <a:lnTo>
                      <a:pt x="3892" y="1360"/>
                    </a:lnTo>
                    <a:lnTo>
                      <a:pt x="3788" y="1465"/>
                    </a:lnTo>
                    <a:lnTo>
                      <a:pt x="3788" y="1590"/>
                    </a:lnTo>
                    <a:lnTo>
                      <a:pt x="3725" y="1674"/>
                    </a:lnTo>
                    <a:lnTo>
                      <a:pt x="3704" y="1758"/>
                    </a:lnTo>
                    <a:lnTo>
                      <a:pt x="3495" y="2009"/>
                    </a:lnTo>
                    <a:lnTo>
                      <a:pt x="3286" y="2176"/>
                    </a:lnTo>
                    <a:lnTo>
                      <a:pt x="3160" y="2197"/>
                    </a:lnTo>
                    <a:lnTo>
                      <a:pt x="2993" y="2281"/>
                    </a:lnTo>
                    <a:lnTo>
                      <a:pt x="2993" y="2344"/>
                    </a:lnTo>
                    <a:lnTo>
                      <a:pt x="2888" y="2344"/>
                    </a:lnTo>
                    <a:lnTo>
                      <a:pt x="2679" y="2469"/>
                    </a:lnTo>
                    <a:lnTo>
                      <a:pt x="2512" y="2616"/>
                    </a:lnTo>
                    <a:lnTo>
                      <a:pt x="2407" y="2637"/>
                    </a:lnTo>
                    <a:lnTo>
                      <a:pt x="2198" y="2783"/>
                    </a:lnTo>
                    <a:lnTo>
                      <a:pt x="2156" y="2846"/>
                    </a:lnTo>
                    <a:lnTo>
                      <a:pt x="2219" y="2929"/>
                    </a:lnTo>
                    <a:lnTo>
                      <a:pt x="2219" y="3055"/>
                    </a:lnTo>
                    <a:lnTo>
                      <a:pt x="2114" y="2950"/>
                    </a:lnTo>
                    <a:lnTo>
                      <a:pt x="2093" y="2929"/>
                    </a:lnTo>
                    <a:lnTo>
                      <a:pt x="1988" y="2950"/>
                    </a:lnTo>
                    <a:lnTo>
                      <a:pt x="1884" y="2992"/>
                    </a:lnTo>
                    <a:lnTo>
                      <a:pt x="1821" y="2950"/>
                    </a:lnTo>
                    <a:lnTo>
                      <a:pt x="1737" y="2950"/>
                    </a:lnTo>
                    <a:lnTo>
                      <a:pt x="1570" y="3118"/>
                    </a:lnTo>
                    <a:lnTo>
                      <a:pt x="1507" y="3201"/>
                    </a:lnTo>
                    <a:lnTo>
                      <a:pt x="1361" y="3327"/>
                    </a:lnTo>
                    <a:lnTo>
                      <a:pt x="1277" y="3348"/>
                    </a:lnTo>
                    <a:lnTo>
                      <a:pt x="1172" y="3453"/>
                    </a:lnTo>
                    <a:lnTo>
                      <a:pt x="1151" y="3620"/>
                    </a:lnTo>
                    <a:lnTo>
                      <a:pt x="1110" y="3536"/>
                    </a:lnTo>
                    <a:lnTo>
                      <a:pt x="1068" y="3473"/>
                    </a:lnTo>
                    <a:lnTo>
                      <a:pt x="1005" y="3557"/>
                    </a:lnTo>
                    <a:lnTo>
                      <a:pt x="942" y="3620"/>
                    </a:lnTo>
                    <a:lnTo>
                      <a:pt x="942" y="3746"/>
                    </a:lnTo>
                    <a:lnTo>
                      <a:pt x="879" y="3787"/>
                    </a:lnTo>
                    <a:lnTo>
                      <a:pt x="838" y="3766"/>
                    </a:lnTo>
                    <a:lnTo>
                      <a:pt x="670" y="3955"/>
                    </a:lnTo>
                    <a:lnTo>
                      <a:pt x="628" y="3955"/>
                    </a:lnTo>
                    <a:lnTo>
                      <a:pt x="566" y="4038"/>
                    </a:lnTo>
                    <a:lnTo>
                      <a:pt x="566" y="4206"/>
                    </a:lnTo>
                    <a:lnTo>
                      <a:pt x="524" y="4269"/>
                    </a:lnTo>
                    <a:lnTo>
                      <a:pt x="461" y="4164"/>
                    </a:lnTo>
                    <a:lnTo>
                      <a:pt x="419" y="4164"/>
                    </a:lnTo>
                    <a:lnTo>
                      <a:pt x="377" y="4206"/>
                    </a:lnTo>
                    <a:lnTo>
                      <a:pt x="335" y="4248"/>
                    </a:lnTo>
                    <a:lnTo>
                      <a:pt x="252" y="4415"/>
                    </a:lnTo>
                    <a:lnTo>
                      <a:pt x="252" y="4478"/>
                    </a:lnTo>
                    <a:lnTo>
                      <a:pt x="335" y="4582"/>
                    </a:lnTo>
                    <a:lnTo>
                      <a:pt x="377" y="4624"/>
                    </a:lnTo>
                    <a:lnTo>
                      <a:pt x="335" y="4666"/>
                    </a:lnTo>
                    <a:lnTo>
                      <a:pt x="252" y="4666"/>
                    </a:lnTo>
                    <a:lnTo>
                      <a:pt x="126" y="4687"/>
                    </a:lnTo>
                    <a:lnTo>
                      <a:pt x="1" y="4813"/>
                    </a:lnTo>
                    <a:lnTo>
                      <a:pt x="43" y="4834"/>
                    </a:lnTo>
                    <a:lnTo>
                      <a:pt x="126" y="4834"/>
                    </a:lnTo>
                    <a:lnTo>
                      <a:pt x="43" y="4896"/>
                    </a:lnTo>
                    <a:lnTo>
                      <a:pt x="43" y="5001"/>
                    </a:lnTo>
                    <a:lnTo>
                      <a:pt x="126" y="5085"/>
                    </a:lnTo>
                    <a:lnTo>
                      <a:pt x="168" y="5106"/>
                    </a:lnTo>
                    <a:lnTo>
                      <a:pt x="315" y="5106"/>
                    </a:lnTo>
                    <a:lnTo>
                      <a:pt x="335" y="5147"/>
                    </a:lnTo>
                    <a:lnTo>
                      <a:pt x="356" y="5147"/>
                    </a:lnTo>
                    <a:lnTo>
                      <a:pt x="377" y="5085"/>
                    </a:lnTo>
                    <a:lnTo>
                      <a:pt x="440" y="5085"/>
                    </a:lnTo>
                    <a:lnTo>
                      <a:pt x="524" y="5126"/>
                    </a:lnTo>
                    <a:lnTo>
                      <a:pt x="566" y="5210"/>
                    </a:lnTo>
                    <a:lnTo>
                      <a:pt x="545" y="5252"/>
                    </a:lnTo>
                    <a:lnTo>
                      <a:pt x="587" y="5315"/>
                    </a:lnTo>
                    <a:lnTo>
                      <a:pt x="670" y="5315"/>
                    </a:lnTo>
                    <a:lnTo>
                      <a:pt x="733" y="5336"/>
                    </a:lnTo>
                    <a:lnTo>
                      <a:pt x="754" y="5461"/>
                    </a:lnTo>
                    <a:lnTo>
                      <a:pt x="859" y="5545"/>
                    </a:lnTo>
                    <a:lnTo>
                      <a:pt x="942" y="5608"/>
                    </a:lnTo>
                    <a:lnTo>
                      <a:pt x="838" y="5670"/>
                    </a:lnTo>
                    <a:lnTo>
                      <a:pt x="879" y="5670"/>
                    </a:lnTo>
                    <a:lnTo>
                      <a:pt x="1005" y="5629"/>
                    </a:lnTo>
                    <a:lnTo>
                      <a:pt x="1005" y="5670"/>
                    </a:lnTo>
                    <a:lnTo>
                      <a:pt x="1110" y="5712"/>
                    </a:lnTo>
                    <a:lnTo>
                      <a:pt x="1256" y="5670"/>
                    </a:lnTo>
                    <a:lnTo>
                      <a:pt x="1465" y="5608"/>
                    </a:lnTo>
                    <a:lnTo>
                      <a:pt x="1612" y="5461"/>
                    </a:lnTo>
                    <a:lnTo>
                      <a:pt x="1737" y="5419"/>
                    </a:lnTo>
                    <a:lnTo>
                      <a:pt x="1737" y="5357"/>
                    </a:lnTo>
                    <a:lnTo>
                      <a:pt x="1716" y="5252"/>
                    </a:lnTo>
                    <a:lnTo>
                      <a:pt x="1800" y="5315"/>
                    </a:lnTo>
                    <a:lnTo>
                      <a:pt x="1779" y="5398"/>
                    </a:lnTo>
                    <a:lnTo>
                      <a:pt x="1905" y="5336"/>
                    </a:lnTo>
                    <a:lnTo>
                      <a:pt x="1926" y="5210"/>
                    </a:lnTo>
                    <a:lnTo>
                      <a:pt x="2009" y="5106"/>
                    </a:lnTo>
                    <a:lnTo>
                      <a:pt x="2198" y="5022"/>
                    </a:lnTo>
                    <a:lnTo>
                      <a:pt x="2323" y="5022"/>
                    </a:lnTo>
                    <a:lnTo>
                      <a:pt x="2365" y="5001"/>
                    </a:lnTo>
                    <a:lnTo>
                      <a:pt x="2365" y="4959"/>
                    </a:lnTo>
                    <a:lnTo>
                      <a:pt x="2260" y="4959"/>
                    </a:lnTo>
                    <a:lnTo>
                      <a:pt x="2323" y="4938"/>
                    </a:lnTo>
                    <a:lnTo>
                      <a:pt x="2344" y="4917"/>
                    </a:lnTo>
                    <a:lnTo>
                      <a:pt x="2323" y="4896"/>
                    </a:lnTo>
                    <a:lnTo>
                      <a:pt x="2449" y="4729"/>
                    </a:lnTo>
                    <a:lnTo>
                      <a:pt x="2532" y="4582"/>
                    </a:lnTo>
                    <a:lnTo>
                      <a:pt x="2574" y="4415"/>
                    </a:lnTo>
                    <a:lnTo>
                      <a:pt x="2658" y="4310"/>
                    </a:lnTo>
                    <a:lnTo>
                      <a:pt x="2930" y="4143"/>
                    </a:lnTo>
                    <a:lnTo>
                      <a:pt x="2972" y="4038"/>
                    </a:lnTo>
                    <a:lnTo>
                      <a:pt x="2993" y="3913"/>
                    </a:lnTo>
                    <a:lnTo>
                      <a:pt x="3097" y="3746"/>
                    </a:lnTo>
                    <a:lnTo>
                      <a:pt x="3160" y="3641"/>
                    </a:lnTo>
                    <a:lnTo>
                      <a:pt x="3181" y="3536"/>
                    </a:lnTo>
                    <a:lnTo>
                      <a:pt x="3265" y="3432"/>
                    </a:lnTo>
                    <a:lnTo>
                      <a:pt x="3369" y="3369"/>
                    </a:lnTo>
                    <a:lnTo>
                      <a:pt x="3390" y="3264"/>
                    </a:lnTo>
                    <a:lnTo>
                      <a:pt x="3474" y="3348"/>
                    </a:lnTo>
                    <a:lnTo>
                      <a:pt x="3516" y="3348"/>
                    </a:lnTo>
                    <a:lnTo>
                      <a:pt x="3558" y="3243"/>
                    </a:lnTo>
                    <a:lnTo>
                      <a:pt x="3662" y="3243"/>
                    </a:lnTo>
                    <a:lnTo>
                      <a:pt x="3725" y="3222"/>
                    </a:lnTo>
                    <a:lnTo>
                      <a:pt x="3788" y="3139"/>
                    </a:lnTo>
                    <a:lnTo>
                      <a:pt x="3788" y="3034"/>
                    </a:lnTo>
                    <a:lnTo>
                      <a:pt x="3704" y="2950"/>
                    </a:lnTo>
                    <a:lnTo>
                      <a:pt x="3704" y="2950"/>
                    </a:lnTo>
                    <a:lnTo>
                      <a:pt x="3809" y="3013"/>
                    </a:lnTo>
                    <a:lnTo>
                      <a:pt x="3830" y="3139"/>
                    </a:lnTo>
                    <a:lnTo>
                      <a:pt x="3892" y="3139"/>
                    </a:lnTo>
                    <a:lnTo>
                      <a:pt x="3976" y="3118"/>
                    </a:lnTo>
                    <a:lnTo>
                      <a:pt x="3976" y="3055"/>
                    </a:lnTo>
                    <a:lnTo>
                      <a:pt x="4039" y="3013"/>
                    </a:lnTo>
                    <a:lnTo>
                      <a:pt x="4123" y="3034"/>
                    </a:lnTo>
                    <a:lnTo>
                      <a:pt x="4123" y="3097"/>
                    </a:lnTo>
                    <a:lnTo>
                      <a:pt x="4018" y="3139"/>
                    </a:lnTo>
                    <a:lnTo>
                      <a:pt x="4123" y="3139"/>
                    </a:lnTo>
                    <a:lnTo>
                      <a:pt x="4227" y="3160"/>
                    </a:lnTo>
                    <a:lnTo>
                      <a:pt x="4248" y="3118"/>
                    </a:lnTo>
                    <a:lnTo>
                      <a:pt x="4248" y="3034"/>
                    </a:lnTo>
                    <a:lnTo>
                      <a:pt x="4290" y="2992"/>
                    </a:lnTo>
                    <a:lnTo>
                      <a:pt x="4311" y="3013"/>
                    </a:lnTo>
                    <a:lnTo>
                      <a:pt x="4311" y="3139"/>
                    </a:lnTo>
                    <a:lnTo>
                      <a:pt x="4332" y="3160"/>
                    </a:lnTo>
                    <a:lnTo>
                      <a:pt x="4395" y="3118"/>
                    </a:lnTo>
                    <a:lnTo>
                      <a:pt x="4416" y="2950"/>
                    </a:lnTo>
                    <a:lnTo>
                      <a:pt x="4353" y="2867"/>
                    </a:lnTo>
                    <a:lnTo>
                      <a:pt x="4290" y="2867"/>
                    </a:lnTo>
                    <a:lnTo>
                      <a:pt x="4311" y="2825"/>
                    </a:lnTo>
                    <a:lnTo>
                      <a:pt x="4311" y="2699"/>
                    </a:lnTo>
                    <a:lnTo>
                      <a:pt x="4332" y="2511"/>
                    </a:lnTo>
                    <a:lnTo>
                      <a:pt x="4416" y="2490"/>
                    </a:lnTo>
                    <a:lnTo>
                      <a:pt x="4562" y="2427"/>
                    </a:lnTo>
                    <a:lnTo>
                      <a:pt x="4750" y="2323"/>
                    </a:lnTo>
                    <a:lnTo>
                      <a:pt x="4771" y="2260"/>
                    </a:lnTo>
                    <a:lnTo>
                      <a:pt x="4918" y="2093"/>
                    </a:lnTo>
                    <a:lnTo>
                      <a:pt x="4918" y="1988"/>
                    </a:lnTo>
                    <a:lnTo>
                      <a:pt x="5043" y="1862"/>
                    </a:lnTo>
                    <a:lnTo>
                      <a:pt x="5127" y="1883"/>
                    </a:lnTo>
                    <a:lnTo>
                      <a:pt x="5127" y="1821"/>
                    </a:lnTo>
                    <a:lnTo>
                      <a:pt x="5336" y="1632"/>
                    </a:lnTo>
                    <a:lnTo>
                      <a:pt x="5336" y="1549"/>
                    </a:lnTo>
                    <a:lnTo>
                      <a:pt x="5650" y="1277"/>
                    </a:lnTo>
                    <a:lnTo>
                      <a:pt x="5755" y="1235"/>
                    </a:lnTo>
                    <a:lnTo>
                      <a:pt x="5692" y="1214"/>
                    </a:lnTo>
                    <a:lnTo>
                      <a:pt x="5671" y="1109"/>
                    </a:lnTo>
                    <a:lnTo>
                      <a:pt x="5608" y="1005"/>
                    </a:lnTo>
                    <a:lnTo>
                      <a:pt x="5650" y="900"/>
                    </a:lnTo>
                    <a:lnTo>
                      <a:pt x="5671" y="774"/>
                    </a:lnTo>
                    <a:lnTo>
                      <a:pt x="5692" y="816"/>
                    </a:lnTo>
                    <a:lnTo>
                      <a:pt x="5797" y="649"/>
                    </a:lnTo>
                    <a:lnTo>
                      <a:pt x="5713" y="691"/>
                    </a:lnTo>
                    <a:lnTo>
                      <a:pt x="5650" y="691"/>
                    </a:lnTo>
                    <a:lnTo>
                      <a:pt x="5755" y="628"/>
                    </a:lnTo>
                    <a:lnTo>
                      <a:pt x="5817" y="502"/>
                    </a:lnTo>
                    <a:lnTo>
                      <a:pt x="5797" y="502"/>
                    </a:lnTo>
                    <a:lnTo>
                      <a:pt x="5797" y="419"/>
                    </a:lnTo>
                    <a:lnTo>
                      <a:pt x="5713" y="419"/>
                    </a:lnTo>
                    <a:lnTo>
                      <a:pt x="5650" y="544"/>
                    </a:lnTo>
                    <a:lnTo>
                      <a:pt x="5671" y="586"/>
                    </a:lnTo>
                    <a:lnTo>
                      <a:pt x="5713" y="607"/>
                    </a:lnTo>
                    <a:lnTo>
                      <a:pt x="5608" y="649"/>
                    </a:lnTo>
                    <a:lnTo>
                      <a:pt x="5566" y="607"/>
                    </a:lnTo>
                    <a:lnTo>
                      <a:pt x="5566" y="544"/>
                    </a:lnTo>
                    <a:lnTo>
                      <a:pt x="5504" y="544"/>
                    </a:lnTo>
                    <a:lnTo>
                      <a:pt x="5441" y="523"/>
                    </a:lnTo>
                    <a:lnTo>
                      <a:pt x="5378" y="586"/>
                    </a:lnTo>
                    <a:lnTo>
                      <a:pt x="5294" y="691"/>
                    </a:lnTo>
                    <a:lnTo>
                      <a:pt x="5232" y="628"/>
                    </a:lnTo>
                    <a:lnTo>
                      <a:pt x="5169" y="481"/>
                    </a:lnTo>
                    <a:lnTo>
                      <a:pt x="5232" y="440"/>
                    </a:lnTo>
                    <a:lnTo>
                      <a:pt x="5273" y="377"/>
                    </a:lnTo>
                    <a:lnTo>
                      <a:pt x="5273" y="314"/>
                    </a:lnTo>
                    <a:lnTo>
                      <a:pt x="5252" y="293"/>
                    </a:lnTo>
                    <a:lnTo>
                      <a:pt x="5273" y="251"/>
                    </a:lnTo>
                    <a:lnTo>
                      <a:pt x="5232" y="209"/>
                    </a:lnTo>
                    <a:lnTo>
                      <a:pt x="5169" y="251"/>
                    </a:lnTo>
                    <a:lnTo>
                      <a:pt x="5127" y="230"/>
                    </a:lnTo>
                    <a:lnTo>
                      <a:pt x="5064" y="188"/>
                    </a:lnTo>
                    <a:lnTo>
                      <a:pt x="5085" y="105"/>
                    </a:lnTo>
                    <a:lnTo>
                      <a:pt x="516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Google Shape;9292;p128">
                <a:extLst>
                  <a:ext uri="{FF2B5EF4-FFF2-40B4-BE49-F238E27FC236}">
                    <a16:creationId xmlns:a16="http://schemas.microsoft.com/office/drawing/2014/main" id="{5501FDC7-9F37-3D7A-BAD3-D85144E0B2C3}"/>
                  </a:ext>
                </a:extLst>
              </p:cNvPr>
              <p:cNvSpPr/>
              <p:nvPr/>
            </p:nvSpPr>
            <p:spPr>
              <a:xfrm>
                <a:off x="6101375" y="3852150"/>
                <a:ext cx="82150" cy="171075"/>
              </a:xfrm>
              <a:custGeom>
                <a:avLst/>
                <a:gdLst/>
                <a:ahLst/>
                <a:cxnLst/>
                <a:rect l="l" t="t" r="r" b="b"/>
                <a:pathLst>
                  <a:path w="3286" h="6843" extrusionOk="0">
                    <a:moveTo>
                      <a:pt x="880" y="0"/>
                    </a:moveTo>
                    <a:lnTo>
                      <a:pt x="796" y="21"/>
                    </a:lnTo>
                    <a:lnTo>
                      <a:pt x="650" y="21"/>
                    </a:lnTo>
                    <a:lnTo>
                      <a:pt x="650" y="42"/>
                    </a:lnTo>
                    <a:lnTo>
                      <a:pt x="733" y="126"/>
                    </a:lnTo>
                    <a:lnTo>
                      <a:pt x="859" y="440"/>
                    </a:lnTo>
                    <a:lnTo>
                      <a:pt x="859" y="544"/>
                    </a:lnTo>
                    <a:lnTo>
                      <a:pt x="859" y="733"/>
                    </a:lnTo>
                    <a:lnTo>
                      <a:pt x="796" y="774"/>
                    </a:lnTo>
                    <a:lnTo>
                      <a:pt x="754" y="774"/>
                    </a:lnTo>
                    <a:lnTo>
                      <a:pt x="754" y="795"/>
                    </a:lnTo>
                    <a:lnTo>
                      <a:pt x="796" y="1046"/>
                    </a:lnTo>
                    <a:lnTo>
                      <a:pt x="838" y="1067"/>
                    </a:lnTo>
                    <a:lnTo>
                      <a:pt x="942" y="1026"/>
                    </a:lnTo>
                    <a:lnTo>
                      <a:pt x="1047" y="1026"/>
                    </a:lnTo>
                    <a:lnTo>
                      <a:pt x="963" y="1046"/>
                    </a:lnTo>
                    <a:lnTo>
                      <a:pt x="880" y="1151"/>
                    </a:lnTo>
                    <a:lnTo>
                      <a:pt x="901" y="1277"/>
                    </a:lnTo>
                    <a:lnTo>
                      <a:pt x="984" y="1444"/>
                    </a:lnTo>
                    <a:lnTo>
                      <a:pt x="1005" y="1716"/>
                    </a:lnTo>
                    <a:lnTo>
                      <a:pt x="1005" y="1904"/>
                    </a:lnTo>
                    <a:lnTo>
                      <a:pt x="1005" y="2030"/>
                    </a:lnTo>
                    <a:lnTo>
                      <a:pt x="1068" y="2009"/>
                    </a:lnTo>
                    <a:lnTo>
                      <a:pt x="1089" y="1904"/>
                    </a:lnTo>
                    <a:lnTo>
                      <a:pt x="1068" y="1821"/>
                    </a:lnTo>
                    <a:lnTo>
                      <a:pt x="1089" y="1800"/>
                    </a:lnTo>
                    <a:lnTo>
                      <a:pt x="1152" y="1842"/>
                    </a:lnTo>
                    <a:lnTo>
                      <a:pt x="1152" y="1967"/>
                    </a:lnTo>
                    <a:lnTo>
                      <a:pt x="1194" y="1967"/>
                    </a:lnTo>
                    <a:lnTo>
                      <a:pt x="1214" y="1904"/>
                    </a:lnTo>
                    <a:lnTo>
                      <a:pt x="1194" y="1842"/>
                    </a:lnTo>
                    <a:lnTo>
                      <a:pt x="1214" y="1842"/>
                    </a:lnTo>
                    <a:lnTo>
                      <a:pt x="1256" y="1925"/>
                    </a:lnTo>
                    <a:lnTo>
                      <a:pt x="1173" y="2030"/>
                    </a:lnTo>
                    <a:lnTo>
                      <a:pt x="1152" y="2134"/>
                    </a:lnTo>
                    <a:lnTo>
                      <a:pt x="1152" y="2197"/>
                    </a:lnTo>
                    <a:lnTo>
                      <a:pt x="1110" y="2218"/>
                    </a:lnTo>
                    <a:lnTo>
                      <a:pt x="1068" y="2134"/>
                    </a:lnTo>
                    <a:lnTo>
                      <a:pt x="1005" y="2134"/>
                    </a:lnTo>
                    <a:lnTo>
                      <a:pt x="1047" y="2323"/>
                    </a:lnTo>
                    <a:lnTo>
                      <a:pt x="1110" y="2532"/>
                    </a:lnTo>
                    <a:lnTo>
                      <a:pt x="1173" y="2553"/>
                    </a:lnTo>
                    <a:lnTo>
                      <a:pt x="1194" y="2532"/>
                    </a:lnTo>
                    <a:lnTo>
                      <a:pt x="1256" y="2616"/>
                    </a:lnTo>
                    <a:lnTo>
                      <a:pt x="1256" y="2658"/>
                    </a:lnTo>
                    <a:lnTo>
                      <a:pt x="1298" y="2699"/>
                    </a:lnTo>
                    <a:lnTo>
                      <a:pt x="1194" y="2762"/>
                    </a:lnTo>
                    <a:lnTo>
                      <a:pt x="1194" y="2825"/>
                    </a:lnTo>
                    <a:lnTo>
                      <a:pt x="1214" y="2867"/>
                    </a:lnTo>
                    <a:lnTo>
                      <a:pt x="1194" y="2950"/>
                    </a:lnTo>
                    <a:lnTo>
                      <a:pt x="1110" y="3139"/>
                    </a:lnTo>
                    <a:lnTo>
                      <a:pt x="1152" y="3243"/>
                    </a:lnTo>
                    <a:lnTo>
                      <a:pt x="1089" y="3264"/>
                    </a:lnTo>
                    <a:lnTo>
                      <a:pt x="1173" y="3348"/>
                    </a:lnTo>
                    <a:lnTo>
                      <a:pt x="1152" y="3369"/>
                    </a:lnTo>
                    <a:lnTo>
                      <a:pt x="1068" y="3369"/>
                    </a:lnTo>
                    <a:lnTo>
                      <a:pt x="1005" y="3474"/>
                    </a:lnTo>
                    <a:lnTo>
                      <a:pt x="1005" y="3536"/>
                    </a:lnTo>
                    <a:lnTo>
                      <a:pt x="1068" y="3599"/>
                    </a:lnTo>
                    <a:lnTo>
                      <a:pt x="1005" y="3641"/>
                    </a:lnTo>
                    <a:lnTo>
                      <a:pt x="942" y="3641"/>
                    </a:lnTo>
                    <a:lnTo>
                      <a:pt x="880" y="3767"/>
                    </a:lnTo>
                    <a:lnTo>
                      <a:pt x="796" y="4164"/>
                    </a:lnTo>
                    <a:lnTo>
                      <a:pt x="796" y="4269"/>
                    </a:lnTo>
                    <a:lnTo>
                      <a:pt x="733" y="4331"/>
                    </a:lnTo>
                    <a:lnTo>
                      <a:pt x="629" y="4331"/>
                    </a:lnTo>
                    <a:lnTo>
                      <a:pt x="545" y="4290"/>
                    </a:lnTo>
                    <a:lnTo>
                      <a:pt x="419" y="4311"/>
                    </a:lnTo>
                    <a:lnTo>
                      <a:pt x="210" y="4415"/>
                    </a:lnTo>
                    <a:lnTo>
                      <a:pt x="106" y="4520"/>
                    </a:lnTo>
                    <a:lnTo>
                      <a:pt x="64" y="4645"/>
                    </a:lnTo>
                    <a:lnTo>
                      <a:pt x="106" y="4834"/>
                    </a:lnTo>
                    <a:lnTo>
                      <a:pt x="210" y="4917"/>
                    </a:lnTo>
                    <a:lnTo>
                      <a:pt x="357" y="5022"/>
                    </a:lnTo>
                    <a:lnTo>
                      <a:pt x="440" y="5168"/>
                    </a:lnTo>
                    <a:lnTo>
                      <a:pt x="587" y="5231"/>
                    </a:lnTo>
                    <a:lnTo>
                      <a:pt x="650" y="5273"/>
                    </a:lnTo>
                    <a:lnTo>
                      <a:pt x="670" y="5545"/>
                    </a:lnTo>
                    <a:lnTo>
                      <a:pt x="691" y="5566"/>
                    </a:lnTo>
                    <a:lnTo>
                      <a:pt x="670" y="5587"/>
                    </a:lnTo>
                    <a:lnTo>
                      <a:pt x="670" y="5733"/>
                    </a:lnTo>
                    <a:lnTo>
                      <a:pt x="629" y="5838"/>
                    </a:lnTo>
                    <a:lnTo>
                      <a:pt x="378" y="6110"/>
                    </a:lnTo>
                    <a:lnTo>
                      <a:pt x="231" y="6277"/>
                    </a:lnTo>
                    <a:lnTo>
                      <a:pt x="43" y="6424"/>
                    </a:lnTo>
                    <a:lnTo>
                      <a:pt x="1" y="6508"/>
                    </a:lnTo>
                    <a:lnTo>
                      <a:pt x="22" y="6549"/>
                    </a:lnTo>
                    <a:lnTo>
                      <a:pt x="126" y="6591"/>
                    </a:lnTo>
                    <a:lnTo>
                      <a:pt x="147" y="6528"/>
                    </a:lnTo>
                    <a:lnTo>
                      <a:pt x="210" y="6528"/>
                    </a:lnTo>
                    <a:lnTo>
                      <a:pt x="210" y="6612"/>
                    </a:lnTo>
                    <a:lnTo>
                      <a:pt x="210" y="6675"/>
                    </a:lnTo>
                    <a:lnTo>
                      <a:pt x="231" y="6696"/>
                    </a:lnTo>
                    <a:lnTo>
                      <a:pt x="273" y="6675"/>
                    </a:lnTo>
                    <a:lnTo>
                      <a:pt x="315" y="6717"/>
                    </a:lnTo>
                    <a:lnTo>
                      <a:pt x="315" y="6800"/>
                    </a:lnTo>
                    <a:lnTo>
                      <a:pt x="336" y="6842"/>
                    </a:lnTo>
                    <a:lnTo>
                      <a:pt x="419" y="6821"/>
                    </a:lnTo>
                    <a:lnTo>
                      <a:pt x="629" y="6675"/>
                    </a:lnTo>
                    <a:lnTo>
                      <a:pt x="796" y="6528"/>
                    </a:lnTo>
                    <a:lnTo>
                      <a:pt x="984" y="6361"/>
                    </a:lnTo>
                    <a:lnTo>
                      <a:pt x="1152" y="6173"/>
                    </a:lnTo>
                    <a:lnTo>
                      <a:pt x="1319" y="5901"/>
                    </a:lnTo>
                    <a:lnTo>
                      <a:pt x="1424" y="5859"/>
                    </a:lnTo>
                    <a:lnTo>
                      <a:pt x="1507" y="5859"/>
                    </a:lnTo>
                    <a:lnTo>
                      <a:pt x="1570" y="5775"/>
                    </a:lnTo>
                    <a:lnTo>
                      <a:pt x="1570" y="5691"/>
                    </a:lnTo>
                    <a:lnTo>
                      <a:pt x="1612" y="5650"/>
                    </a:lnTo>
                    <a:lnTo>
                      <a:pt x="1717" y="5587"/>
                    </a:lnTo>
                    <a:lnTo>
                      <a:pt x="1800" y="5357"/>
                    </a:lnTo>
                    <a:lnTo>
                      <a:pt x="1905" y="5210"/>
                    </a:lnTo>
                    <a:lnTo>
                      <a:pt x="1905" y="5147"/>
                    </a:lnTo>
                    <a:lnTo>
                      <a:pt x="1989" y="5106"/>
                    </a:lnTo>
                    <a:lnTo>
                      <a:pt x="1884" y="4980"/>
                    </a:lnTo>
                    <a:lnTo>
                      <a:pt x="1717" y="4980"/>
                    </a:lnTo>
                    <a:lnTo>
                      <a:pt x="1800" y="4938"/>
                    </a:lnTo>
                    <a:lnTo>
                      <a:pt x="1884" y="4917"/>
                    </a:lnTo>
                    <a:lnTo>
                      <a:pt x="2114" y="4624"/>
                    </a:lnTo>
                    <a:lnTo>
                      <a:pt x="2240" y="4603"/>
                    </a:lnTo>
                    <a:lnTo>
                      <a:pt x="2428" y="4624"/>
                    </a:lnTo>
                    <a:lnTo>
                      <a:pt x="2512" y="4624"/>
                    </a:lnTo>
                    <a:lnTo>
                      <a:pt x="2512" y="4708"/>
                    </a:lnTo>
                    <a:lnTo>
                      <a:pt x="2512" y="4792"/>
                    </a:lnTo>
                    <a:lnTo>
                      <a:pt x="2616" y="4708"/>
                    </a:lnTo>
                    <a:lnTo>
                      <a:pt x="2679" y="4645"/>
                    </a:lnTo>
                    <a:lnTo>
                      <a:pt x="2533" y="4603"/>
                    </a:lnTo>
                    <a:lnTo>
                      <a:pt x="2554" y="4499"/>
                    </a:lnTo>
                    <a:lnTo>
                      <a:pt x="2637" y="4311"/>
                    </a:lnTo>
                    <a:lnTo>
                      <a:pt x="2679" y="4227"/>
                    </a:lnTo>
                    <a:lnTo>
                      <a:pt x="2784" y="4227"/>
                    </a:lnTo>
                    <a:lnTo>
                      <a:pt x="2826" y="4290"/>
                    </a:lnTo>
                    <a:lnTo>
                      <a:pt x="2867" y="4227"/>
                    </a:lnTo>
                    <a:lnTo>
                      <a:pt x="2930" y="4122"/>
                    </a:lnTo>
                    <a:lnTo>
                      <a:pt x="3077" y="3892"/>
                    </a:lnTo>
                    <a:lnTo>
                      <a:pt x="3077" y="3808"/>
                    </a:lnTo>
                    <a:lnTo>
                      <a:pt x="3077" y="3746"/>
                    </a:lnTo>
                    <a:lnTo>
                      <a:pt x="3098" y="3599"/>
                    </a:lnTo>
                    <a:lnTo>
                      <a:pt x="3202" y="3495"/>
                    </a:lnTo>
                    <a:lnTo>
                      <a:pt x="3286" y="3453"/>
                    </a:lnTo>
                    <a:lnTo>
                      <a:pt x="3286" y="3411"/>
                    </a:lnTo>
                    <a:lnTo>
                      <a:pt x="3160" y="3369"/>
                    </a:lnTo>
                    <a:lnTo>
                      <a:pt x="3098" y="3285"/>
                    </a:lnTo>
                    <a:lnTo>
                      <a:pt x="3139" y="3285"/>
                    </a:lnTo>
                    <a:lnTo>
                      <a:pt x="3160" y="3243"/>
                    </a:lnTo>
                    <a:lnTo>
                      <a:pt x="3035" y="3222"/>
                    </a:lnTo>
                    <a:lnTo>
                      <a:pt x="2888" y="3327"/>
                    </a:lnTo>
                    <a:lnTo>
                      <a:pt x="2679" y="3536"/>
                    </a:lnTo>
                    <a:lnTo>
                      <a:pt x="2554" y="3536"/>
                    </a:lnTo>
                    <a:lnTo>
                      <a:pt x="2470" y="3578"/>
                    </a:lnTo>
                    <a:lnTo>
                      <a:pt x="2365" y="3536"/>
                    </a:lnTo>
                    <a:lnTo>
                      <a:pt x="2135" y="3285"/>
                    </a:lnTo>
                    <a:lnTo>
                      <a:pt x="2051" y="3285"/>
                    </a:lnTo>
                    <a:lnTo>
                      <a:pt x="1989" y="3181"/>
                    </a:lnTo>
                    <a:lnTo>
                      <a:pt x="1947" y="3118"/>
                    </a:lnTo>
                    <a:lnTo>
                      <a:pt x="2010" y="3034"/>
                    </a:lnTo>
                    <a:lnTo>
                      <a:pt x="2030" y="2888"/>
                    </a:lnTo>
                    <a:lnTo>
                      <a:pt x="1926" y="2720"/>
                    </a:lnTo>
                    <a:lnTo>
                      <a:pt x="1926" y="2637"/>
                    </a:lnTo>
                    <a:lnTo>
                      <a:pt x="1905" y="2595"/>
                    </a:lnTo>
                    <a:lnTo>
                      <a:pt x="1905" y="2448"/>
                    </a:lnTo>
                    <a:lnTo>
                      <a:pt x="1947" y="2365"/>
                    </a:lnTo>
                    <a:lnTo>
                      <a:pt x="1884" y="2365"/>
                    </a:lnTo>
                    <a:lnTo>
                      <a:pt x="1884" y="2239"/>
                    </a:lnTo>
                    <a:lnTo>
                      <a:pt x="1842" y="2176"/>
                    </a:lnTo>
                    <a:lnTo>
                      <a:pt x="1800" y="2197"/>
                    </a:lnTo>
                    <a:lnTo>
                      <a:pt x="1717" y="2134"/>
                    </a:lnTo>
                    <a:lnTo>
                      <a:pt x="1675" y="2197"/>
                    </a:lnTo>
                    <a:lnTo>
                      <a:pt x="1779" y="2281"/>
                    </a:lnTo>
                    <a:lnTo>
                      <a:pt x="1738" y="2365"/>
                    </a:lnTo>
                    <a:lnTo>
                      <a:pt x="1779" y="2427"/>
                    </a:lnTo>
                    <a:lnTo>
                      <a:pt x="1696" y="2511"/>
                    </a:lnTo>
                    <a:lnTo>
                      <a:pt x="1696" y="2595"/>
                    </a:lnTo>
                    <a:lnTo>
                      <a:pt x="1779" y="2699"/>
                    </a:lnTo>
                    <a:lnTo>
                      <a:pt x="1779" y="2741"/>
                    </a:lnTo>
                    <a:lnTo>
                      <a:pt x="1675" y="2762"/>
                    </a:lnTo>
                    <a:lnTo>
                      <a:pt x="1612" y="2720"/>
                    </a:lnTo>
                    <a:lnTo>
                      <a:pt x="1591" y="2616"/>
                    </a:lnTo>
                    <a:lnTo>
                      <a:pt x="1486" y="2595"/>
                    </a:lnTo>
                    <a:lnTo>
                      <a:pt x="1486" y="2532"/>
                    </a:lnTo>
                    <a:lnTo>
                      <a:pt x="1382" y="2511"/>
                    </a:lnTo>
                    <a:lnTo>
                      <a:pt x="1319" y="2511"/>
                    </a:lnTo>
                    <a:lnTo>
                      <a:pt x="1298" y="2448"/>
                    </a:lnTo>
                    <a:lnTo>
                      <a:pt x="1403" y="2406"/>
                    </a:lnTo>
                    <a:lnTo>
                      <a:pt x="1424" y="2323"/>
                    </a:lnTo>
                    <a:lnTo>
                      <a:pt x="1319" y="2239"/>
                    </a:lnTo>
                    <a:lnTo>
                      <a:pt x="1403" y="2114"/>
                    </a:lnTo>
                    <a:lnTo>
                      <a:pt x="1486" y="2093"/>
                    </a:lnTo>
                    <a:lnTo>
                      <a:pt x="1507" y="1988"/>
                    </a:lnTo>
                    <a:lnTo>
                      <a:pt x="1486" y="1904"/>
                    </a:lnTo>
                    <a:lnTo>
                      <a:pt x="1507" y="1821"/>
                    </a:lnTo>
                    <a:lnTo>
                      <a:pt x="1466" y="1758"/>
                    </a:lnTo>
                    <a:lnTo>
                      <a:pt x="1486" y="1611"/>
                    </a:lnTo>
                    <a:lnTo>
                      <a:pt x="1361" y="1507"/>
                    </a:lnTo>
                    <a:lnTo>
                      <a:pt x="1361" y="1465"/>
                    </a:lnTo>
                    <a:lnTo>
                      <a:pt x="1424" y="1507"/>
                    </a:lnTo>
                    <a:lnTo>
                      <a:pt x="1528" y="1486"/>
                    </a:lnTo>
                    <a:lnTo>
                      <a:pt x="1570" y="1360"/>
                    </a:lnTo>
                    <a:lnTo>
                      <a:pt x="1591" y="1318"/>
                    </a:lnTo>
                    <a:lnTo>
                      <a:pt x="1591" y="1151"/>
                    </a:lnTo>
                    <a:lnTo>
                      <a:pt x="1570" y="1026"/>
                    </a:lnTo>
                    <a:lnTo>
                      <a:pt x="1570" y="921"/>
                    </a:lnTo>
                    <a:lnTo>
                      <a:pt x="1507" y="942"/>
                    </a:lnTo>
                    <a:lnTo>
                      <a:pt x="1382" y="984"/>
                    </a:lnTo>
                    <a:lnTo>
                      <a:pt x="1277" y="879"/>
                    </a:lnTo>
                    <a:lnTo>
                      <a:pt x="1361" y="837"/>
                    </a:lnTo>
                    <a:lnTo>
                      <a:pt x="1277" y="774"/>
                    </a:lnTo>
                    <a:lnTo>
                      <a:pt x="1214" y="754"/>
                    </a:lnTo>
                    <a:lnTo>
                      <a:pt x="1277" y="712"/>
                    </a:lnTo>
                    <a:lnTo>
                      <a:pt x="1361" y="649"/>
                    </a:lnTo>
                    <a:lnTo>
                      <a:pt x="1361" y="607"/>
                    </a:lnTo>
                    <a:lnTo>
                      <a:pt x="1256" y="565"/>
                    </a:lnTo>
                    <a:lnTo>
                      <a:pt x="1173" y="502"/>
                    </a:lnTo>
                    <a:lnTo>
                      <a:pt x="1089" y="544"/>
                    </a:lnTo>
                    <a:lnTo>
                      <a:pt x="1089" y="440"/>
                    </a:lnTo>
                    <a:lnTo>
                      <a:pt x="1110" y="440"/>
                    </a:lnTo>
                    <a:lnTo>
                      <a:pt x="1173" y="356"/>
                    </a:lnTo>
                    <a:lnTo>
                      <a:pt x="1110" y="356"/>
                    </a:lnTo>
                    <a:lnTo>
                      <a:pt x="1047" y="398"/>
                    </a:lnTo>
                    <a:lnTo>
                      <a:pt x="1047" y="461"/>
                    </a:lnTo>
                    <a:lnTo>
                      <a:pt x="1005" y="544"/>
                    </a:lnTo>
                    <a:lnTo>
                      <a:pt x="942" y="523"/>
                    </a:lnTo>
                    <a:lnTo>
                      <a:pt x="963" y="419"/>
                    </a:lnTo>
                    <a:lnTo>
                      <a:pt x="901" y="335"/>
                    </a:lnTo>
                    <a:lnTo>
                      <a:pt x="880" y="209"/>
                    </a:lnTo>
                    <a:lnTo>
                      <a:pt x="880" y="105"/>
                    </a:lnTo>
                    <a:lnTo>
                      <a:pt x="880" y="42"/>
                    </a:lnTo>
                    <a:lnTo>
                      <a:pt x="942" y="42"/>
                    </a:lnTo>
                    <a:lnTo>
                      <a:pt x="88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41" name="Google Shape;9293;p128">
              <a:extLst>
                <a:ext uri="{FF2B5EF4-FFF2-40B4-BE49-F238E27FC236}">
                  <a16:creationId xmlns:a16="http://schemas.microsoft.com/office/drawing/2014/main" id="{130DBF12-4EF4-B8B8-026F-E0E3F244677F}"/>
                </a:ext>
              </a:extLst>
            </p:cNvPr>
            <p:cNvSpPr/>
            <p:nvPr/>
          </p:nvSpPr>
          <p:spPr>
            <a:xfrm>
              <a:off x="3608564" y="2619698"/>
              <a:ext cx="60550" cy="35232"/>
            </a:xfrm>
            <a:custGeom>
              <a:avLst/>
              <a:gdLst/>
              <a:ahLst/>
              <a:cxnLst/>
              <a:rect l="l" t="t" r="r" b="b"/>
              <a:pathLst>
                <a:path w="5085" h="3098" extrusionOk="0">
                  <a:moveTo>
                    <a:pt x="900" y="1"/>
                  </a:moveTo>
                  <a:lnTo>
                    <a:pt x="733" y="22"/>
                  </a:lnTo>
                  <a:lnTo>
                    <a:pt x="733" y="64"/>
                  </a:lnTo>
                  <a:lnTo>
                    <a:pt x="775" y="126"/>
                  </a:lnTo>
                  <a:lnTo>
                    <a:pt x="837" y="126"/>
                  </a:lnTo>
                  <a:lnTo>
                    <a:pt x="858" y="64"/>
                  </a:lnTo>
                  <a:lnTo>
                    <a:pt x="942" y="64"/>
                  </a:lnTo>
                  <a:lnTo>
                    <a:pt x="984" y="126"/>
                  </a:lnTo>
                  <a:lnTo>
                    <a:pt x="1088" y="147"/>
                  </a:lnTo>
                  <a:lnTo>
                    <a:pt x="1047" y="210"/>
                  </a:lnTo>
                  <a:lnTo>
                    <a:pt x="942" y="168"/>
                  </a:lnTo>
                  <a:lnTo>
                    <a:pt x="837" y="168"/>
                  </a:lnTo>
                  <a:lnTo>
                    <a:pt x="858" y="231"/>
                  </a:lnTo>
                  <a:lnTo>
                    <a:pt x="1005" y="315"/>
                  </a:lnTo>
                  <a:lnTo>
                    <a:pt x="1109" y="440"/>
                  </a:lnTo>
                  <a:lnTo>
                    <a:pt x="1088" y="524"/>
                  </a:lnTo>
                  <a:lnTo>
                    <a:pt x="1047" y="545"/>
                  </a:lnTo>
                  <a:lnTo>
                    <a:pt x="1047" y="461"/>
                  </a:lnTo>
                  <a:lnTo>
                    <a:pt x="900" y="377"/>
                  </a:lnTo>
                  <a:lnTo>
                    <a:pt x="837" y="461"/>
                  </a:lnTo>
                  <a:lnTo>
                    <a:pt x="775" y="440"/>
                  </a:lnTo>
                  <a:lnTo>
                    <a:pt x="796" y="356"/>
                  </a:lnTo>
                  <a:lnTo>
                    <a:pt x="691" y="252"/>
                  </a:lnTo>
                  <a:lnTo>
                    <a:pt x="586" y="210"/>
                  </a:lnTo>
                  <a:lnTo>
                    <a:pt x="524" y="252"/>
                  </a:lnTo>
                  <a:lnTo>
                    <a:pt x="586" y="356"/>
                  </a:lnTo>
                  <a:lnTo>
                    <a:pt x="565" y="419"/>
                  </a:lnTo>
                  <a:lnTo>
                    <a:pt x="524" y="315"/>
                  </a:lnTo>
                  <a:lnTo>
                    <a:pt x="419" y="273"/>
                  </a:lnTo>
                  <a:lnTo>
                    <a:pt x="377" y="356"/>
                  </a:lnTo>
                  <a:lnTo>
                    <a:pt x="461" y="440"/>
                  </a:lnTo>
                  <a:lnTo>
                    <a:pt x="524" y="482"/>
                  </a:lnTo>
                  <a:lnTo>
                    <a:pt x="565" y="545"/>
                  </a:lnTo>
                  <a:lnTo>
                    <a:pt x="461" y="482"/>
                  </a:lnTo>
                  <a:lnTo>
                    <a:pt x="356" y="545"/>
                  </a:lnTo>
                  <a:lnTo>
                    <a:pt x="419" y="608"/>
                  </a:lnTo>
                  <a:lnTo>
                    <a:pt x="565" y="670"/>
                  </a:lnTo>
                  <a:lnTo>
                    <a:pt x="482" y="670"/>
                  </a:lnTo>
                  <a:lnTo>
                    <a:pt x="461" y="733"/>
                  </a:lnTo>
                  <a:lnTo>
                    <a:pt x="482" y="775"/>
                  </a:lnTo>
                  <a:lnTo>
                    <a:pt x="461" y="775"/>
                  </a:lnTo>
                  <a:lnTo>
                    <a:pt x="272" y="649"/>
                  </a:lnTo>
                  <a:lnTo>
                    <a:pt x="231" y="608"/>
                  </a:lnTo>
                  <a:lnTo>
                    <a:pt x="168" y="670"/>
                  </a:lnTo>
                  <a:lnTo>
                    <a:pt x="252" y="796"/>
                  </a:lnTo>
                  <a:lnTo>
                    <a:pt x="314" y="880"/>
                  </a:lnTo>
                  <a:lnTo>
                    <a:pt x="252" y="900"/>
                  </a:lnTo>
                  <a:lnTo>
                    <a:pt x="147" y="775"/>
                  </a:lnTo>
                  <a:lnTo>
                    <a:pt x="63" y="754"/>
                  </a:lnTo>
                  <a:lnTo>
                    <a:pt x="0" y="859"/>
                  </a:lnTo>
                  <a:lnTo>
                    <a:pt x="126" y="900"/>
                  </a:lnTo>
                  <a:lnTo>
                    <a:pt x="231" y="1005"/>
                  </a:lnTo>
                  <a:lnTo>
                    <a:pt x="356" y="1047"/>
                  </a:lnTo>
                  <a:lnTo>
                    <a:pt x="440" y="942"/>
                  </a:lnTo>
                  <a:lnTo>
                    <a:pt x="565" y="900"/>
                  </a:lnTo>
                  <a:lnTo>
                    <a:pt x="628" y="796"/>
                  </a:lnTo>
                  <a:lnTo>
                    <a:pt x="649" y="859"/>
                  </a:lnTo>
                  <a:lnTo>
                    <a:pt x="649" y="900"/>
                  </a:lnTo>
                  <a:lnTo>
                    <a:pt x="691" y="900"/>
                  </a:lnTo>
                  <a:lnTo>
                    <a:pt x="775" y="880"/>
                  </a:lnTo>
                  <a:lnTo>
                    <a:pt x="796" y="984"/>
                  </a:lnTo>
                  <a:lnTo>
                    <a:pt x="858" y="984"/>
                  </a:lnTo>
                  <a:lnTo>
                    <a:pt x="942" y="900"/>
                  </a:lnTo>
                  <a:lnTo>
                    <a:pt x="963" y="859"/>
                  </a:lnTo>
                  <a:lnTo>
                    <a:pt x="984" y="963"/>
                  </a:lnTo>
                  <a:lnTo>
                    <a:pt x="1005" y="963"/>
                  </a:lnTo>
                  <a:lnTo>
                    <a:pt x="1151" y="859"/>
                  </a:lnTo>
                  <a:lnTo>
                    <a:pt x="1109" y="900"/>
                  </a:lnTo>
                  <a:lnTo>
                    <a:pt x="1088" y="1005"/>
                  </a:lnTo>
                  <a:lnTo>
                    <a:pt x="1151" y="1047"/>
                  </a:lnTo>
                  <a:lnTo>
                    <a:pt x="1214" y="984"/>
                  </a:lnTo>
                  <a:lnTo>
                    <a:pt x="1360" y="1068"/>
                  </a:lnTo>
                  <a:lnTo>
                    <a:pt x="1277" y="1089"/>
                  </a:lnTo>
                  <a:lnTo>
                    <a:pt x="1193" y="1089"/>
                  </a:lnTo>
                  <a:lnTo>
                    <a:pt x="1109" y="1131"/>
                  </a:lnTo>
                  <a:lnTo>
                    <a:pt x="1047" y="1131"/>
                  </a:lnTo>
                  <a:lnTo>
                    <a:pt x="879" y="1214"/>
                  </a:lnTo>
                  <a:lnTo>
                    <a:pt x="879" y="1256"/>
                  </a:lnTo>
                  <a:lnTo>
                    <a:pt x="1068" y="1298"/>
                  </a:lnTo>
                  <a:lnTo>
                    <a:pt x="1172" y="1298"/>
                  </a:lnTo>
                  <a:lnTo>
                    <a:pt x="1214" y="1214"/>
                  </a:lnTo>
                  <a:lnTo>
                    <a:pt x="1277" y="1193"/>
                  </a:lnTo>
                  <a:lnTo>
                    <a:pt x="1277" y="1298"/>
                  </a:lnTo>
                  <a:lnTo>
                    <a:pt x="1193" y="1382"/>
                  </a:lnTo>
                  <a:lnTo>
                    <a:pt x="1005" y="1403"/>
                  </a:lnTo>
                  <a:lnTo>
                    <a:pt x="942" y="1382"/>
                  </a:lnTo>
                  <a:lnTo>
                    <a:pt x="858" y="1486"/>
                  </a:lnTo>
                  <a:lnTo>
                    <a:pt x="796" y="1403"/>
                  </a:lnTo>
                  <a:lnTo>
                    <a:pt x="775" y="1382"/>
                  </a:lnTo>
                  <a:lnTo>
                    <a:pt x="775" y="1319"/>
                  </a:lnTo>
                  <a:lnTo>
                    <a:pt x="691" y="1319"/>
                  </a:lnTo>
                  <a:lnTo>
                    <a:pt x="691" y="1361"/>
                  </a:lnTo>
                  <a:lnTo>
                    <a:pt x="691" y="1382"/>
                  </a:lnTo>
                  <a:lnTo>
                    <a:pt x="628" y="1465"/>
                  </a:lnTo>
                  <a:lnTo>
                    <a:pt x="544" y="1403"/>
                  </a:lnTo>
                  <a:lnTo>
                    <a:pt x="461" y="1424"/>
                  </a:lnTo>
                  <a:lnTo>
                    <a:pt x="356" y="1486"/>
                  </a:lnTo>
                  <a:lnTo>
                    <a:pt x="252" y="1424"/>
                  </a:lnTo>
                  <a:lnTo>
                    <a:pt x="168" y="1465"/>
                  </a:lnTo>
                  <a:lnTo>
                    <a:pt x="126" y="1465"/>
                  </a:lnTo>
                  <a:lnTo>
                    <a:pt x="168" y="1591"/>
                  </a:lnTo>
                  <a:lnTo>
                    <a:pt x="231" y="1654"/>
                  </a:lnTo>
                  <a:lnTo>
                    <a:pt x="377" y="1696"/>
                  </a:lnTo>
                  <a:lnTo>
                    <a:pt x="377" y="1633"/>
                  </a:lnTo>
                  <a:lnTo>
                    <a:pt x="565" y="1696"/>
                  </a:lnTo>
                  <a:lnTo>
                    <a:pt x="900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837" y="1842"/>
                  </a:lnTo>
                  <a:lnTo>
                    <a:pt x="942" y="1926"/>
                  </a:lnTo>
                  <a:lnTo>
                    <a:pt x="963" y="2009"/>
                  </a:lnTo>
                  <a:lnTo>
                    <a:pt x="1005" y="2009"/>
                  </a:lnTo>
                  <a:lnTo>
                    <a:pt x="1172" y="1905"/>
                  </a:lnTo>
                  <a:lnTo>
                    <a:pt x="1151" y="1988"/>
                  </a:lnTo>
                  <a:lnTo>
                    <a:pt x="1047" y="2030"/>
                  </a:lnTo>
                  <a:lnTo>
                    <a:pt x="984" y="2135"/>
                  </a:lnTo>
                  <a:lnTo>
                    <a:pt x="1068" y="2177"/>
                  </a:lnTo>
                  <a:lnTo>
                    <a:pt x="1214" y="2051"/>
                  </a:lnTo>
                  <a:lnTo>
                    <a:pt x="1360" y="2114"/>
                  </a:lnTo>
                  <a:lnTo>
                    <a:pt x="1381" y="2156"/>
                  </a:lnTo>
                  <a:lnTo>
                    <a:pt x="1298" y="2114"/>
                  </a:lnTo>
                  <a:lnTo>
                    <a:pt x="1193" y="2156"/>
                  </a:lnTo>
                  <a:lnTo>
                    <a:pt x="1109" y="2240"/>
                  </a:lnTo>
                  <a:lnTo>
                    <a:pt x="984" y="2240"/>
                  </a:lnTo>
                  <a:lnTo>
                    <a:pt x="984" y="2323"/>
                  </a:lnTo>
                  <a:lnTo>
                    <a:pt x="942" y="2365"/>
                  </a:lnTo>
                  <a:lnTo>
                    <a:pt x="879" y="2365"/>
                  </a:lnTo>
                  <a:lnTo>
                    <a:pt x="796" y="2407"/>
                  </a:lnTo>
                  <a:lnTo>
                    <a:pt x="775" y="2344"/>
                  </a:lnTo>
                  <a:lnTo>
                    <a:pt x="670" y="2261"/>
                  </a:lnTo>
                  <a:lnTo>
                    <a:pt x="670" y="2323"/>
                  </a:lnTo>
                  <a:lnTo>
                    <a:pt x="628" y="2323"/>
                  </a:lnTo>
                  <a:lnTo>
                    <a:pt x="649" y="2449"/>
                  </a:lnTo>
                  <a:lnTo>
                    <a:pt x="691" y="2470"/>
                  </a:lnTo>
                  <a:lnTo>
                    <a:pt x="670" y="2512"/>
                  </a:lnTo>
                  <a:lnTo>
                    <a:pt x="649" y="2700"/>
                  </a:lnTo>
                  <a:lnTo>
                    <a:pt x="775" y="2679"/>
                  </a:lnTo>
                  <a:lnTo>
                    <a:pt x="837" y="2658"/>
                  </a:lnTo>
                  <a:lnTo>
                    <a:pt x="900" y="2700"/>
                  </a:lnTo>
                  <a:lnTo>
                    <a:pt x="1088" y="2742"/>
                  </a:lnTo>
                  <a:lnTo>
                    <a:pt x="1214" y="2637"/>
                  </a:lnTo>
                  <a:lnTo>
                    <a:pt x="1360" y="2679"/>
                  </a:lnTo>
                  <a:lnTo>
                    <a:pt x="1423" y="2637"/>
                  </a:lnTo>
                  <a:lnTo>
                    <a:pt x="1465" y="2679"/>
                  </a:lnTo>
                  <a:lnTo>
                    <a:pt x="1528" y="2700"/>
                  </a:lnTo>
                  <a:lnTo>
                    <a:pt x="1632" y="2679"/>
                  </a:lnTo>
                  <a:lnTo>
                    <a:pt x="1632" y="2784"/>
                  </a:lnTo>
                  <a:lnTo>
                    <a:pt x="1779" y="2930"/>
                  </a:lnTo>
                  <a:lnTo>
                    <a:pt x="1842" y="2972"/>
                  </a:lnTo>
                  <a:lnTo>
                    <a:pt x="1946" y="2888"/>
                  </a:lnTo>
                  <a:lnTo>
                    <a:pt x="2051" y="2888"/>
                  </a:lnTo>
                  <a:lnTo>
                    <a:pt x="2239" y="3077"/>
                  </a:lnTo>
                  <a:lnTo>
                    <a:pt x="2469" y="3077"/>
                  </a:lnTo>
                  <a:lnTo>
                    <a:pt x="2574" y="3097"/>
                  </a:lnTo>
                  <a:lnTo>
                    <a:pt x="2741" y="3056"/>
                  </a:lnTo>
                  <a:lnTo>
                    <a:pt x="2721" y="2951"/>
                  </a:lnTo>
                  <a:lnTo>
                    <a:pt x="2741" y="2867"/>
                  </a:lnTo>
                  <a:lnTo>
                    <a:pt x="2762" y="2951"/>
                  </a:lnTo>
                  <a:lnTo>
                    <a:pt x="2888" y="2972"/>
                  </a:lnTo>
                  <a:lnTo>
                    <a:pt x="3034" y="2867"/>
                  </a:lnTo>
                  <a:lnTo>
                    <a:pt x="3034" y="2700"/>
                  </a:lnTo>
                  <a:lnTo>
                    <a:pt x="3181" y="2700"/>
                  </a:lnTo>
                  <a:lnTo>
                    <a:pt x="3139" y="2763"/>
                  </a:lnTo>
                  <a:lnTo>
                    <a:pt x="3181" y="2846"/>
                  </a:lnTo>
                  <a:lnTo>
                    <a:pt x="3202" y="2763"/>
                  </a:lnTo>
                  <a:lnTo>
                    <a:pt x="3306" y="2763"/>
                  </a:lnTo>
                  <a:lnTo>
                    <a:pt x="3411" y="2637"/>
                  </a:lnTo>
                  <a:lnTo>
                    <a:pt x="3474" y="2658"/>
                  </a:lnTo>
                  <a:lnTo>
                    <a:pt x="3495" y="2637"/>
                  </a:lnTo>
                  <a:lnTo>
                    <a:pt x="3599" y="2658"/>
                  </a:lnTo>
                  <a:lnTo>
                    <a:pt x="3599" y="2679"/>
                  </a:lnTo>
                  <a:lnTo>
                    <a:pt x="3662" y="2658"/>
                  </a:lnTo>
                  <a:lnTo>
                    <a:pt x="3892" y="2449"/>
                  </a:lnTo>
                  <a:lnTo>
                    <a:pt x="3976" y="2323"/>
                  </a:lnTo>
                  <a:lnTo>
                    <a:pt x="4248" y="2261"/>
                  </a:lnTo>
                  <a:lnTo>
                    <a:pt x="4332" y="2177"/>
                  </a:lnTo>
                  <a:lnTo>
                    <a:pt x="4290" y="2135"/>
                  </a:lnTo>
                  <a:lnTo>
                    <a:pt x="4311" y="2051"/>
                  </a:lnTo>
                  <a:lnTo>
                    <a:pt x="4353" y="2051"/>
                  </a:lnTo>
                  <a:lnTo>
                    <a:pt x="4394" y="2156"/>
                  </a:lnTo>
                  <a:lnTo>
                    <a:pt x="4541" y="2177"/>
                  </a:lnTo>
                  <a:lnTo>
                    <a:pt x="4625" y="2114"/>
                  </a:lnTo>
                  <a:lnTo>
                    <a:pt x="4625" y="2030"/>
                  </a:lnTo>
                  <a:lnTo>
                    <a:pt x="4604" y="2009"/>
                  </a:lnTo>
                  <a:lnTo>
                    <a:pt x="4604" y="1926"/>
                  </a:lnTo>
                  <a:lnTo>
                    <a:pt x="4666" y="1905"/>
                  </a:lnTo>
                  <a:lnTo>
                    <a:pt x="4625" y="1779"/>
                  </a:lnTo>
                  <a:lnTo>
                    <a:pt x="4666" y="1716"/>
                  </a:lnTo>
                  <a:lnTo>
                    <a:pt x="4771" y="1779"/>
                  </a:lnTo>
                  <a:lnTo>
                    <a:pt x="4771" y="1884"/>
                  </a:lnTo>
                  <a:lnTo>
                    <a:pt x="4876" y="1842"/>
                  </a:lnTo>
                  <a:lnTo>
                    <a:pt x="4938" y="1716"/>
                  </a:lnTo>
                  <a:lnTo>
                    <a:pt x="4917" y="1612"/>
                  </a:lnTo>
                  <a:lnTo>
                    <a:pt x="4813" y="1507"/>
                  </a:lnTo>
                  <a:lnTo>
                    <a:pt x="4813" y="1403"/>
                  </a:lnTo>
                  <a:lnTo>
                    <a:pt x="4855" y="1361"/>
                  </a:lnTo>
                  <a:lnTo>
                    <a:pt x="4855" y="1256"/>
                  </a:lnTo>
                  <a:lnTo>
                    <a:pt x="4959" y="1193"/>
                  </a:lnTo>
                  <a:lnTo>
                    <a:pt x="5043" y="1193"/>
                  </a:lnTo>
                  <a:lnTo>
                    <a:pt x="5085" y="1110"/>
                  </a:lnTo>
                  <a:lnTo>
                    <a:pt x="5022" y="1005"/>
                  </a:lnTo>
                  <a:lnTo>
                    <a:pt x="4771" y="984"/>
                  </a:lnTo>
                  <a:lnTo>
                    <a:pt x="4708" y="1068"/>
                  </a:lnTo>
                  <a:lnTo>
                    <a:pt x="4750" y="963"/>
                  </a:lnTo>
                  <a:lnTo>
                    <a:pt x="4750" y="859"/>
                  </a:lnTo>
                  <a:lnTo>
                    <a:pt x="4625" y="859"/>
                  </a:lnTo>
                  <a:lnTo>
                    <a:pt x="4604" y="880"/>
                  </a:lnTo>
                  <a:lnTo>
                    <a:pt x="4541" y="775"/>
                  </a:lnTo>
                  <a:lnTo>
                    <a:pt x="4625" y="670"/>
                  </a:lnTo>
                  <a:lnTo>
                    <a:pt x="4708" y="649"/>
                  </a:lnTo>
                  <a:lnTo>
                    <a:pt x="4708" y="482"/>
                  </a:lnTo>
                  <a:lnTo>
                    <a:pt x="4645" y="461"/>
                  </a:lnTo>
                  <a:lnTo>
                    <a:pt x="4562" y="545"/>
                  </a:lnTo>
                  <a:lnTo>
                    <a:pt x="4457" y="482"/>
                  </a:lnTo>
                  <a:lnTo>
                    <a:pt x="4415" y="377"/>
                  </a:lnTo>
                  <a:lnTo>
                    <a:pt x="4520" y="336"/>
                  </a:lnTo>
                  <a:lnTo>
                    <a:pt x="4541" y="252"/>
                  </a:lnTo>
                  <a:lnTo>
                    <a:pt x="4604" y="210"/>
                  </a:lnTo>
                  <a:lnTo>
                    <a:pt x="4708" y="168"/>
                  </a:lnTo>
                  <a:lnTo>
                    <a:pt x="4562" y="126"/>
                  </a:lnTo>
                  <a:lnTo>
                    <a:pt x="4499" y="147"/>
                  </a:lnTo>
                  <a:lnTo>
                    <a:pt x="4311" y="336"/>
                  </a:lnTo>
                  <a:lnTo>
                    <a:pt x="4290" y="419"/>
                  </a:lnTo>
                  <a:lnTo>
                    <a:pt x="4206" y="440"/>
                  </a:lnTo>
                  <a:lnTo>
                    <a:pt x="4122" y="315"/>
                  </a:lnTo>
                  <a:lnTo>
                    <a:pt x="4185" y="252"/>
                  </a:lnTo>
                  <a:lnTo>
                    <a:pt x="4122" y="210"/>
                  </a:lnTo>
                  <a:lnTo>
                    <a:pt x="4101" y="84"/>
                  </a:lnTo>
                  <a:lnTo>
                    <a:pt x="3997" y="64"/>
                  </a:lnTo>
                  <a:lnTo>
                    <a:pt x="3913" y="126"/>
                  </a:lnTo>
                  <a:lnTo>
                    <a:pt x="3829" y="84"/>
                  </a:lnTo>
                  <a:lnTo>
                    <a:pt x="3788" y="168"/>
                  </a:lnTo>
                  <a:lnTo>
                    <a:pt x="3829" y="315"/>
                  </a:lnTo>
                  <a:lnTo>
                    <a:pt x="3788" y="377"/>
                  </a:lnTo>
                  <a:lnTo>
                    <a:pt x="3683" y="377"/>
                  </a:lnTo>
                  <a:lnTo>
                    <a:pt x="3578" y="440"/>
                  </a:lnTo>
                  <a:lnTo>
                    <a:pt x="3557" y="336"/>
                  </a:lnTo>
                  <a:lnTo>
                    <a:pt x="3495" y="315"/>
                  </a:lnTo>
                  <a:lnTo>
                    <a:pt x="3453" y="377"/>
                  </a:lnTo>
                  <a:lnTo>
                    <a:pt x="3369" y="545"/>
                  </a:lnTo>
                  <a:lnTo>
                    <a:pt x="3265" y="545"/>
                  </a:lnTo>
                  <a:lnTo>
                    <a:pt x="3160" y="356"/>
                  </a:lnTo>
                  <a:lnTo>
                    <a:pt x="3076" y="356"/>
                  </a:lnTo>
                  <a:lnTo>
                    <a:pt x="3034" y="336"/>
                  </a:lnTo>
                  <a:lnTo>
                    <a:pt x="2951" y="356"/>
                  </a:lnTo>
                  <a:lnTo>
                    <a:pt x="2888" y="545"/>
                  </a:lnTo>
                  <a:lnTo>
                    <a:pt x="2993" y="754"/>
                  </a:lnTo>
                  <a:lnTo>
                    <a:pt x="2888" y="1047"/>
                  </a:lnTo>
                  <a:lnTo>
                    <a:pt x="2930" y="775"/>
                  </a:lnTo>
                  <a:lnTo>
                    <a:pt x="2825" y="608"/>
                  </a:lnTo>
                  <a:lnTo>
                    <a:pt x="2825" y="524"/>
                  </a:lnTo>
                  <a:lnTo>
                    <a:pt x="2762" y="482"/>
                  </a:lnTo>
                  <a:lnTo>
                    <a:pt x="2783" y="356"/>
                  </a:lnTo>
                  <a:lnTo>
                    <a:pt x="2658" y="273"/>
                  </a:lnTo>
                  <a:lnTo>
                    <a:pt x="2448" y="440"/>
                  </a:lnTo>
                  <a:lnTo>
                    <a:pt x="2428" y="566"/>
                  </a:lnTo>
                  <a:lnTo>
                    <a:pt x="2448" y="649"/>
                  </a:lnTo>
                  <a:lnTo>
                    <a:pt x="2344" y="796"/>
                  </a:lnTo>
                  <a:lnTo>
                    <a:pt x="2260" y="796"/>
                  </a:lnTo>
                  <a:lnTo>
                    <a:pt x="2260" y="649"/>
                  </a:lnTo>
                  <a:lnTo>
                    <a:pt x="2156" y="587"/>
                  </a:lnTo>
                  <a:lnTo>
                    <a:pt x="2156" y="356"/>
                  </a:lnTo>
                  <a:lnTo>
                    <a:pt x="2093" y="315"/>
                  </a:lnTo>
                  <a:lnTo>
                    <a:pt x="1925" y="440"/>
                  </a:lnTo>
                  <a:lnTo>
                    <a:pt x="1946" y="691"/>
                  </a:lnTo>
                  <a:lnTo>
                    <a:pt x="2009" y="775"/>
                  </a:lnTo>
                  <a:lnTo>
                    <a:pt x="2009" y="963"/>
                  </a:lnTo>
                  <a:lnTo>
                    <a:pt x="1925" y="1047"/>
                  </a:lnTo>
                  <a:lnTo>
                    <a:pt x="1842" y="1047"/>
                  </a:lnTo>
                  <a:lnTo>
                    <a:pt x="1821" y="900"/>
                  </a:lnTo>
                  <a:lnTo>
                    <a:pt x="1716" y="963"/>
                  </a:lnTo>
                  <a:lnTo>
                    <a:pt x="1674" y="1110"/>
                  </a:lnTo>
                  <a:lnTo>
                    <a:pt x="1612" y="1131"/>
                  </a:lnTo>
                  <a:lnTo>
                    <a:pt x="1591" y="1319"/>
                  </a:lnTo>
                  <a:lnTo>
                    <a:pt x="1507" y="1131"/>
                  </a:lnTo>
                  <a:lnTo>
                    <a:pt x="1423" y="1131"/>
                  </a:lnTo>
                  <a:lnTo>
                    <a:pt x="1465" y="1068"/>
                  </a:lnTo>
                  <a:lnTo>
                    <a:pt x="1528" y="963"/>
                  </a:lnTo>
                  <a:lnTo>
                    <a:pt x="1528" y="859"/>
                  </a:lnTo>
                  <a:lnTo>
                    <a:pt x="1402" y="859"/>
                  </a:lnTo>
                  <a:lnTo>
                    <a:pt x="1465" y="775"/>
                  </a:lnTo>
                  <a:lnTo>
                    <a:pt x="1402" y="649"/>
                  </a:lnTo>
                  <a:lnTo>
                    <a:pt x="1486" y="691"/>
                  </a:lnTo>
                  <a:lnTo>
                    <a:pt x="1570" y="608"/>
                  </a:lnTo>
                  <a:lnTo>
                    <a:pt x="1528" y="545"/>
                  </a:lnTo>
                  <a:lnTo>
                    <a:pt x="1423" y="482"/>
                  </a:lnTo>
                  <a:lnTo>
                    <a:pt x="1528" y="440"/>
                  </a:lnTo>
                  <a:lnTo>
                    <a:pt x="1465" y="336"/>
                  </a:lnTo>
                  <a:lnTo>
                    <a:pt x="1381" y="377"/>
                  </a:lnTo>
                  <a:lnTo>
                    <a:pt x="1319" y="315"/>
                  </a:lnTo>
                  <a:lnTo>
                    <a:pt x="1193" y="231"/>
                  </a:lnTo>
                  <a:lnTo>
                    <a:pt x="1193" y="126"/>
                  </a:lnTo>
                  <a:lnTo>
                    <a:pt x="1109" y="22"/>
                  </a:lnTo>
                  <a:lnTo>
                    <a:pt x="1005" y="43"/>
                  </a:lnTo>
                  <a:lnTo>
                    <a:pt x="9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9294;p128">
              <a:extLst>
                <a:ext uri="{FF2B5EF4-FFF2-40B4-BE49-F238E27FC236}">
                  <a16:creationId xmlns:a16="http://schemas.microsoft.com/office/drawing/2014/main" id="{123A1E7F-76F4-684C-A0B6-251BAE3BDA82}"/>
                </a:ext>
              </a:extLst>
            </p:cNvPr>
            <p:cNvSpPr/>
            <p:nvPr/>
          </p:nvSpPr>
          <p:spPr>
            <a:xfrm>
              <a:off x="4188328" y="2704412"/>
              <a:ext cx="421823" cy="300791"/>
            </a:xfrm>
            <a:custGeom>
              <a:avLst/>
              <a:gdLst/>
              <a:ahLst/>
              <a:cxnLst/>
              <a:rect l="l" t="t" r="r" b="b"/>
              <a:pathLst>
                <a:path w="35425" h="26449" extrusionOk="0">
                  <a:moveTo>
                    <a:pt x="27390" y="1"/>
                  </a:moveTo>
                  <a:lnTo>
                    <a:pt x="27369" y="21"/>
                  </a:lnTo>
                  <a:lnTo>
                    <a:pt x="27180" y="42"/>
                  </a:lnTo>
                  <a:lnTo>
                    <a:pt x="27139" y="126"/>
                  </a:lnTo>
                  <a:lnTo>
                    <a:pt x="27097" y="126"/>
                  </a:lnTo>
                  <a:lnTo>
                    <a:pt x="27055" y="189"/>
                  </a:lnTo>
                  <a:lnTo>
                    <a:pt x="26867" y="189"/>
                  </a:lnTo>
                  <a:lnTo>
                    <a:pt x="26741" y="147"/>
                  </a:lnTo>
                  <a:lnTo>
                    <a:pt x="26678" y="231"/>
                  </a:lnTo>
                  <a:lnTo>
                    <a:pt x="26574" y="231"/>
                  </a:lnTo>
                  <a:lnTo>
                    <a:pt x="26532" y="335"/>
                  </a:lnTo>
                  <a:lnTo>
                    <a:pt x="26448" y="356"/>
                  </a:lnTo>
                  <a:lnTo>
                    <a:pt x="26344" y="356"/>
                  </a:lnTo>
                  <a:lnTo>
                    <a:pt x="26260" y="398"/>
                  </a:lnTo>
                  <a:lnTo>
                    <a:pt x="26176" y="419"/>
                  </a:lnTo>
                  <a:lnTo>
                    <a:pt x="26051" y="419"/>
                  </a:lnTo>
                  <a:lnTo>
                    <a:pt x="25967" y="461"/>
                  </a:lnTo>
                  <a:lnTo>
                    <a:pt x="25967" y="545"/>
                  </a:lnTo>
                  <a:lnTo>
                    <a:pt x="25904" y="649"/>
                  </a:lnTo>
                  <a:lnTo>
                    <a:pt x="25862" y="754"/>
                  </a:lnTo>
                  <a:lnTo>
                    <a:pt x="25820" y="817"/>
                  </a:lnTo>
                  <a:lnTo>
                    <a:pt x="25820" y="858"/>
                  </a:lnTo>
                  <a:lnTo>
                    <a:pt x="25800" y="921"/>
                  </a:lnTo>
                  <a:lnTo>
                    <a:pt x="25800" y="1068"/>
                  </a:lnTo>
                  <a:lnTo>
                    <a:pt x="25820" y="1089"/>
                  </a:lnTo>
                  <a:lnTo>
                    <a:pt x="25862" y="1130"/>
                  </a:lnTo>
                  <a:lnTo>
                    <a:pt x="26009" y="1047"/>
                  </a:lnTo>
                  <a:lnTo>
                    <a:pt x="26072" y="984"/>
                  </a:lnTo>
                  <a:lnTo>
                    <a:pt x="26155" y="1005"/>
                  </a:lnTo>
                  <a:lnTo>
                    <a:pt x="26239" y="1151"/>
                  </a:lnTo>
                  <a:lnTo>
                    <a:pt x="26281" y="1256"/>
                  </a:lnTo>
                  <a:lnTo>
                    <a:pt x="26364" y="1340"/>
                  </a:lnTo>
                  <a:lnTo>
                    <a:pt x="26364" y="1402"/>
                  </a:lnTo>
                  <a:lnTo>
                    <a:pt x="26385" y="1486"/>
                  </a:lnTo>
                  <a:lnTo>
                    <a:pt x="26385" y="1612"/>
                  </a:lnTo>
                  <a:lnTo>
                    <a:pt x="26323" y="1674"/>
                  </a:lnTo>
                  <a:lnTo>
                    <a:pt x="26239" y="1779"/>
                  </a:lnTo>
                  <a:lnTo>
                    <a:pt x="26218" y="1926"/>
                  </a:lnTo>
                  <a:lnTo>
                    <a:pt x="26134" y="1988"/>
                  </a:lnTo>
                  <a:lnTo>
                    <a:pt x="26072" y="2093"/>
                  </a:lnTo>
                  <a:lnTo>
                    <a:pt x="26051" y="2198"/>
                  </a:lnTo>
                  <a:lnTo>
                    <a:pt x="26134" y="2281"/>
                  </a:lnTo>
                  <a:lnTo>
                    <a:pt x="26092" y="2344"/>
                  </a:lnTo>
                  <a:lnTo>
                    <a:pt x="26134" y="2490"/>
                  </a:lnTo>
                  <a:lnTo>
                    <a:pt x="26176" y="2532"/>
                  </a:lnTo>
                  <a:lnTo>
                    <a:pt x="26176" y="2658"/>
                  </a:lnTo>
                  <a:lnTo>
                    <a:pt x="26092" y="2700"/>
                  </a:lnTo>
                  <a:lnTo>
                    <a:pt x="26072" y="2742"/>
                  </a:lnTo>
                  <a:lnTo>
                    <a:pt x="26134" y="2846"/>
                  </a:lnTo>
                  <a:lnTo>
                    <a:pt x="26134" y="3034"/>
                  </a:lnTo>
                  <a:lnTo>
                    <a:pt x="26092" y="3076"/>
                  </a:lnTo>
                  <a:lnTo>
                    <a:pt x="26092" y="3244"/>
                  </a:lnTo>
                  <a:lnTo>
                    <a:pt x="26155" y="3244"/>
                  </a:lnTo>
                  <a:lnTo>
                    <a:pt x="26218" y="3265"/>
                  </a:lnTo>
                  <a:lnTo>
                    <a:pt x="26260" y="3244"/>
                  </a:lnTo>
                  <a:lnTo>
                    <a:pt x="26281" y="3265"/>
                  </a:lnTo>
                  <a:lnTo>
                    <a:pt x="26323" y="3390"/>
                  </a:lnTo>
                  <a:lnTo>
                    <a:pt x="26281" y="3495"/>
                  </a:lnTo>
                  <a:lnTo>
                    <a:pt x="26218" y="3578"/>
                  </a:lnTo>
                  <a:lnTo>
                    <a:pt x="26009" y="3620"/>
                  </a:lnTo>
                  <a:lnTo>
                    <a:pt x="25862" y="3704"/>
                  </a:lnTo>
                  <a:lnTo>
                    <a:pt x="25569" y="3976"/>
                  </a:lnTo>
                  <a:lnTo>
                    <a:pt x="25527" y="3997"/>
                  </a:lnTo>
                  <a:lnTo>
                    <a:pt x="25444" y="3913"/>
                  </a:lnTo>
                  <a:lnTo>
                    <a:pt x="25276" y="3892"/>
                  </a:lnTo>
                  <a:lnTo>
                    <a:pt x="25172" y="3913"/>
                  </a:lnTo>
                  <a:lnTo>
                    <a:pt x="25130" y="3871"/>
                  </a:lnTo>
                  <a:lnTo>
                    <a:pt x="25004" y="3871"/>
                  </a:lnTo>
                  <a:lnTo>
                    <a:pt x="25004" y="3892"/>
                  </a:lnTo>
                  <a:lnTo>
                    <a:pt x="24879" y="4792"/>
                  </a:lnTo>
                  <a:lnTo>
                    <a:pt x="24900" y="4959"/>
                  </a:lnTo>
                  <a:lnTo>
                    <a:pt x="24858" y="5148"/>
                  </a:lnTo>
                  <a:lnTo>
                    <a:pt x="24879" y="5252"/>
                  </a:lnTo>
                  <a:lnTo>
                    <a:pt x="24795" y="5524"/>
                  </a:lnTo>
                  <a:lnTo>
                    <a:pt x="24900" y="5692"/>
                  </a:lnTo>
                  <a:lnTo>
                    <a:pt x="25172" y="5838"/>
                  </a:lnTo>
                  <a:lnTo>
                    <a:pt x="25339" y="5671"/>
                  </a:lnTo>
                  <a:lnTo>
                    <a:pt x="25569" y="5671"/>
                  </a:lnTo>
                  <a:lnTo>
                    <a:pt x="25841" y="5734"/>
                  </a:lnTo>
                  <a:lnTo>
                    <a:pt x="25946" y="5838"/>
                  </a:lnTo>
                  <a:lnTo>
                    <a:pt x="26072" y="5629"/>
                  </a:lnTo>
                  <a:lnTo>
                    <a:pt x="26072" y="5483"/>
                  </a:lnTo>
                  <a:lnTo>
                    <a:pt x="26072" y="5378"/>
                  </a:lnTo>
                  <a:lnTo>
                    <a:pt x="26239" y="5336"/>
                  </a:lnTo>
                  <a:lnTo>
                    <a:pt x="26281" y="5273"/>
                  </a:lnTo>
                  <a:lnTo>
                    <a:pt x="26553" y="5357"/>
                  </a:lnTo>
                  <a:lnTo>
                    <a:pt x="26699" y="5545"/>
                  </a:lnTo>
                  <a:lnTo>
                    <a:pt x="26908" y="5734"/>
                  </a:lnTo>
                  <a:lnTo>
                    <a:pt x="27076" y="5943"/>
                  </a:lnTo>
                  <a:lnTo>
                    <a:pt x="27285" y="6089"/>
                  </a:lnTo>
                  <a:lnTo>
                    <a:pt x="27306" y="6194"/>
                  </a:lnTo>
                  <a:lnTo>
                    <a:pt x="27327" y="6278"/>
                  </a:lnTo>
                  <a:lnTo>
                    <a:pt x="27327" y="6382"/>
                  </a:lnTo>
                  <a:lnTo>
                    <a:pt x="27285" y="6424"/>
                  </a:lnTo>
                  <a:lnTo>
                    <a:pt x="27285" y="6508"/>
                  </a:lnTo>
                  <a:lnTo>
                    <a:pt x="27264" y="6591"/>
                  </a:lnTo>
                  <a:lnTo>
                    <a:pt x="27139" y="6571"/>
                  </a:lnTo>
                  <a:lnTo>
                    <a:pt x="27097" y="6508"/>
                  </a:lnTo>
                  <a:lnTo>
                    <a:pt x="26992" y="6529"/>
                  </a:lnTo>
                  <a:lnTo>
                    <a:pt x="26908" y="6591"/>
                  </a:lnTo>
                  <a:lnTo>
                    <a:pt x="26762" y="6508"/>
                  </a:lnTo>
                  <a:lnTo>
                    <a:pt x="26657" y="6529"/>
                  </a:lnTo>
                  <a:lnTo>
                    <a:pt x="26553" y="6675"/>
                  </a:lnTo>
                  <a:lnTo>
                    <a:pt x="26385" y="6801"/>
                  </a:lnTo>
                  <a:lnTo>
                    <a:pt x="26323" y="6843"/>
                  </a:lnTo>
                  <a:lnTo>
                    <a:pt x="26218" y="6780"/>
                  </a:lnTo>
                  <a:lnTo>
                    <a:pt x="26155" y="6801"/>
                  </a:lnTo>
                  <a:lnTo>
                    <a:pt x="26155" y="6905"/>
                  </a:lnTo>
                  <a:lnTo>
                    <a:pt x="26092" y="6947"/>
                  </a:lnTo>
                  <a:lnTo>
                    <a:pt x="26030" y="6989"/>
                  </a:lnTo>
                  <a:lnTo>
                    <a:pt x="25967" y="6947"/>
                  </a:lnTo>
                  <a:lnTo>
                    <a:pt x="25925" y="7031"/>
                  </a:lnTo>
                  <a:lnTo>
                    <a:pt x="25820" y="7198"/>
                  </a:lnTo>
                  <a:lnTo>
                    <a:pt x="25800" y="7366"/>
                  </a:lnTo>
                  <a:lnTo>
                    <a:pt x="25800" y="7470"/>
                  </a:lnTo>
                  <a:lnTo>
                    <a:pt x="25737" y="7554"/>
                  </a:lnTo>
                  <a:lnTo>
                    <a:pt x="25611" y="7575"/>
                  </a:lnTo>
                  <a:lnTo>
                    <a:pt x="25381" y="7763"/>
                  </a:lnTo>
                  <a:lnTo>
                    <a:pt x="25214" y="7763"/>
                  </a:lnTo>
                  <a:lnTo>
                    <a:pt x="25088" y="7742"/>
                  </a:lnTo>
                  <a:lnTo>
                    <a:pt x="25004" y="7784"/>
                  </a:lnTo>
                  <a:lnTo>
                    <a:pt x="24900" y="7993"/>
                  </a:lnTo>
                  <a:lnTo>
                    <a:pt x="24795" y="8077"/>
                  </a:lnTo>
                  <a:lnTo>
                    <a:pt x="24670" y="8182"/>
                  </a:lnTo>
                  <a:lnTo>
                    <a:pt x="24586" y="8265"/>
                  </a:lnTo>
                  <a:lnTo>
                    <a:pt x="24565" y="8370"/>
                  </a:lnTo>
                  <a:lnTo>
                    <a:pt x="24502" y="8370"/>
                  </a:lnTo>
                  <a:lnTo>
                    <a:pt x="24377" y="8307"/>
                  </a:lnTo>
                  <a:lnTo>
                    <a:pt x="24251" y="8286"/>
                  </a:lnTo>
                  <a:lnTo>
                    <a:pt x="24063" y="8203"/>
                  </a:lnTo>
                  <a:lnTo>
                    <a:pt x="23937" y="8140"/>
                  </a:lnTo>
                  <a:lnTo>
                    <a:pt x="23770" y="8098"/>
                  </a:lnTo>
                  <a:lnTo>
                    <a:pt x="23561" y="8161"/>
                  </a:lnTo>
                  <a:lnTo>
                    <a:pt x="23435" y="8265"/>
                  </a:lnTo>
                  <a:lnTo>
                    <a:pt x="23331" y="8391"/>
                  </a:lnTo>
                  <a:lnTo>
                    <a:pt x="23331" y="8621"/>
                  </a:lnTo>
                  <a:lnTo>
                    <a:pt x="23351" y="8768"/>
                  </a:lnTo>
                  <a:lnTo>
                    <a:pt x="23331" y="8830"/>
                  </a:lnTo>
                  <a:lnTo>
                    <a:pt x="23603" y="9019"/>
                  </a:lnTo>
                  <a:lnTo>
                    <a:pt x="23833" y="9144"/>
                  </a:lnTo>
                  <a:lnTo>
                    <a:pt x="23833" y="9228"/>
                  </a:lnTo>
                  <a:lnTo>
                    <a:pt x="23770" y="9332"/>
                  </a:lnTo>
                  <a:lnTo>
                    <a:pt x="23707" y="9437"/>
                  </a:lnTo>
                  <a:lnTo>
                    <a:pt x="23435" y="9730"/>
                  </a:lnTo>
                  <a:lnTo>
                    <a:pt x="23310" y="9960"/>
                  </a:lnTo>
                  <a:lnTo>
                    <a:pt x="23226" y="10169"/>
                  </a:lnTo>
                  <a:lnTo>
                    <a:pt x="23121" y="10169"/>
                  </a:lnTo>
                  <a:lnTo>
                    <a:pt x="22933" y="10232"/>
                  </a:lnTo>
                  <a:lnTo>
                    <a:pt x="22807" y="10232"/>
                  </a:lnTo>
                  <a:lnTo>
                    <a:pt x="22661" y="10337"/>
                  </a:lnTo>
                  <a:lnTo>
                    <a:pt x="22494" y="10462"/>
                  </a:lnTo>
                  <a:lnTo>
                    <a:pt x="22347" y="10462"/>
                  </a:lnTo>
                  <a:lnTo>
                    <a:pt x="22096" y="10483"/>
                  </a:lnTo>
                  <a:lnTo>
                    <a:pt x="21908" y="10546"/>
                  </a:lnTo>
                  <a:lnTo>
                    <a:pt x="21740" y="10588"/>
                  </a:lnTo>
                  <a:lnTo>
                    <a:pt x="21322" y="10755"/>
                  </a:lnTo>
                  <a:lnTo>
                    <a:pt x="21008" y="10860"/>
                  </a:lnTo>
                  <a:lnTo>
                    <a:pt x="20841" y="11027"/>
                  </a:lnTo>
                  <a:lnTo>
                    <a:pt x="20590" y="11216"/>
                  </a:lnTo>
                  <a:lnTo>
                    <a:pt x="20485" y="11320"/>
                  </a:lnTo>
                  <a:lnTo>
                    <a:pt x="20338" y="11320"/>
                  </a:lnTo>
                  <a:lnTo>
                    <a:pt x="20192" y="11278"/>
                  </a:lnTo>
                  <a:lnTo>
                    <a:pt x="20192" y="11216"/>
                  </a:lnTo>
                  <a:lnTo>
                    <a:pt x="20171" y="11111"/>
                  </a:lnTo>
                  <a:lnTo>
                    <a:pt x="19899" y="11195"/>
                  </a:lnTo>
                  <a:lnTo>
                    <a:pt x="19732" y="11216"/>
                  </a:lnTo>
                  <a:lnTo>
                    <a:pt x="19522" y="11111"/>
                  </a:lnTo>
                  <a:lnTo>
                    <a:pt x="19355" y="11090"/>
                  </a:lnTo>
                  <a:lnTo>
                    <a:pt x="18999" y="10965"/>
                  </a:lnTo>
                  <a:lnTo>
                    <a:pt x="18623" y="10797"/>
                  </a:lnTo>
                  <a:lnTo>
                    <a:pt x="18413" y="10609"/>
                  </a:lnTo>
                  <a:lnTo>
                    <a:pt x="18288" y="10588"/>
                  </a:lnTo>
                  <a:lnTo>
                    <a:pt x="17869" y="10567"/>
                  </a:lnTo>
                  <a:lnTo>
                    <a:pt x="17493" y="10567"/>
                  </a:lnTo>
                  <a:lnTo>
                    <a:pt x="17430" y="10546"/>
                  </a:lnTo>
                  <a:lnTo>
                    <a:pt x="17367" y="10588"/>
                  </a:lnTo>
                  <a:lnTo>
                    <a:pt x="17325" y="10651"/>
                  </a:lnTo>
                  <a:lnTo>
                    <a:pt x="17137" y="10713"/>
                  </a:lnTo>
                  <a:lnTo>
                    <a:pt x="16865" y="10755"/>
                  </a:lnTo>
                  <a:lnTo>
                    <a:pt x="16384" y="10693"/>
                  </a:lnTo>
                  <a:lnTo>
                    <a:pt x="16028" y="10713"/>
                  </a:lnTo>
                  <a:lnTo>
                    <a:pt x="15777" y="10693"/>
                  </a:lnTo>
                  <a:lnTo>
                    <a:pt x="15547" y="10713"/>
                  </a:lnTo>
                  <a:lnTo>
                    <a:pt x="15442" y="10755"/>
                  </a:lnTo>
                  <a:lnTo>
                    <a:pt x="15338" y="10713"/>
                  </a:lnTo>
                  <a:lnTo>
                    <a:pt x="15191" y="10462"/>
                  </a:lnTo>
                  <a:lnTo>
                    <a:pt x="15149" y="10337"/>
                  </a:lnTo>
                  <a:lnTo>
                    <a:pt x="15024" y="10169"/>
                  </a:lnTo>
                  <a:lnTo>
                    <a:pt x="14919" y="10044"/>
                  </a:lnTo>
                  <a:lnTo>
                    <a:pt x="14856" y="9877"/>
                  </a:lnTo>
                  <a:lnTo>
                    <a:pt x="14856" y="9814"/>
                  </a:lnTo>
                  <a:lnTo>
                    <a:pt x="14752" y="9709"/>
                  </a:lnTo>
                  <a:lnTo>
                    <a:pt x="14668" y="9667"/>
                  </a:lnTo>
                  <a:lnTo>
                    <a:pt x="14626" y="9667"/>
                  </a:lnTo>
                  <a:lnTo>
                    <a:pt x="14584" y="9604"/>
                  </a:lnTo>
                  <a:lnTo>
                    <a:pt x="14564" y="9500"/>
                  </a:lnTo>
                  <a:lnTo>
                    <a:pt x="14333" y="9500"/>
                  </a:lnTo>
                  <a:lnTo>
                    <a:pt x="14187" y="9416"/>
                  </a:lnTo>
                  <a:lnTo>
                    <a:pt x="13978" y="9249"/>
                  </a:lnTo>
                  <a:lnTo>
                    <a:pt x="13873" y="9249"/>
                  </a:lnTo>
                  <a:lnTo>
                    <a:pt x="13768" y="9228"/>
                  </a:lnTo>
                  <a:lnTo>
                    <a:pt x="13706" y="9186"/>
                  </a:lnTo>
                  <a:lnTo>
                    <a:pt x="13517" y="9040"/>
                  </a:lnTo>
                  <a:lnTo>
                    <a:pt x="13141" y="8977"/>
                  </a:lnTo>
                  <a:lnTo>
                    <a:pt x="13099" y="8977"/>
                  </a:lnTo>
                  <a:lnTo>
                    <a:pt x="13057" y="9019"/>
                  </a:lnTo>
                  <a:lnTo>
                    <a:pt x="12890" y="9019"/>
                  </a:lnTo>
                  <a:lnTo>
                    <a:pt x="12639" y="9040"/>
                  </a:lnTo>
                  <a:lnTo>
                    <a:pt x="12053" y="8914"/>
                  </a:lnTo>
                  <a:lnTo>
                    <a:pt x="11948" y="8830"/>
                  </a:lnTo>
                  <a:lnTo>
                    <a:pt x="11823" y="8663"/>
                  </a:lnTo>
                  <a:lnTo>
                    <a:pt x="11802" y="8558"/>
                  </a:lnTo>
                  <a:lnTo>
                    <a:pt x="11802" y="8475"/>
                  </a:lnTo>
                  <a:lnTo>
                    <a:pt x="11823" y="8412"/>
                  </a:lnTo>
                  <a:lnTo>
                    <a:pt x="11906" y="8349"/>
                  </a:lnTo>
                  <a:lnTo>
                    <a:pt x="11948" y="8244"/>
                  </a:lnTo>
                  <a:lnTo>
                    <a:pt x="11885" y="8161"/>
                  </a:lnTo>
                  <a:lnTo>
                    <a:pt x="11843" y="8035"/>
                  </a:lnTo>
                  <a:lnTo>
                    <a:pt x="11885" y="7952"/>
                  </a:lnTo>
                  <a:lnTo>
                    <a:pt x="11885" y="7826"/>
                  </a:lnTo>
                  <a:lnTo>
                    <a:pt x="11823" y="7763"/>
                  </a:lnTo>
                  <a:lnTo>
                    <a:pt x="11739" y="7638"/>
                  </a:lnTo>
                  <a:lnTo>
                    <a:pt x="11676" y="7575"/>
                  </a:lnTo>
                  <a:lnTo>
                    <a:pt x="11592" y="7533"/>
                  </a:lnTo>
                  <a:lnTo>
                    <a:pt x="11530" y="7428"/>
                  </a:lnTo>
                  <a:lnTo>
                    <a:pt x="11488" y="7345"/>
                  </a:lnTo>
                  <a:lnTo>
                    <a:pt x="11446" y="7240"/>
                  </a:lnTo>
                  <a:lnTo>
                    <a:pt x="11425" y="7136"/>
                  </a:lnTo>
                  <a:lnTo>
                    <a:pt x="11383" y="7052"/>
                  </a:lnTo>
                  <a:lnTo>
                    <a:pt x="11279" y="6989"/>
                  </a:lnTo>
                  <a:lnTo>
                    <a:pt x="11195" y="6947"/>
                  </a:lnTo>
                  <a:lnTo>
                    <a:pt x="11153" y="6884"/>
                  </a:lnTo>
                  <a:lnTo>
                    <a:pt x="11069" y="6843"/>
                  </a:lnTo>
                  <a:lnTo>
                    <a:pt x="10965" y="6843"/>
                  </a:lnTo>
                  <a:lnTo>
                    <a:pt x="10902" y="6905"/>
                  </a:lnTo>
                  <a:lnTo>
                    <a:pt x="10860" y="6926"/>
                  </a:lnTo>
                  <a:lnTo>
                    <a:pt x="10776" y="6905"/>
                  </a:lnTo>
                  <a:lnTo>
                    <a:pt x="10693" y="6801"/>
                  </a:lnTo>
                  <a:lnTo>
                    <a:pt x="10672" y="6738"/>
                  </a:lnTo>
                  <a:lnTo>
                    <a:pt x="10567" y="6738"/>
                  </a:lnTo>
                  <a:lnTo>
                    <a:pt x="10442" y="6801"/>
                  </a:lnTo>
                  <a:lnTo>
                    <a:pt x="10400" y="6843"/>
                  </a:lnTo>
                  <a:lnTo>
                    <a:pt x="10379" y="6926"/>
                  </a:lnTo>
                  <a:lnTo>
                    <a:pt x="10337" y="6926"/>
                  </a:lnTo>
                  <a:lnTo>
                    <a:pt x="10211" y="6843"/>
                  </a:lnTo>
                  <a:lnTo>
                    <a:pt x="10170" y="6780"/>
                  </a:lnTo>
                  <a:lnTo>
                    <a:pt x="10170" y="6717"/>
                  </a:lnTo>
                  <a:lnTo>
                    <a:pt x="10107" y="6633"/>
                  </a:lnTo>
                  <a:lnTo>
                    <a:pt x="10002" y="6571"/>
                  </a:lnTo>
                  <a:lnTo>
                    <a:pt x="9877" y="6466"/>
                  </a:lnTo>
                  <a:lnTo>
                    <a:pt x="9835" y="6424"/>
                  </a:lnTo>
                  <a:lnTo>
                    <a:pt x="9751" y="6382"/>
                  </a:lnTo>
                  <a:lnTo>
                    <a:pt x="9730" y="6299"/>
                  </a:lnTo>
                  <a:lnTo>
                    <a:pt x="9730" y="6215"/>
                  </a:lnTo>
                  <a:lnTo>
                    <a:pt x="9709" y="6173"/>
                  </a:lnTo>
                  <a:lnTo>
                    <a:pt x="9688" y="6173"/>
                  </a:lnTo>
                  <a:lnTo>
                    <a:pt x="9688" y="6215"/>
                  </a:lnTo>
                  <a:lnTo>
                    <a:pt x="9646" y="6215"/>
                  </a:lnTo>
                  <a:lnTo>
                    <a:pt x="9605" y="6152"/>
                  </a:lnTo>
                  <a:lnTo>
                    <a:pt x="9584" y="6110"/>
                  </a:lnTo>
                  <a:lnTo>
                    <a:pt x="9584" y="5985"/>
                  </a:lnTo>
                  <a:lnTo>
                    <a:pt x="9542" y="5943"/>
                  </a:lnTo>
                  <a:lnTo>
                    <a:pt x="9521" y="5943"/>
                  </a:lnTo>
                  <a:lnTo>
                    <a:pt x="9395" y="5880"/>
                  </a:lnTo>
                  <a:lnTo>
                    <a:pt x="9312" y="5880"/>
                  </a:lnTo>
                  <a:lnTo>
                    <a:pt x="9333" y="5901"/>
                  </a:lnTo>
                  <a:lnTo>
                    <a:pt x="9228" y="6006"/>
                  </a:lnTo>
                  <a:lnTo>
                    <a:pt x="9123" y="6068"/>
                  </a:lnTo>
                  <a:lnTo>
                    <a:pt x="8998" y="6215"/>
                  </a:lnTo>
                  <a:lnTo>
                    <a:pt x="8977" y="6319"/>
                  </a:lnTo>
                  <a:lnTo>
                    <a:pt x="9019" y="6382"/>
                  </a:lnTo>
                  <a:lnTo>
                    <a:pt x="8956" y="6508"/>
                  </a:lnTo>
                  <a:lnTo>
                    <a:pt x="8768" y="6571"/>
                  </a:lnTo>
                  <a:lnTo>
                    <a:pt x="8684" y="6633"/>
                  </a:lnTo>
                  <a:lnTo>
                    <a:pt x="8663" y="6780"/>
                  </a:lnTo>
                  <a:lnTo>
                    <a:pt x="8663" y="7010"/>
                  </a:lnTo>
                  <a:lnTo>
                    <a:pt x="8768" y="7240"/>
                  </a:lnTo>
                  <a:lnTo>
                    <a:pt x="8872" y="7408"/>
                  </a:lnTo>
                  <a:lnTo>
                    <a:pt x="8872" y="7470"/>
                  </a:lnTo>
                  <a:lnTo>
                    <a:pt x="8705" y="7638"/>
                  </a:lnTo>
                  <a:lnTo>
                    <a:pt x="8579" y="7680"/>
                  </a:lnTo>
                  <a:lnTo>
                    <a:pt x="8496" y="7784"/>
                  </a:lnTo>
                  <a:lnTo>
                    <a:pt x="8433" y="7826"/>
                  </a:lnTo>
                  <a:lnTo>
                    <a:pt x="8349" y="7826"/>
                  </a:lnTo>
                  <a:lnTo>
                    <a:pt x="8307" y="7742"/>
                  </a:lnTo>
                  <a:lnTo>
                    <a:pt x="8245" y="7742"/>
                  </a:lnTo>
                  <a:lnTo>
                    <a:pt x="8014" y="7784"/>
                  </a:lnTo>
                  <a:lnTo>
                    <a:pt x="7847" y="7763"/>
                  </a:lnTo>
                  <a:lnTo>
                    <a:pt x="7638" y="7680"/>
                  </a:lnTo>
                  <a:lnTo>
                    <a:pt x="7429" y="7680"/>
                  </a:lnTo>
                  <a:lnTo>
                    <a:pt x="7387" y="7952"/>
                  </a:lnTo>
                  <a:lnTo>
                    <a:pt x="7324" y="8098"/>
                  </a:lnTo>
                  <a:lnTo>
                    <a:pt x="7324" y="8244"/>
                  </a:lnTo>
                  <a:lnTo>
                    <a:pt x="7261" y="8579"/>
                  </a:lnTo>
                  <a:lnTo>
                    <a:pt x="7261" y="8830"/>
                  </a:lnTo>
                  <a:lnTo>
                    <a:pt x="7240" y="8914"/>
                  </a:lnTo>
                  <a:lnTo>
                    <a:pt x="7303" y="8977"/>
                  </a:lnTo>
                  <a:lnTo>
                    <a:pt x="7429" y="9019"/>
                  </a:lnTo>
                  <a:lnTo>
                    <a:pt x="7387" y="9144"/>
                  </a:lnTo>
                  <a:lnTo>
                    <a:pt x="7387" y="9228"/>
                  </a:lnTo>
                  <a:lnTo>
                    <a:pt x="7303" y="9228"/>
                  </a:lnTo>
                  <a:lnTo>
                    <a:pt x="7219" y="9291"/>
                  </a:lnTo>
                  <a:lnTo>
                    <a:pt x="7136" y="9291"/>
                  </a:lnTo>
                  <a:lnTo>
                    <a:pt x="7073" y="9228"/>
                  </a:lnTo>
                  <a:lnTo>
                    <a:pt x="6989" y="9249"/>
                  </a:lnTo>
                  <a:lnTo>
                    <a:pt x="6864" y="9291"/>
                  </a:lnTo>
                  <a:lnTo>
                    <a:pt x="6592" y="9332"/>
                  </a:lnTo>
                  <a:lnTo>
                    <a:pt x="6445" y="9416"/>
                  </a:lnTo>
                  <a:lnTo>
                    <a:pt x="6341" y="9416"/>
                  </a:lnTo>
                  <a:lnTo>
                    <a:pt x="6278" y="9353"/>
                  </a:lnTo>
                  <a:lnTo>
                    <a:pt x="6173" y="9416"/>
                  </a:lnTo>
                  <a:lnTo>
                    <a:pt x="6069" y="9521"/>
                  </a:lnTo>
                  <a:lnTo>
                    <a:pt x="6069" y="9604"/>
                  </a:lnTo>
                  <a:lnTo>
                    <a:pt x="6173" y="9667"/>
                  </a:lnTo>
                  <a:lnTo>
                    <a:pt x="6341" y="9646"/>
                  </a:lnTo>
                  <a:lnTo>
                    <a:pt x="6466" y="9667"/>
                  </a:lnTo>
                  <a:lnTo>
                    <a:pt x="6466" y="9730"/>
                  </a:lnTo>
                  <a:lnTo>
                    <a:pt x="6382" y="9814"/>
                  </a:lnTo>
                  <a:lnTo>
                    <a:pt x="6445" y="9981"/>
                  </a:lnTo>
                  <a:lnTo>
                    <a:pt x="6445" y="10065"/>
                  </a:lnTo>
                  <a:lnTo>
                    <a:pt x="6487" y="10149"/>
                  </a:lnTo>
                  <a:lnTo>
                    <a:pt x="6508" y="10253"/>
                  </a:lnTo>
                  <a:lnTo>
                    <a:pt x="6613" y="10441"/>
                  </a:lnTo>
                  <a:lnTo>
                    <a:pt x="6654" y="10546"/>
                  </a:lnTo>
                  <a:lnTo>
                    <a:pt x="6780" y="10609"/>
                  </a:lnTo>
                  <a:lnTo>
                    <a:pt x="6822" y="10860"/>
                  </a:lnTo>
                  <a:lnTo>
                    <a:pt x="6738" y="10923"/>
                  </a:lnTo>
                  <a:lnTo>
                    <a:pt x="6696" y="11027"/>
                  </a:lnTo>
                  <a:lnTo>
                    <a:pt x="6801" y="11132"/>
                  </a:lnTo>
                  <a:lnTo>
                    <a:pt x="6738" y="11174"/>
                  </a:lnTo>
                  <a:lnTo>
                    <a:pt x="6738" y="11216"/>
                  </a:lnTo>
                  <a:lnTo>
                    <a:pt x="6613" y="11299"/>
                  </a:lnTo>
                  <a:lnTo>
                    <a:pt x="6654" y="11446"/>
                  </a:lnTo>
                  <a:lnTo>
                    <a:pt x="6508" y="11509"/>
                  </a:lnTo>
                  <a:lnTo>
                    <a:pt x="6278" y="11446"/>
                  </a:lnTo>
                  <a:lnTo>
                    <a:pt x="6027" y="11174"/>
                  </a:lnTo>
                  <a:lnTo>
                    <a:pt x="5922" y="11195"/>
                  </a:lnTo>
                  <a:lnTo>
                    <a:pt x="5671" y="11090"/>
                  </a:lnTo>
                  <a:lnTo>
                    <a:pt x="5336" y="11090"/>
                  </a:lnTo>
                  <a:lnTo>
                    <a:pt x="5148" y="11132"/>
                  </a:lnTo>
                  <a:lnTo>
                    <a:pt x="4876" y="11069"/>
                  </a:lnTo>
                  <a:lnTo>
                    <a:pt x="4583" y="11132"/>
                  </a:lnTo>
                  <a:lnTo>
                    <a:pt x="4457" y="11132"/>
                  </a:lnTo>
                  <a:lnTo>
                    <a:pt x="4311" y="11111"/>
                  </a:lnTo>
                  <a:lnTo>
                    <a:pt x="4206" y="11195"/>
                  </a:lnTo>
                  <a:lnTo>
                    <a:pt x="4102" y="11237"/>
                  </a:lnTo>
                  <a:lnTo>
                    <a:pt x="3767" y="11195"/>
                  </a:lnTo>
                  <a:lnTo>
                    <a:pt x="3558" y="11132"/>
                  </a:lnTo>
                  <a:lnTo>
                    <a:pt x="3432" y="11069"/>
                  </a:lnTo>
                  <a:lnTo>
                    <a:pt x="3244" y="11069"/>
                  </a:lnTo>
                  <a:lnTo>
                    <a:pt x="3202" y="11111"/>
                  </a:lnTo>
                  <a:lnTo>
                    <a:pt x="3035" y="11090"/>
                  </a:lnTo>
                  <a:lnTo>
                    <a:pt x="2930" y="11069"/>
                  </a:lnTo>
                  <a:lnTo>
                    <a:pt x="2888" y="11111"/>
                  </a:lnTo>
                  <a:lnTo>
                    <a:pt x="2888" y="11237"/>
                  </a:lnTo>
                  <a:lnTo>
                    <a:pt x="2909" y="11383"/>
                  </a:lnTo>
                  <a:lnTo>
                    <a:pt x="2930" y="11509"/>
                  </a:lnTo>
                  <a:lnTo>
                    <a:pt x="2742" y="11550"/>
                  </a:lnTo>
                  <a:lnTo>
                    <a:pt x="2386" y="11550"/>
                  </a:lnTo>
                  <a:lnTo>
                    <a:pt x="1968" y="11509"/>
                  </a:lnTo>
                  <a:lnTo>
                    <a:pt x="1863" y="11446"/>
                  </a:lnTo>
                  <a:lnTo>
                    <a:pt x="1675" y="11425"/>
                  </a:lnTo>
                  <a:lnTo>
                    <a:pt x="1570" y="11550"/>
                  </a:lnTo>
                  <a:lnTo>
                    <a:pt x="1591" y="11613"/>
                  </a:lnTo>
                  <a:lnTo>
                    <a:pt x="1465" y="11697"/>
                  </a:lnTo>
                  <a:lnTo>
                    <a:pt x="1465" y="11739"/>
                  </a:lnTo>
                  <a:lnTo>
                    <a:pt x="1507" y="11739"/>
                  </a:lnTo>
                  <a:lnTo>
                    <a:pt x="1507" y="11864"/>
                  </a:lnTo>
                  <a:lnTo>
                    <a:pt x="1340" y="12157"/>
                  </a:lnTo>
                  <a:lnTo>
                    <a:pt x="1256" y="12283"/>
                  </a:lnTo>
                  <a:lnTo>
                    <a:pt x="1361" y="12366"/>
                  </a:lnTo>
                  <a:lnTo>
                    <a:pt x="1633" y="12450"/>
                  </a:lnTo>
                  <a:lnTo>
                    <a:pt x="1737" y="12555"/>
                  </a:lnTo>
                  <a:lnTo>
                    <a:pt x="1842" y="12576"/>
                  </a:lnTo>
                  <a:lnTo>
                    <a:pt x="1947" y="12471"/>
                  </a:lnTo>
                  <a:lnTo>
                    <a:pt x="1947" y="12325"/>
                  </a:lnTo>
                  <a:lnTo>
                    <a:pt x="2009" y="12325"/>
                  </a:lnTo>
                  <a:lnTo>
                    <a:pt x="2302" y="12555"/>
                  </a:lnTo>
                  <a:lnTo>
                    <a:pt x="2323" y="12659"/>
                  </a:lnTo>
                  <a:lnTo>
                    <a:pt x="2177" y="12848"/>
                  </a:lnTo>
                  <a:lnTo>
                    <a:pt x="1968" y="12848"/>
                  </a:lnTo>
                  <a:lnTo>
                    <a:pt x="1675" y="12890"/>
                  </a:lnTo>
                  <a:lnTo>
                    <a:pt x="1654" y="12785"/>
                  </a:lnTo>
                  <a:lnTo>
                    <a:pt x="1507" y="12659"/>
                  </a:lnTo>
                  <a:lnTo>
                    <a:pt x="1340" y="12869"/>
                  </a:lnTo>
                  <a:lnTo>
                    <a:pt x="1235" y="12848"/>
                  </a:lnTo>
                  <a:lnTo>
                    <a:pt x="1068" y="12973"/>
                  </a:lnTo>
                  <a:lnTo>
                    <a:pt x="921" y="13015"/>
                  </a:lnTo>
                  <a:lnTo>
                    <a:pt x="921" y="13162"/>
                  </a:lnTo>
                  <a:lnTo>
                    <a:pt x="1110" y="13224"/>
                  </a:lnTo>
                  <a:lnTo>
                    <a:pt x="1068" y="13371"/>
                  </a:lnTo>
                  <a:lnTo>
                    <a:pt x="900" y="13434"/>
                  </a:lnTo>
                  <a:lnTo>
                    <a:pt x="628" y="13496"/>
                  </a:lnTo>
                  <a:lnTo>
                    <a:pt x="691" y="13538"/>
                  </a:lnTo>
                  <a:lnTo>
                    <a:pt x="733" y="13622"/>
                  </a:lnTo>
                  <a:lnTo>
                    <a:pt x="503" y="13706"/>
                  </a:lnTo>
                  <a:lnTo>
                    <a:pt x="503" y="13831"/>
                  </a:lnTo>
                  <a:lnTo>
                    <a:pt x="398" y="13852"/>
                  </a:lnTo>
                  <a:lnTo>
                    <a:pt x="126" y="13831"/>
                  </a:lnTo>
                  <a:lnTo>
                    <a:pt x="1" y="13936"/>
                  </a:lnTo>
                  <a:lnTo>
                    <a:pt x="1" y="14103"/>
                  </a:lnTo>
                  <a:lnTo>
                    <a:pt x="168" y="14333"/>
                  </a:lnTo>
                  <a:lnTo>
                    <a:pt x="273" y="14270"/>
                  </a:lnTo>
                  <a:lnTo>
                    <a:pt x="419" y="14250"/>
                  </a:lnTo>
                  <a:lnTo>
                    <a:pt x="440" y="14375"/>
                  </a:lnTo>
                  <a:lnTo>
                    <a:pt x="398" y="14522"/>
                  </a:lnTo>
                  <a:lnTo>
                    <a:pt x="461" y="14668"/>
                  </a:lnTo>
                  <a:lnTo>
                    <a:pt x="587" y="14731"/>
                  </a:lnTo>
                  <a:lnTo>
                    <a:pt x="607" y="14877"/>
                  </a:lnTo>
                  <a:lnTo>
                    <a:pt x="545" y="14940"/>
                  </a:lnTo>
                  <a:lnTo>
                    <a:pt x="419" y="15212"/>
                  </a:lnTo>
                  <a:lnTo>
                    <a:pt x="377" y="15589"/>
                  </a:lnTo>
                  <a:lnTo>
                    <a:pt x="335" y="15526"/>
                  </a:lnTo>
                  <a:lnTo>
                    <a:pt x="440" y="15693"/>
                  </a:lnTo>
                  <a:lnTo>
                    <a:pt x="545" y="15714"/>
                  </a:lnTo>
                  <a:lnTo>
                    <a:pt x="733" y="15693"/>
                  </a:lnTo>
                  <a:lnTo>
                    <a:pt x="859" y="15610"/>
                  </a:lnTo>
                  <a:lnTo>
                    <a:pt x="921" y="15526"/>
                  </a:lnTo>
                  <a:lnTo>
                    <a:pt x="984" y="15505"/>
                  </a:lnTo>
                  <a:lnTo>
                    <a:pt x="1047" y="15463"/>
                  </a:lnTo>
                  <a:lnTo>
                    <a:pt x="1110" y="15484"/>
                  </a:lnTo>
                  <a:lnTo>
                    <a:pt x="1172" y="15568"/>
                  </a:lnTo>
                  <a:lnTo>
                    <a:pt x="1361" y="15589"/>
                  </a:lnTo>
                  <a:lnTo>
                    <a:pt x="1361" y="15505"/>
                  </a:lnTo>
                  <a:lnTo>
                    <a:pt x="1319" y="15463"/>
                  </a:lnTo>
                  <a:lnTo>
                    <a:pt x="1319" y="15358"/>
                  </a:lnTo>
                  <a:lnTo>
                    <a:pt x="1444" y="15317"/>
                  </a:lnTo>
                  <a:lnTo>
                    <a:pt x="1486" y="15275"/>
                  </a:lnTo>
                  <a:lnTo>
                    <a:pt x="1549" y="15275"/>
                  </a:lnTo>
                  <a:lnTo>
                    <a:pt x="1570" y="15317"/>
                  </a:lnTo>
                  <a:lnTo>
                    <a:pt x="1695" y="15317"/>
                  </a:lnTo>
                  <a:lnTo>
                    <a:pt x="1779" y="15191"/>
                  </a:lnTo>
                  <a:lnTo>
                    <a:pt x="1758" y="15045"/>
                  </a:lnTo>
                  <a:lnTo>
                    <a:pt x="1779" y="14961"/>
                  </a:lnTo>
                  <a:lnTo>
                    <a:pt x="1863" y="14898"/>
                  </a:lnTo>
                  <a:lnTo>
                    <a:pt x="1884" y="14731"/>
                  </a:lnTo>
                  <a:lnTo>
                    <a:pt x="1947" y="14626"/>
                  </a:lnTo>
                  <a:lnTo>
                    <a:pt x="2072" y="14626"/>
                  </a:lnTo>
                  <a:lnTo>
                    <a:pt x="2177" y="14689"/>
                  </a:lnTo>
                  <a:lnTo>
                    <a:pt x="2281" y="14752"/>
                  </a:lnTo>
                  <a:lnTo>
                    <a:pt x="2281" y="14835"/>
                  </a:lnTo>
                  <a:lnTo>
                    <a:pt x="2260" y="14982"/>
                  </a:lnTo>
                  <a:lnTo>
                    <a:pt x="2281" y="15086"/>
                  </a:lnTo>
                  <a:lnTo>
                    <a:pt x="2386" y="15086"/>
                  </a:lnTo>
                  <a:lnTo>
                    <a:pt x="2428" y="15191"/>
                  </a:lnTo>
                  <a:lnTo>
                    <a:pt x="2407" y="15317"/>
                  </a:lnTo>
                  <a:lnTo>
                    <a:pt x="2428" y="15463"/>
                  </a:lnTo>
                  <a:lnTo>
                    <a:pt x="2428" y="15672"/>
                  </a:lnTo>
                  <a:lnTo>
                    <a:pt x="2532" y="15798"/>
                  </a:lnTo>
                  <a:lnTo>
                    <a:pt x="2532" y="15882"/>
                  </a:lnTo>
                  <a:lnTo>
                    <a:pt x="2637" y="15903"/>
                  </a:lnTo>
                  <a:lnTo>
                    <a:pt x="2784" y="15903"/>
                  </a:lnTo>
                  <a:lnTo>
                    <a:pt x="2888" y="15819"/>
                  </a:lnTo>
                  <a:lnTo>
                    <a:pt x="2909" y="15777"/>
                  </a:lnTo>
                  <a:lnTo>
                    <a:pt x="3076" y="15693"/>
                  </a:lnTo>
                  <a:lnTo>
                    <a:pt x="3202" y="15610"/>
                  </a:lnTo>
                  <a:lnTo>
                    <a:pt x="3223" y="15484"/>
                  </a:lnTo>
                  <a:lnTo>
                    <a:pt x="3307" y="15421"/>
                  </a:lnTo>
                  <a:lnTo>
                    <a:pt x="3558" y="15275"/>
                  </a:lnTo>
                  <a:lnTo>
                    <a:pt x="3725" y="15212"/>
                  </a:lnTo>
                  <a:lnTo>
                    <a:pt x="3746" y="15358"/>
                  </a:lnTo>
                  <a:lnTo>
                    <a:pt x="3976" y="15317"/>
                  </a:lnTo>
                  <a:lnTo>
                    <a:pt x="4039" y="15212"/>
                  </a:lnTo>
                  <a:lnTo>
                    <a:pt x="4290" y="15212"/>
                  </a:lnTo>
                  <a:lnTo>
                    <a:pt x="4311" y="15317"/>
                  </a:lnTo>
                  <a:lnTo>
                    <a:pt x="4123" y="15484"/>
                  </a:lnTo>
                  <a:lnTo>
                    <a:pt x="4248" y="15505"/>
                  </a:lnTo>
                  <a:lnTo>
                    <a:pt x="4290" y="15463"/>
                  </a:lnTo>
                  <a:lnTo>
                    <a:pt x="4374" y="15463"/>
                  </a:lnTo>
                  <a:lnTo>
                    <a:pt x="4478" y="15526"/>
                  </a:lnTo>
                  <a:lnTo>
                    <a:pt x="4520" y="15505"/>
                  </a:lnTo>
                  <a:lnTo>
                    <a:pt x="4625" y="15505"/>
                  </a:lnTo>
                  <a:lnTo>
                    <a:pt x="4688" y="15463"/>
                  </a:lnTo>
                  <a:lnTo>
                    <a:pt x="4729" y="15400"/>
                  </a:lnTo>
                  <a:lnTo>
                    <a:pt x="4813" y="15400"/>
                  </a:lnTo>
                  <a:lnTo>
                    <a:pt x="4897" y="15484"/>
                  </a:lnTo>
                  <a:lnTo>
                    <a:pt x="4981" y="15672"/>
                  </a:lnTo>
                  <a:lnTo>
                    <a:pt x="5232" y="16049"/>
                  </a:lnTo>
                  <a:lnTo>
                    <a:pt x="5357" y="16133"/>
                  </a:lnTo>
                  <a:lnTo>
                    <a:pt x="5399" y="16300"/>
                  </a:lnTo>
                  <a:lnTo>
                    <a:pt x="5462" y="16363"/>
                  </a:lnTo>
                  <a:lnTo>
                    <a:pt x="5545" y="16447"/>
                  </a:lnTo>
                  <a:lnTo>
                    <a:pt x="5776" y="16467"/>
                  </a:lnTo>
                  <a:lnTo>
                    <a:pt x="5985" y="16467"/>
                  </a:lnTo>
                  <a:lnTo>
                    <a:pt x="6089" y="16509"/>
                  </a:lnTo>
                  <a:lnTo>
                    <a:pt x="6131" y="16635"/>
                  </a:lnTo>
                  <a:lnTo>
                    <a:pt x="6361" y="16719"/>
                  </a:lnTo>
                  <a:lnTo>
                    <a:pt x="6550" y="16823"/>
                  </a:lnTo>
                  <a:lnTo>
                    <a:pt x="6654" y="17095"/>
                  </a:lnTo>
                  <a:lnTo>
                    <a:pt x="6801" y="17263"/>
                  </a:lnTo>
                  <a:lnTo>
                    <a:pt x="6989" y="17367"/>
                  </a:lnTo>
                  <a:lnTo>
                    <a:pt x="7073" y="17514"/>
                  </a:lnTo>
                  <a:lnTo>
                    <a:pt x="7073" y="17786"/>
                  </a:lnTo>
                  <a:lnTo>
                    <a:pt x="7177" y="18037"/>
                  </a:lnTo>
                  <a:lnTo>
                    <a:pt x="7324" y="18079"/>
                  </a:lnTo>
                  <a:lnTo>
                    <a:pt x="7387" y="18330"/>
                  </a:lnTo>
                  <a:lnTo>
                    <a:pt x="7429" y="18539"/>
                  </a:lnTo>
                  <a:lnTo>
                    <a:pt x="7345" y="18664"/>
                  </a:lnTo>
                  <a:lnTo>
                    <a:pt x="7324" y="18602"/>
                  </a:lnTo>
                  <a:lnTo>
                    <a:pt x="7219" y="18539"/>
                  </a:lnTo>
                  <a:lnTo>
                    <a:pt x="7073" y="18727"/>
                  </a:lnTo>
                  <a:lnTo>
                    <a:pt x="7094" y="18811"/>
                  </a:lnTo>
                  <a:lnTo>
                    <a:pt x="7115" y="18874"/>
                  </a:lnTo>
                  <a:lnTo>
                    <a:pt x="7261" y="18957"/>
                  </a:lnTo>
                  <a:lnTo>
                    <a:pt x="7240" y="19188"/>
                  </a:lnTo>
                  <a:lnTo>
                    <a:pt x="7303" y="19292"/>
                  </a:lnTo>
                  <a:lnTo>
                    <a:pt x="7261" y="19376"/>
                  </a:lnTo>
                  <a:lnTo>
                    <a:pt x="7324" y="19397"/>
                  </a:lnTo>
                  <a:lnTo>
                    <a:pt x="7408" y="19501"/>
                  </a:lnTo>
                  <a:lnTo>
                    <a:pt x="7408" y="19606"/>
                  </a:lnTo>
                  <a:lnTo>
                    <a:pt x="7449" y="19606"/>
                  </a:lnTo>
                  <a:lnTo>
                    <a:pt x="7491" y="19752"/>
                  </a:lnTo>
                  <a:lnTo>
                    <a:pt x="7617" y="19794"/>
                  </a:lnTo>
                  <a:lnTo>
                    <a:pt x="7701" y="19690"/>
                  </a:lnTo>
                  <a:lnTo>
                    <a:pt x="7826" y="19690"/>
                  </a:lnTo>
                  <a:lnTo>
                    <a:pt x="7868" y="19773"/>
                  </a:lnTo>
                  <a:lnTo>
                    <a:pt x="8014" y="19794"/>
                  </a:lnTo>
                  <a:lnTo>
                    <a:pt x="8119" y="19899"/>
                  </a:lnTo>
                  <a:lnTo>
                    <a:pt x="8182" y="19920"/>
                  </a:lnTo>
                  <a:lnTo>
                    <a:pt x="8266" y="20087"/>
                  </a:lnTo>
                  <a:lnTo>
                    <a:pt x="8370" y="20087"/>
                  </a:lnTo>
                  <a:lnTo>
                    <a:pt x="8391" y="20192"/>
                  </a:lnTo>
                  <a:lnTo>
                    <a:pt x="8433" y="20171"/>
                  </a:lnTo>
                  <a:lnTo>
                    <a:pt x="8454" y="20129"/>
                  </a:lnTo>
                  <a:lnTo>
                    <a:pt x="8600" y="20213"/>
                  </a:lnTo>
                  <a:lnTo>
                    <a:pt x="8663" y="20296"/>
                  </a:lnTo>
                  <a:lnTo>
                    <a:pt x="8768" y="20296"/>
                  </a:lnTo>
                  <a:lnTo>
                    <a:pt x="8830" y="20317"/>
                  </a:lnTo>
                  <a:lnTo>
                    <a:pt x="8893" y="20213"/>
                  </a:lnTo>
                  <a:lnTo>
                    <a:pt x="9061" y="20192"/>
                  </a:lnTo>
                  <a:lnTo>
                    <a:pt x="9270" y="20276"/>
                  </a:lnTo>
                  <a:lnTo>
                    <a:pt x="9312" y="20338"/>
                  </a:lnTo>
                  <a:lnTo>
                    <a:pt x="9437" y="20338"/>
                  </a:lnTo>
                  <a:lnTo>
                    <a:pt x="9542" y="20401"/>
                  </a:lnTo>
                  <a:lnTo>
                    <a:pt x="9709" y="20589"/>
                  </a:lnTo>
                  <a:lnTo>
                    <a:pt x="9835" y="20589"/>
                  </a:lnTo>
                  <a:lnTo>
                    <a:pt x="9960" y="20652"/>
                  </a:lnTo>
                  <a:lnTo>
                    <a:pt x="10023" y="20715"/>
                  </a:lnTo>
                  <a:lnTo>
                    <a:pt x="10128" y="20840"/>
                  </a:lnTo>
                  <a:lnTo>
                    <a:pt x="10170" y="20966"/>
                  </a:lnTo>
                  <a:lnTo>
                    <a:pt x="10232" y="20945"/>
                  </a:lnTo>
                  <a:lnTo>
                    <a:pt x="10232" y="20757"/>
                  </a:lnTo>
                  <a:lnTo>
                    <a:pt x="10316" y="20715"/>
                  </a:lnTo>
                  <a:lnTo>
                    <a:pt x="10337" y="20757"/>
                  </a:lnTo>
                  <a:lnTo>
                    <a:pt x="10462" y="20757"/>
                  </a:lnTo>
                  <a:lnTo>
                    <a:pt x="10588" y="20840"/>
                  </a:lnTo>
                  <a:lnTo>
                    <a:pt x="10588" y="21008"/>
                  </a:lnTo>
                  <a:lnTo>
                    <a:pt x="10755" y="21133"/>
                  </a:lnTo>
                  <a:lnTo>
                    <a:pt x="10923" y="21071"/>
                  </a:lnTo>
                  <a:lnTo>
                    <a:pt x="11069" y="21071"/>
                  </a:lnTo>
                  <a:lnTo>
                    <a:pt x="11048" y="21322"/>
                  </a:lnTo>
                  <a:lnTo>
                    <a:pt x="11090" y="21468"/>
                  </a:lnTo>
                  <a:lnTo>
                    <a:pt x="11195" y="21447"/>
                  </a:lnTo>
                  <a:lnTo>
                    <a:pt x="11362" y="21531"/>
                  </a:lnTo>
                  <a:lnTo>
                    <a:pt x="11425" y="21447"/>
                  </a:lnTo>
                  <a:lnTo>
                    <a:pt x="11571" y="21426"/>
                  </a:lnTo>
                  <a:lnTo>
                    <a:pt x="11676" y="21322"/>
                  </a:lnTo>
                  <a:lnTo>
                    <a:pt x="11885" y="21322"/>
                  </a:lnTo>
                  <a:lnTo>
                    <a:pt x="12011" y="21384"/>
                  </a:lnTo>
                  <a:lnTo>
                    <a:pt x="12053" y="21531"/>
                  </a:lnTo>
                  <a:lnTo>
                    <a:pt x="12220" y="21594"/>
                  </a:lnTo>
                  <a:lnTo>
                    <a:pt x="12346" y="21761"/>
                  </a:lnTo>
                  <a:lnTo>
                    <a:pt x="12429" y="21782"/>
                  </a:lnTo>
                  <a:lnTo>
                    <a:pt x="12576" y="21740"/>
                  </a:lnTo>
                  <a:lnTo>
                    <a:pt x="12639" y="21761"/>
                  </a:lnTo>
                  <a:lnTo>
                    <a:pt x="12785" y="21698"/>
                  </a:lnTo>
                  <a:lnTo>
                    <a:pt x="12931" y="21698"/>
                  </a:lnTo>
                  <a:lnTo>
                    <a:pt x="13015" y="21594"/>
                  </a:lnTo>
                  <a:lnTo>
                    <a:pt x="13162" y="21594"/>
                  </a:lnTo>
                  <a:lnTo>
                    <a:pt x="13203" y="21698"/>
                  </a:lnTo>
                  <a:lnTo>
                    <a:pt x="13245" y="21866"/>
                  </a:lnTo>
                  <a:lnTo>
                    <a:pt x="13350" y="21949"/>
                  </a:lnTo>
                  <a:lnTo>
                    <a:pt x="13475" y="21887"/>
                  </a:lnTo>
                  <a:lnTo>
                    <a:pt x="13601" y="21636"/>
                  </a:lnTo>
                  <a:lnTo>
                    <a:pt x="13873" y="21468"/>
                  </a:lnTo>
                  <a:lnTo>
                    <a:pt x="14040" y="21447"/>
                  </a:lnTo>
                  <a:lnTo>
                    <a:pt x="14124" y="21552"/>
                  </a:lnTo>
                  <a:lnTo>
                    <a:pt x="14396" y="21573"/>
                  </a:lnTo>
                  <a:lnTo>
                    <a:pt x="14501" y="21636"/>
                  </a:lnTo>
                  <a:lnTo>
                    <a:pt x="14647" y="21552"/>
                  </a:lnTo>
                  <a:lnTo>
                    <a:pt x="14815" y="21573"/>
                  </a:lnTo>
                  <a:lnTo>
                    <a:pt x="14877" y="21677"/>
                  </a:lnTo>
                  <a:lnTo>
                    <a:pt x="14982" y="21677"/>
                  </a:lnTo>
                  <a:lnTo>
                    <a:pt x="15191" y="21636"/>
                  </a:lnTo>
                  <a:lnTo>
                    <a:pt x="15296" y="21636"/>
                  </a:lnTo>
                  <a:lnTo>
                    <a:pt x="15359" y="21468"/>
                  </a:lnTo>
                  <a:lnTo>
                    <a:pt x="15442" y="21426"/>
                  </a:lnTo>
                  <a:lnTo>
                    <a:pt x="15547" y="21447"/>
                  </a:lnTo>
                  <a:lnTo>
                    <a:pt x="15547" y="21364"/>
                  </a:lnTo>
                  <a:lnTo>
                    <a:pt x="15631" y="21343"/>
                  </a:lnTo>
                  <a:lnTo>
                    <a:pt x="15693" y="21217"/>
                  </a:lnTo>
                  <a:lnTo>
                    <a:pt x="15798" y="21112"/>
                  </a:lnTo>
                  <a:lnTo>
                    <a:pt x="15903" y="21071"/>
                  </a:lnTo>
                  <a:lnTo>
                    <a:pt x="16133" y="21029"/>
                  </a:lnTo>
                  <a:lnTo>
                    <a:pt x="16237" y="20861"/>
                  </a:lnTo>
                  <a:lnTo>
                    <a:pt x="16237" y="20736"/>
                  </a:lnTo>
                  <a:lnTo>
                    <a:pt x="16321" y="20736"/>
                  </a:lnTo>
                  <a:lnTo>
                    <a:pt x="16447" y="20631"/>
                  </a:lnTo>
                  <a:lnTo>
                    <a:pt x="16551" y="20799"/>
                  </a:lnTo>
                  <a:lnTo>
                    <a:pt x="16719" y="20736"/>
                  </a:lnTo>
                  <a:lnTo>
                    <a:pt x="16928" y="20820"/>
                  </a:lnTo>
                  <a:lnTo>
                    <a:pt x="17012" y="20757"/>
                  </a:lnTo>
                  <a:lnTo>
                    <a:pt x="16970" y="20652"/>
                  </a:lnTo>
                  <a:lnTo>
                    <a:pt x="17242" y="20506"/>
                  </a:lnTo>
                  <a:lnTo>
                    <a:pt x="17325" y="20527"/>
                  </a:lnTo>
                  <a:lnTo>
                    <a:pt x="17367" y="20610"/>
                  </a:lnTo>
                  <a:lnTo>
                    <a:pt x="17451" y="20610"/>
                  </a:lnTo>
                  <a:lnTo>
                    <a:pt x="17472" y="20652"/>
                  </a:lnTo>
                  <a:lnTo>
                    <a:pt x="17388" y="20820"/>
                  </a:lnTo>
                  <a:lnTo>
                    <a:pt x="17451" y="20903"/>
                  </a:lnTo>
                  <a:lnTo>
                    <a:pt x="17535" y="20903"/>
                  </a:lnTo>
                  <a:lnTo>
                    <a:pt x="17597" y="20861"/>
                  </a:lnTo>
                  <a:lnTo>
                    <a:pt x="17639" y="20945"/>
                  </a:lnTo>
                  <a:lnTo>
                    <a:pt x="17702" y="21050"/>
                  </a:lnTo>
                  <a:lnTo>
                    <a:pt x="17702" y="21133"/>
                  </a:lnTo>
                  <a:lnTo>
                    <a:pt x="17597" y="21238"/>
                  </a:lnTo>
                  <a:lnTo>
                    <a:pt x="17639" y="21343"/>
                  </a:lnTo>
                  <a:lnTo>
                    <a:pt x="17765" y="21364"/>
                  </a:lnTo>
                  <a:lnTo>
                    <a:pt x="17849" y="21322"/>
                  </a:lnTo>
                  <a:lnTo>
                    <a:pt x="17953" y="21364"/>
                  </a:lnTo>
                  <a:lnTo>
                    <a:pt x="18016" y="21468"/>
                  </a:lnTo>
                  <a:lnTo>
                    <a:pt x="18121" y="21426"/>
                  </a:lnTo>
                  <a:lnTo>
                    <a:pt x="18246" y="21468"/>
                  </a:lnTo>
                  <a:lnTo>
                    <a:pt x="18330" y="21426"/>
                  </a:lnTo>
                  <a:lnTo>
                    <a:pt x="18497" y="21426"/>
                  </a:lnTo>
                  <a:lnTo>
                    <a:pt x="18539" y="21573"/>
                  </a:lnTo>
                  <a:lnTo>
                    <a:pt x="18685" y="21677"/>
                  </a:lnTo>
                  <a:lnTo>
                    <a:pt x="18706" y="21845"/>
                  </a:lnTo>
                  <a:lnTo>
                    <a:pt x="18811" y="21845"/>
                  </a:lnTo>
                  <a:lnTo>
                    <a:pt x="18916" y="21970"/>
                  </a:lnTo>
                  <a:lnTo>
                    <a:pt x="18916" y="22117"/>
                  </a:lnTo>
                  <a:lnTo>
                    <a:pt x="18999" y="22326"/>
                  </a:lnTo>
                  <a:lnTo>
                    <a:pt x="19020" y="22493"/>
                  </a:lnTo>
                  <a:lnTo>
                    <a:pt x="18999" y="22745"/>
                  </a:lnTo>
                  <a:lnTo>
                    <a:pt x="18999" y="22849"/>
                  </a:lnTo>
                  <a:lnTo>
                    <a:pt x="18957" y="22933"/>
                  </a:lnTo>
                  <a:lnTo>
                    <a:pt x="18853" y="22996"/>
                  </a:lnTo>
                  <a:lnTo>
                    <a:pt x="18832" y="23100"/>
                  </a:lnTo>
                  <a:lnTo>
                    <a:pt x="18769" y="23121"/>
                  </a:lnTo>
                  <a:lnTo>
                    <a:pt x="18748" y="23205"/>
                  </a:lnTo>
                  <a:lnTo>
                    <a:pt x="18811" y="23309"/>
                  </a:lnTo>
                  <a:lnTo>
                    <a:pt x="18748" y="23351"/>
                  </a:lnTo>
                  <a:lnTo>
                    <a:pt x="18685" y="23330"/>
                  </a:lnTo>
                  <a:lnTo>
                    <a:pt x="18602" y="23435"/>
                  </a:lnTo>
                  <a:lnTo>
                    <a:pt x="18539" y="23519"/>
                  </a:lnTo>
                  <a:lnTo>
                    <a:pt x="18602" y="23581"/>
                  </a:lnTo>
                  <a:lnTo>
                    <a:pt x="18539" y="23665"/>
                  </a:lnTo>
                  <a:lnTo>
                    <a:pt x="18539" y="23770"/>
                  </a:lnTo>
                  <a:lnTo>
                    <a:pt x="18644" y="23833"/>
                  </a:lnTo>
                  <a:lnTo>
                    <a:pt x="18706" y="23895"/>
                  </a:lnTo>
                  <a:lnTo>
                    <a:pt x="18769" y="23958"/>
                  </a:lnTo>
                  <a:lnTo>
                    <a:pt x="18748" y="24105"/>
                  </a:lnTo>
                  <a:lnTo>
                    <a:pt x="18811" y="24251"/>
                  </a:lnTo>
                  <a:lnTo>
                    <a:pt x="18937" y="24146"/>
                  </a:lnTo>
                  <a:lnTo>
                    <a:pt x="19209" y="24084"/>
                  </a:lnTo>
                  <a:lnTo>
                    <a:pt x="19229" y="24167"/>
                  </a:lnTo>
                  <a:lnTo>
                    <a:pt x="19209" y="24251"/>
                  </a:lnTo>
                  <a:lnTo>
                    <a:pt x="19271" y="24293"/>
                  </a:lnTo>
                  <a:lnTo>
                    <a:pt x="19418" y="24272"/>
                  </a:lnTo>
                  <a:lnTo>
                    <a:pt x="19439" y="24377"/>
                  </a:lnTo>
                  <a:lnTo>
                    <a:pt x="19418" y="24481"/>
                  </a:lnTo>
                  <a:lnTo>
                    <a:pt x="19481" y="24565"/>
                  </a:lnTo>
                  <a:lnTo>
                    <a:pt x="19627" y="24586"/>
                  </a:lnTo>
                  <a:lnTo>
                    <a:pt x="19585" y="24628"/>
                  </a:lnTo>
                  <a:lnTo>
                    <a:pt x="19648" y="24711"/>
                  </a:lnTo>
                  <a:lnTo>
                    <a:pt x="19669" y="24670"/>
                  </a:lnTo>
                  <a:lnTo>
                    <a:pt x="19815" y="24670"/>
                  </a:lnTo>
                  <a:lnTo>
                    <a:pt x="19941" y="24732"/>
                  </a:lnTo>
                  <a:lnTo>
                    <a:pt x="19941" y="24816"/>
                  </a:lnTo>
                  <a:lnTo>
                    <a:pt x="19878" y="24921"/>
                  </a:lnTo>
                  <a:lnTo>
                    <a:pt x="19899" y="25004"/>
                  </a:lnTo>
                  <a:lnTo>
                    <a:pt x="19753" y="25193"/>
                  </a:lnTo>
                  <a:lnTo>
                    <a:pt x="19648" y="25297"/>
                  </a:lnTo>
                  <a:lnTo>
                    <a:pt x="19669" y="25360"/>
                  </a:lnTo>
                  <a:lnTo>
                    <a:pt x="19753" y="25339"/>
                  </a:lnTo>
                  <a:lnTo>
                    <a:pt x="19941" y="25339"/>
                  </a:lnTo>
                  <a:lnTo>
                    <a:pt x="19983" y="25402"/>
                  </a:lnTo>
                  <a:lnTo>
                    <a:pt x="20066" y="25318"/>
                  </a:lnTo>
                  <a:lnTo>
                    <a:pt x="20150" y="25423"/>
                  </a:lnTo>
                  <a:lnTo>
                    <a:pt x="20108" y="25548"/>
                  </a:lnTo>
                  <a:lnTo>
                    <a:pt x="20150" y="25674"/>
                  </a:lnTo>
                  <a:lnTo>
                    <a:pt x="20276" y="25737"/>
                  </a:lnTo>
                  <a:lnTo>
                    <a:pt x="20338" y="25653"/>
                  </a:lnTo>
                  <a:lnTo>
                    <a:pt x="20485" y="25653"/>
                  </a:lnTo>
                  <a:lnTo>
                    <a:pt x="20736" y="25548"/>
                  </a:lnTo>
                  <a:lnTo>
                    <a:pt x="20841" y="25569"/>
                  </a:lnTo>
                  <a:lnTo>
                    <a:pt x="20841" y="25716"/>
                  </a:lnTo>
                  <a:lnTo>
                    <a:pt x="20799" y="25737"/>
                  </a:lnTo>
                  <a:lnTo>
                    <a:pt x="20862" y="25778"/>
                  </a:lnTo>
                  <a:lnTo>
                    <a:pt x="20924" y="25883"/>
                  </a:lnTo>
                  <a:lnTo>
                    <a:pt x="21050" y="25841"/>
                  </a:lnTo>
                  <a:lnTo>
                    <a:pt x="21154" y="25862"/>
                  </a:lnTo>
                  <a:lnTo>
                    <a:pt x="21134" y="25716"/>
                  </a:lnTo>
                  <a:lnTo>
                    <a:pt x="21134" y="25569"/>
                  </a:lnTo>
                  <a:lnTo>
                    <a:pt x="21092" y="25465"/>
                  </a:lnTo>
                  <a:lnTo>
                    <a:pt x="21092" y="25255"/>
                  </a:lnTo>
                  <a:lnTo>
                    <a:pt x="21154" y="25214"/>
                  </a:lnTo>
                  <a:lnTo>
                    <a:pt x="21154" y="25130"/>
                  </a:lnTo>
                  <a:lnTo>
                    <a:pt x="21364" y="25130"/>
                  </a:lnTo>
                  <a:lnTo>
                    <a:pt x="21426" y="25109"/>
                  </a:lnTo>
                  <a:lnTo>
                    <a:pt x="21468" y="25088"/>
                  </a:lnTo>
                  <a:lnTo>
                    <a:pt x="21510" y="25025"/>
                  </a:lnTo>
                  <a:lnTo>
                    <a:pt x="21552" y="24983"/>
                  </a:lnTo>
                  <a:lnTo>
                    <a:pt x="21678" y="24921"/>
                  </a:lnTo>
                  <a:lnTo>
                    <a:pt x="21761" y="24942"/>
                  </a:lnTo>
                  <a:lnTo>
                    <a:pt x="21740" y="25025"/>
                  </a:lnTo>
                  <a:lnTo>
                    <a:pt x="21782" y="25046"/>
                  </a:lnTo>
                  <a:lnTo>
                    <a:pt x="21866" y="25046"/>
                  </a:lnTo>
                  <a:lnTo>
                    <a:pt x="21887" y="24942"/>
                  </a:lnTo>
                  <a:lnTo>
                    <a:pt x="21970" y="24900"/>
                  </a:lnTo>
                  <a:lnTo>
                    <a:pt x="22096" y="25004"/>
                  </a:lnTo>
                  <a:lnTo>
                    <a:pt x="22159" y="24921"/>
                  </a:lnTo>
                  <a:lnTo>
                    <a:pt x="22242" y="24921"/>
                  </a:lnTo>
                  <a:lnTo>
                    <a:pt x="22263" y="25004"/>
                  </a:lnTo>
                  <a:lnTo>
                    <a:pt x="22389" y="24942"/>
                  </a:lnTo>
                  <a:lnTo>
                    <a:pt x="22389" y="24879"/>
                  </a:lnTo>
                  <a:lnTo>
                    <a:pt x="22556" y="24816"/>
                  </a:lnTo>
                  <a:lnTo>
                    <a:pt x="22661" y="24900"/>
                  </a:lnTo>
                  <a:lnTo>
                    <a:pt x="22870" y="24816"/>
                  </a:lnTo>
                  <a:lnTo>
                    <a:pt x="22828" y="24628"/>
                  </a:lnTo>
                  <a:lnTo>
                    <a:pt x="22954" y="24586"/>
                  </a:lnTo>
                  <a:lnTo>
                    <a:pt x="23100" y="24586"/>
                  </a:lnTo>
                  <a:lnTo>
                    <a:pt x="23184" y="24502"/>
                  </a:lnTo>
                  <a:lnTo>
                    <a:pt x="23310" y="24586"/>
                  </a:lnTo>
                  <a:lnTo>
                    <a:pt x="23310" y="24670"/>
                  </a:lnTo>
                  <a:lnTo>
                    <a:pt x="23435" y="24690"/>
                  </a:lnTo>
                  <a:lnTo>
                    <a:pt x="23477" y="24774"/>
                  </a:lnTo>
                  <a:lnTo>
                    <a:pt x="23749" y="24774"/>
                  </a:lnTo>
                  <a:lnTo>
                    <a:pt x="23812" y="24816"/>
                  </a:lnTo>
                  <a:lnTo>
                    <a:pt x="23958" y="24774"/>
                  </a:lnTo>
                  <a:lnTo>
                    <a:pt x="24042" y="24837"/>
                  </a:lnTo>
                  <a:lnTo>
                    <a:pt x="24042" y="24942"/>
                  </a:lnTo>
                  <a:lnTo>
                    <a:pt x="23937" y="24983"/>
                  </a:lnTo>
                  <a:lnTo>
                    <a:pt x="23875" y="25193"/>
                  </a:lnTo>
                  <a:lnTo>
                    <a:pt x="23958" y="25214"/>
                  </a:lnTo>
                  <a:lnTo>
                    <a:pt x="23979" y="25318"/>
                  </a:lnTo>
                  <a:lnTo>
                    <a:pt x="24230" y="25402"/>
                  </a:lnTo>
                  <a:lnTo>
                    <a:pt x="24251" y="25506"/>
                  </a:lnTo>
                  <a:lnTo>
                    <a:pt x="24377" y="25527"/>
                  </a:lnTo>
                  <a:lnTo>
                    <a:pt x="24481" y="25611"/>
                  </a:lnTo>
                  <a:lnTo>
                    <a:pt x="24586" y="25548"/>
                  </a:lnTo>
                  <a:lnTo>
                    <a:pt x="24649" y="25611"/>
                  </a:lnTo>
                  <a:lnTo>
                    <a:pt x="24711" y="25569"/>
                  </a:lnTo>
                  <a:lnTo>
                    <a:pt x="24816" y="25632"/>
                  </a:lnTo>
                  <a:lnTo>
                    <a:pt x="24858" y="25632"/>
                  </a:lnTo>
                  <a:lnTo>
                    <a:pt x="24900" y="25611"/>
                  </a:lnTo>
                  <a:lnTo>
                    <a:pt x="24963" y="25653"/>
                  </a:lnTo>
                  <a:lnTo>
                    <a:pt x="25046" y="25611"/>
                  </a:lnTo>
                  <a:lnTo>
                    <a:pt x="25046" y="25548"/>
                  </a:lnTo>
                  <a:lnTo>
                    <a:pt x="25088" y="25423"/>
                  </a:lnTo>
                  <a:lnTo>
                    <a:pt x="25130" y="25527"/>
                  </a:lnTo>
                  <a:lnTo>
                    <a:pt x="25235" y="25653"/>
                  </a:lnTo>
                  <a:lnTo>
                    <a:pt x="25297" y="25632"/>
                  </a:lnTo>
                  <a:lnTo>
                    <a:pt x="25444" y="25737"/>
                  </a:lnTo>
                  <a:lnTo>
                    <a:pt x="25569" y="25737"/>
                  </a:lnTo>
                  <a:lnTo>
                    <a:pt x="25632" y="25632"/>
                  </a:lnTo>
                  <a:lnTo>
                    <a:pt x="25716" y="25716"/>
                  </a:lnTo>
                  <a:lnTo>
                    <a:pt x="25820" y="25674"/>
                  </a:lnTo>
                  <a:lnTo>
                    <a:pt x="25862" y="25716"/>
                  </a:lnTo>
                  <a:lnTo>
                    <a:pt x="25862" y="25737"/>
                  </a:lnTo>
                  <a:lnTo>
                    <a:pt x="25800" y="25758"/>
                  </a:lnTo>
                  <a:lnTo>
                    <a:pt x="25758" y="25862"/>
                  </a:lnTo>
                  <a:lnTo>
                    <a:pt x="25695" y="25967"/>
                  </a:lnTo>
                  <a:lnTo>
                    <a:pt x="25695" y="26030"/>
                  </a:lnTo>
                  <a:lnTo>
                    <a:pt x="25820" y="26197"/>
                  </a:lnTo>
                  <a:lnTo>
                    <a:pt x="25904" y="26260"/>
                  </a:lnTo>
                  <a:lnTo>
                    <a:pt x="25904" y="26302"/>
                  </a:lnTo>
                  <a:lnTo>
                    <a:pt x="25925" y="26448"/>
                  </a:lnTo>
                  <a:lnTo>
                    <a:pt x="25946" y="26406"/>
                  </a:lnTo>
                  <a:lnTo>
                    <a:pt x="26009" y="26343"/>
                  </a:lnTo>
                  <a:lnTo>
                    <a:pt x="26092" y="26364"/>
                  </a:lnTo>
                  <a:lnTo>
                    <a:pt x="26134" y="26385"/>
                  </a:lnTo>
                  <a:lnTo>
                    <a:pt x="26176" y="26385"/>
                  </a:lnTo>
                  <a:lnTo>
                    <a:pt x="26281" y="26281"/>
                  </a:lnTo>
                  <a:lnTo>
                    <a:pt x="26260" y="26239"/>
                  </a:lnTo>
                  <a:lnTo>
                    <a:pt x="26218" y="26197"/>
                  </a:lnTo>
                  <a:lnTo>
                    <a:pt x="26218" y="26176"/>
                  </a:lnTo>
                  <a:lnTo>
                    <a:pt x="26155" y="26071"/>
                  </a:lnTo>
                  <a:lnTo>
                    <a:pt x="26072" y="26071"/>
                  </a:lnTo>
                  <a:lnTo>
                    <a:pt x="26030" y="25967"/>
                  </a:lnTo>
                  <a:lnTo>
                    <a:pt x="26051" y="25925"/>
                  </a:lnTo>
                  <a:lnTo>
                    <a:pt x="26155" y="25841"/>
                  </a:lnTo>
                  <a:lnTo>
                    <a:pt x="26155" y="25758"/>
                  </a:lnTo>
                  <a:lnTo>
                    <a:pt x="26155" y="25716"/>
                  </a:lnTo>
                  <a:lnTo>
                    <a:pt x="26176" y="25716"/>
                  </a:lnTo>
                  <a:lnTo>
                    <a:pt x="26218" y="25653"/>
                  </a:lnTo>
                  <a:lnTo>
                    <a:pt x="26239" y="25716"/>
                  </a:lnTo>
                  <a:lnTo>
                    <a:pt x="26260" y="25737"/>
                  </a:lnTo>
                  <a:lnTo>
                    <a:pt x="26281" y="25737"/>
                  </a:lnTo>
                  <a:lnTo>
                    <a:pt x="26260" y="25758"/>
                  </a:lnTo>
                  <a:lnTo>
                    <a:pt x="26260" y="25778"/>
                  </a:lnTo>
                  <a:lnTo>
                    <a:pt x="26323" y="25778"/>
                  </a:lnTo>
                  <a:lnTo>
                    <a:pt x="26281" y="25820"/>
                  </a:lnTo>
                  <a:lnTo>
                    <a:pt x="26344" y="25841"/>
                  </a:lnTo>
                  <a:lnTo>
                    <a:pt x="26385" y="25758"/>
                  </a:lnTo>
                  <a:lnTo>
                    <a:pt x="26490" y="25737"/>
                  </a:lnTo>
                  <a:lnTo>
                    <a:pt x="26553" y="25653"/>
                  </a:lnTo>
                  <a:lnTo>
                    <a:pt x="26616" y="25716"/>
                  </a:lnTo>
                  <a:lnTo>
                    <a:pt x="26741" y="25653"/>
                  </a:lnTo>
                  <a:lnTo>
                    <a:pt x="26867" y="25611"/>
                  </a:lnTo>
                  <a:lnTo>
                    <a:pt x="26804" y="25527"/>
                  </a:lnTo>
                  <a:lnTo>
                    <a:pt x="26908" y="25527"/>
                  </a:lnTo>
                  <a:lnTo>
                    <a:pt x="27013" y="25465"/>
                  </a:lnTo>
                  <a:lnTo>
                    <a:pt x="27139" y="25527"/>
                  </a:lnTo>
                  <a:lnTo>
                    <a:pt x="27201" y="25506"/>
                  </a:lnTo>
                  <a:lnTo>
                    <a:pt x="27327" y="25444"/>
                  </a:lnTo>
                  <a:lnTo>
                    <a:pt x="27432" y="25339"/>
                  </a:lnTo>
                  <a:lnTo>
                    <a:pt x="27515" y="25234"/>
                  </a:lnTo>
                  <a:lnTo>
                    <a:pt x="27536" y="25193"/>
                  </a:lnTo>
                  <a:lnTo>
                    <a:pt x="27578" y="25214"/>
                  </a:lnTo>
                  <a:lnTo>
                    <a:pt x="27620" y="25255"/>
                  </a:lnTo>
                  <a:lnTo>
                    <a:pt x="27662" y="25214"/>
                  </a:lnTo>
                  <a:lnTo>
                    <a:pt x="27724" y="25130"/>
                  </a:lnTo>
                  <a:lnTo>
                    <a:pt x="27808" y="25088"/>
                  </a:lnTo>
                  <a:lnTo>
                    <a:pt x="27787" y="24942"/>
                  </a:lnTo>
                  <a:lnTo>
                    <a:pt x="27745" y="24837"/>
                  </a:lnTo>
                  <a:lnTo>
                    <a:pt x="27787" y="24774"/>
                  </a:lnTo>
                  <a:lnTo>
                    <a:pt x="27745" y="24690"/>
                  </a:lnTo>
                  <a:lnTo>
                    <a:pt x="27808" y="24732"/>
                  </a:lnTo>
                  <a:lnTo>
                    <a:pt x="27934" y="24816"/>
                  </a:lnTo>
                  <a:lnTo>
                    <a:pt x="27955" y="24900"/>
                  </a:lnTo>
                  <a:lnTo>
                    <a:pt x="28059" y="25004"/>
                  </a:lnTo>
                  <a:lnTo>
                    <a:pt x="28143" y="24983"/>
                  </a:lnTo>
                  <a:lnTo>
                    <a:pt x="28143" y="24983"/>
                  </a:lnTo>
                  <a:lnTo>
                    <a:pt x="28101" y="25046"/>
                  </a:lnTo>
                  <a:lnTo>
                    <a:pt x="28017" y="25109"/>
                  </a:lnTo>
                  <a:lnTo>
                    <a:pt x="28038" y="25151"/>
                  </a:lnTo>
                  <a:lnTo>
                    <a:pt x="28248" y="25046"/>
                  </a:lnTo>
                  <a:lnTo>
                    <a:pt x="28248" y="24921"/>
                  </a:lnTo>
                  <a:lnTo>
                    <a:pt x="28352" y="24900"/>
                  </a:lnTo>
                  <a:lnTo>
                    <a:pt x="28415" y="24837"/>
                  </a:lnTo>
                  <a:lnTo>
                    <a:pt x="28520" y="24900"/>
                  </a:lnTo>
                  <a:lnTo>
                    <a:pt x="28582" y="24879"/>
                  </a:lnTo>
                  <a:lnTo>
                    <a:pt x="28624" y="24795"/>
                  </a:lnTo>
                  <a:lnTo>
                    <a:pt x="28687" y="24795"/>
                  </a:lnTo>
                  <a:lnTo>
                    <a:pt x="28708" y="24711"/>
                  </a:lnTo>
                  <a:lnTo>
                    <a:pt x="28771" y="24795"/>
                  </a:lnTo>
                  <a:lnTo>
                    <a:pt x="28854" y="24900"/>
                  </a:lnTo>
                  <a:lnTo>
                    <a:pt x="28896" y="24837"/>
                  </a:lnTo>
                  <a:lnTo>
                    <a:pt x="28938" y="24732"/>
                  </a:lnTo>
                  <a:lnTo>
                    <a:pt x="28980" y="24732"/>
                  </a:lnTo>
                  <a:lnTo>
                    <a:pt x="29001" y="24774"/>
                  </a:lnTo>
                  <a:lnTo>
                    <a:pt x="29085" y="24774"/>
                  </a:lnTo>
                  <a:lnTo>
                    <a:pt x="29105" y="24711"/>
                  </a:lnTo>
                  <a:lnTo>
                    <a:pt x="29231" y="24711"/>
                  </a:lnTo>
                  <a:lnTo>
                    <a:pt x="29294" y="24628"/>
                  </a:lnTo>
                  <a:lnTo>
                    <a:pt x="29357" y="24586"/>
                  </a:lnTo>
                  <a:lnTo>
                    <a:pt x="29377" y="24670"/>
                  </a:lnTo>
                  <a:lnTo>
                    <a:pt x="29398" y="24607"/>
                  </a:lnTo>
                  <a:lnTo>
                    <a:pt x="29482" y="24607"/>
                  </a:lnTo>
                  <a:lnTo>
                    <a:pt x="29566" y="24586"/>
                  </a:lnTo>
                  <a:lnTo>
                    <a:pt x="29524" y="24502"/>
                  </a:lnTo>
                  <a:lnTo>
                    <a:pt x="29587" y="24418"/>
                  </a:lnTo>
                  <a:lnTo>
                    <a:pt x="29608" y="24293"/>
                  </a:lnTo>
                  <a:lnTo>
                    <a:pt x="29566" y="24188"/>
                  </a:lnTo>
                  <a:lnTo>
                    <a:pt x="29566" y="24188"/>
                  </a:lnTo>
                  <a:lnTo>
                    <a:pt x="29608" y="24209"/>
                  </a:lnTo>
                  <a:lnTo>
                    <a:pt x="29670" y="24146"/>
                  </a:lnTo>
                  <a:lnTo>
                    <a:pt x="29796" y="24105"/>
                  </a:lnTo>
                  <a:lnTo>
                    <a:pt x="29817" y="24167"/>
                  </a:lnTo>
                  <a:lnTo>
                    <a:pt x="29921" y="24167"/>
                  </a:lnTo>
                  <a:lnTo>
                    <a:pt x="29942" y="24042"/>
                  </a:lnTo>
                  <a:lnTo>
                    <a:pt x="30005" y="24042"/>
                  </a:lnTo>
                  <a:lnTo>
                    <a:pt x="30026" y="23958"/>
                  </a:lnTo>
                  <a:lnTo>
                    <a:pt x="30089" y="23958"/>
                  </a:lnTo>
                  <a:lnTo>
                    <a:pt x="30089" y="23979"/>
                  </a:lnTo>
                  <a:lnTo>
                    <a:pt x="30110" y="23979"/>
                  </a:lnTo>
                  <a:lnTo>
                    <a:pt x="30193" y="23874"/>
                  </a:lnTo>
                  <a:lnTo>
                    <a:pt x="30256" y="23958"/>
                  </a:lnTo>
                  <a:lnTo>
                    <a:pt x="30256" y="23833"/>
                  </a:lnTo>
                  <a:lnTo>
                    <a:pt x="30340" y="23833"/>
                  </a:lnTo>
                  <a:lnTo>
                    <a:pt x="30361" y="23728"/>
                  </a:lnTo>
                  <a:lnTo>
                    <a:pt x="30277" y="23686"/>
                  </a:lnTo>
                  <a:lnTo>
                    <a:pt x="30193" y="23749"/>
                  </a:lnTo>
                  <a:lnTo>
                    <a:pt x="30047" y="23623"/>
                  </a:lnTo>
                  <a:lnTo>
                    <a:pt x="30235" y="23623"/>
                  </a:lnTo>
                  <a:lnTo>
                    <a:pt x="30340" y="23477"/>
                  </a:lnTo>
                  <a:lnTo>
                    <a:pt x="30361" y="23540"/>
                  </a:lnTo>
                  <a:lnTo>
                    <a:pt x="30445" y="23477"/>
                  </a:lnTo>
                  <a:lnTo>
                    <a:pt x="30612" y="23581"/>
                  </a:lnTo>
                  <a:lnTo>
                    <a:pt x="30633" y="23456"/>
                  </a:lnTo>
                  <a:lnTo>
                    <a:pt x="30549" y="23435"/>
                  </a:lnTo>
                  <a:lnTo>
                    <a:pt x="30507" y="23372"/>
                  </a:lnTo>
                  <a:lnTo>
                    <a:pt x="30528" y="23309"/>
                  </a:lnTo>
                  <a:lnTo>
                    <a:pt x="30633" y="23372"/>
                  </a:lnTo>
                  <a:lnTo>
                    <a:pt x="30717" y="23309"/>
                  </a:lnTo>
                  <a:lnTo>
                    <a:pt x="30675" y="23268"/>
                  </a:lnTo>
                  <a:lnTo>
                    <a:pt x="30612" y="23268"/>
                  </a:lnTo>
                  <a:lnTo>
                    <a:pt x="30612" y="23163"/>
                  </a:lnTo>
                  <a:lnTo>
                    <a:pt x="30528" y="23121"/>
                  </a:lnTo>
                  <a:lnTo>
                    <a:pt x="30612" y="23100"/>
                  </a:lnTo>
                  <a:lnTo>
                    <a:pt x="30654" y="23142"/>
                  </a:lnTo>
                  <a:lnTo>
                    <a:pt x="30717" y="23142"/>
                  </a:lnTo>
                  <a:lnTo>
                    <a:pt x="30758" y="23205"/>
                  </a:lnTo>
                  <a:lnTo>
                    <a:pt x="30758" y="23121"/>
                  </a:lnTo>
                  <a:lnTo>
                    <a:pt x="30654" y="23037"/>
                  </a:lnTo>
                  <a:lnTo>
                    <a:pt x="30654" y="22933"/>
                  </a:lnTo>
                  <a:lnTo>
                    <a:pt x="30737" y="22933"/>
                  </a:lnTo>
                  <a:lnTo>
                    <a:pt x="30758" y="22891"/>
                  </a:lnTo>
                  <a:lnTo>
                    <a:pt x="30863" y="22954"/>
                  </a:lnTo>
                  <a:lnTo>
                    <a:pt x="30863" y="23037"/>
                  </a:lnTo>
                  <a:lnTo>
                    <a:pt x="30926" y="23037"/>
                  </a:lnTo>
                  <a:lnTo>
                    <a:pt x="30968" y="23121"/>
                  </a:lnTo>
                  <a:lnTo>
                    <a:pt x="30989" y="22996"/>
                  </a:lnTo>
                  <a:lnTo>
                    <a:pt x="30947" y="22912"/>
                  </a:lnTo>
                  <a:lnTo>
                    <a:pt x="30884" y="22912"/>
                  </a:lnTo>
                  <a:lnTo>
                    <a:pt x="30863" y="22828"/>
                  </a:lnTo>
                  <a:lnTo>
                    <a:pt x="30947" y="22828"/>
                  </a:lnTo>
                  <a:lnTo>
                    <a:pt x="30947" y="22745"/>
                  </a:lnTo>
                  <a:lnTo>
                    <a:pt x="30863" y="22724"/>
                  </a:lnTo>
                  <a:lnTo>
                    <a:pt x="30989" y="22598"/>
                  </a:lnTo>
                  <a:lnTo>
                    <a:pt x="30926" y="22535"/>
                  </a:lnTo>
                  <a:lnTo>
                    <a:pt x="30842" y="22535"/>
                  </a:lnTo>
                  <a:lnTo>
                    <a:pt x="30779" y="22598"/>
                  </a:lnTo>
                  <a:lnTo>
                    <a:pt x="30800" y="22493"/>
                  </a:lnTo>
                  <a:lnTo>
                    <a:pt x="30947" y="22410"/>
                  </a:lnTo>
                  <a:lnTo>
                    <a:pt x="31135" y="22326"/>
                  </a:lnTo>
                  <a:lnTo>
                    <a:pt x="31072" y="22263"/>
                  </a:lnTo>
                  <a:lnTo>
                    <a:pt x="30989" y="22326"/>
                  </a:lnTo>
                  <a:lnTo>
                    <a:pt x="30863" y="22201"/>
                  </a:lnTo>
                  <a:lnTo>
                    <a:pt x="30968" y="22201"/>
                  </a:lnTo>
                  <a:lnTo>
                    <a:pt x="30884" y="22096"/>
                  </a:lnTo>
                  <a:lnTo>
                    <a:pt x="30800" y="22096"/>
                  </a:lnTo>
                  <a:lnTo>
                    <a:pt x="30863" y="22054"/>
                  </a:lnTo>
                  <a:lnTo>
                    <a:pt x="30800" y="21991"/>
                  </a:lnTo>
                  <a:lnTo>
                    <a:pt x="30884" y="21991"/>
                  </a:lnTo>
                  <a:lnTo>
                    <a:pt x="30926" y="21908"/>
                  </a:lnTo>
                  <a:lnTo>
                    <a:pt x="31030" y="21908"/>
                  </a:lnTo>
                  <a:lnTo>
                    <a:pt x="30989" y="22012"/>
                  </a:lnTo>
                  <a:lnTo>
                    <a:pt x="31072" y="22012"/>
                  </a:lnTo>
                  <a:lnTo>
                    <a:pt x="31240" y="21866"/>
                  </a:lnTo>
                  <a:lnTo>
                    <a:pt x="31240" y="21782"/>
                  </a:lnTo>
                  <a:lnTo>
                    <a:pt x="31365" y="21803"/>
                  </a:lnTo>
                  <a:lnTo>
                    <a:pt x="31281" y="21698"/>
                  </a:lnTo>
                  <a:lnTo>
                    <a:pt x="31198" y="21698"/>
                  </a:lnTo>
                  <a:lnTo>
                    <a:pt x="31240" y="21594"/>
                  </a:lnTo>
                  <a:lnTo>
                    <a:pt x="31302" y="21677"/>
                  </a:lnTo>
                  <a:lnTo>
                    <a:pt x="31386" y="21636"/>
                  </a:lnTo>
                  <a:lnTo>
                    <a:pt x="31386" y="21531"/>
                  </a:lnTo>
                  <a:lnTo>
                    <a:pt x="31449" y="21489"/>
                  </a:lnTo>
                  <a:lnTo>
                    <a:pt x="31386" y="21426"/>
                  </a:lnTo>
                  <a:lnTo>
                    <a:pt x="31386" y="21343"/>
                  </a:lnTo>
                  <a:lnTo>
                    <a:pt x="31470" y="21322"/>
                  </a:lnTo>
                  <a:lnTo>
                    <a:pt x="31407" y="21238"/>
                  </a:lnTo>
                  <a:lnTo>
                    <a:pt x="31407" y="21175"/>
                  </a:lnTo>
                  <a:lnTo>
                    <a:pt x="31302" y="21112"/>
                  </a:lnTo>
                  <a:lnTo>
                    <a:pt x="31470" y="21154"/>
                  </a:lnTo>
                  <a:lnTo>
                    <a:pt x="31512" y="21112"/>
                  </a:lnTo>
                  <a:lnTo>
                    <a:pt x="31616" y="20903"/>
                  </a:lnTo>
                  <a:lnTo>
                    <a:pt x="31700" y="20903"/>
                  </a:lnTo>
                  <a:lnTo>
                    <a:pt x="31721" y="20966"/>
                  </a:lnTo>
                  <a:lnTo>
                    <a:pt x="31763" y="21029"/>
                  </a:lnTo>
                  <a:lnTo>
                    <a:pt x="31784" y="20924"/>
                  </a:lnTo>
                  <a:lnTo>
                    <a:pt x="31846" y="20861"/>
                  </a:lnTo>
                  <a:lnTo>
                    <a:pt x="31805" y="20736"/>
                  </a:lnTo>
                  <a:lnTo>
                    <a:pt x="31679" y="20736"/>
                  </a:lnTo>
                  <a:lnTo>
                    <a:pt x="31616" y="20694"/>
                  </a:lnTo>
                  <a:lnTo>
                    <a:pt x="31679" y="20652"/>
                  </a:lnTo>
                  <a:lnTo>
                    <a:pt x="31763" y="20652"/>
                  </a:lnTo>
                  <a:lnTo>
                    <a:pt x="31826" y="20610"/>
                  </a:lnTo>
                  <a:lnTo>
                    <a:pt x="31784" y="20548"/>
                  </a:lnTo>
                  <a:lnTo>
                    <a:pt x="31700" y="20506"/>
                  </a:lnTo>
                  <a:lnTo>
                    <a:pt x="31784" y="20443"/>
                  </a:lnTo>
                  <a:lnTo>
                    <a:pt x="31826" y="20443"/>
                  </a:lnTo>
                  <a:lnTo>
                    <a:pt x="31826" y="20401"/>
                  </a:lnTo>
                  <a:lnTo>
                    <a:pt x="31784" y="20338"/>
                  </a:lnTo>
                  <a:lnTo>
                    <a:pt x="31574" y="20338"/>
                  </a:lnTo>
                  <a:lnTo>
                    <a:pt x="31595" y="20296"/>
                  </a:lnTo>
                  <a:lnTo>
                    <a:pt x="31721" y="20192"/>
                  </a:lnTo>
                  <a:lnTo>
                    <a:pt x="31826" y="20213"/>
                  </a:lnTo>
                  <a:lnTo>
                    <a:pt x="31846" y="20192"/>
                  </a:lnTo>
                  <a:lnTo>
                    <a:pt x="31888" y="20129"/>
                  </a:lnTo>
                  <a:lnTo>
                    <a:pt x="31930" y="20192"/>
                  </a:lnTo>
                  <a:lnTo>
                    <a:pt x="31972" y="20213"/>
                  </a:lnTo>
                  <a:lnTo>
                    <a:pt x="32014" y="20171"/>
                  </a:lnTo>
                  <a:lnTo>
                    <a:pt x="31993" y="20087"/>
                  </a:lnTo>
                  <a:lnTo>
                    <a:pt x="31972" y="19920"/>
                  </a:lnTo>
                  <a:lnTo>
                    <a:pt x="31909" y="19878"/>
                  </a:lnTo>
                  <a:lnTo>
                    <a:pt x="31826" y="19962"/>
                  </a:lnTo>
                  <a:lnTo>
                    <a:pt x="31846" y="19983"/>
                  </a:lnTo>
                  <a:lnTo>
                    <a:pt x="31846" y="20024"/>
                  </a:lnTo>
                  <a:lnTo>
                    <a:pt x="31763" y="20004"/>
                  </a:lnTo>
                  <a:lnTo>
                    <a:pt x="31595" y="20129"/>
                  </a:lnTo>
                  <a:lnTo>
                    <a:pt x="31512" y="20108"/>
                  </a:lnTo>
                  <a:lnTo>
                    <a:pt x="31512" y="20004"/>
                  </a:lnTo>
                  <a:lnTo>
                    <a:pt x="31679" y="19983"/>
                  </a:lnTo>
                  <a:lnTo>
                    <a:pt x="31930" y="19752"/>
                  </a:lnTo>
                  <a:lnTo>
                    <a:pt x="31909" y="19711"/>
                  </a:lnTo>
                  <a:lnTo>
                    <a:pt x="31805" y="19711"/>
                  </a:lnTo>
                  <a:lnTo>
                    <a:pt x="31763" y="19648"/>
                  </a:lnTo>
                  <a:lnTo>
                    <a:pt x="31721" y="19690"/>
                  </a:lnTo>
                  <a:lnTo>
                    <a:pt x="31553" y="19460"/>
                  </a:lnTo>
                  <a:lnTo>
                    <a:pt x="31386" y="19439"/>
                  </a:lnTo>
                  <a:lnTo>
                    <a:pt x="31240" y="19585"/>
                  </a:lnTo>
                  <a:lnTo>
                    <a:pt x="31135" y="19564"/>
                  </a:lnTo>
                  <a:lnTo>
                    <a:pt x="31030" y="19397"/>
                  </a:lnTo>
                  <a:lnTo>
                    <a:pt x="30884" y="19439"/>
                  </a:lnTo>
                  <a:lnTo>
                    <a:pt x="30779" y="19501"/>
                  </a:lnTo>
                  <a:lnTo>
                    <a:pt x="30737" y="19606"/>
                  </a:lnTo>
                  <a:lnTo>
                    <a:pt x="30758" y="19480"/>
                  </a:lnTo>
                  <a:lnTo>
                    <a:pt x="30884" y="19376"/>
                  </a:lnTo>
                  <a:lnTo>
                    <a:pt x="30968" y="19376"/>
                  </a:lnTo>
                  <a:lnTo>
                    <a:pt x="31051" y="19334"/>
                  </a:lnTo>
                  <a:lnTo>
                    <a:pt x="31177" y="19376"/>
                  </a:lnTo>
                  <a:lnTo>
                    <a:pt x="31281" y="19355"/>
                  </a:lnTo>
                  <a:lnTo>
                    <a:pt x="31281" y="19250"/>
                  </a:lnTo>
                  <a:lnTo>
                    <a:pt x="31323" y="19188"/>
                  </a:lnTo>
                  <a:lnTo>
                    <a:pt x="31407" y="19188"/>
                  </a:lnTo>
                  <a:lnTo>
                    <a:pt x="31553" y="19041"/>
                  </a:lnTo>
                  <a:lnTo>
                    <a:pt x="31700" y="19020"/>
                  </a:lnTo>
                  <a:lnTo>
                    <a:pt x="31700" y="18936"/>
                  </a:lnTo>
                  <a:lnTo>
                    <a:pt x="31574" y="18727"/>
                  </a:lnTo>
                  <a:lnTo>
                    <a:pt x="31281" y="18539"/>
                  </a:lnTo>
                  <a:lnTo>
                    <a:pt x="31072" y="18413"/>
                  </a:lnTo>
                  <a:lnTo>
                    <a:pt x="30842" y="18204"/>
                  </a:lnTo>
                  <a:lnTo>
                    <a:pt x="30737" y="18204"/>
                  </a:lnTo>
                  <a:lnTo>
                    <a:pt x="30549" y="18330"/>
                  </a:lnTo>
                  <a:lnTo>
                    <a:pt x="30445" y="18309"/>
                  </a:lnTo>
                  <a:lnTo>
                    <a:pt x="30319" y="18183"/>
                  </a:lnTo>
                  <a:lnTo>
                    <a:pt x="30319" y="18099"/>
                  </a:lnTo>
                  <a:lnTo>
                    <a:pt x="30235" y="18079"/>
                  </a:lnTo>
                  <a:lnTo>
                    <a:pt x="30110" y="18120"/>
                  </a:lnTo>
                  <a:lnTo>
                    <a:pt x="29984" y="18120"/>
                  </a:lnTo>
                  <a:lnTo>
                    <a:pt x="29838" y="18141"/>
                  </a:lnTo>
                  <a:lnTo>
                    <a:pt x="29691" y="18351"/>
                  </a:lnTo>
                  <a:lnTo>
                    <a:pt x="29817" y="18099"/>
                  </a:lnTo>
                  <a:lnTo>
                    <a:pt x="29921" y="18037"/>
                  </a:lnTo>
                  <a:lnTo>
                    <a:pt x="29984" y="18079"/>
                  </a:lnTo>
                  <a:lnTo>
                    <a:pt x="30047" y="18079"/>
                  </a:lnTo>
                  <a:lnTo>
                    <a:pt x="30089" y="18016"/>
                  </a:lnTo>
                  <a:lnTo>
                    <a:pt x="30193" y="18079"/>
                  </a:lnTo>
                  <a:lnTo>
                    <a:pt x="30340" y="17995"/>
                  </a:lnTo>
                  <a:lnTo>
                    <a:pt x="30403" y="18183"/>
                  </a:lnTo>
                  <a:lnTo>
                    <a:pt x="30465" y="18225"/>
                  </a:lnTo>
                  <a:lnTo>
                    <a:pt x="30570" y="18225"/>
                  </a:lnTo>
                  <a:lnTo>
                    <a:pt x="30654" y="18120"/>
                  </a:lnTo>
                  <a:lnTo>
                    <a:pt x="30842" y="18141"/>
                  </a:lnTo>
                  <a:lnTo>
                    <a:pt x="30968" y="18246"/>
                  </a:lnTo>
                  <a:lnTo>
                    <a:pt x="31051" y="18246"/>
                  </a:lnTo>
                  <a:lnTo>
                    <a:pt x="31177" y="18351"/>
                  </a:lnTo>
                  <a:lnTo>
                    <a:pt x="31323" y="18288"/>
                  </a:lnTo>
                  <a:lnTo>
                    <a:pt x="31574" y="18351"/>
                  </a:lnTo>
                  <a:lnTo>
                    <a:pt x="31658" y="18330"/>
                  </a:lnTo>
                  <a:lnTo>
                    <a:pt x="31553" y="18141"/>
                  </a:lnTo>
                  <a:lnTo>
                    <a:pt x="31491" y="18120"/>
                  </a:lnTo>
                  <a:lnTo>
                    <a:pt x="31323" y="17974"/>
                  </a:lnTo>
                  <a:lnTo>
                    <a:pt x="31323" y="17911"/>
                  </a:lnTo>
                  <a:lnTo>
                    <a:pt x="31281" y="17869"/>
                  </a:lnTo>
                  <a:lnTo>
                    <a:pt x="31177" y="17890"/>
                  </a:lnTo>
                  <a:lnTo>
                    <a:pt x="31051" y="17827"/>
                  </a:lnTo>
                  <a:lnTo>
                    <a:pt x="30884" y="17597"/>
                  </a:lnTo>
                  <a:lnTo>
                    <a:pt x="30884" y="17451"/>
                  </a:lnTo>
                  <a:lnTo>
                    <a:pt x="30675" y="17283"/>
                  </a:lnTo>
                  <a:lnTo>
                    <a:pt x="30675" y="17095"/>
                  </a:lnTo>
                  <a:lnTo>
                    <a:pt x="30549" y="17074"/>
                  </a:lnTo>
                  <a:lnTo>
                    <a:pt x="30612" y="16949"/>
                  </a:lnTo>
                  <a:lnTo>
                    <a:pt x="30570" y="16928"/>
                  </a:lnTo>
                  <a:lnTo>
                    <a:pt x="30403" y="16572"/>
                  </a:lnTo>
                  <a:lnTo>
                    <a:pt x="30089" y="16405"/>
                  </a:lnTo>
                  <a:lnTo>
                    <a:pt x="30005" y="16447"/>
                  </a:lnTo>
                  <a:lnTo>
                    <a:pt x="30005" y="16363"/>
                  </a:lnTo>
                  <a:lnTo>
                    <a:pt x="29712" y="16237"/>
                  </a:lnTo>
                  <a:lnTo>
                    <a:pt x="29670" y="16237"/>
                  </a:lnTo>
                  <a:lnTo>
                    <a:pt x="29670" y="15944"/>
                  </a:lnTo>
                  <a:lnTo>
                    <a:pt x="29712" y="15735"/>
                  </a:lnTo>
                  <a:lnTo>
                    <a:pt x="29670" y="15610"/>
                  </a:lnTo>
                  <a:lnTo>
                    <a:pt x="29691" y="15463"/>
                  </a:lnTo>
                  <a:lnTo>
                    <a:pt x="29712" y="15484"/>
                  </a:lnTo>
                  <a:lnTo>
                    <a:pt x="29817" y="15463"/>
                  </a:lnTo>
                  <a:lnTo>
                    <a:pt x="29921" y="15296"/>
                  </a:lnTo>
                  <a:lnTo>
                    <a:pt x="29984" y="15317"/>
                  </a:lnTo>
                  <a:lnTo>
                    <a:pt x="30089" y="15191"/>
                  </a:lnTo>
                  <a:lnTo>
                    <a:pt x="29984" y="15149"/>
                  </a:lnTo>
                  <a:lnTo>
                    <a:pt x="29921" y="15066"/>
                  </a:lnTo>
                  <a:lnTo>
                    <a:pt x="30005" y="14961"/>
                  </a:lnTo>
                  <a:lnTo>
                    <a:pt x="30193" y="14982"/>
                  </a:lnTo>
                  <a:lnTo>
                    <a:pt x="30193" y="14856"/>
                  </a:lnTo>
                  <a:lnTo>
                    <a:pt x="30319" y="14835"/>
                  </a:lnTo>
                  <a:lnTo>
                    <a:pt x="30319" y="14731"/>
                  </a:lnTo>
                  <a:lnTo>
                    <a:pt x="30193" y="14647"/>
                  </a:lnTo>
                  <a:lnTo>
                    <a:pt x="30319" y="14647"/>
                  </a:lnTo>
                  <a:lnTo>
                    <a:pt x="30424" y="14689"/>
                  </a:lnTo>
                  <a:lnTo>
                    <a:pt x="30445" y="14647"/>
                  </a:lnTo>
                  <a:lnTo>
                    <a:pt x="30549" y="14647"/>
                  </a:lnTo>
                  <a:lnTo>
                    <a:pt x="30654" y="14563"/>
                  </a:lnTo>
                  <a:lnTo>
                    <a:pt x="30717" y="14563"/>
                  </a:lnTo>
                  <a:lnTo>
                    <a:pt x="30842" y="14375"/>
                  </a:lnTo>
                  <a:lnTo>
                    <a:pt x="30884" y="14459"/>
                  </a:lnTo>
                  <a:lnTo>
                    <a:pt x="30947" y="14417"/>
                  </a:lnTo>
                  <a:lnTo>
                    <a:pt x="30947" y="14459"/>
                  </a:lnTo>
                  <a:lnTo>
                    <a:pt x="31093" y="14563"/>
                  </a:lnTo>
                  <a:lnTo>
                    <a:pt x="31240" y="14438"/>
                  </a:lnTo>
                  <a:lnTo>
                    <a:pt x="31240" y="14375"/>
                  </a:lnTo>
                  <a:lnTo>
                    <a:pt x="31156" y="14354"/>
                  </a:lnTo>
                  <a:lnTo>
                    <a:pt x="31135" y="14250"/>
                  </a:lnTo>
                  <a:lnTo>
                    <a:pt x="31198" y="14208"/>
                  </a:lnTo>
                  <a:lnTo>
                    <a:pt x="31261" y="14208"/>
                  </a:lnTo>
                  <a:lnTo>
                    <a:pt x="31177" y="14061"/>
                  </a:lnTo>
                  <a:lnTo>
                    <a:pt x="31177" y="13998"/>
                  </a:lnTo>
                  <a:lnTo>
                    <a:pt x="31302" y="13957"/>
                  </a:lnTo>
                  <a:lnTo>
                    <a:pt x="31240" y="13936"/>
                  </a:lnTo>
                  <a:lnTo>
                    <a:pt x="31093" y="13957"/>
                  </a:lnTo>
                  <a:lnTo>
                    <a:pt x="30947" y="13957"/>
                  </a:lnTo>
                  <a:lnTo>
                    <a:pt x="30947" y="13915"/>
                  </a:lnTo>
                  <a:lnTo>
                    <a:pt x="30800" y="13915"/>
                  </a:lnTo>
                  <a:lnTo>
                    <a:pt x="30758" y="13957"/>
                  </a:lnTo>
                  <a:lnTo>
                    <a:pt x="30403" y="13998"/>
                  </a:lnTo>
                  <a:lnTo>
                    <a:pt x="30319" y="13915"/>
                  </a:lnTo>
                  <a:lnTo>
                    <a:pt x="30256" y="13894"/>
                  </a:lnTo>
                  <a:lnTo>
                    <a:pt x="30193" y="13789"/>
                  </a:lnTo>
                  <a:lnTo>
                    <a:pt x="30131" y="13747"/>
                  </a:lnTo>
                  <a:lnTo>
                    <a:pt x="30089" y="13706"/>
                  </a:lnTo>
                  <a:lnTo>
                    <a:pt x="29817" y="13831"/>
                  </a:lnTo>
                  <a:lnTo>
                    <a:pt x="29691" y="13831"/>
                  </a:lnTo>
                  <a:lnTo>
                    <a:pt x="29733" y="13894"/>
                  </a:lnTo>
                  <a:lnTo>
                    <a:pt x="29733" y="13998"/>
                  </a:lnTo>
                  <a:lnTo>
                    <a:pt x="29670" y="14040"/>
                  </a:lnTo>
                  <a:lnTo>
                    <a:pt x="29503" y="14103"/>
                  </a:lnTo>
                  <a:lnTo>
                    <a:pt x="29524" y="14124"/>
                  </a:lnTo>
                  <a:lnTo>
                    <a:pt x="29587" y="14208"/>
                  </a:lnTo>
                  <a:lnTo>
                    <a:pt x="29524" y="14312"/>
                  </a:lnTo>
                  <a:lnTo>
                    <a:pt x="29482" y="14354"/>
                  </a:lnTo>
                  <a:lnTo>
                    <a:pt x="29357" y="14312"/>
                  </a:lnTo>
                  <a:lnTo>
                    <a:pt x="29231" y="14375"/>
                  </a:lnTo>
                  <a:lnTo>
                    <a:pt x="29085" y="14354"/>
                  </a:lnTo>
                  <a:lnTo>
                    <a:pt x="28938" y="14061"/>
                  </a:lnTo>
                  <a:lnTo>
                    <a:pt x="28938" y="13915"/>
                  </a:lnTo>
                  <a:lnTo>
                    <a:pt x="28896" y="13810"/>
                  </a:lnTo>
                  <a:lnTo>
                    <a:pt x="28750" y="13810"/>
                  </a:lnTo>
                  <a:lnTo>
                    <a:pt x="28687" y="13831"/>
                  </a:lnTo>
                  <a:lnTo>
                    <a:pt x="28687" y="13789"/>
                  </a:lnTo>
                  <a:lnTo>
                    <a:pt x="28624" y="13789"/>
                  </a:lnTo>
                  <a:lnTo>
                    <a:pt x="28561" y="13852"/>
                  </a:lnTo>
                  <a:lnTo>
                    <a:pt x="28540" y="13789"/>
                  </a:lnTo>
                  <a:lnTo>
                    <a:pt x="28540" y="13831"/>
                  </a:lnTo>
                  <a:lnTo>
                    <a:pt x="28436" y="13706"/>
                  </a:lnTo>
                  <a:lnTo>
                    <a:pt x="28436" y="13622"/>
                  </a:lnTo>
                  <a:lnTo>
                    <a:pt x="28227" y="13496"/>
                  </a:lnTo>
                  <a:lnTo>
                    <a:pt x="28122" y="13413"/>
                  </a:lnTo>
                  <a:lnTo>
                    <a:pt x="28101" y="13287"/>
                  </a:lnTo>
                  <a:lnTo>
                    <a:pt x="28038" y="13162"/>
                  </a:lnTo>
                  <a:lnTo>
                    <a:pt x="28101" y="13099"/>
                  </a:lnTo>
                  <a:lnTo>
                    <a:pt x="28101" y="13057"/>
                  </a:lnTo>
                  <a:lnTo>
                    <a:pt x="28101" y="12994"/>
                  </a:lnTo>
                  <a:lnTo>
                    <a:pt x="28122" y="12869"/>
                  </a:lnTo>
                  <a:lnTo>
                    <a:pt x="28164" y="12806"/>
                  </a:lnTo>
                  <a:lnTo>
                    <a:pt x="28185" y="12764"/>
                  </a:lnTo>
                  <a:lnTo>
                    <a:pt x="28415" y="12848"/>
                  </a:lnTo>
                  <a:lnTo>
                    <a:pt x="28750" y="12848"/>
                  </a:lnTo>
                  <a:lnTo>
                    <a:pt x="28792" y="12701"/>
                  </a:lnTo>
                  <a:lnTo>
                    <a:pt x="28771" y="12659"/>
                  </a:lnTo>
                  <a:lnTo>
                    <a:pt x="28854" y="12659"/>
                  </a:lnTo>
                  <a:lnTo>
                    <a:pt x="28833" y="12492"/>
                  </a:lnTo>
                  <a:lnTo>
                    <a:pt x="28792" y="12471"/>
                  </a:lnTo>
                  <a:lnTo>
                    <a:pt x="28854" y="12429"/>
                  </a:lnTo>
                  <a:lnTo>
                    <a:pt x="28896" y="12136"/>
                  </a:lnTo>
                  <a:lnTo>
                    <a:pt x="29105" y="12011"/>
                  </a:lnTo>
                  <a:lnTo>
                    <a:pt x="29210" y="12011"/>
                  </a:lnTo>
                  <a:lnTo>
                    <a:pt x="29315" y="11843"/>
                  </a:lnTo>
                  <a:lnTo>
                    <a:pt x="29377" y="11843"/>
                  </a:lnTo>
                  <a:lnTo>
                    <a:pt x="29398" y="11613"/>
                  </a:lnTo>
                  <a:lnTo>
                    <a:pt x="29503" y="11488"/>
                  </a:lnTo>
                  <a:lnTo>
                    <a:pt x="29524" y="11341"/>
                  </a:lnTo>
                  <a:lnTo>
                    <a:pt x="29587" y="11320"/>
                  </a:lnTo>
                  <a:lnTo>
                    <a:pt x="29670" y="11195"/>
                  </a:lnTo>
                  <a:lnTo>
                    <a:pt x="29796" y="11195"/>
                  </a:lnTo>
                  <a:lnTo>
                    <a:pt x="29838" y="11216"/>
                  </a:lnTo>
                  <a:lnTo>
                    <a:pt x="29942" y="11216"/>
                  </a:lnTo>
                  <a:lnTo>
                    <a:pt x="29984" y="11111"/>
                  </a:lnTo>
                  <a:lnTo>
                    <a:pt x="30152" y="11320"/>
                  </a:lnTo>
                  <a:lnTo>
                    <a:pt x="30424" y="11488"/>
                  </a:lnTo>
                  <a:lnTo>
                    <a:pt x="30424" y="11592"/>
                  </a:lnTo>
                  <a:lnTo>
                    <a:pt x="30361" y="11613"/>
                  </a:lnTo>
                  <a:lnTo>
                    <a:pt x="30340" y="11697"/>
                  </a:lnTo>
                  <a:lnTo>
                    <a:pt x="30214" y="11843"/>
                  </a:lnTo>
                  <a:lnTo>
                    <a:pt x="30193" y="12011"/>
                  </a:lnTo>
                  <a:lnTo>
                    <a:pt x="30089" y="12011"/>
                  </a:lnTo>
                  <a:lnTo>
                    <a:pt x="30110" y="12032"/>
                  </a:lnTo>
                  <a:lnTo>
                    <a:pt x="30089" y="12178"/>
                  </a:lnTo>
                  <a:lnTo>
                    <a:pt x="30214" y="12325"/>
                  </a:lnTo>
                  <a:lnTo>
                    <a:pt x="30193" y="12387"/>
                  </a:lnTo>
                  <a:lnTo>
                    <a:pt x="30131" y="12429"/>
                  </a:lnTo>
                  <a:lnTo>
                    <a:pt x="30131" y="12471"/>
                  </a:lnTo>
                  <a:lnTo>
                    <a:pt x="30193" y="12555"/>
                  </a:lnTo>
                  <a:lnTo>
                    <a:pt x="30319" y="12492"/>
                  </a:lnTo>
                  <a:lnTo>
                    <a:pt x="30445" y="12387"/>
                  </a:lnTo>
                  <a:lnTo>
                    <a:pt x="30403" y="12492"/>
                  </a:lnTo>
                  <a:lnTo>
                    <a:pt x="30277" y="12576"/>
                  </a:lnTo>
                  <a:lnTo>
                    <a:pt x="30319" y="12638"/>
                  </a:lnTo>
                  <a:lnTo>
                    <a:pt x="30361" y="12659"/>
                  </a:lnTo>
                  <a:lnTo>
                    <a:pt x="30361" y="12701"/>
                  </a:lnTo>
                  <a:lnTo>
                    <a:pt x="30319" y="12743"/>
                  </a:lnTo>
                  <a:lnTo>
                    <a:pt x="30193" y="12743"/>
                  </a:lnTo>
                  <a:lnTo>
                    <a:pt x="30131" y="12806"/>
                  </a:lnTo>
                  <a:lnTo>
                    <a:pt x="30026" y="12806"/>
                  </a:lnTo>
                  <a:lnTo>
                    <a:pt x="29984" y="12890"/>
                  </a:lnTo>
                  <a:lnTo>
                    <a:pt x="30089" y="12973"/>
                  </a:lnTo>
                  <a:lnTo>
                    <a:pt x="30089" y="13057"/>
                  </a:lnTo>
                  <a:lnTo>
                    <a:pt x="30152" y="13057"/>
                  </a:lnTo>
                  <a:lnTo>
                    <a:pt x="30235" y="12952"/>
                  </a:lnTo>
                  <a:lnTo>
                    <a:pt x="30277" y="12952"/>
                  </a:lnTo>
                  <a:lnTo>
                    <a:pt x="30403" y="12806"/>
                  </a:lnTo>
                  <a:lnTo>
                    <a:pt x="30549" y="12743"/>
                  </a:lnTo>
                  <a:lnTo>
                    <a:pt x="30570" y="12701"/>
                  </a:lnTo>
                  <a:lnTo>
                    <a:pt x="30528" y="12576"/>
                  </a:lnTo>
                  <a:lnTo>
                    <a:pt x="30654" y="12471"/>
                  </a:lnTo>
                  <a:lnTo>
                    <a:pt x="30926" y="12283"/>
                  </a:lnTo>
                  <a:lnTo>
                    <a:pt x="30989" y="12283"/>
                  </a:lnTo>
                  <a:lnTo>
                    <a:pt x="31030" y="12178"/>
                  </a:lnTo>
                  <a:lnTo>
                    <a:pt x="31156" y="12178"/>
                  </a:lnTo>
                  <a:lnTo>
                    <a:pt x="31302" y="12053"/>
                  </a:lnTo>
                  <a:lnTo>
                    <a:pt x="31365" y="12115"/>
                  </a:lnTo>
                  <a:lnTo>
                    <a:pt x="31407" y="12115"/>
                  </a:lnTo>
                  <a:lnTo>
                    <a:pt x="31553" y="12073"/>
                  </a:lnTo>
                  <a:lnTo>
                    <a:pt x="31721" y="11906"/>
                  </a:lnTo>
                  <a:lnTo>
                    <a:pt x="31763" y="12011"/>
                  </a:lnTo>
                  <a:lnTo>
                    <a:pt x="31763" y="11655"/>
                  </a:lnTo>
                  <a:lnTo>
                    <a:pt x="31909" y="11550"/>
                  </a:lnTo>
                  <a:lnTo>
                    <a:pt x="31972" y="11404"/>
                  </a:lnTo>
                  <a:lnTo>
                    <a:pt x="31972" y="11299"/>
                  </a:lnTo>
                  <a:lnTo>
                    <a:pt x="32118" y="11195"/>
                  </a:lnTo>
                  <a:lnTo>
                    <a:pt x="32223" y="11006"/>
                  </a:lnTo>
                  <a:lnTo>
                    <a:pt x="32328" y="10965"/>
                  </a:lnTo>
                  <a:lnTo>
                    <a:pt x="32411" y="10672"/>
                  </a:lnTo>
                  <a:lnTo>
                    <a:pt x="32453" y="10567"/>
                  </a:lnTo>
                  <a:lnTo>
                    <a:pt x="32453" y="10504"/>
                  </a:lnTo>
                  <a:lnTo>
                    <a:pt x="32453" y="10337"/>
                  </a:lnTo>
                  <a:lnTo>
                    <a:pt x="32600" y="10190"/>
                  </a:lnTo>
                  <a:lnTo>
                    <a:pt x="32704" y="10358"/>
                  </a:lnTo>
                  <a:lnTo>
                    <a:pt x="32767" y="10400"/>
                  </a:lnTo>
                  <a:lnTo>
                    <a:pt x="32851" y="10483"/>
                  </a:lnTo>
                  <a:lnTo>
                    <a:pt x="32955" y="10441"/>
                  </a:lnTo>
                  <a:lnTo>
                    <a:pt x="33081" y="10483"/>
                  </a:lnTo>
                  <a:lnTo>
                    <a:pt x="33332" y="10462"/>
                  </a:lnTo>
                  <a:lnTo>
                    <a:pt x="33478" y="10483"/>
                  </a:lnTo>
                  <a:lnTo>
                    <a:pt x="33541" y="10337"/>
                  </a:lnTo>
                  <a:lnTo>
                    <a:pt x="33541" y="10253"/>
                  </a:lnTo>
                  <a:lnTo>
                    <a:pt x="33395" y="10128"/>
                  </a:lnTo>
                  <a:lnTo>
                    <a:pt x="33290" y="10044"/>
                  </a:lnTo>
                  <a:lnTo>
                    <a:pt x="33374" y="9960"/>
                  </a:lnTo>
                  <a:lnTo>
                    <a:pt x="33499" y="9960"/>
                  </a:lnTo>
                  <a:lnTo>
                    <a:pt x="33750" y="9772"/>
                  </a:lnTo>
                  <a:lnTo>
                    <a:pt x="33750" y="9646"/>
                  </a:lnTo>
                  <a:lnTo>
                    <a:pt x="33855" y="9521"/>
                  </a:lnTo>
                  <a:lnTo>
                    <a:pt x="33939" y="9521"/>
                  </a:lnTo>
                  <a:lnTo>
                    <a:pt x="34002" y="9416"/>
                  </a:lnTo>
                  <a:lnTo>
                    <a:pt x="33939" y="9312"/>
                  </a:lnTo>
                  <a:lnTo>
                    <a:pt x="33939" y="9207"/>
                  </a:lnTo>
                  <a:lnTo>
                    <a:pt x="33939" y="9081"/>
                  </a:lnTo>
                  <a:lnTo>
                    <a:pt x="34022" y="9040"/>
                  </a:lnTo>
                  <a:lnTo>
                    <a:pt x="34127" y="9123"/>
                  </a:lnTo>
                  <a:lnTo>
                    <a:pt x="34127" y="9228"/>
                  </a:lnTo>
                  <a:lnTo>
                    <a:pt x="34190" y="9312"/>
                  </a:lnTo>
                  <a:lnTo>
                    <a:pt x="34378" y="9332"/>
                  </a:lnTo>
                  <a:lnTo>
                    <a:pt x="34399" y="9395"/>
                  </a:lnTo>
                  <a:lnTo>
                    <a:pt x="34399" y="9353"/>
                  </a:lnTo>
                  <a:lnTo>
                    <a:pt x="34399" y="9291"/>
                  </a:lnTo>
                  <a:lnTo>
                    <a:pt x="34378" y="9249"/>
                  </a:lnTo>
                  <a:lnTo>
                    <a:pt x="34336" y="9144"/>
                  </a:lnTo>
                  <a:lnTo>
                    <a:pt x="34336" y="9123"/>
                  </a:lnTo>
                  <a:lnTo>
                    <a:pt x="34420" y="9081"/>
                  </a:lnTo>
                  <a:lnTo>
                    <a:pt x="34546" y="9102"/>
                  </a:lnTo>
                  <a:lnTo>
                    <a:pt x="34608" y="9081"/>
                  </a:lnTo>
                  <a:lnTo>
                    <a:pt x="34608" y="8977"/>
                  </a:lnTo>
                  <a:lnTo>
                    <a:pt x="34587" y="8914"/>
                  </a:lnTo>
                  <a:lnTo>
                    <a:pt x="34587" y="8830"/>
                  </a:lnTo>
                  <a:lnTo>
                    <a:pt x="34608" y="8788"/>
                  </a:lnTo>
                  <a:lnTo>
                    <a:pt x="34608" y="8684"/>
                  </a:lnTo>
                  <a:lnTo>
                    <a:pt x="34608" y="8579"/>
                  </a:lnTo>
                  <a:lnTo>
                    <a:pt x="34525" y="8516"/>
                  </a:lnTo>
                  <a:lnTo>
                    <a:pt x="34525" y="8349"/>
                  </a:lnTo>
                  <a:lnTo>
                    <a:pt x="34525" y="8244"/>
                  </a:lnTo>
                  <a:lnTo>
                    <a:pt x="34504" y="8098"/>
                  </a:lnTo>
                  <a:lnTo>
                    <a:pt x="34504" y="7993"/>
                  </a:lnTo>
                  <a:lnTo>
                    <a:pt x="34441" y="7889"/>
                  </a:lnTo>
                  <a:lnTo>
                    <a:pt x="34399" y="7826"/>
                  </a:lnTo>
                  <a:lnTo>
                    <a:pt x="34378" y="7742"/>
                  </a:lnTo>
                  <a:lnTo>
                    <a:pt x="34232" y="7533"/>
                  </a:lnTo>
                  <a:lnTo>
                    <a:pt x="34190" y="7428"/>
                  </a:lnTo>
                  <a:lnTo>
                    <a:pt x="34211" y="7366"/>
                  </a:lnTo>
                  <a:lnTo>
                    <a:pt x="34294" y="7345"/>
                  </a:lnTo>
                  <a:lnTo>
                    <a:pt x="34378" y="7324"/>
                  </a:lnTo>
                  <a:lnTo>
                    <a:pt x="34420" y="7261"/>
                  </a:lnTo>
                  <a:lnTo>
                    <a:pt x="34441" y="7198"/>
                  </a:lnTo>
                  <a:lnTo>
                    <a:pt x="34546" y="7010"/>
                  </a:lnTo>
                  <a:lnTo>
                    <a:pt x="34587" y="7010"/>
                  </a:lnTo>
                  <a:lnTo>
                    <a:pt x="34692" y="7031"/>
                  </a:lnTo>
                  <a:lnTo>
                    <a:pt x="34755" y="7052"/>
                  </a:lnTo>
                  <a:lnTo>
                    <a:pt x="35131" y="7115"/>
                  </a:lnTo>
                  <a:lnTo>
                    <a:pt x="35173" y="7136"/>
                  </a:lnTo>
                  <a:lnTo>
                    <a:pt x="35236" y="7136"/>
                  </a:lnTo>
                  <a:lnTo>
                    <a:pt x="35278" y="7094"/>
                  </a:lnTo>
                  <a:lnTo>
                    <a:pt x="35257" y="7010"/>
                  </a:lnTo>
                  <a:lnTo>
                    <a:pt x="35236" y="6926"/>
                  </a:lnTo>
                  <a:lnTo>
                    <a:pt x="35236" y="6884"/>
                  </a:lnTo>
                  <a:lnTo>
                    <a:pt x="35257" y="6822"/>
                  </a:lnTo>
                  <a:lnTo>
                    <a:pt x="35236" y="6780"/>
                  </a:lnTo>
                  <a:lnTo>
                    <a:pt x="35215" y="6696"/>
                  </a:lnTo>
                  <a:lnTo>
                    <a:pt x="35257" y="6591"/>
                  </a:lnTo>
                  <a:lnTo>
                    <a:pt x="35320" y="6571"/>
                  </a:lnTo>
                  <a:lnTo>
                    <a:pt x="35278" y="6466"/>
                  </a:lnTo>
                  <a:lnTo>
                    <a:pt x="35257" y="6403"/>
                  </a:lnTo>
                  <a:lnTo>
                    <a:pt x="35257" y="6382"/>
                  </a:lnTo>
                  <a:lnTo>
                    <a:pt x="35341" y="6319"/>
                  </a:lnTo>
                  <a:lnTo>
                    <a:pt x="35320" y="6278"/>
                  </a:lnTo>
                  <a:lnTo>
                    <a:pt x="35320" y="6215"/>
                  </a:lnTo>
                  <a:lnTo>
                    <a:pt x="35278" y="6152"/>
                  </a:lnTo>
                  <a:lnTo>
                    <a:pt x="35320" y="6068"/>
                  </a:lnTo>
                  <a:lnTo>
                    <a:pt x="35362" y="6047"/>
                  </a:lnTo>
                  <a:lnTo>
                    <a:pt x="35362" y="5985"/>
                  </a:lnTo>
                  <a:lnTo>
                    <a:pt x="35341" y="5943"/>
                  </a:lnTo>
                  <a:lnTo>
                    <a:pt x="35278" y="5796"/>
                  </a:lnTo>
                  <a:lnTo>
                    <a:pt x="35278" y="5671"/>
                  </a:lnTo>
                  <a:lnTo>
                    <a:pt x="35320" y="5650"/>
                  </a:lnTo>
                  <a:lnTo>
                    <a:pt x="35341" y="5629"/>
                  </a:lnTo>
                  <a:lnTo>
                    <a:pt x="35341" y="5587"/>
                  </a:lnTo>
                  <a:lnTo>
                    <a:pt x="35320" y="5545"/>
                  </a:lnTo>
                  <a:lnTo>
                    <a:pt x="35320" y="5483"/>
                  </a:lnTo>
                  <a:lnTo>
                    <a:pt x="35257" y="5441"/>
                  </a:lnTo>
                  <a:lnTo>
                    <a:pt x="35236" y="5378"/>
                  </a:lnTo>
                  <a:lnTo>
                    <a:pt x="35257" y="5315"/>
                  </a:lnTo>
                  <a:lnTo>
                    <a:pt x="35257" y="5231"/>
                  </a:lnTo>
                  <a:lnTo>
                    <a:pt x="35236" y="5169"/>
                  </a:lnTo>
                  <a:lnTo>
                    <a:pt x="35173" y="5127"/>
                  </a:lnTo>
                  <a:lnTo>
                    <a:pt x="35173" y="5064"/>
                  </a:lnTo>
                  <a:lnTo>
                    <a:pt x="35257" y="4959"/>
                  </a:lnTo>
                  <a:lnTo>
                    <a:pt x="35362" y="4939"/>
                  </a:lnTo>
                  <a:lnTo>
                    <a:pt x="35383" y="4918"/>
                  </a:lnTo>
                  <a:lnTo>
                    <a:pt x="35383" y="4813"/>
                  </a:lnTo>
                  <a:lnTo>
                    <a:pt x="35424" y="4687"/>
                  </a:lnTo>
                  <a:lnTo>
                    <a:pt x="35341" y="4646"/>
                  </a:lnTo>
                  <a:lnTo>
                    <a:pt x="35278" y="4583"/>
                  </a:lnTo>
                  <a:lnTo>
                    <a:pt x="35257" y="4499"/>
                  </a:lnTo>
                  <a:lnTo>
                    <a:pt x="35173" y="4395"/>
                  </a:lnTo>
                  <a:lnTo>
                    <a:pt x="35152" y="4332"/>
                  </a:lnTo>
                  <a:lnTo>
                    <a:pt x="35215" y="4290"/>
                  </a:lnTo>
                  <a:lnTo>
                    <a:pt x="35152" y="4185"/>
                  </a:lnTo>
                  <a:lnTo>
                    <a:pt x="35131" y="4123"/>
                  </a:lnTo>
                  <a:lnTo>
                    <a:pt x="35027" y="4102"/>
                  </a:lnTo>
                  <a:lnTo>
                    <a:pt x="34964" y="4081"/>
                  </a:lnTo>
                  <a:lnTo>
                    <a:pt x="34859" y="4018"/>
                  </a:lnTo>
                  <a:lnTo>
                    <a:pt x="34797" y="4081"/>
                  </a:lnTo>
                  <a:lnTo>
                    <a:pt x="34713" y="4102"/>
                  </a:lnTo>
                  <a:lnTo>
                    <a:pt x="34629" y="4143"/>
                  </a:lnTo>
                  <a:lnTo>
                    <a:pt x="34629" y="4227"/>
                  </a:lnTo>
                  <a:lnTo>
                    <a:pt x="34587" y="4269"/>
                  </a:lnTo>
                  <a:lnTo>
                    <a:pt x="34504" y="4269"/>
                  </a:lnTo>
                  <a:lnTo>
                    <a:pt x="34483" y="4395"/>
                  </a:lnTo>
                  <a:lnTo>
                    <a:pt x="34294" y="4395"/>
                  </a:lnTo>
                  <a:lnTo>
                    <a:pt x="34232" y="4478"/>
                  </a:lnTo>
                  <a:lnTo>
                    <a:pt x="34232" y="4583"/>
                  </a:lnTo>
                  <a:lnTo>
                    <a:pt x="34190" y="4604"/>
                  </a:lnTo>
                  <a:lnTo>
                    <a:pt x="34169" y="4729"/>
                  </a:lnTo>
                  <a:lnTo>
                    <a:pt x="34169" y="4792"/>
                  </a:lnTo>
                  <a:lnTo>
                    <a:pt x="34106" y="4813"/>
                  </a:lnTo>
                  <a:lnTo>
                    <a:pt x="34022" y="4897"/>
                  </a:lnTo>
                  <a:lnTo>
                    <a:pt x="33876" y="4918"/>
                  </a:lnTo>
                  <a:lnTo>
                    <a:pt x="33709" y="4918"/>
                  </a:lnTo>
                  <a:lnTo>
                    <a:pt x="33667" y="4939"/>
                  </a:lnTo>
                  <a:lnTo>
                    <a:pt x="33604" y="5001"/>
                  </a:lnTo>
                  <a:lnTo>
                    <a:pt x="33583" y="4918"/>
                  </a:lnTo>
                  <a:lnTo>
                    <a:pt x="33541" y="4834"/>
                  </a:lnTo>
                  <a:lnTo>
                    <a:pt x="33458" y="4834"/>
                  </a:lnTo>
                  <a:lnTo>
                    <a:pt x="33374" y="4897"/>
                  </a:lnTo>
                  <a:lnTo>
                    <a:pt x="33269" y="4918"/>
                  </a:lnTo>
                  <a:lnTo>
                    <a:pt x="33248" y="4834"/>
                  </a:lnTo>
                  <a:lnTo>
                    <a:pt x="33165" y="4729"/>
                  </a:lnTo>
                  <a:lnTo>
                    <a:pt x="33123" y="4708"/>
                  </a:lnTo>
                  <a:lnTo>
                    <a:pt x="32976" y="4583"/>
                  </a:lnTo>
                  <a:lnTo>
                    <a:pt x="32976" y="4478"/>
                  </a:lnTo>
                  <a:lnTo>
                    <a:pt x="33018" y="4436"/>
                  </a:lnTo>
                  <a:lnTo>
                    <a:pt x="33039" y="4332"/>
                  </a:lnTo>
                  <a:lnTo>
                    <a:pt x="33018" y="4227"/>
                  </a:lnTo>
                  <a:lnTo>
                    <a:pt x="32976" y="4123"/>
                  </a:lnTo>
                  <a:lnTo>
                    <a:pt x="32872" y="4143"/>
                  </a:lnTo>
                  <a:lnTo>
                    <a:pt x="32872" y="4081"/>
                  </a:lnTo>
                  <a:lnTo>
                    <a:pt x="32872" y="3997"/>
                  </a:lnTo>
                  <a:lnTo>
                    <a:pt x="32934" y="3913"/>
                  </a:lnTo>
                  <a:lnTo>
                    <a:pt x="32934" y="3871"/>
                  </a:lnTo>
                  <a:lnTo>
                    <a:pt x="32872" y="3851"/>
                  </a:lnTo>
                  <a:lnTo>
                    <a:pt x="32851" y="3851"/>
                  </a:lnTo>
                  <a:lnTo>
                    <a:pt x="32767" y="3892"/>
                  </a:lnTo>
                  <a:lnTo>
                    <a:pt x="32725" y="3892"/>
                  </a:lnTo>
                  <a:lnTo>
                    <a:pt x="32642" y="3913"/>
                  </a:lnTo>
                  <a:lnTo>
                    <a:pt x="32558" y="3892"/>
                  </a:lnTo>
                  <a:lnTo>
                    <a:pt x="32516" y="3871"/>
                  </a:lnTo>
                  <a:lnTo>
                    <a:pt x="32453" y="3851"/>
                  </a:lnTo>
                  <a:lnTo>
                    <a:pt x="32432" y="3809"/>
                  </a:lnTo>
                  <a:lnTo>
                    <a:pt x="32307" y="3767"/>
                  </a:lnTo>
                  <a:lnTo>
                    <a:pt x="32307" y="3704"/>
                  </a:lnTo>
                  <a:lnTo>
                    <a:pt x="32244" y="3662"/>
                  </a:lnTo>
                  <a:lnTo>
                    <a:pt x="32202" y="3662"/>
                  </a:lnTo>
                  <a:lnTo>
                    <a:pt x="32139" y="3599"/>
                  </a:lnTo>
                  <a:lnTo>
                    <a:pt x="32139" y="3558"/>
                  </a:lnTo>
                  <a:lnTo>
                    <a:pt x="32077" y="3558"/>
                  </a:lnTo>
                  <a:lnTo>
                    <a:pt x="32014" y="3474"/>
                  </a:lnTo>
                  <a:lnTo>
                    <a:pt x="31993" y="3432"/>
                  </a:lnTo>
                  <a:lnTo>
                    <a:pt x="31930" y="3369"/>
                  </a:lnTo>
                  <a:lnTo>
                    <a:pt x="31888" y="3369"/>
                  </a:lnTo>
                  <a:lnTo>
                    <a:pt x="31846" y="3453"/>
                  </a:lnTo>
                  <a:lnTo>
                    <a:pt x="31805" y="3432"/>
                  </a:lnTo>
                  <a:lnTo>
                    <a:pt x="31763" y="3453"/>
                  </a:lnTo>
                  <a:lnTo>
                    <a:pt x="31721" y="3495"/>
                  </a:lnTo>
                  <a:lnTo>
                    <a:pt x="31658" y="3453"/>
                  </a:lnTo>
                  <a:lnTo>
                    <a:pt x="31616" y="3390"/>
                  </a:lnTo>
                  <a:lnTo>
                    <a:pt x="31574" y="3369"/>
                  </a:lnTo>
                  <a:lnTo>
                    <a:pt x="31449" y="3369"/>
                  </a:lnTo>
                  <a:lnTo>
                    <a:pt x="31386" y="3348"/>
                  </a:lnTo>
                  <a:lnTo>
                    <a:pt x="31449" y="3286"/>
                  </a:lnTo>
                  <a:lnTo>
                    <a:pt x="31449" y="3244"/>
                  </a:lnTo>
                  <a:lnTo>
                    <a:pt x="31365" y="3244"/>
                  </a:lnTo>
                  <a:lnTo>
                    <a:pt x="31302" y="3286"/>
                  </a:lnTo>
                  <a:lnTo>
                    <a:pt x="31177" y="3286"/>
                  </a:lnTo>
                  <a:lnTo>
                    <a:pt x="31135" y="3327"/>
                  </a:lnTo>
                  <a:lnTo>
                    <a:pt x="31072" y="3265"/>
                  </a:lnTo>
                  <a:lnTo>
                    <a:pt x="31030" y="3286"/>
                  </a:lnTo>
                  <a:lnTo>
                    <a:pt x="30947" y="3286"/>
                  </a:lnTo>
                  <a:lnTo>
                    <a:pt x="30884" y="3223"/>
                  </a:lnTo>
                  <a:lnTo>
                    <a:pt x="30800" y="3181"/>
                  </a:lnTo>
                  <a:lnTo>
                    <a:pt x="30675" y="3055"/>
                  </a:lnTo>
                  <a:lnTo>
                    <a:pt x="30633" y="2930"/>
                  </a:lnTo>
                  <a:lnTo>
                    <a:pt x="30633" y="2846"/>
                  </a:lnTo>
                  <a:lnTo>
                    <a:pt x="30612" y="2742"/>
                  </a:lnTo>
                  <a:lnTo>
                    <a:pt x="30549" y="2742"/>
                  </a:lnTo>
                  <a:lnTo>
                    <a:pt x="30465" y="2721"/>
                  </a:lnTo>
                  <a:lnTo>
                    <a:pt x="30465" y="2574"/>
                  </a:lnTo>
                  <a:lnTo>
                    <a:pt x="30424" y="2553"/>
                  </a:lnTo>
                  <a:lnTo>
                    <a:pt x="30403" y="2428"/>
                  </a:lnTo>
                  <a:lnTo>
                    <a:pt x="30361" y="2323"/>
                  </a:lnTo>
                  <a:lnTo>
                    <a:pt x="30152" y="2198"/>
                  </a:lnTo>
                  <a:lnTo>
                    <a:pt x="30047" y="2030"/>
                  </a:lnTo>
                  <a:lnTo>
                    <a:pt x="30026" y="1988"/>
                  </a:lnTo>
                  <a:lnTo>
                    <a:pt x="29984" y="1884"/>
                  </a:lnTo>
                  <a:lnTo>
                    <a:pt x="29921" y="1905"/>
                  </a:lnTo>
                  <a:lnTo>
                    <a:pt x="29901" y="1905"/>
                  </a:lnTo>
                  <a:lnTo>
                    <a:pt x="29901" y="1821"/>
                  </a:lnTo>
                  <a:lnTo>
                    <a:pt x="29921" y="1779"/>
                  </a:lnTo>
                  <a:lnTo>
                    <a:pt x="29838" y="1716"/>
                  </a:lnTo>
                  <a:lnTo>
                    <a:pt x="29796" y="1612"/>
                  </a:lnTo>
                  <a:lnTo>
                    <a:pt x="29733" y="1591"/>
                  </a:lnTo>
                  <a:lnTo>
                    <a:pt x="29712" y="1507"/>
                  </a:lnTo>
                  <a:lnTo>
                    <a:pt x="29670" y="1444"/>
                  </a:lnTo>
                  <a:lnTo>
                    <a:pt x="29608" y="1340"/>
                  </a:lnTo>
                  <a:lnTo>
                    <a:pt x="29482" y="1256"/>
                  </a:lnTo>
                  <a:lnTo>
                    <a:pt x="29461" y="1193"/>
                  </a:lnTo>
                  <a:lnTo>
                    <a:pt x="29503" y="1130"/>
                  </a:lnTo>
                  <a:lnTo>
                    <a:pt x="29482" y="1047"/>
                  </a:lnTo>
                  <a:lnTo>
                    <a:pt x="29315" y="1047"/>
                  </a:lnTo>
                  <a:lnTo>
                    <a:pt x="29294" y="984"/>
                  </a:lnTo>
                  <a:lnTo>
                    <a:pt x="29294" y="942"/>
                  </a:lnTo>
                  <a:lnTo>
                    <a:pt x="29273" y="879"/>
                  </a:lnTo>
                  <a:lnTo>
                    <a:pt x="29273" y="817"/>
                  </a:lnTo>
                  <a:lnTo>
                    <a:pt x="29231" y="733"/>
                  </a:lnTo>
                  <a:lnTo>
                    <a:pt x="29168" y="712"/>
                  </a:lnTo>
                  <a:lnTo>
                    <a:pt x="29168" y="649"/>
                  </a:lnTo>
                  <a:lnTo>
                    <a:pt x="29147" y="607"/>
                  </a:lnTo>
                  <a:lnTo>
                    <a:pt x="29085" y="628"/>
                  </a:lnTo>
                  <a:lnTo>
                    <a:pt x="28980" y="607"/>
                  </a:lnTo>
                  <a:lnTo>
                    <a:pt x="28959" y="545"/>
                  </a:lnTo>
                  <a:lnTo>
                    <a:pt x="28980" y="482"/>
                  </a:lnTo>
                  <a:lnTo>
                    <a:pt x="28959" y="440"/>
                  </a:lnTo>
                  <a:lnTo>
                    <a:pt x="28875" y="419"/>
                  </a:lnTo>
                  <a:lnTo>
                    <a:pt x="28833" y="461"/>
                  </a:lnTo>
                  <a:lnTo>
                    <a:pt x="28792" y="419"/>
                  </a:lnTo>
                  <a:lnTo>
                    <a:pt x="28750" y="419"/>
                  </a:lnTo>
                  <a:lnTo>
                    <a:pt x="28708" y="356"/>
                  </a:lnTo>
                  <a:lnTo>
                    <a:pt x="28750" y="293"/>
                  </a:lnTo>
                  <a:lnTo>
                    <a:pt x="28687" y="231"/>
                  </a:lnTo>
                  <a:lnTo>
                    <a:pt x="28624" y="210"/>
                  </a:lnTo>
                  <a:lnTo>
                    <a:pt x="28561" y="231"/>
                  </a:lnTo>
                  <a:lnTo>
                    <a:pt x="28520" y="147"/>
                  </a:lnTo>
                  <a:lnTo>
                    <a:pt x="28457" y="189"/>
                  </a:lnTo>
                  <a:lnTo>
                    <a:pt x="28373" y="189"/>
                  </a:lnTo>
                  <a:lnTo>
                    <a:pt x="28331" y="147"/>
                  </a:lnTo>
                  <a:lnTo>
                    <a:pt x="28268" y="189"/>
                  </a:lnTo>
                  <a:lnTo>
                    <a:pt x="28268" y="252"/>
                  </a:lnTo>
                  <a:lnTo>
                    <a:pt x="28248" y="293"/>
                  </a:lnTo>
                  <a:lnTo>
                    <a:pt x="28143" y="231"/>
                  </a:lnTo>
                  <a:lnTo>
                    <a:pt x="28101" y="189"/>
                  </a:lnTo>
                  <a:lnTo>
                    <a:pt x="28017" y="210"/>
                  </a:lnTo>
                  <a:lnTo>
                    <a:pt x="27892" y="210"/>
                  </a:lnTo>
                  <a:lnTo>
                    <a:pt x="27892" y="189"/>
                  </a:lnTo>
                  <a:lnTo>
                    <a:pt x="27808" y="105"/>
                  </a:lnTo>
                  <a:lnTo>
                    <a:pt x="27620" y="84"/>
                  </a:lnTo>
                  <a:lnTo>
                    <a:pt x="27536" y="21"/>
                  </a:lnTo>
                  <a:lnTo>
                    <a:pt x="27432" y="21"/>
                  </a:lnTo>
                  <a:lnTo>
                    <a:pt x="273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9295;p128">
              <a:extLst>
                <a:ext uri="{FF2B5EF4-FFF2-40B4-BE49-F238E27FC236}">
                  <a16:creationId xmlns:a16="http://schemas.microsoft.com/office/drawing/2014/main" id="{BFC4B353-3D59-63AE-A1E9-4D74E2D40B52}"/>
                </a:ext>
              </a:extLst>
            </p:cNvPr>
            <p:cNvSpPr/>
            <p:nvPr/>
          </p:nvSpPr>
          <p:spPr>
            <a:xfrm>
              <a:off x="4442708" y="2990191"/>
              <a:ext cx="762" cy="967"/>
            </a:xfrm>
            <a:custGeom>
              <a:avLst/>
              <a:gdLst/>
              <a:ahLst/>
              <a:cxnLst/>
              <a:rect l="l" t="t" r="r" b="b"/>
              <a:pathLst>
                <a:path w="64" h="85" extrusionOk="0">
                  <a:moveTo>
                    <a:pt x="63" y="85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9296;p128">
              <a:extLst>
                <a:ext uri="{FF2B5EF4-FFF2-40B4-BE49-F238E27FC236}">
                  <a16:creationId xmlns:a16="http://schemas.microsoft.com/office/drawing/2014/main" id="{663E4B70-5834-44D7-C747-5E57A96C58F5}"/>
                </a:ext>
              </a:extLst>
            </p:cNvPr>
            <p:cNvSpPr/>
            <p:nvPr/>
          </p:nvSpPr>
          <p:spPr>
            <a:xfrm>
              <a:off x="4434742" y="2997094"/>
              <a:ext cx="1250" cy="1205"/>
            </a:xfrm>
            <a:custGeom>
              <a:avLst/>
              <a:gdLst/>
              <a:ahLst/>
              <a:cxnLst/>
              <a:rect l="l" t="t" r="r" b="b"/>
              <a:pathLst>
                <a:path w="105" h="106" extrusionOk="0">
                  <a:moveTo>
                    <a:pt x="0" y="105"/>
                  </a:moveTo>
                  <a:lnTo>
                    <a:pt x="105" y="1"/>
                  </a:lnTo>
                  <a:lnTo>
                    <a:pt x="1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9297;p128">
              <a:extLst>
                <a:ext uri="{FF2B5EF4-FFF2-40B4-BE49-F238E27FC236}">
                  <a16:creationId xmlns:a16="http://schemas.microsoft.com/office/drawing/2014/main" id="{C0735CB1-06CC-6FC1-1EAA-572746328022}"/>
                </a:ext>
              </a:extLst>
            </p:cNvPr>
            <p:cNvSpPr/>
            <p:nvPr/>
          </p:nvSpPr>
          <p:spPr>
            <a:xfrm>
              <a:off x="4184339" y="2879787"/>
              <a:ext cx="2512" cy="728"/>
            </a:xfrm>
            <a:custGeom>
              <a:avLst/>
              <a:gdLst/>
              <a:ahLst/>
              <a:cxnLst/>
              <a:rect l="l" t="t" r="r" b="b"/>
              <a:pathLst>
                <a:path w="211" h="64" extrusionOk="0">
                  <a:moveTo>
                    <a:pt x="210" y="0"/>
                  </a:moveTo>
                  <a:lnTo>
                    <a:pt x="1" y="63"/>
                  </a:lnTo>
                  <a:lnTo>
                    <a:pt x="22" y="63"/>
                  </a:lnTo>
                  <a:lnTo>
                    <a:pt x="2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9298;p128">
              <a:extLst>
                <a:ext uri="{FF2B5EF4-FFF2-40B4-BE49-F238E27FC236}">
                  <a16:creationId xmlns:a16="http://schemas.microsoft.com/office/drawing/2014/main" id="{7AF27614-8234-701F-B4C5-3F489D3C32FF}"/>
                </a:ext>
              </a:extLst>
            </p:cNvPr>
            <p:cNvSpPr/>
            <p:nvPr/>
          </p:nvSpPr>
          <p:spPr>
            <a:xfrm>
              <a:off x="4038591" y="2720356"/>
              <a:ext cx="260870" cy="130886"/>
            </a:xfrm>
            <a:custGeom>
              <a:avLst/>
              <a:gdLst/>
              <a:ahLst/>
              <a:cxnLst/>
              <a:rect l="l" t="t" r="r" b="b"/>
              <a:pathLst>
                <a:path w="21908" h="11509" extrusionOk="0">
                  <a:moveTo>
                    <a:pt x="10860" y="0"/>
                  </a:moveTo>
                  <a:lnTo>
                    <a:pt x="10755" y="84"/>
                  </a:lnTo>
                  <a:lnTo>
                    <a:pt x="10713" y="189"/>
                  </a:lnTo>
                  <a:lnTo>
                    <a:pt x="10567" y="189"/>
                  </a:lnTo>
                  <a:lnTo>
                    <a:pt x="10483" y="252"/>
                  </a:lnTo>
                  <a:lnTo>
                    <a:pt x="10546" y="314"/>
                  </a:lnTo>
                  <a:lnTo>
                    <a:pt x="10546" y="398"/>
                  </a:lnTo>
                  <a:lnTo>
                    <a:pt x="10400" y="419"/>
                  </a:lnTo>
                  <a:lnTo>
                    <a:pt x="10337" y="419"/>
                  </a:lnTo>
                  <a:lnTo>
                    <a:pt x="10253" y="524"/>
                  </a:lnTo>
                  <a:lnTo>
                    <a:pt x="10128" y="524"/>
                  </a:lnTo>
                  <a:lnTo>
                    <a:pt x="10044" y="586"/>
                  </a:lnTo>
                  <a:lnTo>
                    <a:pt x="9981" y="586"/>
                  </a:lnTo>
                  <a:lnTo>
                    <a:pt x="9751" y="733"/>
                  </a:lnTo>
                  <a:lnTo>
                    <a:pt x="9625" y="796"/>
                  </a:lnTo>
                  <a:lnTo>
                    <a:pt x="9521" y="837"/>
                  </a:lnTo>
                  <a:lnTo>
                    <a:pt x="9437" y="837"/>
                  </a:lnTo>
                  <a:lnTo>
                    <a:pt x="9353" y="775"/>
                  </a:lnTo>
                  <a:lnTo>
                    <a:pt x="9312" y="837"/>
                  </a:lnTo>
                  <a:lnTo>
                    <a:pt x="9291" y="921"/>
                  </a:lnTo>
                  <a:lnTo>
                    <a:pt x="9144" y="921"/>
                  </a:lnTo>
                  <a:lnTo>
                    <a:pt x="9102" y="984"/>
                  </a:lnTo>
                  <a:lnTo>
                    <a:pt x="9102" y="1088"/>
                  </a:lnTo>
                  <a:lnTo>
                    <a:pt x="9040" y="1130"/>
                  </a:lnTo>
                  <a:lnTo>
                    <a:pt x="8977" y="1109"/>
                  </a:lnTo>
                  <a:lnTo>
                    <a:pt x="8893" y="1109"/>
                  </a:lnTo>
                  <a:lnTo>
                    <a:pt x="8789" y="1151"/>
                  </a:lnTo>
                  <a:lnTo>
                    <a:pt x="8663" y="1172"/>
                  </a:lnTo>
                  <a:lnTo>
                    <a:pt x="8496" y="1256"/>
                  </a:lnTo>
                  <a:lnTo>
                    <a:pt x="8475" y="1319"/>
                  </a:lnTo>
                  <a:lnTo>
                    <a:pt x="8307" y="1340"/>
                  </a:lnTo>
                  <a:lnTo>
                    <a:pt x="8182" y="1402"/>
                  </a:lnTo>
                  <a:lnTo>
                    <a:pt x="8035" y="1423"/>
                  </a:lnTo>
                  <a:lnTo>
                    <a:pt x="7847" y="1465"/>
                  </a:lnTo>
                  <a:lnTo>
                    <a:pt x="7826" y="1549"/>
                  </a:lnTo>
                  <a:lnTo>
                    <a:pt x="7763" y="1632"/>
                  </a:lnTo>
                  <a:lnTo>
                    <a:pt x="7721" y="1528"/>
                  </a:lnTo>
                  <a:lnTo>
                    <a:pt x="7617" y="1528"/>
                  </a:lnTo>
                  <a:lnTo>
                    <a:pt x="7512" y="1570"/>
                  </a:lnTo>
                  <a:lnTo>
                    <a:pt x="7512" y="1653"/>
                  </a:lnTo>
                  <a:lnTo>
                    <a:pt x="7449" y="1695"/>
                  </a:lnTo>
                  <a:lnTo>
                    <a:pt x="7345" y="1653"/>
                  </a:lnTo>
                  <a:lnTo>
                    <a:pt x="7219" y="1653"/>
                  </a:lnTo>
                  <a:lnTo>
                    <a:pt x="7198" y="1612"/>
                  </a:lnTo>
                  <a:lnTo>
                    <a:pt x="7115" y="1612"/>
                  </a:lnTo>
                  <a:lnTo>
                    <a:pt x="7031" y="1653"/>
                  </a:lnTo>
                  <a:lnTo>
                    <a:pt x="6926" y="1674"/>
                  </a:lnTo>
                  <a:lnTo>
                    <a:pt x="6884" y="1695"/>
                  </a:lnTo>
                  <a:lnTo>
                    <a:pt x="6926" y="1842"/>
                  </a:lnTo>
                  <a:lnTo>
                    <a:pt x="6884" y="1925"/>
                  </a:lnTo>
                  <a:lnTo>
                    <a:pt x="6989" y="1946"/>
                  </a:lnTo>
                  <a:lnTo>
                    <a:pt x="7136" y="1925"/>
                  </a:lnTo>
                  <a:lnTo>
                    <a:pt x="7198" y="2051"/>
                  </a:lnTo>
                  <a:lnTo>
                    <a:pt x="7031" y="2051"/>
                  </a:lnTo>
                  <a:lnTo>
                    <a:pt x="6989" y="2093"/>
                  </a:lnTo>
                  <a:lnTo>
                    <a:pt x="6989" y="2156"/>
                  </a:lnTo>
                  <a:lnTo>
                    <a:pt x="7136" y="2176"/>
                  </a:lnTo>
                  <a:lnTo>
                    <a:pt x="7240" y="2197"/>
                  </a:lnTo>
                  <a:lnTo>
                    <a:pt x="7324" y="2156"/>
                  </a:lnTo>
                  <a:lnTo>
                    <a:pt x="7408" y="2156"/>
                  </a:lnTo>
                  <a:lnTo>
                    <a:pt x="7512" y="2260"/>
                  </a:lnTo>
                  <a:lnTo>
                    <a:pt x="7617" y="2281"/>
                  </a:lnTo>
                  <a:lnTo>
                    <a:pt x="7617" y="2386"/>
                  </a:lnTo>
                  <a:lnTo>
                    <a:pt x="7554" y="2449"/>
                  </a:lnTo>
                  <a:lnTo>
                    <a:pt x="7449" y="2407"/>
                  </a:lnTo>
                  <a:lnTo>
                    <a:pt x="7219" y="2449"/>
                  </a:lnTo>
                  <a:lnTo>
                    <a:pt x="7094" y="2553"/>
                  </a:lnTo>
                  <a:lnTo>
                    <a:pt x="6947" y="2741"/>
                  </a:lnTo>
                  <a:lnTo>
                    <a:pt x="6947" y="2867"/>
                  </a:lnTo>
                  <a:lnTo>
                    <a:pt x="7031" y="2888"/>
                  </a:lnTo>
                  <a:lnTo>
                    <a:pt x="7052" y="3013"/>
                  </a:lnTo>
                  <a:lnTo>
                    <a:pt x="6989" y="3118"/>
                  </a:lnTo>
                  <a:lnTo>
                    <a:pt x="6947" y="3244"/>
                  </a:lnTo>
                  <a:lnTo>
                    <a:pt x="6843" y="3244"/>
                  </a:lnTo>
                  <a:lnTo>
                    <a:pt x="6843" y="3306"/>
                  </a:lnTo>
                  <a:lnTo>
                    <a:pt x="6884" y="3390"/>
                  </a:lnTo>
                  <a:lnTo>
                    <a:pt x="6884" y="3453"/>
                  </a:lnTo>
                  <a:lnTo>
                    <a:pt x="7031" y="3453"/>
                  </a:lnTo>
                  <a:lnTo>
                    <a:pt x="7115" y="3537"/>
                  </a:lnTo>
                  <a:lnTo>
                    <a:pt x="7240" y="3557"/>
                  </a:lnTo>
                  <a:lnTo>
                    <a:pt x="7240" y="3620"/>
                  </a:lnTo>
                  <a:lnTo>
                    <a:pt x="7366" y="3704"/>
                  </a:lnTo>
                  <a:lnTo>
                    <a:pt x="7533" y="3725"/>
                  </a:lnTo>
                  <a:lnTo>
                    <a:pt x="7575" y="3746"/>
                  </a:lnTo>
                  <a:lnTo>
                    <a:pt x="7617" y="4227"/>
                  </a:lnTo>
                  <a:lnTo>
                    <a:pt x="7554" y="4290"/>
                  </a:lnTo>
                  <a:lnTo>
                    <a:pt x="7366" y="4373"/>
                  </a:lnTo>
                  <a:lnTo>
                    <a:pt x="7219" y="4353"/>
                  </a:lnTo>
                  <a:lnTo>
                    <a:pt x="7031" y="4248"/>
                  </a:lnTo>
                  <a:lnTo>
                    <a:pt x="6947" y="4290"/>
                  </a:lnTo>
                  <a:lnTo>
                    <a:pt x="6947" y="4394"/>
                  </a:lnTo>
                  <a:lnTo>
                    <a:pt x="6905" y="4541"/>
                  </a:lnTo>
                  <a:lnTo>
                    <a:pt x="6780" y="4562"/>
                  </a:lnTo>
                  <a:lnTo>
                    <a:pt x="6571" y="4457"/>
                  </a:lnTo>
                  <a:lnTo>
                    <a:pt x="6403" y="4457"/>
                  </a:lnTo>
                  <a:lnTo>
                    <a:pt x="6320" y="4394"/>
                  </a:lnTo>
                  <a:lnTo>
                    <a:pt x="6278" y="4436"/>
                  </a:lnTo>
                  <a:lnTo>
                    <a:pt x="6173" y="4394"/>
                  </a:lnTo>
                  <a:lnTo>
                    <a:pt x="6048" y="4269"/>
                  </a:lnTo>
                  <a:lnTo>
                    <a:pt x="6152" y="4227"/>
                  </a:lnTo>
                  <a:lnTo>
                    <a:pt x="6173" y="4143"/>
                  </a:lnTo>
                  <a:lnTo>
                    <a:pt x="6089" y="4122"/>
                  </a:lnTo>
                  <a:lnTo>
                    <a:pt x="5964" y="4039"/>
                  </a:lnTo>
                  <a:lnTo>
                    <a:pt x="5880" y="4122"/>
                  </a:lnTo>
                  <a:lnTo>
                    <a:pt x="5755" y="4081"/>
                  </a:lnTo>
                  <a:lnTo>
                    <a:pt x="5671" y="4122"/>
                  </a:lnTo>
                  <a:lnTo>
                    <a:pt x="5692" y="4269"/>
                  </a:lnTo>
                  <a:lnTo>
                    <a:pt x="5545" y="4290"/>
                  </a:lnTo>
                  <a:lnTo>
                    <a:pt x="5483" y="4227"/>
                  </a:lnTo>
                  <a:lnTo>
                    <a:pt x="5336" y="4060"/>
                  </a:lnTo>
                  <a:lnTo>
                    <a:pt x="5211" y="4081"/>
                  </a:lnTo>
                  <a:lnTo>
                    <a:pt x="5148" y="4185"/>
                  </a:lnTo>
                  <a:lnTo>
                    <a:pt x="5064" y="4081"/>
                  </a:lnTo>
                  <a:lnTo>
                    <a:pt x="5001" y="4122"/>
                  </a:lnTo>
                  <a:lnTo>
                    <a:pt x="5001" y="4248"/>
                  </a:lnTo>
                  <a:lnTo>
                    <a:pt x="4855" y="4248"/>
                  </a:lnTo>
                  <a:lnTo>
                    <a:pt x="4834" y="4457"/>
                  </a:lnTo>
                  <a:lnTo>
                    <a:pt x="4708" y="4562"/>
                  </a:lnTo>
                  <a:lnTo>
                    <a:pt x="4625" y="4541"/>
                  </a:lnTo>
                  <a:lnTo>
                    <a:pt x="4541" y="4436"/>
                  </a:lnTo>
                  <a:lnTo>
                    <a:pt x="4332" y="4394"/>
                  </a:lnTo>
                  <a:lnTo>
                    <a:pt x="4269" y="4269"/>
                  </a:lnTo>
                  <a:lnTo>
                    <a:pt x="4123" y="4353"/>
                  </a:lnTo>
                  <a:lnTo>
                    <a:pt x="4164" y="4478"/>
                  </a:lnTo>
                  <a:lnTo>
                    <a:pt x="4081" y="4604"/>
                  </a:lnTo>
                  <a:lnTo>
                    <a:pt x="3997" y="4583"/>
                  </a:lnTo>
                  <a:lnTo>
                    <a:pt x="3997" y="4457"/>
                  </a:lnTo>
                  <a:lnTo>
                    <a:pt x="3955" y="4373"/>
                  </a:lnTo>
                  <a:lnTo>
                    <a:pt x="3871" y="4373"/>
                  </a:lnTo>
                  <a:lnTo>
                    <a:pt x="3704" y="4248"/>
                  </a:lnTo>
                  <a:lnTo>
                    <a:pt x="3599" y="4122"/>
                  </a:lnTo>
                  <a:lnTo>
                    <a:pt x="3474" y="4122"/>
                  </a:lnTo>
                  <a:lnTo>
                    <a:pt x="3369" y="3976"/>
                  </a:lnTo>
                  <a:lnTo>
                    <a:pt x="3286" y="3955"/>
                  </a:lnTo>
                  <a:lnTo>
                    <a:pt x="3244" y="3871"/>
                  </a:lnTo>
                  <a:lnTo>
                    <a:pt x="3160" y="3871"/>
                  </a:lnTo>
                  <a:lnTo>
                    <a:pt x="2951" y="3955"/>
                  </a:lnTo>
                  <a:lnTo>
                    <a:pt x="2825" y="3850"/>
                  </a:lnTo>
                  <a:lnTo>
                    <a:pt x="2742" y="3704"/>
                  </a:lnTo>
                  <a:lnTo>
                    <a:pt x="2637" y="3704"/>
                  </a:lnTo>
                  <a:lnTo>
                    <a:pt x="2532" y="3809"/>
                  </a:lnTo>
                  <a:lnTo>
                    <a:pt x="2407" y="3809"/>
                  </a:lnTo>
                  <a:lnTo>
                    <a:pt x="2407" y="3871"/>
                  </a:lnTo>
                  <a:lnTo>
                    <a:pt x="2323" y="3955"/>
                  </a:lnTo>
                  <a:lnTo>
                    <a:pt x="2323" y="3850"/>
                  </a:lnTo>
                  <a:lnTo>
                    <a:pt x="2239" y="3913"/>
                  </a:lnTo>
                  <a:lnTo>
                    <a:pt x="2218" y="3976"/>
                  </a:lnTo>
                  <a:lnTo>
                    <a:pt x="2114" y="4060"/>
                  </a:lnTo>
                  <a:lnTo>
                    <a:pt x="2030" y="3976"/>
                  </a:lnTo>
                  <a:lnTo>
                    <a:pt x="2114" y="3913"/>
                  </a:lnTo>
                  <a:lnTo>
                    <a:pt x="2135" y="3829"/>
                  </a:lnTo>
                  <a:lnTo>
                    <a:pt x="2009" y="3767"/>
                  </a:lnTo>
                  <a:lnTo>
                    <a:pt x="1821" y="3662"/>
                  </a:lnTo>
                  <a:lnTo>
                    <a:pt x="1800" y="3746"/>
                  </a:lnTo>
                  <a:lnTo>
                    <a:pt x="1821" y="3850"/>
                  </a:lnTo>
                  <a:lnTo>
                    <a:pt x="1821" y="3955"/>
                  </a:lnTo>
                  <a:lnTo>
                    <a:pt x="1695" y="3913"/>
                  </a:lnTo>
                  <a:lnTo>
                    <a:pt x="1612" y="3976"/>
                  </a:lnTo>
                  <a:lnTo>
                    <a:pt x="1570" y="4143"/>
                  </a:lnTo>
                  <a:lnTo>
                    <a:pt x="1486" y="4143"/>
                  </a:lnTo>
                  <a:lnTo>
                    <a:pt x="1298" y="4248"/>
                  </a:lnTo>
                  <a:lnTo>
                    <a:pt x="1277" y="4373"/>
                  </a:lnTo>
                  <a:lnTo>
                    <a:pt x="1361" y="4478"/>
                  </a:lnTo>
                  <a:lnTo>
                    <a:pt x="1361" y="4604"/>
                  </a:lnTo>
                  <a:lnTo>
                    <a:pt x="1172" y="4604"/>
                  </a:lnTo>
                  <a:lnTo>
                    <a:pt x="984" y="4645"/>
                  </a:lnTo>
                  <a:lnTo>
                    <a:pt x="1130" y="5106"/>
                  </a:lnTo>
                  <a:lnTo>
                    <a:pt x="1047" y="5169"/>
                  </a:lnTo>
                  <a:lnTo>
                    <a:pt x="1068" y="5336"/>
                  </a:lnTo>
                  <a:lnTo>
                    <a:pt x="879" y="5336"/>
                  </a:lnTo>
                  <a:lnTo>
                    <a:pt x="733" y="5231"/>
                  </a:lnTo>
                  <a:lnTo>
                    <a:pt x="670" y="5127"/>
                  </a:lnTo>
                  <a:lnTo>
                    <a:pt x="356" y="4876"/>
                  </a:lnTo>
                  <a:lnTo>
                    <a:pt x="294" y="4980"/>
                  </a:lnTo>
                  <a:lnTo>
                    <a:pt x="294" y="5106"/>
                  </a:lnTo>
                  <a:lnTo>
                    <a:pt x="126" y="5315"/>
                  </a:lnTo>
                  <a:lnTo>
                    <a:pt x="22" y="5378"/>
                  </a:lnTo>
                  <a:lnTo>
                    <a:pt x="42" y="5629"/>
                  </a:lnTo>
                  <a:lnTo>
                    <a:pt x="126" y="5734"/>
                  </a:lnTo>
                  <a:lnTo>
                    <a:pt x="105" y="6068"/>
                  </a:lnTo>
                  <a:lnTo>
                    <a:pt x="1" y="6278"/>
                  </a:lnTo>
                  <a:lnTo>
                    <a:pt x="231" y="6382"/>
                  </a:lnTo>
                  <a:lnTo>
                    <a:pt x="335" y="6550"/>
                  </a:lnTo>
                  <a:lnTo>
                    <a:pt x="314" y="6633"/>
                  </a:lnTo>
                  <a:lnTo>
                    <a:pt x="503" y="6780"/>
                  </a:lnTo>
                  <a:lnTo>
                    <a:pt x="545" y="6696"/>
                  </a:lnTo>
                  <a:lnTo>
                    <a:pt x="921" y="6801"/>
                  </a:lnTo>
                  <a:lnTo>
                    <a:pt x="1172" y="7052"/>
                  </a:lnTo>
                  <a:lnTo>
                    <a:pt x="1402" y="7428"/>
                  </a:lnTo>
                  <a:lnTo>
                    <a:pt x="1172" y="7428"/>
                  </a:lnTo>
                  <a:lnTo>
                    <a:pt x="1172" y="7533"/>
                  </a:lnTo>
                  <a:lnTo>
                    <a:pt x="1382" y="7679"/>
                  </a:lnTo>
                  <a:lnTo>
                    <a:pt x="1549" y="7617"/>
                  </a:lnTo>
                  <a:lnTo>
                    <a:pt x="1674" y="7721"/>
                  </a:lnTo>
                  <a:lnTo>
                    <a:pt x="1716" y="7721"/>
                  </a:lnTo>
                  <a:lnTo>
                    <a:pt x="1758" y="7784"/>
                  </a:lnTo>
                  <a:lnTo>
                    <a:pt x="1821" y="7784"/>
                  </a:lnTo>
                  <a:lnTo>
                    <a:pt x="1863" y="7721"/>
                  </a:lnTo>
                  <a:lnTo>
                    <a:pt x="1905" y="7721"/>
                  </a:lnTo>
                  <a:lnTo>
                    <a:pt x="1967" y="7784"/>
                  </a:lnTo>
                  <a:lnTo>
                    <a:pt x="2009" y="7721"/>
                  </a:lnTo>
                  <a:lnTo>
                    <a:pt x="2009" y="7638"/>
                  </a:lnTo>
                  <a:lnTo>
                    <a:pt x="2072" y="7679"/>
                  </a:lnTo>
                  <a:lnTo>
                    <a:pt x="2177" y="7596"/>
                  </a:lnTo>
                  <a:lnTo>
                    <a:pt x="2218" y="7512"/>
                  </a:lnTo>
                  <a:lnTo>
                    <a:pt x="2281" y="7512"/>
                  </a:lnTo>
                  <a:lnTo>
                    <a:pt x="2344" y="7428"/>
                  </a:lnTo>
                  <a:lnTo>
                    <a:pt x="2407" y="7428"/>
                  </a:lnTo>
                  <a:lnTo>
                    <a:pt x="2428" y="7470"/>
                  </a:lnTo>
                  <a:lnTo>
                    <a:pt x="2491" y="7428"/>
                  </a:lnTo>
                  <a:lnTo>
                    <a:pt x="2511" y="7366"/>
                  </a:lnTo>
                  <a:lnTo>
                    <a:pt x="2595" y="7282"/>
                  </a:lnTo>
                  <a:lnTo>
                    <a:pt x="2721" y="7282"/>
                  </a:lnTo>
                  <a:lnTo>
                    <a:pt x="2763" y="7303"/>
                  </a:lnTo>
                  <a:lnTo>
                    <a:pt x="2846" y="7303"/>
                  </a:lnTo>
                  <a:lnTo>
                    <a:pt x="2909" y="7282"/>
                  </a:lnTo>
                  <a:lnTo>
                    <a:pt x="2930" y="7303"/>
                  </a:lnTo>
                  <a:lnTo>
                    <a:pt x="2930" y="7386"/>
                  </a:lnTo>
                  <a:lnTo>
                    <a:pt x="2972" y="7470"/>
                  </a:lnTo>
                  <a:lnTo>
                    <a:pt x="3014" y="7407"/>
                  </a:lnTo>
                  <a:lnTo>
                    <a:pt x="3076" y="7407"/>
                  </a:lnTo>
                  <a:lnTo>
                    <a:pt x="3076" y="7470"/>
                  </a:lnTo>
                  <a:lnTo>
                    <a:pt x="3160" y="7491"/>
                  </a:lnTo>
                  <a:lnTo>
                    <a:pt x="3223" y="7470"/>
                  </a:lnTo>
                  <a:lnTo>
                    <a:pt x="3244" y="7407"/>
                  </a:lnTo>
                  <a:lnTo>
                    <a:pt x="3286" y="7386"/>
                  </a:lnTo>
                  <a:lnTo>
                    <a:pt x="3286" y="7324"/>
                  </a:lnTo>
                  <a:lnTo>
                    <a:pt x="3369" y="7303"/>
                  </a:lnTo>
                  <a:lnTo>
                    <a:pt x="3453" y="7324"/>
                  </a:lnTo>
                  <a:lnTo>
                    <a:pt x="3662" y="7324"/>
                  </a:lnTo>
                  <a:lnTo>
                    <a:pt x="3662" y="7386"/>
                  </a:lnTo>
                  <a:lnTo>
                    <a:pt x="3704" y="7470"/>
                  </a:lnTo>
                  <a:lnTo>
                    <a:pt x="3788" y="7491"/>
                  </a:lnTo>
                  <a:lnTo>
                    <a:pt x="3788" y="7512"/>
                  </a:lnTo>
                  <a:lnTo>
                    <a:pt x="3746" y="7596"/>
                  </a:lnTo>
                  <a:lnTo>
                    <a:pt x="3767" y="7638"/>
                  </a:lnTo>
                  <a:lnTo>
                    <a:pt x="3871" y="7742"/>
                  </a:lnTo>
                  <a:lnTo>
                    <a:pt x="3851" y="7826"/>
                  </a:lnTo>
                  <a:lnTo>
                    <a:pt x="3788" y="7951"/>
                  </a:lnTo>
                  <a:lnTo>
                    <a:pt x="3809" y="8014"/>
                  </a:lnTo>
                  <a:lnTo>
                    <a:pt x="3851" y="8056"/>
                  </a:lnTo>
                  <a:lnTo>
                    <a:pt x="3871" y="8098"/>
                  </a:lnTo>
                  <a:lnTo>
                    <a:pt x="3851" y="8140"/>
                  </a:lnTo>
                  <a:lnTo>
                    <a:pt x="3767" y="8161"/>
                  </a:lnTo>
                  <a:lnTo>
                    <a:pt x="3746" y="8307"/>
                  </a:lnTo>
                  <a:lnTo>
                    <a:pt x="3809" y="8454"/>
                  </a:lnTo>
                  <a:lnTo>
                    <a:pt x="3913" y="8475"/>
                  </a:lnTo>
                  <a:lnTo>
                    <a:pt x="3997" y="8516"/>
                  </a:lnTo>
                  <a:lnTo>
                    <a:pt x="3997" y="8558"/>
                  </a:lnTo>
                  <a:lnTo>
                    <a:pt x="3871" y="8621"/>
                  </a:lnTo>
                  <a:lnTo>
                    <a:pt x="3788" y="8621"/>
                  </a:lnTo>
                  <a:lnTo>
                    <a:pt x="3683" y="8516"/>
                  </a:lnTo>
                  <a:lnTo>
                    <a:pt x="3599" y="8516"/>
                  </a:lnTo>
                  <a:lnTo>
                    <a:pt x="3558" y="8558"/>
                  </a:lnTo>
                  <a:lnTo>
                    <a:pt x="3495" y="8516"/>
                  </a:lnTo>
                  <a:lnTo>
                    <a:pt x="3432" y="8516"/>
                  </a:lnTo>
                  <a:lnTo>
                    <a:pt x="3286" y="8558"/>
                  </a:lnTo>
                  <a:lnTo>
                    <a:pt x="3223" y="8516"/>
                  </a:lnTo>
                  <a:lnTo>
                    <a:pt x="3118" y="8537"/>
                  </a:lnTo>
                  <a:lnTo>
                    <a:pt x="2972" y="8579"/>
                  </a:lnTo>
                  <a:lnTo>
                    <a:pt x="2930" y="8663"/>
                  </a:lnTo>
                  <a:lnTo>
                    <a:pt x="2930" y="8726"/>
                  </a:lnTo>
                  <a:lnTo>
                    <a:pt x="2930" y="8788"/>
                  </a:lnTo>
                  <a:lnTo>
                    <a:pt x="2867" y="8830"/>
                  </a:lnTo>
                  <a:lnTo>
                    <a:pt x="2867" y="8893"/>
                  </a:lnTo>
                  <a:lnTo>
                    <a:pt x="3014" y="9039"/>
                  </a:lnTo>
                  <a:lnTo>
                    <a:pt x="3014" y="9102"/>
                  </a:lnTo>
                  <a:lnTo>
                    <a:pt x="3035" y="9144"/>
                  </a:lnTo>
                  <a:lnTo>
                    <a:pt x="3139" y="9102"/>
                  </a:lnTo>
                  <a:lnTo>
                    <a:pt x="3160" y="9186"/>
                  </a:lnTo>
                  <a:lnTo>
                    <a:pt x="3139" y="9207"/>
                  </a:lnTo>
                  <a:lnTo>
                    <a:pt x="3055" y="9165"/>
                  </a:lnTo>
                  <a:lnTo>
                    <a:pt x="3014" y="9186"/>
                  </a:lnTo>
                  <a:lnTo>
                    <a:pt x="2930" y="9249"/>
                  </a:lnTo>
                  <a:lnTo>
                    <a:pt x="2867" y="9207"/>
                  </a:lnTo>
                  <a:lnTo>
                    <a:pt x="2825" y="9207"/>
                  </a:lnTo>
                  <a:lnTo>
                    <a:pt x="2763" y="9186"/>
                  </a:lnTo>
                  <a:lnTo>
                    <a:pt x="2616" y="9207"/>
                  </a:lnTo>
                  <a:lnTo>
                    <a:pt x="2532" y="9186"/>
                  </a:lnTo>
                  <a:lnTo>
                    <a:pt x="2491" y="9249"/>
                  </a:lnTo>
                  <a:lnTo>
                    <a:pt x="2491" y="9291"/>
                  </a:lnTo>
                  <a:lnTo>
                    <a:pt x="2553" y="9395"/>
                  </a:lnTo>
                  <a:lnTo>
                    <a:pt x="2637" y="9395"/>
                  </a:lnTo>
                  <a:lnTo>
                    <a:pt x="2742" y="9416"/>
                  </a:lnTo>
                  <a:lnTo>
                    <a:pt x="2804" y="9521"/>
                  </a:lnTo>
                  <a:lnTo>
                    <a:pt x="2846" y="9563"/>
                  </a:lnTo>
                  <a:lnTo>
                    <a:pt x="2909" y="9688"/>
                  </a:lnTo>
                  <a:lnTo>
                    <a:pt x="2951" y="9709"/>
                  </a:lnTo>
                  <a:lnTo>
                    <a:pt x="2972" y="9772"/>
                  </a:lnTo>
                  <a:lnTo>
                    <a:pt x="3139" y="9939"/>
                  </a:lnTo>
                  <a:lnTo>
                    <a:pt x="3139" y="10086"/>
                  </a:lnTo>
                  <a:lnTo>
                    <a:pt x="3139" y="10211"/>
                  </a:lnTo>
                  <a:lnTo>
                    <a:pt x="3181" y="10211"/>
                  </a:lnTo>
                  <a:lnTo>
                    <a:pt x="3286" y="10190"/>
                  </a:lnTo>
                  <a:lnTo>
                    <a:pt x="3327" y="10190"/>
                  </a:lnTo>
                  <a:lnTo>
                    <a:pt x="3369" y="10211"/>
                  </a:lnTo>
                  <a:lnTo>
                    <a:pt x="3432" y="10295"/>
                  </a:lnTo>
                  <a:lnTo>
                    <a:pt x="3474" y="10337"/>
                  </a:lnTo>
                  <a:lnTo>
                    <a:pt x="3537" y="10441"/>
                  </a:lnTo>
                  <a:lnTo>
                    <a:pt x="3579" y="10441"/>
                  </a:lnTo>
                  <a:lnTo>
                    <a:pt x="3662" y="10420"/>
                  </a:lnTo>
                  <a:lnTo>
                    <a:pt x="3767" y="10441"/>
                  </a:lnTo>
                  <a:lnTo>
                    <a:pt x="3871" y="10462"/>
                  </a:lnTo>
                  <a:lnTo>
                    <a:pt x="3976" y="10462"/>
                  </a:lnTo>
                  <a:lnTo>
                    <a:pt x="4018" y="10504"/>
                  </a:lnTo>
                  <a:lnTo>
                    <a:pt x="3997" y="10546"/>
                  </a:lnTo>
                  <a:lnTo>
                    <a:pt x="3997" y="10609"/>
                  </a:lnTo>
                  <a:lnTo>
                    <a:pt x="3997" y="10755"/>
                  </a:lnTo>
                  <a:lnTo>
                    <a:pt x="3913" y="10923"/>
                  </a:lnTo>
                  <a:lnTo>
                    <a:pt x="3955" y="11048"/>
                  </a:lnTo>
                  <a:lnTo>
                    <a:pt x="3976" y="11195"/>
                  </a:lnTo>
                  <a:lnTo>
                    <a:pt x="4311" y="10881"/>
                  </a:lnTo>
                  <a:lnTo>
                    <a:pt x="4604" y="10776"/>
                  </a:lnTo>
                  <a:lnTo>
                    <a:pt x="4959" y="10839"/>
                  </a:lnTo>
                  <a:lnTo>
                    <a:pt x="5378" y="11069"/>
                  </a:lnTo>
                  <a:lnTo>
                    <a:pt x="5755" y="11508"/>
                  </a:lnTo>
                  <a:lnTo>
                    <a:pt x="5985" y="11467"/>
                  </a:lnTo>
                  <a:lnTo>
                    <a:pt x="6068" y="11446"/>
                  </a:lnTo>
                  <a:lnTo>
                    <a:pt x="5629" y="8726"/>
                  </a:lnTo>
                  <a:lnTo>
                    <a:pt x="7136" y="8433"/>
                  </a:lnTo>
                  <a:lnTo>
                    <a:pt x="8056" y="9060"/>
                  </a:lnTo>
                  <a:lnTo>
                    <a:pt x="8391" y="9186"/>
                  </a:lnTo>
                  <a:lnTo>
                    <a:pt x="8893" y="9479"/>
                  </a:lnTo>
                  <a:lnTo>
                    <a:pt x="9751" y="9395"/>
                  </a:lnTo>
                  <a:lnTo>
                    <a:pt x="10693" y="9395"/>
                  </a:lnTo>
                  <a:lnTo>
                    <a:pt x="10985" y="9604"/>
                  </a:lnTo>
                  <a:lnTo>
                    <a:pt x="11132" y="9981"/>
                  </a:lnTo>
                  <a:lnTo>
                    <a:pt x="11320" y="9897"/>
                  </a:lnTo>
                  <a:lnTo>
                    <a:pt x="11341" y="10713"/>
                  </a:lnTo>
                  <a:lnTo>
                    <a:pt x="11760" y="10755"/>
                  </a:lnTo>
                  <a:lnTo>
                    <a:pt x="11990" y="11446"/>
                  </a:lnTo>
                  <a:lnTo>
                    <a:pt x="12115" y="11446"/>
                  </a:lnTo>
                  <a:lnTo>
                    <a:pt x="12366" y="11299"/>
                  </a:lnTo>
                  <a:lnTo>
                    <a:pt x="12555" y="11278"/>
                  </a:lnTo>
                  <a:lnTo>
                    <a:pt x="12743" y="11299"/>
                  </a:lnTo>
                  <a:lnTo>
                    <a:pt x="12994" y="11446"/>
                  </a:lnTo>
                  <a:lnTo>
                    <a:pt x="13078" y="11467"/>
                  </a:lnTo>
                  <a:lnTo>
                    <a:pt x="13287" y="11257"/>
                  </a:lnTo>
                  <a:lnTo>
                    <a:pt x="13413" y="11048"/>
                  </a:lnTo>
                  <a:lnTo>
                    <a:pt x="13475" y="10964"/>
                  </a:lnTo>
                  <a:lnTo>
                    <a:pt x="13538" y="10818"/>
                  </a:lnTo>
                  <a:lnTo>
                    <a:pt x="13789" y="10525"/>
                  </a:lnTo>
                  <a:lnTo>
                    <a:pt x="13894" y="10504"/>
                  </a:lnTo>
                  <a:lnTo>
                    <a:pt x="13998" y="10337"/>
                  </a:lnTo>
                  <a:lnTo>
                    <a:pt x="14040" y="10337"/>
                  </a:lnTo>
                  <a:lnTo>
                    <a:pt x="14040" y="10295"/>
                  </a:lnTo>
                  <a:lnTo>
                    <a:pt x="14166" y="10211"/>
                  </a:lnTo>
                  <a:lnTo>
                    <a:pt x="14145" y="10148"/>
                  </a:lnTo>
                  <a:lnTo>
                    <a:pt x="14250" y="10023"/>
                  </a:lnTo>
                  <a:lnTo>
                    <a:pt x="14438" y="10044"/>
                  </a:lnTo>
                  <a:lnTo>
                    <a:pt x="14543" y="10107"/>
                  </a:lnTo>
                  <a:lnTo>
                    <a:pt x="14961" y="10148"/>
                  </a:lnTo>
                  <a:lnTo>
                    <a:pt x="15317" y="10148"/>
                  </a:lnTo>
                  <a:lnTo>
                    <a:pt x="15505" y="10107"/>
                  </a:lnTo>
                  <a:lnTo>
                    <a:pt x="15484" y="9981"/>
                  </a:lnTo>
                  <a:lnTo>
                    <a:pt x="15463" y="9835"/>
                  </a:lnTo>
                  <a:lnTo>
                    <a:pt x="15463" y="9709"/>
                  </a:lnTo>
                  <a:lnTo>
                    <a:pt x="15505" y="9667"/>
                  </a:lnTo>
                  <a:lnTo>
                    <a:pt x="15610" y="9688"/>
                  </a:lnTo>
                  <a:lnTo>
                    <a:pt x="15777" y="9709"/>
                  </a:lnTo>
                  <a:lnTo>
                    <a:pt x="15819" y="9667"/>
                  </a:lnTo>
                  <a:lnTo>
                    <a:pt x="16007" y="9667"/>
                  </a:lnTo>
                  <a:lnTo>
                    <a:pt x="16133" y="9730"/>
                  </a:lnTo>
                  <a:lnTo>
                    <a:pt x="16342" y="9793"/>
                  </a:lnTo>
                  <a:lnTo>
                    <a:pt x="16677" y="9835"/>
                  </a:lnTo>
                  <a:lnTo>
                    <a:pt x="16781" y="9793"/>
                  </a:lnTo>
                  <a:lnTo>
                    <a:pt x="16886" y="9709"/>
                  </a:lnTo>
                  <a:lnTo>
                    <a:pt x="17032" y="9730"/>
                  </a:lnTo>
                  <a:lnTo>
                    <a:pt x="17158" y="9730"/>
                  </a:lnTo>
                  <a:lnTo>
                    <a:pt x="17451" y="9667"/>
                  </a:lnTo>
                  <a:lnTo>
                    <a:pt x="17723" y="9730"/>
                  </a:lnTo>
                  <a:lnTo>
                    <a:pt x="17911" y="9688"/>
                  </a:lnTo>
                  <a:lnTo>
                    <a:pt x="18246" y="9688"/>
                  </a:lnTo>
                  <a:lnTo>
                    <a:pt x="18497" y="9793"/>
                  </a:lnTo>
                  <a:lnTo>
                    <a:pt x="18602" y="9772"/>
                  </a:lnTo>
                  <a:lnTo>
                    <a:pt x="18853" y="10044"/>
                  </a:lnTo>
                  <a:lnTo>
                    <a:pt x="19083" y="10107"/>
                  </a:lnTo>
                  <a:lnTo>
                    <a:pt x="19229" y="10044"/>
                  </a:lnTo>
                  <a:lnTo>
                    <a:pt x="19188" y="9897"/>
                  </a:lnTo>
                  <a:lnTo>
                    <a:pt x="19313" y="9814"/>
                  </a:lnTo>
                  <a:lnTo>
                    <a:pt x="19313" y="9772"/>
                  </a:lnTo>
                  <a:lnTo>
                    <a:pt x="19376" y="9730"/>
                  </a:lnTo>
                  <a:lnTo>
                    <a:pt x="19271" y="9625"/>
                  </a:lnTo>
                  <a:lnTo>
                    <a:pt x="19313" y="9521"/>
                  </a:lnTo>
                  <a:lnTo>
                    <a:pt x="19397" y="9458"/>
                  </a:lnTo>
                  <a:lnTo>
                    <a:pt x="19355" y="9207"/>
                  </a:lnTo>
                  <a:lnTo>
                    <a:pt x="19229" y="9144"/>
                  </a:lnTo>
                  <a:lnTo>
                    <a:pt x="19188" y="9039"/>
                  </a:lnTo>
                  <a:lnTo>
                    <a:pt x="19083" y="8851"/>
                  </a:lnTo>
                  <a:lnTo>
                    <a:pt x="19062" y="8747"/>
                  </a:lnTo>
                  <a:lnTo>
                    <a:pt x="19020" y="8663"/>
                  </a:lnTo>
                  <a:lnTo>
                    <a:pt x="19020" y="8579"/>
                  </a:lnTo>
                  <a:lnTo>
                    <a:pt x="18957" y="8412"/>
                  </a:lnTo>
                  <a:lnTo>
                    <a:pt x="19041" y="8328"/>
                  </a:lnTo>
                  <a:lnTo>
                    <a:pt x="19041" y="8265"/>
                  </a:lnTo>
                  <a:lnTo>
                    <a:pt x="18916" y="8244"/>
                  </a:lnTo>
                  <a:lnTo>
                    <a:pt x="18748" y="8265"/>
                  </a:lnTo>
                  <a:lnTo>
                    <a:pt x="18644" y="8202"/>
                  </a:lnTo>
                  <a:lnTo>
                    <a:pt x="18644" y="8119"/>
                  </a:lnTo>
                  <a:lnTo>
                    <a:pt x="18748" y="8014"/>
                  </a:lnTo>
                  <a:lnTo>
                    <a:pt x="18853" y="7951"/>
                  </a:lnTo>
                  <a:lnTo>
                    <a:pt x="18916" y="8014"/>
                  </a:lnTo>
                  <a:lnTo>
                    <a:pt x="19020" y="8014"/>
                  </a:lnTo>
                  <a:lnTo>
                    <a:pt x="19167" y="7930"/>
                  </a:lnTo>
                  <a:lnTo>
                    <a:pt x="19439" y="7889"/>
                  </a:lnTo>
                  <a:lnTo>
                    <a:pt x="19564" y="7847"/>
                  </a:lnTo>
                  <a:lnTo>
                    <a:pt x="19648" y="7826"/>
                  </a:lnTo>
                  <a:lnTo>
                    <a:pt x="19711" y="7889"/>
                  </a:lnTo>
                  <a:lnTo>
                    <a:pt x="19794" y="7889"/>
                  </a:lnTo>
                  <a:lnTo>
                    <a:pt x="19878" y="7826"/>
                  </a:lnTo>
                  <a:lnTo>
                    <a:pt x="19962" y="7826"/>
                  </a:lnTo>
                  <a:lnTo>
                    <a:pt x="19962" y="7742"/>
                  </a:lnTo>
                  <a:lnTo>
                    <a:pt x="20004" y="7617"/>
                  </a:lnTo>
                  <a:lnTo>
                    <a:pt x="19878" y="7575"/>
                  </a:lnTo>
                  <a:lnTo>
                    <a:pt x="19815" y="7512"/>
                  </a:lnTo>
                  <a:lnTo>
                    <a:pt x="19836" y="7428"/>
                  </a:lnTo>
                  <a:lnTo>
                    <a:pt x="19836" y="7177"/>
                  </a:lnTo>
                  <a:lnTo>
                    <a:pt x="19899" y="6842"/>
                  </a:lnTo>
                  <a:lnTo>
                    <a:pt x="19899" y="6696"/>
                  </a:lnTo>
                  <a:lnTo>
                    <a:pt x="19962" y="6550"/>
                  </a:lnTo>
                  <a:lnTo>
                    <a:pt x="20004" y="6278"/>
                  </a:lnTo>
                  <a:lnTo>
                    <a:pt x="20213" y="6278"/>
                  </a:lnTo>
                  <a:lnTo>
                    <a:pt x="20422" y="6361"/>
                  </a:lnTo>
                  <a:lnTo>
                    <a:pt x="20589" y="6382"/>
                  </a:lnTo>
                  <a:lnTo>
                    <a:pt x="20820" y="6340"/>
                  </a:lnTo>
                  <a:lnTo>
                    <a:pt x="20882" y="6340"/>
                  </a:lnTo>
                  <a:lnTo>
                    <a:pt x="20924" y="6424"/>
                  </a:lnTo>
                  <a:lnTo>
                    <a:pt x="21008" y="6424"/>
                  </a:lnTo>
                  <a:lnTo>
                    <a:pt x="21071" y="6382"/>
                  </a:lnTo>
                  <a:lnTo>
                    <a:pt x="21154" y="6278"/>
                  </a:lnTo>
                  <a:lnTo>
                    <a:pt x="21280" y="6236"/>
                  </a:lnTo>
                  <a:lnTo>
                    <a:pt x="21447" y="6068"/>
                  </a:lnTo>
                  <a:lnTo>
                    <a:pt x="21447" y="6006"/>
                  </a:lnTo>
                  <a:lnTo>
                    <a:pt x="21343" y="5838"/>
                  </a:lnTo>
                  <a:lnTo>
                    <a:pt x="21238" y="5608"/>
                  </a:lnTo>
                  <a:lnTo>
                    <a:pt x="21238" y="5378"/>
                  </a:lnTo>
                  <a:lnTo>
                    <a:pt x="21259" y="5231"/>
                  </a:lnTo>
                  <a:lnTo>
                    <a:pt x="21343" y="5169"/>
                  </a:lnTo>
                  <a:lnTo>
                    <a:pt x="21531" y="5106"/>
                  </a:lnTo>
                  <a:lnTo>
                    <a:pt x="21594" y="4980"/>
                  </a:lnTo>
                  <a:lnTo>
                    <a:pt x="21552" y="4917"/>
                  </a:lnTo>
                  <a:lnTo>
                    <a:pt x="21573" y="4813"/>
                  </a:lnTo>
                  <a:lnTo>
                    <a:pt x="21698" y="4666"/>
                  </a:lnTo>
                  <a:lnTo>
                    <a:pt x="21803" y="4604"/>
                  </a:lnTo>
                  <a:lnTo>
                    <a:pt x="21908" y="4499"/>
                  </a:lnTo>
                  <a:lnTo>
                    <a:pt x="21887" y="4478"/>
                  </a:lnTo>
                  <a:lnTo>
                    <a:pt x="21866" y="4457"/>
                  </a:lnTo>
                  <a:lnTo>
                    <a:pt x="21698" y="4394"/>
                  </a:lnTo>
                  <a:lnTo>
                    <a:pt x="21573" y="4269"/>
                  </a:lnTo>
                  <a:lnTo>
                    <a:pt x="21489" y="4269"/>
                  </a:lnTo>
                  <a:lnTo>
                    <a:pt x="21447" y="4164"/>
                  </a:lnTo>
                  <a:lnTo>
                    <a:pt x="21489" y="4039"/>
                  </a:lnTo>
                  <a:lnTo>
                    <a:pt x="21447" y="3976"/>
                  </a:lnTo>
                  <a:lnTo>
                    <a:pt x="21343" y="4060"/>
                  </a:lnTo>
                  <a:lnTo>
                    <a:pt x="21259" y="4164"/>
                  </a:lnTo>
                  <a:lnTo>
                    <a:pt x="21154" y="4185"/>
                  </a:lnTo>
                  <a:lnTo>
                    <a:pt x="20861" y="4227"/>
                  </a:lnTo>
                  <a:lnTo>
                    <a:pt x="20799" y="4269"/>
                  </a:lnTo>
                  <a:lnTo>
                    <a:pt x="20757" y="4332"/>
                  </a:lnTo>
                  <a:lnTo>
                    <a:pt x="20652" y="4269"/>
                  </a:lnTo>
                  <a:lnTo>
                    <a:pt x="20548" y="4227"/>
                  </a:lnTo>
                  <a:lnTo>
                    <a:pt x="20506" y="4227"/>
                  </a:lnTo>
                  <a:lnTo>
                    <a:pt x="20485" y="4185"/>
                  </a:lnTo>
                  <a:lnTo>
                    <a:pt x="20422" y="4143"/>
                  </a:lnTo>
                  <a:lnTo>
                    <a:pt x="20401" y="4060"/>
                  </a:lnTo>
                  <a:lnTo>
                    <a:pt x="20359" y="3976"/>
                  </a:lnTo>
                  <a:lnTo>
                    <a:pt x="20401" y="3934"/>
                  </a:lnTo>
                  <a:lnTo>
                    <a:pt x="20401" y="3850"/>
                  </a:lnTo>
                  <a:lnTo>
                    <a:pt x="20317" y="3809"/>
                  </a:lnTo>
                  <a:lnTo>
                    <a:pt x="20276" y="3809"/>
                  </a:lnTo>
                  <a:lnTo>
                    <a:pt x="20129" y="3725"/>
                  </a:lnTo>
                  <a:lnTo>
                    <a:pt x="20004" y="3704"/>
                  </a:lnTo>
                  <a:lnTo>
                    <a:pt x="19962" y="3704"/>
                  </a:lnTo>
                  <a:lnTo>
                    <a:pt x="19899" y="3557"/>
                  </a:lnTo>
                  <a:lnTo>
                    <a:pt x="19794" y="3390"/>
                  </a:lnTo>
                  <a:lnTo>
                    <a:pt x="19648" y="3244"/>
                  </a:lnTo>
                  <a:lnTo>
                    <a:pt x="19460" y="3223"/>
                  </a:lnTo>
                  <a:lnTo>
                    <a:pt x="19250" y="3223"/>
                  </a:lnTo>
                  <a:lnTo>
                    <a:pt x="19062" y="3244"/>
                  </a:lnTo>
                  <a:lnTo>
                    <a:pt x="19041" y="3306"/>
                  </a:lnTo>
                  <a:lnTo>
                    <a:pt x="19083" y="3348"/>
                  </a:lnTo>
                  <a:lnTo>
                    <a:pt x="19062" y="3411"/>
                  </a:lnTo>
                  <a:lnTo>
                    <a:pt x="18936" y="3453"/>
                  </a:lnTo>
                  <a:lnTo>
                    <a:pt x="18853" y="3432"/>
                  </a:lnTo>
                  <a:lnTo>
                    <a:pt x="18727" y="3495"/>
                  </a:lnTo>
                  <a:lnTo>
                    <a:pt x="18560" y="3411"/>
                  </a:lnTo>
                  <a:lnTo>
                    <a:pt x="18497" y="3432"/>
                  </a:lnTo>
                  <a:lnTo>
                    <a:pt x="18413" y="3495"/>
                  </a:lnTo>
                  <a:lnTo>
                    <a:pt x="18309" y="3495"/>
                  </a:lnTo>
                  <a:lnTo>
                    <a:pt x="18204" y="3411"/>
                  </a:lnTo>
                  <a:lnTo>
                    <a:pt x="18079" y="3348"/>
                  </a:lnTo>
                  <a:lnTo>
                    <a:pt x="18079" y="3285"/>
                  </a:lnTo>
                  <a:lnTo>
                    <a:pt x="18100" y="3202"/>
                  </a:lnTo>
                  <a:lnTo>
                    <a:pt x="17911" y="3118"/>
                  </a:lnTo>
                  <a:lnTo>
                    <a:pt x="17828" y="3181"/>
                  </a:lnTo>
                  <a:lnTo>
                    <a:pt x="17828" y="3306"/>
                  </a:lnTo>
                  <a:lnTo>
                    <a:pt x="17869" y="3327"/>
                  </a:lnTo>
                  <a:lnTo>
                    <a:pt x="17828" y="3390"/>
                  </a:lnTo>
                  <a:lnTo>
                    <a:pt x="17744" y="3453"/>
                  </a:lnTo>
                  <a:lnTo>
                    <a:pt x="17597" y="3453"/>
                  </a:lnTo>
                  <a:lnTo>
                    <a:pt x="16175" y="1695"/>
                  </a:lnTo>
                  <a:lnTo>
                    <a:pt x="15170" y="921"/>
                  </a:lnTo>
                  <a:lnTo>
                    <a:pt x="15107" y="837"/>
                  </a:lnTo>
                  <a:lnTo>
                    <a:pt x="15191" y="816"/>
                  </a:lnTo>
                  <a:lnTo>
                    <a:pt x="15296" y="712"/>
                  </a:lnTo>
                  <a:lnTo>
                    <a:pt x="15296" y="607"/>
                  </a:lnTo>
                  <a:lnTo>
                    <a:pt x="15254" y="565"/>
                  </a:lnTo>
                  <a:lnTo>
                    <a:pt x="15087" y="607"/>
                  </a:lnTo>
                  <a:lnTo>
                    <a:pt x="14961" y="628"/>
                  </a:lnTo>
                  <a:lnTo>
                    <a:pt x="14877" y="733"/>
                  </a:lnTo>
                  <a:lnTo>
                    <a:pt x="14773" y="775"/>
                  </a:lnTo>
                  <a:lnTo>
                    <a:pt x="14647" y="900"/>
                  </a:lnTo>
                  <a:lnTo>
                    <a:pt x="14647" y="984"/>
                  </a:lnTo>
                  <a:lnTo>
                    <a:pt x="14563" y="1047"/>
                  </a:lnTo>
                  <a:lnTo>
                    <a:pt x="14522" y="1151"/>
                  </a:lnTo>
                  <a:lnTo>
                    <a:pt x="14417" y="1235"/>
                  </a:lnTo>
                  <a:lnTo>
                    <a:pt x="14229" y="1235"/>
                  </a:lnTo>
                  <a:lnTo>
                    <a:pt x="14124" y="1298"/>
                  </a:lnTo>
                  <a:lnTo>
                    <a:pt x="14145" y="1423"/>
                  </a:lnTo>
                  <a:lnTo>
                    <a:pt x="14061" y="1465"/>
                  </a:lnTo>
                  <a:lnTo>
                    <a:pt x="14019" y="1423"/>
                  </a:lnTo>
                  <a:lnTo>
                    <a:pt x="13789" y="1360"/>
                  </a:lnTo>
                  <a:lnTo>
                    <a:pt x="13643" y="1423"/>
                  </a:lnTo>
                  <a:lnTo>
                    <a:pt x="13601" y="1507"/>
                  </a:lnTo>
                  <a:lnTo>
                    <a:pt x="13517" y="1507"/>
                  </a:lnTo>
                  <a:lnTo>
                    <a:pt x="13434" y="1402"/>
                  </a:lnTo>
                  <a:lnTo>
                    <a:pt x="13434" y="1235"/>
                  </a:lnTo>
                  <a:lnTo>
                    <a:pt x="13517" y="1172"/>
                  </a:lnTo>
                  <a:lnTo>
                    <a:pt x="13538" y="1088"/>
                  </a:lnTo>
                  <a:lnTo>
                    <a:pt x="13496" y="1026"/>
                  </a:lnTo>
                  <a:lnTo>
                    <a:pt x="13413" y="1109"/>
                  </a:lnTo>
                  <a:lnTo>
                    <a:pt x="13329" y="1109"/>
                  </a:lnTo>
                  <a:lnTo>
                    <a:pt x="13120" y="1005"/>
                  </a:lnTo>
                  <a:lnTo>
                    <a:pt x="12994" y="1026"/>
                  </a:lnTo>
                  <a:lnTo>
                    <a:pt x="13015" y="1109"/>
                  </a:lnTo>
                  <a:lnTo>
                    <a:pt x="13078" y="1130"/>
                  </a:lnTo>
                  <a:lnTo>
                    <a:pt x="12994" y="1214"/>
                  </a:lnTo>
                  <a:lnTo>
                    <a:pt x="12952" y="1214"/>
                  </a:lnTo>
                  <a:lnTo>
                    <a:pt x="12869" y="1088"/>
                  </a:lnTo>
                  <a:lnTo>
                    <a:pt x="12848" y="900"/>
                  </a:lnTo>
                  <a:lnTo>
                    <a:pt x="12638" y="733"/>
                  </a:lnTo>
                  <a:lnTo>
                    <a:pt x="12597" y="775"/>
                  </a:lnTo>
                  <a:lnTo>
                    <a:pt x="12638" y="900"/>
                  </a:lnTo>
                  <a:lnTo>
                    <a:pt x="12638" y="984"/>
                  </a:lnTo>
                  <a:lnTo>
                    <a:pt x="12555" y="984"/>
                  </a:lnTo>
                  <a:lnTo>
                    <a:pt x="12513" y="879"/>
                  </a:lnTo>
                  <a:lnTo>
                    <a:pt x="12450" y="900"/>
                  </a:lnTo>
                  <a:lnTo>
                    <a:pt x="12429" y="1005"/>
                  </a:lnTo>
                  <a:lnTo>
                    <a:pt x="12366" y="1026"/>
                  </a:lnTo>
                  <a:lnTo>
                    <a:pt x="12262" y="942"/>
                  </a:lnTo>
                  <a:lnTo>
                    <a:pt x="12136" y="1026"/>
                  </a:lnTo>
                  <a:lnTo>
                    <a:pt x="12074" y="984"/>
                  </a:lnTo>
                  <a:lnTo>
                    <a:pt x="12032" y="879"/>
                  </a:lnTo>
                  <a:lnTo>
                    <a:pt x="12115" y="837"/>
                  </a:lnTo>
                  <a:lnTo>
                    <a:pt x="12136" y="796"/>
                  </a:lnTo>
                  <a:lnTo>
                    <a:pt x="12115" y="691"/>
                  </a:lnTo>
                  <a:lnTo>
                    <a:pt x="12136" y="586"/>
                  </a:lnTo>
                  <a:lnTo>
                    <a:pt x="12115" y="524"/>
                  </a:lnTo>
                  <a:lnTo>
                    <a:pt x="12032" y="482"/>
                  </a:lnTo>
                  <a:lnTo>
                    <a:pt x="11948" y="398"/>
                  </a:lnTo>
                  <a:lnTo>
                    <a:pt x="11927" y="272"/>
                  </a:lnTo>
                  <a:lnTo>
                    <a:pt x="11864" y="252"/>
                  </a:lnTo>
                  <a:lnTo>
                    <a:pt x="11822" y="84"/>
                  </a:lnTo>
                  <a:lnTo>
                    <a:pt x="11718" y="84"/>
                  </a:lnTo>
                  <a:lnTo>
                    <a:pt x="11592" y="126"/>
                  </a:lnTo>
                  <a:lnTo>
                    <a:pt x="11446" y="126"/>
                  </a:lnTo>
                  <a:lnTo>
                    <a:pt x="11299" y="42"/>
                  </a:lnTo>
                  <a:lnTo>
                    <a:pt x="11132" y="63"/>
                  </a:lnTo>
                  <a:lnTo>
                    <a:pt x="11006" y="0"/>
                  </a:lnTo>
                  <a:lnTo>
                    <a:pt x="10902" y="42"/>
                  </a:lnTo>
                  <a:lnTo>
                    <a:pt x="108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9299;p128">
              <a:extLst>
                <a:ext uri="{FF2B5EF4-FFF2-40B4-BE49-F238E27FC236}">
                  <a16:creationId xmlns:a16="http://schemas.microsoft.com/office/drawing/2014/main" id="{6F3748CF-AFB1-7317-6D2A-42FFBDB49B51}"/>
                </a:ext>
              </a:extLst>
            </p:cNvPr>
            <p:cNvSpPr/>
            <p:nvPr/>
          </p:nvSpPr>
          <p:spPr>
            <a:xfrm>
              <a:off x="4105619" y="2816249"/>
              <a:ext cx="110383" cy="65688"/>
            </a:xfrm>
            <a:custGeom>
              <a:avLst/>
              <a:gdLst/>
              <a:ahLst/>
              <a:cxnLst/>
              <a:rect l="l" t="t" r="r" b="b"/>
              <a:pathLst>
                <a:path w="9270" h="5776" extrusionOk="0">
                  <a:moveTo>
                    <a:pt x="1507" y="1"/>
                  </a:moveTo>
                  <a:lnTo>
                    <a:pt x="0" y="294"/>
                  </a:lnTo>
                  <a:lnTo>
                    <a:pt x="439" y="3014"/>
                  </a:lnTo>
                  <a:lnTo>
                    <a:pt x="732" y="3014"/>
                  </a:lnTo>
                  <a:lnTo>
                    <a:pt x="963" y="3035"/>
                  </a:lnTo>
                  <a:lnTo>
                    <a:pt x="1004" y="2909"/>
                  </a:lnTo>
                  <a:lnTo>
                    <a:pt x="900" y="2804"/>
                  </a:lnTo>
                  <a:lnTo>
                    <a:pt x="879" y="2595"/>
                  </a:lnTo>
                  <a:lnTo>
                    <a:pt x="983" y="2344"/>
                  </a:lnTo>
                  <a:lnTo>
                    <a:pt x="1172" y="2323"/>
                  </a:lnTo>
                  <a:lnTo>
                    <a:pt x="1276" y="2198"/>
                  </a:lnTo>
                  <a:lnTo>
                    <a:pt x="1402" y="2114"/>
                  </a:lnTo>
                  <a:lnTo>
                    <a:pt x="1527" y="2198"/>
                  </a:lnTo>
                  <a:lnTo>
                    <a:pt x="1611" y="2135"/>
                  </a:lnTo>
                  <a:lnTo>
                    <a:pt x="1507" y="2009"/>
                  </a:lnTo>
                  <a:lnTo>
                    <a:pt x="1779" y="2030"/>
                  </a:lnTo>
                  <a:lnTo>
                    <a:pt x="2155" y="2219"/>
                  </a:lnTo>
                  <a:lnTo>
                    <a:pt x="2511" y="2428"/>
                  </a:lnTo>
                  <a:lnTo>
                    <a:pt x="2532" y="2553"/>
                  </a:lnTo>
                  <a:lnTo>
                    <a:pt x="2971" y="2804"/>
                  </a:lnTo>
                  <a:lnTo>
                    <a:pt x="3306" y="2951"/>
                  </a:lnTo>
                  <a:lnTo>
                    <a:pt x="3390" y="2909"/>
                  </a:lnTo>
                  <a:lnTo>
                    <a:pt x="3515" y="2930"/>
                  </a:lnTo>
                  <a:lnTo>
                    <a:pt x="3766" y="3076"/>
                  </a:lnTo>
                  <a:lnTo>
                    <a:pt x="3871" y="3432"/>
                  </a:lnTo>
                  <a:lnTo>
                    <a:pt x="3976" y="3537"/>
                  </a:lnTo>
                  <a:lnTo>
                    <a:pt x="4017" y="3662"/>
                  </a:lnTo>
                  <a:lnTo>
                    <a:pt x="4143" y="3913"/>
                  </a:lnTo>
                  <a:lnTo>
                    <a:pt x="4352" y="3997"/>
                  </a:lnTo>
                  <a:lnTo>
                    <a:pt x="4729" y="4227"/>
                  </a:lnTo>
                  <a:lnTo>
                    <a:pt x="5126" y="4520"/>
                  </a:lnTo>
                  <a:lnTo>
                    <a:pt x="5545" y="4708"/>
                  </a:lnTo>
                  <a:lnTo>
                    <a:pt x="5921" y="5001"/>
                  </a:lnTo>
                  <a:lnTo>
                    <a:pt x="6235" y="5022"/>
                  </a:lnTo>
                  <a:lnTo>
                    <a:pt x="6319" y="5106"/>
                  </a:lnTo>
                  <a:lnTo>
                    <a:pt x="6403" y="5106"/>
                  </a:lnTo>
                  <a:lnTo>
                    <a:pt x="6612" y="5232"/>
                  </a:lnTo>
                  <a:lnTo>
                    <a:pt x="6612" y="5378"/>
                  </a:lnTo>
                  <a:lnTo>
                    <a:pt x="6633" y="5650"/>
                  </a:lnTo>
                  <a:lnTo>
                    <a:pt x="6821" y="5587"/>
                  </a:lnTo>
                  <a:lnTo>
                    <a:pt x="6926" y="5671"/>
                  </a:lnTo>
                  <a:lnTo>
                    <a:pt x="7009" y="5776"/>
                  </a:lnTo>
                  <a:lnTo>
                    <a:pt x="7072" y="5776"/>
                  </a:lnTo>
                  <a:lnTo>
                    <a:pt x="7177" y="5671"/>
                  </a:lnTo>
                  <a:lnTo>
                    <a:pt x="7281" y="5692"/>
                  </a:lnTo>
                  <a:lnTo>
                    <a:pt x="7323" y="5755"/>
                  </a:lnTo>
                  <a:lnTo>
                    <a:pt x="7365" y="5378"/>
                  </a:lnTo>
                  <a:lnTo>
                    <a:pt x="7491" y="5106"/>
                  </a:lnTo>
                  <a:lnTo>
                    <a:pt x="7553" y="5043"/>
                  </a:lnTo>
                  <a:lnTo>
                    <a:pt x="7533" y="4897"/>
                  </a:lnTo>
                  <a:lnTo>
                    <a:pt x="7407" y="4834"/>
                  </a:lnTo>
                  <a:lnTo>
                    <a:pt x="7344" y="4688"/>
                  </a:lnTo>
                  <a:lnTo>
                    <a:pt x="7386" y="4541"/>
                  </a:lnTo>
                  <a:lnTo>
                    <a:pt x="7365" y="4416"/>
                  </a:lnTo>
                  <a:lnTo>
                    <a:pt x="7219" y="4436"/>
                  </a:lnTo>
                  <a:lnTo>
                    <a:pt x="7114" y="4499"/>
                  </a:lnTo>
                  <a:lnTo>
                    <a:pt x="6947" y="4269"/>
                  </a:lnTo>
                  <a:lnTo>
                    <a:pt x="6947" y="4102"/>
                  </a:lnTo>
                  <a:lnTo>
                    <a:pt x="7072" y="3997"/>
                  </a:lnTo>
                  <a:lnTo>
                    <a:pt x="7344" y="4018"/>
                  </a:lnTo>
                  <a:lnTo>
                    <a:pt x="7449" y="3997"/>
                  </a:lnTo>
                  <a:lnTo>
                    <a:pt x="7449" y="3872"/>
                  </a:lnTo>
                  <a:lnTo>
                    <a:pt x="7679" y="3788"/>
                  </a:lnTo>
                  <a:lnTo>
                    <a:pt x="7637" y="3704"/>
                  </a:lnTo>
                  <a:lnTo>
                    <a:pt x="7574" y="3662"/>
                  </a:lnTo>
                  <a:lnTo>
                    <a:pt x="7846" y="3600"/>
                  </a:lnTo>
                  <a:lnTo>
                    <a:pt x="8014" y="3537"/>
                  </a:lnTo>
                  <a:lnTo>
                    <a:pt x="8056" y="3390"/>
                  </a:lnTo>
                  <a:lnTo>
                    <a:pt x="7867" y="3328"/>
                  </a:lnTo>
                  <a:lnTo>
                    <a:pt x="7867" y="3181"/>
                  </a:lnTo>
                  <a:lnTo>
                    <a:pt x="8014" y="3139"/>
                  </a:lnTo>
                  <a:lnTo>
                    <a:pt x="8181" y="3014"/>
                  </a:lnTo>
                  <a:lnTo>
                    <a:pt x="8286" y="3035"/>
                  </a:lnTo>
                  <a:lnTo>
                    <a:pt x="8453" y="2825"/>
                  </a:lnTo>
                  <a:lnTo>
                    <a:pt x="8600" y="2951"/>
                  </a:lnTo>
                  <a:lnTo>
                    <a:pt x="8621" y="3056"/>
                  </a:lnTo>
                  <a:lnTo>
                    <a:pt x="8914" y="3014"/>
                  </a:lnTo>
                  <a:lnTo>
                    <a:pt x="9123" y="3014"/>
                  </a:lnTo>
                  <a:lnTo>
                    <a:pt x="9269" y="2825"/>
                  </a:lnTo>
                  <a:lnTo>
                    <a:pt x="9248" y="2721"/>
                  </a:lnTo>
                  <a:lnTo>
                    <a:pt x="8955" y="2491"/>
                  </a:lnTo>
                  <a:lnTo>
                    <a:pt x="8893" y="2491"/>
                  </a:lnTo>
                  <a:lnTo>
                    <a:pt x="8893" y="2637"/>
                  </a:lnTo>
                  <a:lnTo>
                    <a:pt x="8788" y="2742"/>
                  </a:lnTo>
                  <a:lnTo>
                    <a:pt x="8683" y="2721"/>
                  </a:lnTo>
                  <a:lnTo>
                    <a:pt x="8579" y="2616"/>
                  </a:lnTo>
                  <a:lnTo>
                    <a:pt x="8307" y="2532"/>
                  </a:lnTo>
                  <a:lnTo>
                    <a:pt x="8202" y="2449"/>
                  </a:lnTo>
                  <a:lnTo>
                    <a:pt x="8286" y="2323"/>
                  </a:lnTo>
                  <a:lnTo>
                    <a:pt x="8453" y="2030"/>
                  </a:lnTo>
                  <a:lnTo>
                    <a:pt x="8453" y="1905"/>
                  </a:lnTo>
                  <a:lnTo>
                    <a:pt x="8369" y="1905"/>
                  </a:lnTo>
                  <a:lnTo>
                    <a:pt x="8265" y="2072"/>
                  </a:lnTo>
                  <a:lnTo>
                    <a:pt x="8160" y="2093"/>
                  </a:lnTo>
                  <a:lnTo>
                    <a:pt x="7909" y="2386"/>
                  </a:lnTo>
                  <a:lnTo>
                    <a:pt x="7846" y="2532"/>
                  </a:lnTo>
                  <a:lnTo>
                    <a:pt x="7784" y="2616"/>
                  </a:lnTo>
                  <a:lnTo>
                    <a:pt x="7658" y="2825"/>
                  </a:lnTo>
                  <a:lnTo>
                    <a:pt x="7449" y="3035"/>
                  </a:lnTo>
                  <a:lnTo>
                    <a:pt x="7365" y="3014"/>
                  </a:lnTo>
                  <a:lnTo>
                    <a:pt x="7114" y="2867"/>
                  </a:lnTo>
                  <a:lnTo>
                    <a:pt x="6926" y="2846"/>
                  </a:lnTo>
                  <a:lnTo>
                    <a:pt x="6737" y="2867"/>
                  </a:lnTo>
                  <a:lnTo>
                    <a:pt x="6486" y="3014"/>
                  </a:lnTo>
                  <a:lnTo>
                    <a:pt x="6361" y="3014"/>
                  </a:lnTo>
                  <a:lnTo>
                    <a:pt x="6131" y="2323"/>
                  </a:lnTo>
                  <a:lnTo>
                    <a:pt x="5712" y="2281"/>
                  </a:lnTo>
                  <a:lnTo>
                    <a:pt x="5691" y="1465"/>
                  </a:lnTo>
                  <a:lnTo>
                    <a:pt x="5503" y="1549"/>
                  </a:lnTo>
                  <a:lnTo>
                    <a:pt x="5356" y="1172"/>
                  </a:lnTo>
                  <a:lnTo>
                    <a:pt x="5064" y="963"/>
                  </a:lnTo>
                  <a:lnTo>
                    <a:pt x="4122" y="963"/>
                  </a:lnTo>
                  <a:lnTo>
                    <a:pt x="3264" y="1047"/>
                  </a:lnTo>
                  <a:lnTo>
                    <a:pt x="2762" y="754"/>
                  </a:lnTo>
                  <a:lnTo>
                    <a:pt x="2427" y="628"/>
                  </a:lnTo>
                  <a:lnTo>
                    <a:pt x="15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9300;p128">
              <a:extLst>
                <a:ext uri="{FF2B5EF4-FFF2-40B4-BE49-F238E27FC236}">
                  <a16:creationId xmlns:a16="http://schemas.microsoft.com/office/drawing/2014/main" id="{96AB91B8-8B25-32BF-9534-07ECAE9B466D}"/>
                </a:ext>
              </a:extLst>
            </p:cNvPr>
            <p:cNvSpPr/>
            <p:nvPr/>
          </p:nvSpPr>
          <p:spPr>
            <a:xfrm>
              <a:off x="4085936" y="2839096"/>
              <a:ext cx="98666" cy="59262"/>
            </a:xfrm>
            <a:custGeom>
              <a:avLst/>
              <a:gdLst/>
              <a:ahLst/>
              <a:cxnLst/>
              <a:rect l="l" t="t" r="r" b="b"/>
              <a:pathLst>
                <a:path w="8286" h="5211" extrusionOk="0">
                  <a:moveTo>
                    <a:pt x="3160" y="0"/>
                  </a:moveTo>
                  <a:lnTo>
                    <a:pt x="3264" y="126"/>
                  </a:lnTo>
                  <a:lnTo>
                    <a:pt x="3180" y="189"/>
                  </a:lnTo>
                  <a:lnTo>
                    <a:pt x="3055" y="105"/>
                  </a:lnTo>
                  <a:lnTo>
                    <a:pt x="2929" y="189"/>
                  </a:lnTo>
                  <a:lnTo>
                    <a:pt x="2825" y="314"/>
                  </a:lnTo>
                  <a:lnTo>
                    <a:pt x="2636" y="335"/>
                  </a:lnTo>
                  <a:lnTo>
                    <a:pt x="2532" y="586"/>
                  </a:lnTo>
                  <a:lnTo>
                    <a:pt x="2553" y="795"/>
                  </a:lnTo>
                  <a:lnTo>
                    <a:pt x="2657" y="900"/>
                  </a:lnTo>
                  <a:lnTo>
                    <a:pt x="2616" y="1026"/>
                  </a:lnTo>
                  <a:lnTo>
                    <a:pt x="2385" y="1005"/>
                  </a:lnTo>
                  <a:lnTo>
                    <a:pt x="2092" y="1005"/>
                  </a:lnTo>
                  <a:lnTo>
                    <a:pt x="2009" y="1026"/>
                  </a:lnTo>
                  <a:lnTo>
                    <a:pt x="1779" y="1067"/>
                  </a:lnTo>
                  <a:lnTo>
                    <a:pt x="1402" y="628"/>
                  </a:lnTo>
                  <a:lnTo>
                    <a:pt x="983" y="398"/>
                  </a:lnTo>
                  <a:lnTo>
                    <a:pt x="628" y="335"/>
                  </a:lnTo>
                  <a:lnTo>
                    <a:pt x="335" y="440"/>
                  </a:lnTo>
                  <a:lnTo>
                    <a:pt x="0" y="754"/>
                  </a:lnTo>
                  <a:lnTo>
                    <a:pt x="0" y="816"/>
                  </a:lnTo>
                  <a:lnTo>
                    <a:pt x="84" y="900"/>
                  </a:lnTo>
                  <a:lnTo>
                    <a:pt x="126" y="963"/>
                  </a:lnTo>
                  <a:lnTo>
                    <a:pt x="209" y="1047"/>
                  </a:lnTo>
                  <a:lnTo>
                    <a:pt x="251" y="1151"/>
                  </a:lnTo>
                  <a:lnTo>
                    <a:pt x="356" y="1360"/>
                  </a:lnTo>
                  <a:lnTo>
                    <a:pt x="335" y="1528"/>
                  </a:lnTo>
                  <a:lnTo>
                    <a:pt x="293" y="1653"/>
                  </a:lnTo>
                  <a:lnTo>
                    <a:pt x="314" y="1946"/>
                  </a:lnTo>
                  <a:lnTo>
                    <a:pt x="356" y="2009"/>
                  </a:lnTo>
                  <a:lnTo>
                    <a:pt x="398" y="2093"/>
                  </a:lnTo>
                  <a:lnTo>
                    <a:pt x="607" y="2302"/>
                  </a:lnTo>
                  <a:lnTo>
                    <a:pt x="565" y="2218"/>
                  </a:lnTo>
                  <a:lnTo>
                    <a:pt x="523" y="2155"/>
                  </a:lnTo>
                  <a:lnTo>
                    <a:pt x="544" y="2114"/>
                  </a:lnTo>
                  <a:lnTo>
                    <a:pt x="732" y="2155"/>
                  </a:lnTo>
                  <a:lnTo>
                    <a:pt x="816" y="2093"/>
                  </a:lnTo>
                  <a:lnTo>
                    <a:pt x="858" y="2114"/>
                  </a:lnTo>
                  <a:lnTo>
                    <a:pt x="837" y="2260"/>
                  </a:lnTo>
                  <a:lnTo>
                    <a:pt x="858" y="2365"/>
                  </a:lnTo>
                  <a:lnTo>
                    <a:pt x="942" y="2323"/>
                  </a:lnTo>
                  <a:lnTo>
                    <a:pt x="983" y="2427"/>
                  </a:lnTo>
                  <a:lnTo>
                    <a:pt x="963" y="2490"/>
                  </a:lnTo>
                  <a:lnTo>
                    <a:pt x="858" y="2469"/>
                  </a:lnTo>
                  <a:lnTo>
                    <a:pt x="816" y="2469"/>
                  </a:lnTo>
                  <a:lnTo>
                    <a:pt x="753" y="2427"/>
                  </a:lnTo>
                  <a:lnTo>
                    <a:pt x="649" y="2511"/>
                  </a:lnTo>
                  <a:lnTo>
                    <a:pt x="649" y="2616"/>
                  </a:lnTo>
                  <a:lnTo>
                    <a:pt x="732" y="2699"/>
                  </a:lnTo>
                  <a:lnTo>
                    <a:pt x="711" y="2574"/>
                  </a:lnTo>
                  <a:lnTo>
                    <a:pt x="774" y="2574"/>
                  </a:lnTo>
                  <a:lnTo>
                    <a:pt x="837" y="2595"/>
                  </a:lnTo>
                  <a:lnTo>
                    <a:pt x="921" y="2616"/>
                  </a:lnTo>
                  <a:lnTo>
                    <a:pt x="963" y="2720"/>
                  </a:lnTo>
                  <a:lnTo>
                    <a:pt x="1130" y="2804"/>
                  </a:lnTo>
                  <a:lnTo>
                    <a:pt x="1172" y="2909"/>
                  </a:lnTo>
                  <a:lnTo>
                    <a:pt x="1151" y="3097"/>
                  </a:lnTo>
                  <a:lnTo>
                    <a:pt x="1172" y="3160"/>
                  </a:lnTo>
                  <a:lnTo>
                    <a:pt x="1172" y="3453"/>
                  </a:lnTo>
                  <a:lnTo>
                    <a:pt x="1235" y="3662"/>
                  </a:lnTo>
                  <a:lnTo>
                    <a:pt x="1339" y="3955"/>
                  </a:lnTo>
                  <a:lnTo>
                    <a:pt x="1444" y="3871"/>
                  </a:lnTo>
                  <a:lnTo>
                    <a:pt x="1716" y="3871"/>
                  </a:lnTo>
                  <a:lnTo>
                    <a:pt x="1779" y="3725"/>
                  </a:lnTo>
                  <a:lnTo>
                    <a:pt x="1862" y="3620"/>
                  </a:lnTo>
                  <a:lnTo>
                    <a:pt x="1967" y="3620"/>
                  </a:lnTo>
                  <a:lnTo>
                    <a:pt x="2197" y="3411"/>
                  </a:lnTo>
                  <a:lnTo>
                    <a:pt x="2427" y="3348"/>
                  </a:lnTo>
                  <a:lnTo>
                    <a:pt x="2636" y="3411"/>
                  </a:lnTo>
                  <a:lnTo>
                    <a:pt x="2699" y="3264"/>
                  </a:lnTo>
                  <a:lnTo>
                    <a:pt x="2804" y="3243"/>
                  </a:lnTo>
                  <a:lnTo>
                    <a:pt x="2929" y="3306"/>
                  </a:lnTo>
                  <a:lnTo>
                    <a:pt x="3055" y="3264"/>
                  </a:lnTo>
                  <a:lnTo>
                    <a:pt x="3264" y="3453"/>
                  </a:lnTo>
                  <a:lnTo>
                    <a:pt x="3432" y="3515"/>
                  </a:lnTo>
                  <a:lnTo>
                    <a:pt x="3766" y="3725"/>
                  </a:lnTo>
                  <a:lnTo>
                    <a:pt x="3871" y="3725"/>
                  </a:lnTo>
                  <a:lnTo>
                    <a:pt x="3955" y="3641"/>
                  </a:lnTo>
                  <a:lnTo>
                    <a:pt x="4185" y="3746"/>
                  </a:lnTo>
                  <a:lnTo>
                    <a:pt x="4310" y="3767"/>
                  </a:lnTo>
                  <a:lnTo>
                    <a:pt x="4331" y="3934"/>
                  </a:lnTo>
                  <a:lnTo>
                    <a:pt x="4394" y="3976"/>
                  </a:lnTo>
                  <a:lnTo>
                    <a:pt x="4520" y="3955"/>
                  </a:lnTo>
                  <a:lnTo>
                    <a:pt x="4729" y="3997"/>
                  </a:lnTo>
                  <a:lnTo>
                    <a:pt x="4959" y="4311"/>
                  </a:lnTo>
                  <a:lnTo>
                    <a:pt x="5231" y="4352"/>
                  </a:lnTo>
                  <a:lnTo>
                    <a:pt x="5357" y="4394"/>
                  </a:lnTo>
                  <a:lnTo>
                    <a:pt x="5461" y="4562"/>
                  </a:lnTo>
                  <a:lnTo>
                    <a:pt x="5419" y="4666"/>
                  </a:lnTo>
                  <a:lnTo>
                    <a:pt x="5461" y="4792"/>
                  </a:lnTo>
                  <a:lnTo>
                    <a:pt x="5461" y="4876"/>
                  </a:lnTo>
                  <a:lnTo>
                    <a:pt x="5524" y="4980"/>
                  </a:lnTo>
                  <a:lnTo>
                    <a:pt x="5566" y="4938"/>
                  </a:lnTo>
                  <a:lnTo>
                    <a:pt x="5691" y="4980"/>
                  </a:lnTo>
                  <a:lnTo>
                    <a:pt x="5775" y="5043"/>
                  </a:lnTo>
                  <a:lnTo>
                    <a:pt x="5880" y="5043"/>
                  </a:lnTo>
                  <a:lnTo>
                    <a:pt x="5963" y="4980"/>
                  </a:lnTo>
                  <a:lnTo>
                    <a:pt x="6047" y="4980"/>
                  </a:lnTo>
                  <a:lnTo>
                    <a:pt x="6173" y="5085"/>
                  </a:lnTo>
                  <a:lnTo>
                    <a:pt x="6214" y="5148"/>
                  </a:lnTo>
                  <a:lnTo>
                    <a:pt x="6277" y="5210"/>
                  </a:lnTo>
                  <a:lnTo>
                    <a:pt x="6319" y="5148"/>
                  </a:lnTo>
                  <a:lnTo>
                    <a:pt x="6486" y="5127"/>
                  </a:lnTo>
                  <a:lnTo>
                    <a:pt x="6570" y="5022"/>
                  </a:lnTo>
                  <a:lnTo>
                    <a:pt x="6591" y="4938"/>
                  </a:lnTo>
                  <a:lnTo>
                    <a:pt x="6675" y="4896"/>
                  </a:lnTo>
                  <a:lnTo>
                    <a:pt x="6633" y="4813"/>
                  </a:lnTo>
                  <a:lnTo>
                    <a:pt x="6821" y="4708"/>
                  </a:lnTo>
                  <a:lnTo>
                    <a:pt x="7030" y="4666"/>
                  </a:lnTo>
                  <a:lnTo>
                    <a:pt x="7051" y="4604"/>
                  </a:lnTo>
                  <a:lnTo>
                    <a:pt x="7135" y="4520"/>
                  </a:lnTo>
                  <a:lnTo>
                    <a:pt x="7240" y="4499"/>
                  </a:lnTo>
                  <a:lnTo>
                    <a:pt x="7261" y="4373"/>
                  </a:lnTo>
                  <a:lnTo>
                    <a:pt x="7261" y="4206"/>
                  </a:lnTo>
                  <a:lnTo>
                    <a:pt x="7407" y="4080"/>
                  </a:lnTo>
                  <a:lnTo>
                    <a:pt x="7407" y="3955"/>
                  </a:lnTo>
                  <a:lnTo>
                    <a:pt x="7344" y="3892"/>
                  </a:lnTo>
                  <a:lnTo>
                    <a:pt x="7365" y="3850"/>
                  </a:lnTo>
                  <a:lnTo>
                    <a:pt x="7428" y="3829"/>
                  </a:lnTo>
                  <a:lnTo>
                    <a:pt x="7470" y="3767"/>
                  </a:lnTo>
                  <a:lnTo>
                    <a:pt x="7637" y="3725"/>
                  </a:lnTo>
                  <a:lnTo>
                    <a:pt x="7679" y="3725"/>
                  </a:lnTo>
                  <a:lnTo>
                    <a:pt x="7846" y="3620"/>
                  </a:lnTo>
                  <a:lnTo>
                    <a:pt x="7993" y="3557"/>
                  </a:lnTo>
                  <a:lnTo>
                    <a:pt x="8098" y="3641"/>
                  </a:lnTo>
                  <a:lnTo>
                    <a:pt x="8244" y="3620"/>
                  </a:lnTo>
                  <a:lnTo>
                    <a:pt x="8265" y="3641"/>
                  </a:lnTo>
                  <a:lnTo>
                    <a:pt x="8286" y="3641"/>
                  </a:lnTo>
                  <a:lnTo>
                    <a:pt x="8265" y="3369"/>
                  </a:lnTo>
                  <a:lnTo>
                    <a:pt x="8265" y="3223"/>
                  </a:lnTo>
                  <a:lnTo>
                    <a:pt x="8056" y="3097"/>
                  </a:lnTo>
                  <a:lnTo>
                    <a:pt x="7972" y="3097"/>
                  </a:lnTo>
                  <a:lnTo>
                    <a:pt x="7888" y="3013"/>
                  </a:lnTo>
                  <a:lnTo>
                    <a:pt x="7574" y="2992"/>
                  </a:lnTo>
                  <a:lnTo>
                    <a:pt x="7198" y="2699"/>
                  </a:lnTo>
                  <a:lnTo>
                    <a:pt x="6779" y="2511"/>
                  </a:lnTo>
                  <a:lnTo>
                    <a:pt x="6382" y="2218"/>
                  </a:lnTo>
                  <a:lnTo>
                    <a:pt x="6005" y="1988"/>
                  </a:lnTo>
                  <a:lnTo>
                    <a:pt x="5796" y="1904"/>
                  </a:lnTo>
                  <a:lnTo>
                    <a:pt x="5670" y="1653"/>
                  </a:lnTo>
                  <a:lnTo>
                    <a:pt x="5629" y="1528"/>
                  </a:lnTo>
                  <a:lnTo>
                    <a:pt x="5524" y="1423"/>
                  </a:lnTo>
                  <a:lnTo>
                    <a:pt x="5419" y="1067"/>
                  </a:lnTo>
                  <a:lnTo>
                    <a:pt x="5168" y="921"/>
                  </a:lnTo>
                  <a:lnTo>
                    <a:pt x="5043" y="900"/>
                  </a:lnTo>
                  <a:lnTo>
                    <a:pt x="4959" y="942"/>
                  </a:lnTo>
                  <a:lnTo>
                    <a:pt x="4624" y="795"/>
                  </a:lnTo>
                  <a:lnTo>
                    <a:pt x="4185" y="544"/>
                  </a:lnTo>
                  <a:lnTo>
                    <a:pt x="4164" y="419"/>
                  </a:lnTo>
                  <a:lnTo>
                    <a:pt x="3808" y="210"/>
                  </a:lnTo>
                  <a:lnTo>
                    <a:pt x="3432" y="21"/>
                  </a:lnTo>
                  <a:lnTo>
                    <a:pt x="31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50" name="Google Shape;9301;p128">
              <a:extLst>
                <a:ext uri="{FF2B5EF4-FFF2-40B4-BE49-F238E27FC236}">
                  <a16:creationId xmlns:a16="http://schemas.microsoft.com/office/drawing/2014/main" id="{1FD46A4F-AA75-46FD-6F60-9AE8FCADA066}"/>
                </a:ext>
              </a:extLst>
            </p:cNvPr>
            <p:cNvGrpSpPr/>
            <p:nvPr/>
          </p:nvGrpSpPr>
          <p:grpSpPr>
            <a:xfrm>
              <a:off x="4295710" y="3079670"/>
              <a:ext cx="14968" cy="27135"/>
              <a:chOff x="4842300" y="3099950"/>
              <a:chExt cx="31425" cy="59650"/>
            </a:xfrm>
            <a:grpFill/>
          </p:grpSpPr>
          <p:sp>
            <p:nvSpPr>
              <p:cNvPr id="444" name="Google Shape;9302;p128">
                <a:extLst>
                  <a:ext uri="{FF2B5EF4-FFF2-40B4-BE49-F238E27FC236}">
                    <a16:creationId xmlns:a16="http://schemas.microsoft.com/office/drawing/2014/main" id="{93A668DB-C4F7-16A5-3829-7FB95A59690B}"/>
                  </a:ext>
                </a:extLst>
              </p:cNvPr>
              <p:cNvSpPr/>
              <p:nvPr/>
            </p:nvSpPr>
            <p:spPr>
              <a:xfrm>
                <a:off x="4842300" y="3122950"/>
                <a:ext cx="2125" cy="6825"/>
              </a:xfrm>
              <a:custGeom>
                <a:avLst/>
                <a:gdLst/>
                <a:ahLst/>
                <a:cxnLst/>
                <a:rect l="l" t="t" r="r" b="b"/>
                <a:pathLst>
                  <a:path w="85" h="273" extrusionOk="0">
                    <a:moveTo>
                      <a:pt x="84" y="1"/>
                    </a:moveTo>
                    <a:lnTo>
                      <a:pt x="1" y="22"/>
                    </a:lnTo>
                    <a:lnTo>
                      <a:pt x="43" y="126"/>
                    </a:lnTo>
                    <a:lnTo>
                      <a:pt x="1" y="273"/>
                    </a:lnTo>
                    <a:lnTo>
                      <a:pt x="64" y="126"/>
                    </a:lnTo>
                    <a:lnTo>
                      <a:pt x="43" y="22"/>
                    </a:lnTo>
                    <a:lnTo>
                      <a:pt x="84" y="22"/>
                    </a:lnTo>
                    <a:lnTo>
                      <a:pt x="8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Google Shape;9303;p128">
                <a:extLst>
                  <a:ext uri="{FF2B5EF4-FFF2-40B4-BE49-F238E27FC236}">
                    <a16:creationId xmlns:a16="http://schemas.microsoft.com/office/drawing/2014/main" id="{8EFFBC78-E6F0-513F-F782-9E2BBB73276C}"/>
                  </a:ext>
                </a:extLst>
              </p:cNvPr>
              <p:cNvSpPr/>
              <p:nvPr/>
            </p:nvSpPr>
            <p:spPr>
              <a:xfrm>
                <a:off x="4842300" y="3106225"/>
                <a:ext cx="31425" cy="533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2135" extrusionOk="0">
                    <a:moveTo>
                      <a:pt x="273" y="0"/>
                    </a:moveTo>
                    <a:lnTo>
                      <a:pt x="273" y="21"/>
                    </a:lnTo>
                    <a:lnTo>
                      <a:pt x="294" y="42"/>
                    </a:lnTo>
                    <a:lnTo>
                      <a:pt x="273" y="63"/>
                    </a:lnTo>
                    <a:lnTo>
                      <a:pt x="252" y="105"/>
                    </a:lnTo>
                    <a:lnTo>
                      <a:pt x="252" y="126"/>
                    </a:lnTo>
                    <a:lnTo>
                      <a:pt x="252" y="209"/>
                    </a:lnTo>
                    <a:lnTo>
                      <a:pt x="189" y="314"/>
                    </a:lnTo>
                    <a:lnTo>
                      <a:pt x="147" y="272"/>
                    </a:lnTo>
                    <a:lnTo>
                      <a:pt x="84" y="230"/>
                    </a:lnTo>
                    <a:lnTo>
                      <a:pt x="1" y="230"/>
                    </a:lnTo>
                    <a:lnTo>
                      <a:pt x="1" y="251"/>
                    </a:lnTo>
                    <a:lnTo>
                      <a:pt x="84" y="272"/>
                    </a:lnTo>
                    <a:lnTo>
                      <a:pt x="105" y="335"/>
                    </a:lnTo>
                    <a:lnTo>
                      <a:pt x="84" y="356"/>
                    </a:lnTo>
                    <a:lnTo>
                      <a:pt x="147" y="461"/>
                    </a:lnTo>
                    <a:lnTo>
                      <a:pt x="147" y="628"/>
                    </a:lnTo>
                    <a:lnTo>
                      <a:pt x="84" y="691"/>
                    </a:lnTo>
                    <a:lnTo>
                      <a:pt x="64" y="942"/>
                    </a:lnTo>
                    <a:lnTo>
                      <a:pt x="84" y="1005"/>
                    </a:lnTo>
                    <a:lnTo>
                      <a:pt x="43" y="1046"/>
                    </a:lnTo>
                    <a:lnTo>
                      <a:pt x="84" y="1277"/>
                    </a:lnTo>
                    <a:lnTo>
                      <a:pt x="84" y="1360"/>
                    </a:lnTo>
                    <a:lnTo>
                      <a:pt x="168" y="1611"/>
                    </a:lnTo>
                    <a:lnTo>
                      <a:pt x="252" y="1925"/>
                    </a:lnTo>
                    <a:lnTo>
                      <a:pt x="315" y="2051"/>
                    </a:lnTo>
                    <a:lnTo>
                      <a:pt x="461" y="2134"/>
                    </a:lnTo>
                    <a:lnTo>
                      <a:pt x="587" y="2113"/>
                    </a:lnTo>
                    <a:lnTo>
                      <a:pt x="775" y="2093"/>
                    </a:lnTo>
                    <a:lnTo>
                      <a:pt x="942" y="2030"/>
                    </a:lnTo>
                    <a:lnTo>
                      <a:pt x="1131" y="1821"/>
                    </a:lnTo>
                    <a:lnTo>
                      <a:pt x="1214" y="1674"/>
                    </a:lnTo>
                    <a:lnTo>
                      <a:pt x="1256" y="1569"/>
                    </a:lnTo>
                    <a:lnTo>
                      <a:pt x="1235" y="1486"/>
                    </a:lnTo>
                    <a:lnTo>
                      <a:pt x="1256" y="1423"/>
                    </a:lnTo>
                    <a:lnTo>
                      <a:pt x="1256" y="1277"/>
                    </a:lnTo>
                    <a:lnTo>
                      <a:pt x="1235" y="1214"/>
                    </a:lnTo>
                    <a:lnTo>
                      <a:pt x="1256" y="1109"/>
                    </a:lnTo>
                    <a:lnTo>
                      <a:pt x="1152" y="1046"/>
                    </a:lnTo>
                    <a:lnTo>
                      <a:pt x="1089" y="795"/>
                    </a:lnTo>
                    <a:lnTo>
                      <a:pt x="1005" y="628"/>
                    </a:lnTo>
                    <a:lnTo>
                      <a:pt x="900" y="628"/>
                    </a:lnTo>
                    <a:lnTo>
                      <a:pt x="900" y="586"/>
                    </a:lnTo>
                    <a:lnTo>
                      <a:pt x="796" y="586"/>
                    </a:lnTo>
                    <a:lnTo>
                      <a:pt x="921" y="544"/>
                    </a:lnTo>
                    <a:lnTo>
                      <a:pt x="900" y="481"/>
                    </a:lnTo>
                    <a:lnTo>
                      <a:pt x="838" y="461"/>
                    </a:lnTo>
                    <a:lnTo>
                      <a:pt x="775" y="335"/>
                    </a:lnTo>
                    <a:lnTo>
                      <a:pt x="712" y="335"/>
                    </a:lnTo>
                    <a:lnTo>
                      <a:pt x="691" y="230"/>
                    </a:lnTo>
                    <a:lnTo>
                      <a:pt x="670" y="168"/>
                    </a:lnTo>
                    <a:lnTo>
                      <a:pt x="670" y="126"/>
                    </a:lnTo>
                    <a:lnTo>
                      <a:pt x="482" y="42"/>
                    </a:lnTo>
                    <a:lnTo>
                      <a:pt x="461" y="105"/>
                    </a:lnTo>
                    <a:lnTo>
                      <a:pt x="377" y="63"/>
                    </a:lnTo>
                    <a:lnTo>
                      <a:pt x="398" y="21"/>
                    </a:lnTo>
                    <a:lnTo>
                      <a:pt x="27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Google Shape;9304;p128">
                <a:extLst>
                  <a:ext uri="{FF2B5EF4-FFF2-40B4-BE49-F238E27FC236}">
                    <a16:creationId xmlns:a16="http://schemas.microsoft.com/office/drawing/2014/main" id="{0E938261-AC9C-2F0C-7EC1-AB44EC8B282F}"/>
                  </a:ext>
                </a:extLst>
              </p:cNvPr>
              <p:cNvSpPr/>
              <p:nvPr/>
            </p:nvSpPr>
            <p:spPr>
              <a:xfrm>
                <a:off x="4844400" y="3099950"/>
                <a:ext cx="5250" cy="4725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89" extrusionOk="0">
                    <a:moveTo>
                      <a:pt x="189" y="0"/>
                    </a:moveTo>
                    <a:lnTo>
                      <a:pt x="0" y="42"/>
                    </a:lnTo>
                    <a:lnTo>
                      <a:pt x="0" y="105"/>
                    </a:lnTo>
                    <a:lnTo>
                      <a:pt x="126" y="188"/>
                    </a:lnTo>
                    <a:lnTo>
                      <a:pt x="126" y="147"/>
                    </a:lnTo>
                    <a:lnTo>
                      <a:pt x="168" y="147"/>
                    </a:lnTo>
                    <a:lnTo>
                      <a:pt x="210" y="42"/>
                    </a:lnTo>
                    <a:lnTo>
                      <a:pt x="18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Google Shape;9305;p128">
                <a:extLst>
                  <a:ext uri="{FF2B5EF4-FFF2-40B4-BE49-F238E27FC236}">
                    <a16:creationId xmlns:a16="http://schemas.microsoft.com/office/drawing/2014/main" id="{75AADCD7-62E4-4652-E0E9-F2739FE587BC}"/>
                  </a:ext>
                </a:extLst>
              </p:cNvPr>
              <p:cNvSpPr/>
              <p:nvPr/>
            </p:nvSpPr>
            <p:spPr>
              <a:xfrm>
                <a:off x="4849625" y="3101500"/>
                <a:ext cx="787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315" h="252" extrusionOk="0">
                    <a:moveTo>
                      <a:pt x="43" y="1"/>
                    </a:moveTo>
                    <a:lnTo>
                      <a:pt x="43" y="43"/>
                    </a:lnTo>
                    <a:lnTo>
                      <a:pt x="84" y="85"/>
                    </a:lnTo>
                    <a:lnTo>
                      <a:pt x="1" y="85"/>
                    </a:lnTo>
                    <a:lnTo>
                      <a:pt x="1" y="105"/>
                    </a:lnTo>
                    <a:lnTo>
                      <a:pt x="126" y="147"/>
                    </a:lnTo>
                    <a:lnTo>
                      <a:pt x="189" y="210"/>
                    </a:lnTo>
                    <a:lnTo>
                      <a:pt x="273" y="210"/>
                    </a:lnTo>
                    <a:lnTo>
                      <a:pt x="315" y="252"/>
                    </a:lnTo>
                    <a:lnTo>
                      <a:pt x="294" y="210"/>
                    </a:lnTo>
                    <a:lnTo>
                      <a:pt x="168" y="105"/>
                    </a:lnTo>
                    <a:lnTo>
                      <a:pt x="168" y="22"/>
                    </a:lnTo>
                    <a:lnTo>
                      <a:pt x="4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51" name="Google Shape;9306;p128">
              <a:extLst>
                <a:ext uri="{FF2B5EF4-FFF2-40B4-BE49-F238E27FC236}">
                  <a16:creationId xmlns:a16="http://schemas.microsoft.com/office/drawing/2014/main" id="{E050F0E9-853A-F7CC-79BE-A7B47A730400}"/>
                </a:ext>
              </a:extLst>
            </p:cNvPr>
            <p:cNvSpPr/>
            <p:nvPr/>
          </p:nvSpPr>
          <p:spPr>
            <a:xfrm>
              <a:off x="4210500" y="2911903"/>
              <a:ext cx="193104" cy="180152"/>
            </a:xfrm>
            <a:custGeom>
              <a:avLst/>
              <a:gdLst/>
              <a:ahLst/>
              <a:cxnLst/>
              <a:rect l="l" t="t" r="r" b="b"/>
              <a:pathLst>
                <a:path w="16217" h="15841" extrusionOk="0">
                  <a:moveTo>
                    <a:pt x="6906" y="15150"/>
                  </a:moveTo>
                  <a:lnTo>
                    <a:pt x="6927" y="15212"/>
                  </a:lnTo>
                  <a:lnTo>
                    <a:pt x="6927" y="15171"/>
                  </a:lnTo>
                  <a:lnTo>
                    <a:pt x="6906" y="15150"/>
                  </a:lnTo>
                  <a:close/>
                  <a:moveTo>
                    <a:pt x="3997" y="1"/>
                  </a:moveTo>
                  <a:lnTo>
                    <a:pt x="3914" y="147"/>
                  </a:lnTo>
                  <a:lnTo>
                    <a:pt x="3788" y="147"/>
                  </a:lnTo>
                  <a:lnTo>
                    <a:pt x="3600" y="294"/>
                  </a:lnTo>
                  <a:lnTo>
                    <a:pt x="3453" y="587"/>
                  </a:lnTo>
                  <a:lnTo>
                    <a:pt x="3391" y="629"/>
                  </a:lnTo>
                  <a:lnTo>
                    <a:pt x="3286" y="733"/>
                  </a:lnTo>
                  <a:lnTo>
                    <a:pt x="3223" y="733"/>
                  </a:lnTo>
                  <a:lnTo>
                    <a:pt x="3119" y="817"/>
                  </a:lnTo>
                  <a:lnTo>
                    <a:pt x="3014" y="838"/>
                  </a:lnTo>
                  <a:lnTo>
                    <a:pt x="2826" y="1026"/>
                  </a:lnTo>
                  <a:lnTo>
                    <a:pt x="2846" y="1089"/>
                  </a:lnTo>
                  <a:lnTo>
                    <a:pt x="2930" y="1298"/>
                  </a:lnTo>
                  <a:lnTo>
                    <a:pt x="2867" y="1570"/>
                  </a:lnTo>
                  <a:lnTo>
                    <a:pt x="2867" y="1717"/>
                  </a:lnTo>
                  <a:lnTo>
                    <a:pt x="2763" y="1779"/>
                  </a:lnTo>
                  <a:lnTo>
                    <a:pt x="2616" y="1968"/>
                  </a:lnTo>
                  <a:lnTo>
                    <a:pt x="2700" y="2031"/>
                  </a:lnTo>
                  <a:lnTo>
                    <a:pt x="2700" y="2135"/>
                  </a:lnTo>
                  <a:lnTo>
                    <a:pt x="2637" y="2261"/>
                  </a:lnTo>
                  <a:lnTo>
                    <a:pt x="2428" y="2365"/>
                  </a:lnTo>
                  <a:lnTo>
                    <a:pt x="2323" y="2554"/>
                  </a:lnTo>
                  <a:lnTo>
                    <a:pt x="2302" y="2721"/>
                  </a:lnTo>
                  <a:lnTo>
                    <a:pt x="2219" y="2867"/>
                  </a:lnTo>
                  <a:lnTo>
                    <a:pt x="1968" y="3035"/>
                  </a:lnTo>
                  <a:lnTo>
                    <a:pt x="1863" y="3391"/>
                  </a:lnTo>
                  <a:lnTo>
                    <a:pt x="1675" y="3600"/>
                  </a:lnTo>
                  <a:lnTo>
                    <a:pt x="1361" y="3600"/>
                  </a:lnTo>
                  <a:lnTo>
                    <a:pt x="1152" y="3725"/>
                  </a:lnTo>
                  <a:lnTo>
                    <a:pt x="1068" y="3704"/>
                  </a:lnTo>
                  <a:lnTo>
                    <a:pt x="1047" y="3600"/>
                  </a:lnTo>
                  <a:lnTo>
                    <a:pt x="922" y="3537"/>
                  </a:lnTo>
                  <a:lnTo>
                    <a:pt x="838" y="3600"/>
                  </a:lnTo>
                  <a:lnTo>
                    <a:pt x="733" y="3642"/>
                  </a:lnTo>
                  <a:lnTo>
                    <a:pt x="691" y="3746"/>
                  </a:lnTo>
                  <a:lnTo>
                    <a:pt x="545" y="3956"/>
                  </a:lnTo>
                  <a:lnTo>
                    <a:pt x="461" y="3976"/>
                  </a:lnTo>
                  <a:lnTo>
                    <a:pt x="357" y="4228"/>
                  </a:lnTo>
                  <a:lnTo>
                    <a:pt x="357" y="4374"/>
                  </a:lnTo>
                  <a:lnTo>
                    <a:pt x="461" y="4353"/>
                  </a:lnTo>
                  <a:lnTo>
                    <a:pt x="608" y="4395"/>
                  </a:lnTo>
                  <a:lnTo>
                    <a:pt x="670" y="4374"/>
                  </a:lnTo>
                  <a:lnTo>
                    <a:pt x="775" y="4374"/>
                  </a:lnTo>
                  <a:lnTo>
                    <a:pt x="859" y="4562"/>
                  </a:lnTo>
                  <a:lnTo>
                    <a:pt x="838" y="4688"/>
                  </a:lnTo>
                  <a:lnTo>
                    <a:pt x="859" y="4897"/>
                  </a:lnTo>
                  <a:lnTo>
                    <a:pt x="1068" y="5023"/>
                  </a:lnTo>
                  <a:lnTo>
                    <a:pt x="1173" y="5023"/>
                  </a:lnTo>
                  <a:lnTo>
                    <a:pt x="1256" y="5085"/>
                  </a:lnTo>
                  <a:lnTo>
                    <a:pt x="1214" y="5169"/>
                  </a:lnTo>
                  <a:lnTo>
                    <a:pt x="1340" y="5316"/>
                  </a:lnTo>
                  <a:lnTo>
                    <a:pt x="1466" y="5692"/>
                  </a:lnTo>
                  <a:lnTo>
                    <a:pt x="1445" y="5755"/>
                  </a:lnTo>
                  <a:lnTo>
                    <a:pt x="1486" y="5818"/>
                  </a:lnTo>
                  <a:lnTo>
                    <a:pt x="1382" y="5860"/>
                  </a:lnTo>
                  <a:lnTo>
                    <a:pt x="1256" y="5943"/>
                  </a:lnTo>
                  <a:lnTo>
                    <a:pt x="1194" y="5860"/>
                  </a:lnTo>
                  <a:lnTo>
                    <a:pt x="1256" y="5797"/>
                  </a:lnTo>
                  <a:lnTo>
                    <a:pt x="1256" y="5797"/>
                  </a:lnTo>
                  <a:lnTo>
                    <a:pt x="1131" y="5818"/>
                  </a:lnTo>
                  <a:lnTo>
                    <a:pt x="1068" y="5860"/>
                  </a:lnTo>
                  <a:lnTo>
                    <a:pt x="838" y="5964"/>
                  </a:lnTo>
                  <a:lnTo>
                    <a:pt x="440" y="5943"/>
                  </a:lnTo>
                  <a:lnTo>
                    <a:pt x="336" y="6006"/>
                  </a:lnTo>
                  <a:lnTo>
                    <a:pt x="252" y="5964"/>
                  </a:lnTo>
                  <a:lnTo>
                    <a:pt x="210" y="6111"/>
                  </a:lnTo>
                  <a:lnTo>
                    <a:pt x="126" y="6132"/>
                  </a:lnTo>
                  <a:lnTo>
                    <a:pt x="22" y="6215"/>
                  </a:lnTo>
                  <a:lnTo>
                    <a:pt x="1" y="6362"/>
                  </a:lnTo>
                  <a:lnTo>
                    <a:pt x="168" y="6257"/>
                  </a:lnTo>
                  <a:lnTo>
                    <a:pt x="336" y="6236"/>
                  </a:lnTo>
                  <a:lnTo>
                    <a:pt x="210" y="6320"/>
                  </a:lnTo>
                  <a:lnTo>
                    <a:pt x="106" y="6445"/>
                  </a:lnTo>
                  <a:lnTo>
                    <a:pt x="85" y="6571"/>
                  </a:lnTo>
                  <a:lnTo>
                    <a:pt x="147" y="6592"/>
                  </a:lnTo>
                  <a:lnTo>
                    <a:pt x="336" y="6780"/>
                  </a:lnTo>
                  <a:lnTo>
                    <a:pt x="691" y="6906"/>
                  </a:lnTo>
                  <a:lnTo>
                    <a:pt x="817" y="6885"/>
                  </a:lnTo>
                  <a:lnTo>
                    <a:pt x="963" y="6885"/>
                  </a:lnTo>
                  <a:lnTo>
                    <a:pt x="1194" y="6780"/>
                  </a:lnTo>
                  <a:lnTo>
                    <a:pt x="1194" y="6738"/>
                  </a:lnTo>
                  <a:lnTo>
                    <a:pt x="1194" y="6697"/>
                  </a:lnTo>
                  <a:lnTo>
                    <a:pt x="1214" y="6697"/>
                  </a:lnTo>
                  <a:lnTo>
                    <a:pt x="1340" y="6738"/>
                  </a:lnTo>
                  <a:lnTo>
                    <a:pt x="1298" y="6843"/>
                  </a:lnTo>
                  <a:lnTo>
                    <a:pt x="1256" y="6843"/>
                  </a:lnTo>
                  <a:lnTo>
                    <a:pt x="1152" y="6989"/>
                  </a:lnTo>
                  <a:lnTo>
                    <a:pt x="1068" y="6989"/>
                  </a:lnTo>
                  <a:lnTo>
                    <a:pt x="838" y="7178"/>
                  </a:lnTo>
                  <a:lnTo>
                    <a:pt x="838" y="7220"/>
                  </a:lnTo>
                  <a:lnTo>
                    <a:pt x="754" y="7199"/>
                  </a:lnTo>
                  <a:lnTo>
                    <a:pt x="733" y="7199"/>
                  </a:lnTo>
                  <a:lnTo>
                    <a:pt x="650" y="7261"/>
                  </a:lnTo>
                  <a:lnTo>
                    <a:pt x="566" y="7220"/>
                  </a:lnTo>
                  <a:lnTo>
                    <a:pt x="566" y="7115"/>
                  </a:lnTo>
                  <a:lnTo>
                    <a:pt x="503" y="7115"/>
                  </a:lnTo>
                  <a:lnTo>
                    <a:pt x="461" y="7094"/>
                  </a:lnTo>
                  <a:lnTo>
                    <a:pt x="419" y="7094"/>
                  </a:lnTo>
                  <a:lnTo>
                    <a:pt x="398" y="7178"/>
                  </a:lnTo>
                  <a:lnTo>
                    <a:pt x="419" y="7261"/>
                  </a:lnTo>
                  <a:lnTo>
                    <a:pt x="650" y="7492"/>
                  </a:lnTo>
                  <a:lnTo>
                    <a:pt x="733" y="7533"/>
                  </a:lnTo>
                  <a:lnTo>
                    <a:pt x="775" y="7533"/>
                  </a:lnTo>
                  <a:lnTo>
                    <a:pt x="817" y="7575"/>
                  </a:lnTo>
                  <a:lnTo>
                    <a:pt x="984" y="7826"/>
                  </a:lnTo>
                  <a:lnTo>
                    <a:pt x="1403" y="8161"/>
                  </a:lnTo>
                  <a:lnTo>
                    <a:pt x="1612" y="8224"/>
                  </a:lnTo>
                  <a:lnTo>
                    <a:pt x="1779" y="8161"/>
                  </a:lnTo>
                  <a:lnTo>
                    <a:pt x="2072" y="7994"/>
                  </a:lnTo>
                  <a:lnTo>
                    <a:pt x="2261" y="7889"/>
                  </a:lnTo>
                  <a:lnTo>
                    <a:pt x="2261" y="7826"/>
                  </a:lnTo>
                  <a:lnTo>
                    <a:pt x="2344" y="7722"/>
                  </a:lnTo>
                  <a:lnTo>
                    <a:pt x="2386" y="7513"/>
                  </a:lnTo>
                  <a:lnTo>
                    <a:pt x="2302" y="7408"/>
                  </a:lnTo>
                  <a:lnTo>
                    <a:pt x="2386" y="7199"/>
                  </a:lnTo>
                  <a:lnTo>
                    <a:pt x="2386" y="7094"/>
                  </a:lnTo>
                  <a:lnTo>
                    <a:pt x="2407" y="7010"/>
                  </a:lnTo>
                  <a:lnTo>
                    <a:pt x="2428" y="7094"/>
                  </a:lnTo>
                  <a:lnTo>
                    <a:pt x="2595" y="7094"/>
                  </a:lnTo>
                  <a:lnTo>
                    <a:pt x="2637" y="7115"/>
                  </a:lnTo>
                  <a:lnTo>
                    <a:pt x="2742" y="7073"/>
                  </a:lnTo>
                  <a:lnTo>
                    <a:pt x="2721" y="7115"/>
                  </a:lnTo>
                  <a:lnTo>
                    <a:pt x="2616" y="7220"/>
                  </a:lnTo>
                  <a:lnTo>
                    <a:pt x="2533" y="7199"/>
                  </a:lnTo>
                  <a:lnTo>
                    <a:pt x="2512" y="7220"/>
                  </a:lnTo>
                  <a:lnTo>
                    <a:pt x="2491" y="7366"/>
                  </a:lnTo>
                  <a:lnTo>
                    <a:pt x="2533" y="7429"/>
                  </a:lnTo>
                  <a:lnTo>
                    <a:pt x="2533" y="7533"/>
                  </a:lnTo>
                  <a:lnTo>
                    <a:pt x="2595" y="7575"/>
                  </a:lnTo>
                  <a:lnTo>
                    <a:pt x="2742" y="7533"/>
                  </a:lnTo>
                  <a:lnTo>
                    <a:pt x="2826" y="7575"/>
                  </a:lnTo>
                  <a:lnTo>
                    <a:pt x="2742" y="7575"/>
                  </a:lnTo>
                  <a:lnTo>
                    <a:pt x="2700" y="7617"/>
                  </a:lnTo>
                  <a:lnTo>
                    <a:pt x="2554" y="7701"/>
                  </a:lnTo>
                  <a:lnTo>
                    <a:pt x="2616" y="7952"/>
                  </a:lnTo>
                  <a:lnTo>
                    <a:pt x="2700" y="8015"/>
                  </a:lnTo>
                  <a:lnTo>
                    <a:pt x="2742" y="8203"/>
                  </a:lnTo>
                  <a:lnTo>
                    <a:pt x="2742" y="8349"/>
                  </a:lnTo>
                  <a:lnTo>
                    <a:pt x="2700" y="8475"/>
                  </a:lnTo>
                  <a:lnTo>
                    <a:pt x="2700" y="8580"/>
                  </a:lnTo>
                  <a:lnTo>
                    <a:pt x="2784" y="8642"/>
                  </a:lnTo>
                  <a:lnTo>
                    <a:pt x="2700" y="8684"/>
                  </a:lnTo>
                  <a:lnTo>
                    <a:pt x="2721" y="8873"/>
                  </a:lnTo>
                  <a:lnTo>
                    <a:pt x="2867" y="9186"/>
                  </a:lnTo>
                  <a:lnTo>
                    <a:pt x="2909" y="9291"/>
                  </a:lnTo>
                  <a:lnTo>
                    <a:pt x="2951" y="9375"/>
                  </a:lnTo>
                  <a:lnTo>
                    <a:pt x="2867" y="9396"/>
                  </a:lnTo>
                  <a:lnTo>
                    <a:pt x="2867" y="9521"/>
                  </a:lnTo>
                  <a:lnTo>
                    <a:pt x="3035" y="9730"/>
                  </a:lnTo>
                  <a:lnTo>
                    <a:pt x="2909" y="9730"/>
                  </a:lnTo>
                  <a:lnTo>
                    <a:pt x="3035" y="9919"/>
                  </a:lnTo>
                  <a:lnTo>
                    <a:pt x="3035" y="10086"/>
                  </a:lnTo>
                  <a:lnTo>
                    <a:pt x="3265" y="10546"/>
                  </a:lnTo>
                  <a:lnTo>
                    <a:pt x="3265" y="10860"/>
                  </a:lnTo>
                  <a:lnTo>
                    <a:pt x="3370" y="11132"/>
                  </a:lnTo>
                  <a:lnTo>
                    <a:pt x="3453" y="11174"/>
                  </a:lnTo>
                  <a:lnTo>
                    <a:pt x="3495" y="11342"/>
                  </a:lnTo>
                  <a:lnTo>
                    <a:pt x="3579" y="11383"/>
                  </a:lnTo>
                  <a:lnTo>
                    <a:pt x="3579" y="11467"/>
                  </a:lnTo>
                  <a:lnTo>
                    <a:pt x="3704" y="11697"/>
                  </a:lnTo>
                  <a:lnTo>
                    <a:pt x="3767" y="11718"/>
                  </a:lnTo>
                  <a:lnTo>
                    <a:pt x="3767" y="11781"/>
                  </a:lnTo>
                  <a:lnTo>
                    <a:pt x="3893" y="11969"/>
                  </a:lnTo>
                  <a:lnTo>
                    <a:pt x="3955" y="11969"/>
                  </a:lnTo>
                  <a:lnTo>
                    <a:pt x="3955" y="12178"/>
                  </a:lnTo>
                  <a:lnTo>
                    <a:pt x="3997" y="12241"/>
                  </a:lnTo>
                  <a:lnTo>
                    <a:pt x="4081" y="12388"/>
                  </a:lnTo>
                  <a:lnTo>
                    <a:pt x="4102" y="12555"/>
                  </a:lnTo>
                  <a:lnTo>
                    <a:pt x="4207" y="12827"/>
                  </a:lnTo>
                  <a:lnTo>
                    <a:pt x="4269" y="12932"/>
                  </a:lnTo>
                  <a:lnTo>
                    <a:pt x="4290" y="13162"/>
                  </a:lnTo>
                  <a:lnTo>
                    <a:pt x="4332" y="13225"/>
                  </a:lnTo>
                  <a:lnTo>
                    <a:pt x="4416" y="13371"/>
                  </a:lnTo>
                  <a:lnTo>
                    <a:pt x="4583" y="13539"/>
                  </a:lnTo>
                  <a:lnTo>
                    <a:pt x="4604" y="13539"/>
                  </a:lnTo>
                  <a:lnTo>
                    <a:pt x="4709" y="13685"/>
                  </a:lnTo>
                  <a:lnTo>
                    <a:pt x="4876" y="13894"/>
                  </a:lnTo>
                  <a:lnTo>
                    <a:pt x="4939" y="14083"/>
                  </a:lnTo>
                  <a:lnTo>
                    <a:pt x="5002" y="14229"/>
                  </a:lnTo>
                  <a:lnTo>
                    <a:pt x="5043" y="14271"/>
                  </a:lnTo>
                  <a:lnTo>
                    <a:pt x="5043" y="14375"/>
                  </a:lnTo>
                  <a:lnTo>
                    <a:pt x="5169" y="14606"/>
                  </a:lnTo>
                  <a:lnTo>
                    <a:pt x="5232" y="14815"/>
                  </a:lnTo>
                  <a:lnTo>
                    <a:pt x="5232" y="15045"/>
                  </a:lnTo>
                  <a:lnTo>
                    <a:pt x="5441" y="15484"/>
                  </a:lnTo>
                  <a:lnTo>
                    <a:pt x="5629" y="15673"/>
                  </a:lnTo>
                  <a:lnTo>
                    <a:pt x="5776" y="15798"/>
                  </a:lnTo>
                  <a:lnTo>
                    <a:pt x="5985" y="15840"/>
                  </a:lnTo>
                  <a:lnTo>
                    <a:pt x="6194" y="15673"/>
                  </a:lnTo>
                  <a:lnTo>
                    <a:pt x="6257" y="15547"/>
                  </a:lnTo>
                  <a:lnTo>
                    <a:pt x="6215" y="15484"/>
                  </a:lnTo>
                  <a:lnTo>
                    <a:pt x="6257" y="15464"/>
                  </a:lnTo>
                  <a:lnTo>
                    <a:pt x="6278" y="15422"/>
                  </a:lnTo>
                  <a:lnTo>
                    <a:pt x="6320" y="15317"/>
                  </a:lnTo>
                  <a:lnTo>
                    <a:pt x="6529" y="15212"/>
                  </a:lnTo>
                  <a:lnTo>
                    <a:pt x="6571" y="15212"/>
                  </a:lnTo>
                  <a:lnTo>
                    <a:pt x="6822" y="15129"/>
                  </a:lnTo>
                  <a:lnTo>
                    <a:pt x="6906" y="15150"/>
                  </a:lnTo>
                  <a:lnTo>
                    <a:pt x="6717" y="15045"/>
                  </a:lnTo>
                  <a:lnTo>
                    <a:pt x="6696" y="14961"/>
                  </a:lnTo>
                  <a:lnTo>
                    <a:pt x="6738" y="14919"/>
                  </a:lnTo>
                  <a:lnTo>
                    <a:pt x="6906" y="14710"/>
                  </a:lnTo>
                  <a:lnTo>
                    <a:pt x="6885" y="14647"/>
                  </a:lnTo>
                  <a:lnTo>
                    <a:pt x="6927" y="14543"/>
                  </a:lnTo>
                  <a:lnTo>
                    <a:pt x="7094" y="14522"/>
                  </a:lnTo>
                  <a:lnTo>
                    <a:pt x="7136" y="14543"/>
                  </a:lnTo>
                  <a:lnTo>
                    <a:pt x="7261" y="14522"/>
                  </a:lnTo>
                  <a:lnTo>
                    <a:pt x="7261" y="14375"/>
                  </a:lnTo>
                  <a:lnTo>
                    <a:pt x="7220" y="13894"/>
                  </a:lnTo>
                  <a:lnTo>
                    <a:pt x="7157" y="13811"/>
                  </a:lnTo>
                  <a:lnTo>
                    <a:pt x="7157" y="13580"/>
                  </a:lnTo>
                  <a:lnTo>
                    <a:pt x="7303" y="13329"/>
                  </a:lnTo>
                  <a:lnTo>
                    <a:pt x="7429" y="12953"/>
                  </a:lnTo>
                  <a:lnTo>
                    <a:pt x="7429" y="12660"/>
                  </a:lnTo>
                  <a:lnTo>
                    <a:pt x="7261" y="12618"/>
                  </a:lnTo>
                  <a:lnTo>
                    <a:pt x="7261" y="12178"/>
                  </a:lnTo>
                  <a:lnTo>
                    <a:pt x="7240" y="12011"/>
                  </a:lnTo>
                  <a:lnTo>
                    <a:pt x="7345" y="11906"/>
                  </a:lnTo>
                  <a:lnTo>
                    <a:pt x="7240" y="11614"/>
                  </a:lnTo>
                  <a:lnTo>
                    <a:pt x="7240" y="11404"/>
                  </a:lnTo>
                  <a:lnTo>
                    <a:pt x="7303" y="11300"/>
                  </a:lnTo>
                  <a:lnTo>
                    <a:pt x="7492" y="11132"/>
                  </a:lnTo>
                  <a:lnTo>
                    <a:pt x="7533" y="11132"/>
                  </a:lnTo>
                  <a:lnTo>
                    <a:pt x="7617" y="11195"/>
                  </a:lnTo>
                  <a:lnTo>
                    <a:pt x="7680" y="11237"/>
                  </a:lnTo>
                  <a:lnTo>
                    <a:pt x="7847" y="11028"/>
                  </a:lnTo>
                  <a:lnTo>
                    <a:pt x="7847" y="10881"/>
                  </a:lnTo>
                  <a:lnTo>
                    <a:pt x="7952" y="10818"/>
                  </a:lnTo>
                  <a:lnTo>
                    <a:pt x="8203" y="10839"/>
                  </a:lnTo>
                  <a:lnTo>
                    <a:pt x="8349" y="10756"/>
                  </a:lnTo>
                  <a:lnTo>
                    <a:pt x="8454" y="10609"/>
                  </a:lnTo>
                  <a:lnTo>
                    <a:pt x="8412" y="10463"/>
                  </a:lnTo>
                  <a:lnTo>
                    <a:pt x="8454" y="10358"/>
                  </a:lnTo>
                  <a:lnTo>
                    <a:pt x="8600" y="10212"/>
                  </a:lnTo>
                  <a:lnTo>
                    <a:pt x="8810" y="10149"/>
                  </a:lnTo>
                  <a:lnTo>
                    <a:pt x="8935" y="10023"/>
                  </a:lnTo>
                  <a:lnTo>
                    <a:pt x="9019" y="9877"/>
                  </a:lnTo>
                  <a:lnTo>
                    <a:pt x="9542" y="9479"/>
                  </a:lnTo>
                  <a:lnTo>
                    <a:pt x="9626" y="9186"/>
                  </a:lnTo>
                  <a:lnTo>
                    <a:pt x="10023" y="8852"/>
                  </a:lnTo>
                  <a:lnTo>
                    <a:pt x="9961" y="8831"/>
                  </a:lnTo>
                  <a:lnTo>
                    <a:pt x="9940" y="8852"/>
                  </a:lnTo>
                  <a:lnTo>
                    <a:pt x="9856" y="8893"/>
                  </a:lnTo>
                  <a:lnTo>
                    <a:pt x="9877" y="8747"/>
                  </a:lnTo>
                  <a:lnTo>
                    <a:pt x="9940" y="8747"/>
                  </a:lnTo>
                  <a:lnTo>
                    <a:pt x="10044" y="8663"/>
                  </a:lnTo>
                  <a:lnTo>
                    <a:pt x="10065" y="8663"/>
                  </a:lnTo>
                  <a:lnTo>
                    <a:pt x="10086" y="8684"/>
                  </a:lnTo>
                  <a:lnTo>
                    <a:pt x="10086" y="8747"/>
                  </a:lnTo>
                  <a:lnTo>
                    <a:pt x="10149" y="8789"/>
                  </a:lnTo>
                  <a:lnTo>
                    <a:pt x="10463" y="8621"/>
                  </a:lnTo>
                  <a:lnTo>
                    <a:pt x="10463" y="8559"/>
                  </a:lnTo>
                  <a:lnTo>
                    <a:pt x="10672" y="8412"/>
                  </a:lnTo>
                  <a:lnTo>
                    <a:pt x="10630" y="8329"/>
                  </a:lnTo>
                  <a:lnTo>
                    <a:pt x="10714" y="8329"/>
                  </a:lnTo>
                  <a:lnTo>
                    <a:pt x="10756" y="8224"/>
                  </a:lnTo>
                  <a:lnTo>
                    <a:pt x="10881" y="8119"/>
                  </a:lnTo>
                  <a:lnTo>
                    <a:pt x="10818" y="8098"/>
                  </a:lnTo>
                  <a:lnTo>
                    <a:pt x="10860" y="8057"/>
                  </a:lnTo>
                  <a:lnTo>
                    <a:pt x="10777" y="7931"/>
                  </a:lnTo>
                  <a:lnTo>
                    <a:pt x="10777" y="7847"/>
                  </a:lnTo>
                  <a:lnTo>
                    <a:pt x="10818" y="7743"/>
                  </a:lnTo>
                  <a:lnTo>
                    <a:pt x="10860" y="7680"/>
                  </a:lnTo>
                  <a:lnTo>
                    <a:pt x="10902" y="7617"/>
                  </a:lnTo>
                  <a:lnTo>
                    <a:pt x="11279" y="7492"/>
                  </a:lnTo>
                  <a:lnTo>
                    <a:pt x="11341" y="7387"/>
                  </a:lnTo>
                  <a:lnTo>
                    <a:pt x="11341" y="7303"/>
                  </a:lnTo>
                  <a:lnTo>
                    <a:pt x="11404" y="7220"/>
                  </a:lnTo>
                  <a:lnTo>
                    <a:pt x="11425" y="7178"/>
                  </a:lnTo>
                  <a:lnTo>
                    <a:pt x="11383" y="7115"/>
                  </a:lnTo>
                  <a:lnTo>
                    <a:pt x="11321" y="7115"/>
                  </a:lnTo>
                  <a:lnTo>
                    <a:pt x="11300" y="7073"/>
                  </a:lnTo>
                  <a:lnTo>
                    <a:pt x="11404" y="7073"/>
                  </a:lnTo>
                  <a:lnTo>
                    <a:pt x="11488" y="7157"/>
                  </a:lnTo>
                  <a:lnTo>
                    <a:pt x="11488" y="7261"/>
                  </a:lnTo>
                  <a:lnTo>
                    <a:pt x="11509" y="7387"/>
                  </a:lnTo>
                  <a:lnTo>
                    <a:pt x="11593" y="7408"/>
                  </a:lnTo>
                  <a:lnTo>
                    <a:pt x="11676" y="7408"/>
                  </a:lnTo>
                  <a:lnTo>
                    <a:pt x="11718" y="7366"/>
                  </a:lnTo>
                  <a:lnTo>
                    <a:pt x="11739" y="7387"/>
                  </a:lnTo>
                  <a:lnTo>
                    <a:pt x="11739" y="7324"/>
                  </a:lnTo>
                  <a:lnTo>
                    <a:pt x="11760" y="7282"/>
                  </a:lnTo>
                  <a:lnTo>
                    <a:pt x="11802" y="7324"/>
                  </a:lnTo>
                  <a:lnTo>
                    <a:pt x="11823" y="7492"/>
                  </a:lnTo>
                  <a:lnTo>
                    <a:pt x="11906" y="7513"/>
                  </a:lnTo>
                  <a:lnTo>
                    <a:pt x="11906" y="7429"/>
                  </a:lnTo>
                  <a:lnTo>
                    <a:pt x="11969" y="7533"/>
                  </a:lnTo>
                  <a:lnTo>
                    <a:pt x="12032" y="7429"/>
                  </a:lnTo>
                  <a:lnTo>
                    <a:pt x="11969" y="7303"/>
                  </a:lnTo>
                  <a:lnTo>
                    <a:pt x="12011" y="7303"/>
                  </a:lnTo>
                  <a:lnTo>
                    <a:pt x="11969" y="7115"/>
                  </a:lnTo>
                  <a:lnTo>
                    <a:pt x="11948" y="7010"/>
                  </a:lnTo>
                  <a:lnTo>
                    <a:pt x="11948" y="6864"/>
                  </a:lnTo>
                  <a:lnTo>
                    <a:pt x="11760" y="6634"/>
                  </a:lnTo>
                  <a:lnTo>
                    <a:pt x="11739" y="6445"/>
                  </a:lnTo>
                  <a:lnTo>
                    <a:pt x="11760" y="6341"/>
                  </a:lnTo>
                  <a:lnTo>
                    <a:pt x="11718" y="6215"/>
                  </a:lnTo>
                  <a:lnTo>
                    <a:pt x="11718" y="6027"/>
                  </a:lnTo>
                  <a:lnTo>
                    <a:pt x="11551" y="5839"/>
                  </a:lnTo>
                  <a:lnTo>
                    <a:pt x="11425" y="5797"/>
                  </a:lnTo>
                  <a:lnTo>
                    <a:pt x="11300" y="5629"/>
                  </a:lnTo>
                  <a:lnTo>
                    <a:pt x="11300" y="5399"/>
                  </a:lnTo>
                  <a:lnTo>
                    <a:pt x="11404" y="5378"/>
                  </a:lnTo>
                  <a:lnTo>
                    <a:pt x="11446" y="5211"/>
                  </a:lnTo>
                  <a:lnTo>
                    <a:pt x="11530" y="5169"/>
                  </a:lnTo>
                  <a:lnTo>
                    <a:pt x="11613" y="5190"/>
                  </a:lnTo>
                  <a:lnTo>
                    <a:pt x="11676" y="5127"/>
                  </a:lnTo>
                  <a:lnTo>
                    <a:pt x="11634" y="4981"/>
                  </a:lnTo>
                  <a:lnTo>
                    <a:pt x="11655" y="4918"/>
                  </a:lnTo>
                  <a:lnTo>
                    <a:pt x="11530" y="4897"/>
                  </a:lnTo>
                  <a:lnTo>
                    <a:pt x="11425" y="4960"/>
                  </a:lnTo>
                  <a:lnTo>
                    <a:pt x="11132" y="4855"/>
                  </a:lnTo>
                  <a:lnTo>
                    <a:pt x="11153" y="4709"/>
                  </a:lnTo>
                  <a:lnTo>
                    <a:pt x="11279" y="4583"/>
                  </a:lnTo>
                  <a:lnTo>
                    <a:pt x="11321" y="4437"/>
                  </a:lnTo>
                  <a:lnTo>
                    <a:pt x="11279" y="4374"/>
                  </a:lnTo>
                  <a:lnTo>
                    <a:pt x="11279" y="4290"/>
                  </a:lnTo>
                  <a:lnTo>
                    <a:pt x="11321" y="4290"/>
                  </a:lnTo>
                  <a:lnTo>
                    <a:pt x="11341" y="4228"/>
                  </a:lnTo>
                  <a:lnTo>
                    <a:pt x="11404" y="4269"/>
                  </a:lnTo>
                  <a:lnTo>
                    <a:pt x="11488" y="4374"/>
                  </a:lnTo>
                  <a:lnTo>
                    <a:pt x="11488" y="4437"/>
                  </a:lnTo>
                  <a:lnTo>
                    <a:pt x="11551" y="4541"/>
                  </a:lnTo>
                  <a:lnTo>
                    <a:pt x="11676" y="4562"/>
                  </a:lnTo>
                  <a:lnTo>
                    <a:pt x="11739" y="4541"/>
                  </a:lnTo>
                  <a:lnTo>
                    <a:pt x="11655" y="4479"/>
                  </a:lnTo>
                  <a:lnTo>
                    <a:pt x="11676" y="4395"/>
                  </a:lnTo>
                  <a:lnTo>
                    <a:pt x="11739" y="4395"/>
                  </a:lnTo>
                  <a:lnTo>
                    <a:pt x="11823" y="4479"/>
                  </a:lnTo>
                  <a:lnTo>
                    <a:pt x="11865" y="4541"/>
                  </a:lnTo>
                  <a:lnTo>
                    <a:pt x="11969" y="4583"/>
                  </a:lnTo>
                  <a:lnTo>
                    <a:pt x="12011" y="4541"/>
                  </a:lnTo>
                  <a:lnTo>
                    <a:pt x="12053" y="4541"/>
                  </a:lnTo>
                  <a:lnTo>
                    <a:pt x="12137" y="4667"/>
                  </a:lnTo>
                  <a:lnTo>
                    <a:pt x="12158" y="4792"/>
                  </a:lnTo>
                  <a:lnTo>
                    <a:pt x="12158" y="4876"/>
                  </a:lnTo>
                  <a:lnTo>
                    <a:pt x="12199" y="5002"/>
                  </a:lnTo>
                  <a:lnTo>
                    <a:pt x="12199" y="5085"/>
                  </a:lnTo>
                  <a:lnTo>
                    <a:pt x="12325" y="5127"/>
                  </a:lnTo>
                  <a:lnTo>
                    <a:pt x="12430" y="5106"/>
                  </a:lnTo>
                  <a:lnTo>
                    <a:pt x="12555" y="5169"/>
                  </a:lnTo>
                  <a:lnTo>
                    <a:pt x="12911" y="5169"/>
                  </a:lnTo>
                  <a:lnTo>
                    <a:pt x="13099" y="5190"/>
                  </a:lnTo>
                  <a:lnTo>
                    <a:pt x="13308" y="5169"/>
                  </a:lnTo>
                  <a:lnTo>
                    <a:pt x="13392" y="5169"/>
                  </a:lnTo>
                  <a:lnTo>
                    <a:pt x="13434" y="5190"/>
                  </a:lnTo>
                  <a:lnTo>
                    <a:pt x="13497" y="5169"/>
                  </a:lnTo>
                  <a:lnTo>
                    <a:pt x="13601" y="5274"/>
                  </a:lnTo>
                  <a:lnTo>
                    <a:pt x="13643" y="5295"/>
                  </a:lnTo>
                  <a:lnTo>
                    <a:pt x="13601" y="5420"/>
                  </a:lnTo>
                  <a:lnTo>
                    <a:pt x="13580" y="5546"/>
                  </a:lnTo>
                  <a:lnTo>
                    <a:pt x="13497" y="5755"/>
                  </a:lnTo>
                  <a:lnTo>
                    <a:pt x="13434" y="5797"/>
                  </a:lnTo>
                  <a:lnTo>
                    <a:pt x="13434" y="5860"/>
                  </a:lnTo>
                  <a:lnTo>
                    <a:pt x="13392" y="5922"/>
                  </a:lnTo>
                  <a:lnTo>
                    <a:pt x="13308" y="5922"/>
                  </a:lnTo>
                  <a:lnTo>
                    <a:pt x="13287" y="5860"/>
                  </a:lnTo>
                  <a:lnTo>
                    <a:pt x="13183" y="5943"/>
                  </a:lnTo>
                  <a:lnTo>
                    <a:pt x="13162" y="6027"/>
                  </a:lnTo>
                  <a:lnTo>
                    <a:pt x="13099" y="6048"/>
                  </a:lnTo>
                  <a:lnTo>
                    <a:pt x="13099" y="6132"/>
                  </a:lnTo>
                  <a:lnTo>
                    <a:pt x="13162" y="6278"/>
                  </a:lnTo>
                  <a:lnTo>
                    <a:pt x="13225" y="6341"/>
                  </a:lnTo>
                  <a:lnTo>
                    <a:pt x="13225" y="6383"/>
                  </a:lnTo>
                  <a:lnTo>
                    <a:pt x="13329" y="6487"/>
                  </a:lnTo>
                  <a:lnTo>
                    <a:pt x="13413" y="6592"/>
                  </a:lnTo>
                  <a:lnTo>
                    <a:pt x="13497" y="6592"/>
                  </a:lnTo>
                  <a:lnTo>
                    <a:pt x="13497" y="6529"/>
                  </a:lnTo>
                  <a:lnTo>
                    <a:pt x="13476" y="6466"/>
                  </a:lnTo>
                  <a:lnTo>
                    <a:pt x="13518" y="6383"/>
                  </a:lnTo>
                  <a:lnTo>
                    <a:pt x="13518" y="6341"/>
                  </a:lnTo>
                  <a:lnTo>
                    <a:pt x="13538" y="6278"/>
                  </a:lnTo>
                  <a:lnTo>
                    <a:pt x="13518" y="6236"/>
                  </a:lnTo>
                  <a:lnTo>
                    <a:pt x="13580" y="6173"/>
                  </a:lnTo>
                  <a:lnTo>
                    <a:pt x="13643" y="6236"/>
                  </a:lnTo>
                  <a:lnTo>
                    <a:pt x="13727" y="6236"/>
                  </a:lnTo>
                  <a:lnTo>
                    <a:pt x="13769" y="6278"/>
                  </a:lnTo>
                  <a:lnTo>
                    <a:pt x="13831" y="6362"/>
                  </a:lnTo>
                  <a:lnTo>
                    <a:pt x="13852" y="6529"/>
                  </a:lnTo>
                  <a:lnTo>
                    <a:pt x="13852" y="6655"/>
                  </a:lnTo>
                  <a:lnTo>
                    <a:pt x="13915" y="6738"/>
                  </a:lnTo>
                  <a:lnTo>
                    <a:pt x="13936" y="6969"/>
                  </a:lnTo>
                  <a:lnTo>
                    <a:pt x="13999" y="7115"/>
                  </a:lnTo>
                  <a:lnTo>
                    <a:pt x="14020" y="7199"/>
                  </a:lnTo>
                  <a:lnTo>
                    <a:pt x="14041" y="7261"/>
                  </a:lnTo>
                  <a:lnTo>
                    <a:pt x="14041" y="7303"/>
                  </a:lnTo>
                  <a:lnTo>
                    <a:pt x="14062" y="7366"/>
                  </a:lnTo>
                  <a:lnTo>
                    <a:pt x="14103" y="7387"/>
                  </a:lnTo>
                  <a:lnTo>
                    <a:pt x="14103" y="7303"/>
                  </a:lnTo>
                  <a:lnTo>
                    <a:pt x="14124" y="7199"/>
                  </a:lnTo>
                  <a:lnTo>
                    <a:pt x="14166" y="7220"/>
                  </a:lnTo>
                  <a:lnTo>
                    <a:pt x="14250" y="7199"/>
                  </a:lnTo>
                  <a:lnTo>
                    <a:pt x="14292" y="6989"/>
                  </a:lnTo>
                  <a:lnTo>
                    <a:pt x="14271" y="6885"/>
                  </a:lnTo>
                  <a:lnTo>
                    <a:pt x="14292" y="6759"/>
                  </a:lnTo>
                  <a:lnTo>
                    <a:pt x="14271" y="6592"/>
                  </a:lnTo>
                  <a:lnTo>
                    <a:pt x="14417" y="6592"/>
                  </a:lnTo>
                  <a:lnTo>
                    <a:pt x="14417" y="6383"/>
                  </a:lnTo>
                  <a:lnTo>
                    <a:pt x="14417" y="6257"/>
                  </a:lnTo>
                  <a:lnTo>
                    <a:pt x="14354" y="5964"/>
                  </a:lnTo>
                  <a:lnTo>
                    <a:pt x="14459" y="5964"/>
                  </a:lnTo>
                  <a:lnTo>
                    <a:pt x="14564" y="6006"/>
                  </a:lnTo>
                  <a:lnTo>
                    <a:pt x="14731" y="6006"/>
                  </a:lnTo>
                  <a:lnTo>
                    <a:pt x="14794" y="5797"/>
                  </a:lnTo>
                  <a:lnTo>
                    <a:pt x="14857" y="5546"/>
                  </a:lnTo>
                  <a:lnTo>
                    <a:pt x="14982" y="5232"/>
                  </a:lnTo>
                  <a:lnTo>
                    <a:pt x="14857" y="5190"/>
                  </a:lnTo>
                  <a:lnTo>
                    <a:pt x="14857" y="5085"/>
                  </a:lnTo>
                  <a:lnTo>
                    <a:pt x="15003" y="4813"/>
                  </a:lnTo>
                  <a:lnTo>
                    <a:pt x="15087" y="4583"/>
                  </a:lnTo>
                  <a:lnTo>
                    <a:pt x="15045" y="4541"/>
                  </a:lnTo>
                  <a:lnTo>
                    <a:pt x="15066" y="4374"/>
                  </a:lnTo>
                  <a:lnTo>
                    <a:pt x="15254" y="4081"/>
                  </a:lnTo>
                  <a:lnTo>
                    <a:pt x="15380" y="4039"/>
                  </a:lnTo>
                  <a:lnTo>
                    <a:pt x="15505" y="3872"/>
                  </a:lnTo>
                  <a:lnTo>
                    <a:pt x="15568" y="3725"/>
                  </a:lnTo>
                  <a:lnTo>
                    <a:pt x="15777" y="3663"/>
                  </a:lnTo>
                  <a:lnTo>
                    <a:pt x="15924" y="3558"/>
                  </a:lnTo>
                  <a:lnTo>
                    <a:pt x="16007" y="3642"/>
                  </a:lnTo>
                  <a:lnTo>
                    <a:pt x="16133" y="3704"/>
                  </a:lnTo>
                  <a:lnTo>
                    <a:pt x="16112" y="3600"/>
                  </a:lnTo>
                  <a:lnTo>
                    <a:pt x="16112" y="3432"/>
                  </a:lnTo>
                  <a:lnTo>
                    <a:pt x="16217" y="3328"/>
                  </a:lnTo>
                  <a:lnTo>
                    <a:pt x="16196" y="3244"/>
                  </a:lnTo>
                  <a:lnTo>
                    <a:pt x="16154" y="3223"/>
                  </a:lnTo>
                  <a:lnTo>
                    <a:pt x="16091" y="3119"/>
                  </a:lnTo>
                  <a:lnTo>
                    <a:pt x="15987" y="3077"/>
                  </a:lnTo>
                  <a:lnTo>
                    <a:pt x="15903" y="3119"/>
                  </a:lnTo>
                  <a:lnTo>
                    <a:pt x="15777" y="3098"/>
                  </a:lnTo>
                  <a:lnTo>
                    <a:pt x="15735" y="2993"/>
                  </a:lnTo>
                  <a:lnTo>
                    <a:pt x="15840" y="2888"/>
                  </a:lnTo>
                  <a:lnTo>
                    <a:pt x="15840" y="2805"/>
                  </a:lnTo>
                  <a:lnTo>
                    <a:pt x="15777" y="2700"/>
                  </a:lnTo>
                  <a:lnTo>
                    <a:pt x="15735" y="2616"/>
                  </a:lnTo>
                  <a:lnTo>
                    <a:pt x="15673" y="2658"/>
                  </a:lnTo>
                  <a:lnTo>
                    <a:pt x="15589" y="2658"/>
                  </a:lnTo>
                  <a:lnTo>
                    <a:pt x="15526" y="2575"/>
                  </a:lnTo>
                  <a:lnTo>
                    <a:pt x="15610" y="2407"/>
                  </a:lnTo>
                  <a:lnTo>
                    <a:pt x="15589" y="2365"/>
                  </a:lnTo>
                  <a:lnTo>
                    <a:pt x="15505" y="2365"/>
                  </a:lnTo>
                  <a:lnTo>
                    <a:pt x="15463" y="2282"/>
                  </a:lnTo>
                  <a:lnTo>
                    <a:pt x="15380" y="2261"/>
                  </a:lnTo>
                  <a:lnTo>
                    <a:pt x="15108" y="2407"/>
                  </a:lnTo>
                  <a:lnTo>
                    <a:pt x="15150" y="2512"/>
                  </a:lnTo>
                  <a:lnTo>
                    <a:pt x="15066" y="2575"/>
                  </a:lnTo>
                  <a:lnTo>
                    <a:pt x="14857" y="2491"/>
                  </a:lnTo>
                  <a:lnTo>
                    <a:pt x="14689" y="2554"/>
                  </a:lnTo>
                  <a:lnTo>
                    <a:pt x="14585" y="2386"/>
                  </a:lnTo>
                  <a:lnTo>
                    <a:pt x="14459" y="2491"/>
                  </a:lnTo>
                  <a:lnTo>
                    <a:pt x="14375" y="2491"/>
                  </a:lnTo>
                  <a:lnTo>
                    <a:pt x="14375" y="2616"/>
                  </a:lnTo>
                  <a:lnTo>
                    <a:pt x="14271" y="2784"/>
                  </a:lnTo>
                  <a:lnTo>
                    <a:pt x="14041" y="2826"/>
                  </a:lnTo>
                  <a:lnTo>
                    <a:pt x="13936" y="2867"/>
                  </a:lnTo>
                  <a:lnTo>
                    <a:pt x="13831" y="2972"/>
                  </a:lnTo>
                  <a:lnTo>
                    <a:pt x="13769" y="3098"/>
                  </a:lnTo>
                  <a:lnTo>
                    <a:pt x="13685" y="3119"/>
                  </a:lnTo>
                  <a:lnTo>
                    <a:pt x="13685" y="3202"/>
                  </a:lnTo>
                  <a:lnTo>
                    <a:pt x="13580" y="3181"/>
                  </a:lnTo>
                  <a:lnTo>
                    <a:pt x="13497" y="3223"/>
                  </a:lnTo>
                  <a:lnTo>
                    <a:pt x="13434" y="3391"/>
                  </a:lnTo>
                  <a:lnTo>
                    <a:pt x="13329" y="3391"/>
                  </a:lnTo>
                  <a:lnTo>
                    <a:pt x="13120" y="3432"/>
                  </a:lnTo>
                  <a:lnTo>
                    <a:pt x="13057" y="3432"/>
                  </a:lnTo>
                  <a:lnTo>
                    <a:pt x="13015" y="3600"/>
                  </a:lnTo>
                  <a:lnTo>
                    <a:pt x="13015" y="3704"/>
                  </a:lnTo>
                  <a:lnTo>
                    <a:pt x="13204" y="3767"/>
                  </a:lnTo>
                  <a:lnTo>
                    <a:pt x="13204" y="3935"/>
                  </a:lnTo>
                  <a:lnTo>
                    <a:pt x="13204" y="4039"/>
                  </a:lnTo>
                  <a:lnTo>
                    <a:pt x="12974" y="4123"/>
                  </a:lnTo>
                  <a:lnTo>
                    <a:pt x="12806" y="4081"/>
                  </a:lnTo>
                  <a:lnTo>
                    <a:pt x="12597" y="4144"/>
                  </a:lnTo>
                  <a:lnTo>
                    <a:pt x="12492" y="4081"/>
                  </a:lnTo>
                  <a:lnTo>
                    <a:pt x="12367" y="4123"/>
                  </a:lnTo>
                  <a:lnTo>
                    <a:pt x="12262" y="4248"/>
                  </a:lnTo>
                  <a:lnTo>
                    <a:pt x="12116" y="4248"/>
                  </a:lnTo>
                  <a:lnTo>
                    <a:pt x="11823" y="4081"/>
                  </a:lnTo>
                  <a:lnTo>
                    <a:pt x="11739" y="4144"/>
                  </a:lnTo>
                  <a:lnTo>
                    <a:pt x="11530" y="4123"/>
                  </a:lnTo>
                  <a:lnTo>
                    <a:pt x="11425" y="3935"/>
                  </a:lnTo>
                  <a:lnTo>
                    <a:pt x="11488" y="3830"/>
                  </a:lnTo>
                  <a:lnTo>
                    <a:pt x="11488" y="3704"/>
                  </a:lnTo>
                  <a:lnTo>
                    <a:pt x="11383" y="3621"/>
                  </a:lnTo>
                  <a:lnTo>
                    <a:pt x="11341" y="3453"/>
                  </a:lnTo>
                  <a:lnTo>
                    <a:pt x="11300" y="3349"/>
                  </a:lnTo>
                  <a:lnTo>
                    <a:pt x="11153" y="3349"/>
                  </a:lnTo>
                  <a:lnTo>
                    <a:pt x="11069" y="3453"/>
                  </a:lnTo>
                  <a:lnTo>
                    <a:pt x="11028" y="3453"/>
                  </a:lnTo>
                  <a:lnTo>
                    <a:pt x="11090" y="3600"/>
                  </a:lnTo>
                  <a:lnTo>
                    <a:pt x="11028" y="3851"/>
                  </a:lnTo>
                  <a:lnTo>
                    <a:pt x="11132" y="4081"/>
                  </a:lnTo>
                  <a:lnTo>
                    <a:pt x="11090" y="4353"/>
                  </a:lnTo>
                  <a:lnTo>
                    <a:pt x="10756" y="4437"/>
                  </a:lnTo>
                  <a:lnTo>
                    <a:pt x="10505" y="4290"/>
                  </a:lnTo>
                  <a:lnTo>
                    <a:pt x="10400" y="4374"/>
                  </a:lnTo>
                  <a:lnTo>
                    <a:pt x="9919" y="4186"/>
                  </a:lnTo>
                  <a:lnTo>
                    <a:pt x="9709" y="4186"/>
                  </a:lnTo>
                  <a:lnTo>
                    <a:pt x="9584" y="4248"/>
                  </a:lnTo>
                  <a:lnTo>
                    <a:pt x="9291" y="4165"/>
                  </a:lnTo>
                  <a:lnTo>
                    <a:pt x="9124" y="4039"/>
                  </a:lnTo>
                  <a:lnTo>
                    <a:pt x="9103" y="3872"/>
                  </a:lnTo>
                  <a:lnTo>
                    <a:pt x="8810" y="3830"/>
                  </a:lnTo>
                  <a:lnTo>
                    <a:pt x="8517" y="3914"/>
                  </a:lnTo>
                  <a:lnTo>
                    <a:pt x="8412" y="3830"/>
                  </a:lnTo>
                  <a:lnTo>
                    <a:pt x="8140" y="3830"/>
                  </a:lnTo>
                  <a:lnTo>
                    <a:pt x="7952" y="3725"/>
                  </a:lnTo>
                  <a:lnTo>
                    <a:pt x="7784" y="3725"/>
                  </a:lnTo>
                  <a:lnTo>
                    <a:pt x="7680" y="3642"/>
                  </a:lnTo>
                  <a:lnTo>
                    <a:pt x="7450" y="3600"/>
                  </a:lnTo>
                  <a:lnTo>
                    <a:pt x="7261" y="3391"/>
                  </a:lnTo>
                  <a:lnTo>
                    <a:pt x="7010" y="3202"/>
                  </a:lnTo>
                  <a:lnTo>
                    <a:pt x="6801" y="3139"/>
                  </a:lnTo>
                  <a:lnTo>
                    <a:pt x="6717" y="3077"/>
                  </a:lnTo>
                  <a:lnTo>
                    <a:pt x="6613" y="3077"/>
                  </a:lnTo>
                  <a:lnTo>
                    <a:pt x="6508" y="2993"/>
                  </a:lnTo>
                  <a:lnTo>
                    <a:pt x="6383" y="2972"/>
                  </a:lnTo>
                  <a:lnTo>
                    <a:pt x="6362" y="2826"/>
                  </a:lnTo>
                  <a:lnTo>
                    <a:pt x="6487" y="2616"/>
                  </a:lnTo>
                  <a:lnTo>
                    <a:pt x="6487" y="2449"/>
                  </a:lnTo>
                  <a:lnTo>
                    <a:pt x="6571" y="2135"/>
                  </a:lnTo>
                  <a:lnTo>
                    <a:pt x="6571" y="1926"/>
                  </a:lnTo>
                  <a:lnTo>
                    <a:pt x="6529" y="1947"/>
                  </a:lnTo>
                  <a:lnTo>
                    <a:pt x="6508" y="1842"/>
                  </a:lnTo>
                  <a:lnTo>
                    <a:pt x="6404" y="1842"/>
                  </a:lnTo>
                  <a:lnTo>
                    <a:pt x="6320" y="1675"/>
                  </a:lnTo>
                  <a:lnTo>
                    <a:pt x="6257" y="1654"/>
                  </a:lnTo>
                  <a:lnTo>
                    <a:pt x="6152" y="1549"/>
                  </a:lnTo>
                  <a:lnTo>
                    <a:pt x="6006" y="1528"/>
                  </a:lnTo>
                  <a:lnTo>
                    <a:pt x="5964" y="1445"/>
                  </a:lnTo>
                  <a:lnTo>
                    <a:pt x="5839" y="1445"/>
                  </a:lnTo>
                  <a:lnTo>
                    <a:pt x="5755" y="1549"/>
                  </a:lnTo>
                  <a:lnTo>
                    <a:pt x="5629" y="1507"/>
                  </a:lnTo>
                  <a:lnTo>
                    <a:pt x="5587" y="1361"/>
                  </a:lnTo>
                  <a:lnTo>
                    <a:pt x="5546" y="1361"/>
                  </a:lnTo>
                  <a:lnTo>
                    <a:pt x="5546" y="1256"/>
                  </a:lnTo>
                  <a:lnTo>
                    <a:pt x="5462" y="1152"/>
                  </a:lnTo>
                  <a:lnTo>
                    <a:pt x="5399" y="1131"/>
                  </a:lnTo>
                  <a:lnTo>
                    <a:pt x="5441" y="1047"/>
                  </a:lnTo>
                  <a:lnTo>
                    <a:pt x="5378" y="943"/>
                  </a:lnTo>
                  <a:lnTo>
                    <a:pt x="5399" y="712"/>
                  </a:lnTo>
                  <a:lnTo>
                    <a:pt x="5253" y="629"/>
                  </a:lnTo>
                  <a:lnTo>
                    <a:pt x="5232" y="566"/>
                  </a:lnTo>
                  <a:lnTo>
                    <a:pt x="5211" y="482"/>
                  </a:lnTo>
                  <a:lnTo>
                    <a:pt x="4960" y="357"/>
                  </a:lnTo>
                  <a:lnTo>
                    <a:pt x="4813" y="357"/>
                  </a:lnTo>
                  <a:lnTo>
                    <a:pt x="4751" y="189"/>
                  </a:lnTo>
                  <a:lnTo>
                    <a:pt x="4604" y="106"/>
                  </a:lnTo>
                  <a:lnTo>
                    <a:pt x="4437" y="210"/>
                  </a:lnTo>
                  <a:lnTo>
                    <a:pt x="41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9307;p128">
              <a:extLst>
                <a:ext uri="{FF2B5EF4-FFF2-40B4-BE49-F238E27FC236}">
                  <a16:creationId xmlns:a16="http://schemas.microsoft.com/office/drawing/2014/main" id="{DE7693F1-AFFC-DC32-C538-FDBC409E5396}"/>
                </a:ext>
              </a:extLst>
            </p:cNvPr>
            <p:cNvSpPr/>
            <p:nvPr/>
          </p:nvSpPr>
          <p:spPr>
            <a:xfrm>
              <a:off x="4286244" y="2933329"/>
              <a:ext cx="56823" cy="29034"/>
            </a:xfrm>
            <a:custGeom>
              <a:avLst/>
              <a:gdLst/>
              <a:ahLst/>
              <a:cxnLst/>
              <a:rect l="l" t="t" r="r" b="b"/>
              <a:pathLst>
                <a:path w="4772" h="2553" extrusionOk="0">
                  <a:moveTo>
                    <a:pt x="231" y="0"/>
                  </a:moveTo>
                  <a:lnTo>
                    <a:pt x="210" y="42"/>
                  </a:lnTo>
                  <a:lnTo>
                    <a:pt x="210" y="251"/>
                  </a:lnTo>
                  <a:lnTo>
                    <a:pt x="126" y="565"/>
                  </a:lnTo>
                  <a:lnTo>
                    <a:pt x="126" y="732"/>
                  </a:lnTo>
                  <a:lnTo>
                    <a:pt x="1" y="942"/>
                  </a:lnTo>
                  <a:lnTo>
                    <a:pt x="22" y="1088"/>
                  </a:lnTo>
                  <a:lnTo>
                    <a:pt x="147" y="1109"/>
                  </a:lnTo>
                  <a:lnTo>
                    <a:pt x="252" y="1193"/>
                  </a:lnTo>
                  <a:lnTo>
                    <a:pt x="356" y="1193"/>
                  </a:lnTo>
                  <a:lnTo>
                    <a:pt x="440" y="1255"/>
                  </a:lnTo>
                  <a:lnTo>
                    <a:pt x="649" y="1318"/>
                  </a:lnTo>
                  <a:lnTo>
                    <a:pt x="900" y="1507"/>
                  </a:lnTo>
                  <a:lnTo>
                    <a:pt x="1089" y="1716"/>
                  </a:lnTo>
                  <a:lnTo>
                    <a:pt x="1319" y="1758"/>
                  </a:lnTo>
                  <a:lnTo>
                    <a:pt x="1423" y="1841"/>
                  </a:lnTo>
                  <a:lnTo>
                    <a:pt x="1591" y="1841"/>
                  </a:lnTo>
                  <a:lnTo>
                    <a:pt x="1779" y="1946"/>
                  </a:lnTo>
                  <a:lnTo>
                    <a:pt x="2051" y="1946"/>
                  </a:lnTo>
                  <a:lnTo>
                    <a:pt x="2156" y="2030"/>
                  </a:lnTo>
                  <a:lnTo>
                    <a:pt x="2449" y="1946"/>
                  </a:lnTo>
                  <a:lnTo>
                    <a:pt x="2742" y="1988"/>
                  </a:lnTo>
                  <a:lnTo>
                    <a:pt x="2763" y="2155"/>
                  </a:lnTo>
                  <a:lnTo>
                    <a:pt x="2930" y="2281"/>
                  </a:lnTo>
                  <a:lnTo>
                    <a:pt x="3223" y="2364"/>
                  </a:lnTo>
                  <a:lnTo>
                    <a:pt x="3348" y="2302"/>
                  </a:lnTo>
                  <a:lnTo>
                    <a:pt x="3558" y="2302"/>
                  </a:lnTo>
                  <a:lnTo>
                    <a:pt x="4039" y="2490"/>
                  </a:lnTo>
                  <a:lnTo>
                    <a:pt x="4144" y="2406"/>
                  </a:lnTo>
                  <a:lnTo>
                    <a:pt x="4395" y="2553"/>
                  </a:lnTo>
                  <a:lnTo>
                    <a:pt x="4729" y="2469"/>
                  </a:lnTo>
                  <a:lnTo>
                    <a:pt x="4771" y="2197"/>
                  </a:lnTo>
                  <a:lnTo>
                    <a:pt x="4667" y="1967"/>
                  </a:lnTo>
                  <a:lnTo>
                    <a:pt x="4729" y="1716"/>
                  </a:lnTo>
                  <a:lnTo>
                    <a:pt x="4667" y="1569"/>
                  </a:lnTo>
                  <a:lnTo>
                    <a:pt x="4562" y="1569"/>
                  </a:lnTo>
                  <a:lnTo>
                    <a:pt x="4416" y="1632"/>
                  </a:lnTo>
                  <a:lnTo>
                    <a:pt x="4353" y="1611"/>
                  </a:lnTo>
                  <a:lnTo>
                    <a:pt x="4206" y="1653"/>
                  </a:lnTo>
                  <a:lnTo>
                    <a:pt x="4123" y="1632"/>
                  </a:lnTo>
                  <a:lnTo>
                    <a:pt x="3997" y="1465"/>
                  </a:lnTo>
                  <a:lnTo>
                    <a:pt x="3830" y="1402"/>
                  </a:lnTo>
                  <a:lnTo>
                    <a:pt x="3788" y="1255"/>
                  </a:lnTo>
                  <a:lnTo>
                    <a:pt x="3662" y="1193"/>
                  </a:lnTo>
                  <a:lnTo>
                    <a:pt x="3453" y="1193"/>
                  </a:lnTo>
                  <a:lnTo>
                    <a:pt x="3348" y="1297"/>
                  </a:lnTo>
                  <a:lnTo>
                    <a:pt x="3202" y="1318"/>
                  </a:lnTo>
                  <a:lnTo>
                    <a:pt x="3139" y="1402"/>
                  </a:lnTo>
                  <a:lnTo>
                    <a:pt x="2972" y="1318"/>
                  </a:lnTo>
                  <a:lnTo>
                    <a:pt x="2867" y="1339"/>
                  </a:lnTo>
                  <a:lnTo>
                    <a:pt x="2825" y="1193"/>
                  </a:lnTo>
                  <a:lnTo>
                    <a:pt x="2846" y="942"/>
                  </a:lnTo>
                  <a:lnTo>
                    <a:pt x="2700" y="942"/>
                  </a:lnTo>
                  <a:lnTo>
                    <a:pt x="2532" y="1004"/>
                  </a:lnTo>
                  <a:lnTo>
                    <a:pt x="2365" y="879"/>
                  </a:lnTo>
                  <a:lnTo>
                    <a:pt x="2365" y="711"/>
                  </a:lnTo>
                  <a:lnTo>
                    <a:pt x="2239" y="628"/>
                  </a:lnTo>
                  <a:lnTo>
                    <a:pt x="2114" y="628"/>
                  </a:lnTo>
                  <a:lnTo>
                    <a:pt x="2093" y="586"/>
                  </a:lnTo>
                  <a:lnTo>
                    <a:pt x="2009" y="628"/>
                  </a:lnTo>
                  <a:lnTo>
                    <a:pt x="2009" y="816"/>
                  </a:lnTo>
                  <a:lnTo>
                    <a:pt x="1947" y="837"/>
                  </a:lnTo>
                  <a:lnTo>
                    <a:pt x="1905" y="711"/>
                  </a:lnTo>
                  <a:lnTo>
                    <a:pt x="1800" y="586"/>
                  </a:lnTo>
                  <a:lnTo>
                    <a:pt x="1737" y="523"/>
                  </a:lnTo>
                  <a:lnTo>
                    <a:pt x="1612" y="460"/>
                  </a:lnTo>
                  <a:lnTo>
                    <a:pt x="1486" y="460"/>
                  </a:lnTo>
                  <a:lnTo>
                    <a:pt x="1319" y="272"/>
                  </a:lnTo>
                  <a:lnTo>
                    <a:pt x="1214" y="209"/>
                  </a:lnTo>
                  <a:lnTo>
                    <a:pt x="1089" y="209"/>
                  </a:lnTo>
                  <a:lnTo>
                    <a:pt x="1047" y="147"/>
                  </a:lnTo>
                  <a:lnTo>
                    <a:pt x="838" y="63"/>
                  </a:lnTo>
                  <a:lnTo>
                    <a:pt x="670" y="84"/>
                  </a:lnTo>
                  <a:lnTo>
                    <a:pt x="607" y="188"/>
                  </a:lnTo>
                  <a:lnTo>
                    <a:pt x="545" y="167"/>
                  </a:lnTo>
                  <a:lnTo>
                    <a:pt x="440" y="167"/>
                  </a:lnTo>
                  <a:lnTo>
                    <a:pt x="377" y="84"/>
                  </a:lnTo>
                  <a:lnTo>
                    <a:pt x="2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9308;p128">
              <a:extLst>
                <a:ext uri="{FF2B5EF4-FFF2-40B4-BE49-F238E27FC236}">
                  <a16:creationId xmlns:a16="http://schemas.microsoft.com/office/drawing/2014/main" id="{B14FBB00-4414-E5DF-CD9E-7A7445496735}"/>
                </a:ext>
              </a:extLst>
            </p:cNvPr>
            <p:cNvSpPr/>
            <p:nvPr/>
          </p:nvSpPr>
          <p:spPr>
            <a:xfrm>
              <a:off x="4155440" y="2884541"/>
              <a:ext cx="95439" cy="100431"/>
            </a:xfrm>
            <a:custGeom>
              <a:avLst/>
              <a:gdLst/>
              <a:ahLst/>
              <a:cxnLst/>
              <a:rect l="l" t="t" r="r" b="b"/>
              <a:pathLst>
                <a:path w="8015" h="8831" extrusionOk="0">
                  <a:moveTo>
                    <a:pt x="5901" y="1"/>
                  </a:moveTo>
                  <a:lnTo>
                    <a:pt x="5713" y="105"/>
                  </a:lnTo>
                  <a:lnTo>
                    <a:pt x="5587" y="252"/>
                  </a:lnTo>
                  <a:lnTo>
                    <a:pt x="5441" y="252"/>
                  </a:lnTo>
                  <a:lnTo>
                    <a:pt x="5315" y="377"/>
                  </a:lnTo>
                  <a:lnTo>
                    <a:pt x="5232" y="482"/>
                  </a:lnTo>
                  <a:lnTo>
                    <a:pt x="5462" y="838"/>
                  </a:lnTo>
                  <a:lnTo>
                    <a:pt x="5483" y="1110"/>
                  </a:lnTo>
                  <a:lnTo>
                    <a:pt x="5232" y="1444"/>
                  </a:lnTo>
                  <a:lnTo>
                    <a:pt x="5357" y="1570"/>
                  </a:lnTo>
                  <a:lnTo>
                    <a:pt x="5357" y="1737"/>
                  </a:lnTo>
                  <a:lnTo>
                    <a:pt x="5190" y="1968"/>
                  </a:lnTo>
                  <a:lnTo>
                    <a:pt x="4981" y="1968"/>
                  </a:lnTo>
                  <a:lnTo>
                    <a:pt x="4771" y="1884"/>
                  </a:lnTo>
                  <a:lnTo>
                    <a:pt x="4646" y="1968"/>
                  </a:lnTo>
                  <a:lnTo>
                    <a:pt x="4709" y="2135"/>
                  </a:lnTo>
                  <a:lnTo>
                    <a:pt x="4834" y="2198"/>
                  </a:lnTo>
                  <a:lnTo>
                    <a:pt x="4876" y="2365"/>
                  </a:lnTo>
                  <a:lnTo>
                    <a:pt x="4855" y="2449"/>
                  </a:lnTo>
                  <a:lnTo>
                    <a:pt x="4730" y="2512"/>
                  </a:lnTo>
                  <a:lnTo>
                    <a:pt x="4604" y="2553"/>
                  </a:lnTo>
                  <a:lnTo>
                    <a:pt x="4562" y="2616"/>
                  </a:lnTo>
                  <a:lnTo>
                    <a:pt x="4541" y="2825"/>
                  </a:lnTo>
                  <a:lnTo>
                    <a:pt x="4499" y="2972"/>
                  </a:lnTo>
                  <a:lnTo>
                    <a:pt x="4499" y="3035"/>
                  </a:lnTo>
                  <a:lnTo>
                    <a:pt x="4457" y="3097"/>
                  </a:lnTo>
                  <a:lnTo>
                    <a:pt x="4499" y="3328"/>
                  </a:lnTo>
                  <a:lnTo>
                    <a:pt x="4395" y="3537"/>
                  </a:lnTo>
                  <a:lnTo>
                    <a:pt x="4248" y="3390"/>
                  </a:lnTo>
                  <a:lnTo>
                    <a:pt x="4206" y="3390"/>
                  </a:lnTo>
                  <a:lnTo>
                    <a:pt x="4185" y="3453"/>
                  </a:lnTo>
                  <a:lnTo>
                    <a:pt x="4039" y="3453"/>
                  </a:lnTo>
                  <a:lnTo>
                    <a:pt x="3997" y="3411"/>
                  </a:lnTo>
                  <a:lnTo>
                    <a:pt x="3830" y="3432"/>
                  </a:lnTo>
                  <a:lnTo>
                    <a:pt x="3809" y="3495"/>
                  </a:lnTo>
                  <a:lnTo>
                    <a:pt x="3600" y="3662"/>
                  </a:lnTo>
                  <a:lnTo>
                    <a:pt x="3683" y="3704"/>
                  </a:lnTo>
                  <a:lnTo>
                    <a:pt x="3621" y="3767"/>
                  </a:lnTo>
                  <a:lnTo>
                    <a:pt x="3411" y="3872"/>
                  </a:lnTo>
                  <a:lnTo>
                    <a:pt x="3349" y="3830"/>
                  </a:lnTo>
                  <a:lnTo>
                    <a:pt x="3202" y="3851"/>
                  </a:lnTo>
                  <a:lnTo>
                    <a:pt x="3160" y="3934"/>
                  </a:lnTo>
                  <a:lnTo>
                    <a:pt x="3139" y="4039"/>
                  </a:lnTo>
                  <a:lnTo>
                    <a:pt x="3035" y="4060"/>
                  </a:lnTo>
                  <a:lnTo>
                    <a:pt x="2951" y="4165"/>
                  </a:lnTo>
                  <a:lnTo>
                    <a:pt x="2951" y="4332"/>
                  </a:lnTo>
                  <a:lnTo>
                    <a:pt x="2993" y="4499"/>
                  </a:lnTo>
                  <a:lnTo>
                    <a:pt x="2993" y="4646"/>
                  </a:lnTo>
                  <a:lnTo>
                    <a:pt x="3035" y="4750"/>
                  </a:lnTo>
                  <a:lnTo>
                    <a:pt x="3035" y="4855"/>
                  </a:lnTo>
                  <a:lnTo>
                    <a:pt x="2784" y="4960"/>
                  </a:lnTo>
                  <a:lnTo>
                    <a:pt x="2574" y="4960"/>
                  </a:lnTo>
                  <a:lnTo>
                    <a:pt x="2407" y="4981"/>
                  </a:lnTo>
                  <a:lnTo>
                    <a:pt x="2093" y="4981"/>
                  </a:lnTo>
                  <a:lnTo>
                    <a:pt x="1905" y="5022"/>
                  </a:lnTo>
                  <a:lnTo>
                    <a:pt x="1821" y="5106"/>
                  </a:lnTo>
                  <a:lnTo>
                    <a:pt x="1633" y="5085"/>
                  </a:lnTo>
                  <a:lnTo>
                    <a:pt x="1465" y="5127"/>
                  </a:lnTo>
                  <a:lnTo>
                    <a:pt x="775" y="5169"/>
                  </a:lnTo>
                  <a:lnTo>
                    <a:pt x="1" y="4918"/>
                  </a:lnTo>
                  <a:lnTo>
                    <a:pt x="273" y="5336"/>
                  </a:lnTo>
                  <a:lnTo>
                    <a:pt x="356" y="5483"/>
                  </a:lnTo>
                  <a:lnTo>
                    <a:pt x="524" y="5629"/>
                  </a:lnTo>
                  <a:lnTo>
                    <a:pt x="649" y="5713"/>
                  </a:lnTo>
                  <a:lnTo>
                    <a:pt x="691" y="5755"/>
                  </a:lnTo>
                  <a:lnTo>
                    <a:pt x="880" y="5797"/>
                  </a:lnTo>
                  <a:lnTo>
                    <a:pt x="984" y="5818"/>
                  </a:lnTo>
                  <a:lnTo>
                    <a:pt x="1005" y="5901"/>
                  </a:lnTo>
                  <a:lnTo>
                    <a:pt x="1172" y="5901"/>
                  </a:lnTo>
                  <a:lnTo>
                    <a:pt x="1172" y="6110"/>
                  </a:lnTo>
                  <a:lnTo>
                    <a:pt x="1214" y="6236"/>
                  </a:lnTo>
                  <a:lnTo>
                    <a:pt x="1214" y="6382"/>
                  </a:lnTo>
                  <a:lnTo>
                    <a:pt x="1256" y="6487"/>
                  </a:lnTo>
                  <a:lnTo>
                    <a:pt x="1403" y="6466"/>
                  </a:lnTo>
                  <a:lnTo>
                    <a:pt x="1528" y="6571"/>
                  </a:lnTo>
                  <a:lnTo>
                    <a:pt x="1570" y="6801"/>
                  </a:lnTo>
                  <a:lnTo>
                    <a:pt x="1486" y="6885"/>
                  </a:lnTo>
                  <a:lnTo>
                    <a:pt x="1319" y="6843"/>
                  </a:lnTo>
                  <a:lnTo>
                    <a:pt x="1068" y="6906"/>
                  </a:lnTo>
                  <a:lnTo>
                    <a:pt x="984" y="6968"/>
                  </a:lnTo>
                  <a:lnTo>
                    <a:pt x="838" y="7052"/>
                  </a:lnTo>
                  <a:lnTo>
                    <a:pt x="754" y="7157"/>
                  </a:lnTo>
                  <a:lnTo>
                    <a:pt x="796" y="7261"/>
                  </a:lnTo>
                  <a:lnTo>
                    <a:pt x="691" y="7387"/>
                  </a:lnTo>
                  <a:lnTo>
                    <a:pt x="754" y="7512"/>
                  </a:lnTo>
                  <a:lnTo>
                    <a:pt x="733" y="7722"/>
                  </a:lnTo>
                  <a:lnTo>
                    <a:pt x="733" y="7805"/>
                  </a:lnTo>
                  <a:lnTo>
                    <a:pt x="796" y="7805"/>
                  </a:lnTo>
                  <a:lnTo>
                    <a:pt x="796" y="7889"/>
                  </a:lnTo>
                  <a:lnTo>
                    <a:pt x="859" y="7910"/>
                  </a:lnTo>
                  <a:lnTo>
                    <a:pt x="1005" y="7805"/>
                  </a:lnTo>
                  <a:lnTo>
                    <a:pt x="1131" y="7805"/>
                  </a:lnTo>
                  <a:lnTo>
                    <a:pt x="1172" y="7847"/>
                  </a:lnTo>
                  <a:lnTo>
                    <a:pt x="1193" y="7826"/>
                  </a:lnTo>
                  <a:lnTo>
                    <a:pt x="1298" y="7784"/>
                  </a:lnTo>
                  <a:lnTo>
                    <a:pt x="1403" y="7784"/>
                  </a:lnTo>
                  <a:lnTo>
                    <a:pt x="1465" y="7805"/>
                  </a:lnTo>
                  <a:lnTo>
                    <a:pt x="1570" y="7784"/>
                  </a:lnTo>
                  <a:lnTo>
                    <a:pt x="1696" y="7784"/>
                  </a:lnTo>
                  <a:lnTo>
                    <a:pt x="1717" y="7722"/>
                  </a:lnTo>
                  <a:lnTo>
                    <a:pt x="1779" y="7638"/>
                  </a:lnTo>
                  <a:lnTo>
                    <a:pt x="1884" y="7722"/>
                  </a:lnTo>
                  <a:lnTo>
                    <a:pt x="1947" y="7722"/>
                  </a:lnTo>
                  <a:lnTo>
                    <a:pt x="1989" y="7701"/>
                  </a:lnTo>
                  <a:lnTo>
                    <a:pt x="2030" y="7701"/>
                  </a:lnTo>
                  <a:lnTo>
                    <a:pt x="2051" y="7784"/>
                  </a:lnTo>
                  <a:lnTo>
                    <a:pt x="2156" y="7784"/>
                  </a:lnTo>
                  <a:lnTo>
                    <a:pt x="2240" y="7826"/>
                  </a:lnTo>
                  <a:lnTo>
                    <a:pt x="2323" y="7826"/>
                  </a:lnTo>
                  <a:lnTo>
                    <a:pt x="2449" y="7701"/>
                  </a:lnTo>
                  <a:lnTo>
                    <a:pt x="2616" y="7701"/>
                  </a:lnTo>
                  <a:lnTo>
                    <a:pt x="2700" y="7722"/>
                  </a:lnTo>
                  <a:lnTo>
                    <a:pt x="2784" y="7680"/>
                  </a:lnTo>
                  <a:lnTo>
                    <a:pt x="2867" y="7680"/>
                  </a:lnTo>
                  <a:lnTo>
                    <a:pt x="2888" y="7617"/>
                  </a:lnTo>
                  <a:lnTo>
                    <a:pt x="2951" y="7638"/>
                  </a:lnTo>
                  <a:lnTo>
                    <a:pt x="3097" y="7680"/>
                  </a:lnTo>
                  <a:lnTo>
                    <a:pt x="3223" y="7617"/>
                  </a:lnTo>
                  <a:lnTo>
                    <a:pt x="3411" y="7617"/>
                  </a:lnTo>
                  <a:lnTo>
                    <a:pt x="3558" y="7722"/>
                  </a:lnTo>
                  <a:lnTo>
                    <a:pt x="3579" y="7847"/>
                  </a:lnTo>
                  <a:lnTo>
                    <a:pt x="3579" y="7931"/>
                  </a:lnTo>
                  <a:lnTo>
                    <a:pt x="3579" y="7952"/>
                  </a:lnTo>
                  <a:lnTo>
                    <a:pt x="3558" y="7952"/>
                  </a:lnTo>
                  <a:lnTo>
                    <a:pt x="3558" y="8014"/>
                  </a:lnTo>
                  <a:lnTo>
                    <a:pt x="3662" y="8014"/>
                  </a:lnTo>
                  <a:lnTo>
                    <a:pt x="3809" y="7931"/>
                  </a:lnTo>
                  <a:lnTo>
                    <a:pt x="3809" y="8056"/>
                  </a:lnTo>
                  <a:lnTo>
                    <a:pt x="3934" y="8203"/>
                  </a:lnTo>
                  <a:lnTo>
                    <a:pt x="3997" y="8412"/>
                  </a:lnTo>
                  <a:lnTo>
                    <a:pt x="3997" y="8433"/>
                  </a:lnTo>
                  <a:lnTo>
                    <a:pt x="3997" y="8517"/>
                  </a:lnTo>
                  <a:lnTo>
                    <a:pt x="3934" y="8538"/>
                  </a:lnTo>
                  <a:lnTo>
                    <a:pt x="4039" y="8538"/>
                  </a:lnTo>
                  <a:lnTo>
                    <a:pt x="4081" y="8663"/>
                  </a:lnTo>
                  <a:lnTo>
                    <a:pt x="4353" y="8663"/>
                  </a:lnTo>
                  <a:lnTo>
                    <a:pt x="4541" y="8747"/>
                  </a:lnTo>
                  <a:lnTo>
                    <a:pt x="4541" y="8831"/>
                  </a:lnTo>
                  <a:lnTo>
                    <a:pt x="4625" y="8768"/>
                  </a:lnTo>
                  <a:lnTo>
                    <a:pt x="4646" y="8621"/>
                  </a:lnTo>
                  <a:lnTo>
                    <a:pt x="4750" y="8538"/>
                  </a:lnTo>
                  <a:lnTo>
                    <a:pt x="4834" y="8517"/>
                  </a:lnTo>
                  <a:lnTo>
                    <a:pt x="4876" y="8370"/>
                  </a:lnTo>
                  <a:lnTo>
                    <a:pt x="4960" y="8412"/>
                  </a:lnTo>
                  <a:lnTo>
                    <a:pt x="5064" y="8349"/>
                  </a:lnTo>
                  <a:lnTo>
                    <a:pt x="5462" y="8370"/>
                  </a:lnTo>
                  <a:lnTo>
                    <a:pt x="5692" y="8266"/>
                  </a:lnTo>
                  <a:lnTo>
                    <a:pt x="5755" y="8224"/>
                  </a:lnTo>
                  <a:lnTo>
                    <a:pt x="5880" y="8203"/>
                  </a:lnTo>
                  <a:lnTo>
                    <a:pt x="5880" y="8203"/>
                  </a:lnTo>
                  <a:lnTo>
                    <a:pt x="5818" y="8266"/>
                  </a:lnTo>
                  <a:lnTo>
                    <a:pt x="5880" y="8349"/>
                  </a:lnTo>
                  <a:lnTo>
                    <a:pt x="6006" y="8266"/>
                  </a:lnTo>
                  <a:lnTo>
                    <a:pt x="6110" y="8224"/>
                  </a:lnTo>
                  <a:lnTo>
                    <a:pt x="6069" y="8161"/>
                  </a:lnTo>
                  <a:lnTo>
                    <a:pt x="6090" y="8098"/>
                  </a:lnTo>
                  <a:lnTo>
                    <a:pt x="5964" y="7722"/>
                  </a:lnTo>
                  <a:lnTo>
                    <a:pt x="5838" y="7575"/>
                  </a:lnTo>
                  <a:lnTo>
                    <a:pt x="5880" y="7491"/>
                  </a:lnTo>
                  <a:lnTo>
                    <a:pt x="5797" y="7429"/>
                  </a:lnTo>
                  <a:lnTo>
                    <a:pt x="5692" y="7429"/>
                  </a:lnTo>
                  <a:lnTo>
                    <a:pt x="5483" y="7303"/>
                  </a:lnTo>
                  <a:lnTo>
                    <a:pt x="5462" y="7094"/>
                  </a:lnTo>
                  <a:lnTo>
                    <a:pt x="5483" y="6968"/>
                  </a:lnTo>
                  <a:lnTo>
                    <a:pt x="5399" y="6780"/>
                  </a:lnTo>
                  <a:lnTo>
                    <a:pt x="5294" y="6780"/>
                  </a:lnTo>
                  <a:lnTo>
                    <a:pt x="5232" y="6801"/>
                  </a:lnTo>
                  <a:lnTo>
                    <a:pt x="5085" y="6759"/>
                  </a:lnTo>
                  <a:lnTo>
                    <a:pt x="4981" y="6780"/>
                  </a:lnTo>
                  <a:lnTo>
                    <a:pt x="4981" y="6634"/>
                  </a:lnTo>
                  <a:lnTo>
                    <a:pt x="5085" y="6382"/>
                  </a:lnTo>
                  <a:lnTo>
                    <a:pt x="5169" y="6362"/>
                  </a:lnTo>
                  <a:lnTo>
                    <a:pt x="5315" y="6152"/>
                  </a:lnTo>
                  <a:lnTo>
                    <a:pt x="5357" y="6048"/>
                  </a:lnTo>
                  <a:lnTo>
                    <a:pt x="5462" y="6006"/>
                  </a:lnTo>
                  <a:lnTo>
                    <a:pt x="5546" y="5943"/>
                  </a:lnTo>
                  <a:lnTo>
                    <a:pt x="5671" y="6006"/>
                  </a:lnTo>
                  <a:lnTo>
                    <a:pt x="5692" y="6110"/>
                  </a:lnTo>
                  <a:lnTo>
                    <a:pt x="5776" y="6131"/>
                  </a:lnTo>
                  <a:lnTo>
                    <a:pt x="5985" y="6006"/>
                  </a:lnTo>
                  <a:lnTo>
                    <a:pt x="6299" y="6006"/>
                  </a:lnTo>
                  <a:lnTo>
                    <a:pt x="6487" y="5797"/>
                  </a:lnTo>
                  <a:lnTo>
                    <a:pt x="6592" y="5441"/>
                  </a:lnTo>
                  <a:lnTo>
                    <a:pt x="6843" y="5273"/>
                  </a:lnTo>
                  <a:lnTo>
                    <a:pt x="6926" y="5127"/>
                  </a:lnTo>
                  <a:lnTo>
                    <a:pt x="6947" y="4960"/>
                  </a:lnTo>
                  <a:lnTo>
                    <a:pt x="7052" y="4771"/>
                  </a:lnTo>
                  <a:lnTo>
                    <a:pt x="7261" y="4667"/>
                  </a:lnTo>
                  <a:lnTo>
                    <a:pt x="7324" y="4541"/>
                  </a:lnTo>
                  <a:lnTo>
                    <a:pt x="7324" y="4437"/>
                  </a:lnTo>
                  <a:lnTo>
                    <a:pt x="7240" y="4374"/>
                  </a:lnTo>
                  <a:lnTo>
                    <a:pt x="7387" y="4185"/>
                  </a:lnTo>
                  <a:lnTo>
                    <a:pt x="7491" y="4123"/>
                  </a:lnTo>
                  <a:lnTo>
                    <a:pt x="7491" y="3976"/>
                  </a:lnTo>
                  <a:lnTo>
                    <a:pt x="7554" y="3704"/>
                  </a:lnTo>
                  <a:lnTo>
                    <a:pt x="7470" y="3495"/>
                  </a:lnTo>
                  <a:lnTo>
                    <a:pt x="7450" y="3432"/>
                  </a:lnTo>
                  <a:lnTo>
                    <a:pt x="7638" y="3244"/>
                  </a:lnTo>
                  <a:lnTo>
                    <a:pt x="7743" y="3223"/>
                  </a:lnTo>
                  <a:lnTo>
                    <a:pt x="7847" y="3139"/>
                  </a:lnTo>
                  <a:lnTo>
                    <a:pt x="7910" y="3139"/>
                  </a:lnTo>
                  <a:lnTo>
                    <a:pt x="8015" y="3035"/>
                  </a:lnTo>
                  <a:lnTo>
                    <a:pt x="8015" y="2909"/>
                  </a:lnTo>
                  <a:lnTo>
                    <a:pt x="7868" y="2867"/>
                  </a:lnTo>
                  <a:lnTo>
                    <a:pt x="7743" y="2909"/>
                  </a:lnTo>
                  <a:lnTo>
                    <a:pt x="7554" y="2888"/>
                  </a:lnTo>
                  <a:lnTo>
                    <a:pt x="7491" y="2721"/>
                  </a:lnTo>
                  <a:lnTo>
                    <a:pt x="7282" y="2658"/>
                  </a:lnTo>
                  <a:lnTo>
                    <a:pt x="7073" y="2595"/>
                  </a:lnTo>
                  <a:lnTo>
                    <a:pt x="6864" y="2407"/>
                  </a:lnTo>
                  <a:lnTo>
                    <a:pt x="6843" y="2240"/>
                  </a:lnTo>
                  <a:lnTo>
                    <a:pt x="6738" y="1863"/>
                  </a:lnTo>
                  <a:lnTo>
                    <a:pt x="6634" y="1675"/>
                  </a:lnTo>
                  <a:lnTo>
                    <a:pt x="6634" y="1507"/>
                  </a:lnTo>
                  <a:lnTo>
                    <a:pt x="6738" y="1465"/>
                  </a:lnTo>
                  <a:lnTo>
                    <a:pt x="6738" y="1340"/>
                  </a:lnTo>
                  <a:lnTo>
                    <a:pt x="6885" y="1235"/>
                  </a:lnTo>
                  <a:lnTo>
                    <a:pt x="6885" y="1110"/>
                  </a:lnTo>
                  <a:lnTo>
                    <a:pt x="6738" y="1047"/>
                  </a:lnTo>
                  <a:lnTo>
                    <a:pt x="6717" y="921"/>
                  </a:lnTo>
                  <a:lnTo>
                    <a:pt x="6550" y="838"/>
                  </a:lnTo>
                  <a:lnTo>
                    <a:pt x="6403" y="712"/>
                  </a:lnTo>
                  <a:lnTo>
                    <a:pt x="6278" y="566"/>
                  </a:lnTo>
                  <a:lnTo>
                    <a:pt x="6173" y="608"/>
                  </a:lnTo>
                  <a:lnTo>
                    <a:pt x="6090" y="628"/>
                  </a:lnTo>
                  <a:lnTo>
                    <a:pt x="6006" y="566"/>
                  </a:lnTo>
                  <a:lnTo>
                    <a:pt x="5985" y="315"/>
                  </a:lnTo>
                  <a:lnTo>
                    <a:pt x="6236" y="147"/>
                  </a:lnTo>
                  <a:lnTo>
                    <a:pt x="6215" y="64"/>
                  </a:lnTo>
                  <a:lnTo>
                    <a:pt x="6027" y="84"/>
                  </a:lnTo>
                  <a:lnTo>
                    <a:pt x="590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9309;p128">
              <a:extLst>
                <a:ext uri="{FF2B5EF4-FFF2-40B4-BE49-F238E27FC236}">
                  <a16:creationId xmlns:a16="http://schemas.microsoft.com/office/drawing/2014/main" id="{90E1AEF0-618C-5211-2869-33E72451CC0D}"/>
                </a:ext>
              </a:extLst>
            </p:cNvPr>
            <p:cNvSpPr/>
            <p:nvPr/>
          </p:nvSpPr>
          <p:spPr>
            <a:xfrm>
              <a:off x="4148462" y="2870746"/>
              <a:ext cx="91200" cy="72579"/>
            </a:xfrm>
            <a:custGeom>
              <a:avLst/>
              <a:gdLst/>
              <a:ahLst/>
              <a:cxnLst/>
              <a:rect l="l" t="t" r="r" b="b"/>
              <a:pathLst>
                <a:path w="7659" h="6382" extrusionOk="0">
                  <a:moveTo>
                    <a:pt x="5295" y="0"/>
                  </a:moveTo>
                  <a:lnTo>
                    <a:pt x="5232" y="105"/>
                  </a:lnTo>
                  <a:lnTo>
                    <a:pt x="5211" y="272"/>
                  </a:lnTo>
                  <a:lnTo>
                    <a:pt x="5127" y="335"/>
                  </a:lnTo>
                  <a:lnTo>
                    <a:pt x="5106" y="419"/>
                  </a:lnTo>
                  <a:lnTo>
                    <a:pt x="5127" y="565"/>
                  </a:lnTo>
                  <a:lnTo>
                    <a:pt x="5043" y="691"/>
                  </a:lnTo>
                  <a:lnTo>
                    <a:pt x="4918" y="691"/>
                  </a:lnTo>
                  <a:lnTo>
                    <a:pt x="4897" y="649"/>
                  </a:lnTo>
                  <a:lnTo>
                    <a:pt x="4834" y="649"/>
                  </a:lnTo>
                  <a:lnTo>
                    <a:pt x="4792" y="691"/>
                  </a:lnTo>
                  <a:lnTo>
                    <a:pt x="4667" y="732"/>
                  </a:lnTo>
                  <a:lnTo>
                    <a:pt x="4667" y="837"/>
                  </a:lnTo>
                  <a:lnTo>
                    <a:pt x="4709" y="879"/>
                  </a:lnTo>
                  <a:lnTo>
                    <a:pt x="4709" y="963"/>
                  </a:lnTo>
                  <a:lnTo>
                    <a:pt x="4520" y="942"/>
                  </a:lnTo>
                  <a:lnTo>
                    <a:pt x="4458" y="858"/>
                  </a:lnTo>
                  <a:lnTo>
                    <a:pt x="4395" y="837"/>
                  </a:lnTo>
                  <a:lnTo>
                    <a:pt x="4332" y="879"/>
                  </a:lnTo>
                  <a:lnTo>
                    <a:pt x="4269" y="900"/>
                  </a:lnTo>
                  <a:lnTo>
                    <a:pt x="4207" y="984"/>
                  </a:lnTo>
                  <a:lnTo>
                    <a:pt x="4081" y="1067"/>
                  </a:lnTo>
                  <a:lnTo>
                    <a:pt x="3893" y="1088"/>
                  </a:lnTo>
                  <a:lnTo>
                    <a:pt x="3788" y="1067"/>
                  </a:lnTo>
                  <a:lnTo>
                    <a:pt x="3683" y="900"/>
                  </a:lnTo>
                  <a:lnTo>
                    <a:pt x="3579" y="879"/>
                  </a:lnTo>
                  <a:lnTo>
                    <a:pt x="3474" y="984"/>
                  </a:lnTo>
                  <a:lnTo>
                    <a:pt x="3411" y="984"/>
                  </a:lnTo>
                  <a:lnTo>
                    <a:pt x="3328" y="879"/>
                  </a:lnTo>
                  <a:lnTo>
                    <a:pt x="3223" y="795"/>
                  </a:lnTo>
                  <a:lnTo>
                    <a:pt x="3014" y="858"/>
                  </a:lnTo>
                  <a:lnTo>
                    <a:pt x="2993" y="837"/>
                  </a:lnTo>
                  <a:lnTo>
                    <a:pt x="2847" y="858"/>
                  </a:lnTo>
                  <a:lnTo>
                    <a:pt x="2742" y="774"/>
                  </a:lnTo>
                  <a:lnTo>
                    <a:pt x="2595" y="837"/>
                  </a:lnTo>
                  <a:lnTo>
                    <a:pt x="2428" y="942"/>
                  </a:lnTo>
                  <a:lnTo>
                    <a:pt x="2386" y="942"/>
                  </a:lnTo>
                  <a:lnTo>
                    <a:pt x="2219" y="984"/>
                  </a:lnTo>
                  <a:lnTo>
                    <a:pt x="2177" y="1046"/>
                  </a:lnTo>
                  <a:lnTo>
                    <a:pt x="2114" y="1067"/>
                  </a:lnTo>
                  <a:lnTo>
                    <a:pt x="2093" y="1109"/>
                  </a:lnTo>
                  <a:lnTo>
                    <a:pt x="2156" y="1172"/>
                  </a:lnTo>
                  <a:lnTo>
                    <a:pt x="2156" y="1297"/>
                  </a:lnTo>
                  <a:lnTo>
                    <a:pt x="2010" y="1423"/>
                  </a:lnTo>
                  <a:lnTo>
                    <a:pt x="2010" y="1590"/>
                  </a:lnTo>
                  <a:lnTo>
                    <a:pt x="1989" y="1716"/>
                  </a:lnTo>
                  <a:lnTo>
                    <a:pt x="1884" y="1737"/>
                  </a:lnTo>
                  <a:lnTo>
                    <a:pt x="1800" y="1821"/>
                  </a:lnTo>
                  <a:lnTo>
                    <a:pt x="1779" y="1883"/>
                  </a:lnTo>
                  <a:lnTo>
                    <a:pt x="1570" y="1925"/>
                  </a:lnTo>
                  <a:lnTo>
                    <a:pt x="1382" y="2030"/>
                  </a:lnTo>
                  <a:lnTo>
                    <a:pt x="1424" y="2113"/>
                  </a:lnTo>
                  <a:lnTo>
                    <a:pt x="1340" y="2155"/>
                  </a:lnTo>
                  <a:lnTo>
                    <a:pt x="1319" y="2239"/>
                  </a:lnTo>
                  <a:lnTo>
                    <a:pt x="1235" y="2344"/>
                  </a:lnTo>
                  <a:lnTo>
                    <a:pt x="1068" y="2365"/>
                  </a:lnTo>
                  <a:lnTo>
                    <a:pt x="1026" y="2427"/>
                  </a:lnTo>
                  <a:lnTo>
                    <a:pt x="963" y="2365"/>
                  </a:lnTo>
                  <a:lnTo>
                    <a:pt x="922" y="2302"/>
                  </a:lnTo>
                  <a:lnTo>
                    <a:pt x="796" y="2197"/>
                  </a:lnTo>
                  <a:lnTo>
                    <a:pt x="712" y="2197"/>
                  </a:lnTo>
                  <a:lnTo>
                    <a:pt x="629" y="2260"/>
                  </a:lnTo>
                  <a:lnTo>
                    <a:pt x="524" y="2260"/>
                  </a:lnTo>
                  <a:lnTo>
                    <a:pt x="440" y="2197"/>
                  </a:lnTo>
                  <a:lnTo>
                    <a:pt x="315" y="2155"/>
                  </a:lnTo>
                  <a:lnTo>
                    <a:pt x="273" y="2197"/>
                  </a:lnTo>
                  <a:lnTo>
                    <a:pt x="273" y="2365"/>
                  </a:lnTo>
                  <a:lnTo>
                    <a:pt x="273" y="2448"/>
                  </a:lnTo>
                  <a:lnTo>
                    <a:pt x="210" y="2532"/>
                  </a:lnTo>
                  <a:lnTo>
                    <a:pt x="294" y="2637"/>
                  </a:lnTo>
                  <a:lnTo>
                    <a:pt x="273" y="2657"/>
                  </a:lnTo>
                  <a:lnTo>
                    <a:pt x="273" y="2741"/>
                  </a:lnTo>
                  <a:lnTo>
                    <a:pt x="126" y="2846"/>
                  </a:lnTo>
                  <a:lnTo>
                    <a:pt x="1" y="2867"/>
                  </a:lnTo>
                  <a:lnTo>
                    <a:pt x="64" y="2950"/>
                  </a:lnTo>
                  <a:lnTo>
                    <a:pt x="168" y="3034"/>
                  </a:lnTo>
                  <a:lnTo>
                    <a:pt x="22" y="3181"/>
                  </a:lnTo>
                  <a:lnTo>
                    <a:pt x="85" y="3181"/>
                  </a:lnTo>
                  <a:lnTo>
                    <a:pt x="106" y="3390"/>
                  </a:lnTo>
                  <a:lnTo>
                    <a:pt x="106" y="3515"/>
                  </a:lnTo>
                  <a:lnTo>
                    <a:pt x="294" y="3557"/>
                  </a:lnTo>
                  <a:lnTo>
                    <a:pt x="336" y="3557"/>
                  </a:lnTo>
                  <a:lnTo>
                    <a:pt x="189" y="3787"/>
                  </a:lnTo>
                  <a:lnTo>
                    <a:pt x="126" y="3934"/>
                  </a:lnTo>
                  <a:lnTo>
                    <a:pt x="294" y="4227"/>
                  </a:lnTo>
                  <a:lnTo>
                    <a:pt x="378" y="4499"/>
                  </a:lnTo>
                  <a:lnTo>
                    <a:pt x="336" y="4562"/>
                  </a:lnTo>
                  <a:lnTo>
                    <a:pt x="398" y="4666"/>
                  </a:lnTo>
                  <a:lnTo>
                    <a:pt x="419" y="4875"/>
                  </a:lnTo>
                  <a:lnTo>
                    <a:pt x="922" y="4917"/>
                  </a:lnTo>
                  <a:lnTo>
                    <a:pt x="1005" y="5085"/>
                  </a:lnTo>
                  <a:lnTo>
                    <a:pt x="1005" y="5252"/>
                  </a:lnTo>
                  <a:lnTo>
                    <a:pt x="1047" y="5482"/>
                  </a:lnTo>
                  <a:lnTo>
                    <a:pt x="1005" y="5566"/>
                  </a:lnTo>
                  <a:lnTo>
                    <a:pt x="587" y="6131"/>
                  </a:lnTo>
                  <a:lnTo>
                    <a:pt x="1361" y="6382"/>
                  </a:lnTo>
                  <a:lnTo>
                    <a:pt x="2051" y="6340"/>
                  </a:lnTo>
                  <a:lnTo>
                    <a:pt x="2219" y="6298"/>
                  </a:lnTo>
                  <a:lnTo>
                    <a:pt x="2407" y="6319"/>
                  </a:lnTo>
                  <a:lnTo>
                    <a:pt x="2491" y="6235"/>
                  </a:lnTo>
                  <a:lnTo>
                    <a:pt x="2679" y="6194"/>
                  </a:lnTo>
                  <a:lnTo>
                    <a:pt x="2993" y="6194"/>
                  </a:lnTo>
                  <a:lnTo>
                    <a:pt x="3160" y="6173"/>
                  </a:lnTo>
                  <a:lnTo>
                    <a:pt x="3370" y="6173"/>
                  </a:lnTo>
                  <a:lnTo>
                    <a:pt x="3621" y="6068"/>
                  </a:lnTo>
                  <a:lnTo>
                    <a:pt x="3621" y="5963"/>
                  </a:lnTo>
                  <a:lnTo>
                    <a:pt x="3579" y="5859"/>
                  </a:lnTo>
                  <a:lnTo>
                    <a:pt x="3579" y="5712"/>
                  </a:lnTo>
                  <a:lnTo>
                    <a:pt x="3537" y="5545"/>
                  </a:lnTo>
                  <a:lnTo>
                    <a:pt x="3537" y="5378"/>
                  </a:lnTo>
                  <a:lnTo>
                    <a:pt x="3621" y="5273"/>
                  </a:lnTo>
                  <a:lnTo>
                    <a:pt x="3725" y="5252"/>
                  </a:lnTo>
                  <a:lnTo>
                    <a:pt x="3746" y="5147"/>
                  </a:lnTo>
                  <a:lnTo>
                    <a:pt x="3788" y="5064"/>
                  </a:lnTo>
                  <a:lnTo>
                    <a:pt x="3935" y="5043"/>
                  </a:lnTo>
                  <a:lnTo>
                    <a:pt x="3997" y="5085"/>
                  </a:lnTo>
                  <a:lnTo>
                    <a:pt x="4207" y="4980"/>
                  </a:lnTo>
                  <a:lnTo>
                    <a:pt x="4269" y="4917"/>
                  </a:lnTo>
                  <a:lnTo>
                    <a:pt x="4186" y="4875"/>
                  </a:lnTo>
                  <a:lnTo>
                    <a:pt x="4395" y="4708"/>
                  </a:lnTo>
                  <a:lnTo>
                    <a:pt x="4416" y="4645"/>
                  </a:lnTo>
                  <a:lnTo>
                    <a:pt x="4583" y="4624"/>
                  </a:lnTo>
                  <a:lnTo>
                    <a:pt x="4625" y="4666"/>
                  </a:lnTo>
                  <a:lnTo>
                    <a:pt x="4771" y="4666"/>
                  </a:lnTo>
                  <a:lnTo>
                    <a:pt x="4792" y="4603"/>
                  </a:lnTo>
                  <a:lnTo>
                    <a:pt x="4834" y="4603"/>
                  </a:lnTo>
                  <a:lnTo>
                    <a:pt x="4981" y="4750"/>
                  </a:lnTo>
                  <a:lnTo>
                    <a:pt x="5085" y="4541"/>
                  </a:lnTo>
                  <a:lnTo>
                    <a:pt x="5043" y="4310"/>
                  </a:lnTo>
                  <a:lnTo>
                    <a:pt x="5085" y="4248"/>
                  </a:lnTo>
                  <a:lnTo>
                    <a:pt x="5085" y="4185"/>
                  </a:lnTo>
                  <a:lnTo>
                    <a:pt x="5127" y="4038"/>
                  </a:lnTo>
                  <a:lnTo>
                    <a:pt x="5148" y="3829"/>
                  </a:lnTo>
                  <a:lnTo>
                    <a:pt x="5190" y="3766"/>
                  </a:lnTo>
                  <a:lnTo>
                    <a:pt x="5316" y="3725"/>
                  </a:lnTo>
                  <a:lnTo>
                    <a:pt x="5441" y="3662"/>
                  </a:lnTo>
                  <a:lnTo>
                    <a:pt x="5462" y="3578"/>
                  </a:lnTo>
                  <a:lnTo>
                    <a:pt x="5420" y="3411"/>
                  </a:lnTo>
                  <a:lnTo>
                    <a:pt x="5295" y="3348"/>
                  </a:lnTo>
                  <a:lnTo>
                    <a:pt x="5232" y="3181"/>
                  </a:lnTo>
                  <a:lnTo>
                    <a:pt x="5357" y="3097"/>
                  </a:lnTo>
                  <a:lnTo>
                    <a:pt x="5567" y="3181"/>
                  </a:lnTo>
                  <a:lnTo>
                    <a:pt x="5776" y="3181"/>
                  </a:lnTo>
                  <a:lnTo>
                    <a:pt x="5943" y="2950"/>
                  </a:lnTo>
                  <a:lnTo>
                    <a:pt x="5943" y="2783"/>
                  </a:lnTo>
                  <a:lnTo>
                    <a:pt x="5818" y="2657"/>
                  </a:lnTo>
                  <a:lnTo>
                    <a:pt x="6069" y="2323"/>
                  </a:lnTo>
                  <a:lnTo>
                    <a:pt x="6048" y="2051"/>
                  </a:lnTo>
                  <a:lnTo>
                    <a:pt x="5818" y="1695"/>
                  </a:lnTo>
                  <a:lnTo>
                    <a:pt x="5901" y="1590"/>
                  </a:lnTo>
                  <a:lnTo>
                    <a:pt x="6027" y="1465"/>
                  </a:lnTo>
                  <a:lnTo>
                    <a:pt x="6173" y="1465"/>
                  </a:lnTo>
                  <a:lnTo>
                    <a:pt x="6299" y="1318"/>
                  </a:lnTo>
                  <a:lnTo>
                    <a:pt x="6487" y="1214"/>
                  </a:lnTo>
                  <a:lnTo>
                    <a:pt x="6613" y="1297"/>
                  </a:lnTo>
                  <a:lnTo>
                    <a:pt x="6801" y="1277"/>
                  </a:lnTo>
                  <a:lnTo>
                    <a:pt x="7199" y="1172"/>
                  </a:lnTo>
                  <a:lnTo>
                    <a:pt x="7450" y="1067"/>
                  </a:lnTo>
                  <a:lnTo>
                    <a:pt x="7596" y="879"/>
                  </a:lnTo>
                  <a:lnTo>
                    <a:pt x="7471" y="858"/>
                  </a:lnTo>
                  <a:lnTo>
                    <a:pt x="7659" y="691"/>
                  </a:lnTo>
                  <a:lnTo>
                    <a:pt x="7638" y="586"/>
                  </a:lnTo>
                  <a:lnTo>
                    <a:pt x="7387" y="586"/>
                  </a:lnTo>
                  <a:lnTo>
                    <a:pt x="7324" y="691"/>
                  </a:lnTo>
                  <a:lnTo>
                    <a:pt x="7094" y="732"/>
                  </a:lnTo>
                  <a:lnTo>
                    <a:pt x="7073" y="586"/>
                  </a:lnTo>
                  <a:lnTo>
                    <a:pt x="6906" y="649"/>
                  </a:lnTo>
                  <a:lnTo>
                    <a:pt x="6655" y="795"/>
                  </a:lnTo>
                  <a:lnTo>
                    <a:pt x="6571" y="858"/>
                  </a:lnTo>
                  <a:lnTo>
                    <a:pt x="6550" y="984"/>
                  </a:lnTo>
                  <a:lnTo>
                    <a:pt x="6424" y="1067"/>
                  </a:lnTo>
                  <a:lnTo>
                    <a:pt x="6257" y="1151"/>
                  </a:lnTo>
                  <a:lnTo>
                    <a:pt x="6236" y="1193"/>
                  </a:lnTo>
                  <a:lnTo>
                    <a:pt x="6132" y="1277"/>
                  </a:lnTo>
                  <a:lnTo>
                    <a:pt x="5985" y="1277"/>
                  </a:lnTo>
                  <a:lnTo>
                    <a:pt x="5880" y="1256"/>
                  </a:lnTo>
                  <a:lnTo>
                    <a:pt x="5880" y="1172"/>
                  </a:lnTo>
                  <a:lnTo>
                    <a:pt x="5776" y="1046"/>
                  </a:lnTo>
                  <a:lnTo>
                    <a:pt x="5776" y="837"/>
                  </a:lnTo>
                  <a:lnTo>
                    <a:pt x="5755" y="691"/>
                  </a:lnTo>
                  <a:lnTo>
                    <a:pt x="5776" y="565"/>
                  </a:lnTo>
                  <a:lnTo>
                    <a:pt x="5734" y="460"/>
                  </a:lnTo>
                  <a:lnTo>
                    <a:pt x="5629" y="460"/>
                  </a:lnTo>
                  <a:lnTo>
                    <a:pt x="5608" y="356"/>
                  </a:lnTo>
                  <a:lnTo>
                    <a:pt x="5629" y="209"/>
                  </a:lnTo>
                  <a:lnTo>
                    <a:pt x="5629" y="126"/>
                  </a:lnTo>
                  <a:lnTo>
                    <a:pt x="5525" y="63"/>
                  </a:lnTo>
                  <a:lnTo>
                    <a:pt x="542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9310;p128">
              <a:extLst>
                <a:ext uri="{FF2B5EF4-FFF2-40B4-BE49-F238E27FC236}">
                  <a16:creationId xmlns:a16="http://schemas.microsoft.com/office/drawing/2014/main" id="{975A323D-4C5B-3F30-9A15-36AE2EB8395B}"/>
                </a:ext>
              </a:extLst>
            </p:cNvPr>
            <p:cNvSpPr/>
            <p:nvPr/>
          </p:nvSpPr>
          <p:spPr>
            <a:xfrm>
              <a:off x="3884115" y="2761763"/>
              <a:ext cx="113133" cy="67348"/>
            </a:xfrm>
            <a:custGeom>
              <a:avLst/>
              <a:gdLst/>
              <a:ahLst/>
              <a:cxnLst/>
              <a:rect l="l" t="t" r="r" b="b"/>
              <a:pathLst>
                <a:path w="9501" h="5922" extrusionOk="0">
                  <a:moveTo>
                    <a:pt x="5064" y="0"/>
                  </a:moveTo>
                  <a:lnTo>
                    <a:pt x="4960" y="84"/>
                  </a:lnTo>
                  <a:lnTo>
                    <a:pt x="5002" y="209"/>
                  </a:lnTo>
                  <a:lnTo>
                    <a:pt x="4855" y="230"/>
                  </a:lnTo>
                  <a:lnTo>
                    <a:pt x="4751" y="209"/>
                  </a:lnTo>
                  <a:lnTo>
                    <a:pt x="4730" y="209"/>
                  </a:lnTo>
                  <a:lnTo>
                    <a:pt x="4500" y="272"/>
                  </a:lnTo>
                  <a:lnTo>
                    <a:pt x="4332" y="293"/>
                  </a:lnTo>
                  <a:lnTo>
                    <a:pt x="4228" y="502"/>
                  </a:lnTo>
                  <a:lnTo>
                    <a:pt x="4228" y="712"/>
                  </a:lnTo>
                  <a:lnTo>
                    <a:pt x="4102" y="712"/>
                  </a:lnTo>
                  <a:lnTo>
                    <a:pt x="3997" y="628"/>
                  </a:lnTo>
                  <a:lnTo>
                    <a:pt x="3851" y="691"/>
                  </a:lnTo>
                  <a:lnTo>
                    <a:pt x="3746" y="607"/>
                  </a:lnTo>
                  <a:lnTo>
                    <a:pt x="3642" y="628"/>
                  </a:lnTo>
                  <a:lnTo>
                    <a:pt x="3537" y="753"/>
                  </a:lnTo>
                  <a:lnTo>
                    <a:pt x="3432" y="732"/>
                  </a:lnTo>
                  <a:lnTo>
                    <a:pt x="3391" y="607"/>
                  </a:lnTo>
                  <a:lnTo>
                    <a:pt x="3244" y="607"/>
                  </a:lnTo>
                  <a:lnTo>
                    <a:pt x="3056" y="712"/>
                  </a:lnTo>
                  <a:lnTo>
                    <a:pt x="2972" y="649"/>
                  </a:lnTo>
                  <a:lnTo>
                    <a:pt x="2805" y="628"/>
                  </a:lnTo>
                  <a:lnTo>
                    <a:pt x="2763" y="691"/>
                  </a:lnTo>
                  <a:lnTo>
                    <a:pt x="2700" y="691"/>
                  </a:lnTo>
                  <a:lnTo>
                    <a:pt x="2595" y="607"/>
                  </a:lnTo>
                  <a:lnTo>
                    <a:pt x="2386" y="691"/>
                  </a:lnTo>
                  <a:lnTo>
                    <a:pt x="2344" y="628"/>
                  </a:lnTo>
                  <a:lnTo>
                    <a:pt x="2219" y="544"/>
                  </a:lnTo>
                  <a:lnTo>
                    <a:pt x="1884" y="502"/>
                  </a:lnTo>
                  <a:lnTo>
                    <a:pt x="1759" y="419"/>
                  </a:lnTo>
                  <a:lnTo>
                    <a:pt x="1675" y="419"/>
                  </a:lnTo>
                  <a:lnTo>
                    <a:pt x="1570" y="523"/>
                  </a:lnTo>
                  <a:lnTo>
                    <a:pt x="1382" y="523"/>
                  </a:lnTo>
                  <a:lnTo>
                    <a:pt x="963" y="586"/>
                  </a:lnTo>
                  <a:lnTo>
                    <a:pt x="859" y="628"/>
                  </a:lnTo>
                  <a:lnTo>
                    <a:pt x="671" y="544"/>
                  </a:lnTo>
                  <a:lnTo>
                    <a:pt x="608" y="544"/>
                  </a:lnTo>
                  <a:lnTo>
                    <a:pt x="566" y="649"/>
                  </a:lnTo>
                  <a:lnTo>
                    <a:pt x="608" y="921"/>
                  </a:lnTo>
                  <a:lnTo>
                    <a:pt x="650" y="1004"/>
                  </a:lnTo>
                  <a:lnTo>
                    <a:pt x="733" y="1151"/>
                  </a:lnTo>
                  <a:lnTo>
                    <a:pt x="859" y="1235"/>
                  </a:lnTo>
                  <a:lnTo>
                    <a:pt x="817" y="1318"/>
                  </a:lnTo>
                  <a:lnTo>
                    <a:pt x="838" y="1381"/>
                  </a:lnTo>
                  <a:lnTo>
                    <a:pt x="880" y="1465"/>
                  </a:lnTo>
                  <a:lnTo>
                    <a:pt x="838" y="1653"/>
                  </a:lnTo>
                  <a:lnTo>
                    <a:pt x="754" y="1653"/>
                  </a:lnTo>
                  <a:lnTo>
                    <a:pt x="650" y="1737"/>
                  </a:lnTo>
                  <a:lnTo>
                    <a:pt x="629" y="1904"/>
                  </a:lnTo>
                  <a:lnTo>
                    <a:pt x="252" y="2302"/>
                  </a:lnTo>
                  <a:lnTo>
                    <a:pt x="294" y="2469"/>
                  </a:lnTo>
                  <a:lnTo>
                    <a:pt x="294" y="2637"/>
                  </a:lnTo>
                  <a:lnTo>
                    <a:pt x="147" y="2616"/>
                  </a:lnTo>
                  <a:lnTo>
                    <a:pt x="43" y="2888"/>
                  </a:lnTo>
                  <a:lnTo>
                    <a:pt x="22" y="3097"/>
                  </a:lnTo>
                  <a:lnTo>
                    <a:pt x="1" y="3097"/>
                  </a:lnTo>
                  <a:lnTo>
                    <a:pt x="126" y="3222"/>
                  </a:lnTo>
                  <a:lnTo>
                    <a:pt x="294" y="3327"/>
                  </a:lnTo>
                  <a:lnTo>
                    <a:pt x="315" y="3432"/>
                  </a:lnTo>
                  <a:lnTo>
                    <a:pt x="440" y="3432"/>
                  </a:lnTo>
                  <a:lnTo>
                    <a:pt x="524" y="3348"/>
                  </a:lnTo>
                  <a:lnTo>
                    <a:pt x="629" y="3348"/>
                  </a:lnTo>
                  <a:lnTo>
                    <a:pt x="838" y="3453"/>
                  </a:lnTo>
                  <a:lnTo>
                    <a:pt x="984" y="3473"/>
                  </a:lnTo>
                  <a:lnTo>
                    <a:pt x="1152" y="3536"/>
                  </a:lnTo>
                  <a:lnTo>
                    <a:pt x="1194" y="3641"/>
                  </a:lnTo>
                  <a:lnTo>
                    <a:pt x="1340" y="3683"/>
                  </a:lnTo>
                  <a:lnTo>
                    <a:pt x="1487" y="3641"/>
                  </a:lnTo>
                  <a:lnTo>
                    <a:pt x="1612" y="3641"/>
                  </a:lnTo>
                  <a:lnTo>
                    <a:pt x="1717" y="3515"/>
                  </a:lnTo>
                  <a:lnTo>
                    <a:pt x="2114" y="3453"/>
                  </a:lnTo>
                  <a:lnTo>
                    <a:pt x="2240" y="3369"/>
                  </a:lnTo>
                  <a:lnTo>
                    <a:pt x="2386" y="3348"/>
                  </a:lnTo>
                  <a:lnTo>
                    <a:pt x="2344" y="3201"/>
                  </a:lnTo>
                  <a:lnTo>
                    <a:pt x="2386" y="3139"/>
                  </a:lnTo>
                  <a:lnTo>
                    <a:pt x="2344" y="2992"/>
                  </a:lnTo>
                  <a:lnTo>
                    <a:pt x="2428" y="3013"/>
                  </a:lnTo>
                  <a:lnTo>
                    <a:pt x="2449" y="2992"/>
                  </a:lnTo>
                  <a:lnTo>
                    <a:pt x="2554" y="3034"/>
                  </a:lnTo>
                  <a:lnTo>
                    <a:pt x="2616" y="2992"/>
                  </a:lnTo>
                  <a:lnTo>
                    <a:pt x="2742" y="2992"/>
                  </a:lnTo>
                  <a:lnTo>
                    <a:pt x="2763" y="2929"/>
                  </a:lnTo>
                  <a:lnTo>
                    <a:pt x="2867" y="3055"/>
                  </a:lnTo>
                  <a:lnTo>
                    <a:pt x="3014" y="3055"/>
                  </a:lnTo>
                  <a:lnTo>
                    <a:pt x="3181" y="3243"/>
                  </a:lnTo>
                  <a:lnTo>
                    <a:pt x="3370" y="3243"/>
                  </a:lnTo>
                  <a:lnTo>
                    <a:pt x="3391" y="3201"/>
                  </a:lnTo>
                  <a:lnTo>
                    <a:pt x="3453" y="3201"/>
                  </a:lnTo>
                  <a:lnTo>
                    <a:pt x="3642" y="3369"/>
                  </a:lnTo>
                  <a:lnTo>
                    <a:pt x="3788" y="3453"/>
                  </a:lnTo>
                  <a:lnTo>
                    <a:pt x="3809" y="3641"/>
                  </a:lnTo>
                  <a:lnTo>
                    <a:pt x="3809" y="3787"/>
                  </a:lnTo>
                  <a:lnTo>
                    <a:pt x="3956" y="3850"/>
                  </a:lnTo>
                  <a:lnTo>
                    <a:pt x="3956" y="3892"/>
                  </a:lnTo>
                  <a:lnTo>
                    <a:pt x="4102" y="4038"/>
                  </a:lnTo>
                  <a:lnTo>
                    <a:pt x="4269" y="4143"/>
                  </a:lnTo>
                  <a:lnTo>
                    <a:pt x="4290" y="4248"/>
                  </a:lnTo>
                  <a:lnTo>
                    <a:pt x="4269" y="4352"/>
                  </a:lnTo>
                  <a:lnTo>
                    <a:pt x="4332" y="4457"/>
                  </a:lnTo>
                  <a:lnTo>
                    <a:pt x="4311" y="4499"/>
                  </a:lnTo>
                  <a:lnTo>
                    <a:pt x="4123" y="4499"/>
                  </a:lnTo>
                  <a:lnTo>
                    <a:pt x="4060" y="4415"/>
                  </a:lnTo>
                  <a:lnTo>
                    <a:pt x="3893" y="4478"/>
                  </a:lnTo>
                  <a:lnTo>
                    <a:pt x="3788" y="4478"/>
                  </a:lnTo>
                  <a:lnTo>
                    <a:pt x="3767" y="4687"/>
                  </a:lnTo>
                  <a:lnTo>
                    <a:pt x="3767" y="4834"/>
                  </a:lnTo>
                  <a:lnTo>
                    <a:pt x="3704" y="4813"/>
                  </a:lnTo>
                  <a:lnTo>
                    <a:pt x="3600" y="5022"/>
                  </a:lnTo>
                  <a:lnTo>
                    <a:pt x="3600" y="5126"/>
                  </a:lnTo>
                  <a:lnTo>
                    <a:pt x="3495" y="5106"/>
                  </a:lnTo>
                  <a:lnTo>
                    <a:pt x="3432" y="5147"/>
                  </a:lnTo>
                  <a:lnTo>
                    <a:pt x="3537" y="5315"/>
                  </a:lnTo>
                  <a:lnTo>
                    <a:pt x="3684" y="5357"/>
                  </a:lnTo>
                  <a:lnTo>
                    <a:pt x="3893" y="5357"/>
                  </a:lnTo>
                  <a:lnTo>
                    <a:pt x="3976" y="5294"/>
                  </a:lnTo>
                  <a:lnTo>
                    <a:pt x="4165" y="5294"/>
                  </a:lnTo>
                  <a:lnTo>
                    <a:pt x="4269" y="5357"/>
                  </a:lnTo>
                  <a:lnTo>
                    <a:pt x="4290" y="5252"/>
                  </a:lnTo>
                  <a:lnTo>
                    <a:pt x="4228" y="5189"/>
                  </a:lnTo>
                  <a:lnTo>
                    <a:pt x="4228" y="5106"/>
                  </a:lnTo>
                  <a:lnTo>
                    <a:pt x="4228" y="5022"/>
                  </a:lnTo>
                  <a:lnTo>
                    <a:pt x="4290" y="5106"/>
                  </a:lnTo>
                  <a:lnTo>
                    <a:pt x="4374" y="5106"/>
                  </a:lnTo>
                  <a:lnTo>
                    <a:pt x="4583" y="4834"/>
                  </a:lnTo>
                  <a:lnTo>
                    <a:pt x="4541" y="4771"/>
                  </a:lnTo>
                  <a:lnTo>
                    <a:pt x="4604" y="4771"/>
                  </a:lnTo>
                  <a:lnTo>
                    <a:pt x="4730" y="4603"/>
                  </a:lnTo>
                  <a:lnTo>
                    <a:pt x="4730" y="4478"/>
                  </a:lnTo>
                  <a:lnTo>
                    <a:pt x="4813" y="4394"/>
                  </a:lnTo>
                  <a:lnTo>
                    <a:pt x="4939" y="4394"/>
                  </a:lnTo>
                  <a:lnTo>
                    <a:pt x="5064" y="4269"/>
                  </a:lnTo>
                  <a:lnTo>
                    <a:pt x="5127" y="4310"/>
                  </a:lnTo>
                  <a:lnTo>
                    <a:pt x="5127" y="4352"/>
                  </a:lnTo>
                  <a:lnTo>
                    <a:pt x="5232" y="4352"/>
                  </a:lnTo>
                  <a:lnTo>
                    <a:pt x="5274" y="4289"/>
                  </a:lnTo>
                  <a:lnTo>
                    <a:pt x="5336" y="4206"/>
                  </a:lnTo>
                  <a:lnTo>
                    <a:pt x="5357" y="4269"/>
                  </a:lnTo>
                  <a:lnTo>
                    <a:pt x="5441" y="4310"/>
                  </a:lnTo>
                  <a:lnTo>
                    <a:pt x="5525" y="4352"/>
                  </a:lnTo>
                  <a:lnTo>
                    <a:pt x="5692" y="4310"/>
                  </a:lnTo>
                  <a:lnTo>
                    <a:pt x="5567" y="4373"/>
                  </a:lnTo>
                  <a:lnTo>
                    <a:pt x="5483" y="4415"/>
                  </a:lnTo>
                  <a:lnTo>
                    <a:pt x="5378" y="4394"/>
                  </a:lnTo>
                  <a:lnTo>
                    <a:pt x="5211" y="4415"/>
                  </a:lnTo>
                  <a:lnTo>
                    <a:pt x="5064" y="4415"/>
                  </a:lnTo>
                  <a:lnTo>
                    <a:pt x="5127" y="4478"/>
                  </a:lnTo>
                  <a:lnTo>
                    <a:pt x="5336" y="4478"/>
                  </a:lnTo>
                  <a:lnTo>
                    <a:pt x="5483" y="4561"/>
                  </a:lnTo>
                  <a:lnTo>
                    <a:pt x="5462" y="4582"/>
                  </a:lnTo>
                  <a:lnTo>
                    <a:pt x="5420" y="4624"/>
                  </a:lnTo>
                  <a:lnTo>
                    <a:pt x="5483" y="4708"/>
                  </a:lnTo>
                  <a:lnTo>
                    <a:pt x="5567" y="4708"/>
                  </a:lnTo>
                  <a:lnTo>
                    <a:pt x="5671" y="4771"/>
                  </a:lnTo>
                  <a:lnTo>
                    <a:pt x="5797" y="4708"/>
                  </a:lnTo>
                  <a:lnTo>
                    <a:pt x="5943" y="4687"/>
                  </a:lnTo>
                  <a:lnTo>
                    <a:pt x="6069" y="4729"/>
                  </a:lnTo>
                  <a:lnTo>
                    <a:pt x="6173" y="4792"/>
                  </a:lnTo>
                  <a:lnTo>
                    <a:pt x="6194" y="4708"/>
                  </a:lnTo>
                  <a:lnTo>
                    <a:pt x="6257" y="4729"/>
                  </a:lnTo>
                  <a:lnTo>
                    <a:pt x="6278" y="4875"/>
                  </a:lnTo>
                  <a:lnTo>
                    <a:pt x="6362" y="4938"/>
                  </a:lnTo>
                  <a:lnTo>
                    <a:pt x="6299" y="4980"/>
                  </a:lnTo>
                  <a:lnTo>
                    <a:pt x="6111" y="5022"/>
                  </a:lnTo>
                  <a:lnTo>
                    <a:pt x="5943" y="5126"/>
                  </a:lnTo>
                  <a:lnTo>
                    <a:pt x="5797" y="5315"/>
                  </a:lnTo>
                  <a:lnTo>
                    <a:pt x="5901" y="5357"/>
                  </a:lnTo>
                  <a:lnTo>
                    <a:pt x="5985" y="5294"/>
                  </a:lnTo>
                  <a:lnTo>
                    <a:pt x="6111" y="5357"/>
                  </a:lnTo>
                  <a:lnTo>
                    <a:pt x="6173" y="5336"/>
                  </a:lnTo>
                  <a:lnTo>
                    <a:pt x="6362" y="5503"/>
                  </a:lnTo>
                  <a:lnTo>
                    <a:pt x="6383" y="5566"/>
                  </a:lnTo>
                  <a:lnTo>
                    <a:pt x="6299" y="5775"/>
                  </a:lnTo>
                  <a:lnTo>
                    <a:pt x="6278" y="5838"/>
                  </a:lnTo>
                  <a:lnTo>
                    <a:pt x="6383" y="5922"/>
                  </a:lnTo>
                  <a:lnTo>
                    <a:pt x="6592" y="5922"/>
                  </a:lnTo>
                  <a:lnTo>
                    <a:pt x="6780" y="5817"/>
                  </a:lnTo>
                  <a:lnTo>
                    <a:pt x="7031" y="5629"/>
                  </a:lnTo>
                  <a:lnTo>
                    <a:pt x="7220" y="5629"/>
                  </a:lnTo>
                  <a:lnTo>
                    <a:pt x="7324" y="5503"/>
                  </a:lnTo>
                  <a:lnTo>
                    <a:pt x="7450" y="5419"/>
                  </a:lnTo>
                  <a:lnTo>
                    <a:pt x="7680" y="5440"/>
                  </a:lnTo>
                  <a:lnTo>
                    <a:pt x="7889" y="5440"/>
                  </a:lnTo>
                  <a:lnTo>
                    <a:pt x="7952" y="5336"/>
                  </a:lnTo>
                  <a:lnTo>
                    <a:pt x="7889" y="5231"/>
                  </a:lnTo>
                  <a:lnTo>
                    <a:pt x="7952" y="5210"/>
                  </a:lnTo>
                  <a:lnTo>
                    <a:pt x="7994" y="5126"/>
                  </a:lnTo>
                  <a:lnTo>
                    <a:pt x="7847" y="5106"/>
                  </a:lnTo>
                  <a:lnTo>
                    <a:pt x="7659" y="5126"/>
                  </a:lnTo>
                  <a:lnTo>
                    <a:pt x="7638" y="5252"/>
                  </a:lnTo>
                  <a:lnTo>
                    <a:pt x="7513" y="5189"/>
                  </a:lnTo>
                  <a:lnTo>
                    <a:pt x="7450" y="5189"/>
                  </a:lnTo>
                  <a:lnTo>
                    <a:pt x="7345" y="5294"/>
                  </a:lnTo>
                  <a:lnTo>
                    <a:pt x="7303" y="5252"/>
                  </a:lnTo>
                  <a:lnTo>
                    <a:pt x="7010" y="4938"/>
                  </a:lnTo>
                  <a:lnTo>
                    <a:pt x="6948" y="4813"/>
                  </a:lnTo>
                  <a:lnTo>
                    <a:pt x="6885" y="4687"/>
                  </a:lnTo>
                  <a:lnTo>
                    <a:pt x="6822" y="4708"/>
                  </a:lnTo>
                  <a:lnTo>
                    <a:pt x="6885" y="4875"/>
                  </a:lnTo>
                  <a:lnTo>
                    <a:pt x="7094" y="5106"/>
                  </a:lnTo>
                  <a:lnTo>
                    <a:pt x="7261" y="5294"/>
                  </a:lnTo>
                  <a:lnTo>
                    <a:pt x="7220" y="5315"/>
                  </a:lnTo>
                  <a:lnTo>
                    <a:pt x="7094" y="5294"/>
                  </a:lnTo>
                  <a:lnTo>
                    <a:pt x="7031" y="5210"/>
                  </a:lnTo>
                  <a:lnTo>
                    <a:pt x="7010" y="5085"/>
                  </a:lnTo>
                  <a:lnTo>
                    <a:pt x="6927" y="5043"/>
                  </a:lnTo>
                  <a:lnTo>
                    <a:pt x="6885" y="5106"/>
                  </a:lnTo>
                  <a:lnTo>
                    <a:pt x="6885" y="5022"/>
                  </a:lnTo>
                  <a:lnTo>
                    <a:pt x="6822" y="5022"/>
                  </a:lnTo>
                  <a:lnTo>
                    <a:pt x="6780" y="5043"/>
                  </a:lnTo>
                  <a:lnTo>
                    <a:pt x="6780" y="5001"/>
                  </a:lnTo>
                  <a:lnTo>
                    <a:pt x="6822" y="4917"/>
                  </a:lnTo>
                  <a:lnTo>
                    <a:pt x="6801" y="4875"/>
                  </a:lnTo>
                  <a:lnTo>
                    <a:pt x="6717" y="4896"/>
                  </a:lnTo>
                  <a:lnTo>
                    <a:pt x="6676" y="4834"/>
                  </a:lnTo>
                  <a:lnTo>
                    <a:pt x="6592" y="4771"/>
                  </a:lnTo>
                  <a:lnTo>
                    <a:pt x="6404" y="4792"/>
                  </a:lnTo>
                  <a:lnTo>
                    <a:pt x="6320" y="4729"/>
                  </a:lnTo>
                  <a:lnTo>
                    <a:pt x="6362" y="4687"/>
                  </a:lnTo>
                  <a:lnTo>
                    <a:pt x="6487" y="4708"/>
                  </a:lnTo>
                  <a:lnTo>
                    <a:pt x="6529" y="4624"/>
                  </a:lnTo>
                  <a:lnTo>
                    <a:pt x="6634" y="4708"/>
                  </a:lnTo>
                  <a:lnTo>
                    <a:pt x="6738" y="4708"/>
                  </a:lnTo>
                  <a:lnTo>
                    <a:pt x="6780" y="4624"/>
                  </a:lnTo>
                  <a:lnTo>
                    <a:pt x="6885" y="4603"/>
                  </a:lnTo>
                  <a:lnTo>
                    <a:pt x="7052" y="4415"/>
                  </a:lnTo>
                  <a:lnTo>
                    <a:pt x="7052" y="4373"/>
                  </a:lnTo>
                  <a:lnTo>
                    <a:pt x="7136" y="4394"/>
                  </a:lnTo>
                  <a:lnTo>
                    <a:pt x="7136" y="4457"/>
                  </a:lnTo>
                  <a:lnTo>
                    <a:pt x="7031" y="4582"/>
                  </a:lnTo>
                  <a:lnTo>
                    <a:pt x="6989" y="4603"/>
                  </a:lnTo>
                  <a:lnTo>
                    <a:pt x="7010" y="4666"/>
                  </a:lnTo>
                  <a:lnTo>
                    <a:pt x="7094" y="4624"/>
                  </a:lnTo>
                  <a:lnTo>
                    <a:pt x="7220" y="4457"/>
                  </a:lnTo>
                  <a:lnTo>
                    <a:pt x="7241" y="4373"/>
                  </a:lnTo>
                  <a:lnTo>
                    <a:pt x="7157" y="4289"/>
                  </a:lnTo>
                  <a:lnTo>
                    <a:pt x="7136" y="4248"/>
                  </a:lnTo>
                  <a:lnTo>
                    <a:pt x="7199" y="4206"/>
                  </a:lnTo>
                  <a:lnTo>
                    <a:pt x="7261" y="4352"/>
                  </a:lnTo>
                  <a:lnTo>
                    <a:pt x="7345" y="4373"/>
                  </a:lnTo>
                  <a:lnTo>
                    <a:pt x="7450" y="4289"/>
                  </a:lnTo>
                  <a:lnTo>
                    <a:pt x="7617" y="4310"/>
                  </a:lnTo>
                  <a:lnTo>
                    <a:pt x="7722" y="4248"/>
                  </a:lnTo>
                  <a:lnTo>
                    <a:pt x="7868" y="4248"/>
                  </a:lnTo>
                  <a:lnTo>
                    <a:pt x="7973" y="4101"/>
                  </a:lnTo>
                  <a:lnTo>
                    <a:pt x="8057" y="4038"/>
                  </a:lnTo>
                  <a:lnTo>
                    <a:pt x="8182" y="4038"/>
                  </a:lnTo>
                  <a:lnTo>
                    <a:pt x="8203" y="3934"/>
                  </a:lnTo>
                  <a:lnTo>
                    <a:pt x="8287" y="3871"/>
                  </a:lnTo>
                  <a:lnTo>
                    <a:pt x="8454" y="3871"/>
                  </a:lnTo>
                  <a:lnTo>
                    <a:pt x="8580" y="3829"/>
                  </a:lnTo>
                  <a:lnTo>
                    <a:pt x="8663" y="3829"/>
                  </a:lnTo>
                  <a:lnTo>
                    <a:pt x="8663" y="3892"/>
                  </a:lnTo>
                  <a:lnTo>
                    <a:pt x="8768" y="3850"/>
                  </a:lnTo>
                  <a:lnTo>
                    <a:pt x="8789" y="3578"/>
                  </a:lnTo>
                  <a:lnTo>
                    <a:pt x="8873" y="3557"/>
                  </a:lnTo>
                  <a:lnTo>
                    <a:pt x="8998" y="3348"/>
                  </a:lnTo>
                  <a:lnTo>
                    <a:pt x="9291" y="3327"/>
                  </a:lnTo>
                  <a:lnTo>
                    <a:pt x="9396" y="3243"/>
                  </a:lnTo>
                  <a:lnTo>
                    <a:pt x="9354" y="3118"/>
                  </a:lnTo>
                  <a:lnTo>
                    <a:pt x="9438" y="2909"/>
                  </a:lnTo>
                  <a:lnTo>
                    <a:pt x="9417" y="2720"/>
                  </a:lnTo>
                  <a:lnTo>
                    <a:pt x="9228" y="2616"/>
                  </a:lnTo>
                  <a:lnTo>
                    <a:pt x="9291" y="2365"/>
                  </a:lnTo>
                  <a:lnTo>
                    <a:pt x="9396" y="2323"/>
                  </a:lnTo>
                  <a:lnTo>
                    <a:pt x="9500" y="2197"/>
                  </a:lnTo>
                  <a:lnTo>
                    <a:pt x="9500" y="2072"/>
                  </a:lnTo>
                  <a:lnTo>
                    <a:pt x="9417" y="2009"/>
                  </a:lnTo>
                  <a:lnTo>
                    <a:pt x="9354" y="1883"/>
                  </a:lnTo>
                  <a:lnTo>
                    <a:pt x="9291" y="1967"/>
                  </a:lnTo>
                  <a:lnTo>
                    <a:pt x="9103" y="1946"/>
                  </a:lnTo>
                  <a:lnTo>
                    <a:pt x="8935" y="1841"/>
                  </a:lnTo>
                  <a:lnTo>
                    <a:pt x="8810" y="1862"/>
                  </a:lnTo>
                  <a:lnTo>
                    <a:pt x="8705" y="1800"/>
                  </a:lnTo>
                  <a:lnTo>
                    <a:pt x="8559" y="1779"/>
                  </a:lnTo>
                  <a:lnTo>
                    <a:pt x="8349" y="1758"/>
                  </a:lnTo>
                  <a:lnTo>
                    <a:pt x="8266" y="1841"/>
                  </a:lnTo>
                  <a:lnTo>
                    <a:pt x="8203" y="1695"/>
                  </a:lnTo>
                  <a:lnTo>
                    <a:pt x="8057" y="1590"/>
                  </a:lnTo>
                  <a:lnTo>
                    <a:pt x="7931" y="1318"/>
                  </a:lnTo>
                  <a:lnTo>
                    <a:pt x="7826" y="1339"/>
                  </a:lnTo>
                  <a:lnTo>
                    <a:pt x="7638" y="1465"/>
                  </a:lnTo>
                  <a:lnTo>
                    <a:pt x="7513" y="1444"/>
                  </a:lnTo>
                  <a:lnTo>
                    <a:pt x="7366" y="1486"/>
                  </a:lnTo>
                  <a:lnTo>
                    <a:pt x="7220" y="1423"/>
                  </a:lnTo>
                  <a:lnTo>
                    <a:pt x="7115" y="1528"/>
                  </a:lnTo>
                  <a:lnTo>
                    <a:pt x="6843" y="1256"/>
                  </a:lnTo>
                  <a:lnTo>
                    <a:pt x="6780" y="1067"/>
                  </a:lnTo>
                  <a:lnTo>
                    <a:pt x="6780" y="921"/>
                  </a:lnTo>
                  <a:lnTo>
                    <a:pt x="6676" y="921"/>
                  </a:lnTo>
                  <a:lnTo>
                    <a:pt x="6676" y="795"/>
                  </a:lnTo>
                  <a:lnTo>
                    <a:pt x="6529" y="691"/>
                  </a:lnTo>
                  <a:lnTo>
                    <a:pt x="6215" y="732"/>
                  </a:lnTo>
                  <a:lnTo>
                    <a:pt x="6069" y="523"/>
                  </a:lnTo>
                  <a:lnTo>
                    <a:pt x="6111" y="398"/>
                  </a:lnTo>
                  <a:lnTo>
                    <a:pt x="6006" y="293"/>
                  </a:lnTo>
                  <a:lnTo>
                    <a:pt x="5901" y="21"/>
                  </a:lnTo>
                  <a:lnTo>
                    <a:pt x="5776" y="21"/>
                  </a:lnTo>
                  <a:lnTo>
                    <a:pt x="5650" y="105"/>
                  </a:lnTo>
                  <a:lnTo>
                    <a:pt x="5357" y="105"/>
                  </a:lnTo>
                  <a:lnTo>
                    <a:pt x="506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9311;p128">
              <a:extLst>
                <a:ext uri="{FF2B5EF4-FFF2-40B4-BE49-F238E27FC236}">
                  <a16:creationId xmlns:a16="http://schemas.microsoft.com/office/drawing/2014/main" id="{6F9AF98F-969F-007A-151A-2D86BFE4992C}"/>
                </a:ext>
              </a:extLst>
            </p:cNvPr>
            <p:cNvSpPr/>
            <p:nvPr/>
          </p:nvSpPr>
          <p:spPr>
            <a:xfrm>
              <a:off x="3912027" y="2795073"/>
              <a:ext cx="23684" cy="25236"/>
            </a:xfrm>
            <a:custGeom>
              <a:avLst/>
              <a:gdLst/>
              <a:ahLst/>
              <a:cxnLst/>
              <a:rect l="l" t="t" r="r" b="b"/>
              <a:pathLst>
                <a:path w="1989" h="2219" extrusionOk="0">
                  <a:moveTo>
                    <a:pt x="419" y="0"/>
                  </a:moveTo>
                  <a:lnTo>
                    <a:pt x="398" y="63"/>
                  </a:lnTo>
                  <a:lnTo>
                    <a:pt x="272" y="63"/>
                  </a:lnTo>
                  <a:lnTo>
                    <a:pt x="210" y="105"/>
                  </a:lnTo>
                  <a:lnTo>
                    <a:pt x="105" y="63"/>
                  </a:lnTo>
                  <a:lnTo>
                    <a:pt x="84" y="84"/>
                  </a:lnTo>
                  <a:lnTo>
                    <a:pt x="0" y="63"/>
                  </a:lnTo>
                  <a:lnTo>
                    <a:pt x="42" y="210"/>
                  </a:lnTo>
                  <a:lnTo>
                    <a:pt x="0" y="272"/>
                  </a:lnTo>
                  <a:lnTo>
                    <a:pt x="42" y="419"/>
                  </a:lnTo>
                  <a:lnTo>
                    <a:pt x="251" y="377"/>
                  </a:lnTo>
                  <a:lnTo>
                    <a:pt x="314" y="628"/>
                  </a:lnTo>
                  <a:lnTo>
                    <a:pt x="565" y="837"/>
                  </a:lnTo>
                  <a:lnTo>
                    <a:pt x="586" y="942"/>
                  </a:lnTo>
                  <a:lnTo>
                    <a:pt x="900" y="1214"/>
                  </a:lnTo>
                  <a:lnTo>
                    <a:pt x="921" y="1360"/>
                  </a:lnTo>
                  <a:lnTo>
                    <a:pt x="1026" y="1528"/>
                  </a:lnTo>
                  <a:lnTo>
                    <a:pt x="1005" y="2072"/>
                  </a:lnTo>
                  <a:lnTo>
                    <a:pt x="1088" y="2218"/>
                  </a:lnTo>
                  <a:lnTo>
                    <a:pt x="1151" y="2177"/>
                  </a:lnTo>
                  <a:lnTo>
                    <a:pt x="1256" y="2197"/>
                  </a:lnTo>
                  <a:lnTo>
                    <a:pt x="1256" y="2093"/>
                  </a:lnTo>
                  <a:lnTo>
                    <a:pt x="1360" y="1884"/>
                  </a:lnTo>
                  <a:lnTo>
                    <a:pt x="1423" y="1905"/>
                  </a:lnTo>
                  <a:lnTo>
                    <a:pt x="1423" y="1758"/>
                  </a:lnTo>
                  <a:lnTo>
                    <a:pt x="1444" y="1549"/>
                  </a:lnTo>
                  <a:lnTo>
                    <a:pt x="1549" y="1549"/>
                  </a:lnTo>
                  <a:lnTo>
                    <a:pt x="1716" y="1486"/>
                  </a:lnTo>
                  <a:lnTo>
                    <a:pt x="1779" y="1570"/>
                  </a:lnTo>
                  <a:lnTo>
                    <a:pt x="1967" y="1570"/>
                  </a:lnTo>
                  <a:lnTo>
                    <a:pt x="1988" y="1528"/>
                  </a:lnTo>
                  <a:lnTo>
                    <a:pt x="1925" y="1423"/>
                  </a:lnTo>
                  <a:lnTo>
                    <a:pt x="1946" y="1319"/>
                  </a:lnTo>
                  <a:lnTo>
                    <a:pt x="1925" y="1214"/>
                  </a:lnTo>
                  <a:lnTo>
                    <a:pt x="1758" y="1109"/>
                  </a:lnTo>
                  <a:lnTo>
                    <a:pt x="1612" y="963"/>
                  </a:lnTo>
                  <a:lnTo>
                    <a:pt x="1612" y="921"/>
                  </a:lnTo>
                  <a:lnTo>
                    <a:pt x="1465" y="858"/>
                  </a:lnTo>
                  <a:lnTo>
                    <a:pt x="1465" y="712"/>
                  </a:lnTo>
                  <a:lnTo>
                    <a:pt x="1444" y="524"/>
                  </a:lnTo>
                  <a:lnTo>
                    <a:pt x="1298" y="440"/>
                  </a:lnTo>
                  <a:lnTo>
                    <a:pt x="1109" y="272"/>
                  </a:lnTo>
                  <a:lnTo>
                    <a:pt x="1047" y="272"/>
                  </a:lnTo>
                  <a:lnTo>
                    <a:pt x="1026" y="314"/>
                  </a:lnTo>
                  <a:lnTo>
                    <a:pt x="837" y="314"/>
                  </a:lnTo>
                  <a:lnTo>
                    <a:pt x="670" y="126"/>
                  </a:lnTo>
                  <a:lnTo>
                    <a:pt x="523" y="126"/>
                  </a:lnTo>
                  <a:lnTo>
                    <a:pt x="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9312;p128">
              <a:extLst>
                <a:ext uri="{FF2B5EF4-FFF2-40B4-BE49-F238E27FC236}">
                  <a16:creationId xmlns:a16="http://schemas.microsoft.com/office/drawing/2014/main" id="{743008C6-D090-95EE-2493-AAC0C4D67C60}"/>
                </a:ext>
              </a:extLst>
            </p:cNvPr>
            <p:cNvSpPr/>
            <p:nvPr/>
          </p:nvSpPr>
          <p:spPr>
            <a:xfrm>
              <a:off x="3874161" y="2799361"/>
              <a:ext cx="60800" cy="37131"/>
            </a:xfrm>
            <a:custGeom>
              <a:avLst/>
              <a:gdLst/>
              <a:ahLst/>
              <a:cxnLst/>
              <a:rect l="l" t="t" r="r" b="b"/>
              <a:pathLst>
                <a:path w="5106" h="3265" extrusionOk="0">
                  <a:moveTo>
                    <a:pt x="3431" y="0"/>
                  </a:moveTo>
                  <a:lnTo>
                    <a:pt x="3076" y="63"/>
                  </a:lnTo>
                  <a:lnTo>
                    <a:pt x="2950" y="147"/>
                  </a:lnTo>
                  <a:lnTo>
                    <a:pt x="2553" y="209"/>
                  </a:lnTo>
                  <a:lnTo>
                    <a:pt x="2448" y="335"/>
                  </a:lnTo>
                  <a:lnTo>
                    <a:pt x="2323" y="335"/>
                  </a:lnTo>
                  <a:lnTo>
                    <a:pt x="2176" y="377"/>
                  </a:lnTo>
                  <a:lnTo>
                    <a:pt x="2030" y="335"/>
                  </a:lnTo>
                  <a:lnTo>
                    <a:pt x="1988" y="230"/>
                  </a:lnTo>
                  <a:lnTo>
                    <a:pt x="1820" y="167"/>
                  </a:lnTo>
                  <a:lnTo>
                    <a:pt x="1674" y="147"/>
                  </a:lnTo>
                  <a:lnTo>
                    <a:pt x="1465" y="42"/>
                  </a:lnTo>
                  <a:lnTo>
                    <a:pt x="1360" y="42"/>
                  </a:lnTo>
                  <a:lnTo>
                    <a:pt x="1276" y="126"/>
                  </a:lnTo>
                  <a:lnTo>
                    <a:pt x="1151" y="126"/>
                  </a:lnTo>
                  <a:lnTo>
                    <a:pt x="1172" y="147"/>
                  </a:lnTo>
                  <a:lnTo>
                    <a:pt x="1130" y="272"/>
                  </a:lnTo>
                  <a:lnTo>
                    <a:pt x="962" y="314"/>
                  </a:lnTo>
                  <a:lnTo>
                    <a:pt x="858" y="544"/>
                  </a:lnTo>
                  <a:lnTo>
                    <a:pt x="732" y="879"/>
                  </a:lnTo>
                  <a:lnTo>
                    <a:pt x="523" y="1193"/>
                  </a:lnTo>
                  <a:lnTo>
                    <a:pt x="544" y="1297"/>
                  </a:lnTo>
                  <a:lnTo>
                    <a:pt x="439" y="1402"/>
                  </a:lnTo>
                  <a:lnTo>
                    <a:pt x="293" y="1381"/>
                  </a:lnTo>
                  <a:lnTo>
                    <a:pt x="230" y="1486"/>
                  </a:lnTo>
                  <a:lnTo>
                    <a:pt x="126" y="1507"/>
                  </a:lnTo>
                  <a:lnTo>
                    <a:pt x="0" y="1632"/>
                  </a:lnTo>
                  <a:lnTo>
                    <a:pt x="126" y="1674"/>
                  </a:lnTo>
                  <a:lnTo>
                    <a:pt x="146" y="1737"/>
                  </a:lnTo>
                  <a:lnTo>
                    <a:pt x="335" y="1946"/>
                  </a:lnTo>
                  <a:lnTo>
                    <a:pt x="356" y="2051"/>
                  </a:lnTo>
                  <a:lnTo>
                    <a:pt x="523" y="2134"/>
                  </a:lnTo>
                  <a:lnTo>
                    <a:pt x="670" y="2260"/>
                  </a:lnTo>
                  <a:lnTo>
                    <a:pt x="607" y="2406"/>
                  </a:lnTo>
                  <a:lnTo>
                    <a:pt x="628" y="2448"/>
                  </a:lnTo>
                  <a:lnTo>
                    <a:pt x="837" y="2532"/>
                  </a:lnTo>
                  <a:lnTo>
                    <a:pt x="879" y="2616"/>
                  </a:lnTo>
                  <a:lnTo>
                    <a:pt x="983" y="2574"/>
                  </a:lnTo>
                  <a:lnTo>
                    <a:pt x="1088" y="2657"/>
                  </a:lnTo>
                  <a:lnTo>
                    <a:pt x="1172" y="2532"/>
                  </a:lnTo>
                  <a:lnTo>
                    <a:pt x="1381" y="2553"/>
                  </a:lnTo>
                  <a:lnTo>
                    <a:pt x="1276" y="2678"/>
                  </a:lnTo>
                  <a:lnTo>
                    <a:pt x="1297" y="2762"/>
                  </a:lnTo>
                  <a:lnTo>
                    <a:pt x="1339" y="2888"/>
                  </a:lnTo>
                  <a:lnTo>
                    <a:pt x="1486" y="2888"/>
                  </a:lnTo>
                  <a:lnTo>
                    <a:pt x="1569" y="2971"/>
                  </a:lnTo>
                  <a:lnTo>
                    <a:pt x="1569" y="3055"/>
                  </a:lnTo>
                  <a:lnTo>
                    <a:pt x="1507" y="3097"/>
                  </a:lnTo>
                  <a:lnTo>
                    <a:pt x="1590" y="3201"/>
                  </a:lnTo>
                  <a:lnTo>
                    <a:pt x="1716" y="3139"/>
                  </a:lnTo>
                  <a:lnTo>
                    <a:pt x="1883" y="3139"/>
                  </a:lnTo>
                  <a:lnTo>
                    <a:pt x="1925" y="3201"/>
                  </a:lnTo>
                  <a:lnTo>
                    <a:pt x="1988" y="3180"/>
                  </a:lnTo>
                  <a:lnTo>
                    <a:pt x="2197" y="3264"/>
                  </a:lnTo>
                  <a:lnTo>
                    <a:pt x="2343" y="3180"/>
                  </a:lnTo>
                  <a:lnTo>
                    <a:pt x="2490" y="3201"/>
                  </a:lnTo>
                  <a:lnTo>
                    <a:pt x="2553" y="3160"/>
                  </a:lnTo>
                  <a:lnTo>
                    <a:pt x="2699" y="3201"/>
                  </a:lnTo>
                  <a:lnTo>
                    <a:pt x="2804" y="3201"/>
                  </a:lnTo>
                  <a:lnTo>
                    <a:pt x="3013" y="3243"/>
                  </a:lnTo>
                  <a:lnTo>
                    <a:pt x="3076" y="3180"/>
                  </a:lnTo>
                  <a:lnTo>
                    <a:pt x="3222" y="3139"/>
                  </a:lnTo>
                  <a:lnTo>
                    <a:pt x="3264" y="3055"/>
                  </a:lnTo>
                  <a:lnTo>
                    <a:pt x="3599" y="2888"/>
                  </a:lnTo>
                  <a:lnTo>
                    <a:pt x="3766" y="2867"/>
                  </a:lnTo>
                  <a:lnTo>
                    <a:pt x="3955" y="2888"/>
                  </a:lnTo>
                  <a:lnTo>
                    <a:pt x="4122" y="2971"/>
                  </a:lnTo>
                  <a:lnTo>
                    <a:pt x="4185" y="3034"/>
                  </a:lnTo>
                  <a:lnTo>
                    <a:pt x="4289" y="2992"/>
                  </a:lnTo>
                  <a:lnTo>
                    <a:pt x="4436" y="3055"/>
                  </a:lnTo>
                  <a:lnTo>
                    <a:pt x="4478" y="3139"/>
                  </a:lnTo>
                  <a:lnTo>
                    <a:pt x="4603" y="3139"/>
                  </a:lnTo>
                  <a:lnTo>
                    <a:pt x="4582" y="2992"/>
                  </a:lnTo>
                  <a:lnTo>
                    <a:pt x="4624" y="2888"/>
                  </a:lnTo>
                  <a:lnTo>
                    <a:pt x="4624" y="2720"/>
                  </a:lnTo>
                  <a:lnTo>
                    <a:pt x="4603" y="2636"/>
                  </a:lnTo>
                  <a:lnTo>
                    <a:pt x="4645" y="2553"/>
                  </a:lnTo>
                  <a:lnTo>
                    <a:pt x="4708" y="2427"/>
                  </a:lnTo>
                  <a:lnTo>
                    <a:pt x="4896" y="2427"/>
                  </a:lnTo>
                  <a:lnTo>
                    <a:pt x="5022" y="2406"/>
                  </a:lnTo>
                  <a:lnTo>
                    <a:pt x="5105" y="2239"/>
                  </a:lnTo>
                  <a:lnTo>
                    <a:pt x="5105" y="2155"/>
                  </a:lnTo>
                  <a:lnTo>
                    <a:pt x="5043" y="2113"/>
                  </a:lnTo>
                  <a:lnTo>
                    <a:pt x="5105" y="2051"/>
                  </a:lnTo>
                  <a:lnTo>
                    <a:pt x="5001" y="1988"/>
                  </a:lnTo>
                  <a:lnTo>
                    <a:pt x="4812" y="1988"/>
                  </a:lnTo>
                  <a:lnTo>
                    <a:pt x="4729" y="2051"/>
                  </a:lnTo>
                  <a:lnTo>
                    <a:pt x="4520" y="2051"/>
                  </a:lnTo>
                  <a:lnTo>
                    <a:pt x="4373" y="2009"/>
                  </a:lnTo>
                  <a:lnTo>
                    <a:pt x="4268" y="1841"/>
                  </a:lnTo>
                  <a:lnTo>
                    <a:pt x="4185" y="1695"/>
                  </a:lnTo>
                  <a:lnTo>
                    <a:pt x="4206" y="1151"/>
                  </a:lnTo>
                  <a:lnTo>
                    <a:pt x="4101" y="983"/>
                  </a:lnTo>
                  <a:lnTo>
                    <a:pt x="4080" y="837"/>
                  </a:lnTo>
                  <a:lnTo>
                    <a:pt x="3766" y="565"/>
                  </a:lnTo>
                  <a:lnTo>
                    <a:pt x="3745" y="460"/>
                  </a:lnTo>
                  <a:lnTo>
                    <a:pt x="3494" y="251"/>
                  </a:lnTo>
                  <a:lnTo>
                    <a:pt x="34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9313;p128">
              <a:extLst>
                <a:ext uri="{FF2B5EF4-FFF2-40B4-BE49-F238E27FC236}">
                  <a16:creationId xmlns:a16="http://schemas.microsoft.com/office/drawing/2014/main" id="{B1223B44-C9F2-4C50-B044-878401D0F8AB}"/>
                </a:ext>
              </a:extLst>
            </p:cNvPr>
            <p:cNvSpPr/>
            <p:nvPr/>
          </p:nvSpPr>
          <p:spPr>
            <a:xfrm>
              <a:off x="3889355" y="2831954"/>
              <a:ext cx="39878" cy="24041"/>
            </a:xfrm>
            <a:custGeom>
              <a:avLst/>
              <a:gdLst/>
              <a:ahLst/>
              <a:cxnLst/>
              <a:rect l="l" t="t" r="r" b="b"/>
              <a:pathLst>
                <a:path w="3349" h="2114" extrusionOk="0">
                  <a:moveTo>
                    <a:pt x="2490" y="1"/>
                  </a:moveTo>
                  <a:lnTo>
                    <a:pt x="2323" y="22"/>
                  </a:lnTo>
                  <a:lnTo>
                    <a:pt x="1988" y="189"/>
                  </a:lnTo>
                  <a:lnTo>
                    <a:pt x="1946" y="273"/>
                  </a:lnTo>
                  <a:lnTo>
                    <a:pt x="1800" y="314"/>
                  </a:lnTo>
                  <a:lnTo>
                    <a:pt x="1737" y="377"/>
                  </a:lnTo>
                  <a:lnTo>
                    <a:pt x="1528" y="335"/>
                  </a:lnTo>
                  <a:lnTo>
                    <a:pt x="1423" y="335"/>
                  </a:lnTo>
                  <a:lnTo>
                    <a:pt x="1277" y="294"/>
                  </a:lnTo>
                  <a:lnTo>
                    <a:pt x="1214" y="335"/>
                  </a:lnTo>
                  <a:lnTo>
                    <a:pt x="1067" y="314"/>
                  </a:lnTo>
                  <a:lnTo>
                    <a:pt x="921" y="398"/>
                  </a:lnTo>
                  <a:lnTo>
                    <a:pt x="712" y="314"/>
                  </a:lnTo>
                  <a:lnTo>
                    <a:pt x="649" y="335"/>
                  </a:lnTo>
                  <a:lnTo>
                    <a:pt x="607" y="273"/>
                  </a:lnTo>
                  <a:lnTo>
                    <a:pt x="440" y="273"/>
                  </a:lnTo>
                  <a:lnTo>
                    <a:pt x="314" y="335"/>
                  </a:lnTo>
                  <a:lnTo>
                    <a:pt x="231" y="231"/>
                  </a:lnTo>
                  <a:lnTo>
                    <a:pt x="293" y="189"/>
                  </a:lnTo>
                  <a:lnTo>
                    <a:pt x="293" y="105"/>
                  </a:lnTo>
                  <a:lnTo>
                    <a:pt x="210" y="22"/>
                  </a:lnTo>
                  <a:lnTo>
                    <a:pt x="63" y="22"/>
                  </a:lnTo>
                  <a:lnTo>
                    <a:pt x="84" y="126"/>
                  </a:lnTo>
                  <a:lnTo>
                    <a:pt x="0" y="210"/>
                  </a:lnTo>
                  <a:lnTo>
                    <a:pt x="63" y="440"/>
                  </a:lnTo>
                  <a:lnTo>
                    <a:pt x="231" y="628"/>
                  </a:lnTo>
                  <a:lnTo>
                    <a:pt x="314" y="754"/>
                  </a:lnTo>
                  <a:lnTo>
                    <a:pt x="272" y="900"/>
                  </a:lnTo>
                  <a:lnTo>
                    <a:pt x="63" y="1068"/>
                  </a:lnTo>
                  <a:lnTo>
                    <a:pt x="84" y="1172"/>
                  </a:lnTo>
                  <a:lnTo>
                    <a:pt x="168" y="1277"/>
                  </a:lnTo>
                  <a:lnTo>
                    <a:pt x="105" y="1382"/>
                  </a:lnTo>
                  <a:lnTo>
                    <a:pt x="335" y="1570"/>
                  </a:lnTo>
                  <a:lnTo>
                    <a:pt x="503" y="1842"/>
                  </a:lnTo>
                  <a:lnTo>
                    <a:pt x="523" y="1988"/>
                  </a:lnTo>
                  <a:lnTo>
                    <a:pt x="523" y="2093"/>
                  </a:lnTo>
                  <a:lnTo>
                    <a:pt x="607" y="2114"/>
                  </a:lnTo>
                  <a:lnTo>
                    <a:pt x="795" y="2114"/>
                  </a:lnTo>
                  <a:lnTo>
                    <a:pt x="942" y="2093"/>
                  </a:lnTo>
                  <a:lnTo>
                    <a:pt x="1026" y="1988"/>
                  </a:lnTo>
                  <a:lnTo>
                    <a:pt x="1172" y="2009"/>
                  </a:lnTo>
                  <a:lnTo>
                    <a:pt x="1319" y="2009"/>
                  </a:lnTo>
                  <a:lnTo>
                    <a:pt x="1339" y="2114"/>
                  </a:lnTo>
                  <a:lnTo>
                    <a:pt x="1444" y="2114"/>
                  </a:lnTo>
                  <a:lnTo>
                    <a:pt x="1528" y="2051"/>
                  </a:lnTo>
                  <a:lnTo>
                    <a:pt x="1653" y="2051"/>
                  </a:lnTo>
                  <a:lnTo>
                    <a:pt x="1737" y="2114"/>
                  </a:lnTo>
                  <a:lnTo>
                    <a:pt x="1863" y="2072"/>
                  </a:lnTo>
                  <a:lnTo>
                    <a:pt x="2093" y="2072"/>
                  </a:lnTo>
                  <a:lnTo>
                    <a:pt x="2176" y="2009"/>
                  </a:lnTo>
                  <a:lnTo>
                    <a:pt x="2114" y="1905"/>
                  </a:lnTo>
                  <a:lnTo>
                    <a:pt x="2114" y="1779"/>
                  </a:lnTo>
                  <a:lnTo>
                    <a:pt x="2281" y="1675"/>
                  </a:lnTo>
                  <a:lnTo>
                    <a:pt x="2323" y="1675"/>
                  </a:lnTo>
                  <a:lnTo>
                    <a:pt x="2427" y="1570"/>
                  </a:lnTo>
                  <a:lnTo>
                    <a:pt x="2511" y="1570"/>
                  </a:lnTo>
                  <a:lnTo>
                    <a:pt x="2595" y="1486"/>
                  </a:lnTo>
                  <a:lnTo>
                    <a:pt x="2741" y="1486"/>
                  </a:lnTo>
                  <a:lnTo>
                    <a:pt x="2909" y="1633"/>
                  </a:lnTo>
                  <a:lnTo>
                    <a:pt x="3013" y="1549"/>
                  </a:lnTo>
                  <a:lnTo>
                    <a:pt x="3118" y="1570"/>
                  </a:lnTo>
                  <a:lnTo>
                    <a:pt x="3034" y="1444"/>
                  </a:lnTo>
                  <a:lnTo>
                    <a:pt x="2930" y="1256"/>
                  </a:lnTo>
                  <a:lnTo>
                    <a:pt x="2825" y="1256"/>
                  </a:lnTo>
                  <a:lnTo>
                    <a:pt x="2804" y="1172"/>
                  </a:lnTo>
                  <a:lnTo>
                    <a:pt x="2951" y="1068"/>
                  </a:lnTo>
                  <a:lnTo>
                    <a:pt x="3013" y="942"/>
                  </a:lnTo>
                  <a:lnTo>
                    <a:pt x="2992" y="712"/>
                  </a:lnTo>
                  <a:lnTo>
                    <a:pt x="3139" y="545"/>
                  </a:lnTo>
                  <a:lnTo>
                    <a:pt x="3244" y="586"/>
                  </a:lnTo>
                  <a:lnTo>
                    <a:pt x="3327" y="503"/>
                  </a:lnTo>
                  <a:lnTo>
                    <a:pt x="3348" y="294"/>
                  </a:lnTo>
                  <a:lnTo>
                    <a:pt x="3327" y="273"/>
                  </a:lnTo>
                  <a:lnTo>
                    <a:pt x="3202" y="273"/>
                  </a:lnTo>
                  <a:lnTo>
                    <a:pt x="3160" y="189"/>
                  </a:lnTo>
                  <a:lnTo>
                    <a:pt x="3013" y="126"/>
                  </a:lnTo>
                  <a:lnTo>
                    <a:pt x="2909" y="168"/>
                  </a:lnTo>
                  <a:lnTo>
                    <a:pt x="2846" y="105"/>
                  </a:lnTo>
                  <a:lnTo>
                    <a:pt x="2679" y="22"/>
                  </a:lnTo>
                  <a:lnTo>
                    <a:pt x="24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59" name="Google Shape;9314;p128">
              <a:extLst>
                <a:ext uri="{FF2B5EF4-FFF2-40B4-BE49-F238E27FC236}">
                  <a16:creationId xmlns:a16="http://schemas.microsoft.com/office/drawing/2014/main" id="{643E83D0-2B3B-19A3-B96D-9DCF68AD01AB}"/>
                </a:ext>
              </a:extLst>
            </p:cNvPr>
            <p:cNvGrpSpPr/>
            <p:nvPr/>
          </p:nvGrpSpPr>
          <p:grpSpPr>
            <a:xfrm>
              <a:off x="3831056" y="2816010"/>
              <a:ext cx="37378" cy="27612"/>
              <a:chOff x="3866750" y="2520350"/>
              <a:chExt cx="78475" cy="60700"/>
            </a:xfrm>
            <a:grpFill/>
          </p:grpSpPr>
          <p:sp>
            <p:nvSpPr>
              <p:cNvPr id="440" name="Google Shape;9315;p128">
                <a:extLst>
                  <a:ext uri="{FF2B5EF4-FFF2-40B4-BE49-F238E27FC236}">
                    <a16:creationId xmlns:a16="http://schemas.microsoft.com/office/drawing/2014/main" id="{A609617B-28F2-C2FD-0CA3-32EA9B926640}"/>
                  </a:ext>
                </a:extLst>
              </p:cNvPr>
              <p:cNvSpPr/>
              <p:nvPr/>
            </p:nvSpPr>
            <p:spPr>
              <a:xfrm>
                <a:off x="3877200" y="2546500"/>
                <a:ext cx="472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189" h="252" extrusionOk="0">
                    <a:moveTo>
                      <a:pt x="1" y="1"/>
                    </a:moveTo>
                    <a:lnTo>
                      <a:pt x="84" y="126"/>
                    </a:lnTo>
                    <a:lnTo>
                      <a:pt x="63" y="147"/>
                    </a:lnTo>
                    <a:lnTo>
                      <a:pt x="168" y="252"/>
                    </a:lnTo>
                    <a:lnTo>
                      <a:pt x="189" y="252"/>
                    </a:lnTo>
                    <a:lnTo>
                      <a:pt x="168" y="106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Google Shape;9316;p128">
                <a:extLst>
                  <a:ext uri="{FF2B5EF4-FFF2-40B4-BE49-F238E27FC236}">
                    <a16:creationId xmlns:a16="http://schemas.microsoft.com/office/drawing/2014/main" id="{5A21C7F0-EBC2-D7E3-29E2-EF16EEDEB3DF}"/>
                  </a:ext>
                </a:extLst>
              </p:cNvPr>
              <p:cNvSpPr/>
              <p:nvPr/>
            </p:nvSpPr>
            <p:spPr>
              <a:xfrm>
                <a:off x="3882425" y="2554350"/>
                <a:ext cx="2650" cy="3175"/>
              </a:xfrm>
              <a:custGeom>
                <a:avLst/>
                <a:gdLst/>
                <a:ahLst/>
                <a:cxnLst/>
                <a:rect l="l" t="t" r="r" b="b"/>
                <a:pathLst>
                  <a:path w="106" h="127" extrusionOk="0">
                    <a:moveTo>
                      <a:pt x="1" y="1"/>
                    </a:moveTo>
                    <a:lnTo>
                      <a:pt x="106" y="126"/>
                    </a:lnTo>
                    <a:lnTo>
                      <a:pt x="85" y="43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Google Shape;9317;p128">
                <a:extLst>
                  <a:ext uri="{FF2B5EF4-FFF2-40B4-BE49-F238E27FC236}">
                    <a16:creationId xmlns:a16="http://schemas.microsoft.com/office/drawing/2014/main" id="{C8AD753E-EDCC-D336-6ED5-214AB574DA34}"/>
                  </a:ext>
                </a:extLst>
              </p:cNvPr>
              <p:cNvSpPr/>
              <p:nvPr/>
            </p:nvSpPr>
            <p:spPr>
              <a:xfrm>
                <a:off x="3866750" y="2520350"/>
                <a:ext cx="78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428" extrusionOk="0">
                    <a:moveTo>
                      <a:pt x="1653" y="1"/>
                    </a:moveTo>
                    <a:lnTo>
                      <a:pt x="1653" y="22"/>
                    </a:lnTo>
                    <a:lnTo>
                      <a:pt x="1402" y="22"/>
                    </a:lnTo>
                    <a:lnTo>
                      <a:pt x="1046" y="210"/>
                    </a:lnTo>
                    <a:lnTo>
                      <a:pt x="1025" y="356"/>
                    </a:lnTo>
                    <a:lnTo>
                      <a:pt x="837" y="440"/>
                    </a:lnTo>
                    <a:lnTo>
                      <a:pt x="816" y="649"/>
                    </a:lnTo>
                    <a:lnTo>
                      <a:pt x="691" y="649"/>
                    </a:lnTo>
                    <a:lnTo>
                      <a:pt x="481" y="545"/>
                    </a:lnTo>
                    <a:lnTo>
                      <a:pt x="356" y="587"/>
                    </a:lnTo>
                    <a:lnTo>
                      <a:pt x="209" y="691"/>
                    </a:lnTo>
                    <a:lnTo>
                      <a:pt x="0" y="691"/>
                    </a:lnTo>
                    <a:lnTo>
                      <a:pt x="0" y="733"/>
                    </a:lnTo>
                    <a:lnTo>
                      <a:pt x="42" y="942"/>
                    </a:lnTo>
                    <a:lnTo>
                      <a:pt x="168" y="1068"/>
                    </a:lnTo>
                    <a:lnTo>
                      <a:pt x="168" y="1110"/>
                    </a:lnTo>
                    <a:lnTo>
                      <a:pt x="209" y="1152"/>
                    </a:lnTo>
                    <a:lnTo>
                      <a:pt x="356" y="942"/>
                    </a:lnTo>
                    <a:lnTo>
                      <a:pt x="377" y="796"/>
                    </a:lnTo>
                    <a:lnTo>
                      <a:pt x="461" y="691"/>
                    </a:lnTo>
                    <a:lnTo>
                      <a:pt x="607" y="691"/>
                    </a:lnTo>
                    <a:lnTo>
                      <a:pt x="628" y="796"/>
                    </a:lnTo>
                    <a:lnTo>
                      <a:pt x="733" y="900"/>
                    </a:lnTo>
                    <a:lnTo>
                      <a:pt x="774" y="1068"/>
                    </a:lnTo>
                    <a:lnTo>
                      <a:pt x="879" y="1256"/>
                    </a:lnTo>
                    <a:lnTo>
                      <a:pt x="1025" y="1403"/>
                    </a:lnTo>
                    <a:lnTo>
                      <a:pt x="1088" y="1403"/>
                    </a:lnTo>
                    <a:lnTo>
                      <a:pt x="1193" y="1507"/>
                    </a:lnTo>
                    <a:lnTo>
                      <a:pt x="1088" y="1486"/>
                    </a:lnTo>
                    <a:lnTo>
                      <a:pt x="1005" y="1507"/>
                    </a:lnTo>
                    <a:lnTo>
                      <a:pt x="942" y="1591"/>
                    </a:lnTo>
                    <a:lnTo>
                      <a:pt x="1005" y="1696"/>
                    </a:lnTo>
                    <a:lnTo>
                      <a:pt x="1130" y="1696"/>
                    </a:lnTo>
                    <a:lnTo>
                      <a:pt x="1256" y="1821"/>
                    </a:lnTo>
                    <a:lnTo>
                      <a:pt x="1360" y="1842"/>
                    </a:lnTo>
                    <a:lnTo>
                      <a:pt x="1423" y="1947"/>
                    </a:lnTo>
                    <a:lnTo>
                      <a:pt x="1465" y="2030"/>
                    </a:lnTo>
                    <a:lnTo>
                      <a:pt x="1611" y="2009"/>
                    </a:lnTo>
                    <a:lnTo>
                      <a:pt x="1862" y="2030"/>
                    </a:lnTo>
                    <a:lnTo>
                      <a:pt x="1988" y="2093"/>
                    </a:lnTo>
                    <a:lnTo>
                      <a:pt x="2281" y="2365"/>
                    </a:lnTo>
                    <a:lnTo>
                      <a:pt x="2197" y="2407"/>
                    </a:lnTo>
                    <a:lnTo>
                      <a:pt x="2072" y="2323"/>
                    </a:lnTo>
                    <a:lnTo>
                      <a:pt x="2155" y="2407"/>
                    </a:lnTo>
                    <a:lnTo>
                      <a:pt x="2260" y="2428"/>
                    </a:lnTo>
                    <a:lnTo>
                      <a:pt x="2302" y="2344"/>
                    </a:lnTo>
                    <a:lnTo>
                      <a:pt x="1925" y="1884"/>
                    </a:lnTo>
                    <a:lnTo>
                      <a:pt x="1444" y="1486"/>
                    </a:lnTo>
                    <a:lnTo>
                      <a:pt x="1423" y="1403"/>
                    </a:lnTo>
                    <a:lnTo>
                      <a:pt x="1465" y="1382"/>
                    </a:lnTo>
                    <a:lnTo>
                      <a:pt x="1402" y="1277"/>
                    </a:lnTo>
                    <a:lnTo>
                      <a:pt x="1360" y="1172"/>
                    </a:lnTo>
                    <a:lnTo>
                      <a:pt x="1235" y="1047"/>
                    </a:lnTo>
                    <a:lnTo>
                      <a:pt x="1193" y="1047"/>
                    </a:lnTo>
                    <a:lnTo>
                      <a:pt x="1151" y="963"/>
                    </a:lnTo>
                    <a:lnTo>
                      <a:pt x="1214" y="900"/>
                    </a:lnTo>
                    <a:lnTo>
                      <a:pt x="1214" y="775"/>
                    </a:lnTo>
                    <a:lnTo>
                      <a:pt x="1256" y="733"/>
                    </a:lnTo>
                    <a:lnTo>
                      <a:pt x="1402" y="838"/>
                    </a:lnTo>
                    <a:lnTo>
                      <a:pt x="1444" y="900"/>
                    </a:lnTo>
                    <a:lnTo>
                      <a:pt x="1528" y="880"/>
                    </a:lnTo>
                    <a:lnTo>
                      <a:pt x="1528" y="796"/>
                    </a:lnTo>
                    <a:lnTo>
                      <a:pt x="1632" y="775"/>
                    </a:lnTo>
                    <a:lnTo>
                      <a:pt x="1716" y="796"/>
                    </a:lnTo>
                    <a:lnTo>
                      <a:pt x="1758" y="733"/>
                    </a:lnTo>
                    <a:lnTo>
                      <a:pt x="1841" y="775"/>
                    </a:lnTo>
                    <a:lnTo>
                      <a:pt x="1883" y="733"/>
                    </a:lnTo>
                    <a:lnTo>
                      <a:pt x="1988" y="754"/>
                    </a:lnTo>
                    <a:lnTo>
                      <a:pt x="2051" y="859"/>
                    </a:lnTo>
                    <a:lnTo>
                      <a:pt x="2093" y="796"/>
                    </a:lnTo>
                    <a:lnTo>
                      <a:pt x="2239" y="859"/>
                    </a:lnTo>
                    <a:lnTo>
                      <a:pt x="2344" y="796"/>
                    </a:lnTo>
                    <a:lnTo>
                      <a:pt x="2365" y="859"/>
                    </a:lnTo>
                    <a:lnTo>
                      <a:pt x="2490" y="838"/>
                    </a:lnTo>
                    <a:lnTo>
                      <a:pt x="2616" y="880"/>
                    </a:lnTo>
                    <a:lnTo>
                      <a:pt x="2699" y="859"/>
                    </a:lnTo>
                    <a:lnTo>
                      <a:pt x="2804" y="963"/>
                    </a:lnTo>
                    <a:lnTo>
                      <a:pt x="2971" y="963"/>
                    </a:lnTo>
                    <a:lnTo>
                      <a:pt x="2992" y="984"/>
                    </a:lnTo>
                    <a:lnTo>
                      <a:pt x="2971" y="880"/>
                    </a:lnTo>
                    <a:lnTo>
                      <a:pt x="3097" y="859"/>
                    </a:lnTo>
                    <a:lnTo>
                      <a:pt x="3139" y="859"/>
                    </a:lnTo>
                    <a:lnTo>
                      <a:pt x="3139" y="796"/>
                    </a:lnTo>
                    <a:lnTo>
                      <a:pt x="3034" y="775"/>
                    </a:lnTo>
                    <a:lnTo>
                      <a:pt x="2971" y="733"/>
                    </a:lnTo>
                    <a:lnTo>
                      <a:pt x="2930" y="566"/>
                    </a:lnTo>
                    <a:lnTo>
                      <a:pt x="2888" y="419"/>
                    </a:lnTo>
                    <a:lnTo>
                      <a:pt x="2804" y="356"/>
                    </a:lnTo>
                    <a:lnTo>
                      <a:pt x="2699" y="482"/>
                    </a:lnTo>
                    <a:lnTo>
                      <a:pt x="2490" y="419"/>
                    </a:lnTo>
                    <a:lnTo>
                      <a:pt x="2197" y="356"/>
                    </a:lnTo>
                    <a:lnTo>
                      <a:pt x="2093" y="273"/>
                    </a:lnTo>
                    <a:lnTo>
                      <a:pt x="1988" y="231"/>
                    </a:lnTo>
                    <a:lnTo>
                      <a:pt x="1737" y="22"/>
                    </a:lnTo>
                    <a:lnTo>
                      <a:pt x="165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Google Shape;9318;p128">
                <a:extLst>
                  <a:ext uri="{FF2B5EF4-FFF2-40B4-BE49-F238E27FC236}">
                    <a16:creationId xmlns:a16="http://schemas.microsoft.com/office/drawing/2014/main" id="{31E43EC0-5319-A4B0-860B-9D035FBBAC36}"/>
                  </a:ext>
                </a:extLst>
              </p:cNvPr>
              <p:cNvSpPr/>
              <p:nvPr/>
            </p:nvSpPr>
            <p:spPr>
              <a:xfrm>
                <a:off x="3886100" y="2558550"/>
                <a:ext cx="367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147" h="210" extrusionOk="0">
                    <a:moveTo>
                      <a:pt x="0" y="0"/>
                    </a:moveTo>
                    <a:lnTo>
                      <a:pt x="147" y="209"/>
                    </a:lnTo>
                    <a:lnTo>
                      <a:pt x="126" y="10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60" name="Google Shape;9319;p128">
              <a:extLst>
                <a:ext uri="{FF2B5EF4-FFF2-40B4-BE49-F238E27FC236}">
                  <a16:creationId xmlns:a16="http://schemas.microsoft.com/office/drawing/2014/main" id="{3A644D2C-A39A-DC98-B714-E74E34E70FCD}"/>
                </a:ext>
              </a:extLst>
            </p:cNvPr>
            <p:cNvSpPr/>
            <p:nvPr/>
          </p:nvSpPr>
          <p:spPr>
            <a:xfrm>
              <a:off x="3799155" y="2842190"/>
              <a:ext cx="6990" cy="13340"/>
            </a:xfrm>
            <a:custGeom>
              <a:avLst/>
              <a:gdLst/>
              <a:ahLst/>
              <a:cxnLst/>
              <a:rect l="l" t="t" r="r" b="b"/>
              <a:pathLst>
                <a:path w="587" h="1173" extrusionOk="0">
                  <a:moveTo>
                    <a:pt x="461" y="0"/>
                  </a:moveTo>
                  <a:lnTo>
                    <a:pt x="440" y="105"/>
                  </a:lnTo>
                  <a:lnTo>
                    <a:pt x="482" y="147"/>
                  </a:lnTo>
                  <a:lnTo>
                    <a:pt x="461" y="251"/>
                  </a:lnTo>
                  <a:lnTo>
                    <a:pt x="419" y="251"/>
                  </a:lnTo>
                  <a:lnTo>
                    <a:pt x="357" y="210"/>
                  </a:lnTo>
                  <a:lnTo>
                    <a:pt x="273" y="251"/>
                  </a:lnTo>
                  <a:lnTo>
                    <a:pt x="106" y="335"/>
                  </a:lnTo>
                  <a:lnTo>
                    <a:pt x="22" y="461"/>
                  </a:lnTo>
                  <a:lnTo>
                    <a:pt x="106" y="523"/>
                  </a:lnTo>
                  <a:lnTo>
                    <a:pt x="64" y="565"/>
                  </a:lnTo>
                  <a:lnTo>
                    <a:pt x="1" y="565"/>
                  </a:lnTo>
                  <a:lnTo>
                    <a:pt x="22" y="649"/>
                  </a:lnTo>
                  <a:lnTo>
                    <a:pt x="106" y="691"/>
                  </a:lnTo>
                  <a:lnTo>
                    <a:pt x="106" y="754"/>
                  </a:lnTo>
                  <a:lnTo>
                    <a:pt x="64" y="775"/>
                  </a:lnTo>
                  <a:lnTo>
                    <a:pt x="106" y="837"/>
                  </a:lnTo>
                  <a:lnTo>
                    <a:pt x="168" y="879"/>
                  </a:lnTo>
                  <a:lnTo>
                    <a:pt x="168" y="963"/>
                  </a:lnTo>
                  <a:lnTo>
                    <a:pt x="210" y="963"/>
                  </a:lnTo>
                  <a:lnTo>
                    <a:pt x="252" y="1005"/>
                  </a:lnTo>
                  <a:lnTo>
                    <a:pt x="210" y="984"/>
                  </a:lnTo>
                  <a:lnTo>
                    <a:pt x="147" y="1067"/>
                  </a:lnTo>
                  <a:lnTo>
                    <a:pt x="210" y="1109"/>
                  </a:lnTo>
                  <a:lnTo>
                    <a:pt x="357" y="1172"/>
                  </a:lnTo>
                  <a:lnTo>
                    <a:pt x="461" y="1109"/>
                  </a:lnTo>
                  <a:lnTo>
                    <a:pt x="545" y="942"/>
                  </a:lnTo>
                  <a:lnTo>
                    <a:pt x="545" y="795"/>
                  </a:lnTo>
                  <a:lnTo>
                    <a:pt x="587" y="544"/>
                  </a:lnTo>
                  <a:lnTo>
                    <a:pt x="545" y="314"/>
                  </a:lnTo>
                  <a:lnTo>
                    <a:pt x="545" y="147"/>
                  </a:lnTo>
                  <a:lnTo>
                    <a:pt x="52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9320;p128">
              <a:extLst>
                <a:ext uri="{FF2B5EF4-FFF2-40B4-BE49-F238E27FC236}">
                  <a16:creationId xmlns:a16="http://schemas.microsoft.com/office/drawing/2014/main" id="{BE7046C1-2DB8-0E8F-C9E0-D00B73B8A8B6}"/>
                </a:ext>
              </a:extLst>
            </p:cNvPr>
            <p:cNvSpPr/>
            <p:nvPr/>
          </p:nvSpPr>
          <p:spPr>
            <a:xfrm>
              <a:off x="3688535" y="2836242"/>
              <a:ext cx="76506" cy="61161"/>
            </a:xfrm>
            <a:custGeom>
              <a:avLst/>
              <a:gdLst/>
              <a:ahLst/>
              <a:cxnLst/>
              <a:rect l="l" t="t" r="r" b="b"/>
              <a:pathLst>
                <a:path w="6425" h="5378" extrusionOk="0">
                  <a:moveTo>
                    <a:pt x="817" y="0"/>
                  </a:moveTo>
                  <a:lnTo>
                    <a:pt x="733" y="42"/>
                  </a:lnTo>
                  <a:lnTo>
                    <a:pt x="712" y="21"/>
                  </a:lnTo>
                  <a:lnTo>
                    <a:pt x="503" y="126"/>
                  </a:lnTo>
                  <a:lnTo>
                    <a:pt x="524" y="209"/>
                  </a:lnTo>
                  <a:lnTo>
                    <a:pt x="608" y="251"/>
                  </a:lnTo>
                  <a:lnTo>
                    <a:pt x="524" y="335"/>
                  </a:lnTo>
                  <a:lnTo>
                    <a:pt x="336" y="356"/>
                  </a:lnTo>
                  <a:lnTo>
                    <a:pt x="252" y="335"/>
                  </a:lnTo>
                  <a:lnTo>
                    <a:pt x="43" y="419"/>
                  </a:lnTo>
                  <a:lnTo>
                    <a:pt x="1" y="544"/>
                  </a:lnTo>
                  <a:lnTo>
                    <a:pt x="43" y="670"/>
                  </a:lnTo>
                  <a:lnTo>
                    <a:pt x="126" y="649"/>
                  </a:lnTo>
                  <a:lnTo>
                    <a:pt x="126" y="691"/>
                  </a:lnTo>
                  <a:lnTo>
                    <a:pt x="189" y="733"/>
                  </a:lnTo>
                  <a:lnTo>
                    <a:pt x="147" y="879"/>
                  </a:lnTo>
                  <a:lnTo>
                    <a:pt x="210" y="900"/>
                  </a:lnTo>
                  <a:lnTo>
                    <a:pt x="294" y="837"/>
                  </a:lnTo>
                  <a:lnTo>
                    <a:pt x="252" y="963"/>
                  </a:lnTo>
                  <a:lnTo>
                    <a:pt x="315" y="1005"/>
                  </a:lnTo>
                  <a:lnTo>
                    <a:pt x="252" y="1088"/>
                  </a:lnTo>
                  <a:lnTo>
                    <a:pt x="357" y="1109"/>
                  </a:lnTo>
                  <a:lnTo>
                    <a:pt x="231" y="1256"/>
                  </a:lnTo>
                  <a:lnTo>
                    <a:pt x="231" y="1277"/>
                  </a:lnTo>
                  <a:lnTo>
                    <a:pt x="482" y="1214"/>
                  </a:lnTo>
                  <a:lnTo>
                    <a:pt x="587" y="1256"/>
                  </a:lnTo>
                  <a:lnTo>
                    <a:pt x="566" y="1381"/>
                  </a:lnTo>
                  <a:lnTo>
                    <a:pt x="629" y="1465"/>
                  </a:lnTo>
                  <a:lnTo>
                    <a:pt x="796" y="1360"/>
                  </a:lnTo>
                  <a:lnTo>
                    <a:pt x="1110" y="1423"/>
                  </a:lnTo>
                  <a:lnTo>
                    <a:pt x="1214" y="1318"/>
                  </a:lnTo>
                  <a:lnTo>
                    <a:pt x="1486" y="1360"/>
                  </a:lnTo>
                  <a:lnTo>
                    <a:pt x="1507" y="1486"/>
                  </a:lnTo>
                  <a:lnTo>
                    <a:pt x="1612" y="1632"/>
                  </a:lnTo>
                  <a:lnTo>
                    <a:pt x="1591" y="1737"/>
                  </a:lnTo>
                  <a:lnTo>
                    <a:pt x="1445" y="1737"/>
                  </a:lnTo>
                  <a:lnTo>
                    <a:pt x="1235" y="1946"/>
                  </a:lnTo>
                  <a:lnTo>
                    <a:pt x="1256" y="2114"/>
                  </a:lnTo>
                  <a:lnTo>
                    <a:pt x="1235" y="2469"/>
                  </a:lnTo>
                  <a:lnTo>
                    <a:pt x="1089" y="2616"/>
                  </a:lnTo>
                  <a:lnTo>
                    <a:pt x="1194" y="2720"/>
                  </a:lnTo>
                  <a:lnTo>
                    <a:pt x="1047" y="2930"/>
                  </a:lnTo>
                  <a:lnTo>
                    <a:pt x="942" y="2888"/>
                  </a:lnTo>
                  <a:lnTo>
                    <a:pt x="817" y="2930"/>
                  </a:lnTo>
                  <a:lnTo>
                    <a:pt x="963" y="3202"/>
                  </a:lnTo>
                  <a:lnTo>
                    <a:pt x="1089" y="3285"/>
                  </a:lnTo>
                  <a:lnTo>
                    <a:pt x="1089" y="3515"/>
                  </a:lnTo>
                  <a:lnTo>
                    <a:pt x="922" y="3704"/>
                  </a:lnTo>
                  <a:lnTo>
                    <a:pt x="984" y="3871"/>
                  </a:lnTo>
                  <a:lnTo>
                    <a:pt x="1131" y="3871"/>
                  </a:lnTo>
                  <a:lnTo>
                    <a:pt x="1089" y="3976"/>
                  </a:lnTo>
                  <a:lnTo>
                    <a:pt x="963" y="4080"/>
                  </a:lnTo>
                  <a:lnTo>
                    <a:pt x="838" y="4331"/>
                  </a:lnTo>
                  <a:lnTo>
                    <a:pt x="922" y="4457"/>
                  </a:lnTo>
                  <a:lnTo>
                    <a:pt x="922" y="4603"/>
                  </a:lnTo>
                  <a:lnTo>
                    <a:pt x="1026" y="4624"/>
                  </a:lnTo>
                  <a:lnTo>
                    <a:pt x="1173" y="4645"/>
                  </a:lnTo>
                  <a:lnTo>
                    <a:pt x="1403" y="4875"/>
                  </a:lnTo>
                  <a:lnTo>
                    <a:pt x="1382" y="4917"/>
                  </a:lnTo>
                  <a:lnTo>
                    <a:pt x="1486" y="5168"/>
                  </a:lnTo>
                  <a:lnTo>
                    <a:pt x="1675" y="5357"/>
                  </a:lnTo>
                  <a:lnTo>
                    <a:pt x="1842" y="5378"/>
                  </a:lnTo>
                  <a:lnTo>
                    <a:pt x="2010" y="5273"/>
                  </a:lnTo>
                  <a:lnTo>
                    <a:pt x="2010" y="5168"/>
                  </a:lnTo>
                  <a:lnTo>
                    <a:pt x="2093" y="5085"/>
                  </a:lnTo>
                  <a:lnTo>
                    <a:pt x="2303" y="5064"/>
                  </a:lnTo>
                  <a:lnTo>
                    <a:pt x="2470" y="4875"/>
                  </a:lnTo>
                  <a:lnTo>
                    <a:pt x="2679" y="4855"/>
                  </a:lnTo>
                  <a:lnTo>
                    <a:pt x="2784" y="4813"/>
                  </a:lnTo>
                  <a:lnTo>
                    <a:pt x="3035" y="4875"/>
                  </a:lnTo>
                  <a:lnTo>
                    <a:pt x="3181" y="4917"/>
                  </a:lnTo>
                  <a:lnTo>
                    <a:pt x="3202" y="4855"/>
                  </a:lnTo>
                  <a:lnTo>
                    <a:pt x="3307" y="4855"/>
                  </a:lnTo>
                  <a:lnTo>
                    <a:pt x="3411" y="4938"/>
                  </a:lnTo>
                  <a:lnTo>
                    <a:pt x="3495" y="4855"/>
                  </a:lnTo>
                  <a:lnTo>
                    <a:pt x="3558" y="4750"/>
                  </a:lnTo>
                  <a:lnTo>
                    <a:pt x="3663" y="4855"/>
                  </a:lnTo>
                  <a:lnTo>
                    <a:pt x="3788" y="4917"/>
                  </a:lnTo>
                  <a:lnTo>
                    <a:pt x="3914" y="4708"/>
                  </a:lnTo>
                  <a:lnTo>
                    <a:pt x="3914" y="4603"/>
                  </a:lnTo>
                  <a:lnTo>
                    <a:pt x="4248" y="4436"/>
                  </a:lnTo>
                  <a:lnTo>
                    <a:pt x="4458" y="4436"/>
                  </a:lnTo>
                  <a:lnTo>
                    <a:pt x="4520" y="4352"/>
                  </a:lnTo>
                  <a:lnTo>
                    <a:pt x="4458" y="4311"/>
                  </a:lnTo>
                  <a:lnTo>
                    <a:pt x="4499" y="4143"/>
                  </a:lnTo>
                  <a:lnTo>
                    <a:pt x="4667" y="3892"/>
                  </a:lnTo>
                  <a:lnTo>
                    <a:pt x="4667" y="3766"/>
                  </a:lnTo>
                  <a:lnTo>
                    <a:pt x="4855" y="3704"/>
                  </a:lnTo>
                  <a:lnTo>
                    <a:pt x="4981" y="3578"/>
                  </a:lnTo>
                  <a:lnTo>
                    <a:pt x="4855" y="3390"/>
                  </a:lnTo>
                  <a:lnTo>
                    <a:pt x="4771" y="3348"/>
                  </a:lnTo>
                  <a:lnTo>
                    <a:pt x="4751" y="3243"/>
                  </a:lnTo>
                  <a:lnTo>
                    <a:pt x="4646" y="3076"/>
                  </a:lnTo>
                  <a:lnTo>
                    <a:pt x="4730" y="2992"/>
                  </a:lnTo>
                  <a:lnTo>
                    <a:pt x="4960" y="2637"/>
                  </a:lnTo>
                  <a:lnTo>
                    <a:pt x="5064" y="2574"/>
                  </a:lnTo>
                  <a:lnTo>
                    <a:pt x="5232" y="2302"/>
                  </a:lnTo>
                  <a:lnTo>
                    <a:pt x="5274" y="2323"/>
                  </a:lnTo>
                  <a:lnTo>
                    <a:pt x="5253" y="2344"/>
                  </a:lnTo>
                  <a:lnTo>
                    <a:pt x="5253" y="2365"/>
                  </a:lnTo>
                  <a:lnTo>
                    <a:pt x="5336" y="2323"/>
                  </a:lnTo>
                  <a:lnTo>
                    <a:pt x="5357" y="2197"/>
                  </a:lnTo>
                  <a:lnTo>
                    <a:pt x="5295" y="2134"/>
                  </a:lnTo>
                  <a:lnTo>
                    <a:pt x="5441" y="2051"/>
                  </a:lnTo>
                  <a:lnTo>
                    <a:pt x="5567" y="1946"/>
                  </a:lnTo>
                  <a:lnTo>
                    <a:pt x="5776" y="1946"/>
                  </a:lnTo>
                  <a:lnTo>
                    <a:pt x="5964" y="1883"/>
                  </a:lnTo>
                  <a:lnTo>
                    <a:pt x="6069" y="1737"/>
                  </a:lnTo>
                  <a:lnTo>
                    <a:pt x="6278" y="1611"/>
                  </a:lnTo>
                  <a:lnTo>
                    <a:pt x="6320" y="1507"/>
                  </a:lnTo>
                  <a:lnTo>
                    <a:pt x="6341" y="1381"/>
                  </a:lnTo>
                  <a:lnTo>
                    <a:pt x="6320" y="1193"/>
                  </a:lnTo>
                  <a:lnTo>
                    <a:pt x="6424" y="1151"/>
                  </a:lnTo>
                  <a:lnTo>
                    <a:pt x="6424" y="1088"/>
                  </a:lnTo>
                  <a:lnTo>
                    <a:pt x="6341" y="1067"/>
                  </a:lnTo>
                  <a:lnTo>
                    <a:pt x="6215" y="879"/>
                  </a:lnTo>
                  <a:lnTo>
                    <a:pt x="5964" y="900"/>
                  </a:lnTo>
                  <a:lnTo>
                    <a:pt x="5797" y="837"/>
                  </a:lnTo>
                  <a:lnTo>
                    <a:pt x="5629" y="837"/>
                  </a:lnTo>
                  <a:lnTo>
                    <a:pt x="5525" y="774"/>
                  </a:lnTo>
                  <a:lnTo>
                    <a:pt x="5253" y="774"/>
                  </a:lnTo>
                  <a:lnTo>
                    <a:pt x="5148" y="879"/>
                  </a:lnTo>
                  <a:lnTo>
                    <a:pt x="5064" y="837"/>
                  </a:lnTo>
                  <a:lnTo>
                    <a:pt x="4918" y="837"/>
                  </a:lnTo>
                  <a:lnTo>
                    <a:pt x="4792" y="691"/>
                  </a:lnTo>
                  <a:lnTo>
                    <a:pt x="4688" y="753"/>
                  </a:lnTo>
                  <a:lnTo>
                    <a:pt x="4583" y="649"/>
                  </a:lnTo>
                  <a:lnTo>
                    <a:pt x="4332" y="565"/>
                  </a:lnTo>
                  <a:lnTo>
                    <a:pt x="4186" y="586"/>
                  </a:lnTo>
                  <a:lnTo>
                    <a:pt x="4207" y="523"/>
                  </a:lnTo>
                  <a:lnTo>
                    <a:pt x="4186" y="377"/>
                  </a:lnTo>
                  <a:lnTo>
                    <a:pt x="4102" y="377"/>
                  </a:lnTo>
                  <a:lnTo>
                    <a:pt x="4102" y="356"/>
                  </a:lnTo>
                  <a:lnTo>
                    <a:pt x="3997" y="314"/>
                  </a:lnTo>
                  <a:lnTo>
                    <a:pt x="3955" y="335"/>
                  </a:lnTo>
                  <a:lnTo>
                    <a:pt x="3872" y="335"/>
                  </a:lnTo>
                  <a:lnTo>
                    <a:pt x="3809" y="419"/>
                  </a:lnTo>
                  <a:lnTo>
                    <a:pt x="3495" y="230"/>
                  </a:lnTo>
                  <a:lnTo>
                    <a:pt x="3391" y="230"/>
                  </a:lnTo>
                  <a:lnTo>
                    <a:pt x="3286" y="335"/>
                  </a:lnTo>
                  <a:lnTo>
                    <a:pt x="3077" y="272"/>
                  </a:lnTo>
                  <a:lnTo>
                    <a:pt x="3035" y="168"/>
                  </a:lnTo>
                  <a:lnTo>
                    <a:pt x="2826" y="147"/>
                  </a:lnTo>
                  <a:lnTo>
                    <a:pt x="2533" y="272"/>
                  </a:lnTo>
                  <a:lnTo>
                    <a:pt x="2344" y="230"/>
                  </a:lnTo>
                  <a:lnTo>
                    <a:pt x="1926" y="168"/>
                  </a:lnTo>
                  <a:lnTo>
                    <a:pt x="1779" y="105"/>
                  </a:lnTo>
                  <a:lnTo>
                    <a:pt x="1758" y="42"/>
                  </a:lnTo>
                  <a:lnTo>
                    <a:pt x="1570" y="105"/>
                  </a:lnTo>
                  <a:lnTo>
                    <a:pt x="1403" y="147"/>
                  </a:lnTo>
                  <a:lnTo>
                    <a:pt x="1277" y="105"/>
                  </a:lnTo>
                  <a:lnTo>
                    <a:pt x="1173" y="105"/>
                  </a:lnTo>
                  <a:lnTo>
                    <a:pt x="1068" y="168"/>
                  </a:lnTo>
                  <a:lnTo>
                    <a:pt x="942" y="21"/>
                  </a:lnTo>
                  <a:lnTo>
                    <a:pt x="81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9321;p128">
              <a:extLst>
                <a:ext uri="{FF2B5EF4-FFF2-40B4-BE49-F238E27FC236}">
                  <a16:creationId xmlns:a16="http://schemas.microsoft.com/office/drawing/2014/main" id="{49ADD9F6-5DB4-8DAF-73BE-BC36547B74B9}"/>
                </a:ext>
              </a:extLst>
            </p:cNvPr>
            <p:cNvSpPr/>
            <p:nvPr/>
          </p:nvSpPr>
          <p:spPr>
            <a:xfrm>
              <a:off x="4036603" y="2865264"/>
              <a:ext cx="11967" cy="9064"/>
            </a:xfrm>
            <a:custGeom>
              <a:avLst/>
              <a:gdLst/>
              <a:ahLst/>
              <a:cxnLst/>
              <a:rect l="l" t="t" r="r" b="b"/>
              <a:pathLst>
                <a:path w="1005" h="797" extrusionOk="0">
                  <a:moveTo>
                    <a:pt x="189" y="1"/>
                  </a:moveTo>
                  <a:lnTo>
                    <a:pt x="84" y="64"/>
                  </a:lnTo>
                  <a:lnTo>
                    <a:pt x="0" y="64"/>
                  </a:lnTo>
                  <a:lnTo>
                    <a:pt x="0" y="106"/>
                  </a:lnTo>
                  <a:lnTo>
                    <a:pt x="42" y="106"/>
                  </a:lnTo>
                  <a:lnTo>
                    <a:pt x="105" y="189"/>
                  </a:lnTo>
                  <a:lnTo>
                    <a:pt x="189" y="189"/>
                  </a:lnTo>
                  <a:lnTo>
                    <a:pt x="251" y="294"/>
                  </a:lnTo>
                  <a:lnTo>
                    <a:pt x="209" y="378"/>
                  </a:lnTo>
                  <a:lnTo>
                    <a:pt x="481" y="503"/>
                  </a:lnTo>
                  <a:lnTo>
                    <a:pt x="502" y="629"/>
                  </a:lnTo>
                  <a:lnTo>
                    <a:pt x="670" y="712"/>
                  </a:lnTo>
                  <a:lnTo>
                    <a:pt x="795" y="712"/>
                  </a:lnTo>
                  <a:lnTo>
                    <a:pt x="984" y="796"/>
                  </a:lnTo>
                  <a:lnTo>
                    <a:pt x="1005" y="712"/>
                  </a:lnTo>
                  <a:lnTo>
                    <a:pt x="733" y="315"/>
                  </a:lnTo>
                  <a:lnTo>
                    <a:pt x="586" y="273"/>
                  </a:lnTo>
                  <a:lnTo>
                    <a:pt x="502" y="85"/>
                  </a:lnTo>
                  <a:lnTo>
                    <a:pt x="398" y="85"/>
                  </a:lnTo>
                  <a:lnTo>
                    <a:pt x="356" y="126"/>
                  </a:lnTo>
                  <a:lnTo>
                    <a:pt x="1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9322;p128">
              <a:extLst>
                <a:ext uri="{FF2B5EF4-FFF2-40B4-BE49-F238E27FC236}">
                  <a16:creationId xmlns:a16="http://schemas.microsoft.com/office/drawing/2014/main" id="{E8F454BC-4690-A4DD-7869-04F4247AFBE9}"/>
                </a:ext>
              </a:extLst>
            </p:cNvPr>
            <p:cNvSpPr/>
            <p:nvPr/>
          </p:nvSpPr>
          <p:spPr>
            <a:xfrm>
              <a:off x="4033614" y="2866458"/>
              <a:ext cx="140532" cy="108039"/>
            </a:xfrm>
            <a:custGeom>
              <a:avLst/>
              <a:gdLst/>
              <a:ahLst/>
              <a:cxnLst/>
              <a:rect l="l" t="t" r="r" b="b"/>
              <a:pathLst>
                <a:path w="11802" h="9500" extrusionOk="0">
                  <a:moveTo>
                    <a:pt x="502" y="1863"/>
                  </a:moveTo>
                  <a:lnTo>
                    <a:pt x="502" y="1884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502" y="1863"/>
                  </a:lnTo>
                  <a:close/>
                  <a:moveTo>
                    <a:pt x="251" y="1"/>
                  </a:moveTo>
                  <a:lnTo>
                    <a:pt x="209" y="63"/>
                  </a:lnTo>
                  <a:lnTo>
                    <a:pt x="147" y="210"/>
                  </a:lnTo>
                  <a:lnTo>
                    <a:pt x="0" y="210"/>
                  </a:lnTo>
                  <a:lnTo>
                    <a:pt x="0" y="273"/>
                  </a:lnTo>
                  <a:lnTo>
                    <a:pt x="42" y="398"/>
                  </a:lnTo>
                  <a:lnTo>
                    <a:pt x="105" y="607"/>
                  </a:lnTo>
                  <a:lnTo>
                    <a:pt x="105" y="712"/>
                  </a:lnTo>
                  <a:lnTo>
                    <a:pt x="105" y="858"/>
                  </a:lnTo>
                  <a:lnTo>
                    <a:pt x="230" y="900"/>
                  </a:lnTo>
                  <a:lnTo>
                    <a:pt x="251" y="942"/>
                  </a:lnTo>
                  <a:lnTo>
                    <a:pt x="188" y="1130"/>
                  </a:lnTo>
                  <a:lnTo>
                    <a:pt x="209" y="1277"/>
                  </a:lnTo>
                  <a:lnTo>
                    <a:pt x="188" y="1361"/>
                  </a:lnTo>
                  <a:lnTo>
                    <a:pt x="335" y="1423"/>
                  </a:lnTo>
                  <a:lnTo>
                    <a:pt x="460" y="1654"/>
                  </a:lnTo>
                  <a:lnTo>
                    <a:pt x="523" y="1779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607" y="1884"/>
                  </a:lnTo>
                  <a:lnTo>
                    <a:pt x="670" y="2009"/>
                  </a:lnTo>
                  <a:lnTo>
                    <a:pt x="649" y="2114"/>
                  </a:lnTo>
                  <a:lnTo>
                    <a:pt x="712" y="2260"/>
                  </a:lnTo>
                  <a:lnTo>
                    <a:pt x="816" y="2260"/>
                  </a:lnTo>
                  <a:lnTo>
                    <a:pt x="858" y="2365"/>
                  </a:lnTo>
                  <a:lnTo>
                    <a:pt x="921" y="2490"/>
                  </a:lnTo>
                  <a:lnTo>
                    <a:pt x="1025" y="2532"/>
                  </a:lnTo>
                  <a:lnTo>
                    <a:pt x="1088" y="2574"/>
                  </a:lnTo>
                  <a:lnTo>
                    <a:pt x="1297" y="2679"/>
                  </a:lnTo>
                  <a:lnTo>
                    <a:pt x="1381" y="2700"/>
                  </a:lnTo>
                  <a:lnTo>
                    <a:pt x="1507" y="2679"/>
                  </a:lnTo>
                  <a:lnTo>
                    <a:pt x="1590" y="2721"/>
                  </a:lnTo>
                  <a:lnTo>
                    <a:pt x="1653" y="2742"/>
                  </a:lnTo>
                  <a:lnTo>
                    <a:pt x="1590" y="2783"/>
                  </a:lnTo>
                  <a:lnTo>
                    <a:pt x="1486" y="2825"/>
                  </a:lnTo>
                  <a:lnTo>
                    <a:pt x="1402" y="2825"/>
                  </a:lnTo>
                  <a:lnTo>
                    <a:pt x="1444" y="2993"/>
                  </a:lnTo>
                  <a:lnTo>
                    <a:pt x="1486" y="3014"/>
                  </a:lnTo>
                  <a:lnTo>
                    <a:pt x="1486" y="3223"/>
                  </a:lnTo>
                  <a:lnTo>
                    <a:pt x="1402" y="3244"/>
                  </a:lnTo>
                  <a:lnTo>
                    <a:pt x="1339" y="3244"/>
                  </a:lnTo>
                  <a:lnTo>
                    <a:pt x="1297" y="3432"/>
                  </a:lnTo>
                  <a:lnTo>
                    <a:pt x="1256" y="3474"/>
                  </a:lnTo>
                  <a:lnTo>
                    <a:pt x="1256" y="3683"/>
                  </a:lnTo>
                  <a:lnTo>
                    <a:pt x="1235" y="3767"/>
                  </a:lnTo>
                  <a:lnTo>
                    <a:pt x="1256" y="3830"/>
                  </a:lnTo>
                  <a:lnTo>
                    <a:pt x="1193" y="3871"/>
                  </a:lnTo>
                  <a:lnTo>
                    <a:pt x="1193" y="3955"/>
                  </a:lnTo>
                  <a:lnTo>
                    <a:pt x="1276" y="3976"/>
                  </a:lnTo>
                  <a:lnTo>
                    <a:pt x="1360" y="4060"/>
                  </a:lnTo>
                  <a:lnTo>
                    <a:pt x="1465" y="4081"/>
                  </a:lnTo>
                  <a:lnTo>
                    <a:pt x="1486" y="4164"/>
                  </a:lnTo>
                  <a:lnTo>
                    <a:pt x="1611" y="4269"/>
                  </a:lnTo>
                  <a:lnTo>
                    <a:pt x="1569" y="4394"/>
                  </a:lnTo>
                  <a:lnTo>
                    <a:pt x="1590" y="4415"/>
                  </a:lnTo>
                  <a:lnTo>
                    <a:pt x="1590" y="4499"/>
                  </a:lnTo>
                  <a:lnTo>
                    <a:pt x="1695" y="4583"/>
                  </a:lnTo>
                  <a:lnTo>
                    <a:pt x="1758" y="4562"/>
                  </a:lnTo>
                  <a:lnTo>
                    <a:pt x="1862" y="4520"/>
                  </a:lnTo>
                  <a:lnTo>
                    <a:pt x="2302" y="4813"/>
                  </a:lnTo>
                  <a:lnTo>
                    <a:pt x="2344" y="4792"/>
                  </a:lnTo>
                  <a:lnTo>
                    <a:pt x="2427" y="4834"/>
                  </a:lnTo>
                  <a:lnTo>
                    <a:pt x="2532" y="5043"/>
                  </a:lnTo>
                  <a:lnTo>
                    <a:pt x="2636" y="5106"/>
                  </a:lnTo>
                  <a:lnTo>
                    <a:pt x="2762" y="5357"/>
                  </a:lnTo>
                  <a:lnTo>
                    <a:pt x="2636" y="5462"/>
                  </a:lnTo>
                  <a:lnTo>
                    <a:pt x="2636" y="5650"/>
                  </a:lnTo>
                  <a:lnTo>
                    <a:pt x="2657" y="5817"/>
                  </a:lnTo>
                  <a:lnTo>
                    <a:pt x="2846" y="5817"/>
                  </a:lnTo>
                  <a:lnTo>
                    <a:pt x="2909" y="6152"/>
                  </a:lnTo>
                  <a:lnTo>
                    <a:pt x="3013" y="6236"/>
                  </a:lnTo>
                  <a:lnTo>
                    <a:pt x="3118" y="6278"/>
                  </a:lnTo>
                  <a:lnTo>
                    <a:pt x="3160" y="6299"/>
                  </a:lnTo>
                  <a:lnTo>
                    <a:pt x="3222" y="6278"/>
                  </a:lnTo>
                  <a:lnTo>
                    <a:pt x="3222" y="6340"/>
                  </a:lnTo>
                  <a:lnTo>
                    <a:pt x="3285" y="6445"/>
                  </a:lnTo>
                  <a:lnTo>
                    <a:pt x="3369" y="6445"/>
                  </a:lnTo>
                  <a:lnTo>
                    <a:pt x="3432" y="6382"/>
                  </a:lnTo>
                  <a:lnTo>
                    <a:pt x="3453" y="6257"/>
                  </a:lnTo>
                  <a:lnTo>
                    <a:pt x="3348" y="6194"/>
                  </a:lnTo>
                  <a:lnTo>
                    <a:pt x="3494" y="6194"/>
                  </a:lnTo>
                  <a:lnTo>
                    <a:pt x="3536" y="6173"/>
                  </a:lnTo>
                  <a:lnTo>
                    <a:pt x="3494" y="6236"/>
                  </a:lnTo>
                  <a:lnTo>
                    <a:pt x="3494" y="6299"/>
                  </a:lnTo>
                  <a:lnTo>
                    <a:pt x="3641" y="6361"/>
                  </a:lnTo>
                  <a:lnTo>
                    <a:pt x="3683" y="6340"/>
                  </a:lnTo>
                  <a:lnTo>
                    <a:pt x="3745" y="6445"/>
                  </a:lnTo>
                  <a:lnTo>
                    <a:pt x="3787" y="6445"/>
                  </a:lnTo>
                  <a:lnTo>
                    <a:pt x="3976" y="6299"/>
                  </a:lnTo>
                  <a:lnTo>
                    <a:pt x="4017" y="6340"/>
                  </a:lnTo>
                  <a:lnTo>
                    <a:pt x="4164" y="6487"/>
                  </a:lnTo>
                  <a:lnTo>
                    <a:pt x="4164" y="6591"/>
                  </a:lnTo>
                  <a:lnTo>
                    <a:pt x="4373" y="6863"/>
                  </a:lnTo>
                  <a:lnTo>
                    <a:pt x="4394" y="7031"/>
                  </a:lnTo>
                  <a:lnTo>
                    <a:pt x="4436" y="7073"/>
                  </a:lnTo>
                  <a:lnTo>
                    <a:pt x="4541" y="7073"/>
                  </a:lnTo>
                  <a:lnTo>
                    <a:pt x="4603" y="7177"/>
                  </a:lnTo>
                  <a:lnTo>
                    <a:pt x="4541" y="7177"/>
                  </a:lnTo>
                  <a:lnTo>
                    <a:pt x="4520" y="7135"/>
                  </a:lnTo>
                  <a:lnTo>
                    <a:pt x="4499" y="7177"/>
                  </a:lnTo>
                  <a:lnTo>
                    <a:pt x="4603" y="7240"/>
                  </a:lnTo>
                  <a:lnTo>
                    <a:pt x="4645" y="7219"/>
                  </a:lnTo>
                  <a:lnTo>
                    <a:pt x="4687" y="7324"/>
                  </a:lnTo>
                  <a:lnTo>
                    <a:pt x="4833" y="7721"/>
                  </a:lnTo>
                  <a:lnTo>
                    <a:pt x="4959" y="7763"/>
                  </a:lnTo>
                  <a:lnTo>
                    <a:pt x="5168" y="7763"/>
                  </a:lnTo>
                  <a:lnTo>
                    <a:pt x="5315" y="7805"/>
                  </a:lnTo>
                  <a:lnTo>
                    <a:pt x="5377" y="7868"/>
                  </a:lnTo>
                  <a:lnTo>
                    <a:pt x="5566" y="7868"/>
                  </a:lnTo>
                  <a:lnTo>
                    <a:pt x="5587" y="7931"/>
                  </a:lnTo>
                  <a:lnTo>
                    <a:pt x="5691" y="7931"/>
                  </a:lnTo>
                  <a:lnTo>
                    <a:pt x="5733" y="7972"/>
                  </a:lnTo>
                  <a:lnTo>
                    <a:pt x="5649" y="8035"/>
                  </a:lnTo>
                  <a:lnTo>
                    <a:pt x="5796" y="8224"/>
                  </a:lnTo>
                  <a:lnTo>
                    <a:pt x="5963" y="8244"/>
                  </a:lnTo>
                  <a:lnTo>
                    <a:pt x="6047" y="8328"/>
                  </a:lnTo>
                  <a:lnTo>
                    <a:pt x="6152" y="8328"/>
                  </a:lnTo>
                  <a:lnTo>
                    <a:pt x="6319" y="8496"/>
                  </a:lnTo>
                  <a:lnTo>
                    <a:pt x="6403" y="8475"/>
                  </a:lnTo>
                  <a:lnTo>
                    <a:pt x="6528" y="8454"/>
                  </a:lnTo>
                  <a:lnTo>
                    <a:pt x="6717" y="8496"/>
                  </a:lnTo>
                  <a:lnTo>
                    <a:pt x="6947" y="8663"/>
                  </a:lnTo>
                  <a:lnTo>
                    <a:pt x="7135" y="8475"/>
                  </a:lnTo>
                  <a:lnTo>
                    <a:pt x="7407" y="8349"/>
                  </a:lnTo>
                  <a:lnTo>
                    <a:pt x="7407" y="8328"/>
                  </a:lnTo>
                  <a:lnTo>
                    <a:pt x="7533" y="8328"/>
                  </a:lnTo>
                  <a:lnTo>
                    <a:pt x="7679" y="8224"/>
                  </a:lnTo>
                  <a:lnTo>
                    <a:pt x="7784" y="8161"/>
                  </a:lnTo>
                  <a:lnTo>
                    <a:pt x="7993" y="8182"/>
                  </a:lnTo>
                  <a:lnTo>
                    <a:pt x="7993" y="8244"/>
                  </a:lnTo>
                  <a:lnTo>
                    <a:pt x="8056" y="8244"/>
                  </a:lnTo>
                  <a:lnTo>
                    <a:pt x="8056" y="8286"/>
                  </a:lnTo>
                  <a:lnTo>
                    <a:pt x="8160" y="8454"/>
                  </a:lnTo>
                  <a:lnTo>
                    <a:pt x="8244" y="8663"/>
                  </a:lnTo>
                  <a:lnTo>
                    <a:pt x="8349" y="8872"/>
                  </a:lnTo>
                  <a:lnTo>
                    <a:pt x="8349" y="9019"/>
                  </a:lnTo>
                  <a:lnTo>
                    <a:pt x="8411" y="9081"/>
                  </a:lnTo>
                  <a:lnTo>
                    <a:pt x="8453" y="9123"/>
                  </a:lnTo>
                  <a:lnTo>
                    <a:pt x="8872" y="9123"/>
                  </a:lnTo>
                  <a:lnTo>
                    <a:pt x="8976" y="9207"/>
                  </a:lnTo>
                  <a:lnTo>
                    <a:pt x="9102" y="9081"/>
                  </a:lnTo>
                  <a:lnTo>
                    <a:pt x="9144" y="9102"/>
                  </a:lnTo>
                  <a:lnTo>
                    <a:pt x="9311" y="9228"/>
                  </a:lnTo>
                  <a:lnTo>
                    <a:pt x="9625" y="9207"/>
                  </a:lnTo>
                  <a:lnTo>
                    <a:pt x="9813" y="9291"/>
                  </a:lnTo>
                  <a:lnTo>
                    <a:pt x="10064" y="9312"/>
                  </a:lnTo>
                  <a:lnTo>
                    <a:pt x="10169" y="9332"/>
                  </a:lnTo>
                  <a:lnTo>
                    <a:pt x="10232" y="9312"/>
                  </a:lnTo>
                  <a:lnTo>
                    <a:pt x="10295" y="9395"/>
                  </a:lnTo>
                  <a:lnTo>
                    <a:pt x="10315" y="9395"/>
                  </a:lnTo>
                  <a:lnTo>
                    <a:pt x="10357" y="9291"/>
                  </a:lnTo>
                  <a:lnTo>
                    <a:pt x="10441" y="9291"/>
                  </a:lnTo>
                  <a:lnTo>
                    <a:pt x="10483" y="9374"/>
                  </a:lnTo>
                  <a:lnTo>
                    <a:pt x="10608" y="9416"/>
                  </a:lnTo>
                  <a:lnTo>
                    <a:pt x="10818" y="9500"/>
                  </a:lnTo>
                  <a:lnTo>
                    <a:pt x="10901" y="9437"/>
                  </a:lnTo>
                  <a:lnTo>
                    <a:pt x="10922" y="9395"/>
                  </a:lnTo>
                  <a:lnTo>
                    <a:pt x="10964" y="9395"/>
                  </a:lnTo>
                  <a:lnTo>
                    <a:pt x="10964" y="9312"/>
                  </a:lnTo>
                  <a:lnTo>
                    <a:pt x="10985" y="9102"/>
                  </a:lnTo>
                  <a:lnTo>
                    <a:pt x="10922" y="8977"/>
                  </a:lnTo>
                  <a:lnTo>
                    <a:pt x="11027" y="8851"/>
                  </a:lnTo>
                  <a:lnTo>
                    <a:pt x="10985" y="8747"/>
                  </a:lnTo>
                  <a:lnTo>
                    <a:pt x="11069" y="8642"/>
                  </a:lnTo>
                  <a:lnTo>
                    <a:pt x="11215" y="8558"/>
                  </a:lnTo>
                  <a:lnTo>
                    <a:pt x="11299" y="8496"/>
                  </a:lnTo>
                  <a:lnTo>
                    <a:pt x="11550" y="8433"/>
                  </a:lnTo>
                  <a:lnTo>
                    <a:pt x="11717" y="8475"/>
                  </a:lnTo>
                  <a:lnTo>
                    <a:pt x="11801" y="8391"/>
                  </a:lnTo>
                  <a:lnTo>
                    <a:pt x="11759" y="8161"/>
                  </a:lnTo>
                  <a:lnTo>
                    <a:pt x="11634" y="8056"/>
                  </a:lnTo>
                  <a:lnTo>
                    <a:pt x="11487" y="8077"/>
                  </a:lnTo>
                  <a:lnTo>
                    <a:pt x="11445" y="7972"/>
                  </a:lnTo>
                  <a:lnTo>
                    <a:pt x="11445" y="7826"/>
                  </a:lnTo>
                  <a:lnTo>
                    <a:pt x="11403" y="7700"/>
                  </a:lnTo>
                  <a:lnTo>
                    <a:pt x="11403" y="7491"/>
                  </a:lnTo>
                  <a:lnTo>
                    <a:pt x="11236" y="7491"/>
                  </a:lnTo>
                  <a:lnTo>
                    <a:pt x="11215" y="7408"/>
                  </a:lnTo>
                  <a:lnTo>
                    <a:pt x="11111" y="7387"/>
                  </a:lnTo>
                  <a:lnTo>
                    <a:pt x="10922" y="7345"/>
                  </a:lnTo>
                  <a:lnTo>
                    <a:pt x="10880" y="7303"/>
                  </a:lnTo>
                  <a:lnTo>
                    <a:pt x="10755" y="7219"/>
                  </a:lnTo>
                  <a:lnTo>
                    <a:pt x="10587" y="7073"/>
                  </a:lnTo>
                  <a:lnTo>
                    <a:pt x="10504" y="6926"/>
                  </a:lnTo>
                  <a:lnTo>
                    <a:pt x="10232" y="6508"/>
                  </a:lnTo>
                  <a:lnTo>
                    <a:pt x="10650" y="5943"/>
                  </a:lnTo>
                  <a:lnTo>
                    <a:pt x="10692" y="5859"/>
                  </a:lnTo>
                  <a:lnTo>
                    <a:pt x="10650" y="5629"/>
                  </a:lnTo>
                  <a:lnTo>
                    <a:pt x="10650" y="5462"/>
                  </a:lnTo>
                  <a:lnTo>
                    <a:pt x="10567" y="5294"/>
                  </a:lnTo>
                  <a:lnTo>
                    <a:pt x="10064" y="5252"/>
                  </a:lnTo>
                  <a:lnTo>
                    <a:pt x="10043" y="5043"/>
                  </a:lnTo>
                  <a:lnTo>
                    <a:pt x="9981" y="4939"/>
                  </a:lnTo>
                  <a:lnTo>
                    <a:pt x="10023" y="4876"/>
                  </a:lnTo>
                  <a:lnTo>
                    <a:pt x="9939" y="4604"/>
                  </a:lnTo>
                  <a:lnTo>
                    <a:pt x="9771" y="4311"/>
                  </a:lnTo>
                  <a:lnTo>
                    <a:pt x="9834" y="4164"/>
                  </a:lnTo>
                  <a:lnTo>
                    <a:pt x="9981" y="3934"/>
                  </a:lnTo>
                  <a:lnTo>
                    <a:pt x="9939" y="3934"/>
                  </a:lnTo>
                  <a:lnTo>
                    <a:pt x="9751" y="3892"/>
                  </a:lnTo>
                  <a:lnTo>
                    <a:pt x="9751" y="3767"/>
                  </a:lnTo>
                  <a:lnTo>
                    <a:pt x="9730" y="3558"/>
                  </a:lnTo>
                  <a:lnTo>
                    <a:pt x="9667" y="3558"/>
                  </a:lnTo>
                  <a:lnTo>
                    <a:pt x="9813" y="3411"/>
                  </a:lnTo>
                  <a:lnTo>
                    <a:pt x="9709" y="3327"/>
                  </a:lnTo>
                  <a:lnTo>
                    <a:pt x="9646" y="3244"/>
                  </a:lnTo>
                  <a:lnTo>
                    <a:pt x="9771" y="3223"/>
                  </a:lnTo>
                  <a:lnTo>
                    <a:pt x="9918" y="3118"/>
                  </a:lnTo>
                  <a:lnTo>
                    <a:pt x="9918" y="3034"/>
                  </a:lnTo>
                  <a:lnTo>
                    <a:pt x="9939" y="3014"/>
                  </a:lnTo>
                  <a:lnTo>
                    <a:pt x="9855" y="2909"/>
                  </a:lnTo>
                  <a:lnTo>
                    <a:pt x="9918" y="2825"/>
                  </a:lnTo>
                  <a:lnTo>
                    <a:pt x="9918" y="2742"/>
                  </a:lnTo>
                  <a:lnTo>
                    <a:pt x="9918" y="2574"/>
                  </a:lnTo>
                  <a:lnTo>
                    <a:pt x="9855" y="2470"/>
                  </a:lnTo>
                  <a:lnTo>
                    <a:pt x="9855" y="2386"/>
                  </a:lnTo>
                  <a:lnTo>
                    <a:pt x="9813" y="2260"/>
                  </a:lnTo>
                  <a:lnTo>
                    <a:pt x="9855" y="2156"/>
                  </a:lnTo>
                  <a:lnTo>
                    <a:pt x="9751" y="1988"/>
                  </a:lnTo>
                  <a:lnTo>
                    <a:pt x="9625" y="1946"/>
                  </a:lnTo>
                  <a:lnTo>
                    <a:pt x="9353" y="1905"/>
                  </a:lnTo>
                  <a:lnTo>
                    <a:pt x="9123" y="1591"/>
                  </a:lnTo>
                  <a:lnTo>
                    <a:pt x="8914" y="1549"/>
                  </a:lnTo>
                  <a:lnTo>
                    <a:pt x="8788" y="1570"/>
                  </a:lnTo>
                  <a:lnTo>
                    <a:pt x="8725" y="1528"/>
                  </a:lnTo>
                  <a:lnTo>
                    <a:pt x="8704" y="1361"/>
                  </a:lnTo>
                  <a:lnTo>
                    <a:pt x="8579" y="1340"/>
                  </a:lnTo>
                  <a:lnTo>
                    <a:pt x="8349" y="1235"/>
                  </a:lnTo>
                  <a:lnTo>
                    <a:pt x="8265" y="1319"/>
                  </a:lnTo>
                  <a:lnTo>
                    <a:pt x="8160" y="1319"/>
                  </a:lnTo>
                  <a:lnTo>
                    <a:pt x="7826" y="1109"/>
                  </a:lnTo>
                  <a:lnTo>
                    <a:pt x="7658" y="1047"/>
                  </a:lnTo>
                  <a:lnTo>
                    <a:pt x="7449" y="858"/>
                  </a:lnTo>
                  <a:lnTo>
                    <a:pt x="7323" y="900"/>
                  </a:lnTo>
                  <a:lnTo>
                    <a:pt x="7198" y="837"/>
                  </a:lnTo>
                  <a:lnTo>
                    <a:pt x="7093" y="858"/>
                  </a:lnTo>
                  <a:lnTo>
                    <a:pt x="7030" y="1005"/>
                  </a:lnTo>
                  <a:lnTo>
                    <a:pt x="6821" y="942"/>
                  </a:lnTo>
                  <a:lnTo>
                    <a:pt x="6591" y="1005"/>
                  </a:lnTo>
                  <a:lnTo>
                    <a:pt x="6361" y="1214"/>
                  </a:lnTo>
                  <a:lnTo>
                    <a:pt x="6256" y="1214"/>
                  </a:lnTo>
                  <a:lnTo>
                    <a:pt x="6173" y="1319"/>
                  </a:lnTo>
                  <a:lnTo>
                    <a:pt x="6110" y="1465"/>
                  </a:lnTo>
                  <a:lnTo>
                    <a:pt x="5838" y="1465"/>
                  </a:lnTo>
                  <a:lnTo>
                    <a:pt x="5733" y="1549"/>
                  </a:lnTo>
                  <a:lnTo>
                    <a:pt x="5775" y="1695"/>
                  </a:lnTo>
                  <a:lnTo>
                    <a:pt x="5859" y="1842"/>
                  </a:lnTo>
                  <a:lnTo>
                    <a:pt x="5838" y="1967"/>
                  </a:lnTo>
                  <a:lnTo>
                    <a:pt x="5691" y="1967"/>
                  </a:lnTo>
                  <a:lnTo>
                    <a:pt x="5357" y="1905"/>
                  </a:lnTo>
                  <a:lnTo>
                    <a:pt x="5064" y="1967"/>
                  </a:lnTo>
                  <a:lnTo>
                    <a:pt x="4708" y="2072"/>
                  </a:lnTo>
                  <a:lnTo>
                    <a:pt x="4520" y="2072"/>
                  </a:lnTo>
                  <a:lnTo>
                    <a:pt x="4185" y="1967"/>
                  </a:lnTo>
                  <a:lnTo>
                    <a:pt x="4059" y="1967"/>
                  </a:lnTo>
                  <a:lnTo>
                    <a:pt x="3766" y="1842"/>
                  </a:lnTo>
                  <a:lnTo>
                    <a:pt x="3662" y="1737"/>
                  </a:lnTo>
                  <a:lnTo>
                    <a:pt x="3641" y="1591"/>
                  </a:lnTo>
                  <a:lnTo>
                    <a:pt x="3557" y="1591"/>
                  </a:lnTo>
                  <a:lnTo>
                    <a:pt x="3432" y="1528"/>
                  </a:lnTo>
                  <a:lnTo>
                    <a:pt x="3264" y="1570"/>
                  </a:lnTo>
                  <a:lnTo>
                    <a:pt x="3181" y="1528"/>
                  </a:lnTo>
                  <a:lnTo>
                    <a:pt x="3055" y="1528"/>
                  </a:lnTo>
                  <a:lnTo>
                    <a:pt x="2929" y="1423"/>
                  </a:lnTo>
                  <a:lnTo>
                    <a:pt x="2846" y="1381"/>
                  </a:lnTo>
                  <a:lnTo>
                    <a:pt x="2804" y="1340"/>
                  </a:lnTo>
                  <a:lnTo>
                    <a:pt x="2825" y="1214"/>
                  </a:lnTo>
                  <a:lnTo>
                    <a:pt x="2825" y="1068"/>
                  </a:lnTo>
                  <a:lnTo>
                    <a:pt x="2741" y="942"/>
                  </a:lnTo>
                  <a:lnTo>
                    <a:pt x="2741" y="921"/>
                  </a:lnTo>
                  <a:lnTo>
                    <a:pt x="2699" y="942"/>
                  </a:lnTo>
                  <a:lnTo>
                    <a:pt x="2595" y="921"/>
                  </a:lnTo>
                  <a:lnTo>
                    <a:pt x="2553" y="858"/>
                  </a:lnTo>
                  <a:lnTo>
                    <a:pt x="2448" y="817"/>
                  </a:lnTo>
                  <a:lnTo>
                    <a:pt x="2281" y="607"/>
                  </a:lnTo>
                  <a:lnTo>
                    <a:pt x="2448" y="482"/>
                  </a:lnTo>
                  <a:lnTo>
                    <a:pt x="2323" y="398"/>
                  </a:lnTo>
                  <a:lnTo>
                    <a:pt x="2302" y="335"/>
                  </a:lnTo>
                  <a:lnTo>
                    <a:pt x="2344" y="293"/>
                  </a:lnTo>
                  <a:lnTo>
                    <a:pt x="2281" y="210"/>
                  </a:lnTo>
                  <a:lnTo>
                    <a:pt x="2218" y="105"/>
                  </a:lnTo>
                  <a:lnTo>
                    <a:pt x="2176" y="105"/>
                  </a:lnTo>
                  <a:lnTo>
                    <a:pt x="2176" y="84"/>
                  </a:lnTo>
                  <a:lnTo>
                    <a:pt x="2113" y="84"/>
                  </a:lnTo>
                  <a:lnTo>
                    <a:pt x="1988" y="168"/>
                  </a:lnTo>
                  <a:lnTo>
                    <a:pt x="1904" y="168"/>
                  </a:lnTo>
                  <a:lnTo>
                    <a:pt x="1862" y="273"/>
                  </a:lnTo>
                  <a:lnTo>
                    <a:pt x="1779" y="293"/>
                  </a:lnTo>
                  <a:lnTo>
                    <a:pt x="1674" y="419"/>
                  </a:lnTo>
                  <a:lnTo>
                    <a:pt x="1611" y="440"/>
                  </a:lnTo>
                  <a:lnTo>
                    <a:pt x="1569" y="503"/>
                  </a:lnTo>
                  <a:lnTo>
                    <a:pt x="1569" y="545"/>
                  </a:lnTo>
                  <a:lnTo>
                    <a:pt x="1465" y="607"/>
                  </a:lnTo>
                  <a:lnTo>
                    <a:pt x="1381" y="586"/>
                  </a:lnTo>
                  <a:lnTo>
                    <a:pt x="1256" y="607"/>
                  </a:lnTo>
                  <a:lnTo>
                    <a:pt x="1235" y="691"/>
                  </a:lnTo>
                  <a:lnTo>
                    <a:pt x="1046" y="607"/>
                  </a:lnTo>
                  <a:lnTo>
                    <a:pt x="921" y="607"/>
                  </a:lnTo>
                  <a:lnTo>
                    <a:pt x="753" y="524"/>
                  </a:lnTo>
                  <a:lnTo>
                    <a:pt x="732" y="398"/>
                  </a:lnTo>
                  <a:lnTo>
                    <a:pt x="460" y="273"/>
                  </a:lnTo>
                  <a:lnTo>
                    <a:pt x="502" y="189"/>
                  </a:lnTo>
                  <a:lnTo>
                    <a:pt x="440" y="84"/>
                  </a:lnTo>
                  <a:lnTo>
                    <a:pt x="356" y="84"/>
                  </a:lnTo>
                  <a:lnTo>
                    <a:pt x="2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9323;p128">
              <a:extLst>
                <a:ext uri="{FF2B5EF4-FFF2-40B4-BE49-F238E27FC236}">
                  <a16:creationId xmlns:a16="http://schemas.microsoft.com/office/drawing/2014/main" id="{8EE8F414-68D7-C157-9895-7AE1CA4E96CD}"/>
                </a:ext>
              </a:extLst>
            </p:cNvPr>
            <p:cNvSpPr/>
            <p:nvPr/>
          </p:nvSpPr>
          <p:spPr>
            <a:xfrm>
              <a:off x="4026636" y="2853369"/>
              <a:ext cx="24672" cy="20004"/>
            </a:xfrm>
            <a:custGeom>
              <a:avLst/>
              <a:gdLst/>
              <a:ahLst/>
              <a:cxnLst/>
              <a:rect l="l" t="t" r="r" b="b"/>
              <a:pathLst>
                <a:path w="2072" h="1759" extrusionOk="0">
                  <a:moveTo>
                    <a:pt x="419" y="1"/>
                  </a:moveTo>
                  <a:lnTo>
                    <a:pt x="168" y="64"/>
                  </a:lnTo>
                  <a:lnTo>
                    <a:pt x="0" y="105"/>
                  </a:lnTo>
                  <a:lnTo>
                    <a:pt x="84" y="210"/>
                  </a:lnTo>
                  <a:lnTo>
                    <a:pt x="84" y="294"/>
                  </a:lnTo>
                  <a:lnTo>
                    <a:pt x="189" y="315"/>
                  </a:lnTo>
                  <a:lnTo>
                    <a:pt x="272" y="419"/>
                  </a:lnTo>
                  <a:lnTo>
                    <a:pt x="209" y="608"/>
                  </a:lnTo>
                  <a:lnTo>
                    <a:pt x="251" y="838"/>
                  </a:lnTo>
                  <a:lnTo>
                    <a:pt x="398" y="942"/>
                  </a:lnTo>
                  <a:lnTo>
                    <a:pt x="691" y="942"/>
                  </a:lnTo>
                  <a:lnTo>
                    <a:pt x="795" y="1026"/>
                  </a:lnTo>
                  <a:lnTo>
                    <a:pt x="837" y="1110"/>
                  </a:lnTo>
                  <a:lnTo>
                    <a:pt x="921" y="1110"/>
                  </a:lnTo>
                  <a:lnTo>
                    <a:pt x="1026" y="1047"/>
                  </a:lnTo>
                  <a:lnTo>
                    <a:pt x="1193" y="1172"/>
                  </a:lnTo>
                  <a:lnTo>
                    <a:pt x="1235" y="1131"/>
                  </a:lnTo>
                  <a:lnTo>
                    <a:pt x="1339" y="1131"/>
                  </a:lnTo>
                  <a:lnTo>
                    <a:pt x="1423" y="1319"/>
                  </a:lnTo>
                  <a:lnTo>
                    <a:pt x="1570" y="1361"/>
                  </a:lnTo>
                  <a:lnTo>
                    <a:pt x="1842" y="1758"/>
                  </a:lnTo>
                  <a:lnTo>
                    <a:pt x="1967" y="1737"/>
                  </a:lnTo>
                  <a:lnTo>
                    <a:pt x="1967" y="1591"/>
                  </a:lnTo>
                  <a:lnTo>
                    <a:pt x="1988" y="1549"/>
                  </a:lnTo>
                  <a:lnTo>
                    <a:pt x="1925" y="1382"/>
                  </a:lnTo>
                  <a:lnTo>
                    <a:pt x="2072" y="1361"/>
                  </a:lnTo>
                  <a:lnTo>
                    <a:pt x="1946" y="1235"/>
                  </a:lnTo>
                  <a:lnTo>
                    <a:pt x="1758" y="1235"/>
                  </a:lnTo>
                  <a:lnTo>
                    <a:pt x="1507" y="1110"/>
                  </a:lnTo>
                  <a:lnTo>
                    <a:pt x="1423" y="921"/>
                  </a:lnTo>
                  <a:lnTo>
                    <a:pt x="1507" y="838"/>
                  </a:lnTo>
                  <a:lnTo>
                    <a:pt x="1507" y="712"/>
                  </a:lnTo>
                  <a:lnTo>
                    <a:pt x="1256" y="524"/>
                  </a:lnTo>
                  <a:lnTo>
                    <a:pt x="1256" y="419"/>
                  </a:lnTo>
                  <a:lnTo>
                    <a:pt x="1298" y="294"/>
                  </a:lnTo>
                  <a:lnTo>
                    <a:pt x="1193" y="168"/>
                  </a:lnTo>
                  <a:lnTo>
                    <a:pt x="984" y="126"/>
                  </a:lnTo>
                  <a:lnTo>
                    <a:pt x="83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9324;p128">
              <a:extLst>
                <a:ext uri="{FF2B5EF4-FFF2-40B4-BE49-F238E27FC236}">
                  <a16:creationId xmlns:a16="http://schemas.microsoft.com/office/drawing/2014/main" id="{06B1ED29-015C-D0C2-6E9D-1BA4A2228E6F}"/>
                </a:ext>
              </a:extLst>
            </p:cNvPr>
            <p:cNvSpPr/>
            <p:nvPr/>
          </p:nvSpPr>
          <p:spPr>
            <a:xfrm>
              <a:off x="3915766" y="2848615"/>
              <a:ext cx="124088" cy="48788"/>
            </a:xfrm>
            <a:custGeom>
              <a:avLst/>
              <a:gdLst/>
              <a:ahLst/>
              <a:cxnLst/>
              <a:rect l="l" t="t" r="r" b="b"/>
              <a:pathLst>
                <a:path w="10421" h="4290" extrusionOk="0">
                  <a:moveTo>
                    <a:pt x="4708" y="0"/>
                  </a:moveTo>
                  <a:lnTo>
                    <a:pt x="4562" y="63"/>
                  </a:lnTo>
                  <a:lnTo>
                    <a:pt x="4373" y="63"/>
                  </a:lnTo>
                  <a:lnTo>
                    <a:pt x="4290" y="21"/>
                  </a:lnTo>
                  <a:lnTo>
                    <a:pt x="4185" y="63"/>
                  </a:lnTo>
                  <a:lnTo>
                    <a:pt x="3913" y="63"/>
                  </a:lnTo>
                  <a:lnTo>
                    <a:pt x="3766" y="84"/>
                  </a:lnTo>
                  <a:lnTo>
                    <a:pt x="3494" y="189"/>
                  </a:lnTo>
                  <a:lnTo>
                    <a:pt x="3390" y="210"/>
                  </a:lnTo>
                  <a:lnTo>
                    <a:pt x="3181" y="230"/>
                  </a:lnTo>
                  <a:lnTo>
                    <a:pt x="3097" y="335"/>
                  </a:lnTo>
                  <a:lnTo>
                    <a:pt x="2992" y="377"/>
                  </a:lnTo>
                  <a:lnTo>
                    <a:pt x="2909" y="440"/>
                  </a:lnTo>
                  <a:lnTo>
                    <a:pt x="2867" y="502"/>
                  </a:lnTo>
                  <a:lnTo>
                    <a:pt x="2804" y="628"/>
                  </a:lnTo>
                  <a:lnTo>
                    <a:pt x="2762" y="649"/>
                  </a:lnTo>
                  <a:lnTo>
                    <a:pt x="2762" y="733"/>
                  </a:lnTo>
                  <a:lnTo>
                    <a:pt x="2553" y="733"/>
                  </a:lnTo>
                  <a:lnTo>
                    <a:pt x="2239" y="628"/>
                  </a:lnTo>
                  <a:lnTo>
                    <a:pt x="2155" y="628"/>
                  </a:lnTo>
                  <a:lnTo>
                    <a:pt x="2072" y="691"/>
                  </a:lnTo>
                  <a:lnTo>
                    <a:pt x="1946" y="649"/>
                  </a:lnTo>
                  <a:lnTo>
                    <a:pt x="1779" y="691"/>
                  </a:lnTo>
                  <a:lnTo>
                    <a:pt x="1674" y="649"/>
                  </a:lnTo>
                  <a:lnTo>
                    <a:pt x="1549" y="712"/>
                  </a:lnTo>
                  <a:lnTo>
                    <a:pt x="1528" y="795"/>
                  </a:lnTo>
                  <a:lnTo>
                    <a:pt x="1632" y="942"/>
                  </a:lnTo>
                  <a:lnTo>
                    <a:pt x="1779" y="963"/>
                  </a:lnTo>
                  <a:lnTo>
                    <a:pt x="1925" y="963"/>
                  </a:lnTo>
                  <a:lnTo>
                    <a:pt x="1883" y="1046"/>
                  </a:lnTo>
                  <a:lnTo>
                    <a:pt x="1653" y="1046"/>
                  </a:lnTo>
                  <a:lnTo>
                    <a:pt x="1444" y="1109"/>
                  </a:lnTo>
                  <a:lnTo>
                    <a:pt x="1402" y="1214"/>
                  </a:lnTo>
                  <a:lnTo>
                    <a:pt x="1423" y="1256"/>
                  </a:lnTo>
                  <a:lnTo>
                    <a:pt x="1528" y="1235"/>
                  </a:lnTo>
                  <a:lnTo>
                    <a:pt x="1570" y="1277"/>
                  </a:lnTo>
                  <a:lnTo>
                    <a:pt x="1507" y="1318"/>
                  </a:lnTo>
                  <a:lnTo>
                    <a:pt x="1214" y="1339"/>
                  </a:lnTo>
                  <a:lnTo>
                    <a:pt x="1109" y="1256"/>
                  </a:lnTo>
                  <a:lnTo>
                    <a:pt x="984" y="1339"/>
                  </a:lnTo>
                  <a:lnTo>
                    <a:pt x="900" y="1235"/>
                  </a:lnTo>
                  <a:lnTo>
                    <a:pt x="837" y="1235"/>
                  </a:lnTo>
                  <a:lnTo>
                    <a:pt x="733" y="1339"/>
                  </a:lnTo>
                  <a:lnTo>
                    <a:pt x="628" y="1339"/>
                  </a:lnTo>
                  <a:lnTo>
                    <a:pt x="502" y="1235"/>
                  </a:lnTo>
                  <a:lnTo>
                    <a:pt x="377" y="1235"/>
                  </a:lnTo>
                  <a:lnTo>
                    <a:pt x="105" y="1444"/>
                  </a:lnTo>
                  <a:lnTo>
                    <a:pt x="63" y="1549"/>
                  </a:lnTo>
                  <a:lnTo>
                    <a:pt x="0" y="1653"/>
                  </a:lnTo>
                  <a:lnTo>
                    <a:pt x="63" y="1695"/>
                  </a:lnTo>
                  <a:lnTo>
                    <a:pt x="63" y="1842"/>
                  </a:lnTo>
                  <a:lnTo>
                    <a:pt x="0" y="1883"/>
                  </a:lnTo>
                  <a:lnTo>
                    <a:pt x="63" y="1946"/>
                  </a:lnTo>
                  <a:lnTo>
                    <a:pt x="209" y="1883"/>
                  </a:lnTo>
                  <a:lnTo>
                    <a:pt x="251" y="1904"/>
                  </a:lnTo>
                  <a:lnTo>
                    <a:pt x="377" y="1883"/>
                  </a:lnTo>
                  <a:lnTo>
                    <a:pt x="502" y="1883"/>
                  </a:lnTo>
                  <a:lnTo>
                    <a:pt x="377" y="2009"/>
                  </a:lnTo>
                  <a:lnTo>
                    <a:pt x="398" y="2093"/>
                  </a:lnTo>
                  <a:lnTo>
                    <a:pt x="461" y="2197"/>
                  </a:lnTo>
                  <a:lnTo>
                    <a:pt x="461" y="2281"/>
                  </a:lnTo>
                  <a:lnTo>
                    <a:pt x="419" y="2302"/>
                  </a:lnTo>
                  <a:lnTo>
                    <a:pt x="481" y="2323"/>
                  </a:lnTo>
                  <a:lnTo>
                    <a:pt x="586" y="2281"/>
                  </a:lnTo>
                  <a:lnTo>
                    <a:pt x="586" y="2323"/>
                  </a:lnTo>
                  <a:lnTo>
                    <a:pt x="502" y="2406"/>
                  </a:lnTo>
                  <a:lnTo>
                    <a:pt x="377" y="2490"/>
                  </a:lnTo>
                  <a:lnTo>
                    <a:pt x="419" y="2532"/>
                  </a:lnTo>
                  <a:lnTo>
                    <a:pt x="502" y="2532"/>
                  </a:lnTo>
                  <a:lnTo>
                    <a:pt x="419" y="2595"/>
                  </a:lnTo>
                  <a:lnTo>
                    <a:pt x="377" y="2699"/>
                  </a:lnTo>
                  <a:lnTo>
                    <a:pt x="293" y="2699"/>
                  </a:lnTo>
                  <a:lnTo>
                    <a:pt x="251" y="2532"/>
                  </a:lnTo>
                  <a:lnTo>
                    <a:pt x="189" y="2511"/>
                  </a:lnTo>
                  <a:lnTo>
                    <a:pt x="189" y="2616"/>
                  </a:lnTo>
                  <a:lnTo>
                    <a:pt x="209" y="2720"/>
                  </a:lnTo>
                  <a:lnTo>
                    <a:pt x="168" y="2783"/>
                  </a:lnTo>
                  <a:lnTo>
                    <a:pt x="189" y="2846"/>
                  </a:lnTo>
                  <a:lnTo>
                    <a:pt x="293" y="2930"/>
                  </a:lnTo>
                  <a:lnTo>
                    <a:pt x="293" y="2888"/>
                  </a:lnTo>
                  <a:lnTo>
                    <a:pt x="419" y="2950"/>
                  </a:lnTo>
                  <a:lnTo>
                    <a:pt x="502" y="2950"/>
                  </a:lnTo>
                  <a:lnTo>
                    <a:pt x="628" y="3034"/>
                  </a:lnTo>
                  <a:lnTo>
                    <a:pt x="670" y="3160"/>
                  </a:lnTo>
                  <a:lnTo>
                    <a:pt x="586" y="3243"/>
                  </a:lnTo>
                  <a:lnTo>
                    <a:pt x="670" y="3327"/>
                  </a:lnTo>
                  <a:lnTo>
                    <a:pt x="670" y="3411"/>
                  </a:lnTo>
                  <a:lnTo>
                    <a:pt x="733" y="3411"/>
                  </a:lnTo>
                  <a:lnTo>
                    <a:pt x="879" y="3536"/>
                  </a:lnTo>
                  <a:lnTo>
                    <a:pt x="816" y="3641"/>
                  </a:lnTo>
                  <a:lnTo>
                    <a:pt x="733" y="3620"/>
                  </a:lnTo>
                  <a:lnTo>
                    <a:pt x="712" y="3662"/>
                  </a:lnTo>
                  <a:lnTo>
                    <a:pt x="795" y="3683"/>
                  </a:lnTo>
                  <a:lnTo>
                    <a:pt x="942" y="3662"/>
                  </a:lnTo>
                  <a:lnTo>
                    <a:pt x="1214" y="3662"/>
                  </a:lnTo>
                  <a:lnTo>
                    <a:pt x="1193" y="3725"/>
                  </a:lnTo>
                  <a:lnTo>
                    <a:pt x="1130" y="3767"/>
                  </a:lnTo>
                  <a:lnTo>
                    <a:pt x="1005" y="3829"/>
                  </a:lnTo>
                  <a:lnTo>
                    <a:pt x="816" y="3829"/>
                  </a:lnTo>
                  <a:lnTo>
                    <a:pt x="774" y="3871"/>
                  </a:lnTo>
                  <a:lnTo>
                    <a:pt x="837" y="3892"/>
                  </a:lnTo>
                  <a:lnTo>
                    <a:pt x="942" y="3871"/>
                  </a:lnTo>
                  <a:lnTo>
                    <a:pt x="1088" y="3871"/>
                  </a:lnTo>
                  <a:lnTo>
                    <a:pt x="1130" y="3829"/>
                  </a:lnTo>
                  <a:lnTo>
                    <a:pt x="1130" y="3934"/>
                  </a:lnTo>
                  <a:lnTo>
                    <a:pt x="1151" y="3955"/>
                  </a:lnTo>
                  <a:lnTo>
                    <a:pt x="1235" y="3871"/>
                  </a:lnTo>
                  <a:lnTo>
                    <a:pt x="1318" y="3767"/>
                  </a:lnTo>
                  <a:lnTo>
                    <a:pt x="1402" y="3767"/>
                  </a:lnTo>
                  <a:lnTo>
                    <a:pt x="1444" y="3829"/>
                  </a:lnTo>
                  <a:lnTo>
                    <a:pt x="1528" y="3829"/>
                  </a:lnTo>
                  <a:lnTo>
                    <a:pt x="1632" y="3892"/>
                  </a:lnTo>
                  <a:lnTo>
                    <a:pt x="1674" y="3829"/>
                  </a:lnTo>
                  <a:lnTo>
                    <a:pt x="1758" y="3850"/>
                  </a:lnTo>
                  <a:lnTo>
                    <a:pt x="1758" y="3892"/>
                  </a:lnTo>
                  <a:lnTo>
                    <a:pt x="1716" y="3934"/>
                  </a:lnTo>
                  <a:lnTo>
                    <a:pt x="1758" y="3997"/>
                  </a:lnTo>
                  <a:lnTo>
                    <a:pt x="1779" y="4080"/>
                  </a:lnTo>
                  <a:lnTo>
                    <a:pt x="1883" y="4185"/>
                  </a:lnTo>
                  <a:lnTo>
                    <a:pt x="1946" y="4164"/>
                  </a:lnTo>
                  <a:lnTo>
                    <a:pt x="2072" y="4206"/>
                  </a:lnTo>
                  <a:lnTo>
                    <a:pt x="2197" y="4185"/>
                  </a:lnTo>
                  <a:lnTo>
                    <a:pt x="2281" y="4143"/>
                  </a:lnTo>
                  <a:lnTo>
                    <a:pt x="2386" y="4143"/>
                  </a:lnTo>
                  <a:lnTo>
                    <a:pt x="2469" y="4080"/>
                  </a:lnTo>
                  <a:lnTo>
                    <a:pt x="2574" y="4143"/>
                  </a:lnTo>
                  <a:lnTo>
                    <a:pt x="2616" y="4080"/>
                  </a:lnTo>
                  <a:lnTo>
                    <a:pt x="2616" y="3955"/>
                  </a:lnTo>
                  <a:lnTo>
                    <a:pt x="2658" y="3871"/>
                  </a:lnTo>
                  <a:lnTo>
                    <a:pt x="2616" y="3767"/>
                  </a:lnTo>
                  <a:lnTo>
                    <a:pt x="2867" y="3746"/>
                  </a:lnTo>
                  <a:lnTo>
                    <a:pt x="3076" y="3746"/>
                  </a:lnTo>
                  <a:lnTo>
                    <a:pt x="3348" y="3892"/>
                  </a:lnTo>
                  <a:lnTo>
                    <a:pt x="3453" y="3892"/>
                  </a:lnTo>
                  <a:lnTo>
                    <a:pt x="3641" y="4143"/>
                  </a:lnTo>
                  <a:lnTo>
                    <a:pt x="3808" y="4248"/>
                  </a:lnTo>
                  <a:lnTo>
                    <a:pt x="4331" y="4185"/>
                  </a:lnTo>
                  <a:lnTo>
                    <a:pt x="4478" y="4101"/>
                  </a:lnTo>
                  <a:lnTo>
                    <a:pt x="4541" y="4101"/>
                  </a:lnTo>
                  <a:lnTo>
                    <a:pt x="4562" y="4143"/>
                  </a:lnTo>
                  <a:lnTo>
                    <a:pt x="4603" y="4080"/>
                  </a:lnTo>
                  <a:lnTo>
                    <a:pt x="4645" y="3976"/>
                  </a:lnTo>
                  <a:lnTo>
                    <a:pt x="4896" y="3725"/>
                  </a:lnTo>
                  <a:lnTo>
                    <a:pt x="4959" y="3683"/>
                  </a:lnTo>
                  <a:lnTo>
                    <a:pt x="5189" y="3767"/>
                  </a:lnTo>
                  <a:lnTo>
                    <a:pt x="5336" y="3850"/>
                  </a:lnTo>
                  <a:lnTo>
                    <a:pt x="5524" y="3787"/>
                  </a:lnTo>
                  <a:lnTo>
                    <a:pt x="5524" y="3746"/>
                  </a:lnTo>
                  <a:lnTo>
                    <a:pt x="5650" y="3662"/>
                  </a:lnTo>
                  <a:lnTo>
                    <a:pt x="5754" y="3683"/>
                  </a:lnTo>
                  <a:lnTo>
                    <a:pt x="5754" y="3767"/>
                  </a:lnTo>
                  <a:lnTo>
                    <a:pt x="5691" y="3934"/>
                  </a:lnTo>
                  <a:lnTo>
                    <a:pt x="5545" y="3997"/>
                  </a:lnTo>
                  <a:lnTo>
                    <a:pt x="5587" y="4059"/>
                  </a:lnTo>
                  <a:lnTo>
                    <a:pt x="5691" y="4185"/>
                  </a:lnTo>
                  <a:lnTo>
                    <a:pt x="5650" y="4269"/>
                  </a:lnTo>
                  <a:lnTo>
                    <a:pt x="5754" y="4290"/>
                  </a:lnTo>
                  <a:lnTo>
                    <a:pt x="5901" y="4269"/>
                  </a:lnTo>
                  <a:lnTo>
                    <a:pt x="6005" y="4206"/>
                  </a:lnTo>
                  <a:lnTo>
                    <a:pt x="5963" y="4080"/>
                  </a:lnTo>
                  <a:lnTo>
                    <a:pt x="6047" y="4059"/>
                  </a:lnTo>
                  <a:lnTo>
                    <a:pt x="6047" y="3829"/>
                  </a:lnTo>
                  <a:lnTo>
                    <a:pt x="6110" y="3746"/>
                  </a:lnTo>
                  <a:lnTo>
                    <a:pt x="6256" y="3787"/>
                  </a:lnTo>
                  <a:lnTo>
                    <a:pt x="6361" y="3829"/>
                  </a:lnTo>
                  <a:lnTo>
                    <a:pt x="6654" y="3683"/>
                  </a:lnTo>
                  <a:lnTo>
                    <a:pt x="6696" y="3683"/>
                  </a:lnTo>
                  <a:lnTo>
                    <a:pt x="6780" y="3641"/>
                  </a:lnTo>
                  <a:lnTo>
                    <a:pt x="7093" y="3620"/>
                  </a:lnTo>
                  <a:lnTo>
                    <a:pt x="7198" y="3641"/>
                  </a:lnTo>
                  <a:lnTo>
                    <a:pt x="7261" y="3683"/>
                  </a:lnTo>
                  <a:lnTo>
                    <a:pt x="7428" y="3746"/>
                  </a:lnTo>
                  <a:lnTo>
                    <a:pt x="7700" y="3746"/>
                  </a:lnTo>
                  <a:lnTo>
                    <a:pt x="7721" y="3683"/>
                  </a:lnTo>
                  <a:lnTo>
                    <a:pt x="7888" y="3641"/>
                  </a:lnTo>
                  <a:lnTo>
                    <a:pt x="7951" y="3557"/>
                  </a:lnTo>
                  <a:lnTo>
                    <a:pt x="8160" y="3474"/>
                  </a:lnTo>
                  <a:lnTo>
                    <a:pt x="8307" y="3474"/>
                  </a:lnTo>
                  <a:lnTo>
                    <a:pt x="8432" y="3453"/>
                  </a:lnTo>
                  <a:lnTo>
                    <a:pt x="8725" y="3474"/>
                  </a:lnTo>
                  <a:lnTo>
                    <a:pt x="8956" y="3411"/>
                  </a:lnTo>
                  <a:lnTo>
                    <a:pt x="9102" y="3411"/>
                  </a:lnTo>
                  <a:lnTo>
                    <a:pt x="9165" y="3432"/>
                  </a:lnTo>
                  <a:lnTo>
                    <a:pt x="9311" y="3306"/>
                  </a:lnTo>
                  <a:lnTo>
                    <a:pt x="9458" y="3306"/>
                  </a:lnTo>
                  <a:lnTo>
                    <a:pt x="9500" y="3264"/>
                  </a:lnTo>
                  <a:lnTo>
                    <a:pt x="9730" y="3264"/>
                  </a:lnTo>
                  <a:lnTo>
                    <a:pt x="9939" y="3327"/>
                  </a:lnTo>
                  <a:lnTo>
                    <a:pt x="10085" y="3264"/>
                  </a:lnTo>
                  <a:lnTo>
                    <a:pt x="10148" y="3327"/>
                  </a:lnTo>
                  <a:lnTo>
                    <a:pt x="10148" y="3432"/>
                  </a:lnTo>
                  <a:lnTo>
                    <a:pt x="10253" y="3474"/>
                  </a:lnTo>
                  <a:lnTo>
                    <a:pt x="10399" y="3453"/>
                  </a:lnTo>
                  <a:lnTo>
                    <a:pt x="10420" y="3348"/>
                  </a:lnTo>
                  <a:lnTo>
                    <a:pt x="10357" y="3223"/>
                  </a:lnTo>
                  <a:lnTo>
                    <a:pt x="10232" y="2992"/>
                  </a:lnTo>
                  <a:lnTo>
                    <a:pt x="10085" y="2930"/>
                  </a:lnTo>
                  <a:lnTo>
                    <a:pt x="10106" y="2846"/>
                  </a:lnTo>
                  <a:lnTo>
                    <a:pt x="10085" y="2699"/>
                  </a:lnTo>
                  <a:lnTo>
                    <a:pt x="10148" y="2511"/>
                  </a:lnTo>
                  <a:lnTo>
                    <a:pt x="10127" y="2469"/>
                  </a:lnTo>
                  <a:lnTo>
                    <a:pt x="10002" y="2427"/>
                  </a:lnTo>
                  <a:lnTo>
                    <a:pt x="10002" y="2281"/>
                  </a:lnTo>
                  <a:lnTo>
                    <a:pt x="10002" y="2176"/>
                  </a:lnTo>
                  <a:lnTo>
                    <a:pt x="9939" y="1967"/>
                  </a:lnTo>
                  <a:lnTo>
                    <a:pt x="9897" y="1842"/>
                  </a:lnTo>
                  <a:lnTo>
                    <a:pt x="9897" y="1779"/>
                  </a:lnTo>
                  <a:lnTo>
                    <a:pt x="10044" y="1779"/>
                  </a:lnTo>
                  <a:lnTo>
                    <a:pt x="10106" y="1632"/>
                  </a:lnTo>
                  <a:lnTo>
                    <a:pt x="10148" y="1570"/>
                  </a:lnTo>
                  <a:lnTo>
                    <a:pt x="10148" y="1528"/>
                  </a:lnTo>
                  <a:lnTo>
                    <a:pt x="10106" y="1444"/>
                  </a:lnTo>
                  <a:lnTo>
                    <a:pt x="10002" y="1360"/>
                  </a:lnTo>
                  <a:lnTo>
                    <a:pt x="9709" y="1360"/>
                  </a:lnTo>
                  <a:lnTo>
                    <a:pt x="9562" y="1256"/>
                  </a:lnTo>
                  <a:lnTo>
                    <a:pt x="9520" y="1026"/>
                  </a:lnTo>
                  <a:lnTo>
                    <a:pt x="9583" y="837"/>
                  </a:lnTo>
                  <a:lnTo>
                    <a:pt x="9500" y="733"/>
                  </a:lnTo>
                  <a:lnTo>
                    <a:pt x="9395" y="712"/>
                  </a:lnTo>
                  <a:lnTo>
                    <a:pt x="9395" y="628"/>
                  </a:lnTo>
                  <a:lnTo>
                    <a:pt x="9290" y="523"/>
                  </a:lnTo>
                  <a:lnTo>
                    <a:pt x="9186" y="502"/>
                  </a:lnTo>
                  <a:lnTo>
                    <a:pt x="8956" y="293"/>
                  </a:lnTo>
                  <a:lnTo>
                    <a:pt x="8851" y="272"/>
                  </a:lnTo>
                  <a:lnTo>
                    <a:pt x="8767" y="335"/>
                  </a:lnTo>
                  <a:lnTo>
                    <a:pt x="8725" y="335"/>
                  </a:lnTo>
                  <a:lnTo>
                    <a:pt x="8558" y="293"/>
                  </a:lnTo>
                  <a:lnTo>
                    <a:pt x="8516" y="377"/>
                  </a:lnTo>
                  <a:lnTo>
                    <a:pt x="8432" y="335"/>
                  </a:lnTo>
                  <a:lnTo>
                    <a:pt x="8412" y="230"/>
                  </a:lnTo>
                  <a:lnTo>
                    <a:pt x="8349" y="230"/>
                  </a:lnTo>
                  <a:lnTo>
                    <a:pt x="8328" y="272"/>
                  </a:lnTo>
                  <a:lnTo>
                    <a:pt x="8244" y="419"/>
                  </a:lnTo>
                  <a:lnTo>
                    <a:pt x="8098" y="502"/>
                  </a:lnTo>
                  <a:lnTo>
                    <a:pt x="7909" y="607"/>
                  </a:lnTo>
                  <a:lnTo>
                    <a:pt x="7888" y="691"/>
                  </a:lnTo>
                  <a:lnTo>
                    <a:pt x="7700" y="712"/>
                  </a:lnTo>
                  <a:lnTo>
                    <a:pt x="7616" y="754"/>
                  </a:lnTo>
                  <a:lnTo>
                    <a:pt x="7386" y="712"/>
                  </a:lnTo>
                  <a:lnTo>
                    <a:pt x="7324" y="649"/>
                  </a:lnTo>
                  <a:lnTo>
                    <a:pt x="7219" y="649"/>
                  </a:lnTo>
                  <a:lnTo>
                    <a:pt x="7198" y="628"/>
                  </a:lnTo>
                  <a:lnTo>
                    <a:pt x="7093" y="691"/>
                  </a:lnTo>
                  <a:lnTo>
                    <a:pt x="6884" y="691"/>
                  </a:lnTo>
                  <a:lnTo>
                    <a:pt x="6633" y="795"/>
                  </a:lnTo>
                  <a:lnTo>
                    <a:pt x="6445" y="754"/>
                  </a:lnTo>
                  <a:lnTo>
                    <a:pt x="6319" y="649"/>
                  </a:lnTo>
                  <a:lnTo>
                    <a:pt x="6235" y="712"/>
                  </a:lnTo>
                  <a:lnTo>
                    <a:pt x="6026" y="607"/>
                  </a:lnTo>
                  <a:lnTo>
                    <a:pt x="5901" y="586"/>
                  </a:lnTo>
                  <a:lnTo>
                    <a:pt x="5712" y="440"/>
                  </a:lnTo>
                  <a:lnTo>
                    <a:pt x="5629" y="440"/>
                  </a:lnTo>
                  <a:lnTo>
                    <a:pt x="5587" y="523"/>
                  </a:lnTo>
                  <a:lnTo>
                    <a:pt x="5503" y="502"/>
                  </a:lnTo>
                  <a:lnTo>
                    <a:pt x="5399" y="377"/>
                  </a:lnTo>
                  <a:lnTo>
                    <a:pt x="5378" y="210"/>
                  </a:lnTo>
                  <a:lnTo>
                    <a:pt x="5273" y="126"/>
                  </a:lnTo>
                  <a:lnTo>
                    <a:pt x="5210" y="168"/>
                  </a:lnTo>
                  <a:lnTo>
                    <a:pt x="5085" y="293"/>
                  </a:lnTo>
                  <a:lnTo>
                    <a:pt x="5022" y="272"/>
                  </a:lnTo>
                  <a:lnTo>
                    <a:pt x="4980" y="314"/>
                  </a:lnTo>
                  <a:lnTo>
                    <a:pt x="4771" y="105"/>
                  </a:lnTo>
                  <a:lnTo>
                    <a:pt x="475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9325;p128">
              <a:extLst>
                <a:ext uri="{FF2B5EF4-FFF2-40B4-BE49-F238E27FC236}">
                  <a16:creationId xmlns:a16="http://schemas.microsoft.com/office/drawing/2014/main" id="{229D593A-7B12-026B-1145-EC7D66E0E5F5}"/>
                </a:ext>
              </a:extLst>
            </p:cNvPr>
            <p:cNvSpPr/>
            <p:nvPr/>
          </p:nvSpPr>
          <p:spPr>
            <a:xfrm>
              <a:off x="3914265" y="2848854"/>
              <a:ext cx="18945" cy="15956"/>
            </a:xfrm>
            <a:custGeom>
              <a:avLst/>
              <a:gdLst/>
              <a:ahLst/>
              <a:cxnLst/>
              <a:rect l="l" t="t" r="r" b="b"/>
              <a:pathLst>
                <a:path w="1591" h="1403" extrusionOk="0">
                  <a:moveTo>
                    <a:pt x="503" y="0"/>
                  </a:moveTo>
                  <a:lnTo>
                    <a:pt x="419" y="84"/>
                  </a:lnTo>
                  <a:lnTo>
                    <a:pt x="335" y="84"/>
                  </a:lnTo>
                  <a:lnTo>
                    <a:pt x="231" y="189"/>
                  </a:lnTo>
                  <a:lnTo>
                    <a:pt x="210" y="356"/>
                  </a:lnTo>
                  <a:lnTo>
                    <a:pt x="335" y="398"/>
                  </a:lnTo>
                  <a:lnTo>
                    <a:pt x="335" y="523"/>
                  </a:lnTo>
                  <a:lnTo>
                    <a:pt x="189" y="628"/>
                  </a:lnTo>
                  <a:lnTo>
                    <a:pt x="210" y="733"/>
                  </a:lnTo>
                  <a:lnTo>
                    <a:pt x="126" y="879"/>
                  </a:lnTo>
                  <a:lnTo>
                    <a:pt x="1" y="921"/>
                  </a:lnTo>
                  <a:lnTo>
                    <a:pt x="22" y="921"/>
                  </a:lnTo>
                  <a:lnTo>
                    <a:pt x="84" y="1025"/>
                  </a:lnTo>
                  <a:lnTo>
                    <a:pt x="168" y="1088"/>
                  </a:lnTo>
                  <a:lnTo>
                    <a:pt x="231" y="1046"/>
                  </a:lnTo>
                  <a:lnTo>
                    <a:pt x="294" y="1088"/>
                  </a:lnTo>
                  <a:lnTo>
                    <a:pt x="398" y="1046"/>
                  </a:lnTo>
                  <a:lnTo>
                    <a:pt x="294" y="1130"/>
                  </a:lnTo>
                  <a:lnTo>
                    <a:pt x="231" y="1130"/>
                  </a:lnTo>
                  <a:lnTo>
                    <a:pt x="168" y="1318"/>
                  </a:lnTo>
                  <a:lnTo>
                    <a:pt x="189" y="1402"/>
                  </a:lnTo>
                  <a:lnTo>
                    <a:pt x="419" y="1193"/>
                  </a:lnTo>
                  <a:lnTo>
                    <a:pt x="712" y="1025"/>
                  </a:lnTo>
                  <a:lnTo>
                    <a:pt x="796" y="879"/>
                  </a:lnTo>
                  <a:lnTo>
                    <a:pt x="900" y="816"/>
                  </a:lnTo>
                  <a:lnTo>
                    <a:pt x="1110" y="837"/>
                  </a:lnTo>
                  <a:lnTo>
                    <a:pt x="1152" y="795"/>
                  </a:lnTo>
                  <a:lnTo>
                    <a:pt x="1277" y="795"/>
                  </a:lnTo>
                  <a:lnTo>
                    <a:pt x="1361" y="816"/>
                  </a:lnTo>
                  <a:lnTo>
                    <a:pt x="1486" y="837"/>
                  </a:lnTo>
                  <a:lnTo>
                    <a:pt x="1591" y="733"/>
                  </a:lnTo>
                  <a:lnTo>
                    <a:pt x="1591" y="670"/>
                  </a:lnTo>
                  <a:lnTo>
                    <a:pt x="1486" y="607"/>
                  </a:lnTo>
                  <a:lnTo>
                    <a:pt x="1361" y="481"/>
                  </a:lnTo>
                  <a:lnTo>
                    <a:pt x="1235" y="461"/>
                  </a:lnTo>
                  <a:lnTo>
                    <a:pt x="1047" y="293"/>
                  </a:lnTo>
                  <a:lnTo>
                    <a:pt x="1026" y="84"/>
                  </a:lnTo>
                  <a:lnTo>
                    <a:pt x="921" y="63"/>
                  </a:lnTo>
                  <a:lnTo>
                    <a:pt x="817" y="147"/>
                  </a:lnTo>
                  <a:lnTo>
                    <a:pt x="64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9326;p128">
              <a:extLst>
                <a:ext uri="{FF2B5EF4-FFF2-40B4-BE49-F238E27FC236}">
                  <a16:creationId xmlns:a16="http://schemas.microsoft.com/office/drawing/2014/main" id="{4E1431CC-98C0-796F-B4B2-3DF924C820E1}"/>
                </a:ext>
              </a:extLst>
            </p:cNvPr>
            <p:cNvSpPr/>
            <p:nvPr/>
          </p:nvSpPr>
          <p:spPr>
            <a:xfrm>
              <a:off x="4004703" y="2885735"/>
              <a:ext cx="66539" cy="61161"/>
            </a:xfrm>
            <a:custGeom>
              <a:avLst/>
              <a:gdLst/>
              <a:ahLst/>
              <a:cxnLst/>
              <a:rect l="l" t="t" r="r" b="b"/>
              <a:pathLst>
                <a:path w="5588" h="5378" extrusionOk="0">
                  <a:moveTo>
                    <a:pt x="2031" y="0"/>
                  </a:moveTo>
                  <a:lnTo>
                    <a:pt x="1989" y="42"/>
                  </a:lnTo>
                  <a:lnTo>
                    <a:pt x="1842" y="42"/>
                  </a:lnTo>
                  <a:lnTo>
                    <a:pt x="1696" y="168"/>
                  </a:lnTo>
                  <a:lnTo>
                    <a:pt x="1717" y="189"/>
                  </a:lnTo>
                  <a:lnTo>
                    <a:pt x="1633" y="314"/>
                  </a:lnTo>
                  <a:lnTo>
                    <a:pt x="1591" y="314"/>
                  </a:lnTo>
                  <a:lnTo>
                    <a:pt x="1466" y="419"/>
                  </a:lnTo>
                  <a:lnTo>
                    <a:pt x="1215" y="482"/>
                  </a:lnTo>
                  <a:lnTo>
                    <a:pt x="1110" y="670"/>
                  </a:lnTo>
                  <a:lnTo>
                    <a:pt x="1110" y="837"/>
                  </a:lnTo>
                  <a:lnTo>
                    <a:pt x="1215" y="1047"/>
                  </a:lnTo>
                  <a:lnTo>
                    <a:pt x="1215" y="1235"/>
                  </a:lnTo>
                  <a:lnTo>
                    <a:pt x="1110" y="1444"/>
                  </a:lnTo>
                  <a:lnTo>
                    <a:pt x="1173" y="1549"/>
                  </a:lnTo>
                  <a:lnTo>
                    <a:pt x="1152" y="1716"/>
                  </a:lnTo>
                  <a:lnTo>
                    <a:pt x="1068" y="1842"/>
                  </a:lnTo>
                  <a:lnTo>
                    <a:pt x="1005" y="1925"/>
                  </a:lnTo>
                  <a:lnTo>
                    <a:pt x="1" y="2658"/>
                  </a:lnTo>
                  <a:lnTo>
                    <a:pt x="273" y="3411"/>
                  </a:lnTo>
                  <a:lnTo>
                    <a:pt x="775" y="3453"/>
                  </a:lnTo>
                  <a:lnTo>
                    <a:pt x="3474" y="5336"/>
                  </a:lnTo>
                  <a:lnTo>
                    <a:pt x="4562" y="5378"/>
                  </a:lnTo>
                  <a:lnTo>
                    <a:pt x="4709" y="5106"/>
                  </a:lnTo>
                  <a:lnTo>
                    <a:pt x="4834" y="4855"/>
                  </a:lnTo>
                  <a:lnTo>
                    <a:pt x="5085" y="4708"/>
                  </a:lnTo>
                  <a:lnTo>
                    <a:pt x="5274" y="4792"/>
                  </a:lnTo>
                  <a:lnTo>
                    <a:pt x="5399" y="4750"/>
                  </a:lnTo>
                  <a:lnTo>
                    <a:pt x="5462" y="4771"/>
                  </a:lnTo>
                  <a:lnTo>
                    <a:pt x="5546" y="4645"/>
                  </a:lnTo>
                  <a:lnTo>
                    <a:pt x="5588" y="4604"/>
                  </a:lnTo>
                  <a:lnTo>
                    <a:pt x="5546" y="4583"/>
                  </a:lnTo>
                  <a:lnTo>
                    <a:pt x="5441" y="4541"/>
                  </a:lnTo>
                  <a:lnTo>
                    <a:pt x="5337" y="4457"/>
                  </a:lnTo>
                  <a:lnTo>
                    <a:pt x="5274" y="4122"/>
                  </a:lnTo>
                  <a:lnTo>
                    <a:pt x="5085" y="4122"/>
                  </a:lnTo>
                  <a:lnTo>
                    <a:pt x="5064" y="3955"/>
                  </a:lnTo>
                  <a:lnTo>
                    <a:pt x="5064" y="3767"/>
                  </a:lnTo>
                  <a:lnTo>
                    <a:pt x="5190" y="3662"/>
                  </a:lnTo>
                  <a:lnTo>
                    <a:pt x="5064" y="3411"/>
                  </a:lnTo>
                  <a:lnTo>
                    <a:pt x="4960" y="3348"/>
                  </a:lnTo>
                  <a:lnTo>
                    <a:pt x="4855" y="3139"/>
                  </a:lnTo>
                  <a:lnTo>
                    <a:pt x="4772" y="3097"/>
                  </a:lnTo>
                  <a:lnTo>
                    <a:pt x="4730" y="3118"/>
                  </a:lnTo>
                  <a:lnTo>
                    <a:pt x="4290" y="2825"/>
                  </a:lnTo>
                  <a:lnTo>
                    <a:pt x="4186" y="2867"/>
                  </a:lnTo>
                  <a:lnTo>
                    <a:pt x="4123" y="2888"/>
                  </a:lnTo>
                  <a:lnTo>
                    <a:pt x="4018" y="2804"/>
                  </a:lnTo>
                  <a:lnTo>
                    <a:pt x="4018" y="2720"/>
                  </a:lnTo>
                  <a:lnTo>
                    <a:pt x="3997" y="2699"/>
                  </a:lnTo>
                  <a:lnTo>
                    <a:pt x="4039" y="2574"/>
                  </a:lnTo>
                  <a:lnTo>
                    <a:pt x="3914" y="2469"/>
                  </a:lnTo>
                  <a:lnTo>
                    <a:pt x="3893" y="2386"/>
                  </a:lnTo>
                  <a:lnTo>
                    <a:pt x="3788" y="2365"/>
                  </a:lnTo>
                  <a:lnTo>
                    <a:pt x="3704" y="2281"/>
                  </a:lnTo>
                  <a:lnTo>
                    <a:pt x="3621" y="2260"/>
                  </a:lnTo>
                  <a:lnTo>
                    <a:pt x="3621" y="2176"/>
                  </a:lnTo>
                  <a:lnTo>
                    <a:pt x="3684" y="2135"/>
                  </a:lnTo>
                  <a:lnTo>
                    <a:pt x="3663" y="2072"/>
                  </a:lnTo>
                  <a:lnTo>
                    <a:pt x="3684" y="1988"/>
                  </a:lnTo>
                  <a:lnTo>
                    <a:pt x="3684" y="1779"/>
                  </a:lnTo>
                  <a:lnTo>
                    <a:pt x="3725" y="1737"/>
                  </a:lnTo>
                  <a:lnTo>
                    <a:pt x="3767" y="1549"/>
                  </a:lnTo>
                  <a:lnTo>
                    <a:pt x="3830" y="1549"/>
                  </a:lnTo>
                  <a:lnTo>
                    <a:pt x="3914" y="1528"/>
                  </a:lnTo>
                  <a:lnTo>
                    <a:pt x="3914" y="1319"/>
                  </a:lnTo>
                  <a:lnTo>
                    <a:pt x="3872" y="1298"/>
                  </a:lnTo>
                  <a:lnTo>
                    <a:pt x="3830" y="1130"/>
                  </a:lnTo>
                  <a:lnTo>
                    <a:pt x="3914" y="1130"/>
                  </a:lnTo>
                  <a:lnTo>
                    <a:pt x="4018" y="1088"/>
                  </a:lnTo>
                  <a:lnTo>
                    <a:pt x="4081" y="1047"/>
                  </a:lnTo>
                  <a:lnTo>
                    <a:pt x="4018" y="1026"/>
                  </a:lnTo>
                  <a:lnTo>
                    <a:pt x="3935" y="984"/>
                  </a:lnTo>
                  <a:lnTo>
                    <a:pt x="3809" y="1005"/>
                  </a:lnTo>
                  <a:lnTo>
                    <a:pt x="3725" y="984"/>
                  </a:lnTo>
                  <a:lnTo>
                    <a:pt x="3516" y="879"/>
                  </a:lnTo>
                  <a:lnTo>
                    <a:pt x="3453" y="837"/>
                  </a:lnTo>
                  <a:lnTo>
                    <a:pt x="3349" y="795"/>
                  </a:lnTo>
                  <a:lnTo>
                    <a:pt x="3286" y="670"/>
                  </a:lnTo>
                  <a:lnTo>
                    <a:pt x="3244" y="565"/>
                  </a:lnTo>
                  <a:lnTo>
                    <a:pt x="3140" y="565"/>
                  </a:lnTo>
                  <a:lnTo>
                    <a:pt x="3077" y="419"/>
                  </a:lnTo>
                  <a:lnTo>
                    <a:pt x="3098" y="314"/>
                  </a:lnTo>
                  <a:lnTo>
                    <a:pt x="3035" y="189"/>
                  </a:lnTo>
                  <a:lnTo>
                    <a:pt x="2930" y="168"/>
                  </a:lnTo>
                  <a:lnTo>
                    <a:pt x="2784" y="210"/>
                  </a:lnTo>
                  <a:lnTo>
                    <a:pt x="2679" y="168"/>
                  </a:lnTo>
                  <a:lnTo>
                    <a:pt x="2679" y="63"/>
                  </a:lnTo>
                  <a:lnTo>
                    <a:pt x="2616" y="0"/>
                  </a:lnTo>
                  <a:lnTo>
                    <a:pt x="2470" y="63"/>
                  </a:lnTo>
                  <a:lnTo>
                    <a:pt x="22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9327;p128">
              <a:extLst>
                <a:ext uri="{FF2B5EF4-FFF2-40B4-BE49-F238E27FC236}">
                  <a16:creationId xmlns:a16="http://schemas.microsoft.com/office/drawing/2014/main" id="{FBBD793C-E0B8-CD7C-0FE1-EC3C7D0A021E}"/>
                </a:ext>
              </a:extLst>
            </p:cNvPr>
            <p:cNvSpPr/>
            <p:nvPr/>
          </p:nvSpPr>
          <p:spPr>
            <a:xfrm>
              <a:off x="4059025" y="2939277"/>
              <a:ext cx="11967" cy="11668"/>
            </a:xfrm>
            <a:custGeom>
              <a:avLst/>
              <a:gdLst/>
              <a:ahLst/>
              <a:cxnLst/>
              <a:rect l="l" t="t" r="r" b="b"/>
              <a:pathLst>
                <a:path w="1005" h="1026" extrusionOk="0">
                  <a:moveTo>
                    <a:pt x="523" y="0"/>
                  </a:moveTo>
                  <a:lnTo>
                    <a:pt x="272" y="147"/>
                  </a:lnTo>
                  <a:lnTo>
                    <a:pt x="147" y="398"/>
                  </a:lnTo>
                  <a:lnTo>
                    <a:pt x="0" y="670"/>
                  </a:lnTo>
                  <a:lnTo>
                    <a:pt x="84" y="670"/>
                  </a:lnTo>
                  <a:lnTo>
                    <a:pt x="607" y="816"/>
                  </a:lnTo>
                  <a:lnTo>
                    <a:pt x="628" y="1025"/>
                  </a:lnTo>
                  <a:lnTo>
                    <a:pt x="1005" y="879"/>
                  </a:lnTo>
                  <a:lnTo>
                    <a:pt x="942" y="795"/>
                  </a:lnTo>
                  <a:lnTo>
                    <a:pt x="942" y="774"/>
                  </a:lnTo>
                  <a:lnTo>
                    <a:pt x="984" y="774"/>
                  </a:lnTo>
                  <a:lnTo>
                    <a:pt x="921" y="691"/>
                  </a:lnTo>
                  <a:lnTo>
                    <a:pt x="921" y="607"/>
                  </a:lnTo>
                  <a:lnTo>
                    <a:pt x="879" y="502"/>
                  </a:lnTo>
                  <a:lnTo>
                    <a:pt x="837" y="565"/>
                  </a:lnTo>
                  <a:lnTo>
                    <a:pt x="607" y="419"/>
                  </a:lnTo>
                  <a:lnTo>
                    <a:pt x="942" y="356"/>
                  </a:lnTo>
                  <a:lnTo>
                    <a:pt x="900" y="84"/>
                  </a:lnTo>
                  <a:lnTo>
                    <a:pt x="900" y="63"/>
                  </a:lnTo>
                  <a:lnTo>
                    <a:pt x="837" y="42"/>
                  </a:lnTo>
                  <a:lnTo>
                    <a:pt x="712" y="84"/>
                  </a:lnTo>
                  <a:lnTo>
                    <a:pt x="5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9328;p128">
              <a:extLst>
                <a:ext uri="{FF2B5EF4-FFF2-40B4-BE49-F238E27FC236}">
                  <a16:creationId xmlns:a16="http://schemas.microsoft.com/office/drawing/2014/main" id="{11DCDC2F-1EA7-5724-1EEB-27115B8DA4B9}"/>
                </a:ext>
              </a:extLst>
            </p:cNvPr>
            <p:cNvSpPr/>
            <p:nvPr/>
          </p:nvSpPr>
          <p:spPr>
            <a:xfrm>
              <a:off x="3959359" y="2899768"/>
              <a:ext cx="15468" cy="8347"/>
            </a:xfrm>
            <a:custGeom>
              <a:avLst/>
              <a:gdLst/>
              <a:ahLst/>
              <a:cxnLst/>
              <a:rect l="l" t="t" r="r" b="b"/>
              <a:pathLst>
                <a:path w="1299" h="734" extrusionOk="0">
                  <a:moveTo>
                    <a:pt x="1194" y="1"/>
                  </a:moveTo>
                  <a:lnTo>
                    <a:pt x="1005" y="105"/>
                  </a:lnTo>
                  <a:lnTo>
                    <a:pt x="775" y="210"/>
                  </a:lnTo>
                  <a:lnTo>
                    <a:pt x="608" y="210"/>
                  </a:lnTo>
                  <a:lnTo>
                    <a:pt x="482" y="168"/>
                  </a:lnTo>
                  <a:lnTo>
                    <a:pt x="378" y="168"/>
                  </a:lnTo>
                  <a:lnTo>
                    <a:pt x="378" y="231"/>
                  </a:lnTo>
                  <a:lnTo>
                    <a:pt x="357" y="315"/>
                  </a:lnTo>
                  <a:lnTo>
                    <a:pt x="273" y="336"/>
                  </a:lnTo>
                  <a:lnTo>
                    <a:pt x="147" y="294"/>
                  </a:lnTo>
                  <a:lnTo>
                    <a:pt x="85" y="377"/>
                  </a:lnTo>
                  <a:lnTo>
                    <a:pt x="1" y="398"/>
                  </a:lnTo>
                  <a:lnTo>
                    <a:pt x="1" y="524"/>
                  </a:lnTo>
                  <a:lnTo>
                    <a:pt x="85" y="629"/>
                  </a:lnTo>
                  <a:lnTo>
                    <a:pt x="210" y="712"/>
                  </a:lnTo>
                  <a:lnTo>
                    <a:pt x="378" y="691"/>
                  </a:lnTo>
                  <a:lnTo>
                    <a:pt x="461" y="733"/>
                  </a:lnTo>
                  <a:lnTo>
                    <a:pt x="503" y="691"/>
                  </a:lnTo>
                  <a:lnTo>
                    <a:pt x="629" y="649"/>
                  </a:lnTo>
                  <a:lnTo>
                    <a:pt x="775" y="545"/>
                  </a:lnTo>
                  <a:lnTo>
                    <a:pt x="838" y="503"/>
                  </a:lnTo>
                  <a:lnTo>
                    <a:pt x="1005" y="524"/>
                  </a:lnTo>
                  <a:lnTo>
                    <a:pt x="1005" y="419"/>
                  </a:lnTo>
                  <a:lnTo>
                    <a:pt x="984" y="315"/>
                  </a:lnTo>
                  <a:lnTo>
                    <a:pt x="1110" y="168"/>
                  </a:lnTo>
                  <a:lnTo>
                    <a:pt x="1235" y="85"/>
                  </a:lnTo>
                  <a:lnTo>
                    <a:pt x="1298" y="22"/>
                  </a:lnTo>
                  <a:lnTo>
                    <a:pt x="125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9329;p128">
              <a:extLst>
                <a:ext uri="{FF2B5EF4-FFF2-40B4-BE49-F238E27FC236}">
                  <a16:creationId xmlns:a16="http://schemas.microsoft.com/office/drawing/2014/main" id="{9E6D36D6-23E7-8BDC-9434-85BB9FC67108}"/>
                </a:ext>
              </a:extLst>
            </p:cNvPr>
            <p:cNvSpPr/>
            <p:nvPr/>
          </p:nvSpPr>
          <p:spPr>
            <a:xfrm>
              <a:off x="3982281" y="2887395"/>
              <a:ext cx="42867" cy="36426"/>
            </a:xfrm>
            <a:custGeom>
              <a:avLst/>
              <a:gdLst/>
              <a:ahLst/>
              <a:cxnLst/>
              <a:rect l="l" t="t" r="r" b="b"/>
              <a:pathLst>
                <a:path w="3600" h="3203" extrusionOk="0">
                  <a:moveTo>
                    <a:pt x="3370" y="1"/>
                  </a:moveTo>
                  <a:lnTo>
                    <a:pt x="3139" y="64"/>
                  </a:lnTo>
                  <a:lnTo>
                    <a:pt x="2846" y="43"/>
                  </a:lnTo>
                  <a:lnTo>
                    <a:pt x="2721" y="64"/>
                  </a:lnTo>
                  <a:lnTo>
                    <a:pt x="2574" y="64"/>
                  </a:lnTo>
                  <a:lnTo>
                    <a:pt x="2365" y="147"/>
                  </a:lnTo>
                  <a:lnTo>
                    <a:pt x="2302" y="231"/>
                  </a:lnTo>
                  <a:lnTo>
                    <a:pt x="2135" y="273"/>
                  </a:lnTo>
                  <a:lnTo>
                    <a:pt x="2114" y="336"/>
                  </a:lnTo>
                  <a:lnTo>
                    <a:pt x="1842" y="336"/>
                  </a:lnTo>
                  <a:lnTo>
                    <a:pt x="1675" y="273"/>
                  </a:lnTo>
                  <a:lnTo>
                    <a:pt x="1612" y="231"/>
                  </a:lnTo>
                  <a:lnTo>
                    <a:pt x="1507" y="210"/>
                  </a:lnTo>
                  <a:lnTo>
                    <a:pt x="1194" y="231"/>
                  </a:lnTo>
                  <a:lnTo>
                    <a:pt x="1110" y="273"/>
                  </a:lnTo>
                  <a:lnTo>
                    <a:pt x="1068" y="273"/>
                  </a:lnTo>
                  <a:lnTo>
                    <a:pt x="775" y="419"/>
                  </a:lnTo>
                  <a:lnTo>
                    <a:pt x="670" y="377"/>
                  </a:lnTo>
                  <a:lnTo>
                    <a:pt x="524" y="336"/>
                  </a:lnTo>
                  <a:lnTo>
                    <a:pt x="461" y="419"/>
                  </a:lnTo>
                  <a:lnTo>
                    <a:pt x="461" y="649"/>
                  </a:lnTo>
                  <a:lnTo>
                    <a:pt x="377" y="670"/>
                  </a:lnTo>
                  <a:lnTo>
                    <a:pt x="419" y="796"/>
                  </a:lnTo>
                  <a:lnTo>
                    <a:pt x="315" y="859"/>
                  </a:lnTo>
                  <a:lnTo>
                    <a:pt x="168" y="880"/>
                  </a:lnTo>
                  <a:lnTo>
                    <a:pt x="64" y="859"/>
                  </a:lnTo>
                  <a:lnTo>
                    <a:pt x="1" y="901"/>
                  </a:lnTo>
                  <a:lnTo>
                    <a:pt x="22" y="1068"/>
                  </a:lnTo>
                  <a:lnTo>
                    <a:pt x="105" y="1277"/>
                  </a:lnTo>
                  <a:lnTo>
                    <a:pt x="147" y="1403"/>
                  </a:lnTo>
                  <a:lnTo>
                    <a:pt x="126" y="1528"/>
                  </a:lnTo>
                  <a:lnTo>
                    <a:pt x="105" y="1779"/>
                  </a:lnTo>
                  <a:lnTo>
                    <a:pt x="336" y="1779"/>
                  </a:lnTo>
                  <a:lnTo>
                    <a:pt x="377" y="1905"/>
                  </a:lnTo>
                  <a:lnTo>
                    <a:pt x="482" y="1947"/>
                  </a:lnTo>
                  <a:lnTo>
                    <a:pt x="482" y="2114"/>
                  </a:lnTo>
                  <a:lnTo>
                    <a:pt x="545" y="2198"/>
                  </a:lnTo>
                  <a:lnTo>
                    <a:pt x="461" y="2219"/>
                  </a:lnTo>
                  <a:lnTo>
                    <a:pt x="419" y="2219"/>
                  </a:lnTo>
                  <a:lnTo>
                    <a:pt x="315" y="2302"/>
                  </a:lnTo>
                  <a:lnTo>
                    <a:pt x="252" y="2449"/>
                  </a:lnTo>
                  <a:lnTo>
                    <a:pt x="168" y="2574"/>
                  </a:lnTo>
                  <a:lnTo>
                    <a:pt x="147" y="2574"/>
                  </a:lnTo>
                  <a:lnTo>
                    <a:pt x="168" y="2616"/>
                  </a:lnTo>
                  <a:lnTo>
                    <a:pt x="252" y="2679"/>
                  </a:lnTo>
                  <a:lnTo>
                    <a:pt x="273" y="2888"/>
                  </a:lnTo>
                  <a:lnTo>
                    <a:pt x="252" y="2993"/>
                  </a:lnTo>
                  <a:lnTo>
                    <a:pt x="315" y="2993"/>
                  </a:lnTo>
                  <a:lnTo>
                    <a:pt x="482" y="3077"/>
                  </a:lnTo>
                  <a:lnTo>
                    <a:pt x="629" y="3181"/>
                  </a:lnTo>
                  <a:lnTo>
                    <a:pt x="649" y="3181"/>
                  </a:lnTo>
                  <a:lnTo>
                    <a:pt x="733" y="3202"/>
                  </a:lnTo>
                  <a:lnTo>
                    <a:pt x="1884" y="2512"/>
                  </a:lnTo>
                  <a:lnTo>
                    <a:pt x="2888" y="1779"/>
                  </a:lnTo>
                  <a:lnTo>
                    <a:pt x="2951" y="1696"/>
                  </a:lnTo>
                  <a:lnTo>
                    <a:pt x="3035" y="1570"/>
                  </a:lnTo>
                  <a:lnTo>
                    <a:pt x="3056" y="1403"/>
                  </a:lnTo>
                  <a:lnTo>
                    <a:pt x="2993" y="1298"/>
                  </a:lnTo>
                  <a:lnTo>
                    <a:pt x="3098" y="1089"/>
                  </a:lnTo>
                  <a:lnTo>
                    <a:pt x="3098" y="901"/>
                  </a:lnTo>
                  <a:lnTo>
                    <a:pt x="2993" y="691"/>
                  </a:lnTo>
                  <a:lnTo>
                    <a:pt x="2993" y="524"/>
                  </a:lnTo>
                  <a:lnTo>
                    <a:pt x="3098" y="336"/>
                  </a:lnTo>
                  <a:lnTo>
                    <a:pt x="3349" y="273"/>
                  </a:lnTo>
                  <a:lnTo>
                    <a:pt x="3474" y="168"/>
                  </a:lnTo>
                  <a:lnTo>
                    <a:pt x="3516" y="168"/>
                  </a:lnTo>
                  <a:lnTo>
                    <a:pt x="3600" y="43"/>
                  </a:lnTo>
                  <a:lnTo>
                    <a:pt x="3579" y="22"/>
                  </a:lnTo>
                  <a:lnTo>
                    <a:pt x="35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9330;p128">
              <a:extLst>
                <a:ext uri="{FF2B5EF4-FFF2-40B4-BE49-F238E27FC236}">
                  <a16:creationId xmlns:a16="http://schemas.microsoft.com/office/drawing/2014/main" id="{432BABBE-BF08-6842-A482-851F2B9FD843}"/>
                </a:ext>
              </a:extLst>
            </p:cNvPr>
            <p:cNvSpPr/>
            <p:nvPr/>
          </p:nvSpPr>
          <p:spPr>
            <a:xfrm>
              <a:off x="3973565" y="2916668"/>
              <a:ext cx="10479" cy="29045"/>
            </a:xfrm>
            <a:custGeom>
              <a:avLst/>
              <a:gdLst/>
              <a:ahLst/>
              <a:cxnLst/>
              <a:rect l="l" t="t" r="r" b="b"/>
              <a:pathLst>
                <a:path w="880" h="2554" extrusionOk="0">
                  <a:moveTo>
                    <a:pt x="837" y="0"/>
                  </a:moveTo>
                  <a:lnTo>
                    <a:pt x="754" y="105"/>
                  </a:lnTo>
                  <a:lnTo>
                    <a:pt x="565" y="147"/>
                  </a:lnTo>
                  <a:lnTo>
                    <a:pt x="524" y="105"/>
                  </a:lnTo>
                  <a:lnTo>
                    <a:pt x="377" y="252"/>
                  </a:lnTo>
                  <a:lnTo>
                    <a:pt x="335" y="670"/>
                  </a:lnTo>
                  <a:lnTo>
                    <a:pt x="168" y="1005"/>
                  </a:lnTo>
                  <a:lnTo>
                    <a:pt x="1" y="1235"/>
                  </a:lnTo>
                  <a:lnTo>
                    <a:pt x="63" y="1256"/>
                  </a:lnTo>
                  <a:lnTo>
                    <a:pt x="168" y="1444"/>
                  </a:lnTo>
                  <a:lnTo>
                    <a:pt x="231" y="1653"/>
                  </a:lnTo>
                  <a:lnTo>
                    <a:pt x="377" y="1884"/>
                  </a:lnTo>
                  <a:lnTo>
                    <a:pt x="524" y="2197"/>
                  </a:lnTo>
                  <a:lnTo>
                    <a:pt x="461" y="2344"/>
                  </a:lnTo>
                  <a:lnTo>
                    <a:pt x="545" y="2553"/>
                  </a:lnTo>
                  <a:lnTo>
                    <a:pt x="628" y="2448"/>
                  </a:lnTo>
                  <a:lnTo>
                    <a:pt x="628" y="2407"/>
                  </a:lnTo>
                  <a:lnTo>
                    <a:pt x="628" y="2344"/>
                  </a:lnTo>
                  <a:lnTo>
                    <a:pt x="670" y="2281"/>
                  </a:lnTo>
                  <a:lnTo>
                    <a:pt x="670" y="2156"/>
                  </a:lnTo>
                  <a:lnTo>
                    <a:pt x="733" y="1988"/>
                  </a:lnTo>
                  <a:lnTo>
                    <a:pt x="691" y="1842"/>
                  </a:lnTo>
                  <a:lnTo>
                    <a:pt x="754" y="1821"/>
                  </a:lnTo>
                  <a:lnTo>
                    <a:pt x="754" y="1674"/>
                  </a:lnTo>
                  <a:lnTo>
                    <a:pt x="775" y="1549"/>
                  </a:lnTo>
                  <a:lnTo>
                    <a:pt x="775" y="1465"/>
                  </a:lnTo>
                  <a:lnTo>
                    <a:pt x="775" y="1214"/>
                  </a:lnTo>
                  <a:lnTo>
                    <a:pt x="754" y="1235"/>
                  </a:lnTo>
                  <a:lnTo>
                    <a:pt x="670" y="1235"/>
                  </a:lnTo>
                  <a:lnTo>
                    <a:pt x="565" y="1298"/>
                  </a:lnTo>
                  <a:lnTo>
                    <a:pt x="524" y="1235"/>
                  </a:lnTo>
                  <a:lnTo>
                    <a:pt x="545" y="1047"/>
                  </a:lnTo>
                  <a:lnTo>
                    <a:pt x="545" y="796"/>
                  </a:lnTo>
                  <a:lnTo>
                    <a:pt x="524" y="712"/>
                  </a:lnTo>
                  <a:lnTo>
                    <a:pt x="545" y="565"/>
                  </a:lnTo>
                  <a:lnTo>
                    <a:pt x="670" y="565"/>
                  </a:lnTo>
                  <a:lnTo>
                    <a:pt x="691" y="670"/>
                  </a:lnTo>
                  <a:lnTo>
                    <a:pt x="754" y="670"/>
                  </a:lnTo>
                  <a:lnTo>
                    <a:pt x="837" y="607"/>
                  </a:lnTo>
                  <a:lnTo>
                    <a:pt x="837" y="524"/>
                  </a:lnTo>
                  <a:lnTo>
                    <a:pt x="796" y="482"/>
                  </a:lnTo>
                  <a:lnTo>
                    <a:pt x="775" y="377"/>
                  </a:lnTo>
                  <a:lnTo>
                    <a:pt x="837" y="210"/>
                  </a:lnTo>
                  <a:lnTo>
                    <a:pt x="858" y="63"/>
                  </a:lnTo>
                  <a:lnTo>
                    <a:pt x="8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9331;p128">
              <a:extLst>
                <a:ext uri="{FF2B5EF4-FFF2-40B4-BE49-F238E27FC236}">
                  <a16:creationId xmlns:a16="http://schemas.microsoft.com/office/drawing/2014/main" id="{65F3E88C-273B-8183-A0C9-A46FE7178B84}"/>
                </a:ext>
              </a:extLst>
            </p:cNvPr>
            <p:cNvSpPr/>
            <p:nvPr/>
          </p:nvSpPr>
          <p:spPr>
            <a:xfrm>
              <a:off x="3982781" y="2916668"/>
              <a:ext cx="2751" cy="5959"/>
            </a:xfrm>
            <a:custGeom>
              <a:avLst/>
              <a:gdLst/>
              <a:ahLst/>
              <a:cxnLst/>
              <a:rect l="l" t="t" r="r" b="b"/>
              <a:pathLst>
                <a:path w="231" h="524" extrusionOk="0">
                  <a:moveTo>
                    <a:pt x="105" y="0"/>
                  </a:moveTo>
                  <a:lnTo>
                    <a:pt x="84" y="63"/>
                  </a:lnTo>
                  <a:lnTo>
                    <a:pt x="63" y="210"/>
                  </a:lnTo>
                  <a:lnTo>
                    <a:pt x="1" y="377"/>
                  </a:lnTo>
                  <a:lnTo>
                    <a:pt x="22" y="482"/>
                  </a:lnTo>
                  <a:lnTo>
                    <a:pt x="63" y="524"/>
                  </a:lnTo>
                  <a:lnTo>
                    <a:pt x="84" y="524"/>
                  </a:lnTo>
                  <a:lnTo>
                    <a:pt x="126" y="482"/>
                  </a:lnTo>
                  <a:lnTo>
                    <a:pt x="210" y="419"/>
                  </a:lnTo>
                  <a:lnTo>
                    <a:pt x="231" y="314"/>
                  </a:lnTo>
                  <a:lnTo>
                    <a:pt x="210" y="105"/>
                  </a:lnTo>
                  <a:lnTo>
                    <a:pt x="126" y="42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9332;p128">
              <a:extLst>
                <a:ext uri="{FF2B5EF4-FFF2-40B4-BE49-F238E27FC236}">
                  <a16:creationId xmlns:a16="http://schemas.microsoft.com/office/drawing/2014/main" id="{DA07C542-4125-FEA3-7926-FEA34AAEE9EE}"/>
                </a:ext>
              </a:extLst>
            </p:cNvPr>
            <p:cNvSpPr/>
            <p:nvPr/>
          </p:nvSpPr>
          <p:spPr>
            <a:xfrm>
              <a:off x="3979792" y="2923093"/>
              <a:ext cx="3751" cy="8336"/>
            </a:xfrm>
            <a:custGeom>
              <a:avLst/>
              <a:gdLst/>
              <a:ahLst/>
              <a:cxnLst/>
              <a:rect l="l" t="t" r="r" b="b"/>
              <a:pathLst>
                <a:path w="315" h="733" extrusionOk="0">
                  <a:moveTo>
                    <a:pt x="22" y="0"/>
                  </a:moveTo>
                  <a:lnTo>
                    <a:pt x="1" y="147"/>
                  </a:lnTo>
                  <a:lnTo>
                    <a:pt x="22" y="231"/>
                  </a:lnTo>
                  <a:lnTo>
                    <a:pt x="22" y="482"/>
                  </a:lnTo>
                  <a:lnTo>
                    <a:pt x="1" y="670"/>
                  </a:lnTo>
                  <a:lnTo>
                    <a:pt x="42" y="733"/>
                  </a:lnTo>
                  <a:lnTo>
                    <a:pt x="147" y="670"/>
                  </a:lnTo>
                  <a:lnTo>
                    <a:pt x="231" y="670"/>
                  </a:lnTo>
                  <a:lnTo>
                    <a:pt x="252" y="649"/>
                  </a:lnTo>
                  <a:lnTo>
                    <a:pt x="273" y="440"/>
                  </a:lnTo>
                  <a:lnTo>
                    <a:pt x="273" y="356"/>
                  </a:lnTo>
                  <a:lnTo>
                    <a:pt x="314" y="210"/>
                  </a:lnTo>
                  <a:lnTo>
                    <a:pt x="314" y="147"/>
                  </a:lnTo>
                  <a:lnTo>
                    <a:pt x="314" y="63"/>
                  </a:lnTo>
                  <a:lnTo>
                    <a:pt x="314" y="42"/>
                  </a:lnTo>
                  <a:lnTo>
                    <a:pt x="231" y="105"/>
                  </a:lnTo>
                  <a:lnTo>
                    <a:pt x="168" y="105"/>
                  </a:lnTo>
                  <a:lnTo>
                    <a:pt x="1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9333;p128">
              <a:extLst>
                <a:ext uri="{FF2B5EF4-FFF2-40B4-BE49-F238E27FC236}">
                  <a16:creationId xmlns:a16="http://schemas.microsoft.com/office/drawing/2014/main" id="{FB13C1E7-E59A-0C83-F2D5-66113F2A2328}"/>
                </a:ext>
              </a:extLst>
            </p:cNvPr>
            <p:cNvSpPr/>
            <p:nvPr/>
          </p:nvSpPr>
          <p:spPr>
            <a:xfrm>
              <a:off x="3979792" y="2907627"/>
              <a:ext cx="8978" cy="10713"/>
            </a:xfrm>
            <a:custGeom>
              <a:avLst/>
              <a:gdLst/>
              <a:ahLst/>
              <a:cxnLst/>
              <a:rect l="l" t="t" r="r" b="b"/>
              <a:pathLst>
                <a:path w="754" h="942" extrusionOk="0">
                  <a:moveTo>
                    <a:pt x="314" y="0"/>
                  </a:moveTo>
                  <a:lnTo>
                    <a:pt x="314" y="21"/>
                  </a:lnTo>
                  <a:lnTo>
                    <a:pt x="231" y="21"/>
                  </a:lnTo>
                  <a:lnTo>
                    <a:pt x="210" y="440"/>
                  </a:lnTo>
                  <a:lnTo>
                    <a:pt x="105" y="586"/>
                  </a:lnTo>
                  <a:lnTo>
                    <a:pt x="1" y="733"/>
                  </a:lnTo>
                  <a:lnTo>
                    <a:pt x="1" y="879"/>
                  </a:lnTo>
                  <a:lnTo>
                    <a:pt x="1" y="900"/>
                  </a:lnTo>
                  <a:lnTo>
                    <a:pt x="42" y="942"/>
                  </a:lnTo>
                  <a:lnTo>
                    <a:pt x="231" y="900"/>
                  </a:lnTo>
                  <a:lnTo>
                    <a:pt x="314" y="795"/>
                  </a:lnTo>
                  <a:lnTo>
                    <a:pt x="377" y="795"/>
                  </a:lnTo>
                  <a:lnTo>
                    <a:pt x="461" y="670"/>
                  </a:lnTo>
                  <a:lnTo>
                    <a:pt x="524" y="523"/>
                  </a:lnTo>
                  <a:lnTo>
                    <a:pt x="628" y="440"/>
                  </a:lnTo>
                  <a:lnTo>
                    <a:pt x="670" y="440"/>
                  </a:lnTo>
                  <a:lnTo>
                    <a:pt x="754" y="419"/>
                  </a:lnTo>
                  <a:lnTo>
                    <a:pt x="691" y="335"/>
                  </a:lnTo>
                  <a:lnTo>
                    <a:pt x="691" y="168"/>
                  </a:lnTo>
                  <a:lnTo>
                    <a:pt x="586" y="126"/>
                  </a:lnTo>
                  <a:lnTo>
                    <a:pt x="5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9334;p128">
              <a:extLst>
                <a:ext uri="{FF2B5EF4-FFF2-40B4-BE49-F238E27FC236}">
                  <a16:creationId xmlns:a16="http://schemas.microsoft.com/office/drawing/2014/main" id="{0F6891BB-C727-97EB-B17F-C3D6261AD365}"/>
                </a:ext>
              </a:extLst>
            </p:cNvPr>
            <p:cNvSpPr/>
            <p:nvPr/>
          </p:nvSpPr>
          <p:spPr>
            <a:xfrm>
              <a:off x="3980292" y="2915952"/>
              <a:ext cx="27661" cy="32616"/>
            </a:xfrm>
            <a:custGeom>
              <a:avLst/>
              <a:gdLst/>
              <a:ahLst/>
              <a:cxnLst/>
              <a:rect l="l" t="t" r="r" b="b"/>
              <a:pathLst>
                <a:path w="2323" h="2868" extrusionOk="0">
                  <a:moveTo>
                    <a:pt x="2051" y="1"/>
                  </a:moveTo>
                  <a:lnTo>
                    <a:pt x="900" y="691"/>
                  </a:lnTo>
                  <a:lnTo>
                    <a:pt x="816" y="670"/>
                  </a:lnTo>
                  <a:lnTo>
                    <a:pt x="796" y="670"/>
                  </a:lnTo>
                  <a:lnTo>
                    <a:pt x="649" y="566"/>
                  </a:lnTo>
                  <a:lnTo>
                    <a:pt x="482" y="482"/>
                  </a:lnTo>
                  <a:lnTo>
                    <a:pt x="419" y="482"/>
                  </a:lnTo>
                  <a:lnTo>
                    <a:pt x="335" y="545"/>
                  </a:lnTo>
                  <a:lnTo>
                    <a:pt x="293" y="587"/>
                  </a:lnTo>
                  <a:lnTo>
                    <a:pt x="272" y="587"/>
                  </a:lnTo>
                  <a:lnTo>
                    <a:pt x="272" y="670"/>
                  </a:lnTo>
                  <a:lnTo>
                    <a:pt x="272" y="691"/>
                  </a:lnTo>
                  <a:lnTo>
                    <a:pt x="272" y="775"/>
                  </a:lnTo>
                  <a:lnTo>
                    <a:pt x="272" y="838"/>
                  </a:lnTo>
                  <a:lnTo>
                    <a:pt x="231" y="984"/>
                  </a:lnTo>
                  <a:lnTo>
                    <a:pt x="231" y="1068"/>
                  </a:lnTo>
                  <a:lnTo>
                    <a:pt x="210" y="1528"/>
                  </a:lnTo>
                  <a:lnTo>
                    <a:pt x="210" y="1612"/>
                  </a:lnTo>
                  <a:lnTo>
                    <a:pt x="189" y="1737"/>
                  </a:lnTo>
                  <a:lnTo>
                    <a:pt x="189" y="1884"/>
                  </a:lnTo>
                  <a:lnTo>
                    <a:pt x="126" y="1905"/>
                  </a:lnTo>
                  <a:lnTo>
                    <a:pt x="168" y="2051"/>
                  </a:lnTo>
                  <a:lnTo>
                    <a:pt x="105" y="2219"/>
                  </a:lnTo>
                  <a:lnTo>
                    <a:pt x="105" y="2344"/>
                  </a:lnTo>
                  <a:lnTo>
                    <a:pt x="63" y="2407"/>
                  </a:lnTo>
                  <a:lnTo>
                    <a:pt x="63" y="2470"/>
                  </a:lnTo>
                  <a:lnTo>
                    <a:pt x="63" y="2553"/>
                  </a:lnTo>
                  <a:lnTo>
                    <a:pt x="0" y="2679"/>
                  </a:lnTo>
                  <a:lnTo>
                    <a:pt x="0" y="2721"/>
                  </a:lnTo>
                  <a:lnTo>
                    <a:pt x="189" y="2721"/>
                  </a:lnTo>
                  <a:lnTo>
                    <a:pt x="754" y="2867"/>
                  </a:lnTo>
                  <a:lnTo>
                    <a:pt x="1172" y="2449"/>
                  </a:lnTo>
                  <a:lnTo>
                    <a:pt x="1633" y="2407"/>
                  </a:lnTo>
                  <a:lnTo>
                    <a:pt x="1653" y="2219"/>
                  </a:lnTo>
                  <a:lnTo>
                    <a:pt x="1884" y="1926"/>
                  </a:lnTo>
                  <a:lnTo>
                    <a:pt x="1235" y="1214"/>
                  </a:lnTo>
                  <a:lnTo>
                    <a:pt x="2093" y="963"/>
                  </a:lnTo>
                  <a:lnTo>
                    <a:pt x="2302" y="754"/>
                  </a:lnTo>
                  <a:lnTo>
                    <a:pt x="2323" y="754"/>
                  </a:lnTo>
                  <a:lnTo>
                    <a:pt x="20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9335;p128">
              <a:extLst>
                <a:ext uri="{FF2B5EF4-FFF2-40B4-BE49-F238E27FC236}">
                  <a16:creationId xmlns:a16="http://schemas.microsoft.com/office/drawing/2014/main" id="{3D76CA6F-72D2-E2E0-5FA6-B15200BC8D53}"/>
                </a:ext>
              </a:extLst>
            </p:cNvPr>
            <p:cNvSpPr/>
            <p:nvPr/>
          </p:nvSpPr>
          <p:spPr>
            <a:xfrm>
              <a:off x="3979792" y="2924515"/>
              <a:ext cx="142521" cy="114714"/>
            </a:xfrm>
            <a:custGeom>
              <a:avLst/>
              <a:gdLst/>
              <a:ahLst/>
              <a:cxnLst/>
              <a:rect l="l" t="t" r="r" b="b"/>
              <a:pathLst>
                <a:path w="11969" h="10087" extrusionOk="0">
                  <a:moveTo>
                    <a:pt x="2344" y="1"/>
                  </a:moveTo>
                  <a:lnTo>
                    <a:pt x="2135" y="210"/>
                  </a:lnTo>
                  <a:lnTo>
                    <a:pt x="1277" y="461"/>
                  </a:lnTo>
                  <a:lnTo>
                    <a:pt x="1926" y="1173"/>
                  </a:lnTo>
                  <a:lnTo>
                    <a:pt x="1695" y="1466"/>
                  </a:lnTo>
                  <a:lnTo>
                    <a:pt x="1675" y="1654"/>
                  </a:lnTo>
                  <a:lnTo>
                    <a:pt x="1214" y="1696"/>
                  </a:lnTo>
                  <a:lnTo>
                    <a:pt x="796" y="2114"/>
                  </a:lnTo>
                  <a:lnTo>
                    <a:pt x="231" y="1968"/>
                  </a:lnTo>
                  <a:lnTo>
                    <a:pt x="42" y="1968"/>
                  </a:lnTo>
                  <a:lnTo>
                    <a:pt x="42" y="2177"/>
                  </a:lnTo>
                  <a:lnTo>
                    <a:pt x="42" y="2407"/>
                  </a:lnTo>
                  <a:lnTo>
                    <a:pt x="1" y="2595"/>
                  </a:lnTo>
                  <a:lnTo>
                    <a:pt x="1" y="2637"/>
                  </a:lnTo>
                  <a:lnTo>
                    <a:pt x="63" y="2616"/>
                  </a:lnTo>
                  <a:lnTo>
                    <a:pt x="105" y="2637"/>
                  </a:lnTo>
                  <a:lnTo>
                    <a:pt x="168" y="2595"/>
                  </a:lnTo>
                  <a:lnTo>
                    <a:pt x="314" y="2658"/>
                  </a:lnTo>
                  <a:lnTo>
                    <a:pt x="273" y="2700"/>
                  </a:lnTo>
                  <a:lnTo>
                    <a:pt x="524" y="2972"/>
                  </a:lnTo>
                  <a:lnTo>
                    <a:pt x="545" y="3119"/>
                  </a:lnTo>
                  <a:lnTo>
                    <a:pt x="628" y="3139"/>
                  </a:lnTo>
                  <a:lnTo>
                    <a:pt x="628" y="3244"/>
                  </a:lnTo>
                  <a:lnTo>
                    <a:pt x="754" y="3349"/>
                  </a:lnTo>
                  <a:lnTo>
                    <a:pt x="838" y="3370"/>
                  </a:lnTo>
                  <a:lnTo>
                    <a:pt x="984" y="3663"/>
                  </a:lnTo>
                  <a:lnTo>
                    <a:pt x="984" y="3746"/>
                  </a:lnTo>
                  <a:lnTo>
                    <a:pt x="1047" y="3851"/>
                  </a:lnTo>
                  <a:lnTo>
                    <a:pt x="1110" y="3851"/>
                  </a:lnTo>
                  <a:lnTo>
                    <a:pt x="1151" y="3997"/>
                  </a:lnTo>
                  <a:lnTo>
                    <a:pt x="1193" y="4081"/>
                  </a:lnTo>
                  <a:lnTo>
                    <a:pt x="1319" y="4123"/>
                  </a:lnTo>
                  <a:lnTo>
                    <a:pt x="1423" y="4416"/>
                  </a:lnTo>
                  <a:lnTo>
                    <a:pt x="1528" y="4479"/>
                  </a:lnTo>
                  <a:lnTo>
                    <a:pt x="1570" y="4625"/>
                  </a:lnTo>
                  <a:lnTo>
                    <a:pt x="1528" y="4709"/>
                  </a:lnTo>
                  <a:lnTo>
                    <a:pt x="1528" y="4792"/>
                  </a:lnTo>
                  <a:lnTo>
                    <a:pt x="1633" y="4897"/>
                  </a:lnTo>
                  <a:lnTo>
                    <a:pt x="1633" y="4960"/>
                  </a:lnTo>
                  <a:lnTo>
                    <a:pt x="1716" y="5023"/>
                  </a:lnTo>
                  <a:lnTo>
                    <a:pt x="1821" y="4939"/>
                  </a:lnTo>
                  <a:lnTo>
                    <a:pt x="1926" y="5043"/>
                  </a:lnTo>
                  <a:lnTo>
                    <a:pt x="2114" y="5127"/>
                  </a:lnTo>
                  <a:lnTo>
                    <a:pt x="2260" y="5274"/>
                  </a:lnTo>
                  <a:lnTo>
                    <a:pt x="2323" y="5378"/>
                  </a:lnTo>
                  <a:lnTo>
                    <a:pt x="2344" y="5420"/>
                  </a:lnTo>
                  <a:lnTo>
                    <a:pt x="2365" y="5546"/>
                  </a:lnTo>
                  <a:lnTo>
                    <a:pt x="2428" y="5588"/>
                  </a:lnTo>
                  <a:lnTo>
                    <a:pt x="2470" y="5797"/>
                  </a:lnTo>
                  <a:lnTo>
                    <a:pt x="2574" y="5880"/>
                  </a:lnTo>
                  <a:lnTo>
                    <a:pt x="2637" y="6090"/>
                  </a:lnTo>
                  <a:lnTo>
                    <a:pt x="2658" y="6173"/>
                  </a:lnTo>
                  <a:lnTo>
                    <a:pt x="2616" y="6362"/>
                  </a:lnTo>
                  <a:lnTo>
                    <a:pt x="2574" y="6383"/>
                  </a:lnTo>
                  <a:lnTo>
                    <a:pt x="2616" y="6487"/>
                  </a:lnTo>
                  <a:lnTo>
                    <a:pt x="2658" y="6696"/>
                  </a:lnTo>
                  <a:lnTo>
                    <a:pt x="2679" y="6906"/>
                  </a:lnTo>
                  <a:lnTo>
                    <a:pt x="2783" y="7010"/>
                  </a:lnTo>
                  <a:lnTo>
                    <a:pt x="2825" y="7094"/>
                  </a:lnTo>
                  <a:lnTo>
                    <a:pt x="3097" y="7408"/>
                  </a:lnTo>
                  <a:lnTo>
                    <a:pt x="3202" y="7429"/>
                  </a:lnTo>
                  <a:lnTo>
                    <a:pt x="3307" y="7450"/>
                  </a:lnTo>
                  <a:lnTo>
                    <a:pt x="3390" y="7554"/>
                  </a:lnTo>
                  <a:lnTo>
                    <a:pt x="3474" y="7554"/>
                  </a:lnTo>
                  <a:lnTo>
                    <a:pt x="3620" y="7680"/>
                  </a:lnTo>
                  <a:lnTo>
                    <a:pt x="3620" y="7784"/>
                  </a:lnTo>
                  <a:lnTo>
                    <a:pt x="3788" y="7826"/>
                  </a:lnTo>
                  <a:lnTo>
                    <a:pt x="3767" y="7889"/>
                  </a:lnTo>
                  <a:lnTo>
                    <a:pt x="3830" y="7931"/>
                  </a:lnTo>
                  <a:lnTo>
                    <a:pt x="3976" y="8412"/>
                  </a:lnTo>
                  <a:lnTo>
                    <a:pt x="4102" y="8496"/>
                  </a:lnTo>
                  <a:lnTo>
                    <a:pt x="4102" y="8663"/>
                  </a:lnTo>
                  <a:lnTo>
                    <a:pt x="4541" y="9082"/>
                  </a:lnTo>
                  <a:lnTo>
                    <a:pt x="4604" y="9082"/>
                  </a:lnTo>
                  <a:lnTo>
                    <a:pt x="4646" y="9333"/>
                  </a:lnTo>
                  <a:lnTo>
                    <a:pt x="4834" y="9396"/>
                  </a:lnTo>
                  <a:lnTo>
                    <a:pt x="4939" y="9668"/>
                  </a:lnTo>
                  <a:lnTo>
                    <a:pt x="5043" y="9709"/>
                  </a:lnTo>
                  <a:lnTo>
                    <a:pt x="5127" y="9730"/>
                  </a:lnTo>
                  <a:lnTo>
                    <a:pt x="5169" y="9626"/>
                  </a:lnTo>
                  <a:lnTo>
                    <a:pt x="5336" y="9521"/>
                  </a:lnTo>
                  <a:lnTo>
                    <a:pt x="5232" y="9312"/>
                  </a:lnTo>
                  <a:lnTo>
                    <a:pt x="5294" y="9040"/>
                  </a:lnTo>
                  <a:lnTo>
                    <a:pt x="5462" y="8977"/>
                  </a:lnTo>
                  <a:lnTo>
                    <a:pt x="5650" y="9124"/>
                  </a:lnTo>
                  <a:lnTo>
                    <a:pt x="5985" y="9124"/>
                  </a:lnTo>
                  <a:lnTo>
                    <a:pt x="6487" y="9333"/>
                  </a:lnTo>
                  <a:lnTo>
                    <a:pt x="7010" y="9563"/>
                  </a:lnTo>
                  <a:lnTo>
                    <a:pt x="7031" y="10086"/>
                  </a:lnTo>
                  <a:lnTo>
                    <a:pt x="8077" y="8684"/>
                  </a:lnTo>
                  <a:lnTo>
                    <a:pt x="10253" y="8036"/>
                  </a:lnTo>
                  <a:lnTo>
                    <a:pt x="11885" y="7554"/>
                  </a:lnTo>
                  <a:lnTo>
                    <a:pt x="11969" y="6299"/>
                  </a:lnTo>
                  <a:lnTo>
                    <a:pt x="11843" y="5839"/>
                  </a:lnTo>
                  <a:lnTo>
                    <a:pt x="11655" y="5985"/>
                  </a:lnTo>
                  <a:lnTo>
                    <a:pt x="9960" y="5755"/>
                  </a:lnTo>
                  <a:lnTo>
                    <a:pt x="9835" y="5274"/>
                  </a:lnTo>
                  <a:lnTo>
                    <a:pt x="9688" y="5127"/>
                  </a:lnTo>
                  <a:lnTo>
                    <a:pt x="9688" y="4939"/>
                  </a:lnTo>
                  <a:lnTo>
                    <a:pt x="9688" y="4918"/>
                  </a:lnTo>
                  <a:lnTo>
                    <a:pt x="9667" y="4939"/>
                  </a:lnTo>
                  <a:lnTo>
                    <a:pt x="9625" y="4855"/>
                  </a:lnTo>
                  <a:lnTo>
                    <a:pt x="9625" y="4792"/>
                  </a:lnTo>
                  <a:lnTo>
                    <a:pt x="9667" y="4730"/>
                  </a:lnTo>
                  <a:lnTo>
                    <a:pt x="9563" y="4730"/>
                  </a:lnTo>
                  <a:lnTo>
                    <a:pt x="9563" y="4709"/>
                  </a:lnTo>
                  <a:lnTo>
                    <a:pt x="9458" y="4709"/>
                  </a:lnTo>
                  <a:lnTo>
                    <a:pt x="9270" y="4604"/>
                  </a:lnTo>
                  <a:lnTo>
                    <a:pt x="9249" y="4541"/>
                  </a:lnTo>
                  <a:lnTo>
                    <a:pt x="9228" y="4583"/>
                  </a:lnTo>
                  <a:lnTo>
                    <a:pt x="9123" y="4437"/>
                  </a:lnTo>
                  <a:lnTo>
                    <a:pt x="9102" y="4290"/>
                  </a:lnTo>
                  <a:lnTo>
                    <a:pt x="8809" y="3914"/>
                  </a:lnTo>
                  <a:lnTo>
                    <a:pt x="8726" y="3788"/>
                  </a:lnTo>
                  <a:lnTo>
                    <a:pt x="8809" y="3788"/>
                  </a:lnTo>
                  <a:lnTo>
                    <a:pt x="8809" y="3746"/>
                  </a:lnTo>
                  <a:lnTo>
                    <a:pt x="8705" y="3453"/>
                  </a:lnTo>
                  <a:lnTo>
                    <a:pt x="8705" y="3391"/>
                  </a:lnTo>
                  <a:lnTo>
                    <a:pt x="8621" y="3265"/>
                  </a:lnTo>
                  <a:lnTo>
                    <a:pt x="8579" y="3265"/>
                  </a:lnTo>
                  <a:lnTo>
                    <a:pt x="8391" y="3014"/>
                  </a:lnTo>
                  <a:lnTo>
                    <a:pt x="8307" y="3014"/>
                  </a:lnTo>
                  <a:lnTo>
                    <a:pt x="8224" y="2909"/>
                  </a:lnTo>
                  <a:lnTo>
                    <a:pt x="8224" y="2867"/>
                  </a:lnTo>
                  <a:lnTo>
                    <a:pt x="8286" y="2867"/>
                  </a:lnTo>
                  <a:lnTo>
                    <a:pt x="8307" y="2909"/>
                  </a:lnTo>
                  <a:lnTo>
                    <a:pt x="8286" y="2826"/>
                  </a:lnTo>
                  <a:lnTo>
                    <a:pt x="8182" y="2805"/>
                  </a:lnTo>
                  <a:lnTo>
                    <a:pt x="7973" y="2763"/>
                  </a:lnTo>
                  <a:lnTo>
                    <a:pt x="7868" y="2449"/>
                  </a:lnTo>
                  <a:lnTo>
                    <a:pt x="7805" y="2323"/>
                  </a:lnTo>
                  <a:lnTo>
                    <a:pt x="7742" y="2303"/>
                  </a:lnTo>
                  <a:lnTo>
                    <a:pt x="7742" y="2198"/>
                  </a:lnTo>
                  <a:lnTo>
                    <a:pt x="7701" y="2219"/>
                  </a:lnTo>
                  <a:lnTo>
                    <a:pt x="7659" y="2177"/>
                  </a:lnTo>
                  <a:lnTo>
                    <a:pt x="7282" y="2323"/>
                  </a:lnTo>
                  <a:lnTo>
                    <a:pt x="7261" y="2114"/>
                  </a:lnTo>
                  <a:lnTo>
                    <a:pt x="6738" y="1968"/>
                  </a:lnTo>
                  <a:lnTo>
                    <a:pt x="6654" y="1968"/>
                  </a:lnTo>
                  <a:lnTo>
                    <a:pt x="5566" y="1926"/>
                  </a:lnTo>
                  <a:lnTo>
                    <a:pt x="2867" y="43"/>
                  </a:lnTo>
                  <a:lnTo>
                    <a:pt x="23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6B65"/>
                </a:solidFill>
              </a:endParaRPr>
            </a:p>
          </p:txBody>
        </p:sp>
        <p:sp>
          <p:nvSpPr>
            <p:cNvPr id="377" name="Google Shape;9336;p128">
              <a:extLst>
                <a:ext uri="{FF2B5EF4-FFF2-40B4-BE49-F238E27FC236}">
                  <a16:creationId xmlns:a16="http://schemas.microsoft.com/office/drawing/2014/main" id="{E4EEAE1D-99FE-1486-F870-E150A68AE3B1}"/>
                </a:ext>
              </a:extLst>
            </p:cNvPr>
            <p:cNvSpPr/>
            <p:nvPr/>
          </p:nvSpPr>
          <p:spPr>
            <a:xfrm>
              <a:off x="4089663" y="2967116"/>
              <a:ext cx="5251" cy="10952"/>
            </a:xfrm>
            <a:custGeom>
              <a:avLst/>
              <a:gdLst/>
              <a:ahLst/>
              <a:cxnLst/>
              <a:rect l="l" t="t" r="r" b="b"/>
              <a:pathLst>
                <a:path w="441" h="963" extrusionOk="0">
                  <a:moveTo>
                    <a:pt x="147" y="0"/>
                  </a:moveTo>
                  <a:lnTo>
                    <a:pt x="147" y="42"/>
                  </a:lnTo>
                  <a:lnTo>
                    <a:pt x="106" y="42"/>
                  </a:lnTo>
                  <a:lnTo>
                    <a:pt x="106" y="105"/>
                  </a:lnTo>
                  <a:lnTo>
                    <a:pt x="43" y="126"/>
                  </a:lnTo>
                  <a:lnTo>
                    <a:pt x="85" y="209"/>
                  </a:lnTo>
                  <a:lnTo>
                    <a:pt x="43" y="209"/>
                  </a:lnTo>
                  <a:lnTo>
                    <a:pt x="85" y="377"/>
                  </a:lnTo>
                  <a:lnTo>
                    <a:pt x="43" y="356"/>
                  </a:lnTo>
                  <a:lnTo>
                    <a:pt x="1" y="356"/>
                  </a:lnTo>
                  <a:lnTo>
                    <a:pt x="1" y="544"/>
                  </a:lnTo>
                  <a:lnTo>
                    <a:pt x="22" y="628"/>
                  </a:lnTo>
                  <a:lnTo>
                    <a:pt x="43" y="670"/>
                  </a:lnTo>
                  <a:lnTo>
                    <a:pt x="43" y="795"/>
                  </a:lnTo>
                  <a:lnTo>
                    <a:pt x="22" y="795"/>
                  </a:lnTo>
                  <a:lnTo>
                    <a:pt x="43" y="858"/>
                  </a:lnTo>
                  <a:lnTo>
                    <a:pt x="231" y="963"/>
                  </a:lnTo>
                  <a:lnTo>
                    <a:pt x="336" y="963"/>
                  </a:lnTo>
                  <a:lnTo>
                    <a:pt x="398" y="942"/>
                  </a:lnTo>
                  <a:lnTo>
                    <a:pt x="440" y="670"/>
                  </a:lnTo>
                  <a:lnTo>
                    <a:pt x="398" y="544"/>
                  </a:lnTo>
                  <a:lnTo>
                    <a:pt x="336" y="544"/>
                  </a:lnTo>
                  <a:lnTo>
                    <a:pt x="315" y="356"/>
                  </a:lnTo>
                  <a:lnTo>
                    <a:pt x="336" y="356"/>
                  </a:lnTo>
                  <a:lnTo>
                    <a:pt x="398" y="168"/>
                  </a:lnTo>
                  <a:lnTo>
                    <a:pt x="357" y="126"/>
                  </a:lnTo>
                  <a:lnTo>
                    <a:pt x="315" y="126"/>
                  </a:lnTo>
                  <a:lnTo>
                    <a:pt x="315" y="63"/>
                  </a:lnTo>
                  <a:lnTo>
                    <a:pt x="2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9337;p128">
              <a:extLst>
                <a:ext uri="{FF2B5EF4-FFF2-40B4-BE49-F238E27FC236}">
                  <a16:creationId xmlns:a16="http://schemas.microsoft.com/office/drawing/2014/main" id="{D443EE77-5EA0-1485-6713-41E449029213}"/>
                </a:ext>
              </a:extLst>
            </p:cNvPr>
            <p:cNvSpPr/>
            <p:nvPr/>
          </p:nvSpPr>
          <p:spPr>
            <a:xfrm>
              <a:off x="4095152" y="2967833"/>
              <a:ext cx="32900" cy="24758"/>
            </a:xfrm>
            <a:custGeom>
              <a:avLst/>
              <a:gdLst/>
              <a:ahLst/>
              <a:cxnLst/>
              <a:rect l="l" t="t" r="r" b="b"/>
              <a:pathLst>
                <a:path w="2763" h="2177" extrusionOk="0">
                  <a:moveTo>
                    <a:pt x="2490" y="0"/>
                  </a:moveTo>
                  <a:lnTo>
                    <a:pt x="2490" y="84"/>
                  </a:lnTo>
                  <a:lnTo>
                    <a:pt x="2469" y="146"/>
                  </a:lnTo>
                  <a:lnTo>
                    <a:pt x="2093" y="356"/>
                  </a:lnTo>
                  <a:lnTo>
                    <a:pt x="2093" y="502"/>
                  </a:lnTo>
                  <a:lnTo>
                    <a:pt x="1779" y="795"/>
                  </a:lnTo>
                  <a:lnTo>
                    <a:pt x="1737" y="879"/>
                  </a:lnTo>
                  <a:lnTo>
                    <a:pt x="1779" y="900"/>
                  </a:lnTo>
                  <a:lnTo>
                    <a:pt x="1821" y="983"/>
                  </a:lnTo>
                  <a:lnTo>
                    <a:pt x="1653" y="1130"/>
                  </a:lnTo>
                  <a:lnTo>
                    <a:pt x="1611" y="1046"/>
                  </a:lnTo>
                  <a:lnTo>
                    <a:pt x="1549" y="1088"/>
                  </a:lnTo>
                  <a:lnTo>
                    <a:pt x="1465" y="1088"/>
                  </a:lnTo>
                  <a:lnTo>
                    <a:pt x="1507" y="1193"/>
                  </a:lnTo>
                  <a:lnTo>
                    <a:pt x="1444" y="1193"/>
                  </a:lnTo>
                  <a:lnTo>
                    <a:pt x="1423" y="1234"/>
                  </a:lnTo>
                  <a:lnTo>
                    <a:pt x="1256" y="1255"/>
                  </a:lnTo>
                  <a:lnTo>
                    <a:pt x="1130" y="1297"/>
                  </a:lnTo>
                  <a:lnTo>
                    <a:pt x="1088" y="1214"/>
                  </a:lnTo>
                  <a:lnTo>
                    <a:pt x="837" y="1214"/>
                  </a:lnTo>
                  <a:lnTo>
                    <a:pt x="628" y="1151"/>
                  </a:lnTo>
                  <a:lnTo>
                    <a:pt x="398" y="1339"/>
                  </a:lnTo>
                  <a:lnTo>
                    <a:pt x="314" y="1318"/>
                  </a:lnTo>
                  <a:lnTo>
                    <a:pt x="251" y="1318"/>
                  </a:lnTo>
                  <a:lnTo>
                    <a:pt x="147" y="1360"/>
                  </a:lnTo>
                  <a:lnTo>
                    <a:pt x="105" y="1109"/>
                  </a:lnTo>
                  <a:lnTo>
                    <a:pt x="63" y="1151"/>
                  </a:lnTo>
                  <a:lnTo>
                    <a:pt x="0" y="1130"/>
                  </a:lnTo>
                  <a:lnTo>
                    <a:pt x="0" y="1318"/>
                  </a:lnTo>
                  <a:lnTo>
                    <a:pt x="147" y="1465"/>
                  </a:lnTo>
                  <a:lnTo>
                    <a:pt x="272" y="1946"/>
                  </a:lnTo>
                  <a:lnTo>
                    <a:pt x="1967" y="2176"/>
                  </a:lnTo>
                  <a:lnTo>
                    <a:pt x="2155" y="2030"/>
                  </a:lnTo>
                  <a:lnTo>
                    <a:pt x="2658" y="502"/>
                  </a:lnTo>
                  <a:lnTo>
                    <a:pt x="2762" y="481"/>
                  </a:lnTo>
                  <a:lnTo>
                    <a:pt x="2762" y="314"/>
                  </a:lnTo>
                  <a:lnTo>
                    <a:pt x="2720" y="251"/>
                  </a:lnTo>
                  <a:lnTo>
                    <a:pt x="2678" y="272"/>
                  </a:lnTo>
                  <a:lnTo>
                    <a:pt x="2658" y="251"/>
                  </a:lnTo>
                  <a:lnTo>
                    <a:pt x="2595" y="209"/>
                  </a:lnTo>
                  <a:lnTo>
                    <a:pt x="2574" y="42"/>
                  </a:lnTo>
                  <a:lnTo>
                    <a:pt x="249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9338;p128">
              <a:extLst>
                <a:ext uri="{FF2B5EF4-FFF2-40B4-BE49-F238E27FC236}">
                  <a16:creationId xmlns:a16="http://schemas.microsoft.com/office/drawing/2014/main" id="{BEA5D6A8-DA76-45D0-A3BA-B21C17CC48E3}"/>
                </a:ext>
              </a:extLst>
            </p:cNvPr>
            <p:cNvSpPr/>
            <p:nvPr/>
          </p:nvSpPr>
          <p:spPr>
            <a:xfrm>
              <a:off x="4101380" y="2973303"/>
              <a:ext cx="51583" cy="60684"/>
            </a:xfrm>
            <a:custGeom>
              <a:avLst/>
              <a:gdLst/>
              <a:ahLst/>
              <a:cxnLst/>
              <a:rect l="l" t="t" r="r" b="b"/>
              <a:pathLst>
                <a:path w="4332" h="5336" extrusionOk="0">
                  <a:moveTo>
                    <a:pt x="2239" y="0"/>
                  </a:moveTo>
                  <a:lnTo>
                    <a:pt x="2135" y="21"/>
                  </a:lnTo>
                  <a:lnTo>
                    <a:pt x="1632" y="1549"/>
                  </a:lnTo>
                  <a:lnTo>
                    <a:pt x="1758" y="2009"/>
                  </a:lnTo>
                  <a:lnTo>
                    <a:pt x="1674" y="3264"/>
                  </a:lnTo>
                  <a:lnTo>
                    <a:pt x="42" y="3746"/>
                  </a:lnTo>
                  <a:lnTo>
                    <a:pt x="0" y="4018"/>
                  </a:lnTo>
                  <a:lnTo>
                    <a:pt x="523" y="4708"/>
                  </a:lnTo>
                  <a:lnTo>
                    <a:pt x="461" y="4938"/>
                  </a:lnTo>
                  <a:lnTo>
                    <a:pt x="795" y="5336"/>
                  </a:lnTo>
                  <a:lnTo>
                    <a:pt x="879" y="5315"/>
                  </a:lnTo>
                  <a:lnTo>
                    <a:pt x="900" y="5336"/>
                  </a:lnTo>
                  <a:lnTo>
                    <a:pt x="1005" y="5336"/>
                  </a:lnTo>
                  <a:lnTo>
                    <a:pt x="1088" y="5231"/>
                  </a:lnTo>
                  <a:lnTo>
                    <a:pt x="1214" y="5231"/>
                  </a:lnTo>
                  <a:lnTo>
                    <a:pt x="1423" y="5127"/>
                  </a:lnTo>
                  <a:lnTo>
                    <a:pt x="1528" y="5127"/>
                  </a:lnTo>
                  <a:lnTo>
                    <a:pt x="1632" y="5106"/>
                  </a:lnTo>
                  <a:lnTo>
                    <a:pt x="1716" y="5147"/>
                  </a:lnTo>
                  <a:lnTo>
                    <a:pt x="1779" y="5147"/>
                  </a:lnTo>
                  <a:lnTo>
                    <a:pt x="1925" y="4938"/>
                  </a:lnTo>
                  <a:lnTo>
                    <a:pt x="1925" y="4917"/>
                  </a:lnTo>
                  <a:lnTo>
                    <a:pt x="1946" y="4917"/>
                  </a:lnTo>
                  <a:lnTo>
                    <a:pt x="1946" y="4834"/>
                  </a:lnTo>
                  <a:lnTo>
                    <a:pt x="1883" y="4813"/>
                  </a:lnTo>
                  <a:lnTo>
                    <a:pt x="1925" y="4750"/>
                  </a:lnTo>
                  <a:lnTo>
                    <a:pt x="1883" y="4687"/>
                  </a:lnTo>
                  <a:lnTo>
                    <a:pt x="1967" y="4603"/>
                  </a:lnTo>
                  <a:lnTo>
                    <a:pt x="2030" y="4541"/>
                  </a:lnTo>
                  <a:lnTo>
                    <a:pt x="2239" y="4541"/>
                  </a:lnTo>
                  <a:lnTo>
                    <a:pt x="2365" y="4520"/>
                  </a:lnTo>
                  <a:lnTo>
                    <a:pt x="2448" y="4583"/>
                  </a:lnTo>
                  <a:lnTo>
                    <a:pt x="2553" y="4436"/>
                  </a:lnTo>
                  <a:lnTo>
                    <a:pt x="2595" y="4415"/>
                  </a:lnTo>
                  <a:lnTo>
                    <a:pt x="2595" y="4227"/>
                  </a:lnTo>
                  <a:lnTo>
                    <a:pt x="2804" y="3976"/>
                  </a:lnTo>
                  <a:lnTo>
                    <a:pt x="2930" y="3955"/>
                  </a:lnTo>
                  <a:lnTo>
                    <a:pt x="3013" y="3976"/>
                  </a:lnTo>
                  <a:lnTo>
                    <a:pt x="3076" y="3913"/>
                  </a:lnTo>
                  <a:lnTo>
                    <a:pt x="3348" y="3913"/>
                  </a:lnTo>
                  <a:lnTo>
                    <a:pt x="3390" y="3850"/>
                  </a:lnTo>
                  <a:lnTo>
                    <a:pt x="3327" y="3808"/>
                  </a:lnTo>
                  <a:lnTo>
                    <a:pt x="3285" y="3599"/>
                  </a:lnTo>
                  <a:lnTo>
                    <a:pt x="3306" y="3599"/>
                  </a:lnTo>
                  <a:lnTo>
                    <a:pt x="3244" y="3494"/>
                  </a:lnTo>
                  <a:lnTo>
                    <a:pt x="3223" y="3474"/>
                  </a:lnTo>
                  <a:lnTo>
                    <a:pt x="3244" y="3390"/>
                  </a:lnTo>
                  <a:lnTo>
                    <a:pt x="3244" y="3285"/>
                  </a:lnTo>
                  <a:lnTo>
                    <a:pt x="3348" y="3118"/>
                  </a:lnTo>
                  <a:lnTo>
                    <a:pt x="3432" y="3076"/>
                  </a:lnTo>
                  <a:lnTo>
                    <a:pt x="3390" y="3013"/>
                  </a:lnTo>
                  <a:lnTo>
                    <a:pt x="3411" y="3013"/>
                  </a:lnTo>
                  <a:lnTo>
                    <a:pt x="3495" y="2867"/>
                  </a:lnTo>
                  <a:lnTo>
                    <a:pt x="3536" y="2846"/>
                  </a:lnTo>
                  <a:lnTo>
                    <a:pt x="3599" y="2846"/>
                  </a:lnTo>
                  <a:lnTo>
                    <a:pt x="3557" y="2909"/>
                  </a:lnTo>
                  <a:lnTo>
                    <a:pt x="3536" y="2971"/>
                  </a:lnTo>
                  <a:lnTo>
                    <a:pt x="3620" y="3013"/>
                  </a:lnTo>
                  <a:lnTo>
                    <a:pt x="3662" y="3013"/>
                  </a:lnTo>
                  <a:lnTo>
                    <a:pt x="3746" y="2804"/>
                  </a:lnTo>
                  <a:lnTo>
                    <a:pt x="3808" y="2741"/>
                  </a:lnTo>
                  <a:lnTo>
                    <a:pt x="3871" y="2616"/>
                  </a:lnTo>
                  <a:lnTo>
                    <a:pt x="4018" y="2490"/>
                  </a:lnTo>
                  <a:lnTo>
                    <a:pt x="4227" y="2134"/>
                  </a:lnTo>
                  <a:lnTo>
                    <a:pt x="4248" y="2072"/>
                  </a:lnTo>
                  <a:lnTo>
                    <a:pt x="4248" y="1988"/>
                  </a:lnTo>
                  <a:lnTo>
                    <a:pt x="4290" y="1862"/>
                  </a:lnTo>
                  <a:lnTo>
                    <a:pt x="4332" y="1758"/>
                  </a:lnTo>
                  <a:lnTo>
                    <a:pt x="4269" y="1695"/>
                  </a:lnTo>
                  <a:lnTo>
                    <a:pt x="4164" y="1674"/>
                  </a:lnTo>
                  <a:lnTo>
                    <a:pt x="3955" y="1507"/>
                  </a:lnTo>
                  <a:lnTo>
                    <a:pt x="3913" y="1402"/>
                  </a:lnTo>
                  <a:lnTo>
                    <a:pt x="3808" y="1298"/>
                  </a:lnTo>
                  <a:lnTo>
                    <a:pt x="3767" y="1151"/>
                  </a:lnTo>
                  <a:lnTo>
                    <a:pt x="3599" y="942"/>
                  </a:lnTo>
                  <a:lnTo>
                    <a:pt x="3516" y="942"/>
                  </a:lnTo>
                  <a:lnTo>
                    <a:pt x="3390" y="963"/>
                  </a:lnTo>
                  <a:lnTo>
                    <a:pt x="3118" y="921"/>
                  </a:lnTo>
                  <a:lnTo>
                    <a:pt x="3013" y="942"/>
                  </a:lnTo>
                  <a:lnTo>
                    <a:pt x="2930" y="963"/>
                  </a:lnTo>
                  <a:lnTo>
                    <a:pt x="2804" y="921"/>
                  </a:lnTo>
                  <a:lnTo>
                    <a:pt x="2469" y="649"/>
                  </a:lnTo>
                  <a:lnTo>
                    <a:pt x="2469" y="565"/>
                  </a:lnTo>
                  <a:lnTo>
                    <a:pt x="2260" y="335"/>
                  </a:lnTo>
                  <a:lnTo>
                    <a:pt x="223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9339;p128">
              <a:extLst>
                <a:ext uri="{FF2B5EF4-FFF2-40B4-BE49-F238E27FC236}">
                  <a16:creationId xmlns:a16="http://schemas.microsoft.com/office/drawing/2014/main" id="{83E37B9E-6E89-C79F-BF8C-2B9B6D26B3D2}"/>
                </a:ext>
              </a:extLst>
            </p:cNvPr>
            <p:cNvSpPr/>
            <p:nvPr/>
          </p:nvSpPr>
          <p:spPr>
            <a:xfrm>
              <a:off x="4124802" y="2964728"/>
              <a:ext cx="2751" cy="5971"/>
            </a:xfrm>
            <a:custGeom>
              <a:avLst/>
              <a:gdLst/>
              <a:ahLst/>
              <a:cxnLst/>
              <a:rect l="l" t="t" r="r" b="b"/>
              <a:pathLst>
                <a:path w="231" h="525" extrusionOk="0">
                  <a:moveTo>
                    <a:pt x="209" y="1"/>
                  </a:moveTo>
                  <a:lnTo>
                    <a:pt x="168" y="22"/>
                  </a:lnTo>
                  <a:lnTo>
                    <a:pt x="105" y="22"/>
                  </a:lnTo>
                  <a:lnTo>
                    <a:pt x="84" y="168"/>
                  </a:lnTo>
                  <a:lnTo>
                    <a:pt x="63" y="210"/>
                  </a:lnTo>
                  <a:lnTo>
                    <a:pt x="21" y="168"/>
                  </a:lnTo>
                  <a:lnTo>
                    <a:pt x="0" y="231"/>
                  </a:lnTo>
                  <a:lnTo>
                    <a:pt x="0" y="273"/>
                  </a:lnTo>
                  <a:lnTo>
                    <a:pt x="84" y="315"/>
                  </a:lnTo>
                  <a:lnTo>
                    <a:pt x="105" y="482"/>
                  </a:lnTo>
                  <a:lnTo>
                    <a:pt x="168" y="524"/>
                  </a:lnTo>
                  <a:lnTo>
                    <a:pt x="168" y="440"/>
                  </a:lnTo>
                  <a:lnTo>
                    <a:pt x="209" y="336"/>
                  </a:lnTo>
                  <a:lnTo>
                    <a:pt x="209" y="168"/>
                  </a:lnTo>
                  <a:lnTo>
                    <a:pt x="188" y="168"/>
                  </a:lnTo>
                  <a:lnTo>
                    <a:pt x="209" y="106"/>
                  </a:lnTo>
                  <a:lnTo>
                    <a:pt x="188" y="64"/>
                  </a:lnTo>
                  <a:lnTo>
                    <a:pt x="209" y="43"/>
                  </a:lnTo>
                  <a:lnTo>
                    <a:pt x="230" y="43"/>
                  </a:lnTo>
                  <a:lnTo>
                    <a:pt x="2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9340;p128">
              <a:extLst>
                <a:ext uri="{FF2B5EF4-FFF2-40B4-BE49-F238E27FC236}">
                  <a16:creationId xmlns:a16="http://schemas.microsoft.com/office/drawing/2014/main" id="{57CDC841-9CAE-4801-A38F-8285C7CAE331}"/>
                </a:ext>
              </a:extLst>
            </p:cNvPr>
            <p:cNvSpPr/>
            <p:nvPr/>
          </p:nvSpPr>
          <p:spPr>
            <a:xfrm>
              <a:off x="4037591" y="3015893"/>
              <a:ext cx="73267" cy="45456"/>
            </a:xfrm>
            <a:custGeom>
              <a:avLst/>
              <a:gdLst/>
              <a:ahLst/>
              <a:cxnLst/>
              <a:rect l="l" t="t" r="r" b="b"/>
              <a:pathLst>
                <a:path w="6153" h="3997" extrusionOk="0">
                  <a:moveTo>
                    <a:pt x="5399" y="1"/>
                  </a:moveTo>
                  <a:lnTo>
                    <a:pt x="3223" y="649"/>
                  </a:lnTo>
                  <a:lnTo>
                    <a:pt x="2177" y="2051"/>
                  </a:lnTo>
                  <a:lnTo>
                    <a:pt x="2156" y="1528"/>
                  </a:lnTo>
                  <a:lnTo>
                    <a:pt x="1633" y="1298"/>
                  </a:lnTo>
                  <a:lnTo>
                    <a:pt x="1131" y="1089"/>
                  </a:lnTo>
                  <a:lnTo>
                    <a:pt x="796" y="1089"/>
                  </a:lnTo>
                  <a:lnTo>
                    <a:pt x="608" y="942"/>
                  </a:lnTo>
                  <a:lnTo>
                    <a:pt x="440" y="1005"/>
                  </a:lnTo>
                  <a:lnTo>
                    <a:pt x="378" y="1277"/>
                  </a:lnTo>
                  <a:lnTo>
                    <a:pt x="482" y="1486"/>
                  </a:lnTo>
                  <a:lnTo>
                    <a:pt x="315" y="1591"/>
                  </a:lnTo>
                  <a:lnTo>
                    <a:pt x="273" y="1695"/>
                  </a:lnTo>
                  <a:lnTo>
                    <a:pt x="189" y="1674"/>
                  </a:lnTo>
                  <a:lnTo>
                    <a:pt x="85" y="1633"/>
                  </a:lnTo>
                  <a:lnTo>
                    <a:pt x="106" y="1737"/>
                  </a:lnTo>
                  <a:lnTo>
                    <a:pt x="168" y="2030"/>
                  </a:lnTo>
                  <a:lnTo>
                    <a:pt x="168" y="2218"/>
                  </a:lnTo>
                  <a:lnTo>
                    <a:pt x="85" y="2218"/>
                  </a:lnTo>
                  <a:lnTo>
                    <a:pt x="85" y="2260"/>
                  </a:lnTo>
                  <a:lnTo>
                    <a:pt x="1" y="2239"/>
                  </a:lnTo>
                  <a:lnTo>
                    <a:pt x="1" y="2239"/>
                  </a:lnTo>
                  <a:lnTo>
                    <a:pt x="22" y="2344"/>
                  </a:lnTo>
                  <a:lnTo>
                    <a:pt x="106" y="2344"/>
                  </a:lnTo>
                  <a:lnTo>
                    <a:pt x="106" y="2428"/>
                  </a:lnTo>
                  <a:lnTo>
                    <a:pt x="231" y="2616"/>
                  </a:lnTo>
                  <a:lnTo>
                    <a:pt x="315" y="3139"/>
                  </a:lnTo>
                  <a:lnTo>
                    <a:pt x="482" y="3265"/>
                  </a:lnTo>
                  <a:lnTo>
                    <a:pt x="482" y="3453"/>
                  </a:lnTo>
                  <a:lnTo>
                    <a:pt x="419" y="3474"/>
                  </a:lnTo>
                  <a:lnTo>
                    <a:pt x="482" y="3620"/>
                  </a:lnTo>
                  <a:lnTo>
                    <a:pt x="608" y="3767"/>
                  </a:lnTo>
                  <a:lnTo>
                    <a:pt x="608" y="3913"/>
                  </a:lnTo>
                  <a:lnTo>
                    <a:pt x="650" y="3997"/>
                  </a:lnTo>
                  <a:lnTo>
                    <a:pt x="796" y="3997"/>
                  </a:lnTo>
                  <a:lnTo>
                    <a:pt x="817" y="3934"/>
                  </a:lnTo>
                  <a:lnTo>
                    <a:pt x="963" y="3997"/>
                  </a:lnTo>
                  <a:lnTo>
                    <a:pt x="1068" y="3976"/>
                  </a:lnTo>
                  <a:lnTo>
                    <a:pt x="1173" y="3871"/>
                  </a:lnTo>
                  <a:lnTo>
                    <a:pt x="1319" y="3871"/>
                  </a:lnTo>
                  <a:lnTo>
                    <a:pt x="1361" y="3934"/>
                  </a:lnTo>
                  <a:lnTo>
                    <a:pt x="1466" y="3892"/>
                  </a:lnTo>
                  <a:lnTo>
                    <a:pt x="1570" y="3725"/>
                  </a:lnTo>
                  <a:lnTo>
                    <a:pt x="1633" y="3725"/>
                  </a:lnTo>
                  <a:lnTo>
                    <a:pt x="1696" y="3579"/>
                  </a:lnTo>
                  <a:lnTo>
                    <a:pt x="1842" y="3495"/>
                  </a:lnTo>
                  <a:lnTo>
                    <a:pt x="1905" y="3474"/>
                  </a:lnTo>
                  <a:lnTo>
                    <a:pt x="2010" y="3474"/>
                  </a:lnTo>
                  <a:lnTo>
                    <a:pt x="2051" y="3495"/>
                  </a:lnTo>
                  <a:lnTo>
                    <a:pt x="2198" y="3495"/>
                  </a:lnTo>
                  <a:lnTo>
                    <a:pt x="2219" y="3558"/>
                  </a:lnTo>
                  <a:lnTo>
                    <a:pt x="2365" y="3579"/>
                  </a:lnTo>
                  <a:lnTo>
                    <a:pt x="2616" y="3474"/>
                  </a:lnTo>
                  <a:lnTo>
                    <a:pt x="2826" y="3453"/>
                  </a:lnTo>
                  <a:lnTo>
                    <a:pt x="2909" y="3369"/>
                  </a:lnTo>
                  <a:lnTo>
                    <a:pt x="2930" y="3307"/>
                  </a:lnTo>
                  <a:lnTo>
                    <a:pt x="3119" y="3160"/>
                  </a:lnTo>
                  <a:lnTo>
                    <a:pt x="3223" y="3160"/>
                  </a:lnTo>
                  <a:lnTo>
                    <a:pt x="3307" y="3202"/>
                  </a:lnTo>
                  <a:lnTo>
                    <a:pt x="3370" y="3181"/>
                  </a:lnTo>
                  <a:lnTo>
                    <a:pt x="3432" y="3139"/>
                  </a:lnTo>
                  <a:lnTo>
                    <a:pt x="3453" y="3181"/>
                  </a:lnTo>
                  <a:lnTo>
                    <a:pt x="3537" y="3181"/>
                  </a:lnTo>
                  <a:lnTo>
                    <a:pt x="3725" y="3034"/>
                  </a:lnTo>
                  <a:lnTo>
                    <a:pt x="3830" y="2846"/>
                  </a:lnTo>
                  <a:lnTo>
                    <a:pt x="3935" y="2783"/>
                  </a:lnTo>
                  <a:lnTo>
                    <a:pt x="3997" y="2783"/>
                  </a:lnTo>
                  <a:lnTo>
                    <a:pt x="4625" y="2616"/>
                  </a:lnTo>
                  <a:lnTo>
                    <a:pt x="4688" y="2532"/>
                  </a:lnTo>
                  <a:lnTo>
                    <a:pt x="5043" y="2470"/>
                  </a:lnTo>
                  <a:lnTo>
                    <a:pt x="5253" y="2365"/>
                  </a:lnTo>
                  <a:lnTo>
                    <a:pt x="5399" y="2260"/>
                  </a:lnTo>
                  <a:lnTo>
                    <a:pt x="5629" y="2218"/>
                  </a:lnTo>
                  <a:lnTo>
                    <a:pt x="5608" y="2135"/>
                  </a:lnTo>
                  <a:lnTo>
                    <a:pt x="5629" y="2114"/>
                  </a:lnTo>
                  <a:lnTo>
                    <a:pt x="5567" y="2051"/>
                  </a:lnTo>
                  <a:lnTo>
                    <a:pt x="5608" y="1905"/>
                  </a:lnTo>
                  <a:lnTo>
                    <a:pt x="5776" y="1674"/>
                  </a:lnTo>
                  <a:lnTo>
                    <a:pt x="6027" y="1612"/>
                  </a:lnTo>
                  <a:lnTo>
                    <a:pt x="6152" y="1591"/>
                  </a:lnTo>
                  <a:lnTo>
                    <a:pt x="5818" y="1193"/>
                  </a:lnTo>
                  <a:lnTo>
                    <a:pt x="5880" y="963"/>
                  </a:lnTo>
                  <a:lnTo>
                    <a:pt x="5357" y="273"/>
                  </a:lnTo>
                  <a:lnTo>
                    <a:pt x="539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9341;p128">
              <a:extLst>
                <a:ext uri="{FF2B5EF4-FFF2-40B4-BE49-F238E27FC236}">
                  <a16:creationId xmlns:a16="http://schemas.microsoft.com/office/drawing/2014/main" id="{D9820B51-4575-D3D1-F54A-589A6EB39EE4}"/>
                </a:ext>
              </a:extLst>
            </p:cNvPr>
            <p:cNvSpPr/>
            <p:nvPr/>
          </p:nvSpPr>
          <p:spPr>
            <a:xfrm>
              <a:off x="3911526" y="2929280"/>
              <a:ext cx="85972" cy="69020"/>
            </a:xfrm>
            <a:custGeom>
              <a:avLst/>
              <a:gdLst/>
              <a:ahLst/>
              <a:cxnLst/>
              <a:rect l="l" t="t" r="r" b="b"/>
              <a:pathLst>
                <a:path w="7220" h="6069" extrusionOk="0">
                  <a:moveTo>
                    <a:pt x="503" y="0"/>
                  </a:moveTo>
                  <a:lnTo>
                    <a:pt x="210" y="21"/>
                  </a:lnTo>
                  <a:lnTo>
                    <a:pt x="147" y="21"/>
                  </a:lnTo>
                  <a:lnTo>
                    <a:pt x="126" y="126"/>
                  </a:lnTo>
                  <a:lnTo>
                    <a:pt x="84" y="356"/>
                  </a:lnTo>
                  <a:lnTo>
                    <a:pt x="126" y="523"/>
                  </a:lnTo>
                  <a:lnTo>
                    <a:pt x="126" y="649"/>
                  </a:lnTo>
                  <a:lnTo>
                    <a:pt x="42" y="858"/>
                  </a:lnTo>
                  <a:lnTo>
                    <a:pt x="1" y="1047"/>
                  </a:lnTo>
                  <a:lnTo>
                    <a:pt x="42" y="1193"/>
                  </a:lnTo>
                  <a:lnTo>
                    <a:pt x="126" y="1486"/>
                  </a:lnTo>
                  <a:lnTo>
                    <a:pt x="314" y="6068"/>
                  </a:lnTo>
                  <a:lnTo>
                    <a:pt x="7219" y="6005"/>
                  </a:lnTo>
                  <a:lnTo>
                    <a:pt x="7219" y="5985"/>
                  </a:lnTo>
                  <a:lnTo>
                    <a:pt x="7115" y="5964"/>
                  </a:lnTo>
                  <a:lnTo>
                    <a:pt x="6989" y="5796"/>
                  </a:lnTo>
                  <a:lnTo>
                    <a:pt x="6947" y="5754"/>
                  </a:lnTo>
                  <a:lnTo>
                    <a:pt x="6822" y="5692"/>
                  </a:lnTo>
                  <a:lnTo>
                    <a:pt x="6738" y="5566"/>
                  </a:lnTo>
                  <a:lnTo>
                    <a:pt x="6675" y="5587"/>
                  </a:lnTo>
                  <a:lnTo>
                    <a:pt x="6571" y="5587"/>
                  </a:lnTo>
                  <a:lnTo>
                    <a:pt x="6403" y="5461"/>
                  </a:lnTo>
                  <a:lnTo>
                    <a:pt x="6299" y="5169"/>
                  </a:lnTo>
                  <a:lnTo>
                    <a:pt x="6319" y="5106"/>
                  </a:lnTo>
                  <a:lnTo>
                    <a:pt x="6319" y="4938"/>
                  </a:lnTo>
                  <a:lnTo>
                    <a:pt x="6278" y="4855"/>
                  </a:lnTo>
                  <a:lnTo>
                    <a:pt x="6299" y="4813"/>
                  </a:lnTo>
                  <a:lnTo>
                    <a:pt x="6319" y="4855"/>
                  </a:lnTo>
                  <a:lnTo>
                    <a:pt x="6508" y="4855"/>
                  </a:lnTo>
                  <a:lnTo>
                    <a:pt x="6424" y="4792"/>
                  </a:lnTo>
                  <a:lnTo>
                    <a:pt x="6382" y="4792"/>
                  </a:lnTo>
                  <a:lnTo>
                    <a:pt x="6299" y="4624"/>
                  </a:lnTo>
                  <a:lnTo>
                    <a:pt x="6257" y="4604"/>
                  </a:lnTo>
                  <a:lnTo>
                    <a:pt x="6257" y="4645"/>
                  </a:lnTo>
                  <a:lnTo>
                    <a:pt x="6173" y="4583"/>
                  </a:lnTo>
                  <a:lnTo>
                    <a:pt x="6110" y="4415"/>
                  </a:lnTo>
                  <a:lnTo>
                    <a:pt x="5901" y="4080"/>
                  </a:lnTo>
                  <a:lnTo>
                    <a:pt x="5796" y="4018"/>
                  </a:lnTo>
                  <a:lnTo>
                    <a:pt x="5775" y="3871"/>
                  </a:lnTo>
                  <a:lnTo>
                    <a:pt x="5420" y="3327"/>
                  </a:lnTo>
                  <a:lnTo>
                    <a:pt x="5420" y="3223"/>
                  </a:lnTo>
                  <a:lnTo>
                    <a:pt x="5357" y="3118"/>
                  </a:lnTo>
                  <a:lnTo>
                    <a:pt x="5336" y="2867"/>
                  </a:lnTo>
                  <a:lnTo>
                    <a:pt x="5273" y="2825"/>
                  </a:lnTo>
                  <a:lnTo>
                    <a:pt x="5273" y="2741"/>
                  </a:lnTo>
                  <a:lnTo>
                    <a:pt x="5064" y="2532"/>
                  </a:lnTo>
                  <a:lnTo>
                    <a:pt x="5064" y="2448"/>
                  </a:lnTo>
                  <a:lnTo>
                    <a:pt x="5106" y="2344"/>
                  </a:lnTo>
                  <a:lnTo>
                    <a:pt x="5043" y="2281"/>
                  </a:lnTo>
                  <a:lnTo>
                    <a:pt x="4708" y="1988"/>
                  </a:lnTo>
                  <a:lnTo>
                    <a:pt x="4687" y="1884"/>
                  </a:lnTo>
                  <a:lnTo>
                    <a:pt x="4478" y="1653"/>
                  </a:lnTo>
                  <a:lnTo>
                    <a:pt x="4478" y="1507"/>
                  </a:lnTo>
                  <a:lnTo>
                    <a:pt x="4332" y="1360"/>
                  </a:lnTo>
                  <a:lnTo>
                    <a:pt x="4374" y="1277"/>
                  </a:lnTo>
                  <a:lnTo>
                    <a:pt x="4374" y="1193"/>
                  </a:lnTo>
                  <a:lnTo>
                    <a:pt x="4395" y="1151"/>
                  </a:lnTo>
                  <a:lnTo>
                    <a:pt x="4395" y="1193"/>
                  </a:lnTo>
                  <a:lnTo>
                    <a:pt x="4478" y="1193"/>
                  </a:lnTo>
                  <a:lnTo>
                    <a:pt x="4499" y="1339"/>
                  </a:lnTo>
                  <a:lnTo>
                    <a:pt x="4541" y="1402"/>
                  </a:lnTo>
                  <a:lnTo>
                    <a:pt x="4583" y="1465"/>
                  </a:lnTo>
                  <a:lnTo>
                    <a:pt x="4792" y="1674"/>
                  </a:lnTo>
                  <a:lnTo>
                    <a:pt x="4792" y="1779"/>
                  </a:lnTo>
                  <a:lnTo>
                    <a:pt x="4834" y="1884"/>
                  </a:lnTo>
                  <a:lnTo>
                    <a:pt x="5001" y="1967"/>
                  </a:lnTo>
                  <a:lnTo>
                    <a:pt x="5022" y="2072"/>
                  </a:lnTo>
                  <a:lnTo>
                    <a:pt x="5315" y="2344"/>
                  </a:lnTo>
                  <a:lnTo>
                    <a:pt x="5462" y="2428"/>
                  </a:lnTo>
                  <a:lnTo>
                    <a:pt x="5462" y="2490"/>
                  </a:lnTo>
                  <a:lnTo>
                    <a:pt x="5483" y="2407"/>
                  </a:lnTo>
                  <a:lnTo>
                    <a:pt x="5566" y="2323"/>
                  </a:lnTo>
                  <a:lnTo>
                    <a:pt x="5629" y="2114"/>
                  </a:lnTo>
                  <a:lnTo>
                    <a:pt x="5566" y="2072"/>
                  </a:lnTo>
                  <a:lnTo>
                    <a:pt x="5650" y="1904"/>
                  </a:lnTo>
                  <a:lnTo>
                    <a:pt x="5650" y="1779"/>
                  </a:lnTo>
                  <a:lnTo>
                    <a:pt x="5734" y="1465"/>
                  </a:lnTo>
                  <a:lnTo>
                    <a:pt x="5755" y="1444"/>
                  </a:lnTo>
                  <a:lnTo>
                    <a:pt x="5671" y="1235"/>
                  </a:lnTo>
                  <a:lnTo>
                    <a:pt x="5734" y="1088"/>
                  </a:lnTo>
                  <a:lnTo>
                    <a:pt x="5587" y="775"/>
                  </a:lnTo>
                  <a:lnTo>
                    <a:pt x="5441" y="544"/>
                  </a:lnTo>
                  <a:lnTo>
                    <a:pt x="5378" y="335"/>
                  </a:lnTo>
                  <a:lnTo>
                    <a:pt x="5273" y="147"/>
                  </a:lnTo>
                  <a:lnTo>
                    <a:pt x="5211" y="126"/>
                  </a:lnTo>
                  <a:lnTo>
                    <a:pt x="5127" y="231"/>
                  </a:lnTo>
                  <a:lnTo>
                    <a:pt x="4959" y="293"/>
                  </a:lnTo>
                  <a:lnTo>
                    <a:pt x="4604" y="231"/>
                  </a:lnTo>
                  <a:lnTo>
                    <a:pt x="4311" y="314"/>
                  </a:lnTo>
                  <a:lnTo>
                    <a:pt x="4102" y="147"/>
                  </a:lnTo>
                  <a:lnTo>
                    <a:pt x="4081" y="251"/>
                  </a:lnTo>
                  <a:lnTo>
                    <a:pt x="4164" y="398"/>
                  </a:lnTo>
                  <a:lnTo>
                    <a:pt x="4164" y="461"/>
                  </a:lnTo>
                  <a:lnTo>
                    <a:pt x="4081" y="335"/>
                  </a:lnTo>
                  <a:lnTo>
                    <a:pt x="3976" y="293"/>
                  </a:lnTo>
                  <a:lnTo>
                    <a:pt x="3955" y="189"/>
                  </a:lnTo>
                  <a:lnTo>
                    <a:pt x="3997" y="147"/>
                  </a:lnTo>
                  <a:lnTo>
                    <a:pt x="3955" y="105"/>
                  </a:lnTo>
                  <a:lnTo>
                    <a:pt x="3850" y="105"/>
                  </a:lnTo>
                  <a:lnTo>
                    <a:pt x="3746" y="84"/>
                  </a:lnTo>
                  <a:lnTo>
                    <a:pt x="3537" y="21"/>
                  </a:lnTo>
                  <a:lnTo>
                    <a:pt x="3495" y="42"/>
                  </a:lnTo>
                  <a:lnTo>
                    <a:pt x="3578" y="84"/>
                  </a:lnTo>
                  <a:lnTo>
                    <a:pt x="3599" y="105"/>
                  </a:lnTo>
                  <a:lnTo>
                    <a:pt x="3495" y="126"/>
                  </a:lnTo>
                  <a:lnTo>
                    <a:pt x="3390" y="105"/>
                  </a:lnTo>
                  <a:lnTo>
                    <a:pt x="3265" y="147"/>
                  </a:lnTo>
                  <a:lnTo>
                    <a:pt x="3223" y="126"/>
                  </a:lnTo>
                  <a:lnTo>
                    <a:pt x="3223" y="105"/>
                  </a:lnTo>
                  <a:lnTo>
                    <a:pt x="3348" y="84"/>
                  </a:lnTo>
                  <a:lnTo>
                    <a:pt x="3432" y="42"/>
                  </a:lnTo>
                  <a:lnTo>
                    <a:pt x="3327" y="42"/>
                  </a:lnTo>
                  <a:lnTo>
                    <a:pt x="3139" y="84"/>
                  </a:lnTo>
                  <a:lnTo>
                    <a:pt x="3076" y="126"/>
                  </a:lnTo>
                  <a:lnTo>
                    <a:pt x="2930" y="210"/>
                  </a:lnTo>
                  <a:lnTo>
                    <a:pt x="2846" y="231"/>
                  </a:lnTo>
                  <a:lnTo>
                    <a:pt x="2700" y="293"/>
                  </a:lnTo>
                  <a:lnTo>
                    <a:pt x="2595" y="419"/>
                  </a:lnTo>
                  <a:lnTo>
                    <a:pt x="2553" y="461"/>
                  </a:lnTo>
                  <a:lnTo>
                    <a:pt x="2386" y="461"/>
                  </a:lnTo>
                  <a:lnTo>
                    <a:pt x="2177" y="335"/>
                  </a:lnTo>
                  <a:lnTo>
                    <a:pt x="2009" y="314"/>
                  </a:lnTo>
                  <a:lnTo>
                    <a:pt x="1821" y="335"/>
                  </a:lnTo>
                  <a:lnTo>
                    <a:pt x="1674" y="231"/>
                  </a:lnTo>
                  <a:lnTo>
                    <a:pt x="1591" y="231"/>
                  </a:lnTo>
                  <a:lnTo>
                    <a:pt x="1507" y="251"/>
                  </a:lnTo>
                  <a:lnTo>
                    <a:pt x="1361" y="147"/>
                  </a:lnTo>
                  <a:lnTo>
                    <a:pt x="1172" y="105"/>
                  </a:lnTo>
                  <a:lnTo>
                    <a:pt x="733" y="84"/>
                  </a:lnTo>
                  <a:lnTo>
                    <a:pt x="5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9342;p128">
              <a:extLst>
                <a:ext uri="{FF2B5EF4-FFF2-40B4-BE49-F238E27FC236}">
                  <a16:creationId xmlns:a16="http://schemas.microsoft.com/office/drawing/2014/main" id="{A7D01232-26C2-4D54-C8C9-12D74392668D}"/>
                </a:ext>
              </a:extLst>
            </p:cNvPr>
            <p:cNvSpPr/>
            <p:nvPr/>
          </p:nvSpPr>
          <p:spPr>
            <a:xfrm>
              <a:off x="3896332" y="2997572"/>
              <a:ext cx="113621" cy="124461"/>
            </a:xfrm>
            <a:custGeom>
              <a:avLst/>
              <a:gdLst/>
              <a:ahLst/>
              <a:cxnLst/>
              <a:rect l="l" t="t" r="r" b="b"/>
              <a:pathLst>
                <a:path w="9542" h="10944" extrusionOk="0">
                  <a:moveTo>
                    <a:pt x="8495" y="0"/>
                  </a:moveTo>
                  <a:lnTo>
                    <a:pt x="1590" y="63"/>
                  </a:lnTo>
                  <a:lnTo>
                    <a:pt x="1632" y="1193"/>
                  </a:lnTo>
                  <a:lnTo>
                    <a:pt x="1088" y="1235"/>
                  </a:lnTo>
                  <a:lnTo>
                    <a:pt x="1088" y="1444"/>
                  </a:lnTo>
                  <a:lnTo>
                    <a:pt x="1151" y="3725"/>
                  </a:lnTo>
                  <a:lnTo>
                    <a:pt x="1046" y="3746"/>
                  </a:lnTo>
                  <a:lnTo>
                    <a:pt x="942" y="3829"/>
                  </a:lnTo>
                  <a:lnTo>
                    <a:pt x="837" y="3767"/>
                  </a:lnTo>
                  <a:lnTo>
                    <a:pt x="691" y="3767"/>
                  </a:lnTo>
                  <a:lnTo>
                    <a:pt x="586" y="3850"/>
                  </a:lnTo>
                  <a:lnTo>
                    <a:pt x="586" y="3976"/>
                  </a:lnTo>
                  <a:lnTo>
                    <a:pt x="649" y="4060"/>
                  </a:lnTo>
                  <a:lnTo>
                    <a:pt x="586" y="4185"/>
                  </a:lnTo>
                  <a:lnTo>
                    <a:pt x="377" y="4457"/>
                  </a:lnTo>
                  <a:lnTo>
                    <a:pt x="335" y="4457"/>
                  </a:lnTo>
                  <a:lnTo>
                    <a:pt x="230" y="4541"/>
                  </a:lnTo>
                  <a:lnTo>
                    <a:pt x="251" y="4645"/>
                  </a:lnTo>
                  <a:lnTo>
                    <a:pt x="314" y="4687"/>
                  </a:lnTo>
                  <a:lnTo>
                    <a:pt x="251" y="4813"/>
                  </a:lnTo>
                  <a:lnTo>
                    <a:pt x="126" y="4897"/>
                  </a:lnTo>
                  <a:lnTo>
                    <a:pt x="105" y="4980"/>
                  </a:lnTo>
                  <a:lnTo>
                    <a:pt x="209" y="5022"/>
                  </a:lnTo>
                  <a:lnTo>
                    <a:pt x="230" y="5127"/>
                  </a:lnTo>
                  <a:lnTo>
                    <a:pt x="168" y="5231"/>
                  </a:lnTo>
                  <a:lnTo>
                    <a:pt x="0" y="5420"/>
                  </a:lnTo>
                  <a:lnTo>
                    <a:pt x="0" y="5545"/>
                  </a:lnTo>
                  <a:lnTo>
                    <a:pt x="63" y="5629"/>
                  </a:lnTo>
                  <a:lnTo>
                    <a:pt x="209" y="5524"/>
                  </a:lnTo>
                  <a:lnTo>
                    <a:pt x="251" y="5545"/>
                  </a:lnTo>
                  <a:lnTo>
                    <a:pt x="251" y="5629"/>
                  </a:lnTo>
                  <a:lnTo>
                    <a:pt x="209" y="5692"/>
                  </a:lnTo>
                  <a:lnTo>
                    <a:pt x="272" y="5734"/>
                  </a:lnTo>
                  <a:lnTo>
                    <a:pt x="230" y="5817"/>
                  </a:lnTo>
                  <a:lnTo>
                    <a:pt x="272" y="5922"/>
                  </a:lnTo>
                  <a:lnTo>
                    <a:pt x="272" y="6047"/>
                  </a:lnTo>
                  <a:lnTo>
                    <a:pt x="314" y="6152"/>
                  </a:lnTo>
                  <a:lnTo>
                    <a:pt x="544" y="6236"/>
                  </a:lnTo>
                  <a:lnTo>
                    <a:pt x="586" y="6319"/>
                  </a:lnTo>
                  <a:lnTo>
                    <a:pt x="544" y="6382"/>
                  </a:lnTo>
                  <a:lnTo>
                    <a:pt x="544" y="6466"/>
                  </a:lnTo>
                  <a:lnTo>
                    <a:pt x="523" y="6487"/>
                  </a:lnTo>
                  <a:lnTo>
                    <a:pt x="586" y="6570"/>
                  </a:lnTo>
                  <a:lnTo>
                    <a:pt x="586" y="6654"/>
                  </a:lnTo>
                  <a:lnTo>
                    <a:pt x="544" y="6675"/>
                  </a:lnTo>
                  <a:lnTo>
                    <a:pt x="670" y="6780"/>
                  </a:lnTo>
                  <a:lnTo>
                    <a:pt x="691" y="6863"/>
                  </a:lnTo>
                  <a:lnTo>
                    <a:pt x="858" y="7052"/>
                  </a:lnTo>
                  <a:lnTo>
                    <a:pt x="963" y="7282"/>
                  </a:lnTo>
                  <a:lnTo>
                    <a:pt x="984" y="7366"/>
                  </a:lnTo>
                  <a:lnTo>
                    <a:pt x="963" y="7491"/>
                  </a:lnTo>
                  <a:lnTo>
                    <a:pt x="942" y="7533"/>
                  </a:lnTo>
                  <a:lnTo>
                    <a:pt x="879" y="7638"/>
                  </a:lnTo>
                  <a:lnTo>
                    <a:pt x="879" y="7826"/>
                  </a:lnTo>
                  <a:lnTo>
                    <a:pt x="984" y="7910"/>
                  </a:lnTo>
                  <a:lnTo>
                    <a:pt x="1109" y="7910"/>
                  </a:lnTo>
                  <a:lnTo>
                    <a:pt x="1172" y="7847"/>
                  </a:lnTo>
                  <a:lnTo>
                    <a:pt x="1318" y="7847"/>
                  </a:lnTo>
                  <a:lnTo>
                    <a:pt x="1402" y="7889"/>
                  </a:lnTo>
                  <a:lnTo>
                    <a:pt x="1360" y="7951"/>
                  </a:lnTo>
                  <a:lnTo>
                    <a:pt x="1381" y="8098"/>
                  </a:lnTo>
                  <a:lnTo>
                    <a:pt x="1465" y="8140"/>
                  </a:lnTo>
                  <a:lnTo>
                    <a:pt x="1590" y="8223"/>
                  </a:lnTo>
                  <a:lnTo>
                    <a:pt x="1695" y="8223"/>
                  </a:lnTo>
                  <a:lnTo>
                    <a:pt x="1779" y="8265"/>
                  </a:lnTo>
                  <a:lnTo>
                    <a:pt x="1821" y="8349"/>
                  </a:lnTo>
                  <a:lnTo>
                    <a:pt x="1925" y="8412"/>
                  </a:lnTo>
                  <a:lnTo>
                    <a:pt x="2030" y="8412"/>
                  </a:lnTo>
                  <a:lnTo>
                    <a:pt x="2093" y="8475"/>
                  </a:lnTo>
                  <a:lnTo>
                    <a:pt x="2051" y="8558"/>
                  </a:lnTo>
                  <a:lnTo>
                    <a:pt x="1988" y="8621"/>
                  </a:lnTo>
                  <a:lnTo>
                    <a:pt x="1946" y="8663"/>
                  </a:lnTo>
                  <a:lnTo>
                    <a:pt x="1904" y="8726"/>
                  </a:lnTo>
                  <a:lnTo>
                    <a:pt x="2030" y="8830"/>
                  </a:lnTo>
                  <a:lnTo>
                    <a:pt x="2134" y="8851"/>
                  </a:lnTo>
                  <a:lnTo>
                    <a:pt x="2155" y="8830"/>
                  </a:lnTo>
                  <a:lnTo>
                    <a:pt x="2260" y="8872"/>
                  </a:lnTo>
                  <a:lnTo>
                    <a:pt x="2323" y="8851"/>
                  </a:lnTo>
                  <a:lnTo>
                    <a:pt x="2511" y="8977"/>
                  </a:lnTo>
                  <a:lnTo>
                    <a:pt x="2532" y="9039"/>
                  </a:lnTo>
                  <a:lnTo>
                    <a:pt x="2553" y="9207"/>
                  </a:lnTo>
                  <a:lnTo>
                    <a:pt x="2616" y="9270"/>
                  </a:lnTo>
                  <a:lnTo>
                    <a:pt x="2720" y="9291"/>
                  </a:lnTo>
                  <a:lnTo>
                    <a:pt x="2762" y="9353"/>
                  </a:lnTo>
                  <a:lnTo>
                    <a:pt x="2741" y="9458"/>
                  </a:lnTo>
                  <a:lnTo>
                    <a:pt x="2783" y="9521"/>
                  </a:lnTo>
                  <a:lnTo>
                    <a:pt x="2992" y="9563"/>
                  </a:lnTo>
                  <a:lnTo>
                    <a:pt x="3076" y="9625"/>
                  </a:lnTo>
                  <a:lnTo>
                    <a:pt x="3076" y="9688"/>
                  </a:lnTo>
                  <a:lnTo>
                    <a:pt x="3076" y="9876"/>
                  </a:lnTo>
                  <a:lnTo>
                    <a:pt x="3160" y="9918"/>
                  </a:lnTo>
                  <a:lnTo>
                    <a:pt x="3264" y="9981"/>
                  </a:lnTo>
                  <a:lnTo>
                    <a:pt x="3306" y="10044"/>
                  </a:lnTo>
                  <a:lnTo>
                    <a:pt x="3306" y="10086"/>
                  </a:lnTo>
                  <a:lnTo>
                    <a:pt x="3348" y="10190"/>
                  </a:lnTo>
                  <a:lnTo>
                    <a:pt x="3390" y="10232"/>
                  </a:lnTo>
                  <a:lnTo>
                    <a:pt x="3474" y="10253"/>
                  </a:lnTo>
                  <a:lnTo>
                    <a:pt x="3515" y="10337"/>
                  </a:lnTo>
                  <a:lnTo>
                    <a:pt x="3662" y="10420"/>
                  </a:lnTo>
                  <a:lnTo>
                    <a:pt x="3766" y="10462"/>
                  </a:lnTo>
                  <a:lnTo>
                    <a:pt x="3829" y="10441"/>
                  </a:lnTo>
                  <a:lnTo>
                    <a:pt x="3871" y="10399"/>
                  </a:lnTo>
                  <a:lnTo>
                    <a:pt x="3934" y="10337"/>
                  </a:lnTo>
                  <a:lnTo>
                    <a:pt x="4143" y="10337"/>
                  </a:lnTo>
                  <a:lnTo>
                    <a:pt x="4185" y="10399"/>
                  </a:lnTo>
                  <a:lnTo>
                    <a:pt x="4227" y="10399"/>
                  </a:lnTo>
                  <a:lnTo>
                    <a:pt x="4331" y="10337"/>
                  </a:lnTo>
                  <a:lnTo>
                    <a:pt x="4394" y="10295"/>
                  </a:lnTo>
                  <a:lnTo>
                    <a:pt x="4436" y="10211"/>
                  </a:lnTo>
                  <a:lnTo>
                    <a:pt x="4562" y="10211"/>
                  </a:lnTo>
                  <a:lnTo>
                    <a:pt x="4624" y="10232"/>
                  </a:lnTo>
                  <a:lnTo>
                    <a:pt x="4708" y="10399"/>
                  </a:lnTo>
                  <a:lnTo>
                    <a:pt x="4750" y="10462"/>
                  </a:lnTo>
                  <a:lnTo>
                    <a:pt x="4813" y="10525"/>
                  </a:lnTo>
                  <a:lnTo>
                    <a:pt x="4938" y="10567"/>
                  </a:lnTo>
                  <a:lnTo>
                    <a:pt x="5022" y="10630"/>
                  </a:lnTo>
                  <a:lnTo>
                    <a:pt x="5043" y="10734"/>
                  </a:lnTo>
                  <a:lnTo>
                    <a:pt x="5085" y="10755"/>
                  </a:lnTo>
                  <a:lnTo>
                    <a:pt x="5126" y="10839"/>
                  </a:lnTo>
                  <a:lnTo>
                    <a:pt x="5126" y="10923"/>
                  </a:lnTo>
                  <a:lnTo>
                    <a:pt x="5294" y="10923"/>
                  </a:lnTo>
                  <a:lnTo>
                    <a:pt x="5336" y="10944"/>
                  </a:lnTo>
                  <a:lnTo>
                    <a:pt x="5357" y="10923"/>
                  </a:lnTo>
                  <a:lnTo>
                    <a:pt x="5336" y="10860"/>
                  </a:lnTo>
                  <a:lnTo>
                    <a:pt x="5336" y="10776"/>
                  </a:lnTo>
                  <a:lnTo>
                    <a:pt x="5398" y="10713"/>
                  </a:lnTo>
                  <a:lnTo>
                    <a:pt x="5503" y="10755"/>
                  </a:lnTo>
                  <a:lnTo>
                    <a:pt x="5671" y="10818"/>
                  </a:lnTo>
                  <a:lnTo>
                    <a:pt x="5754" y="10776"/>
                  </a:lnTo>
                  <a:lnTo>
                    <a:pt x="5859" y="10818"/>
                  </a:lnTo>
                  <a:lnTo>
                    <a:pt x="5859" y="10923"/>
                  </a:lnTo>
                  <a:lnTo>
                    <a:pt x="6005" y="10944"/>
                  </a:lnTo>
                  <a:lnTo>
                    <a:pt x="6068" y="10944"/>
                  </a:lnTo>
                  <a:lnTo>
                    <a:pt x="6068" y="10860"/>
                  </a:lnTo>
                  <a:lnTo>
                    <a:pt x="6131" y="10776"/>
                  </a:lnTo>
                  <a:lnTo>
                    <a:pt x="6215" y="10818"/>
                  </a:lnTo>
                  <a:lnTo>
                    <a:pt x="6235" y="10776"/>
                  </a:lnTo>
                  <a:lnTo>
                    <a:pt x="6340" y="10776"/>
                  </a:lnTo>
                  <a:lnTo>
                    <a:pt x="6487" y="10734"/>
                  </a:lnTo>
                  <a:lnTo>
                    <a:pt x="6696" y="10713"/>
                  </a:lnTo>
                  <a:lnTo>
                    <a:pt x="6821" y="10755"/>
                  </a:lnTo>
                  <a:lnTo>
                    <a:pt x="6947" y="10713"/>
                  </a:lnTo>
                  <a:lnTo>
                    <a:pt x="7010" y="10609"/>
                  </a:lnTo>
                  <a:lnTo>
                    <a:pt x="7135" y="10525"/>
                  </a:lnTo>
                  <a:lnTo>
                    <a:pt x="7219" y="10420"/>
                  </a:lnTo>
                  <a:lnTo>
                    <a:pt x="7261" y="10399"/>
                  </a:lnTo>
                  <a:lnTo>
                    <a:pt x="7323" y="10337"/>
                  </a:lnTo>
                  <a:lnTo>
                    <a:pt x="7428" y="10232"/>
                  </a:lnTo>
                  <a:lnTo>
                    <a:pt x="7470" y="10232"/>
                  </a:lnTo>
                  <a:lnTo>
                    <a:pt x="7595" y="10023"/>
                  </a:lnTo>
                  <a:lnTo>
                    <a:pt x="7805" y="9814"/>
                  </a:lnTo>
                  <a:lnTo>
                    <a:pt x="7763" y="9604"/>
                  </a:lnTo>
                  <a:lnTo>
                    <a:pt x="7700" y="9563"/>
                  </a:lnTo>
                  <a:lnTo>
                    <a:pt x="7679" y="9353"/>
                  </a:lnTo>
                  <a:lnTo>
                    <a:pt x="7595" y="9249"/>
                  </a:lnTo>
                  <a:lnTo>
                    <a:pt x="7554" y="9144"/>
                  </a:lnTo>
                  <a:lnTo>
                    <a:pt x="7470" y="9060"/>
                  </a:lnTo>
                  <a:lnTo>
                    <a:pt x="7365" y="9060"/>
                  </a:lnTo>
                  <a:lnTo>
                    <a:pt x="7323" y="8998"/>
                  </a:lnTo>
                  <a:lnTo>
                    <a:pt x="7323" y="8956"/>
                  </a:lnTo>
                  <a:lnTo>
                    <a:pt x="7219" y="8893"/>
                  </a:lnTo>
                  <a:lnTo>
                    <a:pt x="7114" y="8726"/>
                  </a:lnTo>
                  <a:lnTo>
                    <a:pt x="7072" y="8684"/>
                  </a:lnTo>
                  <a:lnTo>
                    <a:pt x="7051" y="8621"/>
                  </a:lnTo>
                  <a:lnTo>
                    <a:pt x="6947" y="8516"/>
                  </a:lnTo>
                  <a:lnTo>
                    <a:pt x="6905" y="8433"/>
                  </a:lnTo>
                  <a:lnTo>
                    <a:pt x="6633" y="8433"/>
                  </a:lnTo>
                  <a:lnTo>
                    <a:pt x="6549" y="8412"/>
                  </a:lnTo>
                  <a:lnTo>
                    <a:pt x="6507" y="8328"/>
                  </a:lnTo>
                  <a:lnTo>
                    <a:pt x="6591" y="8203"/>
                  </a:lnTo>
                  <a:lnTo>
                    <a:pt x="6654" y="8161"/>
                  </a:lnTo>
                  <a:lnTo>
                    <a:pt x="6654" y="8035"/>
                  </a:lnTo>
                  <a:lnTo>
                    <a:pt x="6800" y="8056"/>
                  </a:lnTo>
                  <a:lnTo>
                    <a:pt x="6905" y="8035"/>
                  </a:lnTo>
                  <a:lnTo>
                    <a:pt x="6947" y="8098"/>
                  </a:lnTo>
                  <a:lnTo>
                    <a:pt x="7031" y="8098"/>
                  </a:lnTo>
                  <a:lnTo>
                    <a:pt x="7051" y="8035"/>
                  </a:lnTo>
                  <a:lnTo>
                    <a:pt x="7135" y="7951"/>
                  </a:lnTo>
                  <a:lnTo>
                    <a:pt x="7156" y="7700"/>
                  </a:lnTo>
                  <a:lnTo>
                    <a:pt x="7135" y="7470"/>
                  </a:lnTo>
                  <a:lnTo>
                    <a:pt x="7177" y="7303"/>
                  </a:lnTo>
                  <a:lnTo>
                    <a:pt x="7282" y="7177"/>
                  </a:lnTo>
                  <a:lnTo>
                    <a:pt x="7282" y="7052"/>
                  </a:lnTo>
                  <a:lnTo>
                    <a:pt x="7240" y="6968"/>
                  </a:lnTo>
                  <a:lnTo>
                    <a:pt x="7282" y="6863"/>
                  </a:lnTo>
                  <a:lnTo>
                    <a:pt x="7386" y="6696"/>
                  </a:lnTo>
                  <a:lnTo>
                    <a:pt x="7428" y="6633"/>
                  </a:lnTo>
                  <a:lnTo>
                    <a:pt x="7470" y="6633"/>
                  </a:lnTo>
                  <a:lnTo>
                    <a:pt x="7533" y="6654"/>
                  </a:lnTo>
                  <a:lnTo>
                    <a:pt x="7658" y="6215"/>
                  </a:lnTo>
                  <a:lnTo>
                    <a:pt x="7700" y="6026"/>
                  </a:lnTo>
                  <a:lnTo>
                    <a:pt x="7888" y="5922"/>
                  </a:lnTo>
                  <a:lnTo>
                    <a:pt x="7888" y="5817"/>
                  </a:lnTo>
                  <a:lnTo>
                    <a:pt x="8014" y="5608"/>
                  </a:lnTo>
                  <a:lnTo>
                    <a:pt x="8056" y="5503"/>
                  </a:lnTo>
                  <a:lnTo>
                    <a:pt x="8160" y="5482"/>
                  </a:lnTo>
                  <a:lnTo>
                    <a:pt x="8202" y="5482"/>
                  </a:lnTo>
                  <a:lnTo>
                    <a:pt x="8265" y="5294"/>
                  </a:lnTo>
                  <a:lnTo>
                    <a:pt x="8412" y="5022"/>
                  </a:lnTo>
                  <a:lnTo>
                    <a:pt x="8412" y="4813"/>
                  </a:lnTo>
                  <a:lnTo>
                    <a:pt x="8495" y="4666"/>
                  </a:lnTo>
                  <a:lnTo>
                    <a:pt x="8516" y="4604"/>
                  </a:lnTo>
                  <a:lnTo>
                    <a:pt x="8495" y="4604"/>
                  </a:lnTo>
                  <a:lnTo>
                    <a:pt x="8474" y="4478"/>
                  </a:lnTo>
                  <a:lnTo>
                    <a:pt x="8391" y="4248"/>
                  </a:lnTo>
                  <a:lnTo>
                    <a:pt x="8412" y="4122"/>
                  </a:lnTo>
                  <a:lnTo>
                    <a:pt x="8474" y="4039"/>
                  </a:lnTo>
                  <a:lnTo>
                    <a:pt x="8474" y="3934"/>
                  </a:lnTo>
                  <a:lnTo>
                    <a:pt x="8579" y="3809"/>
                  </a:lnTo>
                  <a:lnTo>
                    <a:pt x="8621" y="3516"/>
                  </a:lnTo>
                  <a:lnTo>
                    <a:pt x="8684" y="3327"/>
                  </a:lnTo>
                  <a:lnTo>
                    <a:pt x="8725" y="3285"/>
                  </a:lnTo>
                  <a:lnTo>
                    <a:pt x="8684" y="3223"/>
                  </a:lnTo>
                  <a:lnTo>
                    <a:pt x="8621" y="3202"/>
                  </a:lnTo>
                  <a:lnTo>
                    <a:pt x="8704" y="3076"/>
                  </a:lnTo>
                  <a:lnTo>
                    <a:pt x="8704" y="2930"/>
                  </a:lnTo>
                  <a:lnTo>
                    <a:pt x="8746" y="2909"/>
                  </a:lnTo>
                  <a:lnTo>
                    <a:pt x="8914" y="2909"/>
                  </a:lnTo>
                  <a:lnTo>
                    <a:pt x="8914" y="2825"/>
                  </a:lnTo>
                  <a:lnTo>
                    <a:pt x="8914" y="2783"/>
                  </a:lnTo>
                  <a:lnTo>
                    <a:pt x="8914" y="2721"/>
                  </a:lnTo>
                  <a:lnTo>
                    <a:pt x="9018" y="2700"/>
                  </a:lnTo>
                  <a:lnTo>
                    <a:pt x="9102" y="2658"/>
                  </a:lnTo>
                  <a:lnTo>
                    <a:pt x="9228" y="2658"/>
                  </a:lnTo>
                  <a:lnTo>
                    <a:pt x="9248" y="2574"/>
                  </a:lnTo>
                  <a:lnTo>
                    <a:pt x="9353" y="2553"/>
                  </a:lnTo>
                  <a:lnTo>
                    <a:pt x="9458" y="2490"/>
                  </a:lnTo>
                  <a:lnTo>
                    <a:pt x="9541" y="2386"/>
                  </a:lnTo>
                  <a:lnTo>
                    <a:pt x="9479" y="2386"/>
                  </a:lnTo>
                  <a:lnTo>
                    <a:pt x="9479" y="2302"/>
                  </a:lnTo>
                  <a:lnTo>
                    <a:pt x="9353" y="2239"/>
                  </a:lnTo>
                  <a:lnTo>
                    <a:pt x="9248" y="2239"/>
                  </a:lnTo>
                  <a:lnTo>
                    <a:pt x="9248" y="2135"/>
                  </a:lnTo>
                  <a:lnTo>
                    <a:pt x="8997" y="1946"/>
                  </a:lnTo>
                  <a:lnTo>
                    <a:pt x="8914" y="1946"/>
                  </a:lnTo>
                  <a:lnTo>
                    <a:pt x="8809" y="1737"/>
                  </a:lnTo>
                  <a:lnTo>
                    <a:pt x="8725" y="1507"/>
                  </a:lnTo>
                  <a:lnTo>
                    <a:pt x="8746" y="1256"/>
                  </a:lnTo>
                  <a:lnTo>
                    <a:pt x="8725" y="1047"/>
                  </a:lnTo>
                  <a:lnTo>
                    <a:pt x="8579" y="628"/>
                  </a:lnTo>
                  <a:lnTo>
                    <a:pt x="8579" y="524"/>
                  </a:lnTo>
                  <a:lnTo>
                    <a:pt x="8600" y="503"/>
                  </a:lnTo>
                  <a:lnTo>
                    <a:pt x="8621" y="565"/>
                  </a:lnTo>
                  <a:lnTo>
                    <a:pt x="8642" y="607"/>
                  </a:lnTo>
                  <a:lnTo>
                    <a:pt x="8684" y="607"/>
                  </a:lnTo>
                  <a:lnTo>
                    <a:pt x="8684" y="565"/>
                  </a:lnTo>
                  <a:lnTo>
                    <a:pt x="8579" y="419"/>
                  </a:lnTo>
                  <a:lnTo>
                    <a:pt x="8516" y="252"/>
                  </a:lnTo>
                  <a:lnTo>
                    <a:pt x="8495" y="210"/>
                  </a:lnTo>
                  <a:lnTo>
                    <a:pt x="8495" y="189"/>
                  </a:lnTo>
                  <a:lnTo>
                    <a:pt x="8495" y="168"/>
                  </a:lnTo>
                  <a:lnTo>
                    <a:pt x="8495" y="147"/>
                  </a:lnTo>
                  <a:lnTo>
                    <a:pt x="8474" y="84"/>
                  </a:lnTo>
                  <a:lnTo>
                    <a:pt x="8495" y="42"/>
                  </a:lnTo>
                  <a:lnTo>
                    <a:pt x="84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9343;p128">
              <a:extLst>
                <a:ext uri="{FF2B5EF4-FFF2-40B4-BE49-F238E27FC236}">
                  <a16:creationId xmlns:a16="http://schemas.microsoft.com/office/drawing/2014/main" id="{2491530E-9215-BDEA-3CBD-40F2AB259D17}"/>
                </a:ext>
              </a:extLst>
            </p:cNvPr>
            <p:cNvSpPr/>
            <p:nvPr/>
          </p:nvSpPr>
          <p:spPr>
            <a:xfrm>
              <a:off x="3973815" y="3045871"/>
              <a:ext cx="104655" cy="75923"/>
            </a:xfrm>
            <a:custGeom>
              <a:avLst/>
              <a:gdLst/>
              <a:ahLst/>
              <a:cxnLst/>
              <a:rect l="l" t="t" r="r" b="b"/>
              <a:pathLst>
                <a:path w="8789" h="6676" extrusionOk="0">
                  <a:moveTo>
                    <a:pt x="2511" y="1"/>
                  </a:moveTo>
                  <a:lnTo>
                    <a:pt x="2344" y="336"/>
                  </a:lnTo>
                  <a:lnTo>
                    <a:pt x="2239" y="336"/>
                  </a:lnTo>
                  <a:lnTo>
                    <a:pt x="2218" y="419"/>
                  </a:lnTo>
                  <a:lnTo>
                    <a:pt x="2093" y="398"/>
                  </a:lnTo>
                  <a:lnTo>
                    <a:pt x="2009" y="357"/>
                  </a:lnTo>
                  <a:lnTo>
                    <a:pt x="1988" y="419"/>
                  </a:lnTo>
                  <a:lnTo>
                    <a:pt x="1905" y="566"/>
                  </a:lnTo>
                  <a:lnTo>
                    <a:pt x="1905" y="775"/>
                  </a:lnTo>
                  <a:lnTo>
                    <a:pt x="1758" y="1047"/>
                  </a:lnTo>
                  <a:lnTo>
                    <a:pt x="1695" y="1235"/>
                  </a:lnTo>
                  <a:lnTo>
                    <a:pt x="1653" y="1235"/>
                  </a:lnTo>
                  <a:lnTo>
                    <a:pt x="1549" y="1256"/>
                  </a:lnTo>
                  <a:lnTo>
                    <a:pt x="1507" y="1361"/>
                  </a:lnTo>
                  <a:lnTo>
                    <a:pt x="1381" y="1570"/>
                  </a:lnTo>
                  <a:lnTo>
                    <a:pt x="1381" y="1675"/>
                  </a:lnTo>
                  <a:lnTo>
                    <a:pt x="1193" y="1779"/>
                  </a:lnTo>
                  <a:lnTo>
                    <a:pt x="1151" y="1968"/>
                  </a:lnTo>
                  <a:lnTo>
                    <a:pt x="1026" y="2407"/>
                  </a:lnTo>
                  <a:lnTo>
                    <a:pt x="963" y="2386"/>
                  </a:lnTo>
                  <a:lnTo>
                    <a:pt x="921" y="2386"/>
                  </a:lnTo>
                  <a:lnTo>
                    <a:pt x="879" y="2449"/>
                  </a:lnTo>
                  <a:lnTo>
                    <a:pt x="775" y="2616"/>
                  </a:lnTo>
                  <a:lnTo>
                    <a:pt x="733" y="2721"/>
                  </a:lnTo>
                  <a:lnTo>
                    <a:pt x="775" y="2805"/>
                  </a:lnTo>
                  <a:lnTo>
                    <a:pt x="775" y="2930"/>
                  </a:lnTo>
                  <a:lnTo>
                    <a:pt x="670" y="3056"/>
                  </a:lnTo>
                  <a:lnTo>
                    <a:pt x="628" y="3223"/>
                  </a:lnTo>
                  <a:lnTo>
                    <a:pt x="649" y="3453"/>
                  </a:lnTo>
                  <a:lnTo>
                    <a:pt x="628" y="3704"/>
                  </a:lnTo>
                  <a:lnTo>
                    <a:pt x="544" y="3788"/>
                  </a:lnTo>
                  <a:lnTo>
                    <a:pt x="524" y="3851"/>
                  </a:lnTo>
                  <a:lnTo>
                    <a:pt x="440" y="3851"/>
                  </a:lnTo>
                  <a:lnTo>
                    <a:pt x="398" y="3788"/>
                  </a:lnTo>
                  <a:lnTo>
                    <a:pt x="293" y="3809"/>
                  </a:lnTo>
                  <a:lnTo>
                    <a:pt x="147" y="3788"/>
                  </a:lnTo>
                  <a:lnTo>
                    <a:pt x="147" y="3914"/>
                  </a:lnTo>
                  <a:lnTo>
                    <a:pt x="84" y="3956"/>
                  </a:lnTo>
                  <a:lnTo>
                    <a:pt x="0" y="4081"/>
                  </a:lnTo>
                  <a:lnTo>
                    <a:pt x="42" y="4165"/>
                  </a:lnTo>
                  <a:lnTo>
                    <a:pt x="126" y="4186"/>
                  </a:lnTo>
                  <a:lnTo>
                    <a:pt x="398" y="4186"/>
                  </a:lnTo>
                  <a:lnTo>
                    <a:pt x="440" y="4269"/>
                  </a:lnTo>
                  <a:lnTo>
                    <a:pt x="544" y="4374"/>
                  </a:lnTo>
                  <a:lnTo>
                    <a:pt x="565" y="4437"/>
                  </a:lnTo>
                  <a:lnTo>
                    <a:pt x="607" y="4479"/>
                  </a:lnTo>
                  <a:lnTo>
                    <a:pt x="712" y="4646"/>
                  </a:lnTo>
                  <a:lnTo>
                    <a:pt x="816" y="4709"/>
                  </a:lnTo>
                  <a:lnTo>
                    <a:pt x="816" y="4751"/>
                  </a:lnTo>
                  <a:lnTo>
                    <a:pt x="858" y="4813"/>
                  </a:lnTo>
                  <a:lnTo>
                    <a:pt x="963" y="4813"/>
                  </a:lnTo>
                  <a:lnTo>
                    <a:pt x="1047" y="4897"/>
                  </a:lnTo>
                  <a:lnTo>
                    <a:pt x="1088" y="5002"/>
                  </a:lnTo>
                  <a:lnTo>
                    <a:pt x="1172" y="5106"/>
                  </a:lnTo>
                  <a:lnTo>
                    <a:pt x="1193" y="5316"/>
                  </a:lnTo>
                  <a:lnTo>
                    <a:pt x="1256" y="5357"/>
                  </a:lnTo>
                  <a:lnTo>
                    <a:pt x="1298" y="5567"/>
                  </a:lnTo>
                  <a:lnTo>
                    <a:pt x="1340" y="5525"/>
                  </a:lnTo>
                  <a:lnTo>
                    <a:pt x="1402" y="5629"/>
                  </a:lnTo>
                  <a:lnTo>
                    <a:pt x="1507" y="5588"/>
                  </a:lnTo>
                  <a:lnTo>
                    <a:pt x="1612" y="5629"/>
                  </a:lnTo>
                  <a:lnTo>
                    <a:pt x="1612" y="5964"/>
                  </a:lnTo>
                  <a:lnTo>
                    <a:pt x="1695" y="6069"/>
                  </a:lnTo>
                  <a:lnTo>
                    <a:pt x="1821" y="6090"/>
                  </a:lnTo>
                  <a:lnTo>
                    <a:pt x="1967" y="6048"/>
                  </a:lnTo>
                  <a:lnTo>
                    <a:pt x="2093" y="6090"/>
                  </a:lnTo>
                  <a:lnTo>
                    <a:pt x="2386" y="6069"/>
                  </a:lnTo>
                  <a:lnTo>
                    <a:pt x="2490" y="6152"/>
                  </a:lnTo>
                  <a:lnTo>
                    <a:pt x="2721" y="6383"/>
                  </a:lnTo>
                  <a:lnTo>
                    <a:pt x="2867" y="6466"/>
                  </a:lnTo>
                  <a:lnTo>
                    <a:pt x="2951" y="6571"/>
                  </a:lnTo>
                  <a:lnTo>
                    <a:pt x="3055" y="6613"/>
                  </a:lnTo>
                  <a:lnTo>
                    <a:pt x="3244" y="6613"/>
                  </a:lnTo>
                  <a:lnTo>
                    <a:pt x="3369" y="6676"/>
                  </a:lnTo>
                  <a:lnTo>
                    <a:pt x="3537" y="6634"/>
                  </a:lnTo>
                  <a:lnTo>
                    <a:pt x="3641" y="6676"/>
                  </a:lnTo>
                  <a:lnTo>
                    <a:pt x="3850" y="6676"/>
                  </a:lnTo>
                  <a:lnTo>
                    <a:pt x="3997" y="6424"/>
                  </a:lnTo>
                  <a:lnTo>
                    <a:pt x="4060" y="6362"/>
                  </a:lnTo>
                  <a:lnTo>
                    <a:pt x="4164" y="6299"/>
                  </a:lnTo>
                  <a:lnTo>
                    <a:pt x="4269" y="6299"/>
                  </a:lnTo>
                  <a:lnTo>
                    <a:pt x="4311" y="6278"/>
                  </a:lnTo>
                  <a:lnTo>
                    <a:pt x="4583" y="6257"/>
                  </a:lnTo>
                  <a:lnTo>
                    <a:pt x="4645" y="6278"/>
                  </a:lnTo>
                  <a:lnTo>
                    <a:pt x="4729" y="6404"/>
                  </a:lnTo>
                  <a:lnTo>
                    <a:pt x="4834" y="6466"/>
                  </a:lnTo>
                  <a:lnTo>
                    <a:pt x="5043" y="6424"/>
                  </a:lnTo>
                  <a:lnTo>
                    <a:pt x="5210" y="6424"/>
                  </a:lnTo>
                  <a:lnTo>
                    <a:pt x="5252" y="6320"/>
                  </a:lnTo>
                  <a:lnTo>
                    <a:pt x="5441" y="6257"/>
                  </a:lnTo>
                  <a:lnTo>
                    <a:pt x="5629" y="6215"/>
                  </a:lnTo>
                  <a:lnTo>
                    <a:pt x="5775" y="6152"/>
                  </a:lnTo>
                  <a:lnTo>
                    <a:pt x="5880" y="6069"/>
                  </a:lnTo>
                  <a:lnTo>
                    <a:pt x="5943" y="5964"/>
                  </a:lnTo>
                  <a:lnTo>
                    <a:pt x="6068" y="5880"/>
                  </a:lnTo>
                  <a:lnTo>
                    <a:pt x="6173" y="5880"/>
                  </a:lnTo>
                  <a:lnTo>
                    <a:pt x="6278" y="5797"/>
                  </a:lnTo>
                  <a:lnTo>
                    <a:pt x="7010" y="5797"/>
                  </a:lnTo>
                  <a:lnTo>
                    <a:pt x="8788" y="4018"/>
                  </a:lnTo>
                  <a:lnTo>
                    <a:pt x="8056" y="4018"/>
                  </a:lnTo>
                  <a:lnTo>
                    <a:pt x="6361" y="3495"/>
                  </a:lnTo>
                  <a:lnTo>
                    <a:pt x="6215" y="3370"/>
                  </a:lnTo>
                  <a:lnTo>
                    <a:pt x="6006" y="3349"/>
                  </a:lnTo>
                  <a:lnTo>
                    <a:pt x="5943" y="3160"/>
                  </a:lnTo>
                  <a:lnTo>
                    <a:pt x="5964" y="3014"/>
                  </a:lnTo>
                  <a:lnTo>
                    <a:pt x="5796" y="2930"/>
                  </a:lnTo>
                  <a:lnTo>
                    <a:pt x="5692" y="2616"/>
                  </a:lnTo>
                  <a:lnTo>
                    <a:pt x="5650" y="2386"/>
                  </a:lnTo>
                  <a:lnTo>
                    <a:pt x="5692" y="2323"/>
                  </a:lnTo>
                  <a:lnTo>
                    <a:pt x="5587" y="2282"/>
                  </a:lnTo>
                  <a:lnTo>
                    <a:pt x="5441" y="2303"/>
                  </a:lnTo>
                  <a:lnTo>
                    <a:pt x="5315" y="2386"/>
                  </a:lnTo>
                  <a:lnTo>
                    <a:pt x="5106" y="2386"/>
                  </a:lnTo>
                  <a:lnTo>
                    <a:pt x="5022" y="2323"/>
                  </a:lnTo>
                  <a:lnTo>
                    <a:pt x="5127" y="2198"/>
                  </a:lnTo>
                  <a:lnTo>
                    <a:pt x="5127" y="2093"/>
                  </a:lnTo>
                  <a:lnTo>
                    <a:pt x="5169" y="1989"/>
                  </a:lnTo>
                  <a:lnTo>
                    <a:pt x="5169" y="1821"/>
                  </a:lnTo>
                  <a:lnTo>
                    <a:pt x="5210" y="1717"/>
                  </a:lnTo>
                  <a:lnTo>
                    <a:pt x="5252" y="1591"/>
                  </a:lnTo>
                  <a:lnTo>
                    <a:pt x="5357" y="1570"/>
                  </a:lnTo>
                  <a:lnTo>
                    <a:pt x="5210" y="1361"/>
                  </a:lnTo>
                  <a:lnTo>
                    <a:pt x="5127" y="1361"/>
                  </a:lnTo>
                  <a:lnTo>
                    <a:pt x="5106" y="1277"/>
                  </a:lnTo>
                  <a:lnTo>
                    <a:pt x="5064" y="1173"/>
                  </a:lnTo>
                  <a:lnTo>
                    <a:pt x="4959" y="1026"/>
                  </a:lnTo>
                  <a:lnTo>
                    <a:pt x="4855" y="984"/>
                  </a:lnTo>
                  <a:lnTo>
                    <a:pt x="4687" y="838"/>
                  </a:lnTo>
                  <a:lnTo>
                    <a:pt x="4541" y="733"/>
                  </a:lnTo>
                  <a:lnTo>
                    <a:pt x="4520" y="671"/>
                  </a:lnTo>
                  <a:lnTo>
                    <a:pt x="4415" y="671"/>
                  </a:lnTo>
                  <a:lnTo>
                    <a:pt x="4394" y="629"/>
                  </a:lnTo>
                  <a:lnTo>
                    <a:pt x="4227" y="629"/>
                  </a:lnTo>
                  <a:lnTo>
                    <a:pt x="4185" y="524"/>
                  </a:lnTo>
                  <a:lnTo>
                    <a:pt x="3976" y="336"/>
                  </a:lnTo>
                  <a:lnTo>
                    <a:pt x="3871" y="315"/>
                  </a:lnTo>
                  <a:lnTo>
                    <a:pt x="3788" y="231"/>
                  </a:lnTo>
                  <a:lnTo>
                    <a:pt x="3662" y="210"/>
                  </a:lnTo>
                  <a:lnTo>
                    <a:pt x="3578" y="231"/>
                  </a:lnTo>
                  <a:lnTo>
                    <a:pt x="3557" y="252"/>
                  </a:lnTo>
                  <a:lnTo>
                    <a:pt x="3369" y="106"/>
                  </a:lnTo>
                  <a:lnTo>
                    <a:pt x="3265" y="106"/>
                  </a:lnTo>
                  <a:lnTo>
                    <a:pt x="3223" y="147"/>
                  </a:lnTo>
                  <a:lnTo>
                    <a:pt x="3139" y="85"/>
                  </a:lnTo>
                  <a:lnTo>
                    <a:pt x="3034" y="106"/>
                  </a:lnTo>
                  <a:lnTo>
                    <a:pt x="2930" y="189"/>
                  </a:lnTo>
                  <a:lnTo>
                    <a:pt x="2825" y="189"/>
                  </a:lnTo>
                  <a:lnTo>
                    <a:pt x="2595" y="106"/>
                  </a:lnTo>
                  <a:lnTo>
                    <a:pt x="2553" y="43"/>
                  </a:lnTo>
                  <a:lnTo>
                    <a:pt x="251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9344;p128">
              <a:extLst>
                <a:ext uri="{FF2B5EF4-FFF2-40B4-BE49-F238E27FC236}">
                  <a16:creationId xmlns:a16="http://schemas.microsoft.com/office/drawing/2014/main" id="{0AC4809E-C96B-00B6-E71D-000E5E171279}"/>
                </a:ext>
              </a:extLst>
            </p:cNvPr>
            <p:cNvSpPr/>
            <p:nvPr/>
          </p:nvSpPr>
          <p:spPr>
            <a:xfrm>
              <a:off x="3996236" y="3024695"/>
              <a:ext cx="46106" cy="39042"/>
            </a:xfrm>
            <a:custGeom>
              <a:avLst/>
              <a:gdLst/>
              <a:ahLst/>
              <a:cxnLst/>
              <a:rect l="l" t="t" r="r" b="b"/>
              <a:pathLst>
                <a:path w="3872" h="3433" extrusionOk="0">
                  <a:moveTo>
                    <a:pt x="1151" y="1"/>
                  </a:moveTo>
                  <a:lnTo>
                    <a:pt x="1068" y="105"/>
                  </a:lnTo>
                  <a:lnTo>
                    <a:pt x="963" y="168"/>
                  </a:lnTo>
                  <a:lnTo>
                    <a:pt x="858" y="189"/>
                  </a:lnTo>
                  <a:lnTo>
                    <a:pt x="838" y="273"/>
                  </a:lnTo>
                  <a:lnTo>
                    <a:pt x="712" y="273"/>
                  </a:lnTo>
                  <a:lnTo>
                    <a:pt x="628" y="315"/>
                  </a:lnTo>
                  <a:lnTo>
                    <a:pt x="524" y="336"/>
                  </a:lnTo>
                  <a:lnTo>
                    <a:pt x="524" y="398"/>
                  </a:lnTo>
                  <a:lnTo>
                    <a:pt x="524" y="440"/>
                  </a:lnTo>
                  <a:lnTo>
                    <a:pt x="524" y="524"/>
                  </a:lnTo>
                  <a:lnTo>
                    <a:pt x="356" y="524"/>
                  </a:lnTo>
                  <a:lnTo>
                    <a:pt x="314" y="545"/>
                  </a:lnTo>
                  <a:lnTo>
                    <a:pt x="314" y="691"/>
                  </a:lnTo>
                  <a:lnTo>
                    <a:pt x="231" y="817"/>
                  </a:lnTo>
                  <a:lnTo>
                    <a:pt x="294" y="838"/>
                  </a:lnTo>
                  <a:lnTo>
                    <a:pt x="335" y="900"/>
                  </a:lnTo>
                  <a:lnTo>
                    <a:pt x="294" y="942"/>
                  </a:lnTo>
                  <a:lnTo>
                    <a:pt x="231" y="1131"/>
                  </a:lnTo>
                  <a:lnTo>
                    <a:pt x="189" y="1424"/>
                  </a:lnTo>
                  <a:lnTo>
                    <a:pt x="84" y="1549"/>
                  </a:lnTo>
                  <a:lnTo>
                    <a:pt x="84" y="1654"/>
                  </a:lnTo>
                  <a:lnTo>
                    <a:pt x="22" y="1737"/>
                  </a:lnTo>
                  <a:lnTo>
                    <a:pt x="1" y="1863"/>
                  </a:lnTo>
                  <a:lnTo>
                    <a:pt x="84" y="2093"/>
                  </a:lnTo>
                  <a:lnTo>
                    <a:pt x="105" y="2219"/>
                  </a:lnTo>
                  <a:lnTo>
                    <a:pt x="126" y="2219"/>
                  </a:lnTo>
                  <a:lnTo>
                    <a:pt x="210" y="2260"/>
                  </a:lnTo>
                  <a:lnTo>
                    <a:pt x="335" y="2281"/>
                  </a:lnTo>
                  <a:lnTo>
                    <a:pt x="356" y="2198"/>
                  </a:lnTo>
                  <a:lnTo>
                    <a:pt x="461" y="2198"/>
                  </a:lnTo>
                  <a:lnTo>
                    <a:pt x="628" y="1863"/>
                  </a:lnTo>
                  <a:lnTo>
                    <a:pt x="670" y="1905"/>
                  </a:lnTo>
                  <a:lnTo>
                    <a:pt x="712" y="1968"/>
                  </a:lnTo>
                  <a:lnTo>
                    <a:pt x="942" y="2051"/>
                  </a:lnTo>
                  <a:lnTo>
                    <a:pt x="1047" y="2051"/>
                  </a:lnTo>
                  <a:lnTo>
                    <a:pt x="1151" y="1968"/>
                  </a:lnTo>
                  <a:lnTo>
                    <a:pt x="1256" y="1947"/>
                  </a:lnTo>
                  <a:lnTo>
                    <a:pt x="1340" y="2009"/>
                  </a:lnTo>
                  <a:lnTo>
                    <a:pt x="1382" y="1968"/>
                  </a:lnTo>
                  <a:lnTo>
                    <a:pt x="1486" y="1968"/>
                  </a:lnTo>
                  <a:lnTo>
                    <a:pt x="1674" y="2114"/>
                  </a:lnTo>
                  <a:lnTo>
                    <a:pt x="1695" y="2093"/>
                  </a:lnTo>
                  <a:lnTo>
                    <a:pt x="1779" y="2072"/>
                  </a:lnTo>
                  <a:lnTo>
                    <a:pt x="1905" y="2093"/>
                  </a:lnTo>
                  <a:lnTo>
                    <a:pt x="1988" y="2177"/>
                  </a:lnTo>
                  <a:lnTo>
                    <a:pt x="2093" y="2198"/>
                  </a:lnTo>
                  <a:lnTo>
                    <a:pt x="2302" y="2386"/>
                  </a:lnTo>
                  <a:lnTo>
                    <a:pt x="2344" y="2491"/>
                  </a:lnTo>
                  <a:lnTo>
                    <a:pt x="2511" y="2491"/>
                  </a:lnTo>
                  <a:lnTo>
                    <a:pt x="2532" y="2533"/>
                  </a:lnTo>
                  <a:lnTo>
                    <a:pt x="2637" y="2533"/>
                  </a:lnTo>
                  <a:lnTo>
                    <a:pt x="2658" y="2595"/>
                  </a:lnTo>
                  <a:lnTo>
                    <a:pt x="2804" y="2700"/>
                  </a:lnTo>
                  <a:lnTo>
                    <a:pt x="2972" y="2846"/>
                  </a:lnTo>
                  <a:lnTo>
                    <a:pt x="3076" y="2888"/>
                  </a:lnTo>
                  <a:lnTo>
                    <a:pt x="3181" y="3035"/>
                  </a:lnTo>
                  <a:lnTo>
                    <a:pt x="3223" y="3139"/>
                  </a:lnTo>
                  <a:lnTo>
                    <a:pt x="3244" y="3223"/>
                  </a:lnTo>
                  <a:lnTo>
                    <a:pt x="3327" y="3223"/>
                  </a:lnTo>
                  <a:lnTo>
                    <a:pt x="3474" y="3432"/>
                  </a:lnTo>
                  <a:lnTo>
                    <a:pt x="3599" y="3369"/>
                  </a:lnTo>
                  <a:lnTo>
                    <a:pt x="3662" y="3328"/>
                  </a:lnTo>
                  <a:lnTo>
                    <a:pt x="3746" y="3307"/>
                  </a:lnTo>
                  <a:lnTo>
                    <a:pt x="3871" y="3202"/>
                  </a:lnTo>
                  <a:lnTo>
                    <a:pt x="3809" y="3160"/>
                  </a:lnTo>
                  <a:lnTo>
                    <a:pt x="3809" y="3139"/>
                  </a:lnTo>
                  <a:lnTo>
                    <a:pt x="3767" y="3202"/>
                  </a:lnTo>
                  <a:lnTo>
                    <a:pt x="3683" y="3139"/>
                  </a:lnTo>
                  <a:lnTo>
                    <a:pt x="3641" y="3139"/>
                  </a:lnTo>
                  <a:lnTo>
                    <a:pt x="3579" y="3035"/>
                  </a:lnTo>
                  <a:lnTo>
                    <a:pt x="3599" y="3014"/>
                  </a:lnTo>
                  <a:lnTo>
                    <a:pt x="3537" y="2909"/>
                  </a:lnTo>
                  <a:lnTo>
                    <a:pt x="3453" y="2888"/>
                  </a:lnTo>
                  <a:lnTo>
                    <a:pt x="3348" y="2637"/>
                  </a:lnTo>
                  <a:lnTo>
                    <a:pt x="3327" y="2595"/>
                  </a:lnTo>
                  <a:lnTo>
                    <a:pt x="3327" y="2616"/>
                  </a:lnTo>
                  <a:lnTo>
                    <a:pt x="3265" y="2616"/>
                  </a:lnTo>
                  <a:lnTo>
                    <a:pt x="3181" y="2512"/>
                  </a:lnTo>
                  <a:lnTo>
                    <a:pt x="3055" y="2470"/>
                  </a:lnTo>
                  <a:lnTo>
                    <a:pt x="2972" y="2323"/>
                  </a:lnTo>
                  <a:lnTo>
                    <a:pt x="2804" y="2093"/>
                  </a:lnTo>
                  <a:lnTo>
                    <a:pt x="2742" y="2051"/>
                  </a:lnTo>
                  <a:lnTo>
                    <a:pt x="2595" y="2009"/>
                  </a:lnTo>
                  <a:lnTo>
                    <a:pt x="2532" y="1947"/>
                  </a:lnTo>
                  <a:lnTo>
                    <a:pt x="2428" y="1800"/>
                  </a:lnTo>
                  <a:lnTo>
                    <a:pt x="2344" y="1842"/>
                  </a:lnTo>
                  <a:lnTo>
                    <a:pt x="2218" y="1842"/>
                  </a:lnTo>
                  <a:lnTo>
                    <a:pt x="2177" y="1863"/>
                  </a:lnTo>
                  <a:lnTo>
                    <a:pt x="2114" y="1800"/>
                  </a:lnTo>
                  <a:lnTo>
                    <a:pt x="2009" y="1654"/>
                  </a:lnTo>
                  <a:lnTo>
                    <a:pt x="2072" y="1633"/>
                  </a:lnTo>
                  <a:lnTo>
                    <a:pt x="1967" y="1465"/>
                  </a:lnTo>
                  <a:lnTo>
                    <a:pt x="1905" y="1486"/>
                  </a:lnTo>
                  <a:lnTo>
                    <a:pt x="1905" y="1591"/>
                  </a:lnTo>
                  <a:lnTo>
                    <a:pt x="1926" y="1591"/>
                  </a:lnTo>
                  <a:lnTo>
                    <a:pt x="1926" y="1758"/>
                  </a:lnTo>
                  <a:lnTo>
                    <a:pt x="1821" y="1737"/>
                  </a:lnTo>
                  <a:lnTo>
                    <a:pt x="1800" y="1549"/>
                  </a:lnTo>
                  <a:lnTo>
                    <a:pt x="1758" y="1444"/>
                  </a:lnTo>
                  <a:lnTo>
                    <a:pt x="1674" y="1424"/>
                  </a:lnTo>
                  <a:lnTo>
                    <a:pt x="1674" y="1361"/>
                  </a:lnTo>
                  <a:lnTo>
                    <a:pt x="1654" y="1214"/>
                  </a:lnTo>
                  <a:lnTo>
                    <a:pt x="1591" y="1172"/>
                  </a:lnTo>
                  <a:lnTo>
                    <a:pt x="1507" y="754"/>
                  </a:lnTo>
                  <a:lnTo>
                    <a:pt x="1277" y="126"/>
                  </a:lnTo>
                  <a:lnTo>
                    <a:pt x="11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9345;p128">
              <a:extLst>
                <a:ext uri="{FF2B5EF4-FFF2-40B4-BE49-F238E27FC236}">
                  <a16:creationId xmlns:a16="http://schemas.microsoft.com/office/drawing/2014/main" id="{FAA6936B-0789-CB98-6414-611F26EFDC54}"/>
                </a:ext>
              </a:extLst>
            </p:cNvPr>
            <p:cNvSpPr/>
            <p:nvPr/>
          </p:nvSpPr>
          <p:spPr>
            <a:xfrm>
              <a:off x="4033614" y="3061110"/>
              <a:ext cx="10467" cy="11907"/>
            </a:xfrm>
            <a:custGeom>
              <a:avLst/>
              <a:gdLst/>
              <a:ahLst/>
              <a:cxnLst/>
              <a:rect l="l" t="t" r="r" b="b"/>
              <a:pathLst>
                <a:path w="879" h="1047" extrusionOk="0">
                  <a:moveTo>
                    <a:pt x="732" y="0"/>
                  </a:moveTo>
                  <a:lnTo>
                    <a:pt x="607" y="105"/>
                  </a:lnTo>
                  <a:lnTo>
                    <a:pt x="523" y="126"/>
                  </a:lnTo>
                  <a:lnTo>
                    <a:pt x="460" y="167"/>
                  </a:lnTo>
                  <a:lnTo>
                    <a:pt x="230" y="251"/>
                  </a:lnTo>
                  <a:lnTo>
                    <a:pt x="188" y="377"/>
                  </a:lnTo>
                  <a:lnTo>
                    <a:pt x="147" y="481"/>
                  </a:lnTo>
                  <a:lnTo>
                    <a:pt x="147" y="649"/>
                  </a:lnTo>
                  <a:lnTo>
                    <a:pt x="105" y="753"/>
                  </a:lnTo>
                  <a:lnTo>
                    <a:pt x="105" y="858"/>
                  </a:lnTo>
                  <a:lnTo>
                    <a:pt x="0" y="983"/>
                  </a:lnTo>
                  <a:lnTo>
                    <a:pt x="84" y="1046"/>
                  </a:lnTo>
                  <a:lnTo>
                    <a:pt x="293" y="1046"/>
                  </a:lnTo>
                  <a:lnTo>
                    <a:pt x="419" y="963"/>
                  </a:lnTo>
                  <a:lnTo>
                    <a:pt x="565" y="942"/>
                  </a:lnTo>
                  <a:lnTo>
                    <a:pt x="670" y="983"/>
                  </a:lnTo>
                  <a:lnTo>
                    <a:pt x="670" y="963"/>
                  </a:lnTo>
                  <a:lnTo>
                    <a:pt x="837" y="732"/>
                  </a:lnTo>
                  <a:lnTo>
                    <a:pt x="816" y="670"/>
                  </a:lnTo>
                  <a:lnTo>
                    <a:pt x="649" y="670"/>
                  </a:lnTo>
                  <a:lnTo>
                    <a:pt x="565" y="732"/>
                  </a:lnTo>
                  <a:lnTo>
                    <a:pt x="523" y="691"/>
                  </a:lnTo>
                  <a:lnTo>
                    <a:pt x="460" y="628"/>
                  </a:lnTo>
                  <a:lnTo>
                    <a:pt x="565" y="628"/>
                  </a:lnTo>
                  <a:lnTo>
                    <a:pt x="649" y="544"/>
                  </a:lnTo>
                  <a:lnTo>
                    <a:pt x="732" y="544"/>
                  </a:lnTo>
                  <a:lnTo>
                    <a:pt x="837" y="419"/>
                  </a:lnTo>
                  <a:lnTo>
                    <a:pt x="879" y="377"/>
                  </a:lnTo>
                  <a:lnTo>
                    <a:pt x="858" y="230"/>
                  </a:lnTo>
                  <a:lnTo>
                    <a:pt x="879" y="147"/>
                  </a:lnTo>
                  <a:lnTo>
                    <a:pt x="858" y="147"/>
                  </a:lnTo>
                  <a:lnTo>
                    <a:pt x="732" y="21"/>
                  </a:lnTo>
                  <a:lnTo>
                    <a:pt x="73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9346;p128">
              <a:extLst>
                <a:ext uri="{FF2B5EF4-FFF2-40B4-BE49-F238E27FC236}">
                  <a16:creationId xmlns:a16="http://schemas.microsoft.com/office/drawing/2014/main" id="{AC6A0DEB-006F-E8A4-124F-084FE0569998}"/>
                </a:ext>
              </a:extLst>
            </p:cNvPr>
            <p:cNvSpPr/>
            <p:nvPr/>
          </p:nvSpPr>
          <p:spPr>
            <a:xfrm>
              <a:off x="4029125" y="3065864"/>
              <a:ext cx="70516" cy="89240"/>
            </a:xfrm>
            <a:custGeom>
              <a:avLst/>
              <a:gdLst/>
              <a:ahLst/>
              <a:cxnLst/>
              <a:rect l="l" t="t" r="r" b="b"/>
              <a:pathLst>
                <a:path w="5922" h="7847" extrusionOk="0">
                  <a:moveTo>
                    <a:pt x="5587" y="1"/>
                  </a:moveTo>
                  <a:lnTo>
                    <a:pt x="5587" y="21"/>
                  </a:lnTo>
                  <a:lnTo>
                    <a:pt x="5545" y="21"/>
                  </a:lnTo>
                  <a:lnTo>
                    <a:pt x="5482" y="105"/>
                  </a:lnTo>
                  <a:lnTo>
                    <a:pt x="5441" y="210"/>
                  </a:lnTo>
                  <a:lnTo>
                    <a:pt x="5420" y="168"/>
                  </a:lnTo>
                  <a:lnTo>
                    <a:pt x="5315" y="273"/>
                  </a:lnTo>
                  <a:lnTo>
                    <a:pt x="5127" y="314"/>
                  </a:lnTo>
                  <a:lnTo>
                    <a:pt x="5127" y="335"/>
                  </a:lnTo>
                  <a:lnTo>
                    <a:pt x="5085" y="314"/>
                  </a:lnTo>
                  <a:lnTo>
                    <a:pt x="4897" y="335"/>
                  </a:lnTo>
                  <a:lnTo>
                    <a:pt x="4792" y="419"/>
                  </a:lnTo>
                  <a:lnTo>
                    <a:pt x="4499" y="461"/>
                  </a:lnTo>
                  <a:lnTo>
                    <a:pt x="4457" y="461"/>
                  </a:lnTo>
                  <a:lnTo>
                    <a:pt x="4394" y="440"/>
                  </a:lnTo>
                  <a:lnTo>
                    <a:pt x="4227" y="440"/>
                  </a:lnTo>
                  <a:lnTo>
                    <a:pt x="4060" y="524"/>
                  </a:lnTo>
                  <a:lnTo>
                    <a:pt x="3913" y="524"/>
                  </a:lnTo>
                  <a:lnTo>
                    <a:pt x="3830" y="545"/>
                  </a:lnTo>
                  <a:lnTo>
                    <a:pt x="3704" y="482"/>
                  </a:lnTo>
                  <a:lnTo>
                    <a:pt x="3599" y="524"/>
                  </a:lnTo>
                  <a:lnTo>
                    <a:pt x="3244" y="733"/>
                  </a:lnTo>
                  <a:lnTo>
                    <a:pt x="3076" y="754"/>
                  </a:lnTo>
                  <a:lnTo>
                    <a:pt x="2972" y="691"/>
                  </a:lnTo>
                  <a:lnTo>
                    <a:pt x="2909" y="733"/>
                  </a:lnTo>
                  <a:lnTo>
                    <a:pt x="2762" y="733"/>
                  </a:lnTo>
                  <a:lnTo>
                    <a:pt x="2700" y="691"/>
                  </a:lnTo>
                  <a:lnTo>
                    <a:pt x="2658" y="691"/>
                  </a:lnTo>
                  <a:lnTo>
                    <a:pt x="2469" y="858"/>
                  </a:lnTo>
                  <a:lnTo>
                    <a:pt x="2365" y="858"/>
                  </a:lnTo>
                  <a:lnTo>
                    <a:pt x="2239" y="942"/>
                  </a:lnTo>
                  <a:lnTo>
                    <a:pt x="2177" y="1005"/>
                  </a:lnTo>
                  <a:lnTo>
                    <a:pt x="1988" y="1047"/>
                  </a:lnTo>
                  <a:lnTo>
                    <a:pt x="1863" y="984"/>
                  </a:lnTo>
                  <a:lnTo>
                    <a:pt x="1716" y="858"/>
                  </a:lnTo>
                  <a:lnTo>
                    <a:pt x="1653" y="858"/>
                  </a:lnTo>
                  <a:lnTo>
                    <a:pt x="1633" y="754"/>
                  </a:lnTo>
                  <a:lnTo>
                    <a:pt x="1256" y="377"/>
                  </a:lnTo>
                  <a:lnTo>
                    <a:pt x="1235" y="356"/>
                  </a:lnTo>
                  <a:lnTo>
                    <a:pt x="1214" y="314"/>
                  </a:lnTo>
                  <a:lnTo>
                    <a:pt x="1047" y="545"/>
                  </a:lnTo>
                  <a:lnTo>
                    <a:pt x="1005" y="628"/>
                  </a:lnTo>
                  <a:lnTo>
                    <a:pt x="1047" y="858"/>
                  </a:lnTo>
                  <a:lnTo>
                    <a:pt x="1151" y="1172"/>
                  </a:lnTo>
                  <a:lnTo>
                    <a:pt x="1319" y="1256"/>
                  </a:lnTo>
                  <a:lnTo>
                    <a:pt x="1298" y="1402"/>
                  </a:lnTo>
                  <a:lnTo>
                    <a:pt x="1361" y="1591"/>
                  </a:lnTo>
                  <a:lnTo>
                    <a:pt x="1570" y="1612"/>
                  </a:lnTo>
                  <a:lnTo>
                    <a:pt x="1716" y="1737"/>
                  </a:lnTo>
                  <a:lnTo>
                    <a:pt x="3411" y="2260"/>
                  </a:lnTo>
                  <a:lnTo>
                    <a:pt x="4143" y="2260"/>
                  </a:lnTo>
                  <a:lnTo>
                    <a:pt x="2365" y="4039"/>
                  </a:lnTo>
                  <a:lnTo>
                    <a:pt x="1633" y="4039"/>
                  </a:lnTo>
                  <a:lnTo>
                    <a:pt x="1528" y="4122"/>
                  </a:lnTo>
                  <a:lnTo>
                    <a:pt x="1423" y="4122"/>
                  </a:lnTo>
                  <a:lnTo>
                    <a:pt x="1298" y="4206"/>
                  </a:lnTo>
                  <a:lnTo>
                    <a:pt x="1235" y="4311"/>
                  </a:lnTo>
                  <a:lnTo>
                    <a:pt x="1130" y="4394"/>
                  </a:lnTo>
                  <a:lnTo>
                    <a:pt x="984" y="4457"/>
                  </a:lnTo>
                  <a:lnTo>
                    <a:pt x="796" y="4499"/>
                  </a:lnTo>
                  <a:lnTo>
                    <a:pt x="607" y="4562"/>
                  </a:lnTo>
                  <a:lnTo>
                    <a:pt x="565" y="4666"/>
                  </a:lnTo>
                  <a:lnTo>
                    <a:pt x="0" y="5169"/>
                  </a:lnTo>
                  <a:lnTo>
                    <a:pt x="0" y="7449"/>
                  </a:lnTo>
                  <a:lnTo>
                    <a:pt x="419" y="7847"/>
                  </a:lnTo>
                  <a:lnTo>
                    <a:pt x="419" y="7805"/>
                  </a:lnTo>
                  <a:lnTo>
                    <a:pt x="900" y="7261"/>
                  </a:lnTo>
                  <a:lnTo>
                    <a:pt x="942" y="7156"/>
                  </a:lnTo>
                  <a:lnTo>
                    <a:pt x="1089" y="7031"/>
                  </a:lnTo>
                  <a:lnTo>
                    <a:pt x="1193" y="7010"/>
                  </a:lnTo>
                  <a:lnTo>
                    <a:pt x="1235" y="6926"/>
                  </a:lnTo>
                  <a:lnTo>
                    <a:pt x="1298" y="6905"/>
                  </a:lnTo>
                  <a:lnTo>
                    <a:pt x="1633" y="6529"/>
                  </a:lnTo>
                  <a:lnTo>
                    <a:pt x="1716" y="6508"/>
                  </a:lnTo>
                  <a:lnTo>
                    <a:pt x="2093" y="6089"/>
                  </a:lnTo>
                  <a:lnTo>
                    <a:pt x="2302" y="5922"/>
                  </a:lnTo>
                  <a:lnTo>
                    <a:pt x="2469" y="5817"/>
                  </a:lnTo>
                  <a:lnTo>
                    <a:pt x="2658" y="5796"/>
                  </a:lnTo>
                  <a:lnTo>
                    <a:pt x="2930" y="5566"/>
                  </a:lnTo>
                  <a:lnTo>
                    <a:pt x="3558" y="4980"/>
                  </a:lnTo>
                  <a:lnTo>
                    <a:pt x="3871" y="4625"/>
                  </a:lnTo>
                  <a:lnTo>
                    <a:pt x="4060" y="4436"/>
                  </a:lnTo>
                  <a:lnTo>
                    <a:pt x="4081" y="4311"/>
                  </a:lnTo>
                  <a:lnTo>
                    <a:pt x="4478" y="3788"/>
                  </a:lnTo>
                  <a:lnTo>
                    <a:pt x="4478" y="3683"/>
                  </a:lnTo>
                  <a:lnTo>
                    <a:pt x="4687" y="3390"/>
                  </a:lnTo>
                  <a:lnTo>
                    <a:pt x="4708" y="3202"/>
                  </a:lnTo>
                  <a:lnTo>
                    <a:pt x="5022" y="2574"/>
                  </a:lnTo>
                  <a:lnTo>
                    <a:pt x="5106" y="2532"/>
                  </a:lnTo>
                  <a:lnTo>
                    <a:pt x="5064" y="2449"/>
                  </a:lnTo>
                  <a:lnTo>
                    <a:pt x="5064" y="2365"/>
                  </a:lnTo>
                  <a:lnTo>
                    <a:pt x="5190" y="2239"/>
                  </a:lnTo>
                  <a:lnTo>
                    <a:pt x="5231" y="2239"/>
                  </a:lnTo>
                  <a:lnTo>
                    <a:pt x="5315" y="2135"/>
                  </a:lnTo>
                  <a:lnTo>
                    <a:pt x="5441" y="1842"/>
                  </a:lnTo>
                  <a:lnTo>
                    <a:pt x="5650" y="1591"/>
                  </a:lnTo>
                  <a:lnTo>
                    <a:pt x="5650" y="1423"/>
                  </a:lnTo>
                  <a:lnTo>
                    <a:pt x="5692" y="1381"/>
                  </a:lnTo>
                  <a:lnTo>
                    <a:pt x="5713" y="1214"/>
                  </a:lnTo>
                  <a:lnTo>
                    <a:pt x="5650" y="1151"/>
                  </a:lnTo>
                  <a:lnTo>
                    <a:pt x="5734" y="1005"/>
                  </a:lnTo>
                  <a:lnTo>
                    <a:pt x="5796" y="984"/>
                  </a:lnTo>
                  <a:lnTo>
                    <a:pt x="5859" y="984"/>
                  </a:lnTo>
                  <a:lnTo>
                    <a:pt x="5901" y="1005"/>
                  </a:lnTo>
                  <a:lnTo>
                    <a:pt x="5922" y="1005"/>
                  </a:lnTo>
                  <a:lnTo>
                    <a:pt x="5901" y="942"/>
                  </a:lnTo>
                  <a:lnTo>
                    <a:pt x="5838" y="942"/>
                  </a:lnTo>
                  <a:lnTo>
                    <a:pt x="5859" y="963"/>
                  </a:lnTo>
                  <a:lnTo>
                    <a:pt x="5796" y="963"/>
                  </a:lnTo>
                  <a:lnTo>
                    <a:pt x="5817" y="879"/>
                  </a:lnTo>
                  <a:lnTo>
                    <a:pt x="5817" y="775"/>
                  </a:lnTo>
                  <a:lnTo>
                    <a:pt x="5754" y="691"/>
                  </a:lnTo>
                  <a:lnTo>
                    <a:pt x="5817" y="586"/>
                  </a:lnTo>
                  <a:lnTo>
                    <a:pt x="5859" y="545"/>
                  </a:lnTo>
                  <a:lnTo>
                    <a:pt x="5859" y="482"/>
                  </a:lnTo>
                  <a:lnTo>
                    <a:pt x="5796" y="482"/>
                  </a:lnTo>
                  <a:lnTo>
                    <a:pt x="5754" y="440"/>
                  </a:lnTo>
                  <a:lnTo>
                    <a:pt x="5796" y="377"/>
                  </a:lnTo>
                  <a:lnTo>
                    <a:pt x="5796" y="314"/>
                  </a:lnTo>
                  <a:lnTo>
                    <a:pt x="5838" y="210"/>
                  </a:lnTo>
                  <a:lnTo>
                    <a:pt x="5901" y="126"/>
                  </a:lnTo>
                  <a:lnTo>
                    <a:pt x="5859" y="105"/>
                  </a:lnTo>
                  <a:lnTo>
                    <a:pt x="5796" y="105"/>
                  </a:lnTo>
                  <a:lnTo>
                    <a:pt x="5650" y="42"/>
                  </a:lnTo>
                  <a:lnTo>
                    <a:pt x="558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9347;p128">
              <a:extLst>
                <a:ext uri="{FF2B5EF4-FFF2-40B4-BE49-F238E27FC236}">
                  <a16:creationId xmlns:a16="http://schemas.microsoft.com/office/drawing/2014/main" id="{6F543661-24E5-DF0F-1A75-09F0C99D997C}"/>
                </a:ext>
              </a:extLst>
            </p:cNvPr>
            <p:cNvSpPr/>
            <p:nvPr/>
          </p:nvSpPr>
          <p:spPr>
            <a:xfrm>
              <a:off x="3978054" y="3108693"/>
              <a:ext cx="57811" cy="66882"/>
            </a:xfrm>
            <a:custGeom>
              <a:avLst/>
              <a:gdLst/>
              <a:ahLst/>
              <a:cxnLst/>
              <a:rect l="l" t="t" r="r" b="b"/>
              <a:pathLst>
                <a:path w="4855" h="5881" extrusionOk="0">
                  <a:moveTo>
                    <a:pt x="984" y="1"/>
                  </a:moveTo>
                  <a:lnTo>
                    <a:pt x="942" y="43"/>
                  </a:lnTo>
                  <a:lnTo>
                    <a:pt x="732" y="252"/>
                  </a:lnTo>
                  <a:lnTo>
                    <a:pt x="607" y="461"/>
                  </a:lnTo>
                  <a:lnTo>
                    <a:pt x="565" y="461"/>
                  </a:lnTo>
                  <a:lnTo>
                    <a:pt x="460" y="566"/>
                  </a:lnTo>
                  <a:lnTo>
                    <a:pt x="398" y="628"/>
                  </a:lnTo>
                  <a:lnTo>
                    <a:pt x="356" y="649"/>
                  </a:lnTo>
                  <a:lnTo>
                    <a:pt x="272" y="754"/>
                  </a:lnTo>
                  <a:lnTo>
                    <a:pt x="293" y="733"/>
                  </a:lnTo>
                  <a:lnTo>
                    <a:pt x="356" y="796"/>
                  </a:lnTo>
                  <a:lnTo>
                    <a:pt x="377" y="963"/>
                  </a:lnTo>
                  <a:lnTo>
                    <a:pt x="419" y="984"/>
                  </a:lnTo>
                  <a:lnTo>
                    <a:pt x="419" y="1089"/>
                  </a:lnTo>
                  <a:lnTo>
                    <a:pt x="502" y="1089"/>
                  </a:lnTo>
                  <a:lnTo>
                    <a:pt x="523" y="1214"/>
                  </a:lnTo>
                  <a:lnTo>
                    <a:pt x="523" y="1361"/>
                  </a:lnTo>
                  <a:lnTo>
                    <a:pt x="670" y="1486"/>
                  </a:lnTo>
                  <a:lnTo>
                    <a:pt x="732" y="1633"/>
                  </a:lnTo>
                  <a:lnTo>
                    <a:pt x="816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921" y="1884"/>
                  </a:lnTo>
                  <a:lnTo>
                    <a:pt x="942" y="2009"/>
                  </a:lnTo>
                  <a:lnTo>
                    <a:pt x="942" y="2114"/>
                  </a:lnTo>
                  <a:lnTo>
                    <a:pt x="816" y="2261"/>
                  </a:lnTo>
                  <a:lnTo>
                    <a:pt x="816" y="2365"/>
                  </a:lnTo>
                  <a:lnTo>
                    <a:pt x="774" y="2512"/>
                  </a:lnTo>
                  <a:lnTo>
                    <a:pt x="565" y="2512"/>
                  </a:lnTo>
                  <a:lnTo>
                    <a:pt x="565" y="2553"/>
                  </a:lnTo>
                  <a:lnTo>
                    <a:pt x="502" y="2616"/>
                  </a:lnTo>
                  <a:lnTo>
                    <a:pt x="460" y="2721"/>
                  </a:lnTo>
                  <a:lnTo>
                    <a:pt x="377" y="2784"/>
                  </a:lnTo>
                  <a:lnTo>
                    <a:pt x="293" y="2930"/>
                  </a:lnTo>
                  <a:lnTo>
                    <a:pt x="188" y="3056"/>
                  </a:lnTo>
                  <a:lnTo>
                    <a:pt x="168" y="3202"/>
                  </a:lnTo>
                  <a:lnTo>
                    <a:pt x="0" y="3767"/>
                  </a:lnTo>
                  <a:lnTo>
                    <a:pt x="188" y="3767"/>
                  </a:lnTo>
                  <a:lnTo>
                    <a:pt x="2281" y="4981"/>
                  </a:lnTo>
                  <a:lnTo>
                    <a:pt x="2406" y="5169"/>
                  </a:lnTo>
                  <a:lnTo>
                    <a:pt x="2385" y="5253"/>
                  </a:lnTo>
                  <a:lnTo>
                    <a:pt x="2406" y="5294"/>
                  </a:lnTo>
                  <a:lnTo>
                    <a:pt x="2469" y="5378"/>
                  </a:lnTo>
                  <a:lnTo>
                    <a:pt x="3181" y="5880"/>
                  </a:lnTo>
                  <a:lnTo>
                    <a:pt x="3222" y="5880"/>
                  </a:lnTo>
                  <a:lnTo>
                    <a:pt x="3327" y="5818"/>
                  </a:lnTo>
                  <a:lnTo>
                    <a:pt x="3536" y="5546"/>
                  </a:lnTo>
                  <a:lnTo>
                    <a:pt x="3641" y="5357"/>
                  </a:lnTo>
                  <a:lnTo>
                    <a:pt x="3641" y="5232"/>
                  </a:lnTo>
                  <a:lnTo>
                    <a:pt x="3725" y="5085"/>
                  </a:lnTo>
                  <a:lnTo>
                    <a:pt x="3829" y="4939"/>
                  </a:lnTo>
                  <a:lnTo>
                    <a:pt x="3808" y="4918"/>
                  </a:lnTo>
                  <a:lnTo>
                    <a:pt x="3808" y="4855"/>
                  </a:lnTo>
                  <a:lnTo>
                    <a:pt x="3871" y="4750"/>
                  </a:lnTo>
                  <a:lnTo>
                    <a:pt x="3871" y="4730"/>
                  </a:lnTo>
                  <a:lnTo>
                    <a:pt x="3955" y="4709"/>
                  </a:lnTo>
                  <a:lnTo>
                    <a:pt x="4122" y="4709"/>
                  </a:lnTo>
                  <a:lnTo>
                    <a:pt x="4227" y="4541"/>
                  </a:lnTo>
                  <a:lnTo>
                    <a:pt x="4436" y="4458"/>
                  </a:lnTo>
                  <a:lnTo>
                    <a:pt x="4394" y="4416"/>
                  </a:lnTo>
                  <a:lnTo>
                    <a:pt x="4457" y="4332"/>
                  </a:lnTo>
                  <a:lnTo>
                    <a:pt x="4499" y="4332"/>
                  </a:lnTo>
                  <a:lnTo>
                    <a:pt x="4687" y="4102"/>
                  </a:lnTo>
                  <a:lnTo>
                    <a:pt x="4708" y="4081"/>
                  </a:lnTo>
                  <a:lnTo>
                    <a:pt x="4289" y="3683"/>
                  </a:lnTo>
                  <a:lnTo>
                    <a:pt x="4289" y="1403"/>
                  </a:lnTo>
                  <a:lnTo>
                    <a:pt x="4854" y="900"/>
                  </a:lnTo>
                  <a:lnTo>
                    <a:pt x="4687" y="900"/>
                  </a:lnTo>
                  <a:lnTo>
                    <a:pt x="4478" y="942"/>
                  </a:lnTo>
                  <a:lnTo>
                    <a:pt x="4373" y="880"/>
                  </a:lnTo>
                  <a:lnTo>
                    <a:pt x="4289" y="754"/>
                  </a:lnTo>
                  <a:lnTo>
                    <a:pt x="4227" y="733"/>
                  </a:lnTo>
                  <a:lnTo>
                    <a:pt x="3955" y="754"/>
                  </a:lnTo>
                  <a:lnTo>
                    <a:pt x="3913" y="775"/>
                  </a:lnTo>
                  <a:lnTo>
                    <a:pt x="3808" y="775"/>
                  </a:lnTo>
                  <a:lnTo>
                    <a:pt x="3704" y="838"/>
                  </a:lnTo>
                  <a:lnTo>
                    <a:pt x="3641" y="900"/>
                  </a:lnTo>
                  <a:lnTo>
                    <a:pt x="3494" y="1152"/>
                  </a:lnTo>
                  <a:lnTo>
                    <a:pt x="3285" y="1152"/>
                  </a:lnTo>
                  <a:lnTo>
                    <a:pt x="3181" y="1110"/>
                  </a:lnTo>
                  <a:lnTo>
                    <a:pt x="3013" y="1152"/>
                  </a:lnTo>
                  <a:lnTo>
                    <a:pt x="2888" y="1089"/>
                  </a:lnTo>
                  <a:lnTo>
                    <a:pt x="2699" y="1089"/>
                  </a:lnTo>
                  <a:lnTo>
                    <a:pt x="2595" y="1047"/>
                  </a:lnTo>
                  <a:lnTo>
                    <a:pt x="2511" y="942"/>
                  </a:lnTo>
                  <a:lnTo>
                    <a:pt x="2365" y="859"/>
                  </a:lnTo>
                  <a:lnTo>
                    <a:pt x="2134" y="628"/>
                  </a:lnTo>
                  <a:lnTo>
                    <a:pt x="2030" y="545"/>
                  </a:lnTo>
                  <a:lnTo>
                    <a:pt x="1737" y="566"/>
                  </a:lnTo>
                  <a:lnTo>
                    <a:pt x="1611" y="524"/>
                  </a:lnTo>
                  <a:lnTo>
                    <a:pt x="1465" y="566"/>
                  </a:lnTo>
                  <a:lnTo>
                    <a:pt x="1339" y="545"/>
                  </a:lnTo>
                  <a:lnTo>
                    <a:pt x="1256" y="440"/>
                  </a:lnTo>
                  <a:lnTo>
                    <a:pt x="1256" y="105"/>
                  </a:lnTo>
                  <a:lnTo>
                    <a:pt x="1151" y="64"/>
                  </a:lnTo>
                  <a:lnTo>
                    <a:pt x="1046" y="105"/>
                  </a:lnTo>
                  <a:lnTo>
                    <a:pt x="9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6B65"/>
                </a:solidFill>
              </a:endParaRPr>
            </a:p>
          </p:txBody>
        </p:sp>
        <p:sp>
          <p:nvSpPr>
            <p:cNvPr id="389" name="Google Shape;9348;p128">
              <a:extLst>
                <a:ext uri="{FF2B5EF4-FFF2-40B4-BE49-F238E27FC236}">
                  <a16:creationId xmlns:a16="http://schemas.microsoft.com/office/drawing/2014/main" id="{0C285ABE-D1AE-2651-A0A1-04B9FA070445}"/>
                </a:ext>
              </a:extLst>
            </p:cNvPr>
            <p:cNvSpPr/>
            <p:nvPr/>
          </p:nvSpPr>
          <p:spPr>
            <a:xfrm>
              <a:off x="3963598" y="3151999"/>
              <a:ext cx="5239" cy="11"/>
            </a:xfrm>
            <a:custGeom>
              <a:avLst/>
              <a:gdLst/>
              <a:ahLst/>
              <a:cxnLst/>
              <a:rect l="l" t="t" r="r" b="b"/>
              <a:pathLst>
                <a:path w="440" h="1" extrusionOk="0">
                  <a:moveTo>
                    <a:pt x="1" y="1"/>
                  </a:moveTo>
                  <a:lnTo>
                    <a:pt x="210" y="1"/>
                  </a:lnTo>
                  <a:lnTo>
                    <a:pt x="440" y="1"/>
                  </a:lnTo>
                  <a:lnTo>
                    <a:pt x="2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9349;p128">
              <a:extLst>
                <a:ext uri="{FF2B5EF4-FFF2-40B4-BE49-F238E27FC236}">
                  <a16:creationId xmlns:a16="http://schemas.microsoft.com/office/drawing/2014/main" id="{A0ED3867-047C-E6AA-50A3-2D0CF5D5F84F}"/>
                </a:ext>
              </a:extLst>
            </p:cNvPr>
            <p:cNvSpPr/>
            <p:nvPr/>
          </p:nvSpPr>
          <p:spPr>
            <a:xfrm>
              <a:off x="3949392" y="3117029"/>
              <a:ext cx="39878" cy="37609"/>
            </a:xfrm>
            <a:custGeom>
              <a:avLst/>
              <a:gdLst/>
              <a:ahLst/>
              <a:cxnLst/>
              <a:rect l="l" t="t" r="r" b="b"/>
              <a:pathLst>
                <a:path w="3349" h="3307" extrusionOk="0">
                  <a:moveTo>
                    <a:pt x="2700" y="0"/>
                  </a:moveTo>
                  <a:lnTo>
                    <a:pt x="2679" y="21"/>
                  </a:lnTo>
                  <a:lnTo>
                    <a:pt x="2554" y="105"/>
                  </a:lnTo>
                  <a:lnTo>
                    <a:pt x="2491" y="209"/>
                  </a:lnTo>
                  <a:lnTo>
                    <a:pt x="2365" y="251"/>
                  </a:lnTo>
                  <a:lnTo>
                    <a:pt x="2240" y="209"/>
                  </a:lnTo>
                  <a:lnTo>
                    <a:pt x="2031" y="230"/>
                  </a:lnTo>
                  <a:lnTo>
                    <a:pt x="1884" y="272"/>
                  </a:lnTo>
                  <a:lnTo>
                    <a:pt x="1779" y="272"/>
                  </a:lnTo>
                  <a:lnTo>
                    <a:pt x="1759" y="314"/>
                  </a:lnTo>
                  <a:lnTo>
                    <a:pt x="1675" y="272"/>
                  </a:lnTo>
                  <a:lnTo>
                    <a:pt x="1612" y="356"/>
                  </a:lnTo>
                  <a:lnTo>
                    <a:pt x="1612" y="440"/>
                  </a:lnTo>
                  <a:lnTo>
                    <a:pt x="1549" y="440"/>
                  </a:lnTo>
                  <a:lnTo>
                    <a:pt x="1403" y="419"/>
                  </a:lnTo>
                  <a:lnTo>
                    <a:pt x="1403" y="314"/>
                  </a:lnTo>
                  <a:lnTo>
                    <a:pt x="1298" y="272"/>
                  </a:lnTo>
                  <a:lnTo>
                    <a:pt x="1215" y="314"/>
                  </a:lnTo>
                  <a:lnTo>
                    <a:pt x="1047" y="251"/>
                  </a:lnTo>
                  <a:lnTo>
                    <a:pt x="942" y="209"/>
                  </a:lnTo>
                  <a:lnTo>
                    <a:pt x="880" y="272"/>
                  </a:lnTo>
                  <a:lnTo>
                    <a:pt x="880" y="356"/>
                  </a:lnTo>
                  <a:lnTo>
                    <a:pt x="901" y="419"/>
                  </a:lnTo>
                  <a:lnTo>
                    <a:pt x="880" y="440"/>
                  </a:lnTo>
                  <a:lnTo>
                    <a:pt x="838" y="544"/>
                  </a:lnTo>
                  <a:lnTo>
                    <a:pt x="796" y="628"/>
                  </a:lnTo>
                  <a:lnTo>
                    <a:pt x="796" y="774"/>
                  </a:lnTo>
                  <a:lnTo>
                    <a:pt x="775" y="984"/>
                  </a:lnTo>
                  <a:lnTo>
                    <a:pt x="733" y="1109"/>
                  </a:lnTo>
                  <a:lnTo>
                    <a:pt x="817" y="1172"/>
                  </a:lnTo>
                  <a:lnTo>
                    <a:pt x="880" y="1256"/>
                  </a:lnTo>
                  <a:lnTo>
                    <a:pt x="922" y="1318"/>
                  </a:lnTo>
                  <a:lnTo>
                    <a:pt x="901" y="1402"/>
                  </a:lnTo>
                  <a:lnTo>
                    <a:pt x="608" y="1800"/>
                  </a:lnTo>
                  <a:lnTo>
                    <a:pt x="419" y="2009"/>
                  </a:lnTo>
                  <a:lnTo>
                    <a:pt x="378" y="2092"/>
                  </a:lnTo>
                  <a:lnTo>
                    <a:pt x="147" y="2511"/>
                  </a:lnTo>
                  <a:lnTo>
                    <a:pt x="106" y="2553"/>
                  </a:lnTo>
                  <a:lnTo>
                    <a:pt x="106" y="2720"/>
                  </a:lnTo>
                  <a:lnTo>
                    <a:pt x="85" y="2929"/>
                  </a:lnTo>
                  <a:lnTo>
                    <a:pt x="1" y="3139"/>
                  </a:lnTo>
                  <a:lnTo>
                    <a:pt x="43" y="3264"/>
                  </a:lnTo>
                  <a:lnTo>
                    <a:pt x="1" y="3285"/>
                  </a:lnTo>
                  <a:lnTo>
                    <a:pt x="43" y="3306"/>
                  </a:lnTo>
                  <a:lnTo>
                    <a:pt x="106" y="3285"/>
                  </a:lnTo>
                  <a:lnTo>
                    <a:pt x="210" y="3201"/>
                  </a:lnTo>
                  <a:lnTo>
                    <a:pt x="273" y="3243"/>
                  </a:lnTo>
                  <a:lnTo>
                    <a:pt x="315" y="3285"/>
                  </a:lnTo>
                  <a:lnTo>
                    <a:pt x="398" y="3285"/>
                  </a:lnTo>
                  <a:lnTo>
                    <a:pt x="461" y="3243"/>
                  </a:lnTo>
                  <a:lnTo>
                    <a:pt x="461" y="3160"/>
                  </a:lnTo>
                  <a:lnTo>
                    <a:pt x="566" y="3160"/>
                  </a:lnTo>
                  <a:lnTo>
                    <a:pt x="566" y="3180"/>
                  </a:lnTo>
                  <a:lnTo>
                    <a:pt x="608" y="3139"/>
                  </a:lnTo>
                  <a:lnTo>
                    <a:pt x="670" y="3139"/>
                  </a:lnTo>
                  <a:lnTo>
                    <a:pt x="712" y="3076"/>
                  </a:lnTo>
                  <a:lnTo>
                    <a:pt x="1633" y="3076"/>
                  </a:lnTo>
                  <a:lnTo>
                    <a:pt x="2407" y="3034"/>
                  </a:lnTo>
                  <a:lnTo>
                    <a:pt x="2575" y="2469"/>
                  </a:lnTo>
                  <a:lnTo>
                    <a:pt x="2595" y="2323"/>
                  </a:lnTo>
                  <a:lnTo>
                    <a:pt x="2700" y="2197"/>
                  </a:lnTo>
                  <a:lnTo>
                    <a:pt x="2784" y="2051"/>
                  </a:lnTo>
                  <a:lnTo>
                    <a:pt x="2867" y="1988"/>
                  </a:lnTo>
                  <a:lnTo>
                    <a:pt x="2909" y="1883"/>
                  </a:lnTo>
                  <a:lnTo>
                    <a:pt x="2972" y="1820"/>
                  </a:lnTo>
                  <a:lnTo>
                    <a:pt x="2972" y="1779"/>
                  </a:lnTo>
                  <a:lnTo>
                    <a:pt x="3181" y="1779"/>
                  </a:lnTo>
                  <a:lnTo>
                    <a:pt x="3223" y="1632"/>
                  </a:lnTo>
                  <a:lnTo>
                    <a:pt x="3223" y="1528"/>
                  </a:lnTo>
                  <a:lnTo>
                    <a:pt x="3349" y="1381"/>
                  </a:lnTo>
                  <a:lnTo>
                    <a:pt x="3349" y="1276"/>
                  </a:lnTo>
                  <a:lnTo>
                    <a:pt x="3328" y="1151"/>
                  </a:lnTo>
                  <a:lnTo>
                    <a:pt x="3244" y="1067"/>
                  </a:lnTo>
                  <a:lnTo>
                    <a:pt x="3307" y="1004"/>
                  </a:lnTo>
                  <a:lnTo>
                    <a:pt x="3223" y="963"/>
                  </a:lnTo>
                  <a:lnTo>
                    <a:pt x="3139" y="900"/>
                  </a:lnTo>
                  <a:lnTo>
                    <a:pt x="3077" y="753"/>
                  </a:lnTo>
                  <a:lnTo>
                    <a:pt x="2930" y="628"/>
                  </a:lnTo>
                  <a:lnTo>
                    <a:pt x="2930" y="481"/>
                  </a:lnTo>
                  <a:lnTo>
                    <a:pt x="2909" y="356"/>
                  </a:lnTo>
                  <a:lnTo>
                    <a:pt x="2826" y="356"/>
                  </a:lnTo>
                  <a:lnTo>
                    <a:pt x="2826" y="251"/>
                  </a:lnTo>
                  <a:lnTo>
                    <a:pt x="2784" y="230"/>
                  </a:lnTo>
                  <a:lnTo>
                    <a:pt x="2763" y="63"/>
                  </a:lnTo>
                  <a:lnTo>
                    <a:pt x="270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9350;p128">
              <a:extLst>
                <a:ext uri="{FF2B5EF4-FFF2-40B4-BE49-F238E27FC236}">
                  <a16:creationId xmlns:a16="http://schemas.microsoft.com/office/drawing/2014/main" id="{792E4D36-3F24-96DD-C004-86939F77DE13}"/>
                </a:ext>
              </a:extLst>
            </p:cNvPr>
            <p:cNvSpPr/>
            <p:nvPr/>
          </p:nvSpPr>
          <p:spPr>
            <a:xfrm>
              <a:off x="3845999" y="3071334"/>
              <a:ext cx="89711" cy="57841"/>
            </a:xfrm>
            <a:custGeom>
              <a:avLst/>
              <a:gdLst/>
              <a:ahLst/>
              <a:cxnLst/>
              <a:rect l="l" t="t" r="r" b="b"/>
              <a:pathLst>
                <a:path w="7534" h="5086" extrusionOk="0">
                  <a:moveTo>
                    <a:pt x="4750" y="1"/>
                  </a:moveTo>
                  <a:lnTo>
                    <a:pt x="4708" y="64"/>
                  </a:lnTo>
                  <a:lnTo>
                    <a:pt x="4583" y="147"/>
                  </a:lnTo>
                  <a:lnTo>
                    <a:pt x="4499" y="84"/>
                  </a:lnTo>
                  <a:lnTo>
                    <a:pt x="4374" y="84"/>
                  </a:lnTo>
                  <a:lnTo>
                    <a:pt x="4269" y="168"/>
                  </a:lnTo>
                  <a:lnTo>
                    <a:pt x="4123" y="252"/>
                  </a:lnTo>
                  <a:lnTo>
                    <a:pt x="4081" y="315"/>
                  </a:lnTo>
                  <a:lnTo>
                    <a:pt x="4123" y="398"/>
                  </a:lnTo>
                  <a:lnTo>
                    <a:pt x="4039" y="419"/>
                  </a:lnTo>
                  <a:lnTo>
                    <a:pt x="3934" y="587"/>
                  </a:lnTo>
                  <a:lnTo>
                    <a:pt x="3872" y="587"/>
                  </a:lnTo>
                  <a:lnTo>
                    <a:pt x="3830" y="566"/>
                  </a:lnTo>
                  <a:lnTo>
                    <a:pt x="3746" y="670"/>
                  </a:lnTo>
                  <a:lnTo>
                    <a:pt x="3746" y="733"/>
                  </a:lnTo>
                  <a:lnTo>
                    <a:pt x="3662" y="796"/>
                  </a:lnTo>
                  <a:lnTo>
                    <a:pt x="3641" y="900"/>
                  </a:lnTo>
                  <a:lnTo>
                    <a:pt x="3662" y="984"/>
                  </a:lnTo>
                  <a:lnTo>
                    <a:pt x="3641" y="1089"/>
                  </a:lnTo>
                  <a:lnTo>
                    <a:pt x="3537" y="1131"/>
                  </a:lnTo>
                  <a:lnTo>
                    <a:pt x="3432" y="1214"/>
                  </a:lnTo>
                  <a:lnTo>
                    <a:pt x="3202" y="1235"/>
                  </a:lnTo>
                  <a:lnTo>
                    <a:pt x="3035" y="1256"/>
                  </a:lnTo>
                  <a:lnTo>
                    <a:pt x="2909" y="1235"/>
                  </a:lnTo>
                  <a:lnTo>
                    <a:pt x="2804" y="1193"/>
                  </a:lnTo>
                  <a:lnTo>
                    <a:pt x="2679" y="1214"/>
                  </a:lnTo>
                  <a:lnTo>
                    <a:pt x="2595" y="1193"/>
                  </a:lnTo>
                  <a:lnTo>
                    <a:pt x="2511" y="1235"/>
                  </a:lnTo>
                  <a:lnTo>
                    <a:pt x="2491" y="1340"/>
                  </a:lnTo>
                  <a:lnTo>
                    <a:pt x="2595" y="1445"/>
                  </a:lnTo>
                  <a:lnTo>
                    <a:pt x="2658" y="1445"/>
                  </a:lnTo>
                  <a:lnTo>
                    <a:pt x="2679" y="1528"/>
                  </a:lnTo>
                  <a:lnTo>
                    <a:pt x="2511" y="1633"/>
                  </a:lnTo>
                  <a:lnTo>
                    <a:pt x="2449" y="1737"/>
                  </a:lnTo>
                  <a:lnTo>
                    <a:pt x="2281" y="1737"/>
                  </a:lnTo>
                  <a:lnTo>
                    <a:pt x="1947" y="1821"/>
                  </a:lnTo>
                  <a:lnTo>
                    <a:pt x="1821" y="1926"/>
                  </a:lnTo>
                  <a:lnTo>
                    <a:pt x="1633" y="1968"/>
                  </a:lnTo>
                  <a:lnTo>
                    <a:pt x="1507" y="2072"/>
                  </a:lnTo>
                  <a:lnTo>
                    <a:pt x="1403" y="2093"/>
                  </a:lnTo>
                  <a:lnTo>
                    <a:pt x="1340" y="2051"/>
                  </a:lnTo>
                  <a:lnTo>
                    <a:pt x="1298" y="1926"/>
                  </a:lnTo>
                  <a:lnTo>
                    <a:pt x="1235" y="1863"/>
                  </a:lnTo>
                  <a:lnTo>
                    <a:pt x="1151" y="1926"/>
                  </a:lnTo>
                  <a:lnTo>
                    <a:pt x="1151" y="2051"/>
                  </a:lnTo>
                  <a:lnTo>
                    <a:pt x="1110" y="2177"/>
                  </a:lnTo>
                  <a:lnTo>
                    <a:pt x="942" y="2177"/>
                  </a:lnTo>
                  <a:lnTo>
                    <a:pt x="838" y="2198"/>
                  </a:lnTo>
                  <a:lnTo>
                    <a:pt x="733" y="2198"/>
                  </a:lnTo>
                  <a:lnTo>
                    <a:pt x="712" y="2072"/>
                  </a:lnTo>
                  <a:lnTo>
                    <a:pt x="670" y="2030"/>
                  </a:lnTo>
                  <a:lnTo>
                    <a:pt x="670" y="2051"/>
                  </a:lnTo>
                  <a:lnTo>
                    <a:pt x="566" y="2198"/>
                  </a:lnTo>
                  <a:lnTo>
                    <a:pt x="461" y="2240"/>
                  </a:lnTo>
                  <a:lnTo>
                    <a:pt x="398" y="2365"/>
                  </a:lnTo>
                  <a:lnTo>
                    <a:pt x="294" y="2553"/>
                  </a:lnTo>
                  <a:lnTo>
                    <a:pt x="252" y="2679"/>
                  </a:lnTo>
                  <a:lnTo>
                    <a:pt x="147" y="2867"/>
                  </a:lnTo>
                  <a:lnTo>
                    <a:pt x="63" y="2867"/>
                  </a:lnTo>
                  <a:lnTo>
                    <a:pt x="1" y="2930"/>
                  </a:lnTo>
                  <a:lnTo>
                    <a:pt x="42" y="3077"/>
                  </a:lnTo>
                  <a:lnTo>
                    <a:pt x="84" y="3223"/>
                  </a:lnTo>
                  <a:lnTo>
                    <a:pt x="63" y="3349"/>
                  </a:lnTo>
                  <a:lnTo>
                    <a:pt x="84" y="3516"/>
                  </a:lnTo>
                  <a:lnTo>
                    <a:pt x="105" y="3641"/>
                  </a:lnTo>
                  <a:lnTo>
                    <a:pt x="105" y="3872"/>
                  </a:lnTo>
                  <a:lnTo>
                    <a:pt x="168" y="3934"/>
                  </a:lnTo>
                  <a:lnTo>
                    <a:pt x="314" y="4018"/>
                  </a:lnTo>
                  <a:lnTo>
                    <a:pt x="419" y="4123"/>
                  </a:lnTo>
                  <a:lnTo>
                    <a:pt x="461" y="4248"/>
                  </a:lnTo>
                  <a:lnTo>
                    <a:pt x="607" y="4458"/>
                  </a:lnTo>
                  <a:lnTo>
                    <a:pt x="691" y="4604"/>
                  </a:lnTo>
                  <a:lnTo>
                    <a:pt x="775" y="4688"/>
                  </a:lnTo>
                  <a:lnTo>
                    <a:pt x="942" y="4813"/>
                  </a:lnTo>
                  <a:lnTo>
                    <a:pt x="942" y="4960"/>
                  </a:lnTo>
                  <a:lnTo>
                    <a:pt x="942" y="5022"/>
                  </a:lnTo>
                  <a:lnTo>
                    <a:pt x="984" y="5085"/>
                  </a:lnTo>
                  <a:lnTo>
                    <a:pt x="1005" y="5085"/>
                  </a:lnTo>
                  <a:lnTo>
                    <a:pt x="1256" y="4667"/>
                  </a:lnTo>
                  <a:lnTo>
                    <a:pt x="1403" y="4499"/>
                  </a:lnTo>
                  <a:lnTo>
                    <a:pt x="1507" y="4478"/>
                  </a:lnTo>
                  <a:lnTo>
                    <a:pt x="1549" y="4437"/>
                  </a:lnTo>
                  <a:lnTo>
                    <a:pt x="1779" y="4332"/>
                  </a:lnTo>
                  <a:lnTo>
                    <a:pt x="1884" y="4353"/>
                  </a:lnTo>
                  <a:lnTo>
                    <a:pt x="1947" y="4290"/>
                  </a:lnTo>
                  <a:lnTo>
                    <a:pt x="2135" y="4290"/>
                  </a:lnTo>
                  <a:lnTo>
                    <a:pt x="2156" y="4353"/>
                  </a:lnTo>
                  <a:lnTo>
                    <a:pt x="2260" y="4395"/>
                  </a:lnTo>
                  <a:lnTo>
                    <a:pt x="2302" y="4374"/>
                  </a:lnTo>
                  <a:lnTo>
                    <a:pt x="2386" y="4353"/>
                  </a:lnTo>
                  <a:lnTo>
                    <a:pt x="2386" y="4269"/>
                  </a:lnTo>
                  <a:lnTo>
                    <a:pt x="2407" y="4185"/>
                  </a:lnTo>
                  <a:lnTo>
                    <a:pt x="2470" y="4144"/>
                  </a:lnTo>
                  <a:lnTo>
                    <a:pt x="2365" y="4018"/>
                  </a:lnTo>
                  <a:lnTo>
                    <a:pt x="2365" y="3955"/>
                  </a:lnTo>
                  <a:lnTo>
                    <a:pt x="2449" y="3955"/>
                  </a:lnTo>
                  <a:lnTo>
                    <a:pt x="2491" y="3913"/>
                  </a:lnTo>
                  <a:lnTo>
                    <a:pt x="2491" y="3851"/>
                  </a:lnTo>
                  <a:lnTo>
                    <a:pt x="2553" y="3767"/>
                  </a:lnTo>
                  <a:lnTo>
                    <a:pt x="2553" y="3704"/>
                  </a:lnTo>
                  <a:lnTo>
                    <a:pt x="2595" y="3662"/>
                  </a:lnTo>
                  <a:lnTo>
                    <a:pt x="2679" y="3662"/>
                  </a:lnTo>
                  <a:lnTo>
                    <a:pt x="2763" y="3558"/>
                  </a:lnTo>
                  <a:lnTo>
                    <a:pt x="2867" y="3600"/>
                  </a:lnTo>
                  <a:lnTo>
                    <a:pt x="2867" y="3537"/>
                  </a:lnTo>
                  <a:lnTo>
                    <a:pt x="2930" y="3537"/>
                  </a:lnTo>
                  <a:lnTo>
                    <a:pt x="3014" y="3600"/>
                  </a:lnTo>
                  <a:lnTo>
                    <a:pt x="3076" y="3621"/>
                  </a:lnTo>
                  <a:lnTo>
                    <a:pt x="3244" y="3746"/>
                  </a:lnTo>
                  <a:lnTo>
                    <a:pt x="3327" y="3767"/>
                  </a:lnTo>
                  <a:lnTo>
                    <a:pt x="3495" y="3913"/>
                  </a:lnTo>
                  <a:lnTo>
                    <a:pt x="3516" y="3955"/>
                  </a:lnTo>
                  <a:lnTo>
                    <a:pt x="3641" y="3934"/>
                  </a:lnTo>
                  <a:lnTo>
                    <a:pt x="3767" y="4018"/>
                  </a:lnTo>
                  <a:lnTo>
                    <a:pt x="3913" y="4018"/>
                  </a:lnTo>
                  <a:lnTo>
                    <a:pt x="3976" y="4039"/>
                  </a:lnTo>
                  <a:lnTo>
                    <a:pt x="4060" y="3976"/>
                  </a:lnTo>
                  <a:lnTo>
                    <a:pt x="4144" y="3976"/>
                  </a:lnTo>
                  <a:lnTo>
                    <a:pt x="4248" y="4039"/>
                  </a:lnTo>
                  <a:lnTo>
                    <a:pt x="4374" y="4060"/>
                  </a:lnTo>
                  <a:lnTo>
                    <a:pt x="4436" y="4081"/>
                  </a:lnTo>
                  <a:lnTo>
                    <a:pt x="4562" y="4060"/>
                  </a:lnTo>
                  <a:lnTo>
                    <a:pt x="4583" y="4018"/>
                  </a:lnTo>
                  <a:lnTo>
                    <a:pt x="4541" y="3955"/>
                  </a:lnTo>
                  <a:lnTo>
                    <a:pt x="4499" y="3913"/>
                  </a:lnTo>
                  <a:lnTo>
                    <a:pt x="4604" y="3809"/>
                  </a:lnTo>
                  <a:lnTo>
                    <a:pt x="4688" y="3704"/>
                  </a:lnTo>
                  <a:lnTo>
                    <a:pt x="4792" y="3704"/>
                  </a:lnTo>
                  <a:lnTo>
                    <a:pt x="4897" y="3725"/>
                  </a:lnTo>
                  <a:lnTo>
                    <a:pt x="4980" y="3809"/>
                  </a:lnTo>
                  <a:lnTo>
                    <a:pt x="5064" y="3767"/>
                  </a:lnTo>
                  <a:lnTo>
                    <a:pt x="5294" y="3746"/>
                  </a:lnTo>
                  <a:lnTo>
                    <a:pt x="5336" y="3704"/>
                  </a:lnTo>
                  <a:lnTo>
                    <a:pt x="5420" y="3641"/>
                  </a:lnTo>
                  <a:lnTo>
                    <a:pt x="5650" y="3537"/>
                  </a:lnTo>
                  <a:lnTo>
                    <a:pt x="5734" y="3558"/>
                  </a:lnTo>
                  <a:lnTo>
                    <a:pt x="5755" y="3600"/>
                  </a:lnTo>
                  <a:lnTo>
                    <a:pt x="5796" y="3600"/>
                  </a:lnTo>
                  <a:lnTo>
                    <a:pt x="5817" y="3662"/>
                  </a:lnTo>
                  <a:lnTo>
                    <a:pt x="5859" y="3662"/>
                  </a:lnTo>
                  <a:lnTo>
                    <a:pt x="5943" y="3621"/>
                  </a:lnTo>
                  <a:lnTo>
                    <a:pt x="6068" y="3621"/>
                  </a:lnTo>
                  <a:lnTo>
                    <a:pt x="6152" y="3600"/>
                  </a:lnTo>
                  <a:lnTo>
                    <a:pt x="6236" y="3600"/>
                  </a:lnTo>
                  <a:lnTo>
                    <a:pt x="6320" y="3495"/>
                  </a:lnTo>
                  <a:lnTo>
                    <a:pt x="6278" y="3453"/>
                  </a:lnTo>
                  <a:lnTo>
                    <a:pt x="6278" y="3411"/>
                  </a:lnTo>
                  <a:lnTo>
                    <a:pt x="6361" y="3411"/>
                  </a:lnTo>
                  <a:lnTo>
                    <a:pt x="6445" y="3453"/>
                  </a:lnTo>
                  <a:lnTo>
                    <a:pt x="6633" y="3453"/>
                  </a:lnTo>
                  <a:lnTo>
                    <a:pt x="6675" y="3495"/>
                  </a:lnTo>
                  <a:lnTo>
                    <a:pt x="6759" y="3516"/>
                  </a:lnTo>
                  <a:lnTo>
                    <a:pt x="6843" y="3558"/>
                  </a:lnTo>
                  <a:lnTo>
                    <a:pt x="7073" y="3558"/>
                  </a:lnTo>
                  <a:lnTo>
                    <a:pt x="7094" y="3600"/>
                  </a:lnTo>
                  <a:lnTo>
                    <a:pt x="7282" y="3516"/>
                  </a:lnTo>
                  <a:lnTo>
                    <a:pt x="7408" y="3516"/>
                  </a:lnTo>
                  <a:lnTo>
                    <a:pt x="7512" y="3558"/>
                  </a:lnTo>
                  <a:lnTo>
                    <a:pt x="7533" y="3600"/>
                  </a:lnTo>
                  <a:lnTo>
                    <a:pt x="7533" y="3558"/>
                  </a:lnTo>
                  <a:lnTo>
                    <a:pt x="7491" y="3495"/>
                  </a:lnTo>
                  <a:lnTo>
                    <a:pt x="7387" y="3432"/>
                  </a:lnTo>
                  <a:lnTo>
                    <a:pt x="7303" y="3390"/>
                  </a:lnTo>
                  <a:lnTo>
                    <a:pt x="7303" y="3202"/>
                  </a:lnTo>
                  <a:lnTo>
                    <a:pt x="7303" y="3139"/>
                  </a:lnTo>
                  <a:lnTo>
                    <a:pt x="7219" y="3077"/>
                  </a:lnTo>
                  <a:lnTo>
                    <a:pt x="7010" y="3035"/>
                  </a:lnTo>
                  <a:lnTo>
                    <a:pt x="6968" y="2972"/>
                  </a:lnTo>
                  <a:lnTo>
                    <a:pt x="6989" y="2867"/>
                  </a:lnTo>
                  <a:lnTo>
                    <a:pt x="6947" y="2805"/>
                  </a:lnTo>
                  <a:lnTo>
                    <a:pt x="6843" y="2784"/>
                  </a:lnTo>
                  <a:lnTo>
                    <a:pt x="6780" y="2721"/>
                  </a:lnTo>
                  <a:lnTo>
                    <a:pt x="6759" y="2553"/>
                  </a:lnTo>
                  <a:lnTo>
                    <a:pt x="6738" y="2491"/>
                  </a:lnTo>
                  <a:lnTo>
                    <a:pt x="6550" y="2365"/>
                  </a:lnTo>
                  <a:lnTo>
                    <a:pt x="6487" y="2386"/>
                  </a:lnTo>
                  <a:lnTo>
                    <a:pt x="6382" y="2344"/>
                  </a:lnTo>
                  <a:lnTo>
                    <a:pt x="6361" y="2365"/>
                  </a:lnTo>
                  <a:lnTo>
                    <a:pt x="6257" y="2344"/>
                  </a:lnTo>
                  <a:lnTo>
                    <a:pt x="6131" y="2240"/>
                  </a:lnTo>
                  <a:lnTo>
                    <a:pt x="6173" y="2177"/>
                  </a:lnTo>
                  <a:lnTo>
                    <a:pt x="6215" y="2135"/>
                  </a:lnTo>
                  <a:lnTo>
                    <a:pt x="6278" y="2072"/>
                  </a:lnTo>
                  <a:lnTo>
                    <a:pt x="6320" y="1989"/>
                  </a:lnTo>
                  <a:lnTo>
                    <a:pt x="6257" y="1926"/>
                  </a:lnTo>
                  <a:lnTo>
                    <a:pt x="6152" y="1926"/>
                  </a:lnTo>
                  <a:lnTo>
                    <a:pt x="6048" y="1863"/>
                  </a:lnTo>
                  <a:lnTo>
                    <a:pt x="6006" y="1779"/>
                  </a:lnTo>
                  <a:lnTo>
                    <a:pt x="5922" y="1737"/>
                  </a:lnTo>
                  <a:lnTo>
                    <a:pt x="5817" y="1737"/>
                  </a:lnTo>
                  <a:lnTo>
                    <a:pt x="5692" y="1654"/>
                  </a:lnTo>
                  <a:lnTo>
                    <a:pt x="5608" y="1612"/>
                  </a:lnTo>
                  <a:lnTo>
                    <a:pt x="5587" y="1465"/>
                  </a:lnTo>
                  <a:lnTo>
                    <a:pt x="5629" y="1403"/>
                  </a:lnTo>
                  <a:lnTo>
                    <a:pt x="5545" y="1361"/>
                  </a:lnTo>
                  <a:lnTo>
                    <a:pt x="5399" y="1361"/>
                  </a:lnTo>
                  <a:lnTo>
                    <a:pt x="5336" y="1424"/>
                  </a:lnTo>
                  <a:lnTo>
                    <a:pt x="5211" y="1424"/>
                  </a:lnTo>
                  <a:lnTo>
                    <a:pt x="5106" y="1340"/>
                  </a:lnTo>
                  <a:lnTo>
                    <a:pt x="5106" y="1152"/>
                  </a:lnTo>
                  <a:lnTo>
                    <a:pt x="5169" y="1047"/>
                  </a:lnTo>
                  <a:lnTo>
                    <a:pt x="5190" y="1005"/>
                  </a:lnTo>
                  <a:lnTo>
                    <a:pt x="5211" y="880"/>
                  </a:lnTo>
                  <a:lnTo>
                    <a:pt x="5190" y="796"/>
                  </a:lnTo>
                  <a:lnTo>
                    <a:pt x="5085" y="566"/>
                  </a:lnTo>
                  <a:lnTo>
                    <a:pt x="4918" y="377"/>
                  </a:lnTo>
                  <a:lnTo>
                    <a:pt x="4897" y="294"/>
                  </a:lnTo>
                  <a:lnTo>
                    <a:pt x="4771" y="189"/>
                  </a:lnTo>
                  <a:lnTo>
                    <a:pt x="4813" y="168"/>
                  </a:lnTo>
                  <a:lnTo>
                    <a:pt x="4813" y="84"/>
                  </a:lnTo>
                  <a:lnTo>
                    <a:pt x="475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9351;p128">
              <a:extLst>
                <a:ext uri="{FF2B5EF4-FFF2-40B4-BE49-F238E27FC236}">
                  <a16:creationId xmlns:a16="http://schemas.microsoft.com/office/drawing/2014/main" id="{868746D2-CE43-0948-7D55-B200100FDEE9}"/>
                </a:ext>
              </a:extLst>
            </p:cNvPr>
            <p:cNvSpPr/>
            <p:nvPr/>
          </p:nvSpPr>
          <p:spPr>
            <a:xfrm>
              <a:off x="3809372" y="2919523"/>
              <a:ext cx="106405" cy="94483"/>
            </a:xfrm>
            <a:custGeom>
              <a:avLst/>
              <a:gdLst/>
              <a:ahLst/>
              <a:cxnLst/>
              <a:rect l="l" t="t" r="r" b="b"/>
              <a:pathLst>
                <a:path w="8936" h="8308" extrusionOk="0">
                  <a:moveTo>
                    <a:pt x="1068" y="1"/>
                  </a:moveTo>
                  <a:lnTo>
                    <a:pt x="1047" y="42"/>
                  </a:lnTo>
                  <a:lnTo>
                    <a:pt x="1089" y="252"/>
                  </a:lnTo>
                  <a:lnTo>
                    <a:pt x="1152" y="314"/>
                  </a:lnTo>
                  <a:lnTo>
                    <a:pt x="1026" y="482"/>
                  </a:lnTo>
                  <a:lnTo>
                    <a:pt x="670" y="691"/>
                  </a:lnTo>
                  <a:lnTo>
                    <a:pt x="670" y="775"/>
                  </a:lnTo>
                  <a:lnTo>
                    <a:pt x="566" y="900"/>
                  </a:lnTo>
                  <a:lnTo>
                    <a:pt x="440" y="900"/>
                  </a:lnTo>
                  <a:lnTo>
                    <a:pt x="357" y="963"/>
                  </a:lnTo>
                  <a:lnTo>
                    <a:pt x="357" y="1047"/>
                  </a:lnTo>
                  <a:lnTo>
                    <a:pt x="336" y="1109"/>
                  </a:lnTo>
                  <a:lnTo>
                    <a:pt x="398" y="1298"/>
                  </a:lnTo>
                  <a:lnTo>
                    <a:pt x="398" y="1423"/>
                  </a:lnTo>
                  <a:lnTo>
                    <a:pt x="357" y="1465"/>
                  </a:lnTo>
                  <a:lnTo>
                    <a:pt x="357" y="1507"/>
                  </a:lnTo>
                  <a:lnTo>
                    <a:pt x="336" y="1570"/>
                  </a:lnTo>
                  <a:lnTo>
                    <a:pt x="294" y="1674"/>
                  </a:lnTo>
                  <a:lnTo>
                    <a:pt x="189" y="1716"/>
                  </a:lnTo>
                  <a:lnTo>
                    <a:pt x="147" y="1737"/>
                  </a:lnTo>
                  <a:lnTo>
                    <a:pt x="85" y="1737"/>
                  </a:lnTo>
                  <a:lnTo>
                    <a:pt x="22" y="1800"/>
                  </a:lnTo>
                  <a:lnTo>
                    <a:pt x="22" y="2009"/>
                  </a:lnTo>
                  <a:lnTo>
                    <a:pt x="85" y="2030"/>
                  </a:lnTo>
                  <a:lnTo>
                    <a:pt x="147" y="2156"/>
                  </a:lnTo>
                  <a:lnTo>
                    <a:pt x="147" y="2553"/>
                  </a:lnTo>
                  <a:lnTo>
                    <a:pt x="189" y="2762"/>
                  </a:lnTo>
                  <a:lnTo>
                    <a:pt x="189" y="2825"/>
                  </a:lnTo>
                  <a:lnTo>
                    <a:pt x="189" y="3139"/>
                  </a:lnTo>
                  <a:lnTo>
                    <a:pt x="252" y="3286"/>
                  </a:lnTo>
                  <a:lnTo>
                    <a:pt x="210" y="3599"/>
                  </a:lnTo>
                  <a:lnTo>
                    <a:pt x="189" y="3662"/>
                  </a:lnTo>
                  <a:lnTo>
                    <a:pt x="231" y="3788"/>
                  </a:lnTo>
                  <a:lnTo>
                    <a:pt x="252" y="3997"/>
                  </a:lnTo>
                  <a:lnTo>
                    <a:pt x="210" y="4081"/>
                  </a:lnTo>
                  <a:lnTo>
                    <a:pt x="85" y="4185"/>
                  </a:lnTo>
                  <a:lnTo>
                    <a:pt x="43" y="4227"/>
                  </a:lnTo>
                  <a:lnTo>
                    <a:pt x="1" y="4290"/>
                  </a:lnTo>
                  <a:lnTo>
                    <a:pt x="85" y="4353"/>
                  </a:lnTo>
                  <a:lnTo>
                    <a:pt x="210" y="4541"/>
                  </a:lnTo>
                  <a:lnTo>
                    <a:pt x="315" y="4771"/>
                  </a:lnTo>
                  <a:lnTo>
                    <a:pt x="357" y="4813"/>
                  </a:lnTo>
                  <a:lnTo>
                    <a:pt x="398" y="4938"/>
                  </a:lnTo>
                  <a:lnTo>
                    <a:pt x="357" y="5022"/>
                  </a:lnTo>
                  <a:lnTo>
                    <a:pt x="398" y="5169"/>
                  </a:lnTo>
                  <a:lnTo>
                    <a:pt x="440" y="5252"/>
                  </a:lnTo>
                  <a:lnTo>
                    <a:pt x="461" y="5357"/>
                  </a:lnTo>
                  <a:lnTo>
                    <a:pt x="545" y="5441"/>
                  </a:lnTo>
                  <a:lnTo>
                    <a:pt x="984" y="5441"/>
                  </a:lnTo>
                  <a:lnTo>
                    <a:pt x="1089" y="5503"/>
                  </a:lnTo>
                  <a:lnTo>
                    <a:pt x="1173" y="5650"/>
                  </a:lnTo>
                  <a:lnTo>
                    <a:pt x="1277" y="5880"/>
                  </a:lnTo>
                  <a:lnTo>
                    <a:pt x="1340" y="5922"/>
                  </a:lnTo>
                  <a:lnTo>
                    <a:pt x="1403" y="6006"/>
                  </a:lnTo>
                  <a:lnTo>
                    <a:pt x="1486" y="6089"/>
                  </a:lnTo>
                  <a:lnTo>
                    <a:pt x="2491" y="6319"/>
                  </a:lnTo>
                  <a:lnTo>
                    <a:pt x="2595" y="6424"/>
                  </a:lnTo>
                  <a:lnTo>
                    <a:pt x="3118" y="6215"/>
                  </a:lnTo>
                  <a:lnTo>
                    <a:pt x="3746" y="5964"/>
                  </a:lnTo>
                  <a:lnTo>
                    <a:pt x="8391" y="8307"/>
                  </a:lnTo>
                  <a:lnTo>
                    <a:pt x="8391" y="8098"/>
                  </a:lnTo>
                  <a:lnTo>
                    <a:pt x="8935" y="8056"/>
                  </a:lnTo>
                  <a:lnTo>
                    <a:pt x="8705" y="2344"/>
                  </a:lnTo>
                  <a:lnTo>
                    <a:pt x="8621" y="2051"/>
                  </a:lnTo>
                  <a:lnTo>
                    <a:pt x="8580" y="1905"/>
                  </a:lnTo>
                  <a:lnTo>
                    <a:pt x="8621" y="1716"/>
                  </a:lnTo>
                  <a:lnTo>
                    <a:pt x="8705" y="1507"/>
                  </a:lnTo>
                  <a:lnTo>
                    <a:pt x="8705" y="1381"/>
                  </a:lnTo>
                  <a:lnTo>
                    <a:pt x="8663" y="1214"/>
                  </a:lnTo>
                  <a:lnTo>
                    <a:pt x="8705" y="984"/>
                  </a:lnTo>
                  <a:lnTo>
                    <a:pt x="8726" y="879"/>
                  </a:lnTo>
                  <a:lnTo>
                    <a:pt x="8684" y="733"/>
                  </a:lnTo>
                  <a:lnTo>
                    <a:pt x="8600" y="649"/>
                  </a:lnTo>
                  <a:lnTo>
                    <a:pt x="8496" y="628"/>
                  </a:lnTo>
                  <a:lnTo>
                    <a:pt x="8391" y="649"/>
                  </a:lnTo>
                  <a:lnTo>
                    <a:pt x="7994" y="586"/>
                  </a:lnTo>
                  <a:lnTo>
                    <a:pt x="7931" y="524"/>
                  </a:lnTo>
                  <a:lnTo>
                    <a:pt x="7764" y="524"/>
                  </a:lnTo>
                  <a:lnTo>
                    <a:pt x="7575" y="461"/>
                  </a:lnTo>
                  <a:lnTo>
                    <a:pt x="7533" y="377"/>
                  </a:lnTo>
                  <a:lnTo>
                    <a:pt x="7575" y="356"/>
                  </a:lnTo>
                  <a:lnTo>
                    <a:pt x="7554" y="314"/>
                  </a:lnTo>
                  <a:lnTo>
                    <a:pt x="7324" y="168"/>
                  </a:lnTo>
                  <a:lnTo>
                    <a:pt x="7199" y="168"/>
                  </a:lnTo>
                  <a:lnTo>
                    <a:pt x="7010" y="126"/>
                  </a:lnTo>
                  <a:lnTo>
                    <a:pt x="6948" y="105"/>
                  </a:lnTo>
                  <a:lnTo>
                    <a:pt x="6885" y="147"/>
                  </a:lnTo>
                  <a:lnTo>
                    <a:pt x="6780" y="63"/>
                  </a:lnTo>
                  <a:lnTo>
                    <a:pt x="6717" y="63"/>
                  </a:lnTo>
                  <a:lnTo>
                    <a:pt x="6529" y="168"/>
                  </a:lnTo>
                  <a:lnTo>
                    <a:pt x="6257" y="210"/>
                  </a:lnTo>
                  <a:lnTo>
                    <a:pt x="6006" y="314"/>
                  </a:lnTo>
                  <a:lnTo>
                    <a:pt x="5880" y="440"/>
                  </a:lnTo>
                  <a:lnTo>
                    <a:pt x="5839" y="586"/>
                  </a:lnTo>
                  <a:lnTo>
                    <a:pt x="5776" y="670"/>
                  </a:lnTo>
                  <a:lnTo>
                    <a:pt x="5755" y="963"/>
                  </a:lnTo>
                  <a:lnTo>
                    <a:pt x="5859" y="1109"/>
                  </a:lnTo>
                  <a:lnTo>
                    <a:pt x="5943" y="1361"/>
                  </a:lnTo>
                  <a:lnTo>
                    <a:pt x="5880" y="1486"/>
                  </a:lnTo>
                  <a:lnTo>
                    <a:pt x="5734" y="1633"/>
                  </a:lnTo>
                  <a:lnTo>
                    <a:pt x="5692" y="1695"/>
                  </a:lnTo>
                  <a:lnTo>
                    <a:pt x="5525" y="1842"/>
                  </a:lnTo>
                  <a:lnTo>
                    <a:pt x="5378" y="1905"/>
                  </a:lnTo>
                  <a:lnTo>
                    <a:pt x="5148" y="1800"/>
                  </a:lnTo>
                  <a:lnTo>
                    <a:pt x="4918" y="1612"/>
                  </a:lnTo>
                  <a:lnTo>
                    <a:pt x="4730" y="1486"/>
                  </a:lnTo>
                  <a:lnTo>
                    <a:pt x="4479" y="1319"/>
                  </a:lnTo>
                  <a:lnTo>
                    <a:pt x="4060" y="1172"/>
                  </a:lnTo>
                  <a:lnTo>
                    <a:pt x="3872" y="1151"/>
                  </a:lnTo>
                  <a:lnTo>
                    <a:pt x="3788" y="1172"/>
                  </a:lnTo>
                  <a:lnTo>
                    <a:pt x="3579" y="1172"/>
                  </a:lnTo>
                  <a:lnTo>
                    <a:pt x="3390" y="1068"/>
                  </a:lnTo>
                  <a:lnTo>
                    <a:pt x="3223" y="733"/>
                  </a:lnTo>
                  <a:lnTo>
                    <a:pt x="3223" y="545"/>
                  </a:lnTo>
                  <a:lnTo>
                    <a:pt x="3056" y="356"/>
                  </a:lnTo>
                  <a:lnTo>
                    <a:pt x="2700" y="314"/>
                  </a:lnTo>
                  <a:lnTo>
                    <a:pt x="2512" y="168"/>
                  </a:lnTo>
                  <a:lnTo>
                    <a:pt x="2198" y="168"/>
                  </a:lnTo>
                  <a:lnTo>
                    <a:pt x="2010" y="105"/>
                  </a:lnTo>
                  <a:lnTo>
                    <a:pt x="1591" y="168"/>
                  </a:lnTo>
                  <a:lnTo>
                    <a:pt x="1298" y="126"/>
                  </a:lnTo>
                  <a:lnTo>
                    <a:pt x="1194" y="21"/>
                  </a:lnTo>
                  <a:lnTo>
                    <a:pt x="10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9352;p128">
              <a:extLst>
                <a:ext uri="{FF2B5EF4-FFF2-40B4-BE49-F238E27FC236}">
                  <a16:creationId xmlns:a16="http://schemas.microsoft.com/office/drawing/2014/main" id="{6649AC49-91CF-6DED-1495-28A32FD7D868}"/>
                </a:ext>
              </a:extLst>
            </p:cNvPr>
            <p:cNvSpPr/>
            <p:nvPr/>
          </p:nvSpPr>
          <p:spPr>
            <a:xfrm>
              <a:off x="3795917" y="2888589"/>
              <a:ext cx="27173" cy="50699"/>
            </a:xfrm>
            <a:custGeom>
              <a:avLst/>
              <a:gdLst/>
              <a:ahLst/>
              <a:cxnLst/>
              <a:rect l="l" t="t" r="r" b="b"/>
              <a:pathLst>
                <a:path w="2282" h="4458" extrusionOk="0">
                  <a:moveTo>
                    <a:pt x="1235" y="0"/>
                  </a:moveTo>
                  <a:lnTo>
                    <a:pt x="1110" y="21"/>
                  </a:lnTo>
                  <a:lnTo>
                    <a:pt x="1110" y="105"/>
                  </a:lnTo>
                  <a:lnTo>
                    <a:pt x="1026" y="21"/>
                  </a:lnTo>
                  <a:lnTo>
                    <a:pt x="859" y="42"/>
                  </a:lnTo>
                  <a:lnTo>
                    <a:pt x="650" y="147"/>
                  </a:lnTo>
                  <a:lnTo>
                    <a:pt x="524" y="272"/>
                  </a:lnTo>
                  <a:lnTo>
                    <a:pt x="503" y="356"/>
                  </a:lnTo>
                  <a:lnTo>
                    <a:pt x="524" y="440"/>
                  </a:lnTo>
                  <a:lnTo>
                    <a:pt x="503" y="586"/>
                  </a:lnTo>
                  <a:lnTo>
                    <a:pt x="503" y="775"/>
                  </a:lnTo>
                  <a:lnTo>
                    <a:pt x="399" y="1047"/>
                  </a:lnTo>
                  <a:lnTo>
                    <a:pt x="440" y="1193"/>
                  </a:lnTo>
                  <a:lnTo>
                    <a:pt x="503" y="1298"/>
                  </a:lnTo>
                  <a:lnTo>
                    <a:pt x="524" y="1319"/>
                  </a:lnTo>
                  <a:lnTo>
                    <a:pt x="482" y="1381"/>
                  </a:lnTo>
                  <a:lnTo>
                    <a:pt x="419" y="1465"/>
                  </a:lnTo>
                  <a:lnTo>
                    <a:pt x="503" y="1528"/>
                  </a:lnTo>
                  <a:lnTo>
                    <a:pt x="440" y="1591"/>
                  </a:lnTo>
                  <a:lnTo>
                    <a:pt x="419" y="1800"/>
                  </a:lnTo>
                  <a:lnTo>
                    <a:pt x="336" y="1842"/>
                  </a:lnTo>
                  <a:lnTo>
                    <a:pt x="294" y="1925"/>
                  </a:lnTo>
                  <a:lnTo>
                    <a:pt x="210" y="1946"/>
                  </a:lnTo>
                  <a:lnTo>
                    <a:pt x="85" y="2114"/>
                  </a:lnTo>
                  <a:lnTo>
                    <a:pt x="1" y="2365"/>
                  </a:lnTo>
                  <a:lnTo>
                    <a:pt x="64" y="2407"/>
                  </a:lnTo>
                  <a:lnTo>
                    <a:pt x="106" y="2553"/>
                  </a:lnTo>
                  <a:lnTo>
                    <a:pt x="85" y="2616"/>
                  </a:lnTo>
                  <a:lnTo>
                    <a:pt x="168" y="2741"/>
                  </a:lnTo>
                  <a:lnTo>
                    <a:pt x="210" y="2741"/>
                  </a:lnTo>
                  <a:lnTo>
                    <a:pt x="399" y="2888"/>
                  </a:lnTo>
                  <a:lnTo>
                    <a:pt x="419" y="3034"/>
                  </a:lnTo>
                  <a:lnTo>
                    <a:pt x="545" y="3076"/>
                  </a:lnTo>
                  <a:lnTo>
                    <a:pt x="608" y="3139"/>
                  </a:lnTo>
                  <a:lnTo>
                    <a:pt x="712" y="3160"/>
                  </a:lnTo>
                  <a:lnTo>
                    <a:pt x="838" y="3306"/>
                  </a:lnTo>
                  <a:lnTo>
                    <a:pt x="1215" y="4457"/>
                  </a:lnTo>
                  <a:lnTo>
                    <a:pt x="1277" y="4457"/>
                  </a:lnTo>
                  <a:lnTo>
                    <a:pt x="1319" y="4436"/>
                  </a:lnTo>
                  <a:lnTo>
                    <a:pt x="1424" y="4394"/>
                  </a:lnTo>
                  <a:lnTo>
                    <a:pt x="1466" y="4290"/>
                  </a:lnTo>
                  <a:lnTo>
                    <a:pt x="1487" y="4227"/>
                  </a:lnTo>
                  <a:lnTo>
                    <a:pt x="1487" y="4185"/>
                  </a:lnTo>
                  <a:lnTo>
                    <a:pt x="1528" y="4143"/>
                  </a:lnTo>
                  <a:lnTo>
                    <a:pt x="1528" y="4018"/>
                  </a:lnTo>
                  <a:lnTo>
                    <a:pt x="1466" y="3829"/>
                  </a:lnTo>
                  <a:lnTo>
                    <a:pt x="1487" y="3767"/>
                  </a:lnTo>
                  <a:lnTo>
                    <a:pt x="1487" y="3683"/>
                  </a:lnTo>
                  <a:lnTo>
                    <a:pt x="1570" y="3620"/>
                  </a:lnTo>
                  <a:lnTo>
                    <a:pt x="1696" y="3620"/>
                  </a:lnTo>
                  <a:lnTo>
                    <a:pt x="1800" y="3495"/>
                  </a:lnTo>
                  <a:lnTo>
                    <a:pt x="1800" y="3411"/>
                  </a:lnTo>
                  <a:lnTo>
                    <a:pt x="2156" y="3202"/>
                  </a:lnTo>
                  <a:lnTo>
                    <a:pt x="2282" y="3034"/>
                  </a:lnTo>
                  <a:lnTo>
                    <a:pt x="2219" y="2972"/>
                  </a:lnTo>
                  <a:lnTo>
                    <a:pt x="2177" y="2762"/>
                  </a:lnTo>
                  <a:lnTo>
                    <a:pt x="2198" y="2721"/>
                  </a:lnTo>
                  <a:lnTo>
                    <a:pt x="2156" y="2679"/>
                  </a:lnTo>
                  <a:lnTo>
                    <a:pt x="1968" y="2574"/>
                  </a:lnTo>
                  <a:lnTo>
                    <a:pt x="1947" y="2532"/>
                  </a:lnTo>
                  <a:lnTo>
                    <a:pt x="1947" y="2448"/>
                  </a:lnTo>
                  <a:lnTo>
                    <a:pt x="1863" y="2407"/>
                  </a:lnTo>
                  <a:lnTo>
                    <a:pt x="1842" y="2428"/>
                  </a:lnTo>
                  <a:lnTo>
                    <a:pt x="1842" y="2469"/>
                  </a:lnTo>
                  <a:lnTo>
                    <a:pt x="1779" y="2511"/>
                  </a:lnTo>
                  <a:lnTo>
                    <a:pt x="1696" y="2469"/>
                  </a:lnTo>
                  <a:lnTo>
                    <a:pt x="1675" y="2365"/>
                  </a:lnTo>
                  <a:lnTo>
                    <a:pt x="1591" y="2407"/>
                  </a:lnTo>
                  <a:lnTo>
                    <a:pt x="1424" y="2260"/>
                  </a:lnTo>
                  <a:lnTo>
                    <a:pt x="1340" y="2114"/>
                  </a:lnTo>
                  <a:lnTo>
                    <a:pt x="1382" y="1925"/>
                  </a:lnTo>
                  <a:lnTo>
                    <a:pt x="1675" y="1737"/>
                  </a:lnTo>
                  <a:lnTo>
                    <a:pt x="1842" y="1570"/>
                  </a:lnTo>
                  <a:lnTo>
                    <a:pt x="1884" y="1507"/>
                  </a:lnTo>
                  <a:lnTo>
                    <a:pt x="1842" y="1465"/>
                  </a:lnTo>
                  <a:lnTo>
                    <a:pt x="1884" y="1381"/>
                  </a:lnTo>
                  <a:lnTo>
                    <a:pt x="1863" y="1298"/>
                  </a:lnTo>
                  <a:lnTo>
                    <a:pt x="1842" y="1277"/>
                  </a:lnTo>
                  <a:lnTo>
                    <a:pt x="1842" y="1088"/>
                  </a:lnTo>
                  <a:lnTo>
                    <a:pt x="1654" y="1005"/>
                  </a:lnTo>
                  <a:lnTo>
                    <a:pt x="1528" y="837"/>
                  </a:lnTo>
                  <a:lnTo>
                    <a:pt x="1549" y="670"/>
                  </a:lnTo>
                  <a:lnTo>
                    <a:pt x="1675" y="586"/>
                  </a:lnTo>
                  <a:lnTo>
                    <a:pt x="1696" y="482"/>
                  </a:lnTo>
                  <a:lnTo>
                    <a:pt x="1800" y="314"/>
                  </a:lnTo>
                  <a:lnTo>
                    <a:pt x="1800" y="210"/>
                  </a:lnTo>
                  <a:lnTo>
                    <a:pt x="1759" y="147"/>
                  </a:lnTo>
                  <a:lnTo>
                    <a:pt x="1549" y="335"/>
                  </a:lnTo>
                  <a:lnTo>
                    <a:pt x="1487" y="419"/>
                  </a:lnTo>
                  <a:lnTo>
                    <a:pt x="1424" y="377"/>
                  </a:lnTo>
                  <a:lnTo>
                    <a:pt x="1340" y="168"/>
                  </a:lnTo>
                  <a:lnTo>
                    <a:pt x="1277" y="168"/>
                  </a:lnTo>
                  <a:lnTo>
                    <a:pt x="1277" y="63"/>
                  </a:lnTo>
                  <a:lnTo>
                    <a:pt x="123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9353;p128">
              <a:extLst>
                <a:ext uri="{FF2B5EF4-FFF2-40B4-BE49-F238E27FC236}">
                  <a16:creationId xmlns:a16="http://schemas.microsoft.com/office/drawing/2014/main" id="{1A6E954E-1BCB-4E0F-225E-073B3A03B1AC}"/>
                </a:ext>
              </a:extLst>
            </p:cNvPr>
            <p:cNvSpPr/>
            <p:nvPr/>
          </p:nvSpPr>
          <p:spPr>
            <a:xfrm>
              <a:off x="3689035" y="2890250"/>
              <a:ext cx="138044" cy="127554"/>
            </a:xfrm>
            <a:custGeom>
              <a:avLst/>
              <a:gdLst/>
              <a:ahLst/>
              <a:cxnLst/>
              <a:rect l="l" t="t" r="r" b="b"/>
              <a:pathLst>
                <a:path w="11593" h="11216" extrusionOk="0">
                  <a:moveTo>
                    <a:pt x="8307" y="1"/>
                  </a:moveTo>
                  <a:lnTo>
                    <a:pt x="8161" y="22"/>
                  </a:lnTo>
                  <a:lnTo>
                    <a:pt x="8140" y="106"/>
                  </a:lnTo>
                  <a:lnTo>
                    <a:pt x="8035" y="126"/>
                  </a:lnTo>
                  <a:lnTo>
                    <a:pt x="7994" y="210"/>
                  </a:lnTo>
                  <a:lnTo>
                    <a:pt x="7910" y="189"/>
                  </a:lnTo>
                  <a:lnTo>
                    <a:pt x="7805" y="189"/>
                  </a:lnTo>
                  <a:lnTo>
                    <a:pt x="7701" y="294"/>
                  </a:lnTo>
                  <a:lnTo>
                    <a:pt x="7575" y="294"/>
                  </a:lnTo>
                  <a:lnTo>
                    <a:pt x="7491" y="168"/>
                  </a:lnTo>
                  <a:lnTo>
                    <a:pt x="7324" y="168"/>
                  </a:lnTo>
                  <a:lnTo>
                    <a:pt x="7261" y="126"/>
                  </a:lnTo>
                  <a:lnTo>
                    <a:pt x="7115" y="168"/>
                  </a:lnTo>
                  <a:lnTo>
                    <a:pt x="6989" y="126"/>
                  </a:lnTo>
                  <a:lnTo>
                    <a:pt x="6947" y="168"/>
                  </a:lnTo>
                  <a:lnTo>
                    <a:pt x="6843" y="106"/>
                  </a:lnTo>
                  <a:lnTo>
                    <a:pt x="6759" y="126"/>
                  </a:lnTo>
                  <a:lnTo>
                    <a:pt x="6696" y="273"/>
                  </a:lnTo>
                  <a:lnTo>
                    <a:pt x="6571" y="273"/>
                  </a:lnTo>
                  <a:lnTo>
                    <a:pt x="6466" y="210"/>
                  </a:lnTo>
                  <a:lnTo>
                    <a:pt x="6320" y="336"/>
                  </a:lnTo>
                  <a:lnTo>
                    <a:pt x="6236" y="336"/>
                  </a:lnTo>
                  <a:lnTo>
                    <a:pt x="6110" y="273"/>
                  </a:lnTo>
                  <a:lnTo>
                    <a:pt x="5964" y="315"/>
                  </a:lnTo>
                  <a:lnTo>
                    <a:pt x="5629" y="315"/>
                  </a:lnTo>
                  <a:lnTo>
                    <a:pt x="5336" y="524"/>
                  </a:lnTo>
                  <a:lnTo>
                    <a:pt x="5190" y="545"/>
                  </a:lnTo>
                  <a:lnTo>
                    <a:pt x="5106" y="545"/>
                  </a:lnTo>
                  <a:lnTo>
                    <a:pt x="4981" y="629"/>
                  </a:lnTo>
                  <a:lnTo>
                    <a:pt x="4960" y="712"/>
                  </a:lnTo>
                  <a:lnTo>
                    <a:pt x="4897" y="817"/>
                  </a:lnTo>
                  <a:lnTo>
                    <a:pt x="4813" y="817"/>
                  </a:lnTo>
                  <a:lnTo>
                    <a:pt x="4792" y="796"/>
                  </a:lnTo>
                  <a:lnTo>
                    <a:pt x="4709" y="796"/>
                  </a:lnTo>
                  <a:lnTo>
                    <a:pt x="4646" y="817"/>
                  </a:lnTo>
                  <a:lnTo>
                    <a:pt x="4604" y="859"/>
                  </a:lnTo>
                  <a:lnTo>
                    <a:pt x="4457" y="901"/>
                  </a:lnTo>
                  <a:lnTo>
                    <a:pt x="4332" y="942"/>
                  </a:lnTo>
                  <a:lnTo>
                    <a:pt x="4248" y="1026"/>
                  </a:lnTo>
                  <a:lnTo>
                    <a:pt x="4227" y="1068"/>
                  </a:lnTo>
                  <a:lnTo>
                    <a:pt x="4123" y="1214"/>
                  </a:lnTo>
                  <a:lnTo>
                    <a:pt x="3934" y="1256"/>
                  </a:lnTo>
                  <a:lnTo>
                    <a:pt x="3767" y="1256"/>
                  </a:lnTo>
                  <a:lnTo>
                    <a:pt x="3830" y="1340"/>
                  </a:lnTo>
                  <a:lnTo>
                    <a:pt x="3851" y="1382"/>
                  </a:lnTo>
                  <a:lnTo>
                    <a:pt x="3913" y="1486"/>
                  </a:lnTo>
                  <a:lnTo>
                    <a:pt x="3934" y="1591"/>
                  </a:lnTo>
                  <a:lnTo>
                    <a:pt x="3955" y="1633"/>
                  </a:lnTo>
                  <a:lnTo>
                    <a:pt x="3955" y="1800"/>
                  </a:lnTo>
                  <a:lnTo>
                    <a:pt x="3955" y="2051"/>
                  </a:lnTo>
                  <a:lnTo>
                    <a:pt x="3976" y="2114"/>
                  </a:lnTo>
                  <a:lnTo>
                    <a:pt x="4039" y="2575"/>
                  </a:lnTo>
                  <a:lnTo>
                    <a:pt x="4123" y="2721"/>
                  </a:lnTo>
                  <a:lnTo>
                    <a:pt x="4144" y="2847"/>
                  </a:lnTo>
                  <a:lnTo>
                    <a:pt x="4227" y="2847"/>
                  </a:lnTo>
                  <a:lnTo>
                    <a:pt x="4269" y="2909"/>
                  </a:lnTo>
                  <a:lnTo>
                    <a:pt x="4353" y="2930"/>
                  </a:lnTo>
                  <a:lnTo>
                    <a:pt x="4395" y="2951"/>
                  </a:lnTo>
                  <a:lnTo>
                    <a:pt x="4332" y="3119"/>
                  </a:lnTo>
                  <a:lnTo>
                    <a:pt x="4353" y="3160"/>
                  </a:lnTo>
                  <a:lnTo>
                    <a:pt x="4269" y="3265"/>
                  </a:lnTo>
                  <a:lnTo>
                    <a:pt x="3600" y="3265"/>
                  </a:lnTo>
                  <a:lnTo>
                    <a:pt x="3453" y="3307"/>
                  </a:lnTo>
                  <a:lnTo>
                    <a:pt x="3307" y="3516"/>
                  </a:lnTo>
                  <a:lnTo>
                    <a:pt x="3202" y="3621"/>
                  </a:lnTo>
                  <a:lnTo>
                    <a:pt x="3118" y="3746"/>
                  </a:lnTo>
                  <a:lnTo>
                    <a:pt x="3139" y="3935"/>
                  </a:lnTo>
                  <a:lnTo>
                    <a:pt x="3097" y="4060"/>
                  </a:lnTo>
                  <a:lnTo>
                    <a:pt x="2700" y="4311"/>
                  </a:lnTo>
                  <a:lnTo>
                    <a:pt x="2072" y="4688"/>
                  </a:lnTo>
                  <a:lnTo>
                    <a:pt x="1612" y="4939"/>
                  </a:lnTo>
                  <a:lnTo>
                    <a:pt x="1361" y="5002"/>
                  </a:lnTo>
                  <a:lnTo>
                    <a:pt x="1152" y="5002"/>
                  </a:lnTo>
                  <a:lnTo>
                    <a:pt x="1047" y="5043"/>
                  </a:lnTo>
                  <a:lnTo>
                    <a:pt x="880" y="5043"/>
                  </a:lnTo>
                  <a:lnTo>
                    <a:pt x="587" y="5106"/>
                  </a:lnTo>
                  <a:lnTo>
                    <a:pt x="398" y="5211"/>
                  </a:lnTo>
                  <a:lnTo>
                    <a:pt x="294" y="5357"/>
                  </a:lnTo>
                  <a:lnTo>
                    <a:pt x="43" y="5546"/>
                  </a:lnTo>
                  <a:lnTo>
                    <a:pt x="43" y="6048"/>
                  </a:lnTo>
                  <a:lnTo>
                    <a:pt x="1" y="6194"/>
                  </a:lnTo>
                  <a:lnTo>
                    <a:pt x="2093" y="7617"/>
                  </a:lnTo>
                  <a:lnTo>
                    <a:pt x="5901" y="10128"/>
                  </a:lnTo>
                  <a:lnTo>
                    <a:pt x="5943" y="10379"/>
                  </a:lnTo>
                  <a:lnTo>
                    <a:pt x="6069" y="10484"/>
                  </a:lnTo>
                  <a:lnTo>
                    <a:pt x="6278" y="10484"/>
                  </a:lnTo>
                  <a:lnTo>
                    <a:pt x="6445" y="10546"/>
                  </a:lnTo>
                  <a:lnTo>
                    <a:pt x="6550" y="10672"/>
                  </a:lnTo>
                  <a:lnTo>
                    <a:pt x="6696" y="10735"/>
                  </a:lnTo>
                  <a:lnTo>
                    <a:pt x="6801" y="10797"/>
                  </a:lnTo>
                  <a:lnTo>
                    <a:pt x="6801" y="10902"/>
                  </a:lnTo>
                  <a:lnTo>
                    <a:pt x="6738" y="11090"/>
                  </a:lnTo>
                  <a:lnTo>
                    <a:pt x="6780" y="11174"/>
                  </a:lnTo>
                  <a:lnTo>
                    <a:pt x="6906" y="11216"/>
                  </a:lnTo>
                  <a:lnTo>
                    <a:pt x="7178" y="11195"/>
                  </a:lnTo>
                  <a:lnTo>
                    <a:pt x="7408" y="11111"/>
                  </a:lnTo>
                  <a:lnTo>
                    <a:pt x="8266" y="10902"/>
                  </a:lnTo>
                  <a:lnTo>
                    <a:pt x="8998" y="10253"/>
                  </a:lnTo>
                  <a:lnTo>
                    <a:pt x="11592" y="8663"/>
                  </a:lnTo>
                  <a:lnTo>
                    <a:pt x="11509" y="8580"/>
                  </a:lnTo>
                  <a:lnTo>
                    <a:pt x="11446" y="8496"/>
                  </a:lnTo>
                  <a:lnTo>
                    <a:pt x="11383" y="8454"/>
                  </a:lnTo>
                  <a:lnTo>
                    <a:pt x="11279" y="8224"/>
                  </a:lnTo>
                  <a:lnTo>
                    <a:pt x="11195" y="8077"/>
                  </a:lnTo>
                  <a:lnTo>
                    <a:pt x="11090" y="8015"/>
                  </a:lnTo>
                  <a:lnTo>
                    <a:pt x="10651" y="8015"/>
                  </a:lnTo>
                  <a:lnTo>
                    <a:pt x="10567" y="7931"/>
                  </a:lnTo>
                  <a:lnTo>
                    <a:pt x="10546" y="7826"/>
                  </a:lnTo>
                  <a:lnTo>
                    <a:pt x="10504" y="7743"/>
                  </a:lnTo>
                  <a:lnTo>
                    <a:pt x="10463" y="7596"/>
                  </a:lnTo>
                  <a:lnTo>
                    <a:pt x="10504" y="7512"/>
                  </a:lnTo>
                  <a:lnTo>
                    <a:pt x="10463" y="7387"/>
                  </a:lnTo>
                  <a:lnTo>
                    <a:pt x="10421" y="7345"/>
                  </a:lnTo>
                  <a:lnTo>
                    <a:pt x="10316" y="7115"/>
                  </a:lnTo>
                  <a:lnTo>
                    <a:pt x="10191" y="6927"/>
                  </a:lnTo>
                  <a:lnTo>
                    <a:pt x="10107" y="6864"/>
                  </a:lnTo>
                  <a:lnTo>
                    <a:pt x="10149" y="6801"/>
                  </a:lnTo>
                  <a:lnTo>
                    <a:pt x="10191" y="6759"/>
                  </a:lnTo>
                  <a:lnTo>
                    <a:pt x="10316" y="6655"/>
                  </a:lnTo>
                  <a:lnTo>
                    <a:pt x="10358" y="6571"/>
                  </a:lnTo>
                  <a:lnTo>
                    <a:pt x="10337" y="6362"/>
                  </a:lnTo>
                  <a:lnTo>
                    <a:pt x="10295" y="6236"/>
                  </a:lnTo>
                  <a:lnTo>
                    <a:pt x="10316" y="6173"/>
                  </a:lnTo>
                  <a:lnTo>
                    <a:pt x="10358" y="5860"/>
                  </a:lnTo>
                  <a:lnTo>
                    <a:pt x="10295" y="5713"/>
                  </a:lnTo>
                  <a:lnTo>
                    <a:pt x="10295" y="5399"/>
                  </a:lnTo>
                  <a:lnTo>
                    <a:pt x="10295" y="5336"/>
                  </a:lnTo>
                  <a:lnTo>
                    <a:pt x="10253" y="5127"/>
                  </a:lnTo>
                  <a:lnTo>
                    <a:pt x="10253" y="4730"/>
                  </a:lnTo>
                  <a:lnTo>
                    <a:pt x="10191" y="4604"/>
                  </a:lnTo>
                  <a:lnTo>
                    <a:pt x="10128" y="4583"/>
                  </a:lnTo>
                  <a:lnTo>
                    <a:pt x="10128" y="4374"/>
                  </a:lnTo>
                  <a:lnTo>
                    <a:pt x="10191" y="4311"/>
                  </a:lnTo>
                  <a:lnTo>
                    <a:pt x="9814" y="3160"/>
                  </a:lnTo>
                  <a:lnTo>
                    <a:pt x="9688" y="3014"/>
                  </a:lnTo>
                  <a:lnTo>
                    <a:pt x="9584" y="2993"/>
                  </a:lnTo>
                  <a:lnTo>
                    <a:pt x="9521" y="2930"/>
                  </a:lnTo>
                  <a:lnTo>
                    <a:pt x="9395" y="2888"/>
                  </a:lnTo>
                  <a:lnTo>
                    <a:pt x="9375" y="2742"/>
                  </a:lnTo>
                  <a:lnTo>
                    <a:pt x="9186" y="2595"/>
                  </a:lnTo>
                  <a:lnTo>
                    <a:pt x="9144" y="2595"/>
                  </a:lnTo>
                  <a:lnTo>
                    <a:pt x="9061" y="2470"/>
                  </a:lnTo>
                  <a:lnTo>
                    <a:pt x="9082" y="2407"/>
                  </a:lnTo>
                  <a:lnTo>
                    <a:pt x="9040" y="2261"/>
                  </a:lnTo>
                  <a:lnTo>
                    <a:pt x="8977" y="2219"/>
                  </a:lnTo>
                  <a:lnTo>
                    <a:pt x="9061" y="1968"/>
                  </a:lnTo>
                  <a:lnTo>
                    <a:pt x="9186" y="1800"/>
                  </a:lnTo>
                  <a:lnTo>
                    <a:pt x="9270" y="1779"/>
                  </a:lnTo>
                  <a:lnTo>
                    <a:pt x="9312" y="1696"/>
                  </a:lnTo>
                  <a:lnTo>
                    <a:pt x="9395" y="1654"/>
                  </a:lnTo>
                  <a:lnTo>
                    <a:pt x="9416" y="1445"/>
                  </a:lnTo>
                  <a:lnTo>
                    <a:pt x="9479" y="1382"/>
                  </a:lnTo>
                  <a:lnTo>
                    <a:pt x="9395" y="1319"/>
                  </a:lnTo>
                  <a:lnTo>
                    <a:pt x="9458" y="1235"/>
                  </a:lnTo>
                  <a:lnTo>
                    <a:pt x="9500" y="1173"/>
                  </a:lnTo>
                  <a:lnTo>
                    <a:pt x="9479" y="1152"/>
                  </a:lnTo>
                  <a:lnTo>
                    <a:pt x="9416" y="1047"/>
                  </a:lnTo>
                  <a:lnTo>
                    <a:pt x="9375" y="901"/>
                  </a:lnTo>
                  <a:lnTo>
                    <a:pt x="9479" y="629"/>
                  </a:lnTo>
                  <a:lnTo>
                    <a:pt x="9479" y="440"/>
                  </a:lnTo>
                  <a:lnTo>
                    <a:pt x="9500" y="294"/>
                  </a:lnTo>
                  <a:lnTo>
                    <a:pt x="9479" y="210"/>
                  </a:lnTo>
                  <a:lnTo>
                    <a:pt x="9500" y="126"/>
                  </a:lnTo>
                  <a:lnTo>
                    <a:pt x="9479" y="106"/>
                  </a:lnTo>
                  <a:lnTo>
                    <a:pt x="9291" y="126"/>
                  </a:lnTo>
                  <a:lnTo>
                    <a:pt x="9207" y="106"/>
                  </a:lnTo>
                  <a:lnTo>
                    <a:pt x="8977" y="189"/>
                  </a:lnTo>
                  <a:lnTo>
                    <a:pt x="8851" y="85"/>
                  </a:lnTo>
                  <a:lnTo>
                    <a:pt x="8684" y="22"/>
                  </a:lnTo>
                  <a:lnTo>
                    <a:pt x="8684" y="85"/>
                  </a:lnTo>
                  <a:lnTo>
                    <a:pt x="8579" y="189"/>
                  </a:lnTo>
                  <a:lnTo>
                    <a:pt x="8370" y="168"/>
                  </a:lnTo>
                  <a:lnTo>
                    <a:pt x="8370" y="64"/>
                  </a:lnTo>
                  <a:lnTo>
                    <a:pt x="83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9354;p128">
              <a:extLst>
                <a:ext uri="{FF2B5EF4-FFF2-40B4-BE49-F238E27FC236}">
                  <a16:creationId xmlns:a16="http://schemas.microsoft.com/office/drawing/2014/main" id="{C30419FB-CA71-7375-3400-2E2B8EEF2EC4}"/>
                </a:ext>
              </a:extLst>
            </p:cNvPr>
            <p:cNvSpPr/>
            <p:nvPr/>
          </p:nvSpPr>
          <p:spPr>
            <a:xfrm>
              <a:off x="3661636" y="2898825"/>
              <a:ext cx="79733" cy="60206"/>
            </a:xfrm>
            <a:custGeom>
              <a:avLst/>
              <a:gdLst/>
              <a:ahLst/>
              <a:cxnLst/>
              <a:rect l="l" t="t" r="r" b="b"/>
              <a:pathLst>
                <a:path w="6696" h="5294" extrusionOk="0">
                  <a:moveTo>
                    <a:pt x="4269" y="0"/>
                  </a:moveTo>
                  <a:lnTo>
                    <a:pt x="4164" y="42"/>
                  </a:lnTo>
                  <a:lnTo>
                    <a:pt x="4122" y="84"/>
                  </a:lnTo>
                  <a:lnTo>
                    <a:pt x="4038" y="84"/>
                  </a:lnTo>
                  <a:lnTo>
                    <a:pt x="3913" y="188"/>
                  </a:lnTo>
                  <a:lnTo>
                    <a:pt x="3871" y="502"/>
                  </a:lnTo>
                  <a:lnTo>
                    <a:pt x="3766" y="691"/>
                  </a:lnTo>
                  <a:lnTo>
                    <a:pt x="3745" y="921"/>
                  </a:lnTo>
                  <a:lnTo>
                    <a:pt x="3662" y="1046"/>
                  </a:lnTo>
                  <a:lnTo>
                    <a:pt x="3411" y="1318"/>
                  </a:lnTo>
                  <a:lnTo>
                    <a:pt x="3327" y="1318"/>
                  </a:lnTo>
                  <a:lnTo>
                    <a:pt x="3222" y="1402"/>
                  </a:lnTo>
                  <a:lnTo>
                    <a:pt x="2992" y="1465"/>
                  </a:lnTo>
                  <a:lnTo>
                    <a:pt x="2825" y="1632"/>
                  </a:lnTo>
                  <a:lnTo>
                    <a:pt x="2783" y="1632"/>
                  </a:lnTo>
                  <a:lnTo>
                    <a:pt x="2553" y="1779"/>
                  </a:lnTo>
                  <a:lnTo>
                    <a:pt x="2406" y="1841"/>
                  </a:lnTo>
                  <a:lnTo>
                    <a:pt x="2344" y="1967"/>
                  </a:lnTo>
                  <a:lnTo>
                    <a:pt x="2072" y="2155"/>
                  </a:lnTo>
                  <a:lnTo>
                    <a:pt x="2155" y="2365"/>
                  </a:lnTo>
                  <a:lnTo>
                    <a:pt x="2155" y="2490"/>
                  </a:lnTo>
                  <a:lnTo>
                    <a:pt x="1925" y="2699"/>
                  </a:lnTo>
                  <a:lnTo>
                    <a:pt x="1758" y="3013"/>
                  </a:lnTo>
                  <a:lnTo>
                    <a:pt x="1758" y="3118"/>
                  </a:lnTo>
                  <a:lnTo>
                    <a:pt x="1862" y="3327"/>
                  </a:lnTo>
                  <a:lnTo>
                    <a:pt x="1779" y="3536"/>
                  </a:lnTo>
                  <a:lnTo>
                    <a:pt x="1841" y="3599"/>
                  </a:lnTo>
                  <a:lnTo>
                    <a:pt x="1883" y="3662"/>
                  </a:lnTo>
                  <a:lnTo>
                    <a:pt x="1862" y="3829"/>
                  </a:lnTo>
                  <a:lnTo>
                    <a:pt x="1507" y="4248"/>
                  </a:lnTo>
                  <a:lnTo>
                    <a:pt x="1444" y="4394"/>
                  </a:lnTo>
                  <a:lnTo>
                    <a:pt x="1297" y="4582"/>
                  </a:lnTo>
                  <a:lnTo>
                    <a:pt x="1109" y="4603"/>
                  </a:lnTo>
                  <a:lnTo>
                    <a:pt x="712" y="4959"/>
                  </a:lnTo>
                  <a:lnTo>
                    <a:pt x="147" y="5064"/>
                  </a:lnTo>
                  <a:lnTo>
                    <a:pt x="0" y="5273"/>
                  </a:lnTo>
                  <a:lnTo>
                    <a:pt x="2344" y="5294"/>
                  </a:lnTo>
                  <a:lnTo>
                    <a:pt x="2344" y="4792"/>
                  </a:lnTo>
                  <a:lnTo>
                    <a:pt x="2595" y="4603"/>
                  </a:lnTo>
                  <a:lnTo>
                    <a:pt x="2699" y="4457"/>
                  </a:lnTo>
                  <a:lnTo>
                    <a:pt x="2888" y="4352"/>
                  </a:lnTo>
                  <a:lnTo>
                    <a:pt x="3181" y="4289"/>
                  </a:lnTo>
                  <a:lnTo>
                    <a:pt x="3348" y="4289"/>
                  </a:lnTo>
                  <a:lnTo>
                    <a:pt x="3453" y="4248"/>
                  </a:lnTo>
                  <a:lnTo>
                    <a:pt x="3662" y="4248"/>
                  </a:lnTo>
                  <a:lnTo>
                    <a:pt x="3913" y="4185"/>
                  </a:lnTo>
                  <a:lnTo>
                    <a:pt x="4373" y="3934"/>
                  </a:lnTo>
                  <a:lnTo>
                    <a:pt x="5001" y="3557"/>
                  </a:lnTo>
                  <a:lnTo>
                    <a:pt x="5398" y="3306"/>
                  </a:lnTo>
                  <a:lnTo>
                    <a:pt x="5440" y="3181"/>
                  </a:lnTo>
                  <a:lnTo>
                    <a:pt x="5419" y="2992"/>
                  </a:lnTo>
                  <a:lnTo>
                    <a:pt x="5503" y="2867"/>
                  </a:lnTo>
                  <a:lnTo>
                    <a:pt x="5608" y="2762"/>
                  </a:lnTo>
                  <a:lnTo>
                    <a:pt x="5754" y="2553"/>
                  </a:lnTo>
                  <a:lnTo>
                    <a:pt x="5901" y="2511"/>
                  </a:lnTo>
                  <a:lnTo>
                    <a:pt x="6570" y="2511"/>
                  </a:lnTo>
                  <a:lnTo>
                    <a:pt x="6654" y="2406"/>
                  </a:lnTo>
                  <a:lnTo>
                    <a:pt x="6633" y="2365"/>
                  </a:lnTo>
                  <a:lnTo>
                    <a:pt x="6696" y="2197"/>
                  </a:lnTo>
                  <a:lnTo>
                    <a:pt x="6654" y="2176"/>
                  </a:lnTo>
                  <a:lnTo>
                    <a:pt x="6570" y="2155"/>
                  </a:lnTo>
                  <a:lnTo>
                    <a:pt x="6528" y="2093"/>
                  </a:lnTo>
                  <a:lnTo>
                    <a:pt x="6445" y="2093"/>
                  </a:lnTo>
                  <a:lnTo>
                    <a:pt x="6424" y="1967"/>
                  </a:lnTo>
                  <a:lnTo>
                    <a:pt x="6340" y="1821"/>
                  </a:lnTo>
                  <a:lnTo>
                    <a:pt x="6277" y="1360"/>
                  </a:lnTo>
                  <a:lnTo>
                    <a:pt x="6256" y="1297"/>
                  </a:lnTo>
                  <a:lnTo>
                    <a:pt x="6256" y="1046"/>
                  </a:lnTo>
                  <a:lnTo>
                    <a:pt x="6256" y="879"/>
                  </a:lnTo>
                  <a:lnTo>
                    <a:pt x="6235" y="837"/>
                  </a:lnTo>
                  <a:lnTo>
                    <a:pt x="6214" y="732"/>
                  </a:lnTo>
                  <a:lnTo>
                    <a:pt x="6152" y="628"/>
                  </a:lnTo>
                  <a:lnTo>
                    <a:pt x="6131" y="586"/>
                  </a:lnTo>
                  <a:lnTo>
                    <a:pt x="6068" y="502"/>
                  </a:lnTo>
                  <a:lnTo>
                    <a:pt x="6005" y="523"/>
                  </a:lnTo>
                  <a:lnTo>
                    <a:pt x="5691" y="502"/>
                  </a:lnTo>
                  <a:lnTo>
                    <a:pt x="5608" y="419"/>
                  </a:lnTo>
                  <a:lnTo>
                    <a:pt x="5587" y="314"/>
                  </a:lnTo>
                  <a:lnTo>
                    <a:pt x="5524" y="293"/>
                  </a:lnTo>
                  <a:lnTo>
                    <a:pt x="5419" y="398"/>
                  </a:lnTo>
                  <a:lnTo>
                    <a:pt x="5231" y="460"/>
                  </a:lnTo>
                  <a:lnTo>
                    <a:pt x="5064" y="398"/>
                  </a:lnTo>
                  <a:lnTo>
                    <a:pt x="4959" y="398"/>
                  </a:lnTo>
                  <a:lnTo>
                    <a:pt x="4854" y="460"/>
                  </a:lnTo>
                  <a:lnTo>
                    <a:pt x="4666" y="481"/>
                  </a:lnTo>
                  <a:lnTo>
                    <a:pt x="4541" y="460"/>
                  </a:lnTo>
                  <a:lnTo>
                    <a:pt x="4373" y="293"/>
                  </a:lnTo>
                  <a:lnTo>
                    <a:pt x="4331" y="251"/>
                  </a:lnTo>
                  <a:lnTo>
                    <a:pt x="4290" y="147"/>
                  </a:lnTo>
                  <a:lnTo>
                    <a:pt x="4290" y="84"/>
                  </a:lnTo>
                  <a:lnTo>
                    <a:pt x="4290" y="42"/>
                  </a:lnTo>
                  <a:lnTo>
                    <a:pt x="426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9355;p128">
              <a:extLst>
                <a:ext uri="{FF2B5EF4-FFF2-40B4-BE49-F238E27FC236}">
                  <a16:creationId xmlns:a16="http://schemas.microsoft.com/office/drawing/2014/main" id="{83E4B365-9071-A560-2A8A-284431483BD5}"/>
                </a:ext>
              </a:extLst>
            </p:cNvPr>
            <p:cNvSpPr/>
            <p:nvPr/>
          </p:nvSpPr>
          <p:spPr>
            <a:xfrm>
              <a:off x="3632974" y="2958780"/>
              <a:ext cx="56573" cy="43318"/>
            </a:xfrm>
            <a:custGeom>
              <a:avLst/>
              <a:gdLst/>
              <a:ahLst/>
              <a:cxnLst/>
              <a:rect l="l" t="t" r="r" b="b"/>
              <a:pathLst>
                <a:path w="4751" h="3809" extrusionOk="0">
                  <a:moveTo>
                    <a:pt x="2407" y="1"/>
                  </a:moveTo>
                  <a:lnTo>
                    <a:pt x="2177" y="315"/>
                  </a:lnTo>
                  <a:lnTo>
                    <a:pt x="2177" y="524"/>
                  </a:lnTo>
                  <a:lnTo>
                    <a:pt x="2072" y="545"/>
                  </a:lnTo>
                  <a:lnTo>
                    <a:pt x="1675" y="754"/>
                  </a:lnTo>
                  <a:lnTo>
                    <a:pt x="1633" y="859"/>
                  </a:lnTo>
                  <a:lnTo>
                    <a:pt x="1466" y="942"/>
                  </a:lnTo>
                  <a:lnTo>
                    <a:pt x="1528" y="1089"/>
                  </a:lnTo>
                  <a:lnTo>
                    <a:pt x="1194" y="1612"/>
                  </a:lnTo>
                  <a:lnTo>
                    <a:pt x="1152" y="1779"/>
                  </a:lnTo>
                  <a:lnTo>
                    <a:pt x="901" y="2030"/>
                  </a:lnTo>
                  <a:lnTo>
                    <a:pt x="796" y="2093"/>
                  </a:lnTo>
                  <a:lnTo>
                    <a:pt x="671" y="2365"/>
                  </a:lnTo>
                  <a:lnTo>
                    <a:pt x="671" y="2470"/>
                  </a:lnTo>
                  <a:lnTo>
                    <a:pt x="461" y="2763"/>
                  </a:lnTo>
                  <a:lnTo>
                    <a:pt x="419" y="2847"/>
                  </a:lnTo>
                  <a:lnTo>
                    <a:pt x="503" y="2888"/>
                  </a:lnTo>
                  <a:lnTo>
                    <a:pt x="398" y="2930"/>
                  </a:lnTo>
                  <a:lnTo>
                    <a:pt x="210" y="3265"/>
                  </a:lnTo>
                  <a:lnTo>
                    <a:pt x="147" y="3286"/>
                  </a:lnTo>
                  <a:lnTo>
                    <a:pt x="64" y="3370"/>
                  </a:lnTo>
                  <a:lnTo>
                    <a:pt x="85" y="3495"/>
                  </a:lnTo>
                  <a:lnTo>
                    <a:pt x="1" y="3621"/>
                  </a:lnTo>
                  <a:lnTo>
                    <a:pt x="43" y="3809"/>
                  </a:lnTo>
                  <a:lnTo>
                    <a:pt x="2344" y="3809"/>
                  </a:lnTo>
                  <a:lnTo>
                    <a:pt x="2303" y="2742"/>
                  </a:lnTo>
                  <a:lnTo>
                    <a:pt x="2386" y="2575"/>
                  </a:lnTo>
                  <a:lnTo>
                    <a:pt x="2512" y="2512"/>
                  </a:lnTo>
                  <a:lnTo>
                    <a:pt x="2658" y="2470"/>
                  </a:lnTo>
                  <a:lnTo>
                    <a:pt x="2867" y="2470"/>
                  </a:lnTo>
                  <a:lnTo>
                    <a:pt x="2888" y="963"/>
                  </a:lnTo>
                  <a:lnTo>
                    <a:pt x="4709" y="984"/>
                  </a:lnTo>
                  <a:lnTo>
                    <a:pt x="4709" y="168"/>
                  </a:lnTo>
                  <a:lnTo>
                    <a:pt x="4751" y="22"/>
                  </a:lnTo>
                  <a:lnTo>
                    <a:pt x="24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9356;p128">
              <a:extLst>
                <a:ext uri="{FF2B5EF4-FFF2-40B4-BE49-F238E27FC236}">
                  <a16:creationId xmlns:a16="http://schemas.microsoft.com/office/drawing/2014/main" id="{FD2CA4C8-7AF5-D404-D42F-46D3CAA21E2F}"/>
                </a:ext>
              </a:extLst>
            </p:cNvPr>
            <p:cNvSpPr/>
            <p:nvPr/>
          </p:nvSpPr>
          <p:spPr>
            <a:xfrm>
              <a:off x="3632736" y="2960691"/>
              <a:ext cx="81233" cy="85430"/>
            </a:xfrm>
            <a:custGeom>
              <a:avLst/>
              <a:gdLst/>
              <a:ahLst/>
              <a:cxnLst/>
              <a:rect l="l" t="t" r="r" b="b"/>
              <a:pathLst>
                <a:path w="6822" h="7512" extrusionOk="0">
                  <a:moveTo>
                    <a:pt x="4729" y="0"/>
                  </a:moveTo>
                  <a:lnTo>
                    <a:pt x="4729" y="816"/>
                  </a:lnTo>
                  <a:lnTo>
                    <a:pt x="2908" y="795"/>
                  </a:lnTo>
                  <a:lnTo>
                    <a:pt x="2887" y="2302"/>
                  </a:lnTo>
                  <a:lnTo>
                    <a:pt x="2678" y="2302"/>
                  </a:lnTo>
                  <a:lnTo>
                    <a:pt x="2532" y="2344"/>
                  </a:lnTo>
                  <a:lnTo>
                    <a:pt x="2406" y="2407"/>
                  </a:lnTo>
                  <a:lnTo>
                    <a:pt x="2323" y="2574"/>
                  </a:lnTo>
                  <a:lnTo>
                    <a:pt x="2364" y="3641"/>
                  </a:lnTo>
                  <a:lnTo>
                    <a:pt x="63" y="3641"/>
                  </a:lnTo>
                  <a:lnTo>
                    <a:pt x="63" y="3662"/>
                  </a:lnTo>
                  <a:lnTo>
                    <a:pt x="0" y="3808"/>
                  </a:lnTo>
                  <a:lnTo>
                    <a:pt x="0" y="4039"/>
                  </a:lnTo>
                  <a:lnTo>
                    <a:pt x="126" y="3871"/>
                  </a:lnTo>
                  <a:lnTo>
                    <a:pt x="188" y="4018"/>
                  </a:lnTo>
                  <a:lnTo>
                    <a:pt x="209" y="4039"/>
                  </a:lnTo>
                  <a:lnTo>
                    <a:pt x="293" y="3976"/>
                  </a:lnTo>
                  <a:lnTo>
                    <a:pt x="439" y="4248"/>
                  </a:lnTo>
                  <a:lnTo>
                    <a:pt x="398" y="4331"/>
                  </a:lnTo>
                  <a:lnTo>
                    <a:pt x="418" y="4436"/>
                  </a:lnTo>
                  <a:lnTo>
                    <a:pt x="398" y="4645"/>
                  </a:lnTo>
                  <a:lnTo>
                    <a:pt x="314" y="4645"/>
                  </a:lnTo>
                  <a:lnTo>
                    <a:pt x="230" y="4687"/>
                  </a:lnTo>
                  <a:lnTo>
                    <a:pt x="418" y="4917"/>
                  </a:lnTo>
                  <a:lnTo>
                    <a:pt x="523" y="5524"/>
                  </a:lnTo>
                  <a:lnTo>
                    <a:pt x="481" y="5943"/>
                  </a:lnTo>
                  <a:lnTo>
                    <a:pt x="335" y="6131"/>
                  </a:lnTo>
                  <a:lnTo>
                    <a:pt x="272" y="6487"/>
                  </a:lnTo>
                  <a:lnTo>
                    <a:pt x="209" y="6738"/>
                  </a:lnTo>
                  <a:lnTo>
                    <a:pt x="314" y="6654"/>
                  </a:lnTo>
                  <a:lnTo>
                    <a:pt x="398" y="6654"/>
                  </a:lnTo>
                  <a:lnTo>
                    <a:pt x="523" y="6549"/>
                  </a:lnTo>
                  <a:lnTo>
                    <a:pt x="837" y="6487"/>
                  </a:lnTo>
                  <a:lnTo>
                    <a:pt x="1130" y="6382"/>
                  </a:lnTo>
                  <a:lnTo>
                    <a:pt x="1235" y="6382"/>
                  </a:lnTo>
                  <a:lnTo>
                    <a:pt x="1486" y="6466"/>
                  </a:lnTo>
                  <a:lnTo>
                    <a:pt x="1653" y="6487"/>
                  </a:lnTo>
                  <a:lnTo>
                    <a:pt x="1779" y="6654"/>
                  </a:lnTo>
                  <a:lnTo>
                    <a:pt x="1779" y="6738"/>
                  </a:lnTo>
                  <a:lnTo>
                    <a:pt x="1862" y="6759"/>
                  </a:lnTo>
                  <a:lnTo>
                    <a:pt x="1946" y="6696"/>
                  </a:lnTo>
                  <a:lnTo>
                    <a:pt x="1988" y="6738"/>
                  </a:lnTo>
                  <a:lnTo>
                    <a:pt x="2071" y="6738"/>
                  </a:lnTo>
                  <a:lnTo>
                    <a:pt x="2113" y="6780"/>
                  </a:lnTo>
                  <a:lnTo>
                    <a:pt x="2155" y="6905"/>
                  </a:lnTo>
                  <a:lnTo>
                    <a:pt x="2281" y="7010"/>
                  </a:lnTo>
                  <a:lnTo>
                    <a:pt x="2281" y="7156"/>
                  </a:lnTo>
                  <a:lnTo>
                    <a:pt x="2406" y="7177"/>
                  </a:lnTo>
                  <a:lnTo>
                    <a:pt x="2427" y="7303"/>
                  </a:lnTo>
                  <a:lnTo>
                    <a:pt x="2532" y="7324"/>
                  </a:lnTo>
                  <a:lnTo>
                    <a:pt x="2699" y="7428"/>
                  </a:lnTo>
                  <a:lnTo>
                    <a:pt x="2720" y="7512"/>
                  </a:lnTo>
                  <a:lnTo>
                    <a:pt x="2846" y="7407"/>
                  </a:lnTo>
                  <a:lnTo>
                    <a:pt x="3034" y="7407"/>
                  </a:lnTo>
                  <a:lnTo>
                    <a:pt x="3097" y="7261"/>
                  </a:lnTo>
                  <a:lnTo>
                    <a:pt x="3097" y="7177"/>
                  </a:lnTo>
                  <a:lnTo>
                    <a:pt x="3097" y="6947"/>
                  </a:lnTo>
                  <a:lnTo>
                    <a:pt x="3264" y="6884"/>
                  </a:lnTo>
                  <a:lnTo>
                    <a:pt x="3411" y="6884"/>
                  </a:lnTo>
                  <a:lnTo>
                    <a:pt x="3431" y="7052"/>
                  </a:lnTo>
                  <a:lnTo>
                    <a:pt x="3515" y="7219"/>
                  </a:lnTo>
                  <a:lnTo>
                    <a:pt x="3578" y="7282"/>
                  </a:lnTo>
                  <a:lnTo>
                    <a:pt x="3724" y="6989"/>
                  </a:lnTo>
                  <a:lnTo>
                    <a:pt x="3996" y="6863"/>
                  </a:lnTo>
                  <a:lnTo>
                    <a:pt x="4143" y="6905"/>
                  </a:lnTo>
                  <a:lnTo>
                    <a:pt x="4164" y="7093"/>
                  </a:lnTo>
                  <a:lnTo>
                    <a:pt x="4206" y="7156"/>
                  </a:lnTo>
                  <a:lnTo>
                    <a:pt x="4310" y="7052"/>
                  </a:lnTo>
                  <a:lnTo>
                    <a:pt x="4394" y="7052"/>
                  </a:lnTo>
                  <a:lnTo>
                    <a:pt x="4457" y="7114"/>
                  </a:lnTo>
                  <a:lnTo>
                    <a:pt x="4520" y="7156"/>
                  </a:lnTo>
                  <a:lnTo>
                    <a:pt x="6570" y="7156"/>
                  </a:lnTo>
                  <a:lnTo>
                    <a:pt x="6758" y="6633"/>
                  </a:lnTo>
                  <a:lnTo>
                    <a:pt x="6570" y="6528"/>
                  </a:lnTo>
                  <a:lnTo>
                    <a:pt x="6131" y="1423"/>
                  </a:lnTo>
                  <a:lnTo>
                    <a:pt x="6821" y="1423"/>
                  </a:lnTo>
                  <a:lnTo>
                    <a:pt x="47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9357;p128">
              <a:extLst>
                <a:ext uri="{FF2B5EF4-FFF2-40B4-BE49-F238E27FC236}">
                  <a16:creationId xmlns:a16="http://schemas.microsoft.com/office/drawing/2014/main" id="{F01C626E-C4C5-41C6-694D-40BC9AD8DD95}"/>
                </a:ext>
              </a:extLst>
            </p:cNvPr>
            <p:cNvSpPr/>
            <p:nvPr/>
          </p:nvSpPr>
          <p:spPr>
            <a:xfrm>
              <a:off x="3665125" y="2976874"/>
              <a:ext cx="112121" cy="99236"/>
            </a:xfrm>
            <a:custGeom>
              <a:avLst/>
              <a:gdLst/>
              <a:ahLst/>
              <a:cxnLst/>
              <a:rect l="l" t="t" r="r" b="b"/>
              <a:pathLst>
                <a:path w="9416" h="8726" extrusionOk="0">
                  <a:moveTo>
                    <a:pt x="3411" y="0"/>
                  </a:moveTo>
                  <a:lnTo>
                    <a:pt x="3850" y="5105"/>
                  </a:lnTo>
                  <a:lnTo>
                    <a:pt x="4038" y="5210"/>
                  </a:lnTo>
                  <a:lnTo>
                    <a:pt x="3850" y="5733"/>
                  </a:lnTo>
                  <a:lnTo>
                    <a:pt x="1800" y="5733"/>
                  </a:lnTo>
                  <a:lnTo>
                    <a:pt x="1737" y="5691"/>
                  </a:lnTo>
                  <a:lnTo>
                    <a:pt x="1674" y="5629"/>
                  </a:lnTo>
                  <a:lnTo>
                    <a:pt x="1590" y="5629"/>
                  </a:lnTo>
                  <a:lnTo>
                    <a:pt x="1486" y="5733"/>
                  </a:lnTo>
                  <a:lnTo>
                    <a:pt x="1444" y="5670"/>
                  </a:lnTo>
                  <a:lnTo>
                    <a:pt x="1423" y="5482"/>
                  </a:lnTo>
                  <a:lnTo>
                    <a:pt x="1276" y="5440"/>
                  </a:lnTo>
                  <a:lnTo>
                    <a:pt x="1004" y="5566"/>
                  </a:lnTo>
                  <a:lnTo>
                    <a:pt x="858" y="5859"/>
                  </a:lnTo>
                  <a:lnTo>
                    <a:pt x="795" y="5796"/>
                  </a:lnTo>
                  <a:lnTo>
                    <a:pt x="711" y="5629"/>
                  </a:lnTo>
                  <a:lnTo>
                    <a:pt x="691" y="5461"/>
                  </a:lnTo>
                  <a:lnTo>
                    <a:pt x="544" y="5461"/>
                  </a:lnTo>
                  <a:lnTo>
                    <a:pt x="377" y="5524"/>
                  </a:lnTo>
                  <a:lnTo>
                    <a:pt x="377" y="5754"/>
                  </a:lnTo>
                  <a:lnTo>
                    <a:pt x="377" y="5838"/>
                  </a:lnTo>
                  <a:lnTo>
                    <a:pt x="314" y="5984"/>
                  </a:lnTo>
                  <a:lnTo>
                    <a:pt x="126" y="5984"/>
                  </a:lnTo>
                  <a:lnTo>
                    <a:pt x="0" y="6089"/>
                  </a:lnTo>
                  <a:lnTo>
                    <a:pt x="84" y="6173"/>
                  </a:lnTo>
                  <a:lnTo>
                    <a:pt x="84" y="6277"/>
                  </a:lnTo>
                  <a:lnTo>
                    <a:pt x="105" y="6361"/>
                  </a:lnTo>
                  <a:lnTo>
                    <a:pt x="63" y="6591"/>
                  </a:lnTo>
                  <a:lnTo>
                    <a:pt x="84" y="6675"/>
                  </a:lnTo>
                  <a:lnTo>
                    <a:pt x="209" y="6800"/>
                  </a:lnTo>
                  <a:lnTo>
                    <a:pt x="272" y="6926"/>
                  </a:lnTo>
                  <a:lnTo>
                    <a:pt x="335" y="7010"/>
                  </a:lnTo>
                  <a:lnTo>
                    <a:pt x="398" y="6989"/>
                  </a:lnTo>
                  <a:lnTo>
                    <a:pt x="481" y="7030"/>
                  </a:lnTo>
                  <a:lnTo>
                    <a:pt x="502" y="7114"/>
                  </a:lnTo>
                  <a:lnTo>
                    <a:pt x="586" y="7219"/>
                  </a:lnTo>
                  <a:lnTo>
                    <a:pt x="586" y="7261"/>
                  </a:lnTo>
                  <a:lnTo>
                    <a:pt x="523" y="7344"/>
                  </a:lnTo>
                  <a:lnTo>
                    <a:pt x="544" y="7428"/>
                  </a:lnTo>
                  <a:lnTo>
                    <a:pt x="691" y="7512"/>
                  </a:lnTo>
                  <a:lnTo>
                    <a:pt x="691" y="7616"/>
                  </a:lnTo>
                  <a:lnTo>
                    <a:pt x="649" y="7679"/>
                  </a:lnTo>
                  <a:lnTo>
                    <a:pt x="732" y="7721"/>
                  </a:lnTo>
                  <a:lnTo>
                    <a:pt x="837" y="7658"/>
                  </a:lnTo>
                  <a:lnTo>
                    <a:pt x="921" y="7679"/>
                  </a:lnTo>
                  <a:lnTo>
                    <a:pt x="1046" y="7784"/>
                  </a:lnTo>
                  <a:lnTo>
                    <a:pt x="1214" y="7784"/>
                  </a:lnTo>
                  <a:lnTo>
                    <a:pt x="1318" y="7721"/>
                  </a:lnTo>
                  <a:lnTo>
                    <a:pt x="1381" y="7679"/>
                  </a:lnTo>
                  <a:lnTo>
                    <a:pt x="1486" y="7533"/>
                  </a:lnTo>
                  <a:lnTo>
                    <a:pt x="1632" y="7533"/>
                  </a:lnTo>
                  <a:lnTo>
                    <a:pt x="1779" y="7616"/>
                  </a:lnTo>
                  <a:lnTo>
                    <a:pt x="1800" y="7554"/>
                  </a:lnTo>
                  <a:lnTo>
                    <a:pt x="1904" y="7533"/>
                  </a:lnTo>
                  <a:lnTo>
                    <a:pt x="1946" y="7574"/>
                  </a:lnTo>
                  <a:lnTo>
                    <a:pt x="2072" y="7679"/>
                  </a:lnTo>
                  <a:lnTo>
                    <a:pt x="2113" y="7826"/>
                  </a:lnTo>
                  <a:lnTo>
                    <a:pt x="2092" y="7972"/>
                  </a:lnTo>
                  <a:lnTo>
                    <a:pt x="2155" y="8035"/>
                  </a:lnTo>
                  <a:lnTo>
                    <a:pt x="2281" y="8056"/>
                  </a:lnTo>
                  <a:lnTo>
                    <a:pt x="2281" y="8098"/>
                  </a:lnTo>
                  <a:lnTo>
                    <a:pt x="2176" y="8265"/>
                  </a:lnTo>
                  <a:lnTo>
                    <a:pt x="2113" y="8411"/>
                  </a:lnTo>
                  <a:lnTo>
                    <a:pt x="2113" y="8411"/>
                  </a:lnTo>
                  <a:lnTo>
                    <a:pt x="2218" y="8390"/>
                  </a:lnTo>
                  <a:lnTo>
                    <a:pt x="2281" y="8307"/>
                  </a:lnTo>
                  <a:lnTo>
                    <a:pt x="2364" y="8307"/>
                  </a:lnTo>
                  <a:lnTo>
                    <a:pt x="2364" y="8411"/>
                  </a:lnTo>
                  <a:lnTo>
                    <a:pt x="2385" y="8495"/>
                  </a:lnTo>
                  <a:lnTo>
                    <a:pt x="2385" y="8558"/>
                  </a:lnTo>
                  <a:lnTo>
                    <a:pt x="2532" y="8579"/>
                  </a:lnTo>
                  <a:lnTo>
                    <a:pt x="2595" y="8621"/>
                  </a:lnTo>
                  <a:lnTo>
                    <a:pt x="2595" y="8704"/>
                  </a:lnTo>
                  <a:lnTo>
                    <a:pt x="2783" y="8600"/>
                  </a:lnTo>
                  <a:lnTo>
                    <a:pt x="2846" y="8600"/>
                  </a:lnTo>
                  <a:lnTo>
                    <a:pt x="2992" y="8683"/>
                  </a:lnTo>
                  <a:lnTo>
                    <a:pt x="3222" y="8683"/>
                  </a:lnTo>
                  <a:lnTo>
                    <a:pt x="3264" y="8662"/>
                  </a:lnTo>
                  <a:lnTo>
                    <a:pt x="3264" y="8600"/>
                  </a:lnTo>
                  <a:lnTo>
                    <a:pt x="3452" y="8558"/>
                  </a:lnTo>
                  <a:lnTo>
                    <a:pt x="3620" y="8579"/>
                  </a:lnTo>
                  <a:lnTo>
                    <a:pt x="3578" y="8621"/>
                  </a:lnTo>
                  <a:lnTo>
                    <a:pt x="3620" y="8683"/>
                  </a:lnTo>
                  <a:lnTo>
                    <a:pt x="3787" y="8725"/>
                  </a:lnTo>
                  <a:lnTo>
                    <a:pt x="3892" y="8579"/>
                  </a:lnTo>
                  <a:lnTo>
                    <a:pt x="3976" y="8516"/>
                  </a:lnTo>
                  <a:lnTo>
                    <a:pt x="3997" y="8390"/>
                  </a:lnTo>
                  <a:lnTo>
                    <a:pt x="3976" y="8307"/>
                  </a:lnTo>
                  <a:lnTo>
                    <a:pt x="3976" y="8181"/>
                  </a:lnTo>
                  <a:lnTo>
                    <a:pt x="4080" y="8160"/>
                  </a:lnTo>
                  <a:lnTo>
                    <a:pt x="4059" y="7993"/>
                  </a:lnTo>
                  <a:lnTo>
                    <a:pt x="4038" y="7888"/>
                  </a:lnTo>
                  <a:lnTo>
                    <a:pt x="4143" y="7826"/>
                  </a:lnTo>
                  <a:lnTo>
                    <a:pt x="4269" y="7679"/>
                  </a:lnTo>
                  <a:lnTo>
                    <a:pt x="4457" y="7407"/>
                  </a:lnTo>
                  <a:lnTo>
                    <a:pt x="4561" y="7219"/>
                  </a:lnTo>
                  <a:lnTo>
                    <a:pt x="4582" y="7135"/>
                  </a:lnTo>
                  <a:lnTo>
                    <a:pt x="4708" y="6926"/>
                  </a:lnTo>
                  <a:lnTo>
                    <a:pt x="4792" y="6905"/>
                  </a:lnTo>
                  <a:lnTo>
                    <a:pt x="4813" y="6821"/>
                  </a:lnTo>
                  <a:lnTo>
                    <a:pt x="4980" y="6800"/>
                  </a:lnTo>
                  <a:lnTo>
                    <a:pt x="5043" y="6821"/>
                  </a:lnTo>
                  <a:lnTo>
                    <a:pt x="5336" y="6738"/>
                  </a:lnTo>
                  <a:lnTo>
                    <a:pt x="5398" y="6612"/>
                  </a:lnTo>
                  <a:lnTo>
                    <a:pt x="5712" y="6403"/>
                  </a:lnTo>
                  <a:lnTo>
                    <a:pt x="6152" y="6173"/>
                  </a:lnTo>
                  <a:lnTo>
                    <a:pt x="6277" y="6047"/>
                  </a:lnTo>
                  <a:lnTo>
                    <a:pt x="6465" y="5942"/>
                  </a:lnTo>
                  <a:lnTo>
                    <a:pt x="6758" y="5901"/>
                  </a:lnTo>
                  <a:lnTo>
                    <a:pt x="6884" y="5880"/>
                  </a:lnTo>
                  <a:lnTo>
                    <a:pt x="7072" y="5942"/>
                  </a:lnTo>
                  <a:lnTo>
                    <a:pt x="7177" y="5942"/>
                  </a:lnTo>
                  <a:lnTo>
                    <a:pt x="7198" y="5984"/>
                  </a:lnTo>
                  <a:lnTo>
                    <a:pt x="7219" y="5963"/>
                  </a:lnTo>
                  <a:lnTo>
                    <a:pt x="7344" y="5984"/>
                  </a:lnTo>
                  <a:lnTo>
                    <a:pt x="7742" y="5963"/>
                  </a:lnTo>
                  <a:lnTo>
                    <a:pt x="7867" y="5963"/>
                  </a:lnTo>
                  <a:lnTo>
                    <a:pt x="8035" y="5880"/>
                  </a:lnTo>
                  <a:lnTo>
                    <a:pt x="8390" y="5880"/>
                  </a:lnTo>
                  <a:lnTo>
                    <a:pt x="8558" y="5775"/>
                  </a:lnTo>
                  <a:lnTo>
                    <a:pt x="8746" y="5775"/>
                  </a:lnTo>
                  <a:lnTo>
                    <a:pt x="8893" y="5670"/>
                  </a:lnTo>
                  <a:lnTo>
                    <a:pt x="9186" y="5524"/>
                  </a:lnTo>
                  <a:lnTo>
                    <a:pt x="9227" y="5377"/>
                  </a:lnTo>
                  <a:lnTo>
                    <a:pt x="9269" y="5210"/>
                  </a:lnTo>
                  <a:lnTo>
                    <a:pt x="9332" y="5126"/>
                  </a:lnTo>
                  <a:lnTo>
                    <a:pt x="9395" y="4624"/>
                  </a:lnTo>
                  <a:lnTo>
                    <a:pt x="9416" y="3494"/>
                  </a:lnTo>
                  <a:lnTo>
                    <a:pt x="9186" y="3578"/>
                  </a:lnTo>
                  <a:lnTo>
                    <a:pt x="8914" y="3599"/>
                  </a:lnTo>
                  <a:lnTo>
                    <a:pt x="8788" y="3557"/>
                  </a:lnTo>
                  <a:lnTo>
                    <a:pt x="8746" y="3473"/>
                  </a:lnTo>
                  <a:lnTo>
                    <a:pt x="8809" y="3285"/>
                  </a:lnTo>
                  <a:lnTo>
                    <a:pt x="8809" y="3180"/>
                  </a:lnTo>
                  <a:lnTo>
                    <a:pt x="8704" y="3118"/>
                  </a:lnTo>
                  <a:lnTo>
                    <a:pt x="8558" y="3055"/>
                  </a:lnTo>
                  <a:lnTo>
                    <a:pt x="8453" y="2929"/>
                  </a:lnTo>
                  <a:lnTo>
                    <a:pt x="8286" y="2867"/>
                  </a:lnTo>
                  <a:lnTo>
                    <a:pt x="8077" y="2867"/>
                  </a:lnTo>
                  <a:lnTo>
                    <a:pt x="7951" y="2762"/>
                  </a:lnTo>
                  <a:lnTo>
                    <a:pt x="7909" y="2511"/>
                  </a:lnTo>
                  <a:lnTo>
                    <a:pt x="410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9358;p128">
              <a:extLst>
                <a:ext uri="{FF2B5EF4-FFF2-40B4-BE49-F238E27FC236}">
                  <a16:creationId xmlns:a16="http://schemas.microsoft.com/office/drawing/2014/main" id="{0C4CA565-EDBA-E5DC-7E56-3AE94222BA75}"/>
                </a:ext>
              </a:extLst>
            </p:cNvPr>
            <p:cNvSpPr/>
            <p:nvPr/>
          </p:nvSpPr>
          <p:spPr>
            <a:xfrm>
              <a:off x="3712457" y="3043733"/>
              <a:ext cx="51833" cy="35948"/>
            </a:xfrm>
            <a:custGeom>
              <a:avLst/>
              <a:gdLst/>
              <a:ahLst/>
              <a:cxnLst/>
              <a:rect l="l" t="t" r="r" b="b"/>
              <a:pathLst>
                <a:path w="4353" h="3161" extrusionOk="0">
                  <a:moveTo>
                    <a:pt x="2909" y="1"/>
                  </a:moveTo>
                  <a:lnTo>
                    <a:pt x="2783" y="22"/>
                  </a:lnTo>
                  <a:lnTo>
                    <a:pt x="2490" y="63"/>
                  </a:lnTo>
                  <a:lnTo>
                    <a:pt x="2302" y="168"/>
                  </a:lnTo>
                  <a:lnTo>
                    <a:pt x="2177" y="294"/>
                  </a:lnTo>
                  <a:lnTo>
                    <a:pt x="1737" y="524"/>
                  </a:lnTo>
                  <a:lnTo>
                    <a:pt x="1423" y="733"/>
                  </a:lnTo>
                  <a:lnTo>
                    <a:pt x="1361" y="859"/>
                  </a:lnTo>
                  <a:lnTo>
                    <a:pt x="1068" y="942"/>
                  </a:lnTo>
                  <a:lnTo>
                    <a:pt x="1005" y="921"/>
                  </a:lnTo>
                  <a:lnTo>
                    <a:pt x="838" y="942"/>
                  </a:lnTo>
                  <a:lnTo>
                    <a:pt x="817" y="1026"/>
                  </a:lnTo>
                  <a:lnTo>
                    <a:pt x="733" y="1047"/>
                  </a:lnTo>
                  <a:lnTo>
                    <a:pt x="607" y="1256"/>
                  </a:lnTo>
                  <a:lnTo>
                    <a:pt x="586" y="1340"/>
                  </a:lnTo>
                  <a:lnTo>
                    <a:pt x="482" y="1528"/>
                  </a:lnTo>
                  <a:lnTo>
                    <a:pt x="294" y="1800"/>
                  </a:lnTo>
                  <a:lnTo>
                    <a:pt x="168" y="1947"/>
                  </a:lnTo>
                  <a:lnTo>
                    <a:pt x="63" y="2009"/>
                  </a:lnTo>
                  <a:lnTo>
                    <a:pt x="84" y="2114"/>
                  </a:lnTo>
                  <a:lnTo>
                    <a:pt x="105" y="2281"/>
                  </a:lnTo>
                  <a:lnTo>
                    <a:pt x="1" y="2302"/>
                  </a:lnTo>
                  <a:lnTo>
                    <a:pt x="1" y="2428"/>
                  </a:lnTo>
                  <a:lnTo>
                    <a:pt x="22" y="2511"/>
                  </a:lnTo>
                  <a:lnTo>
                    <a:pt x="1" y="2637"/>
                  </a:lnTo>
                  <a:lnTo>
                    <a:pt x="22" y="2637"/>
                  </a:lnTo>
                  <a:lnTo>
                    <a:pt x="189" y="2783"/>
                  </a:lnTo>
                  <a:lnTo>
                    <a:pt x="398" y="2888"/>
                  </a:lnTo>
                  <a:lnTo>
                    <a:pt x="503" y="2888"/>
                  </a:lnTo>
                  <a:lnTo>
                    <a:pt x="545" y="2930"/>
                  </a:lnTo>
                  <a:lnTo>
                    <a:pt x="649" y="2930"/>
                  </a:lnTo>
                  <a:lnTo>
                    <a:pt x="754" y="2993"/>
                  </a:lnTo>
                  <a:lnTo>
                    <a:pt x="838" y="3097"/>
                  </a:lnTo>
                  <a:lnTo>
                    <a:pt x="1026" y="3160"/>
                  </a:lnTo>
                  <a:lnTo>
                    <a:pt x="1151" y="3139"/>
                  </a:lnTo>
                  <a:lnTo>
                    <a:pt x="1256" y="3055"/>
                  </a:lnTo>
                  <a:lnTo>
                    <a:pt x="1340" y="3055"/>
                  </a:lnTo>
                  <a:lnTo>
                    <a:pt x="1423" y="3139"/>
                  </a:lnTo>
                  <a:lnTo>
                    <a:pt x="1549" y="3139"/>
                  </a:lnTo>
                  <a:lnTo>
                    <a:pt x="1549" y="2993"/>
                  </a:lnTo>
                  <a:lnTo>
                    <a:pt x="1465" y="2825"/>
                  </a:lnTo>
                  <a:lnTo>
                    <a:pt x="1423" y="2783"/>
                  </a:lnTo>
                  <a:lnTo>
                    <a:pt x="1361" y="2595"/>
                  </a:lnTo>
                  <a:lnTo>
                    <a:pt x="1382" y="2470"/>
                  </a:lnTo>
                  <a:lnTo>
                    <a:pt x="1591" y="2428"/>
                  </a:lnTo>
                  <a:lnTo>
                    <a:pt x="2365" y="2428"/>
                  </a:lnTo>
                  <a:lnTo>
                    <a:pt x="2574" y="2386"/>
                  </a:lnTo>
                  <a:lnTo>
                    <a:pt x="2721" y="2386"/>
                  </a:lnTo>
                  <a:lnTo>
                    <a:pt x="2846" y="2323"/>
                  </a:lnTo>
                  <a:lnTo>
                    <a:pt x="2930" y="2323"/>
                  </a:lnTo>
                  <a:lnTo>
                    <a:pt x="3537" y="2491"/>
                  </a:lnTo>
                  <a:lnTo>
                    <a:pt x="3558" y="2428"/>
                  </a:lnTo>
                  <a:lnTo>
                    <a:pt x="3683" y="2386"/>
                  </a:lnTo>
                  <a:lnTo>
                    <a:pt x="3683" y="2281"/>
                  </a:lnTo>
                  <a:lnTo>
                    <a:pt x="3767" y="2198"/>
                  </a:lnTo>
                  <a:lnTo>
                    <a:pt x="3767" y="2093"/>
                  </a:lnTo>
                  <a:lnTo>
                    <a:pt x="3871" y="2051"/>
                  </a:lnTo>
                  <a:lnTo>
                    <a:pt x="3955" y="2072"/>
                  </a:lnTo>
                  <a:lnTo>
                    <a:pt x="4143" y="1967"/>
                  </a:lnTo>
                  <a:lnTo>
                    <a:pt x="4206" y="1967"/>
                  </a:lnTo>
                  <a:lnTo>
                    <a:pt x="4353" y="1800"/>
                  </a:lnTo>
                  <a:lnTo>
                    <a:pt x="4353" y="1737"/>
                  </a:lnTo>
                  <a:lnTo>
                    <a:pt x="4311" y="1737"/>
                  </a:lnTo>
                  <a:lnTo>
                    <a:pt x="4185" y="1570"/>
                  </a:lnTo>
                  <a:lnTo>
                    <a:pt x="4248" y="1465"/>
                  </a:lnTo>
                  <a:lnTo>
                    <a:pt x="4248" y="1361"/>
                  </a:lnTo>
                  <a:lnTo>
                    <a:pt x="4185" y="1319"/>
                  </a:lnTo>
                  <a:lnTo>
                    <a:pt x="4185" y="1256"/>
                  </a:lnTo>
                  <a:lnTo>
                    <a:pt x="4102" y="1214"/>
                  </a:lnTo>
                  <a:lnTo>
                    <a:pt x="3871" y="1340"/>
                  </a:lnTo>
                  <a:lnTo>
                    <a:pt x="3662" y="1214"/>
                  </a:lnTo>
                  <a:lnTo>
                    <a:pt x="3662" y="963"/>
                  </a:lnTo>
                  <a:lnTo>
                    <a:pt x="3118" y="607"/>
                  </a:lnTo>
                  <a:lnTo>
                    <a:pt x="3118" y="419"/>
                  </a:lnTo>
                  <a:lnTo>
                    <a:pt x="3202" y="314"/>
                  </a:lnTo>
                  <a:lnTo>
                    <a:pt x="3202" y="168"/>
                  </a:lnTo>
                  <a:lnTo>
                    <a:pt x="3223" y="105"/>
                  </a:lnTo>
                  <a:lnTo>
                    <a:pt x="3202" y="63"/>
                  </a:lnTo>
                  <a:lnTo>
                    <a:pt x="3097" y="63"/>
                  </a:lnTo>
                  <a:lnTo>
                    <a:pt x="29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9359;p128">
              <a:extLst>
                <a:ext uri="{FF2B5EF4-FFF2-40B4-BE49-F238E27FC236}">
                  <a16:creationId xmlns:a16="http://schemas.microsoft.com/office/drawing/2014/main" id="{6DF2BACA-7601-AA59-1DC3-20AA6E614638}"/>
                </a:ext>
              </a:extLst>
            </p:cNvPr>
            <p:cNvSpPr/>
            <p:nvPr/>
          </p:nvSpPr>
          <p:spPr>
            <a:xfrm>
              <a:off x="3628997" y="3033259"/>
              <a:ext cx="44355" cy="30956"/>
            </a:xfrm>
            <a:custGeom>
              <a:avLst/>
              <a:gdLst/>
              <a:ahLst/>
              <a:cxnLst/>
              <a:rect l="l" t="t" r="r" b="b"/>
              <a:pathLst>
                <a:path w="3725" h="2722" extrusionOk="0">
                  <a:moveTo>
                    <a:pt x="1444" y="1"/>
                  </a:moveTo>
                  <a:lnTo>
                    <a:pt x="1151" y="106"/>
                  </a:lnTo>
                  <a:lnTo>
                    <a:pt x="837" y="168"/>
                  </a:lnTo>
                  <a:lnTo>
                    <a:pt x="712" y="273"/>
                  </a:lnTo>
                  <a:lnTo>
                    <a:pt x="628" y="273"/>
                  </a:lnTo>
                  <a:lnTo>
                    <a:pt x="523" y="357"/>
                  </a:lnTo>
                  <a:lnTo>
                    <a:pt x="502" y="524"/>
                  </a:lnTo>
                  <a:lnTo>
                    <a:pt x="377" y="817"/>
                  </a:lnTo>
                  <a:lnTo>
                    <a:pt x="0" y="1131"/>
                  </a:lnTo>
                  <a:lnTo>
                    <a:pt x="188" y="1298"/>
                  </a:lnTo>
                  <a:lnTo>
                    <a:pt x="314" y="1528"/>
                  </a:lnTo>
                  <a:lnTo>
                    <a:pt x="419" y="1528"/>
                  </a:lnTo>
                  <a:lnTo>
                    <a:pt x="419" y="1654"/>
                  </a:lnTo>
                  <a:lnTo>
                    <a:pt x="398" y="1654"/>
                  </a:lnTo>
                  <a:lnTo>
                    <a:pt x="523" y="1759"/>
                  </a:lnTo>
                  <a:lnTo>
                    <a:pt x="440" y="1821"/>
                  </a:lnTo>
                  <a:lnTo>
                    <a:pt x="481" y="1863"/>
                  </a:lnTo>
                  <a:lnTo>
                    <a:pt x="732" y="1863"/>
                  </a:lnTo>
                  <a:lnTo>
                    <a:pt x="795" y="1842"/>
                  </a:lnTo>
                  <a:lnTo>
                    <a:pt x="900" y="1842"/>
                  </a:lnTo>
                  <a:lnTo>
                    <a:pt x="1109" y="1675"/>
                  </a:lnTo>
                  <a:lnTo>
                    <a:pt x="1256" y="1612"/>
                  </a:lnTo>
                  <a:lnTo>
                    <a:pt x="1360" y="1633"/>
                  </a:lnTo>
                  <a:lnTo>
                    <a:pt x="1486" y="1633"/>
                  </a:lnTo>
                  <a:lnTo>
                    <a:pt x="1674" y="1759"/>
                  </a:lnTo>
                  <a:lnTo>
                    <a:pt x="1779" y="1759"/>
                  </a:lnTo>
                  <a:lnTo>
                    <a:pt x="2051" y="1926"/>
                  </a:lnTo>
                  <a:lnTo>
                    <a:pt x="2093" y="1884"/>
                  </a:lnTo>
                  <a:lnTo>
                    <a:pt x="2155" y="1968"/>
                  </a:lnTo>
                  <a:lnTo>
                    <a:pt x="2093" y="2052"/>
                  </a:lnTo>
                  <a:lnTo>
                    <a:pt x="1967" y="2052"/>
                  </a:lnTo>
                  <a:lnTo>
                    <a:pt x="1779" y="1968"/>
                  </a:lnTo>
                  <a:lnTo>
                    <a:pt x="1632" y="1926"/>
                  </a:lnTo>
                  <a:lnTo>
                    <a:pt x="1528" y="1926"/>
                  </a:lnTo>
                  <a:lnTo>
                    <a:pt x="1381" y="1821"/>
                  </a:lnTo>
                  <a:lnTo>
                    <a:pt x="1318" y="1842"/>
                  </a:lnTo>
                  <a:lnTo>
                    <a:pt x="1235" y="1926"/>
                  </a:lnTo>
                  <a:lnTo>
                    <a:pt x="1214" y="1884"/>
                  </a:lnTo>
                  <a:lnTo>
                    <a:pt x="1130" y="1863"/>
                  </a:lnTo>
                  <a:lnTo>
                    <a:pt x="1005" y="1947"/>
                  </a:lnTo>
                  <a:lnTo>
                    <a:pt x="900" y="1968"/>
                  </a:lnTo>
                  <a:lnTo>
                    <a:pt x="795" y="2093"/>
                  </a:lnTo>
                  <a:lnTo>
                    <a:pt x="419" y="2093"/>
                  </a:lnTo>
                  <a:lnTo>
                    <a:pt x="377" y="2156"/>
                  </a:lnTo>
                  <a:lnTo>
                    <a:pt x="377" y="2282"/>
                  </a:lnTo>
                  <a:lnTo>
                    <a:pt x="314" y="2344"/>
                  </a:lnTo>
                  <a:lnTo>
                    <a:pt x="335" y="2386"/>
                  </a:lnTo>
                  <a:lnTo>
                    <a:pt x="481" y="2303"/>
                  </a:lnTo>
                  <a:lnTo>
                    <a:pt x="691" y="2386"/>
                  </a:lnTo>
                  <a:lnTo>
                    <a:pt x="544" y="2470"/>
                  </a:lnTo>
                  <a:lnTo>
                    <a:pt x="502" y="2449"/>
                  </a:lnTo>
                  <a:lnTo>
                    <a:pt x="398" y="2407"/>
                  </a:lnTo>
                  <a:lnTo>
                    <a:pt x="398" y="2407"/>
                  </a:lnTo>
                  <a:lnTo>
                    <a:pt x="440" y="2470"/>
                  </a:lnTo>
                  <a:lnTo>
                    <a:pt x="419" y="2575"/>
                  </a:lnTo>
                  <a:lnTo>
                    <a:pt x="586" y="2616"/>
                  </a:lnTo>
                  <a:lnTo>
                    <a:pt x="753" y="2512"/>
                  </a:lnTo>
                  <a:lnTo>
                    <a:pt x="1151" y="2554"/>
                  </a:lnTo>
                  <a:lnTo>
                    <a:pt x="1256" y="2407"/>
                  </a:lnTo>
                  <a:lnTo>
                    <a:pt x="1465" y="2344"/>
                  </a:lnTo>
                  <a:lnTo>
                    <a:pt x="1988" y="2344"/>
                  </a:lnTo>
                  <a:lnTo>
                    <a:pt x="2113" y="2386"/>
                  </a:lnTo>
                  <a:lnTo>
                    <a:pt x="2113" y="2365"/>
                  </a:lnTo>
                  <a:lnTo>
                    <a:pt x="2260" y="2344"/>
                  </a:lnTo>
                  <a:lnTo>
                    <a:pt x="2595" y="2365"/>
                  </a:lnTo>
                  <a:lnTo>
                    <a:pt x="2825" y="2470"/>
                  </a:lnTo>
                  <a:lnTo>
                    <a:pt x="2929" y="2554"/>
                  </a:lnTo>
                  <a:lnTo>
                    <a:pt x="3118" y="2554"/>
                  </a:lnTo>
                  <a:lnTo>
                    <a:pt x="3306" y="2616"/>
                  </a:lnTo>
                  <a:lnTo>
                    <a:pt x="3411" y="2554"/>
                  </a:lnTo>
                  <a:lnTo>
                    <a:pt x="3515" y="2575"/>
                  </a:lnTo>
                  <a:lnTo>
                    <a:pt x="3557" y="2616"/>
                  </a:lnTo>
                  <a:lnTo>
                    <a:pt x="3683" y="2616"/>
                  </a:lnTo>
                  <a:lnTo>
                    <a:pt x="3683" y="2721"/>
                  </a:lnTo>
                  <a:lnTo>
                    <a:pt x="3725" y="2658"/>
                  </a:lnTo>
                  <a:lnTo>
                    <a:pt x="3725" y="2554"/>
                  </a:lnTo>
                  <a:lnTo>
                    <a:pt x="3578" y="2470"/>
                  </a:lnTo>
                  <a:lnTo>
                    <a:pt x="3557" y="2386"/>
                  </a:lnTo>
                  <a:lnTo>
                    <a:pt x="3620" y="2303"/>
                  </a:lnTo>
                  <a:lnTo>
                    <a:pt x="3620" y="2261"/>
                  </a:lnTo>
                  <a:lnTo>
                    <a:pt x="3536" y="2156"/>
                  </a:lnTo>
                  <a:lnTo>
                    <a:pt x="3515" y="2072"/>
                  </a:lnTo>
                  <a:lnTo>
                    <a:pt x="3432" y="2031"/>
                  </a:lnTo>
                  <a:lnTo>
                    <a:pt x="3369" y="2052"/>
                  </a:lnTo>
                  <a:lnTo>
                    <a:pt x="3306" y="1968"/>
                  </a:lnTo>
                  <a:lnTo>
                    <a:pt x="3243" y="1842"/>
                  </a:lnTo>
                  <a:lnTo>
                    <a:pt x="3118" y="1717"/>
                  </a:lnTo>
                  <a:lnTo>
                    <a:pt x="3097" y="1633"/>
                  </a:lnTo>
                  <a:lnTo>
                    <a:pt x="3139" y="1403"/>
                  </a:lnTo>
                  <a:lnTo>
                    <a:pt x="3118" y="1319"/>
                  </a:lnTo>
                  <a:lnTo>
                    <a:pt x="3118" y="1215"/>
                  </a:lnTo>
                  <a:lnTo>
                    <a:pt x="3034" y="1131"/>
                  </a:lnTo>
                  <a:lnTo>
                    <a:pt x="3013" y="1047"/>
                  </a:lnTo>
                  <a:lnTo>
                    <a:pt x="2846" y="943"/>
                  </a:lnTo>
                  <a:lnTo>
                    <a:pt x="2741" y="922"/>
                  </a:lnTo>
                  <a:lnTo>
                    <a:pt x="2720" y="796"/>
                  </a:lnTo>
                  <a:lnTo>
                    <a:pt x="2595" y="775"/>
                  </a:lnTo>
                  <a:lnTo>
                    <a:pt x="2595" y="629"/>
                  </a:lnTo>
                  <a:lnTo>
                    <a:pt x="2469" y="524"/>
                  </a:lnTo>
                  <a:lnTo>
                    <a:pt x="2427" y="399"/>
                  </a:lnTo>
                  <a:lnTo>
                    <a:pt x="2385" y="357"/>
                  </a:lnTo>
                  <a:lnTo>
                    <a:pt x="2302" y="357"/>
                  </a:lnTo>
                  <a:lnTo>
                    <a:pt x="2260" y="315"/>
                  </a:lnTo>
                  <a:lnTo>
                    <a:pt x="2176" y="378"/>
                  </a:lnTo>
                  <a:lnTo>
                    <a:pt x="2093" y="357"/>
                  </a:lnTo>
                  <a:lnTo>
                    <a:pt x="2093" y="273"/>
                  </a:lnTo>
                  <a:lnTo>
                    <a:pt x="1967" y="106"/>
                  </a:lnTo>
                  <a:lnTo>
                    <a:pt x="1800" y="85"/>
                  </a:lnTo>
                  <a:lnTo>
                    <a:pt x="154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9360;p128">
              <a:extLst>
                <a:ext uri="{FF2B5EF4-FFF2-40B4-BE49-F238E27FC236}">
                  <a16:creationId xmlns:a16="http://schemas.microsoft.com/office/drawing/2014/main" id="{6D40ED0F-0E46-0584-4005-CDF49C378E69}"/>
                </a:ext>
              </a:extLst>
            </p:cNvPr>
            <p:cNvSpPr/>
            <p:nvPr/>
          </p:nvSpPr>
          <p:spPr>
            <a:xfrm>
              <a:off x="3633975" y="3059916"/>
              <a:ext cx="21195" cy="12146"/>
            </a:xfrm>
            <a:custGeom>
              <a:avLst/>
              <a:gdLst/>
              <a:ahLst/>
              <a:cxnLst/>
              <a:rect l="l" t="t" r="r" b="b"/>
              <a:pathLst>
                <a:path w="1780" h="1068" extrusionOk="0">
                  <a:moveTo>
                    <a:pt x="1047" y="0"/>
                  </a:moveTo>
                  <a:lnTo>
                    <a:pt x="838" y="63"/>
                  </a:lnTo>
                  <a:lnTo>
                    <a:pt x="733" y="210"/>
                  </a:lnTo>
                  <a:lnTo>
                    <a:pt x="335" y="168"/>
                  </a:lnTo>
                  <a:lnTo>
                    <a:pt x="168" y="272"/>
                  </a:lnTo>
                  <a:lnTo>
                    <a:pt x="1" y="231"/>
                  </a:lnTo>
                  <a:lnTo>
                    <a:pt x="1" y="231"/>
                  </a:lnTo>
                  <a:lnTo>
                    <a:pt x="63" y="314"/>
                  </a:lnTo>
                  <a:lnTo>
                    <a:pt x="273" y="335"/>
                  </a:lnTo>
                  <a:lnTo>
                    <a:pt x="335" y="335"/>
                  </a:lnTo>
                  <a:lnTo>
                    <a:pt x="231" y="419"/>
                  </a:lnTo>
                  <a:lnTo>
                    <a:pt x="335" y="524"/>
                  </a:lnTo>
                  <a:lnTo>
                    <a:pt x="440" y="524"/>
                  </a:lnTo>
                  <a:lnTo>
                    <a:pt x="482" y="586"/>
                  </a:lnTo>
                  <a:lnTo>
                    <a:pt x="545" y="586"/>
                  </a:lnTo>
                  <a:lnTo>
                    <a:pt x="691" y="544"/>
                  </a:lnTo>
                  <a:lnTo>
                    <a:pt x="838" y="524"/>
                  </a:lnTo>
                  <a:lnTo>
                    <a:pt x="1005" y="586"/>
                  </a:lnTo>
                  <a:lnTo>
                    <a:pt x="942" y="649"/>
                  </a:lnTo>
                  <a:lnTo>
                    <a:pt x="649" y="649"/>
                  </a:lnTo>
                  <a:lnTo>
                    <a:pt x="691" y="691"/>
                  </a:lnTo>
                  <a:lnTo>
                    <a:pt x="796" y="691"/>
                  </a:lnTo>
                  <a:lnTo>
                    <a:pt x="838" y="754"/>
                  </a:lnTo>
                  <a:lnTo>
                    <a:pt x="817" y="796"/>
                  </a:lnTo>
                  <a:lnTo>
                    <a:pt x="859" y="796"/>
                  </a:lnTo>
                  <a:lnTo>
                    <a:pt x="733" y="963"/>
                  </a:lnTo>
                  <a:lnTo>
                    <a:pt x="963" y="942"/>
                  </a:lnTo>
                  <a:lnTo>
                    <a:pt x="963" y="1047"/>
                  </a:lnTo>
                  <a:lnTo>
                    <a:pt x="1005" y="1068"/>
                  </a:lnTo>
                  <a:lnTo>
                    <a:pt x="1131" y="1047"/>
                  </a:lnTo>
                  <a:lnTo>
                    <a:pt x="1214" y="879"/>
                  </a:lnTo>
                  <a:lnTo>
                    <a:pt x="1319" y="858"/>
                  </a:lnTo>
                  <a:lnTo>
                    <a:pt x="1465" y="775"/>
                  </a:lnTo>
                  <a:lnTo>
                    <a:pt x="1675" y="733"/>
                  </a:lnTo>
                  <a:lnTo>
                    <a:pt x="1758" y="670"/>
                  </a:lnTo>
                  <a:lnTo>
                    <a:pt x="1779" y="565"/>
                  </a:lnTo>
                  <a:lnTo>
                    <a:pt x="1695" y="482"/>
                  </a:lnTo>
                  <a:lnTo>
                    <a:pt x="1695" y="314"/>
                  </a:lnTo>
                  <a:lnTo>
                    <a:pt x="1737" y="210"/>
                  </a:lnTo>
                  <a:lnTo>
                    <a:pt x="1695" y="42"/>
                  </a:lnTo>
                  <a:lnTo>
                    <a:pt x="15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02" name="Google Shape;9361;p128">
              <a:extLst>
                <a:ext uri="{FF2B5EF4-FFF2-40B4-BE49-F238E27FC236}">
                  <a16:creationId xmlns:a16="http://schemas.microsoft.com/office/drawing/2014/main" id="{071975FD-1DD7-C328-E8CD-884BA641A74B}"/>
                </a:ext>
              </a:extLst>
            </p:cNvPr>
            <p:cNvGrpSpPr/>
            <p:nvPr/>
          </p:nvGrpSpPr>
          <p:grpSpPr>
            <a:xfrm>
              <a:off x="3632736" y="3051591"/>
              <a:ext cx="63288" cy="45217"/>
              <a:chOff x="3450375" y="3038225"/>
              <a:chExt cx="132875" cy="99400"/>
            </a:xfrm>
            <a:grpFill/>
          </p:grpSpPr>
          <p:sp>
            <p:nvSpPr>
              <p:cNvPr id="438" name="Google Shape;9362;p128">
                <a:extLst>
                  <a:ext uri="{FF2B5EF4-FFF2-40B4-BE49-F238E27FC236}">
                    <a16:creationId xmlns:a16="http://schemas.microsoft.com/office/drawing/2014/main" id="{4B0DC06D-04EC-537C-BE16-D3CA08CF0A14}"/>
                  </a:ext>
                </a:extLst>
              </p:cNvPr>
              <p:cNvSpPr/>
              <p:nvPr/>
            </p:nvSpPr>
            <p:spPr>
              <a:xfrm>
                <a:off x="3450375" y="3038225"/>
                <a:ext cx="46050" cy="13625"/>
              </a:xfrm>
              <a:custGeom>
                <a:avLst/>
                <a:gdLst/>
                <a:ahLst/>
                <a:cxnLst/>
                <a:rect l="l" t="t" r="r" b="b"/>
                <a:pathLst>
                  <a:path w="1842" h="545" extrusionOk="0">
                    <a:moveTo>
                      <a:pt x="942" y="0"/>
                    </a:moveTo>
                    <a:lnTo>
                      <a:pt x="795" y="63"/>
                    </a:lnTo>
                    <a:lnTo>
                      <a:pt x="586" y="230"/>
                    </a:lnTo>
                    <a:lnTo>
                      <a:pt x="481" y="230"/>
                    </a:lnTo>
                    <a:lnTo>
                      <a:pt x="418" y="251"/>
                    </a:lnTo>
                    <a:lnTo>
                      <a:pt x="167" y="251"/>
                    </a:lnTo>
                    <a:lnTo>
                      <a:pt x="188" y="335"/>
                    </a:lnTo>
                    <a:lnTo>
                      <a:pt x="314" y="419"/>
                    </a:lnTo>
                    <a:lnTo>
                      <a:pt x="439" y="377"/>
                    </a:lnTo>
                    <a:lnTo>
                      <a:pt x="439" y="377"/>
                    </a:lnTo>
                    <a:lnTo>
                      <a:pt x="377" y="460"/>
                    </a:lnTo>
                    <a:lnTo>
                      <a:pt x="209" y="460"/>
                    </a:lnTo>
                    <a:lnTo>
                      <a:pt x="105" y="314"/>
                    </a:lnTo>
                    <a:lnTo>
                      <a:pt x="0" y="419"/>
                    </a:lnTo>
                    <a:lnTo>
                      <a:pt x="63" y="481"/>
                    </a:lnTo>
                    <a:lnTo>
                      <a:pt x="63" y="544"/>
                    </a:lnTo>
                    <a:lnTo>
                      <a:pt x="105" y="481"/>
                    </a:lnTo>
                    <a:lnTo>
                      <a:pt x="481" y="481"/>
                    </a:lnTo>
                    <a:lnTo>
                      <a:pt x="586" y="356"/>
                    </a:lnTo>
                    <a:lnTo>
                      <a:pt x="691" y="335"/>
                    </a:lnTo>
                    <a:lnTo>
                      <a:pt x="816" y="251"/>
                    </a:lnTo>
                    <a:lnTo>
                      <a:pt x="900" y="272"/>
                    </a:lnTo>
                    <a:lnTo>
                      <a:pt x="921" y="314"/>
                    </a:lnTo>
                    <a:lnTo>
                      <a:pt x="1004" y="230"/>
                    </a:lnTo>
                    <a:lnTo>
                      <a:pt x="1067" y="209"/>
                    </a:lnTo>
                    <a:lnTo>
                      <a:pt x="1214" y="314"/>
                    </a:lnTo>
                    <a:lnTo>
                      <a:pt x="1318" y="314"/>
                    </a:lnTo>
                    <a:lnTo>
                      <a:pt x="1465" y="356"/>
                    </a:lnTo>
                    <a:lnTo>
                      <a:pt x="1653" y="440"/>
                    </a:lnTo>
                    <a:lnTo>
                      <a:pt x="1779" y="440"/>
                    </a:lnTo>
                    <a:lnTo>
                      <a:pt x="1841" y="356"/>
                    </a:lnTo>
                    <a:lnTo>
                      <a:pt x="1779" y="272"/>
                    </a:lnTo>
                    <a:lnTo>
                      <a:pt x="1737" y="314"/>
                    </a:lnTo>
                    <a:lnTo>
                      <a:pt x="1465" y="147"/>
                    </a:lnTo>
                    <a:lnTo>
                      <a:pt x="1360" y="147"/>
                    </a:lnTo>
                    <a:lnTo>
                      <a:pt x="1172" y="21"/>
                    </a:lnTo>
                    <a:lnTo>
                      <a:pt x="1046" y="21"/>
                    </a:lnTo>
                    <a:lnTo>
                      <a:pt x="94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Google Shape;9363;p128">
                <a:extLst>
                  <a:ext uri="{FF2B5EF4-FFF2-40B4-BE49-F238E27FC236}">
                    <a16:creationId xmlns:a16="http://schemas.microsoft.com/office/drawing/2014/main" id="{EBDEEF46-53A7-DEDC-770C-E9E9C6169F87}"/>
                  </a:ext>
                </a:extLst>
              </p:cNvPr>
              <p:cNvSpPr/>
              <p:nvPr/>
            </p:nvSpPr>
            <p:spPr>
              <a:xfrm>
                <a:off x="3481225" y="3056525"/>
                <a:ext cx="102025" cy="81100"/>
              </a:xfrm>
              <a:custGeom>
                <a:avLst/>
                <a:gdLst/>
                <a:ahLst/>
                <a:cxnLst/>
                <a:rect l="l" t="t" r="r" b="b"/>
                <a:pathLst>
                  <a:path w="4081" h="3244" extrusionOk="0">
                    <a:moveTo>
                      <a:pt x="712" y="0"/>
                    </a:moveTo>
                    <a:lnTo>
                      <a:pt x="565" y="21"/>
                    </a:lnTo>
                    <a:lnTo>
                      <a:pt x="565" y="42"/>
                    </a:lnTo>
                    <a:lnTo>
                      <a:pt x="607" y="210"/>
                    </a:lnTo>
                    <a:lnTo>
                      <a:pt x="565" y="314"/>
                    </a:lnTo>
                    <a:lnTo>
                      <a:pt x="565" y="482"/>
                    </a:lnTo>
                    <a:lnTo>
                      <a:pt x="649" y="565"/>
                    </a:lnTo>
                    <a:lnTo>
                      <a:pt x="628" y="670"/>
                    </a:lnTo>
                    <a:lnTo>
                      <a:pt x="545" y="733"/>
                    </a:lnTo>
                    <a:lnTo>
                      <a:pt x="335" y="775"/>
                    </a:lnTo>
                    <a:lnTo>
                      <a:pt x="189" y="858"/>
                    </a:lnTo>
                    <a:lnTo>
                      <a:pt x="84" y="879"/>
                    </a:lnTo>
                    <a:lnTo>
                      <a:pt x="1" y="1046"/>
                    </a:lnTo>
                    <a:lnTo>
                      <a:pt x="21" y="1005"/>
                    </a:lnTo>
                    <a:lnTo>
                      <a:pt x="105" y="1109"/>
                    </a:lnTo>
                    <a:lnTo>
                      <a:pt x="42" y="1319"/>
                    </a:lnTo>
                    <a:lnTo>
                      <a:pt x="189" y="1507"/>
                    </a:lnTo>
                    <a:lnTo>
                      <a:pt x="314" y="1528"/>
                    </a:lnTo>
                    <a:lnTo>
                      <a:pt x="398" y="1570"/>
                    </a:lnTo>
                    <a:lnTo>
                      <a:pt x="440" y="1486"/>
                    </a:lnTo>
                    <a:lnTo>
                      <a:pt x="545" y="1528"/>
                    </a:lnTo>
                    <a:lnTo>
                      <a:pt x="503" y="1570"/>
                    </a:lnTo>
                    <a:lnTo>
                      <a:pt x="503" y="1674"/>
                    </a:lnTo>
                    <a:lnTo>
                      <a:pt x="545" y="1716"/>
                    </a:lnTo>
                    <a:lnTo>
                      <a:pt x="670" y="1716"/>
                    </a:lnTo>
                    <a:lnTo>
                      <a:pt x="733" y="1904"/>
                    </a:lnTo>
                    <a:lnTo>
                      <a:pt x="879" y="1988"/>
                    </a:lnTo>
                    <a:lnTo>
                      <a:pt x="963" y="2051"/>
                    </a:lnTo>
                    <a:lnTo>
                      <a:pt x="1047" y="2030"/>
                    </a:lnTo>
                    <a:lnTo>
                      <a:pt x="1235" y="1946"/>
                    </a:lnTo>
                    <a:lnTo>
                      <a:pt x="1235" y="1884"/>
                    </a:lnTo>
                    <a:lnTo>
                      <a:pt x="1381" y="1716"/>
                    </a:lnTo>
                    <a:lnTo>
                      <a:pt x="1486" y="1632"/>
                    </a:lnTo>
                    <a:lnTo>
                      <a:pt x="1612" y="1570"/>
                    </a:lnTo>
                    <a:lnTo>
                      <a:pt x="2114" y="1570"/>
                    </a:lnTo>
                    <a:lnTo>
                      <a:pt x="2197" y="1716"/>
                    </a:lnTo>
                    <a:lnTo>
                      <a:pt x="2239" y="1821"/>
                    </a:lnTo>
                    <a:lnTo>
                      <a:pt x="2407" y="2093"/>
                    </a:lnTo>
                    <a:lnTo>
                      <a:pt x="2386" y="2156"/>
                    </a:lnTo>
                    <a:lnTo>
                      <a:pt x="2490" y="2260"/>
                    </a:lnTo>
                    <a:lnTo>
                      <a:pt x="2490" y="2365"/>
                    </a:lnTo>
                    <a:lnTo>
                      <a:pt x="2407" y="2407"/>
                    </a:lnTo>
                    <a:lnTo>
                      <a:pt x="2407" y="2511"/>
                    </a:lnTo>
                    <a:lnTo>
                      <a:pt x="2449" y="2532"/>
                    </a:lnTo>
                    <a:lnTo>
                      <a:pt x="2449" y="2574"/>
                    </a:lnTo>
                    <a:lnTo>
                      <a:pt x="2595" y="2532"/>
                    </a:lnTo>
                    <a:lnTo>
                      <a:pt x="2637" y="2532"/>
                    </a:lnTo>
                    <a:lnTo>
                      <a:pt x="2867" y="2449"/>
                    </a:lnTo>
                    <a:lnTo>
                      <a:pt x="3014" y="2511"/>
                    </a:lnTo>
                    <a:lnTo>
                      <a:pt x="3055" y="2637"/>
                    </a:lnTo>
                    <a:lnTo>
                      <a:pt x="3181" y="2721"/>
                    </a:lnTo>
                    <a:lnTo>
                      <a:pt x="3160" y="2930"/>
                    </a:lnTo>
                    <a:lnTo>
                      <a:pt x="3139" y="3055"/>
                    </a:lnTo>
                    <a:lnTo>
                      <a:pt x="3286" y="3202"/>
                    </a:lnTo>
                    <a:lnTo>
                      <a:pt x="3369" y="3202"/>
                    </a:lnTo>
                    <a:lnTo>
                      <a:pt x="3537" y="3076"/>
                    </a:lnTo>
                    <a:lnTo>
                      <a:pt x="3578" y="3076"/>
                    </a:lnTo>
                    <a:lnTo>
                      <a:pt x="3683" y="3181"/>
                    </a:lnTo>
                    <a:lnTo>
                      <a:pt x="3704" y="3244"/>
                    </a:lnTo>
                    <a:lnTo>
                      <a:pt x="3704" y="3202"/>
                    </a:lnTo>
                    <a:lnTo>
                      <a:pt x="3809" y="3181"/>
                    </a:lnTo>
                    <a:lnTo>
                      <a:pt x="3976" y="2846"/>
                    </a:lnTo>
                    <a:lnTo>
                      <a:pt x="3976" y="2721"/>
                    </a:lnTo>
                    <a:lnTo>
                      <a:pt x="3955" y="2658"/>
                    </a:lnTo>
                    <a:lnTo>
                      <a:pt x="3850" y="2553"/>
                    </a:lnTo>
                    <a:lnTo>
                      <a:pt x="3850" y="2469"/>
                    </a:lnTo>
                    <a:lnTo>
                      <a:pt x="3913" y="2428"/>
                    </a:lnTo>
                    <a:lnTo>
                      <a:pt x="3997" y="2449"/>
                    </a:lnTo>
                    <a:lnTo>
                      <a:pt x="4018" y="2365"/>
                    </a:lnTo>
                    <a:lnTo>
                      <a:pt x="3955" y="2239"/>
                    </a:lnTo>
                    <a:lnTo>
                      <a:pt x="3871" y="2218"/>
                    </a:lnTo>
                    <a:lnTo>
                      <a:pt x="3871" y="2009"/>
                    </a:lnTo>
                    <a:lnTo>
                      <a:pt x="3892" y="1925"/>
                    </a:lnTo>
                    <a:lnTo>
                      <a:pt x="3871" y="1674"/>
                    </a:lnTo>
                    <a:lnTo>
                      <a:pt x="3809" y="1612"/>
                    </a:lnTo>
                    <a:lnTo>
                      <a:pt x="3809" y="1507"/>
                    </a:lnTo>
                    <a:lnTo>
                      <a:pt x="4060" y="1423"/>
                    </a:lnTo>
                    <a:lnTo>
                      <a:pt x="4081" y="1402"/>
                    </a:lnTo>
                    <a:lnTo>
                      <a:pt x="4081" y="1319"/>
                    </a:lnTo>
                    <a:lnTo>
                      <a:pt x="4018" y="1277"/>
                    </a:lnTo>
                    <a:lnTo>
                      <a:pt x="3871" y="1256"/>
                    </a:lnTo>
                    <a:lnTo>
                      <a:pt x="3871" y="1193"/>
                    </a:lnTo>
                    <a:lnTo>
                      <a:pt x="3850" y="1109"/>
                    </a:lnTo>
                    <a:lnTo>
                      <a:pt x="3850" y="1005"/>
                    </a:lnTo>
                    <a:lnTo>
                      <a:pt x="3767" y="1005"/>
                    </a:lnTo>
                    <a:lnTo>
                      <a:pt x="3704" y="1088"/>
                    </a:lnTo>
                    <a:lnTo>
                      <a:pt x="3599" y="1109"/>
                    </a:lnTo>
                    <a:lnTo>
                      <a:pt x="3599" y="1109"/>
                    </a:lnTo>
                    <a:lnTo>
                      <a:pt x="3662" y="963"/>
                    </a:lnTo>
                    <a:lnTo>
                      <a:pt x="3767" y="796"/>
                    </a:lnTo>
                    <a:lnTo>
                      <a:pt x="3767" y="754"/>
                    </a:lnTo>
                    <a:lnTo>
                      <a:pt x="3641" y="733"/>
                    </a:lnTo>
                    <a:lnTo>
                      <a:pt x="3578" y="670"/>
                    </a:lnTo>
                    <a:lnTo>
                      <a:pt x="3599" y="524"/>
                    </a:lnTo>
                    <a:lnTo>
                      <a:pt x="3558" y="377"/>
                    </a:lnTo>
                    <a:lnTo>
                      <a:pt x="3432" y="272"/>
                    </a:lnTo>
                    <a:lnTo>
                      <a:pt x="3390" y="231"/>
                    </a:lnTo>
                    <a:lnTo>
                      <a:pt x="3286" y="252"/>
                    </a:lnTo>
                    <a:lnTo>
                      <a:pt x="3265" y="314"/>
                    </a:lnTo>
                    <a:lnTo>
                      <a:pt x="3118" y="231"/>
                    </a:lnTo>
                    <a:lnTo>
                      <a:pt x="2972" y="231"/>
                    </a:lnTo>
                    <a:lnTo>
                      <a:pt x="2867" y="377"/>
                    </a:lnTo>
                    <a:lnTo>
                      <a:pt x="2804" y="419"/>
                    </a:lnTo>
                    <a:lnTo>
                      <a:pt x="2700" y="482"/>
                    </a:lnTo>
                    <a:lnTo>
                      <a:pt x="2532" y="482"/>
                    </a:lnTo>
                    <a:lnTo>
                      <a:pt x="2407" y="377"/>
                    </a:lnTo>
                    <a:lnTo>
                      <a:pt x="2323" y="356"/>
                    </a:lnTo>
                    <a:lnTo>
                      <a:pt x="2218" y="419"/>
                    </a:lnTo>
                    <a:lnTo>
                      <a:pt x="2135" y="377"/>
                    </a:lnTo>
                    <a:lnTo>
                      <a:pt x="2135" y="272"/>
                    </a:lnTo>
                    <a:lnTo>
                      <a:pt x="2009" y="272"/>
                    </a:lnTo>
                    <a:lnTo>
                      <a:pt x="1967" y="231"/>
                    </a:lnTo>
                    <a:lnTo>
                      <a:pt x="1863" y="210"/>
                    </a:lnTo>
                    <a:lnTo>
                      <a:pt x="1758" y="272"/>
                    </a:lnTo>
                    <a:lnTo>
                      <a:pt x="1570" y="210"/>
                    </a:lnTo>
                    <a:lnTo>
                      <a:pt x="1381" y="210"/>
                    </a:lnTo>
                    <a:lnTo>
                      <a:pt x="1277" y="126"/>
                    </a:lnTo>
                    <a:lnTo>
                      <a:pt x="1047" y="21"/>
                    </a:lnTo>
                    <a:lnTo>
                      <a:pt x="71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03" name="Google Shape;9364;p128">
              <a:extLst>
                <a:ext uri="{FF2B5EF4-FFF2-40B4-BE49-F238E27FC236}">
                  <a16:creationId xmlns:a16="http://schemas.microsoft.com/office/drawing/2014/main" id="{F74A252C-A9A0-1AF6-3FF0-3C2D38F638BD}"/>
                </a:ext>
              </a:extLst>
            </p:cNvPr>
            <p:cNvSpPr/>
            <p:nvPr/>
          </p:nvSpPr>
          <p:spPr>
            <a:xfrm>
              <a:off x="3657897" y="3077759"/>
              <a:ext cx="19195" cy="21903"/>
            </a:xfrm>
            <a:custGeom>
              <a:avLst/>
              <a:gdLst/>
              <a:ahLst/>
              <a:cxnLst/>
              <a:rect l="l" t="t" r="r" b="b"/>
              <a:pathLst>
                <a:path w="1612" h="1926" extrusionOk="0">
                  <a:moveTo>
                    <a:pt x="733" y="1"/>
                  </a:moveTo>
                  <a:lnTo>
                    <a:pt x="607" y="63"/>
                  </a:lnTo>
                  <a:lnTo>
                    <a:pt x="502" y="147"/>
                  </a:lnTo>
                  <a:lnTo>
                    <a:pt x="356" y="315"/>
                  </a:lnTo>
                  <a:lnTo>
                    <a:pt x="356" y="377"/>
                  </a:lnTo>
                  <a:lnTo>
                    <a:pt x="168" y="461"/>
                  </a:lnTo>
                  <a:lnTo>
                    <a:pt x="84" y="482"/>
                  </a:lnTo>
                  <a:lnTo>
                    <a:pt x="42" y="587"/>
                  </a:lnTo>
                  <a:lnTo>
                    <a:pt x="0" y="670"/>
                  </a:lnTo>
                  <a:lnTo>
                    <a:pt x="105" y="733"/>
                  </a:lnTo>
                  <a:lnTo>
                    <a:pt x="42" y="880"/>
                  </a:lnTo>
                  <a:lnTo>
                    <a:pt x="63" y="963"/>
                  </a:lnTo>
                  <a:lnTo>
                    <a:pt x="168" y="984"/>
                  </a:lnTo>
                  <a:lnTo>
                    <a:pt x="251" y="1172"/>
                  </a:lnTo>
                  <a:lnTo>
                    <a:pt x="251" y="1298"/>
                  </a:lnTo>
                  <a:lnTo>
                    <a:pt x="377" y="1424"/>
                  </a:lnTo>
                  <a:lnTo>
                    <a:pt x="482" y="1382"/>
                  </a:lnTo>
                  <a:lnTo>
                    <a:pt x="482" y="1403"/>
                  </a:lnTo>
                  <a:lnTo>
                    <a:pt x="419" y="1507"/>
                  </a:lnTo>
                  <a:lnTo>
                    <a:pt x="502" y="1591"/>
                  </a:lnTo>
                  <a:lnTo>
                    <a:pt x="586" y="1675"/>
                  </a:lnTo>
                  <a:lnTo>
                    <a:pt x="565" y="1737"/>
                  </a:lnTo>
                  <a:lnTo>
                    <a:pt x="691" y="1779"/>
                  </a:lnTo>
                  <a:lnTo>
                    <a:pt x="1005" y="1926"/>
                  </a:lnTo>
                  <a:lnTo>
                    <a:pt x="1046" y="1926"/>
                  </a:lnTo>
                  <a:lnTo>
                    <a:pt x="1088" y="1842"/>
                  </a:lnTo>
                  <a:lnTo>
                    <a:pt x="1151" y="1696"/>
                  </a:lnTo>
                  <a:lnTo>
                    <a:pt x="1298" y="1633"/>
                  </a:lnTo>
                  <a:lnTo>
                    <a:pt x="1402" y="1507"/>
                  </a:lnTo>
                  <a:lnTo>
                    <a:pt x="1402" y="1403"/>
                  </a:lnTo>
                  <a:lnTo>
                    <a:pt x="1444" y="1256"/>
                  </a:lnTo>
                  <a:lnTo>
                    <a:pt x="1528" y="1214"/>
                  </a:lnTo>
                  <a:lnTo>
                    <a:pt x="1528" y="1152"/>
                  </a:lnTo>
                  <a:lnTo>
                    <a:pt x="1549" y="1005"/>
                  </a:lnTo>
                  <a:lnTo>
                    <a:pt x="1570" y="1005"/>
                  </a:lnTo>
                  <a:lnTo>
                    <a:pt x="1570" y="963"/>
                  </a:lnTo>
                  <a:lnTo>
                    <a:pt x="1528" y="942"/>
                  </a:lnTo>
                  <a:lnTo>
                    <a:pt x="1528" y="838"/>
                  </a:lnTo>
                  <a:lnTo>
                    <a:pt x="1611" y="796"/>
                  </a:lnTo>
                  <a:lnTo>
                    <a:pt x="1611" y="691"/>
                  </a:lnTo>
                  <a:lnTo>
                    <a:pt x="1507" y="587"/>
                  </a:lnTo>
                  <a:lnTo>
                    <a:pt x="1528" y="524"/>
                  </a:lnTo>
                  <a:lnTo>
                    <a:pt x="1360" y="252"/>
                  </a:lnTo>
                  <a:lnTo>
                    <a:pt x="1318" y="147"/>
                  </a:lnTo>
                  <a:lnTo>
                    <a:pt x="123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9365;p128">
              <a:extLst>
                <a:ext uri="{FF2B5EF4-FFF2-40B4-BE49-F238E27FC236}">
                  <a16:creationId xmlns:a16="http://schemas.microsoft.com/office/drawing/2014/main" id="{A0EDDC20-F216-20B4-4854-CE5ACE18C19F}"/>
                </a:ext>
              </a:extLst>
            </p:cNvPr>
            <p:cNvSpPr/>
            <p:nvPr/>
          </p:nvSpPr>
          <p:spPr>
            <a:xfrm>
              <a:off x="3670352" y="3087756"/>
              <a:ext cx="27911" cy="28568"/>
            </a:xfrm>
            <a:custGeom>
              <a:avLst/>
              <a:gdLst/>
              <a:ahLst/>
              <a:cxnLst/>
              <a:rect l="l" t="t" r="r" b="b"/>
              <a:pathLst>
                <a:path w="2344" h="2512" extrusionOk="0">
                  <a:moveTo>
                    <a:pt x="942" y="1"/>
                  </a:moveTo>
                  <a:lnTo>
                    <a:pt x="712" y="84"/>
                  </a:lnTo>
                  <a:lnTo>
                    <a:pt x="670" y="84"/>
                  </a:lnTo>
                  <a:lnTo>
                    <a:pt x="524" y="126"/>
                  </a:lnTo>
                  <a:lnTo>
                    <a:pt x="503" y="126"/>
                  </a:lnTo>
                  <a:lnTo>
                    <a:pt x="482" y="273"/>
                  </a:lnTo>
                  <a:lnTo>
                    <a:pt x="482" y="335"/>
                  </a:lnTo>
                  <a:lnTo>
                    <a:pt x="398" y="377"/>
                  </a:lnTo>
                  <a:lnTo>
                    <a:pt x="356" y="524"/>
                  </a:lnTo>
                  <a:lnTo>
                    <a:pt x="356" y="628"/>
                  </a:lnTo>
                  <a:lnTo>
                    <a:pt x="252" y="754"/>
                  </a:lnTo>
                  <a:lnTo>
                    <a:pt x="105" y="817"/>
                  </a:lnTo>
                  <a:lnTo>
                    <a:pt x="42" y="963"/>
                  </a:lnTo>
                  <a:lnTo>
                    <a:pt x="0" y="1047"/>
                  </a:lnTo>
                  <a:lnTo>
                    <a:pt x="168" y="1047"/>
                  </a:lnTo>
                  <a:lnTo>
                    <a:pt x="252" y="1109"/>
                  </a:lnTo>
                  <a:lnTo>
                    <a:pt x="210" y="1172"/>
                  </a:lnTo>
                  <a:lnTo>
                    <a:pt x="293" y="1235"/>
                  </a:lnTo>
                  <a:lnTo>
                    <a:pt x="461" y="1444"/>
                  </a:lnTo>
                  <a:lnTo>
                    <a:pt x="524" y="1444"/>
                  </a:lnTo>
                  <a:lnTo>
                    <a:pt x="775" y="1591"/>
                  </a:lnTo>
                  <a:lnTo>
                    <a:pt x="796" y="1591"/>
                  </a:lnTo>
                  <a:lnTo>
                    <a:pt x="1130" y="1967"/>
                  </a:lnTo>
                  <a:lnTo>
                    <a:pt x="1256" y="1988"/>
                  </a:lnTo>
                  <a:lnTo>
                    <a:pt x="1716" y="2302"/>
                  </a:lnTo>
                  <a:lnTo>
                    <a:pt x="2260" y="2511"/>
                  </a:lnTo>
                  <a:lnTo>
                    <a:pt x="2260" y="2386"/>
                  </a:lnTo>
                  <a:lnTo>
                    <a:pt x="2197" y="2281"/>
                  </a:lnTo>
                  <a:lnTo>
                    <a:pt x="2260" y="2156"/>
                  </a:lnTo>
                  <a:lnTo>
                    <a:pt x="2239" y="2072"/>
                  </a:lnTo>
                  <a:lnTo>
                    <a:pt x="2260" y="1967"/>
                  </a:lnTo>
                  <a:lnTo>
                    <a:pt x="2302" y="1884"/>
                  </a:lnTo>
                  <a:lnTo>
                    <a:pt x="2260" y="1800"/>
                  </a:lnTo>
                  <a:lnTo>
                    <a:pt x="2344" y="1758"/>
                  </a:lnTo>
                  <a:lnTo>
                    <a:pt x="2302" y="1653"/>
                  </a:lnTo>
                  <a:lnTo>
                    <a:pt x="2239" y="1633"/>
                  </a:lnTo>
                  <a:lnTo>
                    <a:pt x="2156" y="1570"/>
                  </a:lnTo>
                  <a:lnTo>
                    <a:pt x="2093" y="1465"/>
                  </a:lnTo>
                  <a:lnTo>
                    <a:pt x="2030" y="1444"/>
                  </a:lnTo>
                  <a:lnTo>
                    <a:pt x="1967" y="1444"/>
                  </a:lnTo>
                  <a:lnTo>
                    <a:pt x="1884" y="1361"/>
                  </a:lnTo>
                  <a:lnTo>
                    <a:pt x="1779" y="1361"/>
                  </a:lnTo>
                  <a:lnTo>
                    <a:pt x="1758" y="1381"/>
                  </a:lnTo>
                  <a:lnTo>
                    <a:pt x="1653" y="1361"/>
                  </a:lnTo>
                  <a:lnTo>
                    <a:pt x="1633" y="1256"/>
                  </a:lnTo>
                  <a:lnTo>
                    <a:pt x="1716" y="1151"/>
                  </a:lnTo>
                  <a:lnTo>
                    <a:pt x="1821" y="942"/>
                  </a:lnTo>
                  <a:lnTo>
                    <a:pt x="1758" y="837"/>
                  </a:lnTo>
                  <a:lnTo>
                    <a:pt x="1779" y="796"/>
                  </a:lnTo>
                  <a:lnTo>
                    <a:pt x="1758" y="733"/>
                  </a:lnTo>
                  <a:lnTo>
                    <a:pt x="1653" y="628"/>
                  </a:lnTo>
                  <a:lnTo>
                    <a:pt x="1612" y="628"/>
                  </a:lnTo>
                  <a:lnTo>
                    <a:pt x="1444" y="754"/>
                  </a:lnTo>
                  <a:lnTo>
                    <a:pt x="1361" y="754"/>
                  </a:lnTo>
                  <a:lnTo>
                    <a:pt x="1214" y="607"/>
                  </a:lnTo>
                  <a:lnTo>
                    <a:pt x="1235" y="482"/>
                  </a:lnTo>
                  <a:lnTo>
                    <a:pt x="1256" y="273"/>
                  </a:lnTo>
                  <a:lnTo>
                    <a:pt x="1130" y="189"/>
                  </a:lnTo>
                  <a:lnTo>
                    <a:pt x="1089" y="63"/>
                  </a:lnTo>
                  <a:lnTo>
                    <a:pt x="9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9366;p128">
              <a:extLst>
                <a:ext uri="{FF2B5EF4-FFF2-40B4-BE49-F238E27FC236}">
                  <a16:creationId xmlns:a16="http://schemas.microsoft.com/office/drawing/2014/main" id="{D252647E-903A-F39B-309B-26F90483BA35}"/>
                </a:ext>
              </a:extLst>
            </p:cNvPr>
            <p:cNvSpPr/>
            <p:nvPr/>
          </p:nvSpPr>
          <p:spPr>
            <a:xfrm>
              <a:off x="3689785" y="3073722"/>
              <a:ext cx="42617" cy="42840"/>
            </a:xfrm>
            <a:custGeom>
              <a:avLst/>
              <a:gdLst/>
              <a:ahLst/>
              <a:cxnLst/>
              <a:rect l="l" t="t" r="r" b="b"/>
              <a:pathLst>
                <a:path w="3579" h="3767" extrusionOk="0">
                  <a:moveTo>
                    <a:pt x="1905" y="0"/>
                  </a:moveTo>
                  <a:lnTo>
                    <a:pt x="1821" y="63"/>
                  </a:lnTo>
                  <a:lnTo>
                    <a:pt x="1716" y="209"/>
                  </a:lnTo>
                  <a:lnTo>
                    <a:pt x="1549" y="167"/>
                  </a:lnTo>
                  <a:lnTo>
                    <a:pt x="1507" y="105"/>
                  </a:lnTo>
                  <a:lnTo>
                    <a:pt x="1549" y="63"/>
                  </a:lnTo>
                  <a:lnTo>
                    <a:pt x="1381" y="42"/>
                  </a:lnTo>
                  <a:lnTo>
                    <a:pt x="1193" y="84"/>
                  </a:lnTo>
                  <a:lnTo>
                    <a:pt x="1193" y="146"/>
                  </a:lnTo>
                  <a:lnTo>
                    <a:pt x="1151" y="167"/>
                  </a:lnTo>
                  <a:lnTo>
                    <a:pt x="921" y="167"/>
                  </a:lnTo>
                  <a:lnTo>
                    <a:pt x="775" y="84"/>
                  </a:lnTo>
                  <a:lnTo>
                    <a:pt x="712" y="84"/>
                  </a:lnTo>
                  <a:lnTo>
                    <a:pt x="503" y="209"/>
                  </a:lnTo>
                  <a:lnTo>
                    <a:pt x="252" y="293"/>
                  </a:lnTo>
                  <a:lnTo>
                    <a:pt x="252" y="398"/>
                  </a:lnTo>
                  <a:lnTo>
                    <a:pt x="314" y="460"/>
                  </a:lnTo>
                  <a:lnTo>
                    <a:pt x="335" y="711"/>
                  </a:lnTo>
                  <a:lnTo>
                    <a:pt x="314" y="795"/>
                  </a:lnTo>
                  <a:lnTo>
                    <a:pt x="314" y="1004"/>
                  </a:lnTo>
                  <a:lnTo>
                    <a:pt x="398" y="1025"/>
                  </a:lnTo>
                  <a:lnTo>
                    <a:pt x="461" y="1151"/>
                  </a:lnTo>
                  <a:lnTo>
                    <a:pt x="440" y="1235"/>
                  </a:lnTo>
                  <a:lnTo>
                    <a:pt x="356" y="1214"/>
                  </a:lnTo>
                  <a:lnTo>
                    <a:pt x="293" y="1255"/>
                  </a:lnTo>
                  <a:lnTo>
                    <a:pt x="293" y="1339"/>
                  </a:lnTo>
                  <a:lnTo>
                    <a:pt x="398" y="1444"/>
                  </a:lnTo>
                  <a:lnTo>
                    <a:pt x="419" y="1507"/>
                  </a:lnTo>
                  <a:lnTo>
                    <a:pt x="419" y="1632"/>
                  </a:lnTo>
                  <a:lnTo>
                    <a:pt x="252" y="1967"/>
                  </a:lnTo>
                  <a:lnTo>
                    <a:pt x="147" y="1988"/>
                  </a:lnTo>
                  <a:lnTo>
                    <a:pt x="147" y="2030"/>
                  </a:lnTo>
                  <a:lnTo>
                    <a:pt x="126" y="2071"/>
                  </a:lnTo>
                  <a:lnTo>
                    <a:pt x="189" y="2176"/>
                  </a:lnTo>
                  <a:lnTo>
                    <a:pt x="84" y="2385"/>
                  </a:lnTo>
                  <a:lnTo>
                    <a:pt x="1" y="2490"/>
                  </a:lnTo>
                  <a:lnTo>
                    <a:pt x="21" y="2595"/>
                  </a:lnTo>
                  <a:lnTo>
                    <a:pt x="126" y="2615"/>
                  </a:lnTo>
                  <a:lnTo>
                    <a:pt x="147" y="2595"/>
                  </a:lnTo>
                  <a:lnTo>
                    <a:pt x="252" y="2595"/>
                  </a:lnTo>
                  <a:lnTo>
                    <a:pt x="335" y="2678"/>
                  </a:lnTo>
                  <a:lnTo>
                    <a:pt x="398" y="2678"/>
                  </a:lnTo>
                  <a:lnTo>
                    <a:pt x="461" y="2699"/>
                  </a:lnTo>
                  <a:lnTo>
                    <a:pt x="524" y="2804"/>
                  </a:lnTo>
                  <a:lnTo>
                    <a:pt x="607" y="2867"/>
                  </a:lnTo>
                  <a:lnTo>
                    <a:pt x="670" y="2887"/>
                  </a:lnTo>
                  <a:lnTo>
                    <a:pt x="712" y="2992"/>
                  </a:lnTo>
                  <a:lnTo>
                    <a:pt x="628" y="3034"/>
                  </a:lnTo>
                  <a:lnTo>
                    <a:pt x="670" y="3118"/>
                  </a:lnTo>
                  <a:lnTo>
                    <a:pt x="628" y="3201"/>
                  </a:lnTo>
                  <a:lnTo>
                    <a:pt x="607" y="3306"/>
                  </a:lnTo>
                  <a:lnTo>
                    <a:pt x="628" y="3390"/>
                  </a:lnTo>
                  <a:lnTo>
                    <a:pt x="565" y="3515"/>
                  </a:lnTo>
                  <a:lnTo>
                    <a:pt x="628" y="3620"/>
                  </a:lnTo>
                  <a:lnTo>
                    <a:pt x="628" y="3745"/>
                  </a:lnTo>
                  <a:lnTo>
                    <a:pt x="712" y="3766"/>
                  </a:lnTo>
                  <a:lnTo>
                    <a:pt x="879" y="3599"/>
                  </a:lnTo>
                  <a:lnTo>
                    <a:pt x="1026" y="3599"/>
                  </a:lnTo>
                  <a:lnTo>
                    <a:pt x="1068" y="3536"/>
                  </a:lnTo>
                  <a:lnTo>
                    <a:pt x="1465" y="3390"/>
                  </a:lnTo>
                  <a:lnTo>
                    <a:pt x="1465" y="3327"/>
                  </a:lnTo>
                  <a:lnTo>
                    <a:pt x="1674" y="3306"/>
                  </a:lnTo>
                  <a:lnTo>
                    <a:pt x="2449" y="3306"/>
                  </a:lnTo>
                  <a:lnTo>
                    <a:pt x="2742" y="3201"/>
                  </a:lnTo>
                  <a:lnTo>
                    <a:pt x="3014" y="3327"/>
                  </a:lnTo>
                  <a:lnTo>
                    <a:pt x="3034" y="3201"/>
                  </a:lnTo>
                  <a:lnTo>
                    <a:pt x="3139" y="3180"/>
                  </a:lnTo>
                  <a:lnTo>
                    <a:pt x="3223" y="3306"/>
                  </a:lnTo>
                  <a:lnTo>
                    <a:pt x="3244" y="3285"/>
                  </a:lnTo>
                  <a:lnTo>
                    <a:pt x="3348" y="3285"/>
                  </a:lnTo>
                  <a:lnTo>
                    <a:pt x="3453" y="3243"/>
                  </a:lnTo>
                  <a:lnTo>
                    <a:pt x="3453" y="3097"/>
                  </a:lnTo>
                  <a:lnTo>
                    <a:pt x="3390" y="2992"/>
                  </a:lnTo>
                  <a:lnTo>
                    <a:pt x="3265" y="2971"/>
                  </a:lnTo>
                  <a:lnTo>
                    <a:pt x="3244" y="2804"/>
                  </a:lnTo>
                  <a:lnTo>
                    <a:pt x="3160" y="2595"/>
                  </a:lnTo>
                  <a:lnTo>
                    <a:pt x="3076" y="2511"/>
                  </a:lnTo>
                  <a:lnTo>
                    <a:pt x="3118" y="2469"/>
                  </a:lnTo>
                  <a:lnTo>
                    <a:pt x="3139" y="2448"/>
                  </a:lnTo>
                  <a:lnTo>
                    <a:pt x="3139" y="2176"/>
                  </a:lnTo>
                  <a:lnTo>
                    <a:pt x="3181" y="2092"/>
                  </a:lnTo>
                  <a:lnTo>
                    <a:pt x="3223" y="1967"/>
                  </a:lnTo>
                  <a:lnTo>
                    <a:pt x="3244" y="1883"/>
                  </a:lnTo>
                  <a:lnTo>
                    <a:pt x="3244" y="1758"/>
                  </a:lnTo>
                  <a:lnTo>
                    <a:pt x="3432" y="1507"/>
                  </a:lnTo>
                  <a:lnTo>
                    <a:pt x="3537" y="1423"/>
                  </a:lnTo>
                  <a:lnTo>
                    <a:pt x="3537" y="1318"/>
                  </a:lnTo>
                  <a:lnTo>
                    <a:pt x="3578" y="1193"/>
                  </a:lnTo>
                  <a:lnTo>
                    <a:pt x="3537" y="1025"/>
                  </a:lnTo>
                  <a:lnTo>
                    <a:pt x="3453" y="942"/>
                  </a:lnTo>
                  <a:lnTo>
                    <a:pt x="3453" y="879"/>
                  </a:lnTo>
                  <a:lnTo>
                    <a:pt x="3390" y="732"/>
                  </a:lnTo>
                  <a:lnTo>
                    <a:pt x="3453" y="565"/>
                  </a:lnTo>
                  <a:lnTo>
                    <a:pt x="3453" y="502"/>
                  </a:lnTo>
                  <a:lnTo>
                    <a:pt x="3327" y="502"/>
                  </a:lnTo>
                  <a:lnTo>
                    <a:pt x="3244" y="418"/>
                  </a:lnTo>
                  <a:lnTo>
                    <a:pt x="3160" y="418"/>
                  </a:lnTo>
                  <a:lnTo>
                    <a:pt x="3055" y="502"/>
                  </a:lnTo>
                  <a:lnTo>
                    <a:pt x="2930" y="523"/>
                  </a:lnTo>
                  <a:lnTo>
                    <a:pt x="2742" y="460"/>
                  </a:lnTo>
                  <a:lnTo>
                    <a:pt x="2658" y="356"/>
                  </a:lnTo>
                  <a:lnTo>
                    <a:pt x="2553" y="293"/>
                  </a:lnTo>
                  <a:lnTo>
                    <a:pt x="2449" y="293"/>
                  </a:lnTo>
                  <a:lnTo>
                    <a:pt x="2407" y="251"/>
                  </a:lnTo>
                  <a:lnTo>
                    <a:pt x="2302" y="251"/>
                  </a:lnTo>
                  <a:lnTo>
                    <a:pt x="2093" y="146"/>
                  </a:lnTo>
                  <a:lnTo>
                    <a:pt x="19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9367;p128">
              <a:extLst>
                <a:ext uri="{FF2B5EF4-FFF2-40B4-BE49-F238E27FC236}">
                  <a16:creationId xmlns:a16="http://schemas.microsoft.com/office/drawing/2014/main" id="{8C86771C-F82A-B83C-F7C7-1BF351120E91}"/>
                </a:ext>
              </a:extLst>
            </p:cNvPr>
            <p:cNvSpPr/>
            <p:nvPr/>
          </p:nvSpPr>
          <p:spPr>
            <a:xfrm>
              <a:off x="3726412" y="3070151"/>
              <a:ext cx="29161" cy="43557"/>
            </a:xfrm>
            <a:custGeom>
              <a:avLst/>
              <a:gdLst/>
              <a:ahLst/>
              <a:cxnLst/>
              <a:rect l="l" t="t" r="r" b="b"/>
              <a:pathLst>
                <a:path w="2449" h="3830" extrusionOk="0">
                  <a:moveTo>
                    <a:pt x="1674" y="0"/>
                  </a:moveTo>
                  <a:lnTo>
                    <a:pt x="1549" y="63"/>
                  </a:lnTo>
                  <a:lnTo>
                    <a:pt x="1402" y="63"/>
                  </a:lnTo>
                  <a:lnTo>
                    <a:pt x="1193" y="105"/>
                  </a:lnTo>
                  <a:lnTo>
                    <a:pt x="419" y="105"/>
                  </a:lnTo>
                  <a:lnTo>
                    <a:pt x="210" y="147"/>
                  </a:lnTo>
                  <a:lnTo>
                    <a:pt x="189" y="272"/>
                  </a:lnTo>
                  <a:lnTo>
                    <a:pt x="251" y="460"/>
                  </a:lnTo>
                  <a:lnTo>
                    <a:pt x="293" y="502"/>
                  </a:lnTo>
                  <a:lnTo>
                    <a:pt x="377" y="670"/>
                  </a:lnTo>
                  <a:lnTo>
                    <a:pt x="377" y="816"/>
                  </a:lnTo>
                  <a:lnTo>
                    <a:pt x="377" y="879"/>
                  </a:lnTo>
                  <a:lnTo>
                    <a:pt x="314" y="1046"/>
                  </a:lnTo>
                  <a:lnTo>
                    <a:pt x="377" y="1193"/>
                  </a:lnTo>
                  <a:lnTo>
                    <a:pt x="377" y="1256"/>
                  </a:lnTo>
                  <a:lnTo>
                    <a:pt x="461" y="1339"/>
                  </a:lnTo>
                  <a:lnTo>
                    <a:pt x="502" y="1507"/>
                  </a:lnTo>
                  <a:lnTo>
                    <a:pt x="461" y="1632"/>
                  </a:lnTo>
                  <a:lnTo>
                    <a:pt x="461" y="1737"/>
                  </a:lnTo>
                  <a:lnTo>
                    <a:pt x="356" y="1821"/>
                  </a:lnTo>
                  <a:lnTo>
                    <a:pt x="168" y="2072"/>
                  </a:lnTo>
                  <a:lnTo>
                    <a:pt x="168" y="2197"/>
                  </a:lnTo>
                  <a:lnTo>
                    <a:pt x="147" y="2281"/>
                  </a:lnTo>
                  <a:lnTo>
                    <a:pt x="105" y="2406"/>
                  </a:lnTo>
                  <a:lnTo>
                    <a:pt x="63" y="2490"/>
                  </a:lnTo>
                  <a:lnTo>
                    <a:pt x="63" y="2762"/>
                  </a:lnTo>
                  <a:lnTo>
                    <a:pt x="42" y="2783"/>
                  </a:lnTo>
                  <a:lnTo>
                    <a:pt x="0" y="2825"/>
                  </a:lnTo>
                  <a:lnTo>
                    <a:pt x="84" y="2909"/>
                  </a:lnTo>
                  <a:lnTo>
                    <a:pt x="168" y="3118"/>
                  </a:lnTo>
                  <a:lnTo>
                    <a:pt x="189" y="3285"/>
                  </a:lnTo>
                  <a:lnTo>
                    <a:pt x="314" y="3306"/>
                  </a:lnTo>
                  <a:lnTo>
                    <a:pt x="377" y="3411"/>
                  </a:lnTo>
                  <a:lnTo>
                    <a:pt x="377" y="3557"/>
                  </a:lnTo>
                  <a:lnTo>
                    <a:pt x="272" y="3599"/>
                  </a:lnTo>
                  <a:lnTo>
                    <a:pt x="168" y="3599"/>
                  </a:lnTo>
                  <a:lnTo>
                    <a:pt x="147" y="3620"/>
                  </a:lnTo>
                  <a:lnTo>
                    <a:pt x="168" y="3662"/>
                  </a:lnTo>
                  <a:lnTo>
                    <a:pt x="482" y="3725"/>
                  </a:lnTo>
                  <a:lnTo>
                    <a:pt x="712" y="3829"/>
                  </a:lnTo>
                  <a:lnTo>
                    <a:pt x="1214" y="3599"/>
                  </a:lnTo>
                  <a:lnTo>
                    <a:pt x="1549" y="3557"/>
                  </a:lnTo>
                  <a:lnTo>
                    <a:pt x="1863" y="3306"/>
                  </a:lnTo>
                  <a:lnTo>
                    <a:pt x="2135" y="3181"/>
                  </a:lnTo>
                  <a:lnTo>
                    <a:pt x="2448" y="3118"/>
                  </a:lnTo>
                  <a:lnTo>
                    <a:pt x="2386" y="3034"/>
                  </a:lnTo>
                  <a:lnTo>
                    <a:pt x="2302" y="2971"/>
                  </a:lnTo>
                  <a:lnTo>
                    <a:pt x="2260" y="2929"/>
                  </a:lnTo>
                  <a:lnTo>
                    <a:pt x="2197" y="2804"/>
                  </a:lnTo>
                  <a:lnTo>
                    <a:pt x="2176" y="2657"/>
                  </a:lnTo>
                  <a:lnTo>
                    <a:pt x="2197" y="2490"/>
                  </a:lnTo>
                  <a:lnTo>
                    <a:pt x="2197" y="2448"/>
                  </a:lnTo>
                  <a:lnTo>
                    <a:pt x="2260" y="2302"/>
                  </a:lnTo>
                  <a:lnTo>
                    <a:pt x="2260" y="1967"/>
                  </a:lnTo>
                  <a:lnTo>
                    <a:pt x="2197" y="1883"/>
                  </a:lnTo>
                  <a:lnTo>
                    <a:pt x="2239" y="1674"/>
                  </a:lnTo>
                  <a:lnTo>
                    <a:pt x="2176" y="1611"/>
                  </a:lnTo>
                  <a:lnTo>
                    <a:pt x="2239" y="1528"/>
                  </a:lnTo>
                  <a:lnTo>
                    <a:pt x="2197" y="1423"/>
                  </a:lnTo>
                  <a:lnTo>
                    <a:pt x="2155" y="1360"/>
                  </a:lnTo>
                  <a:lnTo>
                    <a:pt x="2176" y="1297"/>
                  </a:lnTo>
                  <a:lnTo>
                    <a:pt x="2197" y="1214"/>
                  </a:lnTo>
                  <a:lnTo>
                    <a:pt x="2197" y="1004"/>
                  </a:lnTo>
                  <a:lnTo>
                    <a:pt x="2155" y="1004"/>
                  </a:lnTo>
                  <a:lnTo>
                    <a:pt x="2093" y="942"/>
                  </a:lnTo>
                  <a:lnTo>
                    <a:pt x="2093" y="732"/>
                  </a:lnTo>
                  <a:lnTo>
                    <a:pt x="2135" y="586"/>
                  </a:lnTo>
                  <a:lnTo>
                    <a:pt x="1988" y="502"/>
                  </a:lnTo>
                  <a:lnTo>
                    <a:pt x="1946" y="419"/>
                  </a:lnTo>
                  <a:lnTo>
                    <a:pt x="1821" y="293"/>
                  </a:lnTo>
                  <a:lnTo>
                    <a:pt x="1821" y="209"/>
                  </a:lnTo>
                  <a:lnTo>
                    <a:pt x="1758" y="168"/>
                  </a:lnTo>
                  <a:lnTo>
                    <a:pt x="171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9368;p128">
              <a:extLst>
                <a:ext uri="{FF2B5EF4-FFF2-40B4-BE49-F238E27FC236}">
                  <a16:creationId xmlns:a16="http://schemas.microsoft.com/office/drawing/2014/main" id="{5400B599-96EB-EEB7-FC29-5AD41ADA6BF5}"/>
                </a:ext>
              </a:extLst>
            </p:cNvPr>
            <p:cNvSpPr/>
            <p:nvPr/>
          </p:nvSpPr>
          <p:spPr>
            <a:xfrm>
              <a:off x="3746846" y="3070151"/>
              <a:ext cx="13956" cy="35459"/>
            </a:xfrm>
            <a:custGeom>
              <a:avLst/>
              <a:gdLst/>
              <a:ahLst/>
              <a:cxnLst/>
              <a:rect l="l" t="t" r="r" b="b"/>
              <a:pathLst>
                <a:path w="1172" h="3118" extrusionOk="0">
                  <a:moveTo>
                    <a:pt x="0" y="0"/>
                  </a:moveTo>
                  <a:lnTo>
                    <a:pt x="42" y="168"/>
                  </a:lnTo>
                  <a:lnTo>
                    <a:pt x="105" y="209"/>
                  </a:lnTo>
                  <a:lnTo>
                    <a:pt x="105" y="293"/>
                  </a:lnTo>
                  <a:lnTo>
                    <a:pt x="230" y="419"/>
                  </a:lnTo>
                  <a:lnTo>
                    <a:pt x="272" y="502"/>
                  </a:lnTo>
                  <a:lnTo>
                    <a:pt x="419" y="586"/>
                  </a:lnTo>
                  <a:lnTo>
                    <a:pt x="377" y="732"/>
                  </a:lnTo>
                  <a:lnTo>
                    <a:pt x="377" y="942"/>
                  </a:lnTo>
                  <a:lnTo>
                    <a:pt x="439" y="1004"/>
                  </a:lnTo>
                  <a:lnTo>
                    <a:pt x="481" y="1004"/>
                  </a:lnTo>
                  <a:lnTo>
                    <a:pt x="481" y="1214"/>
                  </a:lnTo>
                  <a:lnTo>
                    <a:pt x="460" y="1297"/>
                  </a:lnTo>
                  <a:lnTo>
                    <a:pt x="439" y="1360"/>
                  </a:lnTo>
                  <a:lnTo>
                    <a:pt x="481" y="1423"/>
                  </a:lnTo>
                  <a:lnTo>
                    <a:pt x="523" y="1528"/>
                  </a:lnTo>
                  <a:lnTo>
                    <a:pt x="460" y="1611"/>
                  </a:lnTo>
                  <a:lnTo>
                    <a:pt x="523" y="1674"/>
                  </a:lnTo>
                  <a:lnTo>
                    <a:pt x="481" y="1883"/>
                  </a:lnTo>
                  <a:lnTo>
                    <a:pt x="544" y="1967"/>
                  </a:lnTo>
                  <a:lnTo>
                    <a:pt x="544" y="2302"/>
                  </a:lnTo>
                  <a:lnTo>
                    <a:pt x="481" y="2448"/>
                  </a:lnTo>
                  <a:lnTo>
                    <a:pt x="481" y="2490"/>
                  </a:lnTo>
                  <a:lnTo>
                    <a:pt x="460" y="2657"/>
                  </a:lnTo>
                  <a:lnTo>
                    <a:pt x="481" y="2804"/>
                  </a:lnTo>
                  <a:lnTo>
                    <a:pt x="544" y="2929"/>
                  </a:lnTo>
                  <a:lnTo>
                    <a:pt x="586" y="2971"/>
                  </a:lnTo>
                  <a:lnTo>
                    <a:pt x="670" y="3034"/>
                  </a:lnTo>
                  <a:lnTo>
                    <a:pt x="732" y="3118"/>
                  </a:lnTo>
                  <a:lnTo>
                    <a:pt x="774" y="3118"/>
                  </a:lnTo>
                  <a:lnTo>
                    <a:pt x="1088" y="2929"/>
                  </a:lnTo>
                  <a:lnTo>
                    <a:pt x="1151" y="2929"/>
                  </a:lnTo>
                  <a:lnTo>
                    <a:pt x="1172" y="2825"/>
                  </a:lnTo>
                  <a:lnTo>
                    <a:pt x="1088" y="2699"/>
                  </a:lnTo>
                  <a:lnTo>
                    <a:pt x="1088" y="2553"/>
                  </a:lnTo>
                  <a:lnTo>
                    <a:pt x="1046" y="2385"/>
                  </a:lnTo>
                  <a:lnTo>
                    <a:pt x="1067" y="1716"/>
                  </a:lnTo>
                  <a:lnTo>
                    <a:pt x="1067" y="1611"/>
                  </a:lnTo>
                  <a:lnTo>
                    <a:pt x="1109" y="1528"/>
                  </a:lnTo>
                  <a:lnTo>
                    <a:pt x="1109" y="1402"/>
                  </a:lnTo>
                  <a:lnTo>
                    <a:pt x="1088" y="1297"/>
                  </a:lnTo>
                  <a:lnTo>
                    <a:pt x="1088" y="1130"/>
                  </a:lnTo>
                  <a:lnTo>
                    <a:pt x="1046" y="900"/>
                  </a:lnTo>
                  <a:lnTo>
                    <a:pt x="900" y="586"/>
                  </a:lnTo>
                  <a:lnTo>
                    <a:pt x="858" y="565"/>
                  </a:lnTo>
                  <a:lnTo>
                    <a:pt x="774" y="481"/>
                  </a:lnTo>
                  <a:lnTo>
                    <a:pt x="649" y="398"/>
                  </a:lnTo>
                  <a:lnTo>
                    <a:pt x="628" y="209"/>
                  </a:lnTo>
                  <a:lnTo>
                    <a:pt x="649" y="168"/>
                  </a:lnTo>
                  <a:lnTo>
                    <a:pt x="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9369;p128">
              <a:extLst>
                <a:ext uri="{FF2B5EF4-FFF2-40B4-BE49-F238E27FC236}">
                  <a16:creationId xmlns:a16="http://schemas.microsoft.com/office/drawing/2014/main" id="{0B9A6F12-F8A2-4DE0-F765-3A12578C6D9A}"/>
                </a:ext>
              </a:extLst>
            </p:cNvPr>
            <p:cNvSpPr/>
            <p:nvPr/>
          </p:nvSpPr>
          <p:spPr>
            <a:xfrm>
              <a:off x="3754312" y="3061110"/>
              <a:ext cx="21445" cy="42840"/>
            </a:xfrm>
            <a:custGeom>
              <a:avLst/>
              <a:gdLst/>
              <a:ahLst/>
              <a:cxnLst/>
              <a:rect l="l" t="t" r="r" b="b"/>
              <a:pathLst>
                <a:path w="1801" h="3767" extrusionOk="0">
                  <a:moveTo>
                    <a:pt x="1047" y="0"/>
                  </a:moveTo>
                  <a:lnTo>
                    <a:pt x="984" y="105"/>
                  </a:lnTo>
                  <a:lnTo>
                    <a:pt x="1005" y="147"/>
                  </a:lnTo>
                  <a:lnTo>
                    <a:pt x="900" y="209"/>
                  </a:lnTo>
                  <a:lnTo>
                    <a:pt x="838" y="209"/>
                  </a:lnTo>
                  <a:lnTo>
                    <a:pt x="838" y="272"/>
                  </a:lnTo>
                  <a:lnTo>
                    <a:pt x="691" y="439"/>
                  </a:lnTo>
                  <a:lnTo>
                    <a:pt x="628" y="439"/>
                  </a:lnTo>
                  <a:lnTo>
                    <a:pt x="440" y="544"/>
                  </a:lnTo>
                  <a:lnTo>
                    <a:pt x="356" y="523"/>
                  </a:lnTo>
                  <a:lnTo>
                    <a:pt x="252" y="565"/>
                  </a:lnTo>
                  <a:lnTo>
                    <a:pt x="252" y="670"/>
                  </a:lnTo>
                  <a:lnTo>
                    <a:pt x="168" y="753"/>
                  </a:lnTo>
                  <a:lnTo>
                    <a:pt x="168" y="858"/>
                  </a:lnTo>
                  <a:lnTo>
                    <a:pt x="43" y="900"/>
                  </a:lnTo>
                  <a:lnTo>
                    <a:pt x="22" y="963"/>
                  </a:lnTo>
                  <a:lnTo>
                    <a:pt x="1" y="1004"/>
                  </a:lnTo>
                  <a:lnTo>
                    <a:pt x="22" y="1193"/>
                  </a:lnTo>
                  <a:lnTo>
                    <a:pt x="147" y="1276"/>
                  </a:lnTo>
                  <a:lnTo>
                    <a:pt x="231" y="1360"/>
                  </a:lnTo>
                  <a:lnTo>
                    <a:pt x="273" y="1381"/>
                  </a:lnTo>
                  <a:lnTo>
                    <a:pt x="419" y="1695"/>
                  </a:lnTo>
                  <a:lnTo>
                    <a:pt x="461" y="1925"/>
                  </a:lnTo>
                  <a:lnTo>
                    <a:pt x="461" y="2092"/>
                  </a:lnTo>
                  <a:lnTo>
                    <a:pt x="482" y="2197"/>
                  </a:lnTo>
                  <a:lnTo>
                    <a:pt x="482" y="2323"/>
                  </a:lnTo>
                  <a:lnTo>
                    <a:pt x="440" y="2406"/>
                  </a:lnTo>
                  <a:lnTo>
                    <a:pt x="440" y="2511"/>
                  </a:lnTo>
                  <a:lnTo>
                    <a:pt x="419" y="3180"/>
                  </a:lnTo>
                  <a:lnTo>
                    <a:pt x="461" y="3348"/>
                  </a:lnTo>
                  <a:lnTo>
                    <a:pt x="461" y="3494"/>
                  </a:lnTo>
                  <a:lnTo>
                    <a:pt x="545" y="3620"/>
                  </a:lnTo>
                  <a:lnTo>
                    <a:pt x="524" y="3724"/>
                  </a:lnTo>
                  <a:lnTo>
                    <a:pt x="733" y="3766"/>
                  </a:lnTo>
                  <a:lnTo>
                    <a:pt x="1110" y="3620"/>
                  </a:lnTo>
                  <a:lnTo>
                    <a:pt x="1152" y="3620"/>
                  </a:lnTo>
                  <a:lnTo>
                    <a:pt x="1110" y="3515"/>
                  </a:lnTo>
                  <a:lnTo>
                    <a:pt x="1152" y="3243"/>
                  </a:lnTo>
                  <a:lnTo>
                    <a:pt x="1110" y="3139"/>
                  </a:lnTo>
                  <a:lnTo>
                    <a:pt x="1152" y="3055"/>
                  </a:lnTo>
                  <a:lnTo>
                    <a:pt x="1110" y="2825"/>
                  </a:lnTo>
                  <a:lnTo>
                    <a:pt x="1110" y="2720"/>
                  </a:lnTo>
                  <a:lnTo>
                    <a:pt x="1110" y="2657"/>
                  </a:lnTo>
                  <a:lnTo>
                    <a:pt x="1089" y="2616"/>
                  </a:lnTo>
                  <a:lnTo>
                    <a:pt x="1110" y="2553"/>
                  </a:lnTo>
                  <a:lnTo>
                    <a:pt x="1089" y="2469"/>
                  </a:lnTo>
                  <a:lnTo>
                    <a:pt x="1089" y="2427"/>
                  </a:lnTo>
                  <a:lnTo>
                    <a:pt x="1089" y="2302"/>
                  </a:lnTo>
                  <a:lnTo>
                    <a:pt x="1110" y="2218"/>
                  </a:lnTo>
                  <a:lnTo>
                    <a:pt x="1110" y="2113"/>
                  </a:lnTo>
                  <a:lnTo>
                    <a:pt x="1152" y="2051"/>
                  </a:lnTo>
                  <a:lnTo>
                    <a:pt x="1256" y="2009"/>
                  </a:lnTo>
                  <a:lnTo>
                    <a:pt x="1298" y="2009"/>
                  </a:lnTo>
                  <a:lnTo>
                    <a:pt x="1361" y="1946"/>
                  </a:lnTo>
                  <a:lnTo>
                    <a:pt x="1403" y="1841"/>
                  </a:lnTo>
                  <a:lnTo>
                    <a:pt x="1486" y="1716"/>
                  </a:lnTo>
                  <a:lnTo>
                    <a:pt x="1528" y="1611"/>
                  </a:lnTo>
                  <a:lnTo>
                    <a:pt x="1612" y="1569"/>
                  </a:lnTo>
                  <a:lnTo>
                    <a:pt x="1696" y="1569"/>
                  </a:lnTo>
                  <a:lnTo>
                    <a:pt x="1716" y="1507"/>
                  </a:lnTo>
                  <a:lnTo>
                    <a:pt x="1591" y="1381"/>
                  </a:lnTo>
                  <a:lnTo>
                    <a:pt x="1591" y="1318"/>
                  </a:lnTo>
                  <a:lnTo>
                    <a:pt x="1633" y="1255"/>
                  </a:lnTo>
                  <a:lnTo>
                    <a:pt x="1779" y="1255"/>
                  </a:lnTo>
                  <a:lnTo>
                    <a:pt x="1800" y="1172"/>
                  </a:lnTo>
                  <a:lnTo>
                    <a:pt x="1737" y="963"/>
                  </a:lnTo>
                  <a:lnTo>
                    <a:pt x="1716" y="837"/>
                  </a:lnTo>
                  <a:lnTo>
                    <a:pt x="1570" y="691"/>
                  </a:lnTo>
                  <a:lnTo>
                    <a:pt x="1528" y="628"/>
                  </a:lnTo>
                  <a:lnTo>
                    <a:pt x="1570" y="481"/>
                  </a:lnTo>
                  <a:lnTo>
                    <a:pt x="1591" y="481"/>
                  </a:lnTo>
                  <a:lnTo>
                    <a:pt x="1465" y="314"/>
                  </a:lnTo>
                  <a:lnTo>
                    <a:pt x="1319" y="272"/>
                  </a:lnTo>
                  <a:lnTo>
                    <a:pt x="1214" y="147"/>
                  </a:lnTo>
                  <a:lnTo>
                    <a:pt x="10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9370;p128">
              <a:extLst>
                <a:ext uri="{FF2B5EF4-FFF2-40B4-BE49-F238E27FC236}">
                  <a16:creationId xmlns:a16="http://schemas.microsoft.com/office/drawing/2014/main" id="{8AE6D95C-3FF9-0FFA-0E14-345163E08AEA}"/>
                </a:ext>
              </a:extLst>
            </p:cNvPr>
            <p:cNvSpPr/>
            <p:nvPr/>
          </p:nvSpPr>
          <p:spPr>
            <a:xfrm>
              <a:off x="3838283" y="2987337"/>
              <a:ext cx="71755" cy="108994"/>
            </a:xfrm>
            <a:custGeom>
              <a:avLst/>
              <a:gdLst/>
              <a:ahLst/>
              <a:cxnLst/>
              <a:rect l="l" t="t" r="r" b="b"/>
              <a:pathLst>
                <a:path w="6026" h="9584" extrusionOk="0">
                  <a:moveTo>
                    <a:pt x="1318" y="1"/>
                  </a:moveTo>
                  <a:lnTo>
                    <a:pt x="690" y="252"/>
                  </a:lnTo>
                  <a:lnTo>
                    <a:pt x="732" y="336"/>
                  </a:lnTo>
                  <a:lnTo>
                    <a:pt x="1025" y="1110"/>
                  </a:lnTo>
                  <a:lnTo>
                    <a:pt x="1004" y="1277"/>
                  </a:lnTo>
                  <a:lnTo>
                    <a:pt x="962" y="1361"/>
                  </a:lnTo>
                  <a:lnTo>
                    <a:pt x="1360" y="1821"/>
                  </a:lnTo>
                  <a:lnTo>
                    <a:pt x="1339" y="2030"/>
                  </a:lnTo>
                  <a:lnTo>
                    <a:pt x="1255" y="2114"/>
                  </a:lnTo>
                  <a:lnTo>
                    <a:pt x="1109" y="3202"/>
                  </a:lnTo>
                  <a:lnTo>
                    <a:pt x="1130" y="4039"/>
                  </a:lnTo>
                  <a:lnTo>
                    <a:pt x="167" y="5022"/>
                  </a:lnTo>
                  <a:lnTo>
                    <a:pt x="126" y="5085"/>
                  </a:lnTo>
                  <a:lnTo>
                    <a:pt x="0" y="5085"/>
                  </a:lnTo>
                  <a:lnTo>
                    <a:pt x="0" y="5169"/>
                  </a:lnTo>
                  <a:lnTo>
                    <a:pt x="21" y="5901"/>
                  </a:lnTo>
                  <a:lnTo>
                    <a:pt x="105" y="5922"/>
                  </a:lnTo>
                  <a:lnTo>
                    <a:pt x="272" y="6131"/>
                  </a:lnTo>
                  <a:lnTo>
                    <a:pt x="335" y="6278"/>
                  </a:lnTo>
                  <a:lnTo>
                    <a:pt x="628" y="6424"/>
                  </a:lnTo>
                  <a:lnTo>
                    <a:pt x="753" y="6529"/>
                  </a:lnTo>
                  <a:lnTo>
                    <a:pt x="795" y="6717"/>
                  </a:lnTo>
                  <a:lnTo>
                    <a:pt x="837" y="6759"/>
                  </a:lnTo>
                  <a:lnTo>
                    <a:pt x="858" y="6864"/>
                  </a:lnTo>
                  <a:lnTo>
                    <a:pt x="942" y="7031"/>
                  </a:lnTo>
                  <a:lnTo>
                    <a:pt x="942" y="7115"/>
                  </a:lnTo>
                  <a:lnTo>
                    <a:pt x="921" y="7157"/>
                  </a:lnTo>
                  <a:lnTo>
                    <a:pt x="900" y="7219"/>
                  </a:lnTo>
                  <a:lnTo>
                    <a:pt x="962" y="7282"/>
                  </a:lnTo>
                  <a:lnTo>
                    <a:pt x="921" y="7429"/>
                  </a:lnTo>
                  <a:lnTo>
                    <a:pt x="837" y="7491"/>
                  </a:lnTo>
                  <a:lnTo>
                    <a:pt x="858" y="7596"/>
                  </a:lnTo>
                  <a:lnTo>
                    <a:pt x="962" y="7763"/>
                  </a:lnTo>
                  <a:lnTo>
                    <a:pt x="1046" y="7805"/>
                  </a:lnTo>
                  <a:lnTo>
                    <a:pt x="1067" y="7910"/>
                  </a:lnTo>
                  <a:lnTo>
                    <a:pt x="1234" y="8056"/>
                  </a:lnTo>
                  <a:lnTo>
                    <a:pt x="1276" y="8077"/>
                  </a:lnTo>
                  <a:lnTo>
                    <a:pt x="1234" y="8119"/>
                  </a:lnTo>
                  <a:lnTo>
                    <a:pt x="1151" y="8098"/>
                  </a:lnTo>
                  <a:lnTo>
                    <a:pt x="1067" y="8077"/>
                  </a:lnTo>
                  <a:lnTo>
                    <a:pt x="942" y="8056"/>
                  </a:lnTo>
                  <a:lnTo>
                    <a:pt x="900" y="8077"/>
                  </a:lnTo>
                  <a:lnTo>
                    <a:pt x="795" y="8056"/>
                  </a:lnTo>
                  <a:lnTo>
                    <a:pt x="690" y="8077"/>
                  </a:lnTo>
                  <a:lnTo>
                    <a:pt x="628" y="8056"/>
                  </a:lnTo>
                  <a:lnTo>
                    <a:pt x="439" y="8056"/>
                  </a:lnTo>
                  <a:lnTo>
                    <a:pt x="439" y="8161"/>
                  </a:lnTo>
                  <a:lnTo>
                    <a:pt x="418" y="8203"/>
                  </a:lnTo>
                  <a:lnTo>
                    <a:pt x="418" y="8307"/>
                  </a:lnTo>
                  <a:lnTo>
                    <a:pt x="418" y="8370"/>
                  </a:lnTo>
                  <a:lnTo>
                    <a:pt x="502" y="8412"/>
                  </a:lnTo>
                  <a:lnTo>
                    <a:pt x="502" y="8496"/>
                  </a:lnTo>
                  <a:lnTo>
                    <a:pt x="607" y="8517"/>
                  </a:lnTo>
                  <a:lnTo>
                    <a:pt x="816" y="8705"/>
                  </a:lnTo>
                  <a:lnTo>
                    <a:pt x="1025" y="8914"/>
                  </a:lnTo>
                  <a:lnTo>
                    <a:pt x="1109" y="8998"/>
                  </a:lnTo>
                  <a:lnTo>
                    <a:pt x="1214" y="9144"/>
                  </a:lnTo>
                  <a:lnTo>
                    <a:pt x="1276" y="9312"/>
                  </a:lnTo>
                  <a:lnTo>
                    <a:pt x="1318" y="9416"/>
                  </a:lnTo>
                  <a:lnTo>
                    <a:pt x="1360" y="9458"/>
                  </a:lnTo>
                  <a:lnTo>
                    <a:pt x="1381" y="9584"/>
                  </a:lnTo>
                  <a:lnTo>
                    <a:pt x="1486" y="9584"/>
                  </a:lnTo>
                  <a:lnTo>
                    <a:pt x="1590" y="9563"/>
                  </a:lnTo>
                  <a:lnTo>
                    <a:pt x="1758" y="9563"/>
                  </a:lnTo>
                  <a:lnTo>
                    <a:pt x="1799" y="9437"/>
                  </a:lnTo>
                  <a:lnTo>
                    <a:pt x="1799" y="9312"/>
                  </a:lnTo>
                  <a:lnTo>
                    <a:pt x="1883" y="9249"/>
                  </a:lnTo>
                  <a:lnTo>
                    <a:pt x="1946" y="9312"/>
                  </a:lnTo>
                  <a:lnTo>
                    <a:pt x="1988" y="9437"/>
                  </a:lnTo>
                  <a:lnTo>
                    <a:pt x="2051" y="9479"/>
                  </a:lnTo>
                  <a:lnTo>
                    <a:pt x="2155" y="9458"/>
                  </a:lnTo>
                  <a:lnTo>
                    <a:pt x="2281" y="9354"/>
                  </a:lnTo>
                  <a:lnTo>
                    <a:pt x="2469" y="9312"/>
                  </a:lnTo>
                  <a:lnTo>
                    <a:pt x="2595" y="9207"/>
                  </a:lnTo>
                  <a:lnTo>
                    <a:pt x="2929" y="9123"/>
                  </a:lnTo>
                  <a:lnTo>
                    <a:pt x="3097" y="9123"/>
                  </a:lnTo>
                  <a:lnTo>
                    <a:pt x="3159" y="9019"/>
                  </a:lnTo>
                  <a:lnTo>
                    <a:pt x="3327" y="8914"/>
                  </a:lnTo>
                  <a:lnTo>
                    <a:pt x="3306" y="8831"/>
                  </a:lnTo>
                  <a:lnTo>
                    <a:pt x="3243" y="8831"/>
                  </a:lnTo>
                  <a:lnTo>
                    <a:pt x="3139" y="8726"/>
                  </a:lnTo>
                  <a:lnTo>
                    <a:pt x="3159" y="8621"/>
                  </a:lnTo>
                  <a:lnTo>
                    <a:pt x="3243" y="8579"/>
                  </a:lnTo>
                  <a:lnTo>
                    <a:pt x="3327" y="8600"/>
                  </a:lnTo>
                  <a:lnTo>
                    <a:pt x="3452" y="8579"/>
                  </a:lnTo>
                  <a:lnTo>
                    <a:pt x="3557" y="8621"/>
                  </a:lnTo>
                  <a:lnTo>
                    <a:pt x="3683" y="8642"/>
                  </a:lnTo>
                  <a:lnTo>
                    <a:pt x="3850" y="8621"/>
                  </a:lnTo>
                  <a:lnTo>
                    <a:pt x="4080" y="8600"/>
                  </a:lnTo>
                  <a:lnTo>
                    <a:pt x="4185" y="8517"/>
                  </a:lnTo>
                  <a:lnTo>
                    <a:pt x="4289" y="8475"/>
                  </a:lnTo>
                  <a:lnTo>
                    <a:pt x="4310" y="8370"/>
                  </a:lnTo>
                  <a:lnTo>
                    <a:pt x="4289" y="8286"/>
                  </a:lnTo>
                  <a:lnTo>
                    <a:pt x="4310" y="8182"/>
                  </a:lnTo>
                  <a:lnTo>
                    <a:pt x="4394" y="8119"/>
                  </a:lnTo>
                  <a:lnTo>
                    <a:pt x="4394" y="8056"/>
                  </a:lnTo>
                  <a:lnTo>
                    <a:pt x="4478" y="7952"/>
                  </a:lnTo>
                  <a:lnTo>
                    <a:pt x="4520" y="7973"/>
                  </a:lnTo>
                  <a:lnTo>
                    <a:pt x="4582" y="7973"/>
                  </a:lnTo>
                  <a:lnTo>
                    <a:pt x="4687" y="7805"/>
                  </a:lnTo>
                  <a:lnTo>
                    <a:pt x="4771" y="7784"/>
                  </a:lnTo>
                  <a:lnTo>
                    <a:pt x="4729" y="7701"/>
                  </a:lnTo>
                  <a:lnTo>
                    <a:pt x="4771" y="7638"/>
                  </a:lnTo>
                  <a:lnTo>
                    <a:pt x="4917" y="7554"/>
                  </a:lnTo>
                  <a:lnTo>
                    <a:pt x="5022" y="7470"/>
                  </a:lnTo>
                  <a:lnTo>
                    <a:pt x="5147" y="7470"/>
                  </a:lnTo>
                  <a:lnTo>
                    <a:pt x="5231" y="7533"/>
                  </a:lnTo>
                  <a:lnTo>
                    <a:pt x="5356" y="7450"/>
                  </a:lnTo>
                  <a:lnTo>
                    <a:pt x="5398" y="7387"/>
                  </a:lnTo>
                  <a:lnTo>
                    <a:pt x="5419" y="7366"/>
                  </a:lnTo>
                  <a:lnTo>
                    <a:pt x="5419" y="7282"/>
                  </a:lnTo>
                  <a:lnTo>
                    <a:pt x="5461" y="7219"/>
                  </a:lnTo>
                  <a:lnTo>
                    <a:pt x="5419" y="7136"/>
                  </a:lnTo>
                  <a:lnTo>
                    <a:pt x="5189" y="7052"/>
                  </a:lnTo>
                  <a:lnTo>
                    <a:pt x="5147" y="6947"/>
                  </a:lnTo>
                  <a:lnTo>
                    <a:pt x="5147" y="6822"/>
                  </a:lnTo>
                  <a:lnTo>
                    <a:pt x="5105" y="6717"/>
                  </a:lnTo>
                  <a:lnTo>
                    <a:pt x="5147" y="6634"/>
                  </a:lnTo>
                  <a:lnTo>
                    <a:pt x="5084" y="6592"/>
                  </a:lnTo>
                  <a:lnTo>
                    <a:pt x="5126" y="6529"/>
                  </a:lnTo>
                  <a:lnTo>
                    <a:pt x="5126" y="6445"/>
                  </a:lnTo>
                  <a:lnTo>
                    <a:pt x="5084" y="6424"/>
                  </a:lnTo>
                  <a:lnTo>
                    <a:pt x="4938" y="6529"/>
                  </a:lnTo>
                  <a:lnTo>
                    <a:pt x="4875" y="6445"/>
                  </a:lnTo>
                  <a:lnTo>
                    <a:pt x="4875" y="6320"/>
                  </a:lnTo>
                  <a:lnTo>
                    <a:pt x="5043" y="6131"/>
                  </a:lnTo>
                  <a:lnTo>
                    <a:pt x="5105" y="6027"/>
                  </a:lnTo>
                  <a:lnTo>
                    <a:pt x="5084" y="5922"/>
                  </a:lnTo>
                  <a:lnTo>
                    <a:pt x="4980" y="5880"/>
                  </a:lnTo>
                  <a:lnTo>
                    <a:pt x="5001" y="5797"/>
                  </a:lnTo>
                  <a:lnTo>
                    <a:pt x="5126" y="5713"/>
                  </a:lnTo>
                  <a:lnTo>
                    <a:pt x="5189" y="5587"/>
                  </a:lnTo>
                  <a:lnTo>
                    <a:pt x="5126" y="5545"/>
                  </a:lnTo>
                  <a:lnTo>
                    <a:pt x="5105" y="5441"/>
                  </a:lnTo>
                  <a:lnTo>
                    <a:pt x="5210" y="5357"/>
                  </a:lnTo>
                  <a:lnTo>
                    <a:pt x="5252" y="5357"/>
                  </a:lnTo>
                  <a:lnTo>
                    <a:pt x="5461" y="5085"/>
                  </a:lnTo>
                  <a:lnTo>
                    <a:pt x="5524" y="4960"/>
                  </a:lnTo>
                  <a:lnTo>
                    <a:pt x="5461" y="4876"/>
                  </a:lnTo>
                  <a:lnTo>
                    <a:pt x="5461" y="4750"/>
                  </a:lnTo>
                  <a:lnTo>
                    <a:pt x="5566" y="4667"/>
                  </a:lnTo>
                  <a:lnTo>
                    <a:pt x="5712" y="4667"/>
                  </a:lnTo>
                  <a:lnTo>
                    <a:pt x="5817" y="4729"/>
                  </a:lnTo>
                  <a:lnTo>
                    <a:pt x="5921" y="4646"/>
                  </a:lnTo>
                  <a:lnTo>
                    <a:pt x="6026" y="4625"/>
                  </a:lnTo>
                  <a:lnTo>
                    <a:pt x="5963" y="2344"/>
                  </a:lnTo>
                  <a:lnTo>
                    <a:pt x="131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9371;p128">
              <a:extLst>
                <a:ext uri="{FF2B5EF4-FFF2-40B4-BE49-F238E27FC236}">
                  <a16:creationId xmlns:a16="http://schemas.microsoft.com/office/drawing/2014/main" id="{4E6ED865-90C3-5E77-5B9E-7DABD303721D}"/>
                </a:ext>
              </a:extLst>
            </p:cNvPr>
            <p:cNvSpPr/>
            <p:nvPr/>
          </p:nvSpPr>
          <p:spPr>
            <a:xfrm>
              <a:off x="3829555" y="3057778"/>
              <a:ext cx="2251" cy="1194"/>
            </a:xfrm>
            <a:custGeom>
              <a:avLst/>
              <a:gdLst/>
              <a:ahLst/>
              <a:cxnLst/>
              <a:rect l="l" t="t" r="r" b="b"/>
              <a:pathLst>
                <a:path w="189" h="105" extrusionOk="0">
                  <a:moveTo>
                    <a:pt x="189" y="0"/>
                  </a:moveTo>
                  <a:lnTo>
                    <a:pt x="1" y="42"/>
                  </a:lnTo>
                  <a:lnTo>
                    <a:pt x="63" y="105"/>
                  </a:lnTo>
                  <a:lnTo>
                    <a:pt x="168" y="84"/>
                  </a:lnTo>
                  <a:lnTo>
                    <a:pt x="1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9372;p128">
              <a:extLst>
                <a:ext uri="{FF2B5EF4-FFF2-40B4-BE49-F238E27FC236}">
                  <a16:creationId xmlns:a16="http://schemas.microsoft.com/office/drawing/2014/main" id="{D1F20EA6-4CE1-0969-0FAC-99D49753CF01}"/>
                </a:ext>
              </a:extLst>
            </p:cNvPr>
            <p:cNvSpPr/>
            <p:nvPr/>
          </p:nvSpPr>
          <p:spPr>
            <a:xfrm>
              <a:off x="3749584" y="2988770"/>
              <a:ext cx="104905" cy="77822"/>
            </a:xfrm>
            <a:custGeom>
              <a:avLst/>
              <a:gdLst/>
              <a:ahLst/>
              <a:cxnLst/>
              <a:rect l="l" t="t" r="r" b="b"/>
              <a:pathLst>
                <a:path w="8810" h="6843" extrusionOk="0">
                  <a:moveTo>
                    <a:pt x="6507" y="0"/>
                  </a:moveTo>
                  <a:lnTo>
                    <a:pt x="3913" y="1590"/>
                  </a:lnTo>
                  <a:lnTo>
                    <a:pt x="3181" y="2239"/>
                  </a:lnTo>
                  <a:lnTo>
                    <a:pt x="2323" y="2448"/>
                  </a:lnTo>
                  <a:lnTo>
                    <a:pt x="2302" y="3578"/>
                  </a:lnTo>
                  <a:lnTo>
                    <a:pt x="2239" y="4080"/>
                  </a:lnTo>
                  <a:lnTo>
                    <a:pt x="2176" y="4164"/>
                  </a:lnTo>
                  <a:lnTo>
                    <a:pt x="2134" y="4331"/>
                  </a:lnTo>
                  <a:lnTo>
                    <a:pt x="2093" y="4478"/>
                  </a:lnTo>
                  <a:lnTo>
                    <a:pt x="1800" y="4624"/>
                  </a:lnTo>
                  <a:lnTo>
                    <a:pt x="1653" y="4729"/>
                  </a:lnTo>
                  <a:lnTo>
                    <a:pt x="1465" y="4729"/>
                  </a:lnTo>
                  <a:lnTo>
                    <a:pt x="1297" y="4834"/>
                  </a:lnTo>
                  <a:lnTo>
                    <a:pt x="942" y="4834"/>
                  </a:lnTo>
                  <a:lnTo>
                    <a:pt x="774" y="4917"/>
                  </a:lnTo>
                  <a:lnTo>
                    <a:pt x="649" y="4917"/>
                  </a:lnTo>
                  <a:lnTo>
                    <a:pt x="251" y="4938"/>
                  </a:lnTo>
                  <a:lnTo>
                    <a:pt x="126" y="4917"/>
                  </a:lnTo>
                  <a:lnTo>
                    <a:pt x="84" y="5001"/>
                  </a:lnTo>
                  <a:lnTo>
                    <a:pt x="84" y="5147"/>
                  </a:lnTo>
                  <a:lnTo>
                    <a:pt x="0" y="5252"/>
                  </a:lnTo>
                  <a:lnTo>
                    <a:pt x="0" y="5440"/>
                  </a:lnTo>
                  <a:lnTo>
                    <a:pt x="544" y="5796"/>
                  </a:lnTo>
                  <a:lnTo>
                    <a:pt x="544" y="6047"/>
                  </a:lnTo>
                  <a:lnTo>
                    <a:pt x="753" y="6173"/>
                  </a:lnTo>
                  <a:lnTo>
                    <a:pt x="984" y="6047"/>
                  </a:lnTo>
                  <a:lnTo>
                    <a:pt x="1067" y="6089"/>
                  </a:lnTo>
                  <a:lnTo>
                    <a:pt x="1067" y="6152"/>
                  </a:lnTo>
                  <a:lnTo>
                    <a:pt x="1130" y="6194"/>
                  </a:lnTo>
                  <a:lnTo>
                    <a:pt x="1130" y="6298"/>
                  </a:lnTo>
                  <a:lnTo>
                    <a:pt x="1067" y="6403"/>
                  </a:lnTo>
                  <a:lnTo>
                    <a:pt x="1193" y="6570"/>
                  </a:lnTo>
                  <a:lnTo>
                    <a:pt x="1297" y="6570"/>
                  </a:lnTo>
                  <a:lnTo>
                    <a:pt x="1402" y="6508"/>
                  </a:lnTo>
                  <a:lnTo>
                    <a:pt x="1381" y="6466"/>
                  </a:lnTo>
                  <a:lnTo>
                    <a:pt x="1444" y="6361"/>
                  </a:lnTo>
                  <a:lnTo>
                    <a:pt x="1611" y="6508"/>
                  </a:lnTo>
                  <a:lnTo>
                    <a:pt x="1716" y="6633"/>
                  </a:lnTo>
                  <a:lnTo>
                    <a:pt x="1862" y="6675"/>
                  </a:lnTo>
                  <a:lnTo>
                    <a:pt x="1988" y="6842"/>
                  </a:lnTo>
                  <a:lnTo>
                    <a:pt x="2072" y="6780"/>
                  </a:lnTo>
                  <a:lnTo>
                    <a:pt x="2072" y="6717"/>
                  </a:lnTo>
                  <a:lnTo>
                    <a:pt x="2009" y="6696"/>
                  </a:lnTo>
                  <a:lnTo>
                    <a:pt x="1925" y="6528"/>
                  </a:lnTo>
                  <a:lnTo>
                    <a:pt x="1967" y="6487"/>
                  </a:lnTo>
                  <a:lnTo>
                    <a:pt x="1967" y="6403"/>
                  </a:lnTo>
                  <a:lnTo>
                    <a:pt x="2072" y="6298"/>
                  </a:lnTo>
                  <a:lnTo>
                    <a:pt x="2176" y="6298"/>
                  </a:lnTo>
                  <a:lnTo>
                    <a:pt x="2176" y="6215"/>
                  </a:lnTo>
                  <a:lnTo>
                    <a:pt x="2113" y="6173"/>
                  </a:lnTo>
                  <a:lnTo>
                    <a:pt x="2093" y="6068"/>
                  </a:lnTo>
                  <a:lnTo>
                    <a:pt x="2113" y="6005"/>
                  </a:lnTo>
                  <a:lnTo>
                    <a:pt x="2134" y="5984"/>
                  </a:lnTo>
                  <a:lnTo>
                    <a:pt x="2113" y="5943"/>
                  </a:lnTo>
                  <a:lnTo>
                    <a:pt x="2113" y="5880"/>
                  </a:lnTo>
                  <a:lnTo>
                    <a:pt x="2239" y="5775"/>
                  </a:lnTo>
                  <a:lnTo>
                    <a:pt x="2323" y="5754"/>
                  </a:lnTo>
                  <a:lnTo>
                    <a:pt x="2385" y="5733"/>
                  </a:lnTo>
                  <a:lnTo>
                    <a:pt x="2490" y="5692"/>
                  </a:lnTo>
                  <a:lnTo>
                    <a:pt x="2804" y="5692"/>
                  </a:lnTo>
                  <a:lnTo>
                    <a:pt x="2846" y="5650"/>
                  </a:lnTo>
                  <a:lnTo>
                    <a:pt x="2930" y="5650"/>
                  </a:lnTo>
                  <a:lnTo>
                    <a:pt x="3013" y="5671"/>
                  </a:lnTo>
                  <a:lnTo>
                    <a:pt x="3160" y="5692"/>
                  </a:lnTo>
                  <a:lnTo>
                    <a:pt x="3243" y="5733"/>
                  </a:lnTo>
                  <a:lnTo>
                    <a:pt x="3327" y="5754"/>
                  </a:lnTo>
                  <a:lnTo>
                    <a:pt x="3494" y="5796"/>
                  </a:lnTo>
                  <a:lnTo>
                    <a:pt x="3557" y="5880"/>
                  </a:lnTo>
                  <a:lnTo>
                    <a:pt x="3683" y="6068"/>
                  </a:lnTo>
                  <a:lnTo>
                    <a:pt x="3787" y="6152"/>
                  </a:lnTo>
                  <a:lnTo>
                    <a:pt x="3850" y="6110"/>
                  </a:lnTo>
                  <a:lnTo>
                    <a:pt x="3913" y="6047"/>
                  </a:lnTo>
                  <a:lnTo>
                    <a:pt x="3997" y="6005"/>
                  </a:lnTo>
                  <a:lnTo>
                    <a:pt x="4080" y="5984"/>
                  </a:lnTo>
                  <a:lnTo>
                    <a:pt x="4227" y="5964"/>
                  </a:lnTo>
                  <a:lnTo>
                    <a:pt x="4269" y="5943"/>
                  </a:lnTo>
                  <a:lnTo>
                    <a:pt x="4373" y="5943"/>
                  </a:lnTo>
                  <a:lnTo>
                    <a:pt x="4478" y="6005"/>
                  </a:lnTo>
                  <a:lnTo>
                    <a:pt x="4478" y="6068"/>
                  </a:lnTo>
                  <a:lnTo>
                    <a:pt x="4582" y="6089"/>
                  </a:lnTo>
                  <a:lnTo>
                    <a:pt x="4750" y="6194"/>
                  </a:lnTo>
                  <a:lnTo>
                    <a:pt x="4896" y="6215"/>
                  </a:lnTo>
                  <a:lnTo>
                    <a:pt x="5126" y="6298"/>
                  </a:lnTo>
                  <a:lnTo>
                    <a:pt x="5231" y="6319"/>
                  </a:lnTo>
                  <a:lnTo>
                    <a:pt x="5357" y="6256"/>
                  </a:lnTo>
                  <a:lnTo>
                    <a:pt x="5524" y="6047"/>
                  </a:lnTo>
                  <a:lnTo>
                    <a:pt x="5629" y="5984"/>
                  </a:lnTo>
                  <a:lnTo>
                    <a:pt x="5943" y="6005"/>
                  </a:lnTo>
                  <a:lnTo>
                    <a:pt x="6068" y="5964"/>
                  </a:lnTo>
                  <a:lnTo>
                    <a:pt x="6319" y="5984"/>
                  </a:lnTo>
                  <a:lnTo>
                    <a:pt x="6507" y="6068"/>
                  </a:lnTo>
                  <a:lnTo>
                    <a:pt x="6675" y="6089"/>
                  </a:lnTo>
                  <a:lnTo>
                    <a:pt x="6717" y="6110"/>
                  </a:lnTo>
                  <a:lnTo>
                    <a:pt x="6905" y="6068"/>
                  </a:lnTo>
                  <a:lnTo>
                    <a:pt x="6926" y="6047"/>
                  </a:lnTo>
                  <a:lnTo>
                    <a:pt x="7031" y="5984"/>
                  </a:lnTo>
                  <a:lnTo>
                    <a:pt x="7093" y="5943"/>
                  </a:lnTo>
                  <a:lnTo>
                    <a:pt x="7156" y="5901"/>
                  </a:lnTo>
                  <a:lnTo>
                    <a:pt x="7240" y="5943"/>
                  </a:lnTo>
                  <a:lnTo>
                    <a:pt x="7303" y="5901"/>
                  </a:lnTo>
                  <a:lnTo>
                    <a:pt x="7323" y="5838"/>
                  </a:lnTo>
                  <a:lnTo>
                    <a:pt x="7365" y="5733"/>
                  </a:lnTo>
                  <a:lnTo>
                    <a:pt x="7470" y="5775"/>
                  </a:lnTo>
                  <a:lnTo>
                    <a:pt x="7470" y="5775"/>
                  </a:lnTo>
                  <a:lnTo>
                    <a:pt x="7449" y="5043"/>
                  </a:lnTo>
                  <a:lnTo>
                    <a:pt x="7449" y="4959"/>
                  </a:lnTo>
                  <a:lnTo>
                    <a:pt x="7575" y="4959"/>
                  </a:lnTo>
                  <a:lnTo>
                    <a:pt x="7616" y="4896"/>
                  </a:lnTo>
                  <a:lnTo>
                    <a:pt x="8579" y="3913"/>
                  </a:lnTo>
                  <a:lnTo>
                    <a:pt x="8558" y="3076"/>
                  </a:lnTo>
                  <a:lnTo>
                    <a:pt x="8704" y="1988"/>
                  </a:lnTo>
                  <a:lnTo>
                    <a:pt x="8788" y="1904"/>
                  </a:lnTo>
                  <a:lnTo>
                    <a:pt x="8809" y="1695"/>
                  </a:lnTo>
                  <a:lnTo>
                    <a:pt x="8411" y="1235"/>
                  </a:lnTo>
                  <a:lnTo>
                    <a:pt x="8453" y="1151"/>
                  </a:lnTo>
                  <a:lnTo>
                    <a:pt x="8474" y="984"/>
                  </a:lnTo>
                  <a:lnTo>
                    <a:pt x="8181" y="210"/>
                  </a:lnTo>
                  <a:lnTo>
                    <a:pt x="8139" y="126"/>
                  </a:lnTo>
                  <a:lnTo>
                    <a:pt x="7616" y="335"/>
                  </a:lnTo>
                  <a:lnTo>
                    <a:pt x="7512" y="230"/>
                  </a:lnTo>
                  <a:lnTo>
                    <a:pt x="65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6CBC2"/>
                </a:solidFill>
              </a:endParaRPr>
            </a:p>
          </p:txBody>
        </p:sp>
        <p:sp>
          <p:nvSpPr>
            <p:cNvPr id="412" name="Google Shape;9373;p128">
              <a:extLst>
                <a:ext uri="{FF2B5EF4-FFF2-40B4-BE49-F238E27FC236}">
                  <a16:creationId xmlns:a16="http://schemas.microsoft.com/office/drawing/2014/main" id="{3DD3D47B-D24A-9763-DD90-8FA291349C5E}"/>
                </a:ext>
              </a:extLst>
            </p:cNvPr>
            <p:cNvSpPr/>
            <p:nvPr/>
          </p:nvSpPr>
          <p:spPr>
            <a:xfrm>
              <a:off x="3767267" y="3053013"/>
              <a:ext cx="78744" cy="64493"/>
            </a:xfrm>
            <a:custGeom>
              <a:avLst/>
              <a:gdLst/>
              <a:ahLst/>
              <a:cxnLst/>
              <a:rect l="l" t="t" r="r" b="b"/>
              <a:pathLst>
                <a:path w="6613" h="5671" extrusionOk="0">
                  <a:moveTo>
                    <a:pt x="1361" y="1"/>
                  </a:moveTo>
                  <a:lnTo>
                    <a:pt x="1319" y="43"/>
                  </a:lnTo>
                  <a:lnTo>
                    <a:pt x="1005" y="43"/>
                  </a:lnTo>
                  <a:lnTo>
                    <a:pt x="900" y="84"/>
                  </a:lnTo>
                  <a:lnTo>
                    <a:pt x="838" y="105"/>
                  </a:lnTo>
                  <a:lnTo>
                    <a:pt x="754" y="126"/>
                  </a:lnTo>
                  <a:lnTo>
                    <a:pt x="628" y="231"/>
                  </a:lnTo>
                  <a:lnTo>
                    <a:pt x="628" y="294"/>
                  </a:lnTo>
                  <a:lnTo>
                    <a:pt x="649" y="335"/>
                  </a:lnTo>
                  <a:lnTo>
                    <a:pt x="628" y="356"/>
                  </a:lnTo>
                  <a:lnTo>
                    <a:pt x="608" y="419"/>
                  </a:lnTo>
                  <a:lnTo>
                    <a:pt x="628" y="524"/>
                  </a:lnTo>
                  <a:lnTo>
                    <a:pt x="691" y="566"/>
                  </a:lnTo>
                  <a:lnTo>
                    <a:pt x="691" y="649"/>
                  </a:lnTo>
                  <a:lnTo>
                    <a:pt x="587" y="649"/>
                  </a:lnTo>
                  <a:lnTo>
                    <a:pt x="482" y="754"/>
                  </a:lnTo>
                  <a:lnTo>
                    <a:pt x="482" y="838"/>
                  </a:lnTo>
                  <a:lnTo>
                    <a:pt x="440" y="879"/>
                  </a:lnTo>
                  <a:lnTo>
                    <a:pt x="524" y="1047"/>
                  </a:lnTo>
                  <a:lnTo>
                    <a:pt x="587" y="1068"/>
                  </a:lnTo>
                  <a:lnTo>
                    <a:pt x="587" y="1131"/>
                  </a:lnTo>
                  <a:lnTo>
                    <a:pt x="503" y="1193"/>
                  </a:lnTo>
                  <a:lnTo>
                    <a:pt x="482" y="1193"/>
                  </a:lnTo>
                  <a:lnTo>
                    <a:pt x="440" y="1340"/>
                  </a:lnTo>
                  <a:lnTo>
                    <a:pt x="482" y="1403"/>
                  </a:lnTo>
                  <a:lnTo>
                    <a:pt x="628" y="1549"/>
                  </a:lnTo>
                  <a:lnTo>
                    <a:pt x="649" y="1675"/>
                  </a:lnTo>
                  <a:lnTo>
                    <a:pt x="712" y="1884"/>
                  </a:lnTo>
                  <a:lnTo>
                    <a:pt x="691" y="1967"/>
                  </a:lnTo>
                  <a:lnTo>
                    <a:pt x="545" y="1967"/>
                  </a:lnTo>
                  <a:lnTo>
                    <a:pt x="503" y="2030"/>
                  </a:lnTo>
                  <a:lnTo>
                    <a:pt x="503" y="2093"/>
                  </a:lnTo>
                  <a:lnTo>
                    <a:pt x="628" y="2219"/>
                  </a:lnTo>
                  <a:lnTo>
                    <a:pt x="608" y="2281"/>
                  </a:lnTo>
                  <a:lnTo>
                    <a:pt x="524" y="2281"/>
                  </a:lnTo>
                  <a:lnTo>
                    <a:pt x="440" y="2323"/>
                  </a:lnTo>
                  <a:lnTo>
                    <a:pt x="398" y="2428"/>
                  </a:lnTo>
                  <a:lnTo>
                    <a:pt x="315" y="2553"/>
                  </a:lnTo>
                  <a:lnTo>
                    <a:pt x="273" y="2658"/>
                  </a:lnTo>
                  <a:lnTo>
                    <a:pt x="210" y="2721"/>
                  </a:lnTo>
                  <a:lnTo>
                    <a:pt x="168" y="2721"/>
                  </a:lnTo>
                  <a:lnTo>
                    <a:pt x="64" y="2763"/>
                  </a:lnTo>
                  <a:lnTo>
                    <a:pt x="22" y="2825"/>
                  </a:lnTo>
                  <a:lnTo>
                    <a:pt x="22" y="2930"/>
                  </a:lnTo>
                  <a:lnTo>
                    <a:pt x="1" y="3014"/>
                  </a:lnTo>
                  <a:lnTo>
                    <a:pt x="1" y="3139"/>
                  </a:lnTo>
                  <a:lnTo>
                    <a:pt x="1" y="3181"/>
                  </a:lnTo>
                  <a:lnTo>
                    <a:pt x="22" y="3265"/>
                  </a:lnTo>
                  <a:lnTo>
                    <a:pt x="1" y="3328"/>
                  </a:lnTo>
                  <a:lnTo>
                    <a:pt x="22" y="3369"/>
                  </a:lnTo>
                  <a:lnTo>
                    <a:pt x="22" y="3432"/>
                  </a:lnTo>
                  <a:lnTo>
                    <a:pt x="22" y="3537"/>
                  </a:lnTo>
                  <a:lnTo>
                    <a:pt x="64" y="3767"/>
                  </a:lnTo>
                  <a:lnTo>
                    <a:pt x="22" y="3851"/>
                  </a:lnTo>
                  <a:lnTo>
                    <a:pt x="64" y="3955"/>
                  </a:lnTo>
                  <a:lnTo>
                    <a:pt x="22" y="4227"/>
                  </a:lnTo>
                  <a:lnTo>
                    <a:pt x="64" y="4332"/>
                  </a:lnTo>
                  <a:lnTo>
                    <a:pt x="294" y="4395"/>
                  </a:lnTo>
                  <a:lnTo>
                    <a:pt x="482" y="4311"/>
                  </a:lnTo>
                  <a:lnTo>
                    <a:pt x="900" y="4541"/>
                  </a:lnTo>
                  <a:lnTo>
                    <a:pt x="1131" y="4750"/>
                  </a:lnTo>
                  <a:lnTo>
                    <a:pt x="1256" y="5043"/>
                  </a:lnTo>
                  <a:lnTo>
                    <a:pt x="1256" y="5232"/>
                  </a:lnTo>
                  <a:lnTo>
                    <a:pt x="1340" y="5273"/>
                  </a:lnTo>
                  <a:lnTo>
                    <a:pt x="1424" y="5462"/>
                  </a:lnTo>
                  <a:lnTo>
                    <a:pt x="1549" y="5587"/>
                  </a:lnTo>
                  <a:lnTo>
                    <a:pt x="1758" y="5671"/>
                  </a:lnTo>
                  <a:lnTo>
                    <a:pt x="2323" y="5629"/>
                  </a:lnTo>
                  <a:lnTo>
                    <a:pt x="2428" y="5566"/>
                  </a:lnTo>
                  <a:lnTo>
                    <a:pt x="2512" y="5587"/>
                  </a:lnTo>
                  <a:lnTo>
                    <a:pt x="2784" y="5483"/>
                  </a:lnTo>
                  <a:lnTo>
                    <a:pt x="2888" y="5545"/>
                  </a:lnTo>
                  <a:lnTo>
                    <a:pt x="3014" y="5524"/>
                  </a:lnTo>
                  <a:lnTo>
                    <a:pt x="3056" y="5357"/>
                  </a:lnTo>
                  <a:lnTo>
                    <a:pt x="3160" y="5462"/>
                  </a:lnTo>
                  <a:lnTo>
                    <a:pt x="3223" y="5441"/>
                  </a:lnTo>
                  <a:lnTo>
                    <a:pt x="3223" y="5357"/>
                  </a:lnTo>
                  <a:lnTo>
                    <a:pt x="3369" y="5211"/>
                  </a:lnTo>
                  <a:lnTo>
                    <a:pt x="3432" y="5043"/>
                  </a:lnTo>
                  <a:lnTo>
                    <a:pt x="3432" y="4918"/>
                  </a:lnTo>
                  <a:lnTo>
                    <a:pt x="3411" y="4792"/>
                  </a:lnTo>
                  <a:lnTo>
                    <a:pt x="3474" y="4729"/>
                  </a:lnTo>
                  <a:lnTo>
                    <a:pt x="3474" y="4646"/>
                  </a:lnTo>
                  <a:lnTo>
                    <a:pt x="3558" y="4583"/>
                  </a:lnTo>
                  <a:lnTo>
                    <a:pt x="3662" y="4499"/>
                  </a:lnTo>
                  <a:lnTo>
                    <a:pt x="3725" y="4436"/>
                  </a:lnTo>
                  <a:lnTo>
                    <a:pt x="3893" y="4311"/>
                  </a:lnTo>
                  <a:lnTo>
                    <a:pt x="3872" y="4206"/>
                  </a:lnTo>
                  <a:lnTo>
                    <a:pt x="3893" y="4123"/>
                  </a:lnTo>
                  <a:lnTo>
                    <a:pt x="4039" y="4123"/>
                  </a:lnTo>
                  <a:lnTo>
                    <a:pt x="4081" y="4060"/>
                  </a:lnTo>
                  <a:lnTo>
                    <a:pt x="4102" y="4081"/>
                  </a:lnTo>
                  <a:lnTo>
                    <a:pt x="4269" y="4123"/>
                  </a:lnTo>
                  <a:lnTo>
                    <a:pt x="4353" y="4123"/>
                  </a:lnTo>
                  <a:lnTo>
                    <a:pt x="4458" y="4185"/>
                  </a:lnTo>
                  <a:lnTo>
                    <a:pt x="4499" y="4311"/>
                  </a:lnTo>
                  <a:lnTo>
                    <a:pt x="4604" y="4374"/>
                  </a:lnTo>
                  <a:lnTo>
                    <a:pt x="4688" y="4395"/>
                  </a:lnTo>
                  <a:lnTo>
                    <a:pt x="4792" y="4332"/>
                  </a:lnTo>
                  <a:lnTo>
                    <a:pt x="4876" y="4206"/>
                  </a:lnTo>
                  <a:lnTo>
                    <a:pt x="4876" y="4164"/>
                  </a:lnTo>
                  <a:lnTo>
                    <a:pt x="4918" y="4081"/>
                  </a:lnTo>
                  <a:lnTo>
                    <a:pt x="5002" y="4060"/>
                  </a:lnTo>
                  <a:lnTo>
                    <a:pt x="5085" y="3955"/>
                  </a:lnTo>
                  <a:lnTo>
                    <a:pt x="5085" y="3872"/>
                  </a:lnTo>
                  <a:lnTo>
                    <a:pt x="5106" y="3746"/>
                  </a:lnTo>
                  <a:lnTo>
                    <a:pt x="5294" y="3558"/>
                  </a:lnTo>
                  <a:lnTo>
                    <a:pt x="5315" y="3453"/>
                  </a:lnTo>
                  <a:lnTo>
                    <a:pt x="5294" y="3369"/>
                  </a:lnTo>
                  <a:lnTo>
                    <a:pt x="5336" y="3286"/>
                  </a:lnTo>
                  <a:lnTo>
                    <a:pt x="5504" y="3139"/>
                  </a:lnTo>
                  <a:lnTo>
                    <a:pt x="5608" y="3056"/>
                  </a:lnTo>
                  <a:lnTo>
                    <a:pt x="5629" y="2930"/>
                  </a:lnTo>
                  <a:lnTo>
                    <a:pt x="5650" y="2846"/>
                  </a:lnTo>
                  <a:lnTo>
                    <a:pt x="5629" y="2658"/>
                  </a:lnTo>
                  <a:lnTo>
                    <a:pt x="5734" y="2595"/>
                  </a:lnTo>
                  <a:lnTo>
                    <a:pt x="5880" y="2553"/>
                  </a:lnTo>
                  <a:lnTo>
                    <a:pt x="5964" y="2428"/>
                  </a:lnTo>
                  <a:lnTo>
                    <a:pt x="5985" y="2302"/>
                  </a:lnTo>
                  <a:lnTo>
                    <a:pt x="5985" y="2135"/>
                  </a:lnTo>
                  <a:lnTo>
                    <a:pt x="5985" y="2030"/>
                  </a:lnTo>
                  <a:lnTo>
                    <a:pt x="6048" y="1926"/>
                  </a:lnTo>
                  <a:lnTo>
                    <a:pt x="6152" y="1758"/>
                  </a:lnTo>
                  <a:lnTo>
                    <a:pt x="6194" y="1695"/>
                  </a:lnTo>
                  <a:lnTo>
                    <a:pt x="6236" y="1654"/>
                  </a:lnTo>
                  <a:lnTo>
                    <a:pt x="6341" y="1570"/>
                  </a:lnTo>
                  <a:lnTo>
                    <a:pt x="6382" y="1570"/>
                  </a:lnTo>
                  <a:lnTo>
                    <a:pt x="6466" y="1465"/>
                  </a:lnTo>
                  <a:lnTo>
                    <a:pt x="6592" y="1403"/>
                  </a:lnTo>
                  <a:lnTo>
                    <a:pt x="6613" y="1340"/>
                  </a:lnTo>
                  <a:lnTo>
                    <a:pt x="6571" y="1193"/>
                  </a:lnTo>
                  <a:lnTo>
                    <a:pt x="6571" y="1131"/>
                  </a:lnTo>
                  <a:lnTo>
                    <a:pt x="6550" y="1047"/>
                  </a:lnTo>
                  <a:lnTo>
                    <a:pt x="6445" y="984"/>
                  </a:lnTo>
                  <a:lnTo>
                    <a:pt x="6382" y="921"/>
                  </a:lnTo>
                  <a:lnTo>
                    <a:pt x="6382" y="733"/>
                  </a:lnTo>
                  <a:lnTo>
                    <a:pt x="6362" y="628"/>
                  </a:lnTo>
                  <a:lnTo>
                    <a:pt x="6299" y="503"/>
                  </a:lnTo>
                  <a:lnTo>
                    <a:pt x="6236" y="356"/>
                  </a:lnTo>
                  <a:lnTo>
                    <a:pt x="6069" y="147"/>
                  </a:lnTo>
                  <a:lnTo>
                    <a:pt x="5985" y="126"/>
                  </a:lnTo>
                  <a:lnTo>
                    <a:pt x="5880" y="84"/>
                  </a:lnTo>
                  <a:lnTo>
                    <a:pt x="5838" y="189"/>
                  </a:lnTo>
                  <a:lnTo>
                    <a:pt x="5818" y="252"/>
                  </a:lnTo>
                  <a:lnTo>
                    <a:pt x="5755" y="294"/>
                  </a:lnTo>
                  <a:lnTo>
                    <a:pt x="5671" y="252"/>
                  </a:lnTo>
                  <a:lnTo>
                    <a:pt x="5608" y="294"/>
                  </a:lnTo>
                  <a:lnTo>
                    <a:pt x="5546" y="335"/>
                  </a:lnTo>
                  <a:lnTo>
                    <a:pt x="5441" y="398"/>
                  </a:lnTo>
                  <a:lnTo>
                    <a:pt x="5399" y="503"/>
                  </a:lnTo>
                  <a:lnTo>
                    <a:pt x="5294" y="524"/>
                  </a:lnTo>
                  <a:lnTo>
                    <a:pt x="5232" y="461"/>
                  </a:lnTo>
                  <a:lnTo>
                    <a:pt x="5190" y="440"/>
                  </a:lnTo>
                  <a:lnTo>
                    <a:pt x="5022" y="419"/>
                  </a:lnTo>
                  <a:lnTo>
                    <a:pt x="4834" y="335"/>
                  </a:lnTo>
                  <a:lnTo>
                    <a:pt x="4583" y="315"/>
                  </a:lnTo>
                  <a:lnTo>
                    <a:pt x="4458" y="356"/>
                  </a:lnTo>
                  <a:lnTo>
                    <a:pt x="4144" y="335"/>
                  </a:lnTo>
                  <a:lnTo>
                    <a:pt x="4039" y="398"/>
                  </a:lnTo>
                  <a:lnTo>
                    <a:pt x="3872" y="607"/>
                  </a:lnTo>
                  <a:lnTo>
                    <a:pt x="3746" y="670"/>
                  </a:lnTo>
                  <a:lnTo>
                    <a:pt x="3641" y="649"/>
                  </a:lnTo>
                  <a:lnTo>
                    <a:pt x="3411" y="566"/>
                  </a:lnTo>
                  <a:lnTo>
                    <a:pt x="3265" y="545"/>
                  </a:lnTo>
                  <a:lnTo>
                    <a:pt x="3097" y="440"/>
                  </a:lnTo>
                  <a:lnTo>
                    <a:pt x="2993" y="419"/>
                  </a:lnTo>
                  <a:lnTo>
                    <a:pt x="2993" y="356"/>
                  </a:lnTo>
                  <a:lnTo>
                    <a:pt x="2888" y="294"/>
                  </a:lnTo>
                  <a:lnTo>
                    <a:pt x="2784" y="294"/>
                  </a:lnTo>
                  <a:lnTo>
                    <a:pt x="2742" y="315"/>
                  </a:lnTo>
                  <a:lnTo>
                    <a:pt x="2595" y="335"/>
                  </a:lnTo>
                  <a:lnTo>
                    <a:pt x="2512" y="356"/>
                  </a:lnTo>
                  <a:lnTo>
                    <a:pt x="2428" y="398"/>
                  </a:lnTo>
                  <a:lnTo>
                    <a:pt x="2365" y="461"/>
                  </a:lnTo>
                  <a:lnTo>
                    <a:pt x="2302" y="503"/>
                  </a:lnTo>
                  <a:lnTo>
                    <a:pt x="2198" y="419"/>
                  </a:lnTo>
                  <a:lnTo>
                    <a:pt x="2072" y="231"/>
                  </a:lnTo>
                  <a:lnTo>
                    <a:pt x="2009" y="147"/>
                  </a:lnTo>
                  <a:lnTo>
                    <a:pt x="1842" y="105"/>
                  </a:lnTo>
                  <a:lnTo>
                    <a:pt x="1758" y="84"/>
                  </a:lnTo>
                  <a:lnTo>
                    <a:pt x="1675" y="43"/>
                  </a:lnTo>
                  <a:lnTo>
                    <a:pt x="1528" y="22"/>
                  </a:lnTo>
                  <a:lnTo>
                    <a:pt x="14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9374;p128">
              <a:extLst>
                <a:ext uri="{FF2B5EF4-FFF2-40B4-BE49-F238E27FC236}">
                  <a16:creationId xmlns:a16="http://schemas.microsoft.com/office/drawing/2014/main" id="{72FB6B5D-841A-9885-FDEB-78A50140AA50}"/>
                </a:ext>
              </a:extLst>
            </p:cNvPr>
            <p:cNvSpPr/>
            <p:nvPr/>
          </p:nvSpPr>
          <p:spPr>
            <a:xfrm>
              <a:off x="3805645" y="3058722"/>
              <a:ext cx="52322" cy="74968"/>
            </a:xfrm>
            <a:custGeom>
              <a:avLst/>
              <a:gdLst/>
              <a:ahLst/>
              <a:cxnLst/>
              <a:rect l="l" t="t" r="r" b="b"/>
              <a:pathLst>
                <a:path w="4394" h="6592" extrusionOk="0">
                  <a:moveTo>
                    <a:pt x="3076" y="1"/>
                  </a:moveTo>
                  <a:lnTo>
                    <a:pt x="3139" y="126"/>
                  </a:lnTo>
                  <a:lnTo>
                    <a:pt x="3159" y="231"/>
                  </a:lnTo>
                  <a:lnTo>
                    <a:pt x="3159" y="419"/>
                  </a:lnTo>
                  <a:lnTo>
                    <a:pt x="3222" y="482"/>
                  </a:lnTo>
                  <a:lnTo>
                    <a:pt x="3327" y="545"/>
                  </a:lnTo>
                  <a:lnTo>
                    <a:pt x="3348" y="629"/>
                  </a:lnTo>
                  <a:lnTo>
                    <a:pt x="3348" y="691"/>
                  </a:lnTo>
                  <a:lnTo>
                    <a:pt x="3390" y="838"/>
                  </a:lnTo>
                  <a:lnTo>
                    <a:pt x="3369" y="901"/>
                  </a:lnTo>
                  <a:lnTo>
                    <a:pt x="3243" y="963"/>
                  </a:lnTo>
                  <a:lnTo>
                    <a:pt x="3159" y="1068"/>
                  </a:lnTo>
                  <a:lnTo>
                    <a:pt x="3118" y="1068"/>
                  </a:lnTo>
                  <a:lnTo>
                    <a:pt x="3013" y="1152"/>
                  </a:lnTo>
                  <a:lnTo>
                    <a:pt x="2971" y="1193"/>
                  </a:lnTo>
                  <a:lnTo>
                    <a:pt x="2929" y="1256"/>
                  </a:lnTo>
                  <a:lnTo>
                    <a:pt x="2825" y="1424"/>
                  </a:lnTo>
                  <a:lnTo>
                    <a:pt x="2762" y="1528"/>
                  </a:lnTo>
                  <a:lnTo>
                    <a:pt x="2762" y="1633"/>
                  </a:lnTo>
                  <a:lnTo>
                    <a:pt x="2762" y="1800"/>
                  </a:lnTo>
                  <a:lnTo>
                    <a:pt x="2741" y="1926"/>
                  </a:lnTo>
                  <a:lnTo>
                    <a:pt x="2657" y="2051"/>
                  </a:lnTo>
                  <a:lnTo>
                    <a:pt x="2511" y="2093"/>
                  </a:lnTo>
                  <a:lnTo>
                    <a:pt x="2406" y="2156"/>
                  </a:lnTo>
                  <a:lnTo>
                    <a:pt x="2427" y="2344"/>
                  </a:lnTo>
                  <a:lnTo>
                    <a:pt x="2406" y="2428"/>
                  </a:lnTo>
                  <a:lnTo>
                    <a:pt x="2385" y="2554"/>
                  </a:lnTo>
                  <a:lnTo>
                    <a:pt x="2281" y="2637"/>
                  </a:lnTo>
                  <a:lnTo>
                    <a:pt x="2113" y="2784"/>
                  </a:lnTo>
                  <a:lnTo>
                    <a:pt x="2071" y="2867"/>
                  </a:lnTo>
                  <a:lnTo>
                    <a:pt x="2092" y="2951"/>
                  </a:lnTo>
                  <a:lnTo>
                    <a:pt x="2071" y="3056"/>
                  </a:lnTo>
                  <a:lnTo>
                    <a:pt x="1883" y="3244"/>
                  </a:lnTo>
                  <a:lnTo>
                    <a:pt x="1862" y="3370"/>
                  </a:lnTo>
                  <a:lnTo>
                    <a:pt x="1862" y="3453"/>
                  </a:lnTo>
                  <a:lnTo>
                    <a:pt x="1779" y="3558"/>
                  </a:lnTo>
                  <a:lnTo>
                    <a:pt x="1695" y="3579"/>
                  </a:lnTo>
                  <a:lnTo>
                    <a:pt x="1653" y="3662"/>
                  </a:lnTo>
                  <a:lnTo>
                    <a:pt x="1653" y="3704"/>
                  </a:lnTo>
                  <a:lnTo>
                    <a:pt x="1569" y="3830"/>
                  </a:lnTo>
                  <a:lnTo>
                    <a:pt x="1465" y="3893"/>
                  </a:lnTo>
                  <a:lnTo>
                    <a:pt x="1381" y="3872"/>
                  </a:lnTo>
                  <a:lnTo>
                    <a:pt x="1276" y="3809"/>
                  </a:lnTo>
                  <a:lnTo>
                    <a:pt x="1235" y="3683"/>
                  </a:lnTo>
                  <a:lnTo>
                    <a:pt x="1130" y="3621"/>
                  </a:lnTo>
                  <a:lnTo>
                    <a:pt x="1046" y="3621"/>
                  </a:lnTo>
                  <a:lnTo>
                    <a:pt x="879" y="3579"/>
                  </a:lnTo>
                  <a:lnTo>
                    <a:pt x="858" y="3558"/>
                  </a:lnTo>
                  <a:lnTo>
                    <a:pt x="816" y="3621"/>
                  </a:lnTo>
                  <a:lnTo>
                    <a:pt x="670" y="3621"/>
                  </a:lnTo>
                  <a:lnTo>
                    <a:pt x="649" y="3704"/>
                  </a:lnTo>
                  <a:lnTo>
                    <a:pt x="670" y="3809"/>
                  </a:lnTo>
                  <a:lnTo>
                    <a:pt x="502" y="3934"/>
                  </a:lnTo>
                  <a:lnTo>
                    <a:pt x="439" y="3997"/>
                  </a:lnTo>
                  <a:lnTo>
                    <a:pt x="335" y="4081"/>
                  </a:lnTo>
                  <a:lnTo>
                    <a:pt x="251" y="4144"/>
                  </a:lnTo>
                  <a:lnTo>
                    <a:pt x="251" y="4227"/>
                  </a:lnTo>
                  <a:lnTo>
                    <a:pt x="188" y="4290"/>
                  </a:lnTo>
                  <a:lnTo>
                    <a:pt x="209" y="4416"/>
                  </a:lnTo>
                  <a:lnTo>
                    <a:pt x="209" y="4541"/>
                  </a:lnTo>
                  <a:lnTo>
                    <a:pt x="146" y="4709"/>
                  </a:lnTo>
                  <a:lnTo>
                    <a:pt x="0" y="4855"/>
                  </a:lnTo>
                  <a:lnTo>
                    <a:pt x="0" y="4939"/>
                  </a:lnTo>
                  <a:lnTo>
                    <a:pt x="84" y="4960"/>
                  </a:lnTo>
                  <a:lnTo>
                    <a:pt x="188" y="4918"/>
                  </a:lnTo>
                  <a:lnTo>
                    <a:pt x="230" y="5274"/>
                  </a:lnTo>
                  <a:lnTo>
                    <a:pt x="335" y="5274"/>
                  </a:lnTo>
                  <a:lnTo>
                    <a:pt x="398" y="5357"/>
                  </a:lnTo>
                  <a:lnTo>
                    <a:pt x="565" y="5274"/>
                  </a:lnTo>
                  <a:lnTo>
                    <a:pt x="649" y="5399"/>
                  </a:lnTo>
                  <a:lnTo>
                    <a:pt x="628" y="5483"/>
                  </a:lnTo>
                  <a:lnTo>
                    <a:pt x="628" y="5650"/>
                  </a:lnTo>
                  <a:lnTo>
                    <a:pt x="732" y="5797"/>
                  </a:lnTo>
                  <a:lnTo>
                    <a:pt x="732" y="6006"/>
                  </a:lnTo>
                  <a:lnTo>
                    <a:pt x="649" y="6215"/>
                  </a:lnTo>
                  <a:lnTo>
                    <a:pt x="753" y="6299"/>
                  </a:lnTo>
                  <a:lnTo>
                    <a:pt x="649" y="6403"/>
                  </a:lnTo>
                  <a:lnTo>
                    <a:pt x="649" y="6403"/>
                  </a:lnTo>
                  <a:lnTo>
                    <a:pt x="732" y="6383"/>
                  </a:lnTo>
                  <a:lnTo>
                    <a:pt x="816" y="6383"/>
                  </a:lnTo>
                  <a:lnTo>
                    <a:pt x="837" y="6403"/>
                  </a:lnTo>
                  <a:lnTo>
                    <a:pt x="1507" y="6403"/>
                  </a:lnTo>
                  <a:lnTo>
                    <a:pt x="1548" y="6383"/>
                  </a:lnTo>
                  <a:lnTo>
                    <a:pt x="1590" y="6341"/>
                  </a:lnTo>
                  <a:lnTo>
                    <a:pt x="1653" y="6383"/>
                  </a:lnTo>
                  <a:lnTo>
                    <a:pt x="1695" y="6320"/>
                  </a:lnTo>
                  <a:lnTo>
                    <a:pt x="1862" y="6341"/>
                  </a:lnTo>
                  <a:lnTo>
                    <a:pt x="1904" y="6320"/>
                  </a:lnTo>
                  <a:lnTo>
                    <a:pt x="2092" y="6320"/>
                  </a:lnTo>
                  <a:lnTo>
                    <a:pt x="2134" y="6341"/>
                  </a:lnTo>
                  <a:lnTo>
                    <a:pt x="2239" y="6320"/>
                  </a:lnTo>
                  <a:lnTo>
                    <a:pt x="2323" y="6320"/>
                  </a:lnTo>
                  <a:lnTo>
                    <a:pt x="2323" y="6341"/>
                  </a:lnTo>
                  <a:lnTo>
                    <a:pt x="2490" y="6383"/>
                  </a:lnTo>
                  <a:lnTo>
                    <a:pt x="2511" y="6341"/>
                  </a:lnTo>
                  <a:lnTo>
                    <a:pt x="2553" y="6341"/>
                  </a:lnTo>
                  <a:lnTo>
                    <a:pt x="2595" y="6403"/>
                  </a:lnTo>
                  <a:lnTo>
                    <a:pt x="3327" y="6403"/>
                  </a:lnTo>
                  <a:lnTo>
                    <a:pt x="3390" y="6424"/>
                  </a:lnTo>
                  <a:lnTo>
                    <a:pt x="3431" y="6403"/>
                  </a:lnTo>
                  <a:lnTo>
                    <a:pt x="3452" y="6403"/>
                  </a:lnTo>
                  <a:lnTo>
                    <a:pt x="3536" y="6487"/>
                  </a:lnTo>
                  <a:lnTo>
                    <a:pt x="3578" y="6445"/>
                  </a:lnTo>
                  <a:lnTo>
                    <a:pt x="3662" y="6487"/>
                  </a:lnTo>
                  <a:lnTo>
                    <a:pt x="3683" y="6529"/>
                  </a:lnTo>
                  <a:lnTo>
                    <a:pt x="3745" y="6508"/>
                  </a:lnTo>
                  <a:lnTo>
                    <a:pt x="3766" y="6487"/>
                  </a:lnTo>
                  <a:lnTo>
                    <a:pt x="3808" y="6487"/>
                  </a:lnTo>
                  <a:lnTo>
                    <a:pt x="3892" y="6550"/>
                  </a:lnTo>
                  <a:lnTo>
                    <a:pt x="3955" y="6529"/>
                  </a:lnTo>
                  <a:lnTo>
                    <a:pt x="4059" y="6529"/>
                  </a:lnTo>
                  <a:lnTo>
                    <a:pt x="4101" y="6550"/>
                  </a:lnTo>
                  <a:lnTo>
                    <a:pt x="4206" y="6550"/>
                  </a:lnTo>
                  <a:lnTo>
                    <a:pt x="4206" y="6592"/>
                  </a:lnTo>
                  <a:lnTo>
                    <a:pt x="4289" y="6592"/>
                  </a:lnTo>
                  <a:lnTo>
                    <a:pt x="4310" y="6529"/>
                  </a:lnTo>
                  <a:lnTo>
                    <a:pt x="4268" y="6424"/>
                  </a:lnTo>
                  <a:lnTo>
                    <a:pt x="4268" y="6403"/>
                  </a:lnTo>
                  <a:lnTo>
                    <a:pt x="4331" y="6299"/>
                  </a:lnTo>
                  <a:lnTo>
                    <a:pt x="4373" y="6215"/>
                  </a:lnTo>
                  <a:lnTo>
                    <a:pt x="4394" y="6194"/>
                  </a:lnTo>
                  <a:lnTo>
                    <a:pt x="4373" y="6194"/>
                  </a:lnTo>
                  <a:lnTo>
                    <a:pt x="4331" y="6131"/>
                  </a:lnTo>
                  <a:lnTo>
                    <a:pt x="4331" y="6069"/>
                  </a:lnTo>
                  <a:lnTo>
                    <a:pt x="4331" y="5922"/>
                  </a:lnTo>
                  <a:lnTo>
                    <a:pt x="4164" y="5797"/>
                  </a:lnTo>
                  <a:lnTo>
                    <a:pt x="4080" y="5713"/>
                  </a:lnTo>
                  <a:lnTo>
                    <a:pt x="3996" y="5567"/>
                  </a:lnTo>
                  <a:lnTo>
                    <a:pt x="3850" y="5357"/>
                  </a:lnTo>
                  <a:lnTo>
                    <a:pt x="3808" y="5232"/>
                  </a:lnTo>
                  <a:lnTo>
                    <a:pt x="3703" y="5127"/>
                  </a:lnTo>
                  <a:lnTo>
                    <a:pt x="3557" y="5043"/>
                  </a:lnTo>
                  <a:lnTo>
                    <a:pt x="3494" y="4981"/>
                  </a:lnTo>
                  <a:lnTo>
                    <a:pt x="3494" y="4750"/>
                  </a:lnTo>
                  <a:lnTo>
                    <a:pt x="3473" y="4625"/>
                  </a:lnTo>
                  <a:lnTo>
                    <a:pt x="3452" y="4458"/>
                  </a:lnTo>
                  <a:lnTo>
                    <a:pt x="3473" y="4332"/>
                  </a:lnTo>
                  <a:lnTo>
                    <a:pt x="3431" y="4186"/>
                  </a:lnTo>
                  <a:lnTo>
                    <a:pt x="3390" y="4039"/>
                  </a:lnTo>
                  <a:lnTo>
                    <a:pt x="3452" y="3976"/>
                  </a:lnTo>
                  <a:lnTo>
                    <a:pt x="3536" y="3976"/>
                  </a:lnTo>
                  <a:lnTo>
                    <a:pt x="3641" y="3788"/>
                  </a:lnTo>
                  <a:lnTo>
                    <a:pt x="3683" y="3662"/>
                  </a:lnTo>
                  <a:lnTo>
                    <a:pt x="3787" y="3474"/>
                  </a:lnTo>
                  <a:lnTo>
                    <a:pt x="3850" y="3349"/>
                  </a:lnTo>
                  <a:lnTo>
                    <a:pt x="3955" y="3307"/>
                  </a:lnTo>
                  <a:lnTo>
                    <a:pt x="4059" y="3160"/>
                  </a:lnTo>
                  <a:lnTo>
                    <a:pt x="4059" y="3139"/>
                  </a:lnTo>
                  <a:lnTo>
                    <a:pt x="4017" y="3035"/>
                  </a:lnTo>
                  <a:lnTo>
                    <a:pt x="3955" y="2867"/>
                  </a:lnTo>
                  <a:lnTo>
                    <a:pt x="3850" y="2721"/>
                  </a:lnTo>
                  <a:lnTo>
                    <a:pt x="3766" y="2637"/>
                  </a:lnTo>
                  <a:lnTo>
                    <a:pt x="3557" y="2428"/>
                  </a:lnTo>
                  <a:lnTo>
                    <a:pt x="3348" y="2240"/>
                  </a:lnTo>
                  <a:lnTo>
                    <a:pt x="3243" y="2219"/>
                  </a:lnTo>
                  <a:lnTo>
                    <a:pt x="3243" y="2135"/>
                  </a:lnTo>
                  <a:lnTo>
                    <a:pt x="3159" y="2093"/>
                  </a:lnTo>
                  <a:lnTo>
                    <a:pt x="3159" y="2030"/>
                  </a:lnTo>
                  <a:lnTo>
                    <a:pt x="3159" y="1926"/>
                  </a:lnTo>
                  <a:lnTo>
                    <a:pt x="3180" y="1884"/>
                  </a:lnTo>
                  <a:lnTo>
                    <a:pt x="3180" y="1779"/>
                  </a:lnTo>
                  <a:lnTo>
                    <a:pt x="3369" y="1779"/>
                  </a:lnTo>
                  <a:lnTo>
                    <a:pt x="3431" y="1800"/>
                  </a:lnTo>
                  <a:lnTo>
                    <a:pt x="3536" y="1779"/>
                  </a:lnTo>
                  <a:lnTo>
                    <a:pt x="3641" y="1800"/>
                  </a:lnTo>
                  <a:lnTo>
                    <a:pt x="3683" y="1779"/>
                  </a:lnTo>
                  <a:lnTo>
                    <a:pt x="3808" y="1800"/>
                  </a:lnTo>
                  <a:lnTo>
                    <a:pt x="3892" y="1821"/>
                  </a:lnTo>
                  <a:lnTo>
                    <a:pt x="3975" y="1842"/>
                  </a:lnTo>
                  <a:lnTo>
                    <a:pt x="4017" y="1800"/>
                  </a:lnTo>
                  <a:lnTo>
                    <a:pt x="3975" y="1779"/>
                  </a:lnTo>
                  <a:lnTo>
                    <a:pt x="3808" y="1633"/>
                  </a:lnTo>
                  <a:lnTo>
                    <a:pt x="3787" y="1528"/>
                  </a:lnTo>
                  <a:lnTo>
                    <a:pt x="3703" y="1486"/>
                  </a:lnTo>
                  <a:lnTo>
                    <a:pt x="3599" y="1319"/>
                  </a:lnTo>
                  <a:lnTo>
                    <a:pt x="3578" y="1214"/>
                  </a:lnTo>
                  <a:lnTo>
                    <a:pt x="3662" y="1152"/>
                  </a:lnTo>
                  <a:lnTo>
                    <a:pt x="3703" y="1005"/>
                  </a:lnTo>
                  <a:lnTo>
                    <a:pt x="3641" y="942"/>
                  </a:lnTo>
                  <a:lnTo>
                    <a:pt x="3662" y="880"/>
                  </a:lnTo>
                  <a:lnTo>
                    <a:pt x="3683" y="838"/>
                  </a:lnTo>
                  <a:lnTo>
                    <a:pt x="3683" y="754"/>
                  </a:lnTo>
                  <a:lnTo>
                    <a:pt x="3599" y="587"/>
                  </a:lnTo>
                  <a:lnTo>
                    <a:pt x="3578" y="482"/>
                  </a:lnTo>
                  <a:lnTo>
                    <a:pt x="3536" y="440"/>
                  </a:lnTo>
                  <a:lnTo>
                    <a:pt x="3494" y="252"/>
                  </a:lnTo>
                  <a:lnTo>
                    <a:pt x="3369" y="147"/>
                  </a:lnTo>
                  <a:lnTo>
                    <a:pt x="307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9375;p128">
              <a:extLst>
                <a:ext uri="{FF2B5EF4-FFF2-40B4-BE49-F238E27FC236}">
                  <a16:creationId xmlns:a16="http://schemas.microsoft.com/office/drawing/2014/main" id="{AA54B454-0A17-3D33-AF9E-27F1BDABDFE8}"/>
                </a:ext>
              </a:extLst>
            </p:cNvPr>
            <p:cNvSpPr/>
            <p:nvPr/>
          </p:nvSpPr>
          <p:spPr>
            <a:xfrm>
              <a:off x="3805883" y="3130585"/>
              <a:ext cx="39378" cy="40702"/>
            </a:xfrm>
            <a:custGeom>
              <a:avLst/>
              <a:gdLst/>
              <a:ahLst/>
              <a:cxnLst/>
              <a:rect l="l" t="t" r="r" b="b"/>
              <a:pathLst>
                <a:path w="3307" h="3579" extrusionOk="0">
                  <a:moveTo>
                    <a:pt x="1675" y="1"/>
                  </a:moveTo>
                  <a:lnTo>
                    <a:pt x="1633" y="64"/>
                  </a:lnTo>
                  <a:lnTo>
                    <a:pt x="1570" y="22"/>
                  </a:lnTo>
                  <a:lnTo>
                    <a:pt x="1528" y="64"/>
                  </a:lnTo>
                  <a:lnTo>
                    <a:pt x="1487" y="84"/>
                  </a:lnTo>
                  <a:lnTo>
                    <a:pt x="1487" y="754"/>
                  </a:lnTo>
                  <a:lnTo>
                    <a:pt x="712" y="754"/>
                  </a:lnTo>
                  <a:lnTo>
                    <a:pt x="691" y="733"/>
                  </a:lnTo>
                  <a:lnTo>
                    <a:pt x="608" y="754"/>
                  </a:lnTo>
                  <a:lnTo>
                    <a:pt x="524" y="817"/>
                  </a:lnTo>
                  <a:lnTo>
                    <a:pt x="482" y="796"/>
                  </a:lnTo>
                  <a:lnTo>
                    <a:pt x="482" y="921"/>
                  </a:lnTo>
                  <a:lnTo>
                    <a:pt x="336" y="942"/>
                  </a:lnTo>
                  <a:lnTo>
                    <a:pt x="440" y="1131"/>
                  </a:lnTo>
                  <a:lnTo>
                    <a:pt x="629" y="1172"/>
                  </a:lnTo>
                  <a:lnTo>
                    <a:pt x="378" y="1235"/>
                  </a:lnTo>
                  <a:lnTo>
                    <a:pt x="315" y="1152"/>
                  </a:lnTo>
                  <a:lnTo>
                    <a:pt x="294" y="1340"/>
                  </a:lnTo>
                  <a:lnTo>
                    <a:pt x="273" y="1654"/>
                  </a:lnTo>
                  <a:lnTo>
                    <a:pt x="168" y="1737"/>
                  </a:lnTo>
                  <a:lnTo>
                    <a:pt x="22" y="1675"/>
                  </a:lnTo>
                  <a:lnTo>
                    <a:pt x="1" y="1758"/>
                  </a:lnTo>
                  <a:lnTo>
                    <a:pt x="126" y="1988"/>
                  </a:lnTo>
                  <a:lnTo>
                    <a:pt x="210" y="2051"/>
                  </a:lnTo>
                  <a:lnTo>
                    <a:pt x="210" y="2156"/>
                  </a:lnTo>
                  <a:lnTo>
                    <a:pt x="315" y="2281"/>
                  </a:lnTo>
                  <a:lnTo>
                    <a:pt x="315" y="2470"/>
                  </a:lnTo>
                  <a:lnTo>
                    <a:pt x="398" y="2533"/>
                  </a:lnTo>
                  <a:lnTo>
                    <a:pt x="440" y="2679"/>
                  </a:lnTo>
                  <a:lnTo>
                    <a:pt x="608" y="2805"/>
                  </a:lnTo>
                  <a:lnTo>
                    <a:pt x="545" y="2825"/>
                  </a:lnTo>
                  <a:lnTo>
                    <a:pt x="712" y="2993"/>
                  </a:lnTo>
                  <a:lnTo>
                    <a:pt x="963" y="3202"/>
                  </a:lnTo>
                  <a:lnTo>
                    <a:pt x="1026" y="3328"/>
                  </a:lnTo>
                  <a:lnTo>
                    <a:pt x="1235" y="3432"/>
                  </a:lnTo>
                  <a:lnTo>
                    <a:pt x="1256" y="3537"/>
                  </a:lnTo>
                  <a:lnTo>
                    <a:pt x="1361" y="3558"/>
                  </a:lnTo>
                  <a:lnTo>
                    <a:pt x="1382" y="3579"/>
                  </a:lnTo>
                  <a:lnTo>
                    <a:pt x="1466" y="3474"/>
                  </a:lnTo>
                  <a:lnTo>
                    <a:pt x="1466" y="3411"/>
                  </a:lnTo>
                  <a:lnTo>
                    <a:pt x="1528" y="3369"/>
                  </a:lnTo>
                  <a:lnTo>
                    <a:pt x="1633" y="3369"/>
                  </a:lnTo>
                  <a:lnTo>
                    <a:pt x="1675" y="3307"/>
                  </a:lnTo>
                  <a:lnTo>
                    <a:pt x="1696" y="3307"/>
                  </a:lnTo>
                  <a:lnTo>
                    <a:pt x="1884" y="3432"/>
                  </a:lnTo>
                  <a:lnTo>
                    <a:pt x="1884" y="3328"/>
                  </a:lnTo>
                  <a:lnTo>
                    <a:pt x="1863" y="3035"/>
                  </a:lnTo>
                  <a:lnTo>
                    <a:pt x="1779" y="2951"/>
                  </a:lnTo>
                  <a:lnTo>
                    <a:pt x="1696" y="2930"/>
                  </a:lnTo>
                  <a:lnTo>
                    <a:pt x="1633" y="2951"/>
                  </a:lnTo>
                  <a:lnTo>
                    <a:pt x="1549" y="2993"/>
                  </a:lnTo>
                  <a:lnTo>
                    <a:pt x="1549" y="2846"/>
                  </a:lnTo>
                  <a:lnTo>
                    <a:pt x="1528" y="2784"/>
                  </a:lnTo>
                  <a:lnTo>
                    <a:pt x="1570" y="2721"/>
                  </a:lnTo>
                  <a:lnTo>
                    <a:pt x="1675" y="2721"/>
                  </a:lnTo>
                  <a:lnTo>
                    <a:pt x="1800" y="2784"/>
                  </a:lnTo>
                  <a:lnTo>
                    <a:pt x="1863" y="2721"/>
                  </a:lnTo>
                  <a:lnTo>
                    <a:pt x="1884" y="2679"/>
                  </a:lnTo>
                  <a:lnTo>
                    <a:pt x="1968" y="2679"/>
                  </a:lnTo>
                  <a:lnTo>
                    <a:pt x="2177" y="2637"/>
                  </a:lnTo>
                  <a:lnTo>
                    <a:pt x="2198" y="2574"/>
                  </a:lnTo>
                  <a:lnTo>
                    <a:pt x="2177" y="2407"/>
                  </a:lnTo>
                  <a:lnTo>
                    <a:pt x="2219" y="2365"/>
                  </a:lnTo>
                  <a:lnTo>
                    <a:pt x="2365" y="2365"/>
                  </a:lnTo>
                  <a:lnTo>
                    <a:pt x="2428" y="2595"/>
                  </a:lnTo>
                  <a:lnTo>
                    <a:pt x="2512" y="2700"/>
                  </a:lnTo>
                  <a:lnTo>
                    <a:pt x="2637" y="2637"/>
                  </a:lnTo>
                  <a:lnTo>
                    <a:pt x="2721" y="2679"/>
                  </a:lnTo>
                  <a:lnTo>
                    <a:pt x="2805" y="2616"/>
                  </a:lnTo>
                  <a:lnTo>
                    <a:pt x="2909" y="2616"/>
                  </a:lnTo>
                  <a:lnTo>
                    <a:pt x="3035" y="2679"/>
                  </a:lnTo>
                  <a:lnTo>
                    <a:pt x="3056" y="2742"/>
                  </a:lnTo>
                  <a:lnTo>
                    <a:pt x="3119" y="2742"/>
                  </a:lnTo>
                  <a:lnTo>
                    <a:pt x="3119" y="2637"/>
                  </a:lnTo>
                  <a:lnTo>
                    <a:pt x="3098" y="2533"/>
                  </a:lnTo>
                  <a:lnTo>
                    <a:pt x="3244" y="2114"/>
                  </a:lnTo>
                  <a:lnTo>
                    <a:pt x="3307" y="1884"/>
                  </a:lnTo>
                  <a:lnTo>
                    <a:pt x="3307" y="1779"/>
                  </a:lnTo>
                  <a:lnTo>
                    <a:pt x="3244" y="1696"/>
                  </a:lnTo>
                  <a:lnTo>
                    <a:pt x="3223" y="1654"/>
                  </a:lnTo>
                  <a:lnTo>
                    <a:pt x="3139" y="1570"/>
                  </a:lnTo>
                  <a:lnTo>
                    <a:pt x="3119" y="1528"/>
                  </a:lnTo>
                  <a:lnTo>
                    <a:pt x="3035" y="1486"/>
                  </a:lnTo>
                  <a:lnTo>
                    <a:pt x="3014" y="1444"/>
                  </a:lnTo>
                  <a:lnTo>
                    <a:pt x="2993" y="1382"/>
                  </a:lnTo>
                  <a:lnTo>
                    <a:pt x="2993" y="1340"/>
                  </a:lnTo>
                  <a:lnTo>
                    <a:pt x="3035" y="1319"/>
                  </a:lnTo>
                  <a:lnTo>
                    <a:pt x="3056" y="1277"/>
                  </a:lnTo>
                  <a:lnTo>
                    <a:pt x="3119" y="1277"/>
                  </a:lnTo>
                  <a:lnTo>
                    <a:pt x="3098" y="1214"/>
                  </a:lnTo>
                  <a:lnTo>
                    <a:pt x="3056" y="1172"/>
                  </a:lnTo>
                  <a:lnTo>
                    <a:pt x="3056" y="1110"/>
                  </a:lnTo>
                  <a:lnTo>
                    <a:pt x="3202" y="1026"/>
                  </a:lnTo>
                  <a:lnTo>
                    <a:pt x="3307" y="1005"/>
                  </a:lnTo>
                  <a:lnTo>
                    <a:pt x="3307" y="900"/>
                  </a:lnTo>
                  <a:lnTo>
                    <a:pt x="3265" y="838"/>
                  </a:lnTo>
                  <a:lnTo>
                    <a:pt x="3307" y="754"/>
                  </a:lnTo>
                  <a:lnTo>
                    <a:pt x="3307" y="587"/>
                  </a:lnTo>
                  <a:lnTo>
                    <a:pt x="3244" y="545"/>
                  </a:lnTo>
                  <a:lnTo>
                    <a:pt x="3056" y="524"/>
                  </a:lnTo>
                  <a:lnTo>
                    <a:pt x="2930" y="587"/>
                  </a:lnTo>
                  <a:lnTo>
                    <a:pt x="2805" y="628"/>
                  </a:lnTo>
                  <a:lnTo>
                    <a:pt x="2721" y="608"/>
                  </a:lnTo>
                  <a:lnTo>
                    <a:pt x="2616" y="649"/>
                  </a:lnTo>
                  <a:lnTo>
                    <a:pt x="2575" y="608"/>
                  </a:lnTo>
                  <a:lnTo>
                    <a:pt x="2595" y="545"/>
                  </a:lnTo>
                  <a:lnTo>
                    <a:pt x="2575" y="440"/>
                  </a:lnTo>
                  <a:lnTo>
                    <a:pt x="2575" y="315"/>
                  </a:lnTo>
                  <a:lnTo>
                    <a:pt x="2533" y="189"/>
                  </a:lnTo>
                  <a:lnTo>
                    <a:pt x="2575" y="84"/>
                  </a:lnTo>
                  <a:lnTo>
                    <a:pt x="2533" y="22"/>
                  </a:lnTo>
                  <a:lnTo>
                    <a:pt x="2491" y="22"/>
                  </a:lnTo>
                  <a:lnTo>
                    <a:pt x="2470" y="64"/>
                  </a:lnTo>
                  <a:lnTo>
                    <a:pt x="2303" y="22"/>
                  </a:lnTo>
                  <a:lnTo>
                    <a:pt x="2303" y="1"/>
                  </a:lnTo>
                  <a:lnTo>
                    <a:pt x="2219" y="1"/>
                  </a:lnTo>
                  <a:lnTo>
                    <a:pt x="2114" y="22"/>
                  </a:lnTo>
                  <a:lnTo>
                    <a:pt x="2072" y="1"/>
                  </a:lnTo>
                  <a:lnTo>
                    <a:pt x="1884" y="1"/>
                  </a:lnTo>
                  <a:lnTo>
                    <a:pt x="1842" y="22"/>
                  </a:lnTo>
                  <a:lnTo>
                    <a:pt x="16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9376;p128">
              <a:extLst>
                <a:ext uri="{FF2B5EF4-FFF2-40B4-BE49-F238E27FC236}">
                  <a16:creationId xmlns:a16="http://schemas.microsoft.com/office/drawing/2014/main" id="{E8D92E07-5B9C-9F7B-CDEC-4C72FB0A141D}"/>
                </a:ext>
              </a:extLst>
            </p:cNvPr>
            <p:cNvSpPr/>
            <p:nvPr/>
          </p:nvSpPr>
          <p:spPr>
            <a:xfrm>
              <a:off x="3809622" y="3131301"/>
              <a:ext cx="13967" cy="8575"/>
            </a:xfrm>
            <a:custGeom>
              <a:avLst/>
              <a:gdLst/>
              <a:ahLst/>
              <a:cxnLst/>
              <a:rect l="l" t="t" r="r" b="b"/>
              <a:pathLst>
                <a:path w="1173" h="754" extrusionOk="0">
                  <a:moveTo>
                    <a:pt x="398" y="1"/>
                  </a:moveTo>
                  <a:lnTo>
                    <a:pt x="315" y="21"/>
                  </a:lnTo>
                  <a:lnTo>
                    <a:pt x="294" y="42"/>
                  </a:lnTo>
                  <a:lnTo>
                    <a:pt x="336" y="147"/>
                  </a:lnTo>
                  <a:lnTo>
                    <a:pt x="168" y="335"/>
                  </a:lnTo>
                  <a:lnTo>
                    <a:pt x="1" y="628"/>
                  </a:lnTo>
                  <a:lnTo>
                    <a:pt x="168" y="691"/>
                  </a:lnTo>
                  <a:lnTo>
                    <a:pt x="168" y="733"/>
                  </a:lnTo>
                  <a:lnTo>
                    <a:pt x="210" y="754"/>
                  </a:lnTo>
                  <a:lnTo>
                    <a:pt x="294" y="691"/>
                  </a:lnTo>
                  <a:lnTo>
                    <a:pt x="377" y="670"/>
                  </a:lnTo>
                  <a:lnTo>
                    <a:pt x="398" y="691"/>
                  </a:lnTo>
                  <a:lnTo>
                    <a:pt x="1173" y="691"/>
                  </a:lnTo>
                  <a:lnTo>
                    <a:pt x="1173" y="21"/>
                  </a:lnTo>
                  <a:lnTo>
                    <a:pt x="503" y="21"/>
                  </a:lnTo>
                  <a:lnTo>
                    <a:pt x="48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9377;p128">
              <a:extLst>
                <a:ext uri="{FF2B5EF4-FFF2-40B4-BE49-F238E27FC236}">
                  <a16:creationId xmlns:a16="http://schemas.microsoft.com/office/drawing/2014/main" id="{5478BED5-2990-EB5B-DF97-E6EDA3626DB2}"/>
                </a:ext>
              </a:extLst>
            </p:cNvPr>
            <p:cNvSpPr/>
            <p:nvPr/>
          </p:nvSpPr>
          <p:spPr>
            <a:xfrm>
              <a:off x="3822327" y="3120122"/>
              <a:ext cx="52834" cy="59023"/>
            </a:xfrm>
            <a:custGeom>
              <a:avLst/>
              <a:gdLst/>
              <a:ahLst/>
              <a:cxnLst/>
              <a:rect l="l" t="t" r="r" b="b"/>
              <a:pathLst>
                <a:path w="4437" h="5190" extrusionOk="0">
                  <a:moveTo>
                    <a:pt x="3935" y="0"/>
                  </a:moveTo>
                  <a:lnTo>
                    <a:pt x="3872" y="63"/>
                  </a:lnTo>
                  <a:lnTo>
                    <a:pt x="3767" y="42"/>
                  </a:lnTo>
                  <a:lnTo>
                    <a:pt x="3537" y="147"/>
                  </a:lnTo>
                  <a:lnTo>
                    <a:pt x="3495" y="188"/>
                  </a:lnTo>
                  <a:lnTo>
                    <a:pt x="3391" y="209"/>
                  </a:lnTo>
                  <a:lnTo>
                    <a:pt x="3244" y="377"/>
                  </a:lnTo>
                  <a:lnTo>
                    <a:pt x="2972" y="816"/>
                  </a:lnTo>
                  <a:lnTo>
                    <a:pt x="2930" y="900"/>
                  </a:lnTo>
                  <a:lnTo>
                    <a:pt x="2867" y="1004"/>
                  </a:lnTo>
                  <a:lnTo>
                    <a:pt x="2867" y="1025"/>
                  </a:lnTo>
                  <a:lnTo>
                    <a:pt x="2909" y="1130"/>
                  </a:lnTo>
                  <a:lnTo>
                    <a:pt x="2888" y="1193"/>
                  </a:lnTo>
                  <a:lnTo>
                    <a:pt x="2805" y="1193"/>
                  </a:lnTo>
                  <a:lnTo>
                    <a:pt x="2805" y="1151"/>
                  </a:lnTo>
                  <a:lnTo>
                    <a:pt x="2700" y="1151"/>
                  </a:lnTo>
                  <a:lnTo>
                    <a:pt x="2658" y="1130"/>
                  </a:lnTo>
                  <a:lnTo>
                    <a:pt x="2554" y="1130"/>
                  </a:lnTo>
                  <a:lnTo>
                    <a:pt x="2491" y="1151"/>
                  </a:lnTo>
                  <a:lnTo>
                    <a:pt x="2407" y="1088"/>
                  </a:lnTo>
                  <a:lnTo>
                    <a:pt x="2365" y="1088"/>
                  </a:lnTo>
                  <a:lnTo>
                    <a:pt x="2344" y="1109"/>
                  </a:lnTo>
                  <a:lnTo>
                    <a:pt x="2282" y="1130"/>
                  </a:lnTo>
                  <a:lnTo>
                    <a:pt x="2261" y="1088"/>
                  </a:lnTo>
                  <a:lnTo>
                    <a:pt x="2177" y="1046"/>
                  </a:lnTo>
                  <a:lnTo>
                    <a:pt x="2135" y="1088"/>
                  </a:lnTo>
                  <a:lnTo>
                    <a:pt x="2051" y="1004"/>
                  </a:lnTo>
                  <a:lnTo>
                    <a:pt x="2030" y="1004"/>
                  </a:lnTo>
                  <a:lnTo>
                    <a:pt x="1989" y="1025"/>
                  </a:lnTo>
                  <a:lnTo>
                    <a:pt x="1926" y="1004"/>
                  </a:lnTo>
                  <a:lnTo>
                    <a:pt x="1194" y="1004"/>
                  </a:lnTo>
                  <a:lnTo>
                    <a:pt x="1152" y="1109"/>
                  </a:lnTo>
                  <a:lnTo>
                    <a:pt x="1194" y="1235"/>
                  </a:lnTo>
                  <a:lnTo>
                    <a:pt x="1194" y="1360"/>
                  </a:lnTo>
                  <a:lnTo>
                    <a:pt x="1214" y="1465"/>
                  </a:lnTo>
                  <a:lnTo>
                    <a:pt x="1194" y="1528"/>
                  </a:lnTo>
                  <a:lnTo>
                    <a:pt x="1235" y="1569"/>
                  </a:lnTo>
                  <a:lnTo>
                    <a:pt x="1340" y="1528"/>
                  </a:lnTo>
                  <a:lnTo>
                    <a:pt x="1424" y="1548"/>
                  </a:lnTo>
                  <a:lnTo>
                    <a:pt x="1549" y="1507"/>
                  </a:lnTo>
                  <a:lnTo>
                    <a:pt x="1675" y="1444"/>
                  </a:lnTo>
                  <a:lnTo>
                    <a:pt x="1863" y="1465"/>
                  </a:lnTo>
                  <a:lnTo>
                    <a:pt x="1926" y="1507"/>
                  </a:lnTo>
                  <a:lnTo>
                    <a:pt x="1926" y="1674"/>
                  </a:lnTo>
                  <a:lnTo>
                    <a:pt x="1884" y="1758"/>
                  </a:lnTo>
                  <a:lnTo>
                    <a:pt x="1926" y="1820"/>
                  </a:lnTo>
                  <a:lnTo>
                    <a:pt x="1926" y="1925"/>
                  </a:lnTo>
                  <a:lnTo>
                    <a:pt x="1821" y="1946"/>
                  </a:lnTo>
                  <a:lnTo>
                    <a:pt x="1675" y="2030"/>
                  </a:lnTo>
                  <a:lnTo>
                    <a:pt x="1675" y="2092"/>
                  </a:lnTo>
                  <a:lnTo>
                    <a:pt x="1717" y="2134"/>
                  </a:lnTo>
                  <a:lnTo>
                    <a:pt x="1738" y="2197"/>
                  </a:lnTo>
                  <a:lnTo>
                    <a:pt x="1675" y="2197"/>
                  </a:lnTo>
                  <a:lnTo>
                    <a:pt x="1654" y="2239"/>
                  </a:lnTo>
                  <a:lnTo>
                    <a:pt x="1612" y="2260"/>
                  </a:lnTo>
                  <a:lnTo>
                    <a:pt x="1612" y="2302"/>
                  </a:lnTo>
                  <a:lnTo>
                    <a:pt x="1633" y="2364"/>
                  </a:lnTo>
                  <a:lnTo>
                    <a:pt x="1654" y="2406"/>
                  </a:lnTo>
                  <a:lnTo>
                    <a:pt x="1738" y="2448"/>
                  </a:lnTo>
                  <a:lnTo>
                    <a:pt x="1758" y="2490"/>
                  </a:lnTo>
                  <a:lnTo>
                    <a:pt x="1842" y="2574"/>
                  </a:lnTo>
                  <a:lnTo>
                    <a:pt x="1863" y="2616"/>
                  </a:lnTo>
                  <a:lnTo>
                    <a:pt x="1926" y="2699"/>
                  </a:lnTo>
                  <a:lnTo>
                    <a:pt x="1926" y="2804"/>
                  </a:lnTo>
                  <a:lnTo>
                    <a:pt x="1863" y="3034"/>
                  </a:lnTo>
                  <a:lnTo>
                    <a:pt x="1717" y="3453"/>
                  </a:lnTo>
                  <a:lnTo>
                    <a:pt x="1738" y="3557"/>
                  </a:lnTo>
                  <a:lnTo>
                    <a:pt x="1738" y="3662"/>
                  </a:lnTo>
                  <a:lnTo>
                    <a:pt x="1675" y="3662"/>
                  </a:lnTo>
                  <a:lnTo>
                    <a:pt x="1654" y="3599"/>
                  </a:lnTo>
                  <a:lnTo>
                    <a:pt x="1528" y="3536"/>
                  </a:lnTo>
                  <a:lnTo>
                    <a:pt x="1424" y="3536"/>
                  </a:lnTo>
                  <a:lnTo>
                    <a:pt x="1340" y="3599"/>
                  </a:lnTo>
                  <a:lnTo>
                    <a:pt x="1256" y="3557"/>
                  </a:lnTo>
                  <a:lnTo>
                    <a:pt x="1131" y="3620"/>
                  </a:lnTo>
                  <a:lnTo>
                    <a:pt x="1047" y="3515"/>
                  </a:lnTo>
                  <a:lnTo>
                    <a:pt x="984" y="3285"/>
                  </a:lnTo>
                  <a:lnTo>
                    <a:pt x="838" y="3285"/>
                  </a:lnTo>
                  <a:lnTo>
                    <a:pt x="796" y="3327"/>
                  </a:lnTo>
                  <a:lnTo>
                    <a:pt x="817" y="3494"/>
                  </a:lnTo>
                  <a:lnTo>
                    <a:pt x="796" y="3557"/>
                  </a:lnTo>
                  <a:lnTo>
                    <a:pt x="587" y="3599"/>
                  </a:lnTo>
                  <a:lnTo>
                    <a:pt x="503" y="3599"/>
                  </a:lnTo>
                  <a:lnTo>
                    <a:pt x="482" y="3641"/>
                  </a:lnTo>
                  <a:lnTo>
                    <a:pt x="419" y="3704"/>
                  </a:lnTo>
                  <a:lnTo>
                    <a:pt x="294" y="3641"/>
                  </a:lnTo>
                  <a:lnTo>
                    <a:pt x="189" y="3641"/>
                  </a:lnTo>
                  <a:lnTo>
                    <a:pt x="147" y="3704"/>
                  </a:lnTo>
                  <a:lnTo>
                    <a:pt x="168" y="3766"/>
                  </a:lnTo>
                  <a:lnTo>
                    <a:pt x="168" y="3913"/>
                  </a:lnTo>
                  <a:lnTo>
                    <a:pt x="252" y="3871"/>
                  </a:lnTo>
                  <a:lnTo>
                    <a:pt x="315" y="3850"/>
                  </a:lnTo>
                  <a:lnTo>
                    <a:pt x="398" y="3871"/>
                  </a:lnTo>
                  <a:lnTo>
                    <a:pt x="482" y="3955"/>
                  </a:lnTo>
                  <a:lnTo>
                    <a:pt x="503" y="4248"/>
                  </a:lnTo>
                  <a:lnTo>
                    <a:pt x="503" y="4352"/>
                  </a:lnTo>
                  <a:lnTo>
                    <a:pt x="315" y="4227"/>
                  </a:lnTo>
                  <a:lnTo>
                    <a:pt x="294" y="4227"/>
                  </a:lnTo>
                  <a:lnTo>
                    <a:pt x="252" y="4289"/>
                  </a:lnTo>
                  <a:lnTo>
                    <a:pt x="147" y="4289"/>
                  </a:lnTo>
                  <a:lnTo>
                    <a:pt x="85" y="4331"/>
                  </a:lnTo>
                  <a:lnTo>
                    <a:pt x="85" y="4394"/>
                  </a:lnTo>
                  <a:lnTo>
                    <a:pt x="1" y="4499"/>
                  </a:lnTo>
                  <a:lnTo>
                    <a:pt x="106" y="4603"/>
                  </a:lnTo>
                  <a:lnTo>
                    <a:pt x="168" y="4687"/>
                  </a:lnTo>
                  <a:lnTo>
                    <a:pt x="315" y="4792"/>
                  </a:lnTo>
                  <a:lnTo>
                    <a:pt x="315" y="4896"/>
                  </a:lnTo>
                  <a:lnTo>
                    <a:pt x="419" y="5001"/>
                  </a:lnTo>
                  <a:lnTo>
                    <a:pt x="419" y="5126"/>
                  </a:lnTo>
                  <a:lnTo>
                    <a:pt x="482" y="5189"/>
                  </a:lnTo>
                  <a:lnTo>
                    <a:pt x="524" y="5168"/>
                  </a:lnTo>
                  <a:lnTo>
                    <a:pt x="608" y="5022"/>
                  </a:lnTo>
                  <a:lnTo>
                    <a:pt x="629" y="5022"/>
                  </a:lnTo>
                  <a:lnTo>
                    <a:pt x="712" y="4980"/>
                  </a:lnTo>
                  <a:lnTo>
                    <a:pt x="775" y="4875"/>
                  </a:lnTo>
                  <a:lnTo>
                    <a:pt x="838" y="4854"/>
                  </a:lnTo>
                  <a:lnTo>
                    <a:pt x="942" y="4771"/>
                  </a:lnTo>
                  <a:lnTo>
                    <a:pt x="1005" y="4771"/>
                  </a:lnTo>
                  <a:lnTo>
                    <a:pt x="1047" y="4813"/>
                  </a:lnTo>
                  <a:lnTo>
                    <a:pt x="1110" y="4896"/>
                  </a:lnTo>
                  <a:lnTo>
                    <a:pt x="1110" y="5001"/>
                  </a:lnTo>
                  <a:lnTo>
                    <a:pt x="1131" y="4980"/>
                  </a:lnTo>
                  <a:lnTo>
                    <a:pt x="1194" y="5001"/>
                  </a:lnTo>
                  <a:lnTo>
                    <a:pt x="1298" y="4959"/>
                  </a:lnTo>
                  <a:lnTo>
                    <a:pt x="1319" y="5001"/>
                  </a:lnTo>
                  <a:lnTo>
                    <a:pt x="1319" y="5064"/>
                  </a:lnTo>
                  <a:lnTo>
                    <a:pt x="1424" y="5064"/>
                  </a:lnTo>
                  <a:lnTo>
                    <a:pt x="1507" y="4980"/>
                  </a:lnTo>
                  <a:lnTo>
                    <a:pt x="1507" y="4875"/>
                  </a:lnTo>
                  <a:lnTo>
                    <a:pt x="1570" y="4854"/>
                  </a:lnTo>
                  <a:lnTo>
                    <a:pt x="1654" y="4875"/>
                  </a:lnTo>
                  <a:lnTo>
                    <a:pt x="1758" y="4771"/>
                  </a:lnTo>
                  <a:lnTo>
                    <a:pt x="1947" y="4708"/>
                  </a:lnTo>
                  <a:lnTo>
                    <a:pt x="1947" y="4771"/>
                  </a:lnTo>
                  <a:lnTo>
                    <a:pt x="1863" y="4896"/>
                  </a:lnTo>
                  <a:lnTo>
                    <a:pt x="1884" y="4917"/>
                  </a:lnTo>
                  <a:lnTo>
                    <a:pt x="1947" y="5022"/>
                  </a:lnTo>
                  <a:lnTo>
                    <a:pt x="2072" y="5105"/>
                  </a:lnTo>
                  <a:lnTo>
                    <a:pt x="2198" y="5022"/>
                  </a:lnTo>
                  <a:lnTo>
                    <a:pt x="2282" y="4917"/>
                  </a:lnTo>
                  <a:lnTo>
                    <a:pt x="2512" y="4687"/>
                  </a:lnTo>
                  <a:lnTo>
                    <a:pt x="2574" y="4603"/>
                  </a:lnTo>
                  <a:lnTo>
                    <a:pt x="2658" y="4541"/>
                  </a:lnTo>
                  <a:lnTo>
                    <a:pt x="2763" y="4499"/>
                  </a:lnTo>
                  <a:lnTo>
                    <a:pt x="2867" y="4352"/>
                  </a:lnTo>
                  <a:lnTo>
                    <a:pt x="2867" y="4248"/>
                  </a:lnTo>
                  <a:lnTo>
                    <a:pt x="2888" y="4080"/>
                  </a:lnTo>
                  <a:lnTo>
                    <a:pt x="2909" y="3766"/>
                  </a:lnTo>
                  <a:lnTo>
                    <a:pt x="2888" y="3745"/>
                  </a:lnTo>
                  <a:lnTo>
                    <a:pt x="2867" y="3557"/>
                  </a:lnTo>
                  <a:lnTo>
                    <a:pt x="2909" y="3453"/>
                  </a:lnTo>
                  <a:lnTo>
                    <a:pt x="3098" y="3285"/>
                  </a:lnTo>
                  <a:lnTo>
                    <a:pt x="3098" y="3139"/>
                  </a:lnTo>
                  <a:lnTo>
                    <a:pt x="3202" y="3013"/>
                  </a:lnTo>
                  <a:lnTo>
                    <a:pt x="3328" y="2908"/>
                  </a:lnTo>
                  <a:lnTo>
                    <a:pt x="3411" y="2929"/>
                  </a:lnTo>
                  <a:lnTo>
                    <a:pt x="3516" y="2867"/>
                  </a:lnTo>
                  <a:lnTo>
                    <a:pt x="3621" y="2825"/>
                  </a:lnTo>
                  <a:lnTo>
                    <a:pt x="3809" y="2511"/>
                  </a:lnTo>
                  <a:lnTo>
                    <a:pt x="3809" y="2344"/>
                  </a:lnTo>
                  <a:lnTo>
                    <a:pt x="3851" y="2155"/>
                  </a:lnTo>
                  <a:lnTo>
                    <a:pt x="3935" y="2092"/>
                  </a:lnTo>
                  <a:lnTo>
                    <a:pt x="3955" y="1946"/>
                  </a:lnTo>
                  <a:lnTo>
                    <a:pt x="3935" y="1925"/>
                  </a:lnTo>
                  <a:lnTo>
                    <a:pt x="3955" y="1737"/>
                  </a:lnTo>
                  <a:lnTo>
                    <a:pt x="3955" y="1653"/>
                  </a:lnTo>
                  <a:lnTo>
                    <a:pt x="3955" y="1507"/>
                  </a:lnTo>
                  <a:lnTo>
                    <a:pt x="4060" y="1402"/>
                  </a:lnTo>
                  <a:lnTo>
                    <a:pt x="4060" y="1256"/>
                  </a:lnTo>
                  <a:lnTo>
                    <a:pt x="4081" y="1130"/>
                  </a:lnTo>
                  <a:lnTo>
                    <a:pt x="4039" y="921"/>
                  </a:lnTo>
                  <a:lnTo>
                    <a:pt x="4290" y="607"/>
                  </a:lnTo>
                  <a:lnTo>
                    <a:pt x="4332" y="502"/>
                  </a:lnTo>
                  <a:lnTo>
                    <a:pt x="4437" y="460"/>
                  </a:lnTo>
                  <a:lnTo>
                    <a:pt x="4437" y="209"/>
                  </a:lnTo>
                  <a:lnTo>
                    <a:pt x="4374" y="105"/>
                  </a:lnTo>
                  <a:lnTo>
                    <a:pt x="4374" y="63"/>
                  </a:lnTo>
                  <a:lnTo>
                    <a:pt x="4290" y="84"/>
                  </a:lnTo>
                  <a:lnTo>
                    <a:pt x="4248" y="105"/>
                  </a:lnTo>
                  <a:lnTo>
                    <a:pt x="4144" y="63"/>
                  </a:lnTo>
                  <a:lnTo>
                    <a:pt x="41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9378;p128">
              <a:extLst>
                <a:ext uri="{FF2B5EF4-FFF2-40B4-BE49-F238E27FC236}">
                  <a16:creationId xmlns:a16="http://schemas.microsoft.com/office/drawing/2014/main" id="{9B216AD0-3A53-7484-A115-C246A0ED77C8}"/>
                </a:ext>
              </a:extLst>
            </p:cNvPr>
            <p:cNvSpPr/>
            <p:nvPr/>
          </p:nvSpPr>
          <p:spPr>
            <a:xfrm>
              <a:off x="3828067" y="3174369"/>
              <a:ext cx="7478" cy="9769"/>
            </a:xfrm>
            <a:custGeom>
              <a:avLst/>
              <a:gdLst/>
              <a:ahLst/>
              <a:cxnLst/>
              <a:rect l="l" t="t" r="r" b="b"/>
              <a:pathLst>
                <a:path w="628" h="859" extrusionOk="0">
                  <a:moveTo>
                    <a:pt x="460" y="1"/>
                  </a:moveTo>
                  <a:lnTo>
                    <a:pt x="356" y="84"/>
                  </a:lnTo>
                  <a:lnTo>
                    <a:pt x="293" y="105"/>
                  </a:lnTo>
                  <a:lnTo>
                    <a:pt x="230" y="210"/>
                  </a:lnTo>
                  <a:lnTo>
                    <a:pt x="147" y="252"/>
                  </a:lnTo>
                  <a:lnTo>
                    <a:pt x="126" y="252"/>
                  </a:lnTo>
                  <a:lnTo>
                    <a:pt x="42" y="398"/>
                  </a:lnTo>
                  <a:lnTo>
                    <a:pt x="0" y="419"/>
                  </a:lnTo>
                  <a:lnTo>
                    <a:pt x="84" y="503"/>
                  </a:lnTo>
                  <a:lnTo>
                    <a:pt x="105" y="670"/>
                  </a:lnTo>
                  <a:lnTo>
                    <a:pt x="42" y="775"/>
                  </a:lnTo>
                  <a:lnTo>
                    <a:pt x="84" y="859"/>
                  </a:lnTo>
                  <a:lnTo>
                    <a:pt x="188" y="775"/>
                  </a:lnTo>
                  <a:lnTo>
                    <a:pt x="293" y="775"/>
                  </a:lnTo>
                  <a:lnTo>
                    <a:pt x="356" y="712"/>
                  </a:lnTo>
                  <a:lnTo>
                    <a:pt x="335" y="503"/>
                  </a:lnTo>
                  <a:lnTo>
                    <a:pt x="398" y="440"/>
                  </a:lnTo>
                  <a:lnTo>
                    <a:pt x="523" y="335"/>
                  </a:lnTo>
                  <a:lnTo>
                    <a:pt x="628" y="231"/>
                  </a:lnTo>
                  <a:lnTo>
                    <a:pt x="628" y="126"/>
                  </a:lnTo>
                  <a:lnTo>
                    <a:pt x="565" y="43"/>
                  </a:lnTo>
                  <a:lnTo>
                    <a:pt x="5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9379;p128">
              <a:extLst>
                <a:ext uri="{FF2B5EF4-FFF2-40B4-BE49-F238E27FC236}">
                  <a16:creationId xmlns:a16="http://schemas.microsoft.com/office/drawing/2014/main" id="{4408EEBD-8081-2D78-00F7-952976780830}"/>
                </a:ext>
              </a:extLst>
            </p:cNvPr>
            <p:cNvSpPr/>
            <p:nvPr/>
          </p:nvSpPr>
          <p:spPr>
            <a:xfrm>
              <a:off x="3947654" y="3151533"/>
              <a:ext cx="76994" cy="74956"/>
            </a:xfrm>
            <a:custGeom>
              <a:avLst/>
              <a:gdLst/>
              <a:ahLst/>
              <a:cxnLst/>
              <a:rect l="l" t="t" r="r" b="b"/>
              <a:pathLst>
                <a:path w="6466" h="6591" extrusionOk="0">
                  <a:moveTo>
                    <a:pt x="2553" y="0"/>
                  </a:moveTo>
                  <a:lnTo>
                    <a:pt x="1779" y="42"/>
                  </a:lnTo>
                  <a:lnTo>
                    <a:pt x="858" y="42"/>
                  </a:lnTo>
                  <a:lnTo>
                    <a:pt x="816" y="105"/>
                  </a:lnTo>
                  <a:lnTo>
                    <a:pt x="754" y="105"/>
                  </a:lnTo>
                  <a:lnTo>
                    <a:pt x="712" y="146"/>
                  </a:lnTo>
                  <a:lnTo>
                    <a:pt x="775" y="230"/>
                  </a:lnTo>
                  <a:lnTo>
                    <a:pt x="858" y="314"/>
                  </a:lnTo>
                  <a:lnTo>
                    <a:pt x="858" y="356"/>
                  </a:lnTo>
                  <a:lnTo>
                    <a:pt x="921" y="439"/>
                  </a:lnTo>
                  <a:lnTo>
                    <a:pt x="963" y="628"/>
                  </a:lnTo>
                  <a:lnTo>
                    <a:pt x="984" y="732"/>
                  </a:lnTo>
                  <a:lnTo>
                    <a:pt x="942" y="795"/>
                  </a:lnTo>
                  <a:lnTo>
                    <a:pt x="942" y="879"/>
                  </a:lnTo>
                  <a:lnTo>
                    <a:pt x="879" y="942"/>
                  </a:lnTo>
                  <a:lnTo>
                    <a:pt x="816" y="963"/>
                  </a:lnTo>
                  <a:lnTo>
                    <a:pt x="754" y="963"/>
                  </a:lnTo>
                  <a:lnTo>
                    <a:pt x="733" y="942"/>
                  </a:lnTo>
                  <a:lnTo>
                    <a:pt x="733" y="983"/>
                  </a:lnTo>
                  <a:lnTo>
                    <a:pt x="754" y="1046"/>
                  </a:lnTo>
                  <a:lnTo>
                    <a:pt x="754" y="1109"/>
                  </a:lnTo>
                  <a:lnTo>
                    <a:pt x="858" y="1151"/>
                  </a:lnTo>
                  <a:lnTo>
                    <a:pt x="858" y="1214"/>
                  </a:lnTo>
                  <a:lnTo>
                    <a:pt x="942" y="1214"/>
                  </a:lnTo>
                  <a:lnTo>
                    <a:pt x="963" y="1402"/>
                  </a:lnTo>
                  <a:lnTo>
                    <a:pt x="963" y="1486"/>
                  </a:lnTo>
                  <a:lnTo>
                    <a:pt x="858" y="1590"/>
                  </a:lnTo>
                  <a:lnTo>
                    <a:pt x="775" y="1674"/>
                  </a:lnTo>
                  <a:lnTo>
                    <a:pt x="733" y="1716"/>
                  </a:lnTo>
                  <a:lnTo>
                    <a:pt x="565" y="1883"/>
                  </a:lnTo>
                  <a:lnTo>
                    <a:pt x="461" y="2030"/>
                  </a:lnTo>
                  <a:lnTo>
                    <a:pt x="293" y="2092"/>
                  </a:lnTo>
                  <a:lnTo>
                    <a:pt x="0" y="2092"/>
                  </a:lnTo>
                  <a:lnTo>
                    <a:pt x="84" y="2553"/>
                  </a:lnTo>
                  <a:lnTo>
                    <a:pt x="210" y="3243"/>
                  </a:lnTo>
                  <a:lnTo>
                    <a:pt x="628" y="3808"/>
                  </a:lnTo>
                  <a:lnTo>
                    <a:pt x="754" y="4248"/>
                  </a:lnTo>
                  <a:lnTo>
                    <a:pt x="942" y="4352"/>
                  </a:lnTo>
                  <a:lnTo>
                    <a:pt x="1026" y="4352"/>
                  </a:lnTo>
                  <a:lnTo>
                    <a:pt x="1130" y="4394"/>
                  </a:lnTo>
                  <a:lnTo>
                    <a:pt x="1172" y="4394"/>
                  </a:lnTo>
                  <a:lnTo>
                    <a:pt x="1256" y="4436"/>
                  </a:lnTo>
                  <a:lnTo>
                    <a:pt x="1256" y="4499"/>
                  </a:lnTo>
                  <a:lnTo>
                    <a:pt x="1340" y="4561"/>
                  </a:lnTo>
                  <a:lnTo>
                    <a:pt x="1444" y="4561"/>
                  </a:lnTo>
                  <a:lnTo>
                    <a:pt x="1695" y="4645"/>
                  </a:lnTo>
                  <a:lnTo>
                    <a:pt x="1779" y="4645"/>
                  </a:lnTo>
                  <a:lnTo>
                    <a:pt x="1821" y="4708"/>
                  </a:lnTo>
                  <a:lnTo>
                    <a:pt x="1884" y="4729"/>
                  </a:lnTo>
                  <a:lnTo>
                    <a:pt x="1925" y="4812"/>
                  </a:lnTo>
                  <a:lnTo>
                    <a:pt x="2030" y="4917"/>
                  </a:lnTo>
                  <a:lnTo>
                    <a:pt x="2093" y="4917"/>
                  </a:lnTo>
                  <a:lnTo>
                    <a:pt x="2093" y="4938"/>
                  </a:lnTo>
                  <a:lnTo>
                    <a:pt x="2114" y="4917"/>
                  </a:lnTo>
                  <a:lnTo>
                    <a:pt x="2177" y="4917"/>
                  </a:lnTo>
                  <a:lnTo>
                    <a:pt x="2197" y="4980"/>
                  </a:lnTo>
                  <a:lnTo>
                    <a:pt x="2281" y="4980"/>
                  </a:lnTo>
                  <a:lnTo>
                    <a:pt x="2302" y="5022"/>
                  </a:lnTo>
                  <a:lnTo>
                    <a:pt x="2323" y="4980"/>
                  </a:lnTo>
                  <a:lnTo>
                    <a:pt x="2407" y="5022"/>
                  </a:lnTo>
                  <a:lnTo>
                    <a:pt x="2428" y="5043"/>
                  </a:lnTo>
                  <a:lnTo>
                    <a:pt x="2490" y="5043"/>
                  </a:lnTo>
                  <a:lnTo>
                    <a:pt x="2511" y="5084"/>
                  </a:lnTo>
                  <a:lnTo>
                    <a:pt x="2553" y="5126"/>
                  </a:lnTo>
                  <a:lnTo>
                    <a:pt x="2637" y="5189"/>
                  </a:lnTo>
                  <a:lnTo>
                    <a:pt x="2825" y="5398"/>
                  </a:lnTo>
                  <a:lnTo>
                    <a:pt x="2846" y="5608"/>
                  </a:lnTo>
                  <a:lnTo>
                    <a:pt x="2846" y="6591"/>
                  </a:lnTo>
                  <a:lnTo>
                    <a:pt x="2951" y="6193"/>
                  </a:lnTo>
                  <a:lnTo>
                    <a:pt x="3495" y="6173"/>
                  </a:lnTo>
                  <a:lnTo>
                    <a:pt x="3599" y="6131"/>
                  </a:lnTo>
                  <a:lnTo>
                    <a:pt x="3641" y="6110"/>
                  </a:lnTo>
                  <a:lnTo>
                    <a:pt x="3704" y="6089"/>
                  </a:lnTo>
                  <a:lnTo>
                    <a:pt x="3704" y="6131"/>
                  </a:lnTo>
                  <a:lnTo>
                    <a:pt x="3788" y="6173"/>
                  </a:lnTo>
                  <a:lnTo>
                    <a:pt x="3871" y="6214"/>
                  </a:lnTo>
                  <a:lnTo>
                    <a:pt x="3955" y="6214"/>
                  </a:lnTo>
                  <a:lnTo>
                    <a:pt x="3997" y="6298"/>
                  </a:lnTo>
                  <a:lnTo>
                    <a:pt x="3976" y="6319"/>
                  </a:lnTo>
                  <a:lnTo>
                    <a:pt x="4164" y="6298"/>
                  </a:lnTo>
                  <a:lnTo>
                    <a:pt x="4269" y="6193"/>
                  </a:lnTo>
                  <a:lnTo>
                    <a:pt x="4332" y="6193"/>
                  </a:lnTo>
                  <a:lnTo>
                    <a:pt x="4394" y="6131"/>
                  </a:lnTo>
                  <a:lnTo>
                    <a:pt x="4436" y="6173"/>
                  </a:lnTo>
                  <a:lnTo>
                    <a:pt x="4436" y="6214"/>
                  </a:lnTo>
                  <a:lnTo>
                    <a:pt x="4520" y="6214"/>
                  </a:lnTo>
                  <a:lnTo>
                    <a:pt x="4604" y="6277"/>
                  </a:lnTo>
                  <a:lnTo>
                    <a:pt x="4729" y="6214"/>
                  </a:lnTo>
                  <a:lnTo>
                    <a:pt x="4897" y="6193"/>
                  </a:lnTo>
                  <a:lnTo>
                    <a:pt x="4918" y="6110"/>
                  </a:lnTo>
                  <a:lnTo>
                    <a:pt x="4897" y="6068"/>
                  </a:lnTo>
                  <a:lnTo>
                    <a:pt x="4938" y="6005"/>
                  </a:lnTo>
                  <a:lnTo>
                    <a:pt x="5043" y="6026"/>
                  </a:lnTo>
                  <a:lnTo>
                    <a:pt x="5127" y="6026"/>
                  </a:lnTo>
                  <a:lnTo>
                    <a:pt x="5210" y="6089"/>
                  </a:lnTo>
                  <a:lnTo>
                    <a:pt x="5315" y="6068"/>
                  </a:lnTo>
                  <a:lnTo>
                    <a:pt x="5357" y="6026"/>
                  </a:lnTo>
                  <a:lnTo>
                    <a:pt x="5566" y="5963"/>
                  </a:lnTo>
                  <a:lnTo>
                    <a:pt x="5650" y="5984"/>
                  </a:lnTo>
                  <a:lnTo>
                    <a:pt x="5754" y="5963"/>
                  </a:lnTo>
                  <a:lnTo>
                    <a:pt x="5775" y="5900"/>
                  </a:lnTo>
                  <a:lnTo>
                    <a:pt x="5901" y="5900"/>
                  </a:lnTo>
                  <a:lnTo>
                    <a:pt x="5985" y="5817"/>
                  </a:lnTo>
                  <a:lnTo>
                    <a:pt x="6110" y="5796"/>
                  </a:lnTo>
                  <a:lnTo>
                    <a:pt x="6194" y="5712"/>
                  </a:lnTo>
                  <a:lnTo>
                    <a:pt x="6278" y="5649"/>
                  </a:lnTo>
                  <a:lnTo>
                    <a:pt x="6382" y="5670"/>
                  </a:lnTo>
                  <a:lnTo>
                    <a:pt x="6424" y="5608"/>
                  </a:lnTo>
                  <a:lnTo>
                    <a:pt x="6466" y="5587"/>
                  </a:lnTo>
                  <a:lnTo>
                    <a:pt x="6424" y="5587"/>
                  </a:lnTo>
                  <a:lnTo>
                    <a:pt x="6424" y="5545"/>
                  </a:lnTo>
                  <a:lnTo>
                    <a:pt x="6298" y="5440"/>
                  </a:lnTo>
                  <a:lnTo>
                    <a:pt x="6173" y="5398"/>
                  </a:lnTo>
                  <a:lnTo>
                    <a:pt x="5964" y="5189"/>
                  </a:lnTo>
                  <a:lnTo>
                    <a:pt x="5985" y="5126"/>
                  </a:lnTo>
                  <a:lnTo>
                    <a:pt x="5901" y="4938"/>
                  </a:lnTo>
                  <a:lnTo>
                    <a:pt x="5859" y="4875"/>
                  </a:lnTo>
                  <a:lnTo>
                    <a:pt x="5901" y="4771"/>
                  </a:lnTo>
                  <a:lnTo>
                    <a:pt x="5859" y="4729"/>
                  </a:lnTo>
                  <a:lnTo>
                    <a:pt x="5838" y="4624"/>
                  </a:lnTo>
                  <a:lnTo>
                    <a:pt x="5796" y="4540"/>
                  </a:lnTo>
                  <a:lnTo>
                    <a:pt x="5838" y="4540"/>
                  </a:lnTo>
                  <a:lnTo>
                    <a:pt x="5775" y="4394"/>
                  </a:lnTo>
                  <a:lnTo>
                    <a:pt x="5754" y="4248"/>
                  </a:lnTo>
                  <a:lnTo>
                    <a:pt x="5838" y="4206"/>
                  </a:lnTo>
                  <a:lnTo>
                    <a:pt x="5838" y="4038"/>
                  </a:lnTo>
                  <a:lnTo>
                    <a:pt x="5754" y="3976"/>
                  </a:lnTo>
                  <a:lnTo>
                    <a:pt x="5754" y="3766"/>
                  </a:lnTo>
                  <a:lnTo>
                    <a:pt x="5775" y="3620"/>
                  </a:lnTo>
                  <a:lnTo>
                    <a:pt x="5859" y="3578"/>
                  </a:lnTo>
                  <a:lnTo>
                    <a:pt x="5880" y="3599"/>
                  </a:lnTo>
                  <a:lnTo>
                    <a:pt x="5943" y="3515"/>
                  </a:lnTo>
                  <a:lnTo>
                    <a:pt x="5859" y="3306"/>
                  </a:lnTo>
                  <a:lnTo>
                    <a:pt x="5775" y="3306"/>
                  </a:lnTo>
                  <a:lnTo>
                    <a:pt x="5650" y="3180"/>
                  </a:lnTo>
                  <a:lnTo>
                    <a:pt x="5482" y="3055"/>
                  </a:lnTo>
                  <a:lnTo>
                    <a:pt x="5482" y="2929"/>
                  </a:lnTo>
                  <a:lnTo>
                    <a:pt x="5566" y="2657"/>
                  </a:lnTo>
                  <a:lnTo>
                    <a:pt x="5692" y="2302"/>
                  </a:lnTo>
                  <a:lnTo>
                    <a:pt x="5754" y="2239"/>
                  </a:lnTo>
                  <a:lnTo>
                    <a:pt x="5734" y="2134"/>
                  </a:lnTo>
                  <a:lnTo>
                    <a:pt x="5692" y="2113"/>
                  </a:lnTo>
                  <a:lnTo>
                    <a:pt x="5734" y="2113"/>
                  </a:lnTo>
                  <a:lnTo>
                    <a:pt x="5022" y="1611"/>
                  </a:lnTo>
                  <a:lnTo>
                    <a:pt x="4959" y="1527"/>
                  </a:lnTo>
                  <a:lnTo>
                    <a:pt x="4938" y="1486"/>
                  </a:lnTo>
                  <a:lnTo>
                    <a:pt x="4959" y="1402"/>
                  </a:lnTo>
                  <a:lnTo>
                    <a:pt x="4834" y="1214"/>
                  </a:lnTo>
                  <a:lnTo>
                    <a:pt x="274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9380;p128">
              <a:extLst>
                <a:ext uri="{FF2B5EF4-FFF2-40B4-BE49-F238E27FC236}">
                  <a16:creationId xmlns:a16="http://schemas.microsoft.com/office/drawing/2014/main" id="{DA35C84D-E0DC-2F15-A0F6-2F7F26654C01}"/>
                </a:ext>
              </a:extLst>
            </p:cNvPr>
            <p:cNvSpPr/>
            <p:nvPr/>
          </p:nvSpPr>
          <p:spPr>
            <a:xfrm>
              <a:off x="3945415" y="3152954"/>
              <a:ext cx="13956" cy="10963"/>
            </a:xfrm>
            <a:custGeom>
              <a:avLst/>
              <a:gdLst/>
              <a:ahLst/>
              <a:cxnLst/>
              <a:rect l="l" t="t" r="r" b="b"/>
              <a:pathLst>
                <a:path w="1172" h="964" extrusionOk="0">
                  <a:moveTo>
                    <a:pt x="795" y="1"/>
                  </a:moveTo>
                  <a:lnTo>
                    <a:pt x="795" y="84"/>
                  </a:lnTo>
                  <a:lnTo>
                    <a:pt x="732" y="126"/>
                  </a:lnTo>
                  <a:lnTo>
                    <a:pt x="649" y="126"/>
                  </a:lnTo>
                  <a:lnTo>
                    <a:pt x="607" y="84"/>
                  </a:lnTo>
                  <a:lnTo>
                    <a:pt x="544" y="42"/>
                  </a:lnTo>
                  <a:lnTo>
                    <a:pt x="440" y="126"/>
                  </a:lnTo>
                  <a:lnTo>
                    <a:pt x="377" y="147"/>
                  </a:lnTo>
                  <a:lnTo>
                    <a:pt x="335" y="126"/>
                  </a:lnTo>
                  <a:lnTo>
                    <a:pt x="209" y="231"/>
                  </a:lnTo>
                  <a:lnTo>
                    <a:pt x="105" y="356"/>
                  </a:lnTo>
                  <a:lnTo>
                    <a:pt x="0" y="733"/>
                  </a:lnTo>
                  <a:lnTo>
                    <a:pt x="0" y="817"/>
                  </a:lnTo>
                  <a:lnTo>
                    <a:pt x="209" y="817"/>
                  </a:lnTo>
                  <a:lnTo>
                    <a:pt x="272" y="921"/>
                  </a:lnTo>
                  <a:lnTo>
                    <a:pt x="335" y="963"/>
                  </a:lnTo>
                  <a:lnTo>
                    <a:pt x="398" y="921"/>
                  </a:lnTo>
                  <a:lnTo>
                    <a:pt x="419" y="921"/>
                  </a:lnTo>
                  <a:lnTo>
                    <a:pt x="481" y="963"/>
                  </a:lnTo>
                  <a:lnTo>
                    <a:pt x="607" y="921"/>
                  </a:lnTo>
                  <a:lnTo>
                    <a:pt x="607" y="858"/>
                  </a:lnTo>
                  <a:lnTo>
                    <a:pt x="691" y="670"/>
                  </a:lnTo>
                  <a:lnTo>
                    <a:pt x="649" y="566"/>
                  </a:lnTo>
                  <a:lnTo>
                    <a:pt x="712" y="566"/>
                  </a:lnTo>
                  <a:lnTo>
                    <a:pt x="753" y="628"/>
                  </a:lnTo>
                  <a:lnTo>
                    <a:pt x="816" y="628"/>
                  </a:lnTo>
                  <a:lnTo>
                    <a:pt x="858" y="733"/>
                  </a:lnTo>
                  <a:lnTo>
                    <a:pt x="921" y="754"/>
                  </a:lnTo>
                  <a:lnTo>
                    <a:pt x="921" y="817"/>
                  </a:lnTo>
                  <a:lnTo>
                    <a:pt x="942" y="838"/>
                  </a:lnTo>
                  <a:lnTo>
                    <a:pt x="1004" y="838"/>
                  </a:lnTo>
                  <a:lnTo>
                    <a:pt x="1067" y="817"/>
                  </a:lnTo>
                  <a:lnTo>
                    <a:pt x="1130" y="754"/>
                  </a:lnTo>
                  <a:lnTo>
                    <a:pt x="1130" y="670"/>
                  </a:lnTo>
                  <a:lnTo>
                    <a:pt x="1172" y="607"/>
                  </a:lnTo>
                  <a:lnTo>
                    <a:pt x="1151" y="503"/>
                  </a:lnTo>
                  <a:lnTo>
                    <a:pt x="1109" y="314"/>
                  </a:lnTo>
                  <a:lnTo>
                    <a:pt x="1046" y="231"/>
                  </a:lnTo>
                  <a:lnTo>
                    <a:pt x="1046" y="189"/>
                  </a:lnTo>
                  <a:lnTo>
                    <a:pt x="963" y="105"/>
                  </a:lnTo>
                  <a:lnTo>
                    <a:pt x="900" y="21"/>
                  </a:lnTo>
                  <a:lnTo>
                    <a:pt x="9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9381;p128">
              <a:extLst>
                <a:ext uri="{FF2B5EF4-FFF2-40B4-BE49-F238E27FC236}">
                  <a16:creationId xmlns:a16="http://schemas.microsoft.com/office/drawing/2014/main" id="{A95738D3-5A4E-FB2C-BB62-DAA1929A67A7}"/>
                </a:ext>
              </a:extLst>
            </p:cNvPr>
            <p:cNvSpPr/>
            <p:nvPr/>
          </p:nvSpPr>
          <p:spPr>
            <a:xfrm>
              <a:off x="3945415" y="3159380"/>
              <a:ext cx="13706" cy="15956"/>
            </a:xfrm>
            <a:custGeom>
              <a:avLst/>
              <a:gdLst/>
              <a:ahLst/>
              <a:cxnLst/>
              <a:rect l="l" t="t" r="r" b="b"/>
              <a:pathLst>
                <a:path w="1151" h="1403" extrusionOk="0">
                  <a:moveTo>
                    <a:pt x="649" y="1"/>
                  </a:moveTo>
                  <a:lnTo>
                    <a:pt x="691" y="105"/>
                  </a:lnTo>
                  <a:lnTo>
                    <a:pt x="607" y="293"/>
                  </a:lnTo>
                  <a:lnTo>
                    <a:pt x="607" y="356"/>
                  </a:lnTo>
                  <a:lnTo>
                    <a:pt x="481" y="398"/>
                  </a:lnTo>
                  <a:lnTo>
                    <a:pt x="419" y="356"/>
                  </a:lnTo>
                  <a:lnTo>
                    <a:pt x="398" y="356"/>
                  </a:lnTo>
                  <a:lnTo>
                    <a:pt x="335" y="398"/>
                  </a:lnTo>
                  <a:lnTo>
                    <a:pt x="272" y="356"/>
                  </a:lnTo>
                  <a:lnTo>
                    <a:pt x="209" y="252"/>
                  </a:lnTo>
                  <a:lnTo>
                    <a:pt x="0" y="252"/>
                  </a:lnTo>
                  <a:lnTo>
                    <a:pt x="0" y="314"/>
                  </a:lnTo>
                  <a:lnTo>
                    <a:pt x="63" y="419"/>
                  </a:lnTo>
                  <a:lnTo>
                    <a:pt x="84" y="565"/>
                  </a:lnTo>
                  <a:lnTo>
                    <a:pt x="84" y="712"/>
                  </a:lnTo>
                  <a:lnTo>
                    <a:pt x="188" y="1402"/>
                  </a:lnTo>
                  <a:lnTo>
                    <a:pt x="481" y="1402"/>
                  </a:lnTo>
                  <a:lnTo>
                    <a:pt x="649" y="1340"/>
                  </a:lnTo>
                  <a:lnTo>
                    <a:pt x="753" y="1193"/>
                  </a:lnTo>
                  <a:lnTo>
                    <a:pt x="921" y="1026"/>
                  </a:lnTo>
                  <a:lnTo>
                    <a:pt x="963" y="984"/>
                  </a:lnTo>
                  <a:lnTo>
                    <a:pt x="1046" y="900"/>
                  </a:lnTo>
                  <a:lnTo>
                    <a:pt x="1151" y="796"/>
                  </a:lnTo>
                  <a:lnTo>
                    <a:pt x="1151" y="712"/>
                  </a:lnTo>
                  <a:lnTo>
                    <a:pt x="1130" y="524"/>
                  </a:lnTo>
                  <a:lnTo>
                    <a:pt x="1046" y="524"/>
                  </a:lnTo>
                  <a:lnTo>
                    <a:pt x="1046" y="461"/>
                  </a:lnTo>
                  <a:lnTo>
                    <a:pt x="942" y="419"/>
                  </a:lnTo>
                  <a:lnTo>
                    <a:pt x="942" y="356"/>
                  </a:lnTo>
                  <a:lnTo>
                    <a:pt x="921" y="293"/>
                  </a:lnTo>
                  <a:lnTo>
                    <a:pt x="921" y="252"/>
                  </a:lnTo>
                  <a:lnTo>
                    <a:pt x="921" y="189"/>
                  </a:lnTo>
                  <a:lnTo>
                    <a:pt x="858" y="168"/>
                  </a:lnTo>
                  <a:lnTo>
                    <a:pt x="816" y="63"/>
                  </a:lnTo>
                  <a:lnTo>
                    <a:pt x="753" y="63"/>
                  </a:lnTo>
                  <a:lnTo>
                    <a:pt x="7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9382;p128">
              <a:extLst>
                <a:ext uri="{FF2B5EF4-FFF2-40B4-BE49-F238E27FC236}">
                  <a16:creationId xmlns:a16="http://schemas.microsoft.com/office/drawing/2014/main" id="{9A06090E-25F7-2FCA-1332-804DDE459ABD}"/>
                </a:ext>
              </a:extLst>
            </p:cNvPr>
            <p:cNvSpPr/>
            <p:nvPr/>
          </p:nvSpPr>
          <p:spPr>
            <a:xfrm>
              <a:off x="3829055" y="3110126"/>
              <a:ext cx="131316" cy="124222"/>
            </a:xfrm>
            <a:custGeom>
              <a:avLst/>
              <a:gdLst/>
              <a:ahLst/>
              <a:cxnLst/>
              <a:rect l="l" t="t" r="r" b="b"/>
              <a:pathLst>
                <a:path w="11028" h="10923" extrusionOk="0">
                  <a:moveTo>
                    <a:pt x="7701" y="0"/>
                  </a:moveTo>
                  <a:lnTo>
                    <a:pt x="7701" y="42"/>
                  </a:lnTo>
                  <a:lnTo>
                    <a:pt x="7743" y="84"/>
                  </a:lnTo>
                  <a:lnTo>
                    <a:pt x="7659" y="189"/>
                  </a:lnTo>
                  <a:lnTo>
                    <a:pt x="7575" y="189"/>
                  </a:lnTo>
                  <a:lnTo>
                    <a:pt x="7491" y="210"/>
                  </a:lnTo>
                  <a:lnTo>
                    <a:pt x="7366" y="210"/>
                  </a:lnTo>
                  <a:lnTo>
                    <a:pt x="7282" y="251"/>
                  </a:lnTo>
                  <a:lnTo>
                    <a:pt x="7240" y="251"/>
                  </a:lnTo>
                  <a:lnTo>
                    <a:pt x="7219" y="189"/>
                  </a:lnTo>
                  <a:lnTo>
                    <a:pt x="7178" y="189"/>
                  </a:lnTo>
                  <a:lnTo>
                    <a:pt x="7157" y="147"/>
                  </a:lnTo>
                  <a:lnTo>
                    <a:pt x="7073" y="126"/>
                  </a:lnTo>
                  <a:lnTo>
                    <a:pt x="6843" y="230"/>
                  </a:lnTo>
                  <a:lnTo>
                    <a:pt x="6759" y="293"/>
                  </a:lnTo>
                  <a:lnTo>
                    <a:pt x="6717" y="335"/>
                  </a:lnTo>
                  <a:lnTo>
                    <a:pt x="6487" y="356"/>
                  </a:lnTo>
                  <a:lnTo>
                    <a:pt x="6403" y="398"/>
                  </a:lnTo>
                  <a:lnTo>
                    <a:pt x="6320" y="314"/>
                  </a:lnTo>
                  <a:lnTo>
                    <a:pt x="6215" y="293"/>
                  </a:lnTo>
                  <a:lnTo>
                    <a:pt x="6111" y="293"/>
                  </a:lnTo>
                  <a:lnTo>
                    <a:pt x="6027" y="398"/>
                  </a:lnTo>
                  <a:lnTo>
                    <a:pt x="5922" y="502"/>
                  </a:lnTo>
                  <a:lnTo>
                    <a:pt x="5964" y="544"/>
                  </a:lnTo>
                  <a:lnTo>
                    <a:pt x="6006" y="607"/>
                  </a:lnTo>
                  <a:lnTo>
                    <a:pt x="5985" y="649"/>
                  </a:lnTo>
                  <a:lnTo>
                    <a:pt x="5859" y="670"/>
                  </a:lnTo>
                  <a:lnTo>
                    <a:pt x="5797" y="649"/>
                  </a:lnTo>
                  <a:lnTo>
                    <a:pt x="5671" y="628"/>
                  </a:lnTo>
                  <a:lnTo>
                    <a:pt x="5567" y="565"/>
                  </a:lnTo>
                  <a:lnTo>
                    <a:pt x="5483" y="565"/>
                  </a:lnTo>
                  <a:lnTo>
                    <a:pt x="5399" y="628"/>
                  </a:lnTo>
                  <a:lnTo>
                    <a:pt x="5336" y="607"/>
                  </a:lnTo>
                  <a:lnTo>
                    <a:pt x="5190" y="607"/>
                  </a:lnTo>
                  <a:lnTo>
                    <a:pt x="5064" y="523"/>
                  </a:lnTo>
                  <a:lnTo>
                    <a:pt x="4939" y="544"/>
                  </a:lnTo>
                  <a:lnTo>
                    <a:pt x="4918" y="502"/>
                  </a:lnTo>
                  <a:lnTo>
                    <a:pt x="4750" y="356"/>
                  </a:lnTo>
                  <a:lnTo>
                    <a:pt x="4667" y="335"/>
                  </a:lnTo>
                  <a:lnTo>
                    <a:pt x="4499" y="210"/>
                  </a:lnTo>
                  <a:lnTo>
                    <a:pt x="4437" y="189"/>
                  </a:lnTo>
                  <a:lnTo>
                    <a:pt x="4353" y="126"/>
                  </a:lnTo>
                  <a:lnTo>
                    <a:pt x="4290" y="126"/>
                  </a:lnTo>
                  <a:lnTo>
                    <a:pt x="4290" y="189"/>
                  </a:lnTo>
                  <a:lnTo>
                    <a:pt x="4186" y="147"/>
                  </a:lnTo>
                  <a:lnTo>
                    <a:pt x="4102" y="251"/>
                  </a:lnTo>
                  <a:lnTo>
                    <a:pt x="4018" y="251"/>
                  </a:lnTo>
                  <a:lnTo>
                    <a:pt x="3976" y="293"/>
                  </a:lnTo>
                  <a:lnTo>
                    <a:pt x="3976" y="356"/>
                  </a:lnTo>
                  <a:lnTo>
                    <a:pt x="3914" y="440"/>
                  </a:lnTo>
                  <a:lnTo>
                    <a:pt x="3914" y="502"/>
                  </a:lnTo>
                  <a:lnTo>
                    <a:pt x="3872" y="544"/>
                  </a:lnTo>
                  <a:lnTo>
                    <a:pt x="3788" y="544"/>
                  </a:lnTo>
                  <a:lnTo>
                    <a:pt x="3788" y="607"/>
                  </a:lnTo>
                  <a:lnTo>
                    <a:pt x="3893" y="733"/>
                  </a:lnTo>
                  <a:lnTo>
                    <a:pt x="3830" y="774"/>
                  </a:lnTo>
                  <a:lnTo>
                    <a:pt x="3809" y="858"/>
                  </a:lnTo>
                  <a:lnTo>
                    <a:pt x="3809" y="984"/>
                  </a:lnTo>
                  <a:lnTo>
                    <a:pt x="3872" y="1088"/>
                  </a:lnTo>
                  <a:lnTo>
                    <a:pt x="3872" y="1339"/>
                  </a:lnTo>
                  <a:lnTo>
                    <a:pt x="3767" y="1381"/>
                  </a:lnTo>
                  <a:lnTo>
                    <a:pt x="3725" y="1486"/>
                  </a:lnTo>
                  <a:lnTo>
                    <a:pt x="3474" y="1800"/>
                  </a:lnTo>
                  <a:lnTo>
                    <a:pt x="3516" y="2009"/>
                  </a:lnTo>
                  <a:lnTo>
                    <a:pt x="3495" y="2135"/>
                  </a:lnTo>
                  <a:lnTo>
                    <a:pt x="3495" y="2281"/>
                  </a:lnTo>
                  <a:lnTo>
                    <a:pt x="3390" y="2386"/>
                  </a:lnTo>
                  <a:lnTo>
                    <a:pt x="3390" y="2532"/>
                  </a:lnTo>
                  <a:lnTo>
                    <a:pt x="3390" y="2616"/>
                  </a:lnTo>
                  <a:lnTo>
                    <a:pt x="3370" y="2804"/>
                  </a:lnTo>
                  <a:lnTo>
                    <a:pt x="3390" y="2825"/>
                  </a:lnTo>
                  <a:lnTo>
                    <a:pt x="3370" y="2971"/>
                  </a:lnTo>
                  <a:lnTo>
                    <a:pt x="3286" y="3034"/>
                  </a:lnTo>
                  <a:lnTo>
                    <a:pt x="3244" y="3223"/>
                  </a:lnTo>
                  <a:lnTo>
                    <a:pt x="3244" y="3390"/>
                  </a:lnTo>
                  <a:lnTo>
                    <a:pt x="3056" y="3704"/>
                  </a:lnTo>
                  <a:lnTo>
                    <a:pt x="2951" y="3746"/>
                  </a:lnTo>
                  <a:lnTo>
                    <a:pt x="2846" y="3808"/>
                  </a:lnTo>
                  <a:lnTo>
                    <a:pt x="2763" y="3787"/>
                  </a:lnTo>
                  <a:lnTo>
                    <a:pt x="2637" y="3892"/>
                  </a:lnTo>
                  <a:lnTo>
                    <a:pt x="2533" y="4018"/>
                  </a:lnTo>
                  <a:lnTo>
                    <a:pt x="2533" y="4164"/>
                  </a:lnTo>
                  <a:lnTo>
                    <a:pt x="2344" y="4332"/>
                  </a:lnTo>
                  <a:lnTo>
                    <a:pt x="2302" y="4436"/>
                  </a:lnTo>
                  <a:lnTo>
                    <a:pt x="2323" y="4624"/>
                  </a:lnTo>
                  <a:lnTo>
                    <a:pt x="2344" y="4645"/>
                  </a:lnTo>
                  <a:lnTo>
                    <a:pt x="2323" y="4959"/>
                  </a:lnTo>
                  <a:lnTo>
                    <a:pt x="2302" y="5127"/>
                  </a:lnTo>
                  <a:lnTo>
                    <a:pt x="2302" y="5231"/>
                  </a:lnTo>
                  <a:lnTo>
                    <a:pt x="2198" y="5378"/>
                  </a:lnTo>
                  <a:lnTo>
                    <a:pt x="2093" y="5420"/>
                  </a:lnTo>
                  <a:lnTo>
                    <a:pt x="2009" y="5482"/>
                  </a:lnTo>
                  <a:lnTo>
                    <a:pt x="1947" y="5566"/>
                  </a:lnTo>
                  <a:lnTo>
                    <a:pt x="1717" y="5796"/>
                  </a:lnTo>
                  <a:lnTo>
                    <a:pt x="1633" y="5901"/>
                  </a:lnTo>
                  <a:lnTo>
                    <a:pt x="1507" y="5984"/>
                  </a:lnTo>
                  <a:lnTo>
                    <a:pt x="1382" y="5901"/>
                  </a:lnTo>
                  <a:lnTo>
                    <a:pt x="1319" y="5796"/>
                  </a:lnTo>
                  <a:lnTo>
                    <a:pt x="1298" y="5775"/>
                  </a:lnTo>
                  <a:lnTo>
                    <a:pt x="1382" y="5650"/>
                  </a:lnTo>
                  <a:lnTo>
                    <a:pt x="1382" y="5587"/>
                  </a:lnTo>
                  <a:lnTo>
                    <a:pt x="1193" y="5650"/>
                  </a:lnTo>
                  <a:lnTo>
                    <a:pt x="1089" y="5754"/>
                  </a:lnTo>
                  <a:lnTo>
                    <a:pt x="1005" y="5733"/>
                  </a:lnTo>
                  <a:lnTo>
                    <a:pt x="942" y="5754"/>
                  </a:lnTo>
                  <a:lnTo>
                    <a:pt x="942" y="5859"/>
                  </a:lnTo>
                  <a:lnTo>
                    <a:pt x="859" y="5943"/>
                  </a:lnTo>
                  <a:lnTo>
                    <a:pt x="754" y="5943"/>
                  </a:lnTo>
                  <a:lnTo>
                    <a:pt x="754" y="5880"/>
                  </a:lnTo>
                  <a:lnTo>
                    <a:pt x="733" y="5838"/>
                  </a:lnTo>
                  <a:lnTo>
                    <a:pt x="629" y="5880"/>
                  </a:lnTo>
                  <a:lnTo>
                    <a:pt x="566" y="5859"/>
                  </a:lnTo>
                  <a:lnTo>
                    <a:pt x="440" y="5984"/>
                  </a:lnTo>
                  <a:lnTo>
                    <a:pt x="315" y="6089"/>
                  </a:lnTo>
                  <a:lnTo>
                    <a:pt x="252" y="6152"/>
                  </a:lnTo>
                  <a:lnTo>
                    <a:pt x="273" y="6361"/>
                  </a:lnTo>
                  <a:lnTo>
                    <a:pt x="210" y="6424"/>
                  </a:lnTo>
                  <a:lnTo>
                    <a:pt x="105" y="6424"/>
                  </a:lnTo>
                  <a:lnTo>
                    <a:pt x="1" y="6508"/>
                  </a:lnTo>
                  <a:lnTo>
                    <a:pt x="22" y="6570"/>
                  </a:lnTo>
                  <a:lnTo>
                    <a:pt x="210" y="6591"/>
                  </a:lnTo>
                  <a:lnTo>
                    <a:pt x="252" y="6633"/>
                  </a:lnTo>
                  <a:lnTo>
                    <a:pt x="273" y="6633"/>
                  </a:lnTo>
                  <a:lnTo>
                    <a:pt x="273" y="6612"/>
                  </a:lnTo>
                  <a:lnTo>
                    <a:pt x="315" y="6591"/>
                  </a:lnTo>
                  <a:lnTo>
                    <a:pt x="377" y="6591"/>
                  </a:lnTo>
                  <a:lnTo>
                    <a:pt x="482" y="6570"/>
                  </a:lnTo>
                  <a:lnTo>
                    <a:pt x="566" y="6528"/>
                  </a:lnTo>
                  <a:lnTo>
                    <a:pt x="1256" y="6528"/>
                  </a:lnTo>
                  <a:lnTo>
                    <a:pt x="1424" y="6570"/>
                  </a:lnTo>
                  <a:lnTo>
                    <a:pt x="1633" y="6528"/>
                  </a:lnTo>
                  <a:lnTo>
                    <a:pt x="2637" y="6528"/>
                  </a:lnTo>
                  <a:lnTo>
                    <a:pt x="2637" y="6612"/>
                  </a:lnTo>
                  <a:lnTo>
                    <a:pt x="2637" y="6633"/>
                  </a:lnTo>
                  <a:lnTo>
                    <a:pt x="2637" y="6717"/>
                  </a:lnTo>
                  <a:lnTo>
                    <a:pt x="2679" y="6780"/>
                  </a:lnTo>
                  <a:lnTo>
                    <a:pt x="2721" y="6842"/>
                  </a:lnTo>
                  <a:lnTo>
                    <a:pt x="2679" y="6905"/>
                  </a:lnTo>
                  <a:lnTo>
                    <a:pt x="2679" y="6989"/>
                  </a:lnTo>
                  <a:lnTo>
                    <a:pt x="2742" y="7093"/>
                  </a:lnTo>
                  <a:lnTo>
                    <a:pt x="2763" y="7219"/>
                  </a:lnTo>
                  <a:lnTo>
                    <a:pt x="2784" y="7261"/>
                  </a:lnTo>
                  <a:lnTo>
                    <a:pt x="2784" y="7345"/>
                  </a:lnTo>
                  <a:lnTo>
                    <a:pt x="2846" y="7365"/>
                  </a:lnTo>
                  <a:lnTo>
                    <a:pt x="2888" y="7449"/>
                  </a:lnTo>
                  <a:lnTo>
                    <a:pt x="2972" y="7554"/>
                  </a:lnTo>
                  <a:lnTo>
                    <a:pt x="2993" y="7763"/>
                  </a:lnTo>
                  <a:lnTo>
                    <a:pt x="3056" y="7784"/>
                  </a:lnTo>
                  <a:lnTo>
                    <a:pt x="3202" y="7784"/>
                  </a:lnTo>
                  <a:lnTo>
                    <a:pt x="3307" y="7763"/>
                  </a:lnTo>
                  <a:lnTo>
                    <a:pt x="3390" y="7784"/>
                  </a:lnTo>
                  <a:lnTo>
                    <a:pt x="3579" y="7826"/>
                  </a:lnTo>
                  <a:lnTo>
                    <a:pt x="3662" y="7763"/>
                  </a:lnTo>
                  <a:lnTo>
                    <a:pt x="4102" y="7742"/>
                  </a:lnTo>
                  <a:lnTo>
                    <a:pt x="4102" y="7575"/>
                  </a:lnTo>
                  <a:lnTo>
                    <a:pt x="4081" y="7470"/>
                  </a:lnTo>
                  <a:lnTo>
                    <a:pt x="4123" y="7449"/>
                  </a:lnTo>
                  <a:lnTo>
                    <a:pt x="4186" y="7345"/>
                  </a:lnTo>
                  <a:lnTo>
                    <a:pt x="4186" y="7198"/>
                  </a:lnTo>
                  <a:lnTo>
                    <a:pt x="4750" y="7156"/>
                  </a:lnTo>
                  <a:lnTo>
                    <a:pt x="4750" y="7114"/>
                  </a:lnTo>
                  <a:lnTo>
                    <a:pt x="4939" y="7135"/>
                  </a:lnTo>
                  <a:lnTo>
                    <a:pt x="4918" y="7219"/>
                  </a:lnTo>
                  <a:lnTo>
                    <a:pt x="4876" y="7261"/>
                  </a:lnTo>
                  <a:lnTo>
                    <a:pt x="4918" y="7324"/>
                  </a:lnTo>
                  <a:lnTo>
                    <a:pt x="5567" y="7365"/>
                  </a:lnTo>
                  <a:lnTo>
                    <a:pt x="5587" y="7449"/>
                  </a:lnTo>
                  <a:lnTo>
                    <a:pt x="5587" y="7533"/>
                  </a:lnTo>
                  <a:lnTo>
                    <a:pt x="5587" y="7617"/>
                  </a:lnTo>
                  <a:lnTo>
                    <a:pt x="5546" y="7721"/>
                  </a:lnTo>
                  <a:lnTo>
                    <a:pt x="5504" y="7826"/>
                  </a:lnTo>
                  <a:lnTo>
                    <a:pt x="5567" y="7889"/>
                  </a:lnTo>
                  <a:lnTo>
                    <a:pt x="5567" y="7972"/>
                  </a:lnTo>
                  <a:lnTo>
                    <a:pt x="5546" y="8035"/>
                  </a:lnTo>
                  <a:lnTo>
                    <a:pt x="5546" y="8056"/>
                  </a:lnTo>
                  <a:lnTo>
                    <a:pt x="5567" y="8140"/>
                  </a:lnTo>
                  <a:lnTo>
                    <a:pt x="5567" y="8349"/>
                  </a:lnTo>
                  <a:lnTo>
                    <a:pt x="5504" y="8453"/>
                  </a:lnTo>
                  <a:lnTo>
                    <a:pt x="5567" y="8495"/>
                  </a:lnTo>
                  <a:lnTo>
                    <a:pt x="5567" y="8579"/>
                  </a:lnTo>
                  <a:lnTo>
                    <a:pt x="5608" y="8621"/>
                  </a:lnTo>
                  <a:lnTo>
                    <a:pt x="5608" y="8705"/>
                  </a:lnTo>
                  <a:lnTo>
                    <a:pt x="5650" y="8725"/>
                  </a:lnTo>
                  <a:lnTo>
                    <a:pt x="5671" y="8788"/>
                  </a:lnTo>
                  <a:lnTo>
                    <a:pt x="5713" y="8809"/>
                  </a:lnTo>
                  <a:lnTo>
                    <a:pt x="5755" y="8872"/>
                  </a:lnTo>
                  <a:lnTo>
                    <a:pt x="5713" y="8935"/>
                  </a:lnTo>
                  <a:lnTo>
                    <a:pt x="5713" y="9018"/>
                  </a:lnTo>
                  <a:lnTo>
                    <a:pt x="5797" y="9081"/>
                  </a:lnTo>
                  <a:lnTo>
                    <a:pt x="5797" y="9144"/>
                  </a:lnTo>
                  <a:lnTo>
                    <a:pt x="5776" y="9186"/>
                  </a:lnTo>
                  <a:lnTo>
                    <a:pt x="5776" y="9311"/>
                  </a:lnTo>
                  <a:lnTo>
                    <a:pt x="5859" y="9353"/>
                  </a:lnTo>
                  <a:lnTo>
                    <a:pt x="5818" y="9437"/>
                  </a:lnTo>
                  <a:lnTo>
                    <a:pt x="5818" y="9458"/>
                  </a:lnTo>
                  <a:lnTo>
                    <a:pt x="5776" y="9500"/>
                  </a:lnTo>
                  <a:lnTo>
                    <a:pt x="5776" y="9625"/>
                  </a:lnTo>
                  <a:lnTo>
                    <a:pt x="5797" y="9646"/>
                  </a:lnTo>
                  <a:lnTo>
                    <a:pt x="5859" y="9646"/>
                  </a:lnTo>
                  <a:lnTo>
                    <a:pt x="5901" y="9625"/>
                  </a:lnTo>
                  <a:lnTo>
                    <a:pt x="5964" y="9604"/>
                  </a:lnTo>
                  <a:lnTo>
                    <a:pt x="5985" y="9562"/>
                  </a:lnTo>
                  <a:lnTo>
                    <a:pt x="6027" y="9562"/>
                  </a:lnTo>
                  <a:lnTo>
                    <a:pt x="6111" y="9625"/>
                  </a:lnTo>
                  <a:lnTo>
                    <a:pt x="6173" y="9646"/>
                  </a:lnTo>
                  <a:lnTo>
                    <a:pt x="6320" y="9646"/>
                  </a:lnTo>
                  <a:lnTo>
                    <a:pt x="6383" y="9667"/>
                  </a:lnTo>
                  <a:lnTo>
                    <a:pt x="6424" y="9646"/>
                  </a:lnTo>
                  <a:lnTo>
                    <a:pt x="6508" y="9625"/>
                  </a:lnTo>
                  <a:lnTo>
                    <a:pt x="6592" y="9562"/>
                  </a:lnTo>
                  <a:lnTo>
                    <a:pt x="6696" y="9541"/>
                  </a:lnTo>
                  <a:lnTo>
                    <a:pt x="6801" y="9541"/>
                  </a:lnTo>
                  <a:lnTo>
                    <a:pt x="6843" y="9604"/>
                  </a:lnTo>
                  <a:lnTo>
                    <a:pt x="6906" y="9562"/>
                  </a:lnTo>
                  <a:lnTo>
                    <a:pt x="7010" y="9625"/>
                  </a:lnTo>
                  <a:lnTo>
                    <a:pt x="7031" y="9646"/>
                  </a:lnTo>
                  <a:lnTo>
                    <a:pt x="7031" y="9751"/>
                  </a:lnTo>
                  <a:lnTo>
                    <a:pt x="7052" y="9772"/>
                  </a:lnTo>
                  <a:lnTo>
                    <a:pt x="7073" y="9814"/>
                  </a:lnTo>
                  <a:lnTo>
                    <a:pt x="7157" y="9751"/>
                  </a:lnTo>
                  <a:lnTo>
                    <a:pt x="7240" y="9709"/>
                  </a:lnTo>
                  <a:lnTo>
                    <a:pt x="7324" y="9709"/>
                  </a:lnTo>
                  <a:lnTo>
                    <a:pt x="7345" y="9667"/>
                  </a:lnTo>
                  <a:lnTo>
                    <a:pt x="7491" y="9625"/>
                  </a:lnTo>
                  <a:lnTo>
                    <a:pt x="7554" y="9625"/>
                  </a:lnTo>
                  <a:lnTo>
                    <a:pt x="7554" y="9751"/>
                  </a:lnTo>
                  <a:lnTo>
                    <a:pt x="7575" y="9814"/>
                  </a:lnTo>
                  <a:lnTo>
                    <a:pt x="7575" y="9876"/>
                  </a:lnTo>
                  <a:lnTo>
                    <a:pt x="7575" y="9939"/>
                  </a:lnTo>
                  <a:lnTo>
                    <a:pt x="7638" y="9939"/>
                  </a:lnTo>
                  <a:lnTo>
                    <a:pt x="7743" y="9981"/>
                  </a:lnTo>
                  <a:lnTo>
                    <a:pt x="7784" y="9981"/>
                  </a:lnTo>
                  <a:lnTo>
                    <a:pt x="7910" y="10065"/>
                  </a:lnTo>
                  <a:lnTo>
                    <a:pt x="8056" y="10086"/>
                  </a:lnTo>
                  <a:lnTo>
                    <a:pt x="8182" y="10127"/>
                  </a:lnTo>
                  <a:lnTo>
                    <a:pt x="8182" y="10148"/>
                  </a:lnTo>
                  <a:lnTo>
                    <a:pt x="8287" y="10148"/>
                  </a:lnTo>
                  <a:lnTo>
                    <a:pt x="8433" y="10086"/>
                  </a:lnTo>
                  <a:lnTo>
                    <a:pt x="8475" y="10044"/>
                  </a:lnTo>
                  <a:lnTo>
                    <a:pt x="8517" y="9876"/>
                  </a:lnTo>
                  <a:lnTo>
                    <a:pt x="8600" y="9876"/>
                  </a:lnTo>
                  <a:lnTo>
                    <a:pt x="8642" y="9855"/>
                  </a:lnTo>
                  <a:lnTo>
                    <a:pt x="8684" y="9855"/>
                  </a:lnTo>
                  <a:lnTo>
                    <a:pt x="8684" y="10023"/>
                  </a:lnTo>
                  <a:lnTo>
                    <a:pt x="8789" y="10127"/>
                  </a:lnTo>
                  <a:lnTo>
                    <a:pt x="8789" y="10190"/>
                  </a:lnTo>
                  <a:lnTo>
                    <a:pt x="8935" y="10274"/>
                  </a:lnTo>
                  <a:lnTo>
                    <a:pt x="9144" y="10337"/>
                  </a:lnTo>
                  <a:lnTo>
                    <a:pt x="9270" y="10441"/>
                  </a:lnTo>
                  <a:lnTo>
                    <a:pt x="9375" y="10588"/>
                  </a:lnTo>
                  <a:lnTo>
                    <a:pt x="9479" y="10671"/>
                  </a:lnTo>
                  <a:lnTo>
                    <a:pt x="9584" y="10797"/>
                  </a:lnTo>
                  <a:lnTo>
                    <a:pt x="9730" y="10922"/>
                  </a:lnTo>
                  <a:lnTo>
                    <a:pt x="9793" y="10922"/>
                  </a:lnTo>
                  <a:lnTo>
                    <a:pt x="9898" y="10902"/>
                  </a:lnTo>
                  <a:lnTo>
                    <a:pt x="9981" y="10860"/>
                  </a:lnTo>
                  <a:lnTo>
                    <a:pt x="10002" y="10881"/>
                  </a:lnTo>
                  <a:lnTo>
                    <a:pt x="10044" y="10902"/>
                  </a:lnTo>
                  <a:lnTo>
                    <a:pt x="10107" y="10922"/>
                  </a:lnTo>
                  <a:lnTo>
                    <a:pt x="10170" y="10881"/>
                  </a:lnTo>
                  <a:lnTo>
                    <a:pt x="10107" y="10253"/>
                  </a:lnTo>
                  <a:lnTo>
                    <a:pt x="10065" y="10232"/>
                  </a:lnTo>
                  <a:lnTo>
                    <a:pt x="9940" y="10253"/>
                  </a:lnTo>
                  <a:lnTo>
                    <a:pt x="9940" y="10337"/>
                  </a:lnTo>
                  <a:lnTo>
                    <a:pt x="9981" y="10378"/>
                  </a:lnTo>
                  <a:lnTo>
                    <a:pt x="9688" y="10378"/>
                  </a:lnTo>
                  <a:lnTo>
                    <a:pt x="9647" y="10295"/>
                  </a:lnTo>
                  <a:lnTo>
                    <a:pt x="9626" y="10232"/>
                  </a:lnTo>
                  <a:lnTo>
                    <a:pt x="9458" y="10065"/>
                  </a:lnTo>
                  <a:lnTo>
                    <a:pt x="9375" y="9981"/>
                  </a:lnTo>
                  <a:lnTo>
                    <a:pt x="9375" y="9855"/>
                  </a:lnTo>
                  <a:lnTo>
                    <a:pt x="9375" y="9521"/>
                  </a:lnTo>
                  <a:lnTo>
                    <a:pt x="9375" y="9437"/>
                  </a:lnTo>
                  <a:lnTo>
                    <a:pt x="9479" y="9332"/>
                  </a:lnTo>
                  <a:lnTo>
                    <a:pt x="9542" y="9290"/>
                  </a:lnTo>
                  <a:lnTo>
                    <a:pt x="9521" y="9249"/>
                  </a:lnTo>
                  <a:lnTo>
                    <a:pt x="9563" y="9228"/>
                  </a:lnTo>
                  <a:lnTo>
                    <a:pt x="9563" y="9102"/>
                  </a:lnTo>
                  <a:lnTo>
                    <a:pt x="9563" y="9018"/>
                  </a:lnTo>
                  <a:lnTo>
                    <a:pt x="9563" y="8935"/>
                  </a:lnTo>
                  <a:lnTo>
                    <a:pt x="9563" y="8872"/>
                  </a:lnTo>
                  <a:lnTo>
                    <a:pt x="9584" y="8809"/>
                  </a:lnTo>
                  <a:lnTo>
                    <a:pt x="9626" y="8767"/>
                  </a:lnTo>
                  <a:lnTo>
                    <a:pt x="9542" y="8725"/>
                  </a:lnTo>
                  <a:lnTo>
                    <a:pt x="9479" y="8663"/>
                  </a:lnTo>
                  <a:lnTo>
                    <a:pt x="9458" y="8558"/>
                  </a:lnTo>
                  <a:lnTo>
                    <a:pt x="9688" y="8077"/>
                  </a:lnTo>
                  <a:lnTo>
                    <a:pt x="10630" y="7868"/>
                  </a:lnTo>
                  <a:lnTo>
                    <a:pt x="10714" y="7889"/>
                  </a:lnTo>
                  <a:lnTo>
                    <a:pt x="10588" y="7449"/>
                  </a:lnTo>
                  <a:lnTo>
                    <a:pt x="10170" y="6884"/>
                  </a:lnTo>
                  <a:lnTo>
                    <a:pt x="10044" y="6194"/>
                  </a:lnTo>
                  <a:lnTo>
                    <a:pt x="9960" y="5733"/>
                  </a:lnTo>
                  <a:lnTo>
                    <a:pt x="9856" y="5043"/>
                  </a:lnTo>
                  <a:lnTo>
                    <a:pt x="9856" y="4896"/>
                  </a:lnTo>
                  <a:lnTo>
                    <a:pt x="9835" y="4750"/>
                  </a:lnTo>
                  <a:lnTo>
                    <a:pt x="9772" y="4645"/>
                  </a:lnTo>
                  <a:lnTo>
                    <a:pt x="9772" y="4583"/>
                  </a:lnTo>
                  <a:lnTo>
                    <a:pt x="9772" y="4499"/>
                  </a:lnTo>
                  <a:lnTo>
                    <a:pt x="9877" y="4122"/>
                  </a:lnTo>
                  <a:lnTo>
                    <a:pt x="9981" y="3997"/>
                  </a:lnTo>
                  <a:lnTo>
                    <a:pt x="10107" y="3892"/>
                  </a:lnTo>
                  <a:lnTo>
                    <a:pt x="10149" y="3871"/>
                  </a:lnTo>
                  <a:lnTo>
                    <a:pt x="10107" y="3746"/>
                  </a:lnTo>
                  <a:lnTo>
                    <a:pt x="10191" y="3536"/>
                  </a:lnTo>
                  <a:lnTo>
                    <a:pt x="10212" y="3327"/>
                  </a:lnTo>
                  <a:lnTo>
                    <a:pt x="10212" y="3160"/>
                  </a:lnTo>
                  <a:lnTo>
                    <a:pt x="10253" y="3118"/>
                  </a:lnTo>
                  <a:lnTo>
                    <a:pt x="10484" y="2699"/>
                  </a:lnTo>
                  <a:lnTo>
                    <a:pt x="10525" y="2616"/>
                  </a:lnTo>
                  <a:lnTo>
                    <a:pt x="10714" y="2407"/>
                  </a:lnTo>
                  <a:lnTo>
                    <a:pt x="11007" y="2009"/>
                  </a:lnTo>
                  <a:lnTo>
                    <a:pt x="11028" y="1925"/>
                  </a:lnTo>
                  <a:lnTo>
                    <a:pt x="10986" y="1863"/>
                  </a:lnTo>
                  <a:lnTo>
                    <a:pt x="10923" y="1779"/>
                  </a:lnTo>
                  <a:lnTo>
                    <a:pt x="10839" y="1716"/>
                  </a:lnTo>
                  <a:lnTo>
                    <a:pt x="10881" y="1591"/>
                  </a:lnTo>
                  <a:lnTo>
                    <a:pt x="10902" y="1381"/>
                  </a:lnTo>
                  <a:lnTo>
                    <a:pt x="10902" y="1235"/>
                  </a:lnTo>
                  <a:lnTo>
                    <a:pt x="10944" y="1151"/>
                  </a:lnTo>
                  <a:lnTo>
                    <a:pt x="10986" y="1047"/>
                  </a:lnTo>
                  <a:lnTo>
                    <a:pt x="10944" y="1026"/>
                  </a:lnTo>
                  <a:lnTo>
                    <a:pt x="10776" y="1026"/>
                  </a:lnTo>
                  <a:lnTo>
                    <a:pt x="10776" y="942"/>
                  </a:lnTo>
                  <a:lnTo>
                    <a:pt x="10735" y="858"/>
                  </a:lnTo>
                  <a:lnTo>
                    <a:pt x="10693" y="837"/>
                  </a:lnTo>
                  <a:lnTo>
                    <a:pt x="10672" y="733"/>
                  </a:lnTo>
                  <a:lnTo>
                    <a:pt x="10588" y="670"/>
                  </a:lnTo>
                  <a:lnTo>
                    <a:pt x="10463" y="628"/>
                  </a:lnTo>
                  <a:lnTo>
                    <a:pt x="10400" y="565"/>
                  </a:lnTo>
                  <a:lnTo>
                    <a:pt x="10358" y="502"/>
                  </a:lnTo>
                  <a:lnTo>
                    <a:pt x="10274" y="335"/>
                  </a:lnTo>
                  <a:lnTo>
                    <a:pt x="10212" y="314"/>
                  </a:lnTo>
                  <a:lnTo>
                    <a:pt x="10086" y="314"/>
                  </a:lnTo>
                  <a:lnTo>
                    <a:pt x="10044" y="398"/>
                  </a:lnTo>
                  <a:lnTo>
                    <a:pt x="9981" y="440"/>
                  </a:lnTo>
                  <a:lnTo>
                    <a:pt x="9877" y="502"/>
                  </a:lnTo>
                  <a:lnTo>
                    <a:pt x="9835" y="502"/>
                  </a:lnTo>
                  <a:lnTo>
                    <a:pt x="9793" y="440"/>
                  </a:lnTo>
                  <a:lnTo>
                    <a:pt x="9584" y="440"/>
                  </a:lnTo>
                  <a:lnTo>
                    <a:pt x="9521" y="502"/>
                  </a:lnTo>
                  <a:lnTo>
                    <a:pt x="9479" y="544"/>
                  </a:lnTo>
                  <a:lnTo>
                    <a:pt x="9416" y="565"/>
                  </a:lnTo>
                  <a:lnTo>
                    <a:pt x="9312" y="523"/>
                  </a:lnTo>
                  <a:lnTo>
                    <a:pt x="9165" y="440"/>
                  </a:lnTo>
                  <a:lnTo>
                    <a:pt x="9124" y="356"/>
                  </a:lnTo>
                  <a:lnTo>
                    <a:pt x="9040" y="335"/>
                  </a:lnTo>
                  <a:lnTo>
                    <a:pt x="8998" y="293"/>
                  </a:lnTo>
                  <a:lnTo>
                    <a:pt x="8956" y="189"/>
                  </a:lnTo>
                  <a:lnTo>
                    <a:pt x="8935" y="147"/>
                  </a:lnTo>
                  <a:lnTo>
                    <a:pt x="8831" y="105"/>
                  </a:lnTo>
                  <a:lnTo>
                    <a:pt x="8705" y="105"/>
                  </a:lnTo>
                  <a:lnTo>
                    <a:pt x="8517" y="189"/>
                  </a:lnTo>
                  <a:lnTo>
                    <a:pt x="8496" y="147"/>
                  </a:lnTo>
                  <a:lnTo>
                    <a:pt x="8266" y="147"/>
                  </a:lnTo>
                  <a:lnTo>
                    <a:pt x="8182" y="105"/>
                  </a:lnTo>
                  <a:lnTo>
                    <a:pt x="8098" y="84"/>
                  </a:lnTo>
                  <a:lnTo>
                    <a:pt x="8056" y="42"/>
                  </a:lnTo>
                  <a:lnTo>
                    <a:pt x="7868" y="42"/>
                  </a:lnTo>
                  <a:lnTo>
                    <a:pt x="77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6CBC2"/>
                </a:solidFill>
              </a:endParaRPr>
            </a:p>
          </p:txBody>
        </p:sp>
        <p:sp>
          <p:nvSpPr>
            <p:cNvPr id="422" name="Google Shape;9383;p128">
              <a:extLst>
                <a:ext uri="{FF2B5EF4-FFF2-40B4-BE49-F238E27FC236}">
                  <a16:creationId xmlns:a16="http://schemas.microsoft.com/office/drawing/2014/main" id="{40550285-8995-D598-E678-6EA6B7A7B535}"/>
                </a:ext>
              </a:extLst>
            </p:cNvPr>
            <p:cNvSpPr/>
            <p:nvPr/>
          </p:nvSpPr>
          <p:spPr>
            <a:xfrm>
              <a:off x="3970326" y="3207451"/>
              <a:ext cx="21934" cy="52837"/>
            </a:xfrm>
            <a:custGeom>
              <a:avLst/>
              <a:gdLst/>
              <a:ahLst/>
              <a:cxnLst/>
              <a:rect l="l" t="t" r="r" b="b"/>
              <a:pathLst>
                <a:path w="1842" h="4646" extrusionOk="0">
                  <a:moveTo>
                    <a:pt x="210" y="0"/>
                  </a:moveTo>
                  <a:lnTo>
                    <a:pt x="189" y="21"/>
                  </a:lnTo>
                  <a:lnTo>
                    <a:pt x="210" y="105"/>
                  </a:lnTo>
                  <a:lnTo>
                    <a:pt x="231" y="126"/>
                  </a:lnTo>
                  <a:lnTo>
                    <a:pt x="273" y="209"/>
                  </a:lnTo>
                  <a:lnTo>
                    <a:pt x="377" y="251"/>
                  </a:lnTo>
                  <a:lnTo>
                    <a:pt x="419" y="272"/>
                  </a:lnTo>
                  <a:lnTo>
                    <a:pt x="419" y="314"/>
                  </a:lnTo>
                  <a:lnTo>
                    <a:pt x="377" y="460"/>
                  </a:lnTo>
                  <a:lnTo>
                    <a:pt x="377" y="523"/>
                  </a:lnTo>
                  <a:lnTo>
                    <a:pt x="482" y="586"/>
                  </a:lnTo>
                  <a:lnTo>
                    <a:pt x="503" y="670"/>
                  </a:lnTo>
                  <a:lnTo>
                    <a:pt x="503" y="795"/>
                  </a:lnTo>
                  <a:lnTo>
                    <a:pt x="482" y="837"/>
                  </a:lnTo>
                  <a:lnTo>
                    <a:pt x="482" y="879"/>
                  </a:lnTo>
                  <a:lnTo>
                    <a:pt x="335" y="1004"/>
                  </a:lnTo>
                  <a:lnTo>
                    <a:pt x="335" y="1088"/>
                  </a:lnTo>
                  <a:lnTo>
                    <a:pt x="377" y="1193"/>
                  </a:lnTo>
                  <a:lnTo>
                    <a:pt x="377" y="1276"/>
                  </a:lnTo>
                  <a:lnTo>
                    <a:pt x="398" y="1360"/>
                  </a:lnTo>
                  <a:lnTo>
                    <a:pt x="335" y="1423"/>
                  </a:lnTo>
                  <a:lnTo>
                    <a:pt x="398" y="1507"/>
                  </a:lnTo>
                  <a:lnTo>
                    <a:pt x="398" y="1590"/>
                  </a:lnTo>
                  <a:lnTo>
                    <a:pt x="335" y="1611"/>
                  </a:lnTo>
                  <a:lnTo>
                    <a:pt x="377" y="1695"/>
                  </a:lnTo>
                  <a:lnTo>
                    <a:pt x="398" y="1737"/>
                  </a:lnTo>
                  <a:lnTo>
                    <a:pt x="440" y="1779"/>
                  </a:lnTo>
                  <a:lnTo>
                    <a:pt x="440" y="1820"/>
                  </a:lnTo>
                  <a:lnTo>
                    <a:pt x="398" y="1820"/>
                  </a:lnTo>
                  <a:lnTo>
                    <a:pt x="377" y="1904"/>
                  </a:lnTo>
                  <a:lnTo>
                    <a:pt x="293" y="1925"/>
                  </a:lnTo>
                  <a:lnTo>
                    <a:pt x="168" y="2030"/>
                  </a:lnTo>
                  <a:lnTo>
                    <a:pt x="126" y="2051"/>
                  </a:lnTo>
                  <a:lnTo>
                    <a:pt x="126" y="2134"/>
                  </a:lnTo>
                  <a:lnTo>
                    <a:pt x="168" y="2197"/>
                  </a:lnTo>
                  <a:lnTo>
                    <a:pt x="126" y="2260"/>
                  </a:lnTo>
                  <a:lnTo>
                    <a:pt x="126" y="2344"/>
                  </a:lnTo>
                  <a:lnTo>
                    <a:pt x="63" y="2448"/>
                  </a:lnTo>
                  <a:lnTo>
                    <a:pt x="1" y="2469"/>
                  </a:lnTo>
                  <a:lnTo>
                    <a:pt x="1" y="2532"/>
                  </a:lnTo>
                  <a:lnTo>
                    <a:pt x="84" y="2636"/>
                  </a:lnTo>
                  <a:lnTo>
                    <a:pt x="126" y="2741"/>
                  </a:lnTo>
                  <a:lnTo>
                    <a:pt x="168" y="2783"/>
                  </a:lnTo>
                  <a:lnTo>
                    <a:pt x="314" y="2762"/>
                  </a:lnTo>
                  <a:lnTo>
                    <a:pt x="335" y="2825"/>
                  </a:lnTo>
                  <a:lnTo>
                    <a:pt x="377" y="2867"/>
                  </a:lnTo>
                  <a:lnTo>
                    <a:pt x="419" y="2929"/>
                  </a:lnTo>
                  <a:lnTo>
                    <a:pt x="419" y="2992"/>
                  </a:lnTo>
                  <a:lnTo>
                    <a:pt x="524" y="3055"/>
                  </a:lnTo>
                  <a:lnTo>
                    <a:pt x="586" y="3034"/>
                  </a:lnTo>
                  <a:lnTo>
                    <a:pt x="628" y="3034"/>
                  </a:lnTo>
                  <a:lnTo>
                    <a:pt x="691" y="2971"/>
                  </a:lnTo>
                  <a:lnTo>
                    <a:pt x="817" y="2971"/>
                  </a:lnTo>
                  <a:lnTo>
                    <a:pt x="963" y="2992"/>
                  </a:lnTo>
                  <a:lnTo>
                    <a:pt x="1026" y="3097"/>
                  </a:lnTo>
                  <a:lnTo>
                    <a:pt x="1026" y="3264"/>
                  </a:lnTo>
                  <a:lnTo>
                    <a:pt x="1005" y="3390"/>
                  </a:lnTo>
                  <a:lnTo>
                    <a:pt x="900" y="3515"/>
                  </a:lnTo>
                  <a:lnTo>
                    <a:pt x="837" y="3662"/>
                  </a:lnTo>
                  <a:lnTo>
                    <a:pt x="796" y="3766"/>
                  </a:lnTo>
                  <a:lnTo>
                    <a:pt x="796" y="3871"/>
                  </a:lnTo>
                  <a:lnTo>
                    <a:pt x="837" y="3996"/>
                  </a:lnTo>
                  <a:lnTo>
                    <a:pt x="837" y="4080"/>
                  </a:lnTo>
                  <a:lnTo>
                    <a:pt x="942" y="4206"/>
                  </a:lnTo>
                  <a:lnTo>
                    <a:pt x="1047" y="4289"/>
                  </a:lnTo>
                  <a:lnTo>
                    <a:pt x="1130" y="4331"/>
                  </a:lnTo>
                  <a:lnTo>
                    <a:pt x="1172" y="4394"/>
                  </a:lnTo>
                  <a:lnTo>
                    <a:pt x="1256" y="4499"/>
                  </a:lnTo>
                  <a:lnTo>
                    <a:pt x="1235" y="4541"/>
                  </a:lnTo>
                  <a:lnTo>
                    <a:pt x="1256" y="4645"/>
                  </a:lnTo>
                  <a:lnTo>
                    <a:pt x="1361" y="4624"/>
                  </a:lnTo>
                  <a:lnTo>
                    <a:pt x="1381" y="4499"/>
                  </a:lnTo>
                  <a:lnTo>
                    <a:pt x="1361" y="4352"/>
                  </a:lnTo>
                  <a:lnTo>
                    <a:pt x="1423" y="4248"/>
                  </a:lnTo>
                  <a:lnTo>
                    <a:pt x="1423" y="4143"/>
                  </a:lnTo>
                  <a:lnTo>
                    <a:pt x="1486" y="3996"/>
                  </a:lnTo>
                  <a:lnTo>
                    <a:pt x="1591" y="3976"/>
                  </a:lnTo>
                  <a:lnTo>
                    <a:pt x="1674" y="3913"/>
                  </a:lnTo>
                  <a:lnTo>
                    <a:pt x="1695" y="3808"/>
                  </a:lnTo>
                  <a:lnTo>
                    <a:pt x="1737" y="3599"/>
                  </a:lnTo>
                  <a:lnTo>
                    <a:pt x="1653" y="3515"/>
                  </a:lnTo>
                  <a:lnTo>
                    <a:pt x="1674" y="3473"/>
                  </a:lnTo>
                  <a:lnTo>
                    <a:pt x="1653" y="3452"/>
                  </a:lnTo>
                  <a:lnTo>
                    <a:pt x="1674" y="3390"/>
                  </a:lnTo>
                  <a:lnTo>
                    <a:pt x="1737" y="3390"/>
                  </a:lnTo>
                  <a:lnTo>
                    <a:pt x="1758" y="3306"/>
                  </a:lnTo>
                  <a:lnTo>
                    <a:pt x="1842" y="3306"/>
                  </a:lnTo>
                  <a:lnTo>
                    <a:pt x="1842" y="3243"/>
                  </a:lnTo>
                  <a:lnTo>
                    <a:pt x="1779" y="3160"/>
                  </a:lnTo>
                  <a:lnTo>
                    <a:pt x="1737" y="3034"/>
                  </a:lnTo>
                  <a:lnTo>
                    <a:pt x="1591" y="2846"/>
                  </a:lnTo>
                  <a:lnTo>
                    <a:pt x="1570" y="2741"/>
                  </a:lnTo>
                  <a:lnTo>
                    <a:pt x="1361" y="2553"/>
                  </a:lnTo>
                  <a:lnTo>
                    <a:pt x="1319" y="2532"/>
                  </a:lnTo>
                  <a:lnTo>
                    <a:pt x="1277" y="2469"/>
                  </a:lnTo>
                  <a:lnTo>
                    <a:pt x="1172" y="2406"/>
                  </a:lnTo>
                  <a:lnTo>
                    <a:pt x="1005" y="2323"/>
                  </a:lnTo>
                  <a:lnTo>
                    <a:pt x="921" y="1779"/>
                  </a:lnTo>
                  <a:lnTo>
                    <a:pt x="942" y="1674"/>
                  </a:lnTo>
                  <a:lnTo>
                    <a:pt x="942" y="691"/>
                  </a:lnTo>
                  <a:lnTo>
                    <a:pt x="921" y="481"/>
                  </a:lnTo>
                  <a:lnTo>
                    <a:pt x="733" y="272"/>
                  </a:lnTo>
                  <a:lnTo>
                    <a:pt x="649" y="209"/>
                  </a:lnTo>
                  <a:lnTo>
                    <a:pt x="607" y="167"/>
                  </a:lnTo>
                  <a:lnTo>
                    <a:pt x="586" y="126"/>
                  </a:lnTo>
                  <a:lnTo>
                    <a:pt x="524" y="126"/>
                  </a:lnTo>
                  <a:lnTo>
                    <a:pt x="503" y="105"/>
                  </a:lnTo>
                  <a:lnTo>
                    <a:pt x="419" y="63"/>
                  </a:lnTo>
                  <a:lnTo>
                    <a:pt x="398" y="105"/>
                  </a:lnTo>
                  <a:lnTo>
                    <a:pt x="377" y="63"/>
                  </a:lnTo>
                  <a:lnTo>
                    <a:pt x="293" y="63"/>
                  </a:lnTo>
                  <a:lnTo>
                    <a:pt x="2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9384;p128">
              <a:extLst>
                <a:ext uri="{FF2B5EF4-FFF2-40B4-BE49-F238E27FC236}">
                  <a16:creationId xmlns:a16="http://schemas.microsoft.com/office/drawing/2014/main" id="{0EFCAAF9-64BA-3653-0710-2F00C2A813E2}"/>
                </a:ext>
              </a:extLst>
            </p:cNvPr>
            <p:cNvSpPr/>
            <p:nvPr/>
          </p:nvSpPr>
          <p:spPr>
            <a:xfrm>
              <a:off x="3895082" y="3199593"/>
              <a:ext cx="81233" cy="66165"/>
            </a:xfrm>
            <a:custGeom>
              <a:avLst/>
              <a:gdLst/>
              <a:ahLst/>
              <a:cxnLst/>
              <a:rect l="l" t="t" r="r" b="b"/>
              <a:pathLst>
                <a:path w="6822" h="5818" extrusionOk="0">
                  <a:moveTo>
                    <a:pt x="5085" y="1"/>
                  </a:moveTo>
                  <a:lnTo>
                    <a:pt x="4143" y="210"/>
                  </a:lnTo>
                  <a:lnTo>
                    <a:pt x="3913" y="691"/>
                  </a:lnTo>
                  <a:lnTo>
                    <a:pt x="3934" y="796"/>
                  </a:lnTo>
                  <a:lnTo>
                    <a:pt x="3997" y="858"/>
                  </a:lnTo>
                  <a:lnTo>
                    <a:pt x="4081" y="900"/>
                  </a:lnTo>
                  <a:lnTo>
                    <a:pt x="4039" y="942"/>
                  </a:lnTo>
                  <a:lnTo>
                    <a:pt x="4018" y="1005"/>
                  </a:lnTo>
                  <a:lnTo>
                    <a:pt x="4018" y="1068"/>
                  </a:lnTo>
                  <a:lnTo>
                    <a:pt x="4018" y="1151"/>
                  </a:lnTo>
                  <a:lnTo>
                    <a:pt x="4018" y="1235"/>
                  </a:lnTo>
                  <a:lnTo>
                    <a:pt x="4018" y="1361"/>
                  </a:lnTo>
                  <a:lnTo>
                    <a:pt x="3976" y="1382"/>
                  </a:lnTo>
                  <a:lnTo>
                    <a:pt x="3997" y="1423"/>
                  </a:lnTo>
                  <a:lnTo>
                    <a:pt x="3934" y="1465"/>
                  </a:lnTo>
                  <a:lnTo>
                    <a:pt x="3830" y="1570"/>
                  </a:lnTo>
                  <a:lnTo>
                    <a:pt x="3830" y="1654"/>
                  </a:lnTo>
                  <a:lnTo>
                    <a:pt x="3830" y="1988"/>
                  </a:lnTo>
                  <a:lnTo>
                    <a:pt x="3830" y="2114"/>
                  </a:lnTo>
                  <a:lnTo>
                    <a:pt x="3913" y="2198"/>
                  </a:lnTo>
                  <a:lnTo>
                    <a:pt x="4081" y="2365"/>
                  </a:lnTo>
                  <a:lnTo>
                    <a:pt x="4102" y="2428"/>
                  </a:lnTo>
                  <a:lnTo>
                    <a:pt x="4143" y="2511"/>
                  </a:lnTo>
                  <a:lnTo>
                    <a:pt x="4436" y="2511"/>
                  </a:lnTo>
                  <a:lnTo>
                    <a:pt x="4395" y="2470"/>
                  </a:lnTo>
                  <a:lnTo>
                    <a:pt x="4395" y="2386"/>
                  </a:lnTo>
                  <a:lnTo>
                    <a:pt x="4520" y="2365"/>
                  </a:lnTo>
                  <a:lnTo>
                    <a:pt x="4562" y="2386"/>
                  </a:lnTo>
                  <a:lnTo>
                    <a:pt x="4625" y="3014"/>
                  </a:lnTo>
                  <a:lnTo>
                    <a:pt x="4562" y="3055"/>
                  </a:lnTo>
                  <a:lnTo>
                    <a:pt x="4499" y="3035"/>
                  </a:lnTo>
                  <a:lnTo>
                    <a:pt x="4457" y="3014"/>
                  </a:lnTo>
                  <a:lnTo>
                    <a:pt x="4436" y="2993"/>
                  </a:lnTo>
                  <a:lnTo>
                    <a:pt x="4353" y="3035"/>
                  </a:lnTo>
                  <a:lnTo>
                    <a:pt x="4248" y="3055"/>
                  </a:lnTo>
                  <a:lnTo>
                    <a:pt x="4185" y="3055"/>
                  </a:lnTo>
                  <a:lnTo>
                    <a:pt x="4039" y="2930"/>
                  </a:lnTo>
                  <a:lnTo>
                    <a:pt x="3934" y="2804"/>
                  </a:lnTo>
                  <a:lnTo>
                    <a:pt x="3830" y="2721"/>
                  </a:lnTo>
                  <a:lnTo>
                    <a:pt x="3725" y="2574"/>
                  </a:lnTo>
                  <a:lnTo>
                    <a:pt x="3599" y="2470"/>
                  </a:lnTo>
                  <a:lnTo>
                    <a:pt x="3390" y="2407"/>
                  </a:lnTo>
                  <a:lnTo>
                    <a:pt x="3244" y="2323"/>
                  </a:lnTo>
                  <a:lnTo>
                    <a:pt x="3244" y="2260"/>
                  </a:lnTo>
                  <a:lnTo>
                    <a:pt x="3139" y="2156"/>
                  </a:lnTo>
                  <a:lnTo>
                    <a:pt x="3139" y="1988"/>
                  </a:lnTo>
                  <a:lnTo>
                    <a:pt x="3097" y="1988"/>
                  </a:lnTo>
                  <a:lnTo>
                    <a:pt x="3055" y="2009"/>
                  </a:lnTo>
                  <a:lnTo>
                    <a:pt x="2972" y="2009"/>
                  </a:lnTo>
                  <a:lnTo>
                    <a:pt x="2930" y="2177"/>
                  </a:lnTo>
                  <a:lnTo>
                    <a:pt x="2888" y="2219"/>
                  </a:lnTo>
                  <a:lnTo>
                    <a:pt x="2742" y="2281"/>
                  </a:lnTo>
                  <a:lnTo>
                    <a:pt x="2637" y="2281"/>
                  </a:lnTo>
                  <a:lnTo>
                    <a:pt x="2637" y="2260"/>
                  </a:lnTo>
                  <a:lnTo>
                    <a:pt x="2511" y="2219"/>
                  </a:lnTo>
                  <a:lnTo>
                    <a:pt x="2365" y="2198"/>
                  </a:lnTo>
                  <a:lnTo>
                    <a:pt x="2239" y="2114"/>
                  </a:lnTo>
                  <a:lnTo>
                    <a:pt x="2198" y="2114"/>
                  </a:lnTo>
                  <a:lnTo>
                    <a:pt x="2093" y="2072"/>
                  </a:lnTo>
                  <a:lnTo>
                    <a:pt x="2030" y="2072"/>
                  </a:lnTo>
                  <a:lnTo>
                    <a:pt x="2030" y="2009"/>
                  </a:lnTo>
                  <a:lnTo>
                    <a:pt x="2030" y="1947"/>
                  </a:lnTo>
                  <a:lnTo>
                    <a:pt x="2009" y="1884"/>
                  </a:lnTo>
                  <a:lnTo>
                    <a:pt x="2009" y="1758"/>
                  </a:lnTo>
                  <a:lnTo>
                    <a:pt x="1946" y="1758"/>
                  </a:lnTo>
                  <a:lnTo>
                    <a:pt x="1800" y="1800"/>
                  </a:lnTo>
                  <a:lnTo>
                    <a:pt x="1779" y="1842"/>
                  </a:lnTo>
                  <a:lnTo>
                    <a:pt x="1695" y="1842"/>
                  </a:lnTo>
                  <a:lnTo>
                    <a:pt x="1612" y="1884"/>
                  </a:lnTo>
                  <a:lnTo>
                    <a:pt x="1528" y="1947"/>
                  </a:lnTo>
                  <a:lnTo>
                    <a:pt x="1507" y="1905"/>
                  </a:lnTo>
                  <a:lnTo>
                    <a:pt x="1486" y="1884"/>
                  </a:lnTo>
                  <a:lnTo>
                    <a:pt x="1486" y="1779"/>
                  </a:lnTo>
                  <a:lnTo>
                    <a:pt x="1465" y="1758"/>
                  </a:lnTo>
                  <a:lnTo>
                    <a:pt x="1361" y="1695"/>
                  </a:lnTo>
                  <a:lnTo>
                    <a:pt x="1298" y="1737"/>
                  </a:lnTo>
                  <a:lnTo>
                    <a:pt x="1256" y="1674"/>
                  </a:lnTo>
                  <a:lnTo>
                    <a:pt x="1256" y="1695"/>
                  </a:lnTo>
                  <a:lnTo>
                    <a:pt x="1256" y="1758"/>
                  </a:lnTo>
                  <a:lnTo>
                    <a:pt x="1214" y="1779"/>
                  </a:lnTo>
                  <a:lnTo>
                    <a:pt x="1256" y="2009"/>
                  </a:lnTo>
                  <a:lnTo>
                    <a:pt x="1256" y="2219"/>
                  </a:lnTo>
                  <a:lnTo>
                    <a:pt x="1256" y="2365"/>
                  </a:lnTo>
                  <a:lnTo>
                    <a:pt x="1298" y="2470"/>
                  </a:lnTo>
                  <a:lnTo>
                    <a:pt x="1298" y="2574"/>
                  </a:lnTo>
                  <a:lnTo>
                    <a:pt x="1277" y="2616"/>
                  </a:lnTo>
                  <a:lnTo>
                    <a:pt x="1256" y="2783"/>
                  </a:lnTo>
                  <a:lnTo>
                    <a:pt x="1277" y="2825"/>
                  </a:lnTo>
                  <a:lnTo>
                    <a:pt x="42" y="2825"/>
                  </a:lnTo>
                  <a:lnTo>
                    <a:pt x="1" y="4771"/>
                  </a:lnTo>
                  <a:lnTo>
                    <a:pt x="22" y="4813"/>
                  </a:lnTo>
                  <a:lnTo>
                    <a:pt x="105" y="4918"/>
                  </a:lnTo>
                  <a:lnTo>
                    <a:pt x="168" y="4980"/>
                  </a:lnTo>
                  <a:lnTo>
                    <a:pt x="231" y="5043"/>
                  </a:lnTo>
                  <a:lnTo>
                    <a:pt x="314" y="5085"/>
                  </a:lnTo>
                  <a:lnTo>
                    <a:pt x="419" y="5232"/>
                  </a:lnTo>
                  <a:lnTo>
                    <a:pt x="482" y="5294"/>
                  </a:lnTo>
                  <a:lnTo>
                    <a:pt x="566" y="5336"/>
                  </a:lnTo>
                  <a:lnTo>
                    <a:pt x="628" y="5399"/>
                  </a:lnTo>
                  <a:lnTo>
                    <a:pt x="670" y="5462"/>
                  </a:lnTo>
                  <a:lnTo>
                    <a:pt x="754" y="5504"/>
                  </a:lnTo>
                  <a:lnTo>
                    <a:pt x="775" y="5608"/>
                  </a:lnTo>
                  <a:lnTo>
                    <a:pt x="1319" y="5462"/>
                  </a:lnTo>
                  <a:lnTo>
                    <a:pt x="1402" y="5504"/>
                  </a:lnTo>
                  <a:lnTo>
                    <a:pt x="1528" y="5441"/>
                  </a:lnTo>
                  <a:lnTo>
                    <a:pt x="1570" y="5462"/>
                  </a:lnTo>
                  <a:lnTo>
                    <a:pt x="1591" y="5462"/>
                  </a:lnTo>
                  <a:lnTo>
                    <a:pt x="1612" y="5504"/>
                  </a:lnTo>
                  <a:lnTo>
                    <a:pt x="1695" y="5504"/>
                  </a:lnTo>
                  <a:lnTo>
                    <a:pt x="1716" y="5524"/>
                  </a:lnTo>
                  <a:lnTo>
                    <a:pt x="1737" y="5524"/>
                  </a:lnTo>
                  <a:lnTo>
                    <a:pt x="1821" y="5629"/>
                  </a:lnTo>
                  <a:lnTo>
                    <a:pt x="1884" y="5629"/>
                  </a:lnTo>
                  <a:lnTo>
                    <a:pt x="2030" y="5650"/>
                  </a:lnTo>
                  <a:lnTo>
                    <a:pt x="2135" y="5713"/>
                  </a:lnTo>
                  <a:lnTo>
                    <a:pt x="2198" y="5755"/>
                  </a:lnTo>
                  <a:lnTo>
                    <a:pt x="2239" y="5755"/>
                  </a:lnTo>
                  <a:lnTo>
                    <a:pt x="2344" y="5671"/>
                  </a:lnTo>
                  <a:lnTo>
                    <a:pt x="2470" y="5650"/>
                  </a:lnTo>
                  <a:lnTo>
                    <a:pt x="2532" y="5713"/>
                  </a:lnTo>
                  <a:lnTo>
                    <a:pt x="2553" y="5671"/>
                  </a:lnTo>
                  <a:lnTo>
                    <a:pt x="2574" y="5713"/>
                  </a:lnTo>
                  <a:lnTo>
                    <a:pt x="2616" y="5713"/>
                  </a:lnTo>
                  <a:lnTo>
                    <a:pt x="2679" y="5776"/>
                  </a:lnTo>
                  <a:lnTo>
                    <a:pt x="2783" y="5817"/>
                  </a:lnTo>
                  <a:lnTo>
                    <a:pt x="2951" y="5755"/>
                  </a:lnTo>
                  <a:lnTo>
                    <a:pt x="3139" y="5504"/>
                  </a:lnTo>
                  <a:lnTo>
                    <a:pt x="3390" y="5190"/>
                  </a:lnTo>
                  <a:lnTo>
                    <a:pt x="3725" y="4939"/>
                  </a:lnTo>
                  <a:lnTo>
                    <a:pt x="3934" y="4876"/>
                  </a:lnTo>
                  <a:lnTo>
                    <a:pt x="3976" y="4834"/>
                  </a:lnTo>
                  <a:lnTo>
                    <a:pt x="3997" y="4792"/>
                  </a:lnTo>
                  <a:lnTo>
                    <a:pt x="3976" y="4729"/>
                  </a:lnTo>
                  <a:lnTo>
                    <a:pt x="3997" y="4687"/>
                  </a:lnTo>
                  <a:lnTo>
                    <a:pt x="3997" y="4625"/>
                  </a:lnTo>
                  <a:lnTo>
                    <a:pt x="4039" y="4562"/>
                  </a:lnTo>
                  <a:lnTo>
                    <a:pt x="4206" y="4457"/>
                  </a:lnTo>
                  <a:lnTo>
                    <a:pt x="4290" y="4415"/>
                  </a:lnTo>
                  <a:lnTo>
                    <a:pt x="4353" y="4395"/>
                  </a:lnTo>
                  <a:lnTo>
                    <a:pt x="4499" y="4353"/>
                  </a:lnTo>
                  <a:lnTo>
                    <a:pt x="4646" y="4353"/>
                  </a:lnTo>
                  <a:lnTo>
                    <a:pt x="4667" y="4395"/>
                  </a:lnTo>
                  <a:lnTo>
                    <a:pt x="4729" y="4374"/>
                  </a:lnTo>
                  <a:lnTo>
                    <a:pt x="4855" y="4395"/>
                  </a:lnTo>
                  <a:lnTo>
                    <a:pt x="4918" y="4395"/>
                  </a:lnTo>
                  <a:lnTo>
                    <a:pt x="4918" y="4311"/>
                  </a:lnTo>
                  <a:lnTo>
                    <a:pt x="4876" y="4143"/>
                  </a:lnTo>
                  <a:lnTo>
                    <a:pt x="4918" y="4060"/>
                  </a:lnTo>
                  <a:lnTo>
                    <a:pt x="5148" y="3955"/>
                  </a:lnTo>
                  <a:lnTo>
                    <a:pt x="5273" y="3955"/>
                  </a:lnTo>
                  <a:lnTo>
                    <a:pt x="5859" y="3683"/>
                  </a:lnTo>
                  <a:lnTo>
                    <a:pt x="5964" y="3662"/>
                  </a:lnTo>
                  <a:lnTo>
                    <a:pt x="6299" y="3537"/>
                  </a:lnTo>
                  <a:lnTo>
                    <a:pt x="6487" y="3474"/>
                  </a:lnTo>
                  <a:lnTo>
                    <a:pt x="6445" y="3432"/>
                  </a:lnTo>
                  <a:lnTo>
                    <a:pt x="6403" y="3327"/>
                  </a:lnTo>
                  <a:lnTo>
                    <a:pt x="6320" y="3223"/>
                  </a:lnTo>
                  <a:lnTo>
                    <a:pt x="6320" y="3160"/>
                  </a:lnTo>
                  <a:lnTo>
                    <a:pt x="6382" y="3139"/>
                  </a:lnTo>
                  <a:lnTo>
                    <a:pt x="6445" y="3035"/>
                  </a:lnTo>
                  <a:lnTo>
                    <a:pt x="6445" y="2951"/>
                  </a:lnTo>
                  <a:lnTo>
                    <a:pt x="6487" y="2888"/>
                  </a:lnTo>
                  <a:lnTo>
                    <a:pt x="6445" y="2825"/>
                  </a:lnTo>
                  <a:lnTo>
                    <a:pt x="6445" y="2742"/>
                  </a:lnTo>
                  <a:lnTo>
                    <a:pt x="6487" y="2721"/>
                  </a:lnTo>
                  <a:lnTo>
                    <a:pt x="6612" y="2616"/>
                  </a:lnTo>
                  <a:lnTo>
                    <a:pt x="6696" y="2595"/>
                  </a:lnTo>
                  <a:lnTo>
                    <a:pt x="6717" y="2511"/>
                  </a:lnTo>
                  <a:lnTo>
                    <a:pt x="6759" y="2511"/>
                  </a:lnTo>
                  <a:lnTo>
                    <a:pt x="6759" y="2470"/>
                  </a:lnTo>
                  <a:lnTo>
                    <a:pt x="6717" y="2428"/>
                  </a:lnTo>
                  <a:lnTo>
                    <a:pt x="6696" y="2386"/>
                  </a:lnTo>
                  <a:lnTo>
                    <a:pt x="6654" y="2302"/>
                  </a:lnTo>
                  <a:lnTo>
                    <a:pt x="6717" y="2281"/>
                  </a:lnTo>
                  <a:lnTo>
                    <a:pt x="6717" y="2198"/>
                  </a:lnTo>
                  <a:lnTo>
                    <a:pt x="6654" y="2114"/>
                  </a:lnTo>
                  <a:lnTo>
                    <a:pt x="6717" y="2051"/>
                  </a:lnTo>
                  <a:lnTo>
                    <a:pt x="6696" y="1967"/>
                  </a:lnTo>
                  <a:lnTo>
                    <a:pt x="6696" y="1884"/>
                  </a:lnTo>
                  <a:lnTo>
                    <a:pt x="6654" y="1779"/>
                  </a:lnTo>
                  <a:lnTo>
                    <a:pt x="6654" y="1695"/>
                  </a:lnTo>
                  <a:lnTo>
                    <a:pt x="6801" y="1570"/>
                  </a:lnTo>
                  <a:lnTo>
                    <a:pt x="6801" y="1528"/>
                  </a:lnTo>
                  <a:lnTo>
                    <a:pt x="6822" y="1486"/>
                  </a:lnTo>
                  <a:lnTo>
                    <a:pt x="6822" y="1361"/>
                  </a:lnTo>
                  <a:lnTo>
                    <a:pt x="6801" y="1277"/>
                  </a:lnTo>
                  <a:lnTo>
                    <a:pt x="6696" y="1214"/>
                  </a:lnTo>
                  <a:lnTo>
                    <a:pt x="6696" y="1151"/>
                  </a:lnTo>
                  <a:lnTo>
                    <a:pt x="6738" y="1005"/>
                  </a:lnTo>
                  <a:lnTo>
                    <a:pt x="6738" y="963"/>
                  </a:lnTo>
                  <a:lnTo>
                    <a:pt x="6696" y="942"/>
                  </a:lnTo>
                  <a:lnTo>
                    <a:pt x="6592" y="900"/>
                  </a:lnTo>
                  <a:lnTo>
                    <a:pt x="6550" y="817"/>
                  </a:lnTo>
                  <a:lnTo>
                    <a:pt x="6529" y="796"/>
                  </a:lnTo>
                  <a:lnTo>
                    <a:pt x="6508" y="712"/>
                  </a:lnTo>
                  <a:lnTo>
                    <a:pt x="6508" y="691"/>
                  </a:lnTo>
                  <a:lnTo>
                    <a:pt x="6445" y="691"/>
                  </a:lnTo>
                  <a:lnTo>
                    <a:pt x="6340" y="586"/>
                  </a:lnTo>
                  <a:lnTo>
                    <a:pt x="6299" y="503"/>
                  </a:lnTo>
                  <a:lnTo>
                    <a:pt x="6236" y="482"/>
                  </a:lnTo>
                  <a:lnTo>
                    <a:pt x="6194" y="419"/>
                  </a:lnTo>
                  <a:lnTo>
                    <a:pt x="6110" y="419"/>
                  </a:lnTo>
                  <a:lnTo>
                    <a:pt x="5859" y="335"/>
                  </a:lnTo>
                  <a:lnTo>
                    <a:pt x="5755" y="335"/>
                  </a:lnTo>
                  <a:lnTo>
                    <a:pt x="5671" y="273"/>
                  </a:lnTo>
                  <a:lnTo>
                    <a:pt x="5671" y="210"/>
                  </a:lnTo>
                  <a:lnTo>
                    <a:pt x="5587" y="168"/>
                  </a:lnTo>
                  <a:lnTo>
                    <a:pt x="5545" y="168"/>
                  </a:lnTo>
                  <a:lnTo>
                    <a:pt x="5441" y="126"/>
                  </a:lnTo>
                  <a:lnTo>
                    <a:pt x="5357" y="126"/>
                  </a:lnTo>
                  <a:lnTo>
                    <a:pt x="5169" y="22"/>
                  </a:lnTo>
                  <a:lnTo>
                    <a:pt x="50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9385;p128">
              <a:extLst>
                <a:ext uri="{FF2B5EF4-FFF2-40B4-BE49-F238E27FC236}">
                  <a16:creationId xmlns:a16="http://schemas.microsoft.com/office/drawing/2014/main" id="{AB3E7DEA-449A-33F1-7EF8-839F504AD66E}"/>
                </a:ext>
              </a:extLst>
            </p:cNvPr>
            <p:cNvSpPr/>
            <p:nvPr/>
          </p:nvSpPr>
          <p:spPr>
            <a:xfrm>
              <a:off x="3824328" y="3184365"/>
              <a:ext cx="86210" cy="81393"/>
            </a:xfrm>
            <a:custGeom>
              <a:avLst/>
              <a:gdLst/>
              <a:ahLst/>
              <a:cxnLst/>
              <a:rect l="l" t="t" r="r" b="b"/>
              <a:pathLst>
                <a:path w="7240" h="7157" extrusionOk="0">
                  <a:moveTo>
                    <a:pt x="963" y="0"/>
                  </a:moveTo>
                  <a:lnTo>
                    <a:pt x="879" y="42"/>
                  </a:lnTo>
                  <a:lnTo>
                    <a:pt x="774" y="63"/>
                  </a:lnTo>
                  <a:lnTo>
                    <a:pt x="712" y="63"/>
                  </a:lnTo>
                  <a:lnTo>
                    <a:pt x="670" y="84"/>
                  </a:lnTo>
                  <a:lnTo>
                    <a:pt x="670" y="105"/>
                  </a:lnTo>
                  <a:lnTo>
                    <a:pt x="649" y="105"/>
                  </a:lnTo>
                  <a:lnTo>
                    <a:pt x="502" y="189"/>
                  </a:lnTo>
                  <a:lnTo>
                    <a:pt x="544" y="273"/>
                  </a:lnTo>
                  <a:lnTo>
                    <a:pt x="544" y="356"/>
                  </a:lnTo>
                  <a:lnTo>
                    <a:pt x="858" y="712"/>
                  </a:lnTo>
                  <a:lnTo>
                    <a:pt x="879" y="1151"/>
                  </a:lnTo>
                  <a:lnTo>
                    <a:pt x="1046" y="1402"/>
                  </a:lnTo>
                  <a:lnTo>
                    <a:pt x="1026" y="1633"/>
                  </a:lnTo>
                  <a:lnTo>
                    <a:pt x="837" y="1863"/>
                  </a:lnTo>
                  <a:lnTo>
                    <a:pt x="942" y="1925"/>
                  </a:lnTo>
                  <a:lnTo>
                    <a:pt x="942" y="2135"/>
                  </a:lnTo>
                  <a:lnTo>
                    <a:pt x="1046" y="2260"/>
                  </a:lnTo>
                  <a:lnTo>
                    <a:pt x="1046" y="2407"/>
                  </a:lnTo>
                  <a:lnTo>
                    <a:pt x="1256" y="2783"/>
                  </a:lnTo>
                  <a:lnTo>
                    <a:pt x="1256" y="2867"/>
                  </a:lnTo>
                  <a:lnTo>
                    <a:pt x="1339" y="2972"/>
                  </a:lnTo>
                  <a:lnTo>
                    <a:pt x="1339" y="3453"/>
                  </a:lnTo>
                  <a:lnTo>
                    <a:pt x="1088" y="3871"/>
                  </a:lnTo>
                  <a:lnTo>
                    <a:pt x="1026" y="3871"/>
                  </a:lnTo>
                  <a:lnTo>
                    <a:pt x="754" y="4081"/>
                  </a:lnTo>
                  <a:lnTo>
                    <a:pt x="754" y="4227"/>
                  </a:lnTo>
                  <a:lnTo>
                    <a:pt x="440" y="4499"/>
                  </a:lnTo>
                  <a:lnTo>
                    <a:pt x="440" y="4687"/>
                  </a:lnTo>
                  <a:lnTo>
                    <a:pt x="398" y="4750"/>
                  </a:lnTo>
                  <a:lnTo>
                    <a:pt x="398" y="5210"/>
                  </a:lnTo>
                  <a:lnTo>
                    <a:pt x="230" y="5399"/>
                  </a:lnTo>
                  <a:lnTo>
                    <a:pt x="210" y="5608"/>
                  </a:lnTo>
                  <a:lnTo>
                    <a:pt x="42" y="5796"/>
                  </a:lnTo>
                  <a:lnTo>
                    <a:pt x="42" y="6006"/>
                  </a:lnTo>
                  <a:lnTo>
                    <a:pt x="21" y="6173"/>
                  </a:lnTo>
                  <a:lnTo>
                    <a:pt x="21" y="6466"/>
                  </a:lnTo>
                  <a:lnTo>
                    <a:pt x="0" y="6654"/>
                  </a:lnTo>
                  <a:lnTo>
                    <a:pt x="21" y="6696"/>
                  </a:lnTo>
                  <a:lnTo>
                    <a:pt x="105" y="6738"/>
                  </a:lnTo>
                  <a:lnTo>
                    <a:pt x="126" y="6759"/>
                  </a:lnTo>
                  <a:lnTo>
                    <a:pt x="189" y="6738"/>
                  </a:lnTo>
                  <a:lnTo>
                    <a:pt x="210" y="6654"/>
                  </a:lnTo>
                  <a:lnTo>
                    <a:pt x="398" y="6654"/>
                  </a:lnTo>
                  <a:lnTo>
                    <a:pt x="461" y="6696"/>
                  </a:lnTo>
                  <a:lnTo>
                    <a:pt x="523" y="6675"/>
                  </a:lnTo>
                  <a:lnTo>
                    <a:pt x="523" y="6591"/>
                  </a:lnTo>
                  <a:lnTo>
                    <a:pt x="712" y="6466"/>
                  </a:lnTo>
                  <a:lnTo>
                    <a:pt x="754" y="6466"/>
                  </a:lnTo>
                  <a:lnTo>
                    <a:pt x="858" y="6529"/>
                  </a:lnTo>
                  <a:lnTo>
                    <a:pt x="879" y="6529"/>
                  </a:lnTo>
                  <a:lnTo>
                    <a:pt x="921" y="6487"/>
                  </a:lnTo>
                  <a:lnTo>
                    <a:pt x="963" y="6466"/>
                  </a:lnTo>
                  <a:lnTo>
                    <a:pt x="1046" y="6529"/>
                  </a:lnTo>
                  <a:lnTo>
                    <a:pt x="1046" y="6550"/>
                  </a:lnTo>
                  <a:lnTo>
                    <a:pt x="1130" y="6571"/>
                  </a:lnTo>
                  <a:lnTo>
                    <a:pt x="1088" y="6633"/>
                  </a:lnTo>
                  <a:lnTo>
                    <a:pt x="1151" y="6654"/>
                  </a:lnTo>
                  <a:lnTo>
                    <a:pt x="1256" y="6759"/>
                  </a:lnTo>
                  <a:lnTo>
                    <a:pt x="1381" y="6801"/>
                  </a:lnTo>
                  <a:lnTo>
                    <a:pt x="1486" y="6759"/>
                  </a:lnTo>
                  <a:lnTo>
                    <a:pt x="1507" y="6759"/>
                  </a:lnTo>
                  <a:lnTo>
                    <a:pt x="1590" y="6696"/>
                  </a:lnTo>
                  <a:lnTo>
                    <a:pt x="1653" y="6696"/>
                  </a:lnTo>
                  <a:lnTo>
                    <a:pt x="1674" y="6738"/>
                  </a:lnTo>
                  <a:lnTo>
                    <a:pt x="3850" y="6738"/>
                  </a:lnTo>
                  <a:lnTo>
                    <a:pt x="3871" y="6759"/>
                  </a:lnTo>
                  <a:lnTo>
                    <a:pt x="3913" y="6863"/>
                  </a:lnTo>
                  <a:lnTo>
                    <a:pt x="3976" y="6905"/>
                  </a:lnTo>
                  <a:lnTo>
                    <a:pt x="4101" y="6968"/>
                  </a:lnTo>
                  <a:lnTo>
                    <a:pt x="4206" y="6989"/>
                  </a:lnTo>
                  <a:lnTo>
                    <a:pt x="4311" y="6968"/>
                  </a:lnTo>
                  <a:lnTo>
                    <a:pt x="4373" y="6989"/>
                  </a:lnTo>
                  <a:lnTo>
                    <a:pt x="4394" y="7052"/>
                  </a:lnTo>
                  <a:lnTo>
                    <a:pt x="4478" y="7073"/>
                  </a:lnTo>
                  <a:lnTo>
                    <a:pt x="4541" y="7010"/>
                  </a:lnTo>
                  <a:lnTo>
                    <a:pt x="4645" y="6989"/>
                  </a:lnTo>
                  <a:lnTo>
                    <a:pt x="4792" y="7010"/>
                  </a:lnTo>
                  <a:lnTo>
                    <a:pt x="4855" y="7010"/>
                  </a:lnTo>
                  <a:lnTo>
                    <a:pt x="4896" y="6947"/>
                  </a:lnTo>
                  <a:lnTo>
                    <a:pt x="4917" y="6968"/>
                  </a:lnTo>
                  <a:lnTo>
                    <a:pt x="4959" y="6968"/>
                  </a:lnTo>
                  <a:lnTo>
                    <a:pt x="5106" y="7094"/>
                  </a:lnTo>
                  <a:lnTo>
                    <a:pt x="5210" y="7115"/>
                  </a:lnTo>
                  <a:lnTo>
                    <a:pt x="5357" y="7115"/>
                  </a:lnTo>
                  <a:lnTo>
                    <a:pt x="5357" y="7073"/>
                  </a:lnTo>
                  <a:lnTo>
                    <a:pt x="5440" y="7052"/>
                  </a:lnTo>
                  <a:lnTo>
                    <a:pt x="5482" y="7073"/>
                  </a:lnTo>
                  <a:lnTo>
                    <a:pt x="5545" y="7094"/>
                  </a:lnTo>
                  <a:lnTo>
                    <a:pt x="5587" y="7073"/>
                  </a:lnTo>
                  <a:lnTo>
                    <a:pt x="5629" y="7115"/>
                  </a:lnTo>
                  <a:lnTo>
                    <a:pt x="5671" y="7115"/>
                  </a:lnTo>
                  <a:lnTo>
                    <a:pt x="5692" y="7156"/>
                  </a:lnTo>
                  <a:lnTo>
                    <a:pt x="5838" y="7156"/>
                  </a:lnTo>
                  <a:lnTo>
                    <a:pt x="6717" y="6947"/>
                  </a:lnTo>
                  <a:lnTo>
                    <a:pt x="6696" y="6843"/>
                  </a:lnTo>
                  <a:lnTo>
                    <a:pt x="6612" y="6801"/>
                  </a:lnTo>
                  <a:lnTo>
                    <a:pt x="6570" y="6738"/>
                  </a:lnTo>
                  <a:lnTo>
                    <a:pt x="6508" y="6675"/>
                  </a:lnTo>
                  <a:lnTo>
                    <a:pt x="6424" y="6633"/>
                  </a:lnTo>
                  <a:lnTo>
                    <a:pt x="6361" y="6571"/>
                  </a:lnTo>
                  <a:lnTo>
                    <a:pt x="6256" y="6424"/>
                  </a:lnTo>
                  <a:lnTo>
                    <a:pt x="6173" y="6382"/>
                  </a:lnTo>
                  <a:lnTo>
                    <a:pt x="6110" y="6319"/>
                  </a:lnTo>
                  <a:lnTo>
                    <a:pt x="6047" y="6257"/>
                  </a:lnTo>
                  <a:lnTo>
                    <a:pt x="5964" y="6152"/>
                  </a:lnTo>
                  <a:lnTo>
                    <a:pt x="5943" y="6110"/>
                  </a:lnTo>
                  <a:lnTo>
                    <a:pt x="5984" y="4164"/>
                  </a:lnTo>
                  <a:lnTo>
                    <a:pt x="7219" y="4164"/>
                  </a:lnTo>
                  <a:lnTo>
                    <a:pt x="7198" y="4122"/>
                  </a:lnTo>
                  <a:lnTo>
                    <a:pt x="7219" y="3955"/>
                  </a:lnTo>
                  <a:lnTo>
                    <a:pt x="7240" y="3913"/>
                  </a:lnTo>
                  <a:lnTo>
                    <a:pt x="7240" y="3809"/>
                  </a:lnTo>
                  <a:lnTo>
                    <a:pt x="7198" y="3704"/>
                  </a:lnTo>
                  <a:lnTo>
                    <a:pt x="7198" y="3558"/>
                  </a:lnTo>
                  <a:lnTo>
                    <a:pt x="7198" y="3348"/>
                  </a:lnTo>
                  <a:lnTo>
                    <a:pt x="7156" y="3118"/>
                  </a:lnTo>
                  <a:lnTo>
                    <a:pt x="7198" y="3097"/>
                  </a:lnTo>
                  <a:lnTo>
                    <a:pt x="7198" y="3034"/>
                  </a:lnTo>
                  <a:lnTo>
                    <a:pt x="7198" y="3013"/>
                  </a:lnTo>
                  <a:lnTo>
                    <a:pt x="7093" y="3013"/>
                  </a:lnTo>
                  <a:lnTo>
                    <a:pt x="6989" y="3034"/>
                  </a:lnTo>
                  <a:lnTo>
                    <a:pt x="6905" y="3097"/>
                  </a:lnTo>
                  <a:lnTo>
                    <a:pt x="6821" y="3118"/>
                  </a:lnTo>
                  <a:lnTo>
                    <a:pt x="6780" y="3139"/>
                  </a:lnTo>
                  <a:lnTo>
                    <a:pt x="6717" y="3118"/>
                  </a:lnTo>
                  <a:lnTo>
                    <a:pt x="6570" y="3118"/>
                  </a:lnTo>
                  <a:lnTo>
                    <a:pt x="6508" y="3097"/>
                  </a:lnTo>
                  <a:lnTo>
                    <a:pt x="6424" y="3034"/>
                  </a:lnTo>
                  <a:lnTo>
                    <a:pt x="6382" y="3034"/>
                  </a:lnTo>
                  <a:lnTo>
                    <a:pt x="6361" y="3076"/>
                  </a:lnTo>
                  <a:lnTo>
                    <a:pt x="6298" y="3097"/>
                  </a:lnTo>
                  <a:lnTo>
                    <a:pt x="6256" y="3118"/>
                  </a:lnTo>
                  <a:lnTo>
                    <a:pt x="6194" y="3118"/>
                  </a:lnTo>
                  <a:lnTo>
                    <a:pt x="6173" y="3097"/>
                  </a:lnTo>
                  <a:lnTo>
                    <a:pt x="6173" y="2972"/>
                  </a:lnTo>
                  <a:lnTo>
                    <a:pt x="6215" y="2930"/>
                  </a:lnTo>
                  <a:lnTo>
                    <a:pt x="6215" y="2909"/>
                  </a:lnTo>
                  <a:lnTo>
                    <a:pt x="6256" y="2825"/>
                  </a:lnTo>
                  <a:lnTo>
                    <a:pt x="6173" y="2783"/>
                  </a:lnTo>
                  <a:lnTo>
                    <a:pt x="6173" y="2658"/>
                  </a:lnTo>
                  <a:lnTo>
                    <a:pt x="6194" y="2616"/>
                  </a:lnTo>
                  <a:lnTo>
                    <a:pt x="6194" y="2553"/>
                  </a:lnTo>
                  <a:lnTo>
                    <a:pt x="6110" y="2490"/>
                  </a:lnTo>
                  <a:lnTo>
                    <a:pt x="6110" y="2407"/>
                  </a:lnTo>
                  <a:lnTo>
                    <a:pt x="6152" y="2344"/>
                  </a:lnTo>
                  <a:lnTo>
                    <a:pt x="6110" y="2281"/>
                  </a:lnTo>
                  <a:lnTo>
                    <a:pt x="6068" y="2260"/>
                  </a:lnTo>
                  <a:lnTo>
                    <a:pt x="6047" y="2197"/>
                  </a:lnTo>
                  <a:lnTo>
                    <a:pt x="6005" y="2177"/>
                  </a:lnTo>
                  <a:lnTo>
                    <a:pt x="6005" y="2093"/>
                  </a:lnTo>
                  <a:lnTo>
                    <a:pt x="5964" y="2051"/>
                  </a:lnTo>
                  <a:lnTo>
                    <a:pt x="5964" y="1967"/>
                  </a:lnTo>
                  <a:lnTo>
                    <a:pt x="5901" y="1925"/>
                  </a:lnTo>
                  <a:lnTo>
                    <a:pt x="5964" y="1821"/>
                  </a:lnTo>
                  <a:lnTo>
                    <a:pt x="5964" y="1612"/>
                  </a:lnTo>
                  <a:lnTo>
                    <a:pt x="5943" y="1528"/>
                  </a:lnTo>
                  <a:lnTo>
                    <a:pt x="5943" y="1507"/>
                  </a:lnTo>
                  <a:lnTo>
                    <a:pt x="5964" y="1444"/>
                  </a:lnTo>
                  <a:lnTo>
                    <a:pt x="5964" y="1361"/>
                  </a:lnTo>
                  <a:lnTo>
                    <a:pt x="5901" y="1298"/>
                  </a:lnTo>
                  <a:lnTo>
                    <a:pt x="5943" y="1193"/>
                  </a:lnTo>
                  <a:lnTo>
                    <a:pt x="5984" y="1089"/>
                  </a:lnTo>
                  <a:lnTo>
                    <a:pt x="5984" y="1005"/>
                  </a:lnTo>
                  <a:lnTo>
                    <a:pt x="5984" y="921"/>
                  </a:lnTo>
                  <a:lnTo>
                    <a:pt x="5964" y="837"/>
                  </a:lnTo>
                  <a:lnTo>
                    <a:pt x="5315" y="796"/>
                  </a:lnTo>
                  <a:lnTo>
                    <a:pt x="5273" y="733"/>
                  </a:lnTo>
                  <a:lnTo>
                    <a:pt x="5315" y="691"/>
                  </a:lnTo>
                  <a:lnTo>
                    <a:pt x="5336" y="607"/>
                  </a:lnTo>
                  <a:lnTo>
                    <a:pt x="5147" y="586"/>
                  </a:lnTo>
                  <a:lnTo>
                    <a:pt x="5147" y="628"/>
                  </a:lnTo>
                  <a:lnTo>
                    <a:pt x="4583" y="670"/>
                  </a:lnTo>
                  <a:lnTo>
                    <a:pt x="4583" y="817"/>
                  </a:lnTo>
                  <a:lnTo>
                    <a:pt x="4520" y="921"/>
                  </a:lnTo>
                  <a:lnTo>
                    <a:pt x="4478" y="942"/>
                  </a:lnTo>
                  <a:lnTo>
                    <a:pt x="4499" y="1047"/>
                  </a:lnTo>
                  <a:lnTo>
                    <a:pt x="4499" y="1214"/>
                  </a:lnTo>
                  <a:lnTo>
                    <a:pt x="4059" y="1235"/>
                  </a:lnTo>
                  <a:lnTo>
                    <a:pt x="3976" y="1298"/>
                  </a:lnTo>
                  <a:lnTo>
                    <a:pt x="3787" y="1256"/>
                  </a:lnTo>
                  <a:lnTo>
                    <a:pt x="3704" y="1235"/>
                  </a:lnTo>
                  <a:lnTo>
                    <a:pt x="3599" y="1256"/>
                  </a:lnTo>
                  <a:lnTo>
                    <a:pt x="3453" y="1256"/>
                  </a:lnTo>
                  <a:lnTo>
                    <a:pt x="3390" y="1235"/>
                  </a:lnTo>
                  <a:lnTo>
                    <a:pt x="3369" y="1026"/>
                  </a:lnTo>
                  <a:lnTo>
                    <a:pt x="3285" y="921"/>
                  </a:lnTo>
                  <a:lnTo>
                    <a:pt x="3243" y="837"/>
                  </a:lnTo>
                  <a:lnTo>
                    <a:pt x="3181" y="817"/>
                  </a:lnTo>
                  <a:lnTo>
                    <a:pt x="3181" y="733"/>
                  </a:lnTo>
                  <a:lnTo>
                    <a:pt x="3160" y="691"/>
                  </a:lnTo>
                  <a:lnTo>
                    <a:pt x="3139" y="565"/>
                  </a:lnTo>
                  <a:lnTo>
                    <a:pt x="3076" y="461"/>
                  </a:lnTo>
                  <a:lnTo>
                    <a:pt x="3076" y="377"/>
                  </a:lnTo>
                  <a:lnTo>
                    <a:pt x="3118" y="314"/>
                  </a:lnTo>
                  <a:lnTo>
                    <a:pt x="3076" y="252"/>
                  </a:lnTo>
                  <a:lnTo>
                    <a:pt x="3034" y="189"/>
                  </a:lnTo>
                  <a:lnTo>
                    <a:pt x="3034" y="105"/>
                  </a:lnTo>
                  <a:lnTo>
                    <a:pt x="3034" y="84"/>
                  </a:lnTo>
                  <a:lnTo>
                    <a:pt x="3034" y="0"/>
                  </a:lnTo>
                  <a:lnTo>
                    <a:pt x="2030" y="0"/>
                  </a:lnTo>
                  <a:lnTo>
                    <a:pt x="1821" y="42"/>
                  </a:lnTo>
                  <a:lnTo>
                    <a:pt x="16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9386;p128">
              <a:extLst>
                <a:ext uri="{FF2B5EF4-FFF2-40B4-BE49-F238E27FC236}">
                  <a16:creationId xmlns:a16="http://schemas.microsoft.com/office/drawing/2014/main" id="{C14A2CAA-545A-86A6-19FA-76216F86DEE4}"/>
                </a:ext>
              </a:extLst>
            </p:cNvPr>
            <p:cNvSpPr/>
            <p:nvPr/>
          </p:nvSpPr>
          <p:spPr>
            <a:xfrm>
              <a:off x="3916754" y="3249086"/>
              <a:ext cx="53834" cy="46889"/>
            </a:xfrm>
            <a:custGeom>
              <a:avLst/>
              <a:gdLst/>
              <a:ahLst/>
              <a:cxnLst/>
              <a:rect l="l" t="t" r="r" b="b"/>
              <a:pathLst>
                <a:path w="4521" h="4123" extrusionOk="0">
                  <a:moveTo>
                    <a:pt x="2679" y="1"/>
                  </a:moveTo>
                  <a:lnTo>
                    <a:pt x="2533" y="43"/>
                  </a:lnTo>
                  <a:lnTo>
                    <a:pt x="2470" y="63"/>
                  </a:lnTo>
                  <a:lnTo>
                    <a:pt x="2386" y="105"/>
                  </a:lnTo>
                  <a:lnTo>
                    <a:pt x="2219" y="210"/>
                  </a:lnTo>
                  <a:lnTo>
                    <a:pt x="2177" y="273"/>
                  </a:lnTo>
                  <a:lnTo>
                    <a:pt x="2177" y="335"/>
                  </a:lnTo>
                  <a:lnTo>
                    <a:pt x="2156" y="377"/>
                  </a:lnTo>
                  <a:lnTo>
                    <a:pt x="2177" y="440"/>
                  </a:lnTo>
                  <a:lnTo>
                    <a:pt x="2156" y="482"/>
                  </a:lnTo>
                  <a:lnTo>
                    <a:pt x="2114" y="524"/>
                  </a:lnTo>
                  <a:lnTo>
                    <a:pt x="1905" y="587"/>
                  </a:lnTo>
                  <a:lnTo>
                    <a:pt x="1570" y="838"/>
                  </a:lnTo>
                  <a:lnTo>
                    <a:pt x="1319" y="1152"/>
                  </a:lnTo>
                  <a:lnTo>
                    <a:pt x="1131" y="1403"/>
                  </a:lnTo>
                  <a:lnTo>
                    <a:pt x="963" y="1465"/>
                  </a:lnTo>
                  <a:lnTo>
                    <a:pt x="859" y="1424"/>
                  </a:lnTo>
                  <a:lnTo>
                    <a:pt x="796" y="1361"/>
                  </a:lnTo>
                  <a:lnTo>
                    <a:pt x="754" y="1361"/>
                  </a:lnTo>
                  <a:lnTo>
                    <a:pt x="733" y="1319"/>
                  </a:lnTo>
                  <a:lnTo>
                    <a:pt x="712" y="1361"/>
                  </a:lnTo>
                  <a:lnTo>
                    <a:pt x="650" y="1298"/>
                  </a:lnTo>
                  <a:lnTo>
                    <a:pt x="524" y="1319"/>
                  </a:lnTo>
                  <a:lnTo>
                    <a:pt x="419" y="1403"/>
                  </a:lnTo>
                  <a:lnTo>
                    <a:pt x="378" y="1403"/>
                  </a:lnTo>
                  <a:lnTo>
                    <a:pt x="315" y="1361"/>
                  </a:lnTo>
                  <a:lnTo>
                    <a:pt x="210" y="1298"/>
                  </a:lnTo>
                  <a:lnTo>
                    <a:pt x="64" y="1277"/>
                  </a:lnTo>
                  <a:lnTo>
                    <a:pt x="1" y="1277"/>
                  </a:lnTo>
                  <a:lnTo>
                    <a:pt x="22" y="1319"/>
                  </a:lnTo>
                  <a:lnTo>
                    <a:pt x="22" y="1382"/>
                  </a:lnTo>
                  <a:lnTo>
                    <a:pt x="22" y="1424"/>
                  </a:lnTo>
                  <a:lnTo>
                    <a:pt x="22" y="1486"/>
                  </a:lnTo>
                  <a:lnTo>
                    <a:pt x="106" y="1570"/>
                  </a:lnTo>
                  <a:lnTo>
                    <a:pt x="168" y="1591"/>
                  </a:lnTo>
                  <a:lnTo>
                    <a:pt x="231" y="1633"/>
                  </a:lnTo>
                  <a:lnTo>
                    <a:pt x="294" y="1716"/>
                  </a:lnTo>
                  <a:lnTo>
                    <a:pt x="294" y="1779"/>
                  </a:lnTo>
                  <a:lnTo>
                    <a:pt x="315" y="1800"/>
                  </a:lnTo>
                  <a:lnTo>
                    <a:pt x="378" y="1884"/>
                  </a:lnTo>
                  <a:lnTo>
                    <a:pt x="398" y="1988"/>
                  </a:lnTo>
                  <a:lnTo>
                    <a:pt x="440" y="2030"/>
                  </a:lnTo>
                  <a:lnTo>
                    <a:pt x="503" y="2114"/>
                  </a:lnTo>
                  <a:lnTo>
                    <a:pt x="545" y="2156"/>
                  </a:lnTo>
                  <a:lnTo>
                    <a:pt x="587" y="2156"/>
                  </a:lnTo>
                  <a:lnTo>
                    <a:pt x="629" y="2240"/>
                  </a:lnTo>
                  <a:lnTo>
                    <a:pt x="796" y="2512"/>
                  </a:lnTo>
                  <a:lnTo>
                    <a:pt x="901" y="2574"/>
                  </a:lnTo>
                  <a:lnTo>
                    <a:pt x="1005" y="2637"/>
                  </a:lnTo>
                  <a:lnTo>
                    <a:pt x="1047" y="2679"/>
                  </a:lnTo>
                  <a:lnTo>
                    <a:pt x="1131" y="2742"/>
                  </a:lnTo>
                  <a:lnTo>
                    <a:pt x="1131" y="2763"/>
                  </a:lnTo>
                  <a:lnTo>
                    <a:pt x="1131" y="2825"/>
                  </a:lnTo>
                  <a:lnTo>
                    <a:pt x="1152" y="2867"/>
                  </a:lnTo>
                  <a:lnTo>
                    <a:pt x="1256" y="2888"/>
                  </a:lnTo>
                  <a:lnTo>
                    <a:pt x="1340" y="2972"/>
                  </a:lnTo>
                  <a:lnTo>
                    <a:pt x="1319" y="3056"/>
                  </a:lnTo>
                  <a:lnTo>
                    <a:pt x="1340" y="3181"/>
                  </a:lnTo>
                  <a:lnTo>
                    <a:pt x="1340" y="3265"/>
                  </a:lnTo>
                  <a:lnTo>
                    <a:pt x="1382" y="3369"/>
                  </a:lnTo>
                  <a:lnTo>
                    <a:pt x="1487" y="3453"/>
                  </a:lnTo>
                  <a:lnTo>
                    <a:pt x="1549" y="3558"/>
                  </a:lnTo>
                  <a:lnTo>
                    <a:pt x="1675" y="3579"/>
                  </a:lnTo>
                  <a:lnTo>
                    <a:pt x="1759" y="3558"/>
                  </a:lnTo>
                  <a:lnTo>
                    <a:pt x="1884" y="3600"/>
                  </a:lnTo>
                  <a:lnTo>
                    <a:pt x="1968" y="3600"/>
                  </a:lnTo>
                  <a:lnTo>
                    <a:pt x="2093" y="3683"/>
                  </a:lnTo>
                  <a:lnTo>
                    <a:pt x="2156" y="3683"/>
                  </a:lnTo>
                  <a:lnTo>
                    <a:pt x="2198" y="3725"/>
                  </a:lnTo>
                  <a:lnTo>
                    <a:pt x="2198" y="3788"/>
                  </a:lnTo>
                  <a:lnTo>
                    <a:pt x="2261" y="3830"/>
                  </a:lnTo>
                  <a:lnTo>
                    <a:pt x="2303" y="3893"/>
                  </a:lnTo>
                  <a:lnTo>
                    <a:pt x="2491" y="3872"/>
                  </a:lnTo>
                  <a:lnTo>
                    <a:pt x="2616" y="3893"/>
                  </a:lnTo>
                  <a:lnTo>
                    <a:pt x="2679" y="3976"/>
                  </a:lnTo>
                  <a:lnTo>
                    <a:pt x="2742" y="3976"/>
                  </a:lnTo>
                  <a:lnTo>
                    <a:pt x="2888" y="4018"/>
                  </a:lnTo>
                  <a:lnTo>
                    <a:pt x="2909" y="4039"/>
                  </a:lnTo>
                  <a:lnTo>
                    <a:pt x="3014" y="4018"/>
                  </a:lnTo>
                  <a:lnTo>
                    <a:pt x="3160" y="3997"/>
                  </a:lnTo>
                  <a:lnTo>
                    <a:pt x="3349" y="4039"/>
                  </a:lnTo>
                  <a:lnTo>
                    <a:pt x="3453" y="4123"/>
                  </a:lnTo>
                  <a:lnTo>
                    <a:pt x="4081" y="3474"/>
                  </a:lnTo>
                  <a:lnTo>
                    <a:pt x="4081" y="3286"/>
                  </a:lnTo>
                  <a:lnTo>
                    <a:pt x="4102" y="3202"/>
                  </a:lnTo>
                  <a:lnTo>
                    <a:pt x="4144" y="3056"/>
                  </a:lnTo>
                  <a:lnTo>
                    <a:pt x="4165" y="2972"/>
                  </a:lnTo>
                  <a:lnTo>
                    <a:pt x="4144" y="2867"/>
                  </a:lnTo>
                  <a:lnTo>
                    <a:pt x="4165" y="2784"/>
                  </a:lnTo>
                  <a:lnTo>
                    <a:pt x="4248" y="2784"/>
                  </a:lnTo>
                  <a:lnTo>
                    <a:pt x="4269" y="2742"/>
                  </a:lnTo>
                  <a:lnTo>
                    <a:pt x="4374" y="2637"/>
                  </a:lnTo>
                  <a:lnTo>
                    <a:pt x="4458" y="2532"/>
                  </a:lnTo>
                  <a:lnTo>
                    <a:pt x="4416" y="2449"/>
                  </a:lnTo>
                  <a:lnTo>
                    <a:pt x="4374" y="2407"/>
                  </a:lnTo>
                  <a:lnTo>
                    <a:pt x="4374" y="2302"/>
                  </a:lnTo>
                  <a:lnTo>
                    <a:pt x="4416" y="2240"/>
                  </a:lnTo>
                  <a:lnTo>
                    <a:pt x="4395" y="2135"/>
                  </a:lnTo>
                  <a:lnTo>
                    <a:pt x="4290" y="2051"/>
                  </a:lnTo>
                  <a:lnTo>
                    <a:pt x="4290" y="2009"/>
                  </a:lnTo>
                  <a:lnTo>
                    <a:pt x="4374" y="1988"/>
                  </a:lnTo>
                  <a:lnTo>
                    <a:pt x="4374" y="1842"/>
                  </a:lnTo>
                  <a:lnTo>
                    <a:pt x="4374" y="1737"/>
                  </a:lnTo>
                  <a:lnTo>
                    <a:pt x="4479" y="1696"/>
                  </a:lnTo>
                  <a:lnTo>
                    <a:pt x="4500" y="1612"/>
                  </a:lnTo>
                  <a:lnTo>
                    <a:pt x="4416" y="1612"/>
                  </a:lnTo>
                  <a:lnTo>
                    <a:pt x="4374" y="1570"/>
                  </a:lnTo>
                  <a:lnTo>
                    <a:pt x="4416" y="1465"/>
                  </a:lnTo>
                  <a:lnTo>
                    <a:pt x="4458" y="1298"/>
                  </a:lnTo>
                  <a:lnTo>
                    <a:pt x="4500" y="1214"/>
                  </a:lnTo>
                  <a:lnTo>
                    <a:pt x="4500" y="1152"/>
                  </a:lnTo>
                  <a:lnTo>
                    <a:pt x="4479" y="1068"/>
                  </a:lnTo>
                  <a:lnTo>
                    <a:pt x="4500" y="984"/>
                  </a:lnTo>
                  <a:lnTo>
                    <a:pt x="4479" y="900"/>
                  </a:lnTo>
                  <a:lnTo>
                    <a:pt x="4520" y="796"/>
                  </a:lnTo>
                  <a:lnTo>
                    <a:pt x="4520" y="733"/>
                  </a:lnTo>
                  <a:lnTo>
                    <a:pt x="4395" y="691"/>
                  </a:lnTo>
                  <a:lnTo>
                    <a:pt x="4353" y="628"/>
                  </a:lnTo>
                  <a:lnTo>
                    <a:pt x="4248" y="545"/>
                  </a:lnTo>
                  <a:lnTo>
                    <a:pt x="4060" y="545"/>
                  </a:lnTo>
                  <a:lnTo>
                    <a:pt x="3956" y="524"/>
                  </a:lnTo>
                  <a:lnTo>
                    <a:pt x="3851" y="377"/>
                  </a:lnTo>
                  <a:lnTo>
                    <a:pt x="3683" y="273"/>
                  </a:lnTo>
                  <a:lnTo>
                    <a:pt x="3537" y="252"/>
                  </a:lnTo>
                  <a:lnTo>
                    <a:pt x="3474" y="315"/>
                  </a:lnTo>
                  <a:lnTo>
                    <a:pt x="3432" y="335"/>
                  </a:lnTo>
                  <a:lnTo>
                    <a:pt x="3411" y="252"/>
                  </a:lnTo>
                  <a:lnTo>
                    <a:pt x="3328" y="252"/>
                  </a:lnTo>
                  <a:lnTo>
                    <a:pt x="3119" y="231"/>
                  </a:lnTo>
                  <a:lnTo>
                    <a:pt x="3098" y="43"/>
                  </a:lnTo>
                  <a:lnTo>
                    <a:pt x="3035" y="43"/>
                  </a:lnTo>
                  <a:lnTo>
                    <a:pt x="2909" y="22"/>
                  </a:lnTo>
                  <a:lnTo>
                    <a:pt x="2847" y="43"/>
                  </a:lnTo>
                  <a:lnTo>
                    <a:pt x="28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9387;p128">
              <a:extLst>
                <a:ext uri="{FF2B5EF4-FFF2-40B4-BE49-F238E27FC236}">
                  <a16:creationId xmlns:a16="http://schemas.microsoft.com/office/drawing/2014/main" id="{DBBC2CE0-C0BF-CFB1-9AB2-5FFAB46E0730}"/>
                </a:ext>
              </a:extLst>
            </p:cNvPr>
            <p:cNvSpPr/>
            <p:nvPr/>
          </p:nvSpPr>
          <p:spPr>
            <a:xfrm>
              <a:off x="3879638" y="3263609"/>
              <a:ext cx="64539" cy="61639"/>
            </a:xfrm>
            <a:custGeom>
              <a:avLst/>
              <a:gdLst/>
              <a:ahLst/>
              <a:cxnLst/>
              <a:rect l="l" t="t" r="r" b="b"/>
              <a:pathLst>
                <a:path w="5420" h="5420" extrusionOk="0">
                  <a:moveTo>
                    <a:pt x="3118" y="0"/>
                  </a:moveTo>
                  <a:lnTo>
                    <a:pt x="3013" y="21"/>
                  </a:lnTo>
                  <a:lnTo>
                    <a:pt x="2825" y="105"/>
                  </a:lnTo>
                  <a:lnTo>
                    <a:pt x="2762" y="147"/>
                  </a:lnTo>
                  <a:lnTo>
                    <a:pt x="2679" y="126"/>
                  </a:lnTo>
                  <a:lnTo>
                    <a:pt x="2658" y="105"/>
                  </a:lnTo>
                  <a:lnTo>
                    <a:pt x="2511" y="105"/>
                  </a:lnTo>
                  <a:lnTo>
                    <a:pt x="2407" y="230"/>
                  </a:lnTo>
                  <a:lnTo>
                    <a:pt x="2281" y="356"/>
                  </a:lnTo>
                  <a:lnTo>
                    <a:pt x="2093" y="502"/>
                  </a:lnTo>
                  <a:lnTo>
                    <a:pt x="2051" y="502"/>
                  </a:lnTo>
                  <a:lnTo>
                    <a:pt x="2072" y="419"/>
                  </a:lnTo>
                  <a:lnTo>
                    <a:pt x="2093" y="356"/>
                  </a:lnTo>
                  <a:lnTo>
                    <a:pt x="2051" y="335"/>
                  </a:lnTo>
                  <a:lnTo>
                    <a:pt x="2030" y="251"/>
                  </a:lnTo>
                  <a:lnTo>
                    <a:pt x="1988" y="230"/>
                  </a:lnTo>
                  <a:lnTo>
                    <a:pt x="1883" y="230"/>
                  </a:lnTo>
                  <a:lnTo>
                    <a:pt x="1716" y="293"/>
                  </a:lnTo>
                  <a:lnTo>
                    <a:pt x="1151" y="419"/>
                  </a:lnTo>
                  <a:lnTo>
                    <a:pt x="733" y="419"/>
                  </a:lnTo>
                  <a:lnTo>
                    <a:pt x="628" y="2490"/>
                  </a:lnTo>
                  <a:lnTo>
                    <a:pt x="105" y="2490"/>
                  </a:lnTo>
                  <a:lnTo>
                    <a:pt x="0" y="4310"/>
                  </a:lnTo>
                  <a:lnTo>
                    <a:pt x="210" y="4436"/>
                  </a:lnTo>
                  <a:lnTo>
                    <a:pt x="272" y="4624"/>
                  </a:lnTo>
                  <a:lnTo>
                    <a:pt x="419" y="4938"/>
                  </a:lnTo>
                  <a:lnTo>
                    <a:pt x="398" y="5105"/>
                  </a:lnTo>
                  <a:lnTo>
                    <a:pt x="314" y="5273"/>
                  </a:lnTo>
                  <a:lnTo>
                    <a:pt x="314" y="5377"/>
                  </a:lnTo>
                  <a:lnTo>
                    <a:pt x="482" y="5357"/>
                  </a:lnTo>
                  <a:lnTo>
                    <a:pt x="628" y="5419"/>
                  </a:lnTo>
                  <a:lnTo>
                    <a:pt x="712" y="5357"/>
                  </a:lnTo>
                  <a:lnTo>
                    <a:pt x="879" y="5377"/>
                  </a:lnTo>
                  <a:lnTo>
                    <a:pt x="942" y="5294"/>
                  </a:lnTo>
                  <a:lnTo>
                    <a:pt x="1088" y="5273"/>
                  </a:lnTo>
                  <a:lnTo>
                    <a:pt x="1193" y="5210"/>
                  </a:lnTo>
                  <a:lnTo>
                    <a:pt x="1235" y="5126"/>
                  </a:lnTo>
                  <a:lnTo>
                    <a:pt x="1423" y="5043"/>
                  </a:lnTo>
                  <a:lnTo>
                    <a:pt x="1528" y="4938"/>
                  </a:lnTo>
                  <a:lnTo>
                    <a:pt x="1611" y="4708"/>
                  </a:lnTo>
                  <a:lnTo>
                    <a:pt x="1758" y="4582"/>
                  </a:lnTo>
                  <a:lnTo>
                    <a:pt x="1925" y="4540"/>
                  </a:lnTo>
                  <a:lnTo>
                    <a:pt x="2093" y="4603"/>
                  </a:lnTo>
                  <a:lnTo>
                    <a:pt x="2155" y="4645"/>
                  </a:lnTo>
                  <a:lnTo>
                    <a:pt x="2239" y="4687"/>
                  </a:lnTo>
                  <a:lnTo>
                    <a:pt x="2448" y="4771"/>
                  </a:lnTo>
                  <a:lnTo>
                    <a:pt x="2511" y="4771"/>
                  </a:lnTo>
                  <a:lnTo>
                    <a:pt x="2616" y="4812"/>
                  </a:lnTo>
                  <a:lnTo>
                    <a:pt x="2762" y="4771"/>
                  </a:lnTo>
                  <a:lnTo>
                    <a:pt x="2888" y="4771"/>
                  </a:lnTo>
                  <a:lnTo>
                    <a:pt x="2992" y="4750"/>
                  </a:lnTo>
                  <a:lnTo>
                    <a:pt x="3013" y="4812"/>
                  </a:lnTo>
                  <a:lnTo>
                    <a:pt x="3097" y="4854"/>
                  </a:lnTo>
                  <a:lnTo>
                    <a:pt x="3223" y="4750"/>
                  </a:lnTo>
                  <a:lnTo>
                    <a:pt x="3202" y="4729"/>
                  </a:lnTo>
                  <a:lnTo>
                    <a:pt x="3223" y="4624"/>
                  </a:lnTo>
                  <a:lnTo>
                    <a:pt x="3223" y="4540"/>
                  </a:lnTo>
                  <a:lnTo>
                    <a:pt x="3285" y="4499"/>
                  </a:lnTo>
                  <a:lnTo>
                    <a:pt x="3285" y="4331"/>
                  </a:lnTo>
                  <a:lnTo>
                    <a:pt x="3327" y="4227"/>
                  </a:lnTo>
                  <a:lnTo>
                    <a:pt x="3432" y="4206"/>
                  </a:lnTo>
                  <a:lnTo>
                    <a:pt x="3515" y="4164"/>
                  </a:lnTo>
                  <a:lnTo>
                    <a:pt x="3599" y="4164"/>
                  </a:lnTo>
                  <a:lnTo>
                    <a:pt x="3641" y="4101"/>
                  </a:lnTo>
                  <a:lnTo>
                    <a:pt x="3662" y="4080"/>
                  </a:lnTo>
                  <a:lnTo>
                    <a:pt x="3704" y="3996"/>
                  </a:lnTo>
                  <a:lnTo>
                    <a:pt x="3767" y="3955"/>
                  </a:lnTo>
                  <a:lnTo>
                    <a:pt x="3850" y="3913"/>
                  </a:lnTo>
                  <a:lnTo>
                    <a:pt x="3871" y="3871"/>
                  </a:lnTo>
                  <a:lnTo>
                    <a:pt x="3955" y="3850"/>
                  </a:lnTo>
                  <a:lnTo>
                    <a:pt x="3955" y="3766"/>
                  </a:lnTo>
                  <a:lnTo>
                    <a:pt x="3934" y="3704"/>
                  </a:lnTo>
                  <a:lnTo>
                    <a:pt x="3955" y="3578"/>
                  </a:lnTo>
                  <a:lnTo>
                    <a:pt x="4080" y="3369"/>
                  </a:lnTo>
                  <a:lnTo>
                    <a:pt x="4185" y="3327"/>
                  </a:lnTo>
                  <a:lnTo>
                    <a:pt x="4248" y="3327"/>
                  </a:lnTo>
                  <a:lnTo>
                    <a:pt x="4290" y="3264"/>
                  </a:lnTo>
                  <a:lnTo>
                    <a:pt x="4373" y="3243"/>
                  </a:lnTo>
                  <a:lnTo>
                    <a:pt x="4394" y="3180"/>
                  </a:lnTo>
                  <a:lnTo>
                    <a:pt x="4457" y="3139"/>
                  </a:lnTo>
                  <a:lnTo>
                    <a:pt x="4541" y="3076"/>
                  </a:lnTo>
                  <a:lnTo>
                    <a:pt x="4645" y="2971"/>
                  </a:lnTo>
                  <a:lnTo>
                    <a:pt x="4771" y="2950"/>
                  </a:lnTo>
                  <a:lnTo>
                    <a:pt x="4792" y="2971"/>
                  </a:lnTo>
                  <a:lnTo>
                    <a:pt x="4855" y="2950"/>
                  </a:lnTo>
                  <a:lnTo>
                    <a:pt x="4959" y="2950"/>
                  </a:lnTo>
                  <a:lnTo>
                    <a:pt x="5022" y="2867"/>
                  </a:lnTo>
                  <a:lnTo>
                    <a:pt x="5106" y="2867"/>
                  </a:lnTo>
                  <a:lnTo>
                    <a:pt x="5127" y="2762"/>
                  </a:lnTo>
                  <a:lnTo>
                    <a:pt x="5127" y="2720"/>
                  </a:lnTo>
                  <a:lnTo>
                    <a:pt x="5189" y="2657"/>
                  </a:lnTo>
                  <a:lnTo>
                    <a:pt x="5294" y="2657"/>
                  </a:lnTo>
                  <a:lnTo>
                    <a:pt x="5336" y="2616"/>
                  </a:lnTo>
                  <a:lnTo>
                    <a:pt x="5420" y="2616"/>
                  </a:lnTo>
                  <a:lnTo>
                    <a:pt x="5378" y="2553"/>
                  </a:lnTo>
                  <a:lnTo>
                    <a:pt x="5315" y="2511"/>
                  </a:lnTo>
                  <a:lnTo>
                    <a:pt x="5315" y="2448"/>
                  </a:lnTo>
                  <a:lnTo>
                    <a:pt x="5273" y="2406"/>
                  </a:lnTo>
                  <a:lnTo>
                    <a:pt x="5210" y="2406"/>
                  </a:lnTo>
                  <a:lnTo>
                    <a:pt x="5085" y="2323"/>
                  </a:lnTo>
                  <a:lnTo>
                    <a:pt x="5001" y="2323"/>
                  </a:lnTo>
                  <a:lnTo>
                    <a:pt x="4876" y="2281"/>
                  </a:lnTo>
                  <a:lnTo>
                    <a:pt x="4792" y="2302"/>
                  </a:lnTo>
                  <a:lnTo>
                    <a:pt x="4666" y="2281"/>
                  </a:lnTo>
                  <a:lnTo>
                    <a:pt x="4604" y="2176"/>
                  </a:lnTo>
                  <a:lnTo>
                    <a:pt x="4499" y="2092"/>
                  </a:lnTo>
                  <a:lnTo>
                    <a:pt x="4457" y="1988"/>
                  </a:lnTo>
                  <a:lnTo>
                    <a:pt x="4457" y="1904"/>
                  </a:lnTo>
                  <a:lnTo>
                    <a:pt x="4436" y="1779"/>
                  </a:lnTo>
                  <a:lnTo>
                    <a:pt x="4457" y="1695"/>
                  </a:lnTo>
                  <a:lnTo>
                    <a:pt x="4373" y="1611"/>
                  </a:lnTo>
                  <a:lnTo>
                    <a:pt x="4269" y="1590"/>
                  </a:lnTo>
                  <a:lnTo>
                    <a:pt x="4248" y="1548"/>
                  </a:lnTo>
                  <a:lnTo>
                    <a:pt x="4248" y="1486"/>
                  </a:lnTo>
                  <a:lnTo>
                    <a:pt x="4248" y="1465"/>
                  </a:lnTo>
                  <a:lnTo>
                    <a:pt x="4164" y="1402"/>
                  </a:lnTo>
                  <a:lnTo>
                    <a:pt x="4122" y="1360"/>
                  </a:lnTo>
                  <a:lnTo>
                    <a:pt x="4018" y="1297"/>
                  </a:lnTo>
                  <a:lnTo>
                    <a:pt x="3913" y="1235"/>
                  </a:lnTo>
                  <a:lnTo>
                    <a:pt x="3746" y="963"/>
                  </a:lnTo>
                  <a:lnTo>
                    <a:pt x="3704" y="879"/>
                  </a:lnTo>
                  <a:lnTo>
                    <a:pt x="3662" y="879"/>
                  </a:lnTo>
                  <a:lnTo>
                    <a:pt x="3620" y="837"/>
                  </a:lnTo>
                  <a:lnTo>
                    <a:pt x="3557" y="753"/>
                  </a:lnTo>
                  <a:lnTo>
                    <a:pt x="3515" y="711"/>
                  </a:lnTo>
                  <a:lnTo>
                    <a:pt x="3495" y="607"/>
                  </a:lnTo>
                  <a:lnTo>
                    <a:pt x="3432" y="523"/>
                  </a:lnTo>
                  <a:lnTo>
                    <a:pt x="3411" y="502"/>
                  </a:lnTo>
                  <a:lnTo>
                    <a:pt x="3411" y="439"/>
                  </a:lnTo>
                  <a:lnTo>
                    <a:pt x="3348" y="356"/>
                  </a:lnTo>
                  <a:lnTo>
                    <a:pt x="3285" y="314"/>
                  </a:lnTo>
                  <a:lnTo>
                    <a:pt x="3223" y="293"/>
                  </a:lnTo>
                  <a:lnTo>
                    <a:pt x="3139" y="209"/>
                  </a:lnTo>
                  <a:lnTo>
                    <a:pt x="3139" y="147"/>
                  </a:lnTo>
                  <a:lnTo>
                    <a:pt x="3139" y="105"/>
                  </a:lnTo>
                  <a:lnTo>
                    <a:pt x="3139" y="42"/>
                  </a:lnTo>
                  <a:lnTo>
                    <a:pt x="311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9388;p128">
              <a:extLst>
                <a:ext uri="{FF2B5EF4-FFF2-40B4-BE49-F238E27FC236}">
                  <a16:creationId xmlns:a16="http://schemas.microsoft.com/office/drawing/2014/main" id="{F7D19A09-1136-789B-1EF6-CE8F40CEA523}"/>
                </a:ext>
              </a:extLst>
            </p:cNvPr>
            <p:cNvSpPr/>
            <p:nvPr/>
          </p:nvSpPr>
          <p:spPr>
            <a:xfrm>
              <a:off x="3824578" y="3257889"/>
              <a:ext cx="92188" cy="82826"/>
            </a:xfrm>
            <a:custGeom>
              <a:avLst/>
              <a:gdLst/>
              <a:ahLst/>
              <a:cxnLst/>
              <a:rect l="l" t="t" r="r" b="b"/>
              <a:pathLst>
                <a:path w="7742" h="7283" extrusionOk="0">
                  <a:moveTo>
                    <a:pt x="691" y="1"/>
                  </a:moveTo>
                  <a:lnTo>
                    <a:pt x="502" y="126"/>
                  </a:lnTo>
                  <a:lnTo>
                    <a:pt x="502" y="210"/>
                  </a:lnTo>
                  <a:lnTo>
                    <a:pt x="440" y="231"/>
                  </a:lnTo>
                  <a:lnTo>
                    <a:pt x="377" y="189"/>
                  </a:lnTo>
                  <a:lnTo>
                    <a:pt x="189" y="189"/>
                  </a:lnTo>
                  <a:lnTo>
                    <a:pt x="168" y="273"/>
                  </a:lnTo>
                  <a:lnTo>
                    <a:pt x="105" y="294"/>
                  </a:lnTo>
                  <a:lnTo>
                    <a:pt x="84" y="273"/>
                  </a:lnTo>
                  <a:lnTo>
                    <a:pt x="0" y="231"/>
                  </a:lnTo>
                  <a:lnTo>
                    <a:pt x="21" y="733"/>
                  </a:lnTo>
                  <a:lnTo>
                    <a:pt x="377" y="1068"/>
                  </a:lnTo>
                  <a:lnTo>
                    <a:pt x="544" y="1382"/>
                  </a:lnTo>
                  <a:lnTo>
                    <a:pt x="837" y="2051"/>
                  </a:lnTo>
                  <a:lnTo>
                    <a:pt x="858" y="2302"/>
                  </a:lnTo>
                  <a:lnTo>
                    <a:pt x="1151" y="2700"/>
                  </a:lnTo>
                  <a:lnTo>
                    <a:pt x="1151" y="2847"/>
                  </a:lnTo>
                  <a:lnTo>
                    <a:pt x="1465" y="3307"/>
                  </a:lnTo>
                  <a:lnTo>
                    <a:pt x="1465" y="3537"/>
                  </a:lnTo>
                  <a:lnTo>
                    <a:pt x="1381" y="3579"/>
                  </a:lnTo>
                  <a:lnTo>
                    <a:pt x="1465" y="3872"/>
                  </a:lnTo>
                  <a:lnTo>
                    <a:pt x="1486" y="4311"/>
                  </a:lnTo>
                  <a:lnTo>
                    <a:pt x="1674" y="4751"/>
                  </a:lnTo>
                  <a:lnTo>
                    <a:pt x="1653" y="5023"/>
                  </a:lnTo>
                  <a:lnTo>
                    <a:pt x="1695" y="5190"/>
                  </a:lnTo>
                  <a:lnTo>
                    <a:pt x="1632" y="5232"/>
                  </a:lnTo>
                  <a:lnTo>
                    <a:pt x="1674" y="5315"/>
                  </a:lnTo>
                  <a:lnTo>
                    <a:pt x="1737" y="5629"/>
                  </a:lnTo>
                  <a:lnTo>
                    <a:pt x="1800" y="5650"/>
                  </a:lnTo>
                  <a:lnTo>
                    <a:pt x="1862" y="5755"/>
                  </a:lnTo>
                  <a:lnTo>
                    <a:pt x="1800" y="5797"/>
                  </a:lnTo>
                  <a:lnTo>
                    <a:pt x="1800" y="5943"/>
                  </a:lnTo>
                  <a:lnTo>
                    <a:pt x="1883" y="6027"/>
                  </a:lnTo>
                  <a:lnTo>
                    <a:pt x="1904" y="6257"/>
                  </a:lnTo>
                  <a:lnTo>
                    <a:pt x="2009" y="6383"/>
                  </a:lnTo>
                  <a:lnTo>
                    <a:pt x="2155" y="6676"/>
                  </a:lnTo>
                  <a:lnTo>
                    <a:pt x="2281" y="6801"/>
                  </a:lnTo>
                  <a:lnTo>
                    <a:pt x="2302" y="6885"/>
                  </a:lnTo>
                  <a:lnTo>
                    <a:pt x="2511" y="7031"/>
                  </a:lnTo>
                  <a:lnTo>
                    <a:pt x="2595" y="6989"/>
                  </a:lnTo>
                  <a:lnTo>
                    <a:pt x="2720" y="6968"/>
                  </a:lnTo>
                  <a:lnTo>
                    <a:pt x="2720" y="6885"/>
                  </a:lnTo>
                  <a:lnTo>
                    <a:pt x="2678" y="6843"/>
                  </a:lnTo>
                  <a:lnTo>
                    <a:pt x="2720" y="6759"/>
                  </a:lnTo>
                  <a:lnTo>
                    <a:pt x="2888" y="6696"/>
                  </a:lnTo>
                  <a:lnTo>
                    <a:pt x="2930" y="6801"/>
                  </a:lnTo>
                  <a:lnTo>
                    <a:pt x="3055" y="6822"/>
                  </a:lnTo>
                  <a:lnTo>
                    <a:pt x="3013" y="6927"/>
                  </a:lnTo>
                  <a:lnTo>
                    <a:pt x="3097" y="7115"/>
                  </a:lnTo>
                  <a:lnTo>
                    <a:pt x="3264" y="7136"/>
                  </a:lnTo>
                  <a:lnTo>
                    <a:pt x="3411" y="7220"/>
                  </a:lnTo>
                  <a:lnTo>
                    <a:pt x="3515" y="7199"/>
                  </a:lnTo>
                  <a:lnTo>
                    <a:pt x="3557" y="7220"/>
                  </a:lnTo>
                  <a:lnTo>
                    <a:pt x="3662" y="7240"/>
                  </a:lnTo>
                  <a:lnTo>
                    <a:pt x="3725" y="7199"/>
                  </a:lnTo>
                  <a:lnTo>
                    <a:pt x="3787" y="7199"/>
                  </a:lnTo>
                  <a:lnTo>
                    <a:pt x="3850" y="7282"/>
                  </a:lnTo>
                  <a:lnTo>
                    <a:pt x="3976" y="7282"/>
                  </a:lnTo>
                  <a:lnTo>
                    <a:pt x="3997" y="7178"/>
                  </a:lnTo>
                  <a:lnTo>
                    <a:pt x="4038" y="7115"/>
                  </a:lnTo>
                  <a:lnTo>
                    <a:pt x="4101" y="7094"/>
                  </a:lnTo>
                  <a:lnTo>
                    <a:pt x="4164" y="6968"/>
                  </a:lnTo>
                  <a:lnTo>
                    <a:pt x="4310" y="6885"/>
                  </a:lnTo>
                  <a:lnTo>
                    <a:pt x="4499" y="6906"/>
                  </a:lnTo>
                  <a:lnTo>
                    <a:pt x="4562" y="6906"/>
                  </a:lnTo>
                  <a:lnTo>
                    <a:pt x="4624" y="4813"/>
                  </a:lnTo>
                  <a:lnTo>
                    <a:pt x="4729" y="2993"/>
                  </a:lnTo>
                  <a:lnTo>
                    <a:pt x="5252" y="2993"/>
                  </a:lnTo>
                  <a:lnTo>
                    <a:pt x="5357" y="922"/>
                  </a:lnTo>
                  <a:lnTo>
                    <a:pt x="5775" y="922"/>
                  </a:lnTo>
                  <a:lnTo>
                    <a:pt x="6340" y="796"/>
                  </a:lnTo>
                  <a:lnTo>
                    <a:pt x="6507" y="733"/>
                  </a:lnTo>
                  <a:lnTo>
                    <a:pt x="6612" y="733"/>
                  </a:lnTo>
                  <a:lnTo>
                    <a:pt x="6654" y="754"/>
                  </a:lnTo>
                  <a:lnTo>
                    <a:pt x="6675" y="838"/>
                  </a:lnTo>
                  <a:lnTo>
                    <a:pt x="6717" y="859"/>
                  </a:lnTo>
                  <a:lnTo>
                    <a:pt x="6696" y="922"/>
                  </a:lnTo>
                  <a:lnTo>
                    <a:pt x="6675" y="1005"/>
                  </a:lnTo>
                  <a:lnTo>
                    <a:pt x="6717" y="1005"/>
                  </a:lnTo>
                  <a:lnTo>
                    <a:pt x="6905" y="859"/>
                  </a:lnTo>
                  <a:lnTo>
                    <a:pt x="7031" y="733"/>
                  </a:lnTo>
                  <a:lnTo>
                    <a:pt x="7135" y="608"/>
                  </a:lnTo>
                  <a:lnTo>
                    <a:pt x="7282" y="608"/>
                  </a:lnTo>
                  <a:lnTo>
                    <a:pt x="7303" y="629"/>
                  </a:lnTo>
                  <a:lnTo>
                    <a:pt x="7386" y="650"/>
                  </a:lnTo>
                  <a:lnTo>
                    <a:pt x="7449" y="608"/>
                  </a:lnTo>
                  <a:lnTo>
                    <a:pt x="7637" y="524"/>
                  </a:lnTo>
                  <a:lnTo>
                    <a:pt x="7742" y="503"/>
                  </a:lnTo>
                  <a:lnTo>
                    <a:pt x="7658" y="398"/>
                  </a:lnTo>
                  <a:lnTo>
                    <a:pt x="7637" y="398"/>
                  </a:lnTo>
                  <a:lnTo>
                    <a:pt x="7616" y="378"/>
                  </a:lnTo>
                  <a:lnTo>
                    <a:pt x="7533" y="378"/>
                  </a:lnTo>
                  <a:lnTo>
                    <a:pt x="7512" y="336"/>
                  </a:lnTo>
                  <a:lnTo>
                    <a:pt x="7491" y="336"/>
                  </a:lnTo>
                  <a:lnTo>
                    <a:pt x="7449" y="315"/>
                  </a:lnTo>
                  <a:lnTo>
                    <a:pt x="7323" y="378"/>
                  </a:lnTo>
                  <a:lnTo>
                    <a:pt x="7240" y="336"/>
                  </a:lnTo>
                  <a:lnTo>
                    <a:pt x="6696" y="482"/>
                  </a:lnTo>
                  <a:lnTo>
                    <a:pt x="5817" y="691"/>
                  </a:lnTo>
                  <a:lnTo>
                    <a:pt x="5671" y="691"/>
                  </a:lnTo>
                  <a:lnTo>
                    <a:pt x="5650" y="650"/>
                  </a:lnTo>
                  <a:lnTo>
                    <a:pt x="5608" y="650"/>
                  </a:lnTo>
                  <a:lnTo>
                    <a:pt x="5566" y="608"/>
                  </a:lnTo>
                  <a:lnTo>
                    <a:pt x="5524" y="629"/>
                  </a:lnTo>
                  <a:lnTo>
                    <a:pt x="5461" y="608"/>
                  </a:lnTo>
                  <a:lnTo>
                    <a:pt x="5419" y="587"/>
                  </a:lnTo>
                  <a:lnTo>
                    <a:pt x="5336" y="608"/>
                  </a:lnTo>
                  <a:lnTo>
                    <a:pt x="5336" y="650"/>
                  </a:lnTo>
                  <a:lnTo>
                    <a:pt x="5189" y="650"/>
                  </a:lnTo>
                  <a:lnTo>
                    <a:pt x="5085" y="629"/>
                  </a:lnTo>
                  <a:lnTo>
                    <a:pt x="4938" y="503"/>
                  </a:lnTo>
                  <a:lnTo>
                    <a:pt x="4896" y="503"/>
                  </a:lnTo>
                  <a:lnTo>
                    <a:pt x="4875" y="482"/>
                  </a:lnTo>
                  <a:lnTo>
                    <a:pt x="4834" y="545"/>
                  </a:lnTo>
                  <a:lnTo>
                    <a:pt x="4771" y="545"/>
                  </a:lnTo>
                  <a:lnTo>
                    <a:pt x="4624" y="524"/>
                  </a:lnTo>
                  <a:lnTo>
                    <a:pt x="4520" y="545"/>
                  </a:lnTo>
                  <a:lnTo>
                    <a:pt x="4457" y="608"/>
                  </a:lnTo>
                  <a:lnTo>
                    <a:pt x="4373" y="587"/>
                  </a:lnTo>
                  <a:lnTo>
                    <a:pt x="4352" y="524"/>
                  </a:lnTo>
                  <a:lnTo>
                    <a:pt x="4290" y="503"/>
                  </a:lnTo>
                  <a:lnTo>
                    <a:pt x="4185" y="524"/>
                  </a:lnTo>
                  <a:lnTo>
                    <a:pt x="4080" y="503"/>
                  </a:lnTo>
                  <a:lnTo>
                    <a:pt x="3955" y="440"/>
                  </a:lnTo>
                  <a:lnTo>
                    <a:pt x="3892" y="398"/>
                  </a:lnTo>
                  <a:lnTo>
                    <a:pt x="3850" y="294"/>
                  </a:lnTo>
                  <a:lnTo>
                    <a:pt x="3829" y="273"/>
                  </a:lnTo>
                  <a:lnTo>
                    <a:pt x="1653" y="273"/>
                  </a:lnTo>
                  <a:lnTo>
                    <a:pt x="1632" y="231"/>
                  </a:lnTo>
                  <a:lnTo>
                    <a:pt x="1569" y="231"/>
                  </a:lnTo>
                  <a:lnTo>
                    <a:pt x="1486" y="294"/>
                  </a:lnTo>
                  <a:lnTo>
                    <a:pt x="1465" y="294"/>
                  </a:lnTo>
                  <a:lnTo>
                    <a:pt x="1360" y="336"/>
                  </a:lnTo>
                  <a:lnTo>
                    <a:pt x="1235" y="294"/>
                  </a:lnTo>
                  <a:lnTo>
                    <a:pt x="1130" y="189"/>
                  </a:lnTo>
                  <a:lnTo>
                    <a:pt x="1067" y="168"/>
                  </a:lnTo>
                  <a:lnTo>
                    <a:pt x="1109" y="106"/>
                  </a:lnTo>
                  <a:lnTo>
                    <a:pt x="1025" y="85"/>
                  </a:lnTo>
                  <a:lnTo>
                    <a:pt x="1025" y="64"/>
                  </a:lnTo>
                  <a:lnTo>
                    <a:pt x="942" y="1"/>
                  </a:lnTo>
                  <a:lnTo>
                    <a:pt x="900" y="22"/>
                  </a:lnTo>
                  <a:lnTo>
                    <a:pt x="858" y="64"/>
                  </a:lnTo>
                  <a:lnTo>
                    <a:pt x="837" y="64"/>
                  </a:lnTo>
                  <a:lnTo>
                    <a:pt x="73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6B65"/>
                </a:solidFill>
              </a:endParaRPr>
            </a:p>
          </p:txBody>
        </p:sp>
        <p:sp>
          <p:nvSpPr>
            <p:cNvPr id="428" name="Google Shape;9389;p128">
              <a:extLst>
                <a:ext uri="{FF2B5EF4-FFF2-40B4-BE49-F238E27FC236}">
                  <a16:creationId xmlns:a16="http://schemas.microsoft.com/office/drawing/2014/main" id="{767A66E5-50B2-C332-D7A0-80918F424058}"/>
                </a:ext>
              </a:extLst>
            </p:cNvPr>
            <p:cNvSpPr/>
            <p:nvPr/>
          </p:nvSpPr>
          <p:spPr>
            <a:xfrm>
              <a:off x="3953131" y="3215060"/>
              <a:ext cx="71767" cy="110427"/>
            </a:xfrm>
            <a:custGeom>
              <a:avLst/>
              <a:gdLst/>
              <a:ahLst/>
              <a:cxnLst/>
              <a:rect l="l" t="t" r="r" b="b"/>
              <a:pathLst>
                <a:path w="6027" h="9710" extrusionOk="0">
                  <a:moveTo>
                    <a:pt x="6006" y="1"/>
                  </a:moveTo>
                  <a:lnTo>
                    <a:pt x="5964" y="22"/>
                  </a:lnTo>
                  <a:lnTo>
                    <a:pt x="5922" y="84"/>
                  </a:lnTo>
                  <a:lnTo>
                    <a:pt x="5818" y="63"/>
                  </a:lnTo>
                  <a:lnTo>
                    <a:pt x="5734" y="126"/>
                  </a:lnTo>
                  <a:lnTo>
                    <a:pt x="5650" y="210"/>
                  </a:lnTo>
                  <a:lnTo>
                    <a:pt x="5525" y="231"/>
                  </a:lnTo>
                  <a:lnTo>
                    <a:pt x="5441" y="314"/>
                  </a:lnTo>
                  <a:lnTo>
                    <a:pt x="5315" y="314"/>
                  </a:lnTo>
                  <a:lnTo>
                    <a:pt x="5294" y="377"/>
                  </a:lnTo>
                  <a:lnTo>
                    <a:pt x="5190" y="398"/>
                  </a:lnTo>
                  <a:lnTo>
                    <a:pt x="5106" y="377"/>
                  </a:lnTo>
                  <a:lnTo>
                    <a:pt x="4897" y="440"/>
                  </a:lnTo>
                  <a:lnTo>
                    <a:pt x="4855" y="482"/>
                  </a:lnTo>
                  <a:lnTo>
                    <a:pt x="4750" y="503"/>
                  </a:lnTo>
                  <a:lnTo>
                    <a:pt x="4667" y="440"/>
                  </a:lnTo>
                  <a:lnTo>
                    <a:pt x="4583" y="440"/>
                  </a:lnTo>
                  <a:lnTo>
                    <a:pt x="4478" y="419"/>
                  </a:lnTo>
                  <a:lnTo>
                    <a:pt x="4437" y="482"/>
                  </a:lnTo>
                  <a:lnTo>
                    <a:pt x="4458" y="524"/>
                  </a:lnTo>
                  <a:lnTo>
                    <a:pt x="4437" y="607"/>
                  </a:lnTo>
                  <a:lnTo>
                    <a:pt x="4269" y="628"/>
                  </a:lnTo>
                  <a:lnTo>
                    <a:pt x="4144" y="691"/>
                  </a:lnTo>
                  <a:lnTo>
                    <a:pt x="4060" y="628"/>
                  </a:lnTo>
                  <a:lnTo>
                    <a:pt x="3976" y="628"/>
                  </a:lnTo>
                  <a:lnTo>
                    <a:pt x="3976" y="587"/>
                  </a:lnTo>
                  <a:lnTo>
                    <a:pt x="3934" y="545"/>
                  </a:lnTo>
                  <a:lnTo>
                    <a:pt x="3872" y="607"/>
                  </a:lnTo>
                  <a:lnTo>
                    <a:pt x="3809" y="607"/>
                  </a:lnTo>
                  <a:lnTo>
                    <a:pt x="3704" y="712"/>
                  </a:lnTo>
                  <a:lnTo>
                    <a:pt x="3516" y="733"/>
                  </a:lnTo>
                  <a:lnTo>
                    <a:pt x="3537" y="712"/>
                  </a:lnTo>
                  <a:lnTo>
                    <a:pt x="3495" y="628"/>
                  </a:lnTo>
                  <a:lnTo>
                    <a:pt x="3411" y="628"/>
                  </a:lnTo>
                  <a:lnTo>
                    <a:pt x="3328" y="587"/>
                  </a:lnTo>
                  <a:lnTo>
                    <a:pt x="3244" y="545"/>
                  </a:lnTo>
                  <a:lnTo>
                    <a:pt x="3244" y="503"/>
                  </a:lnTo>
                  <a:lnTo>
                    <a:pt x="3181" y="524"/>
                  </a:lnTo>
                  <a:lnTo>
                    <a:pt x="3139" y="545"/>
                  </a:lnTo>
                  <a:lnTo>
                    <a:pt x="3035" y="587"/>
                  </a:lnTo>
                  <a:lnTo>
                    <a:pt x="2491" y="607"/>
                  </a:lnTo>
                  <a:lnTo>
                    <a:pt x="2365" y="1110"/>
                  </a:lnTo>
                  <a:lnTo>
                    <a:pt x="2449" y="1654"/>
                  </a:lnTo>
                  <a:lnTo>
                    <a:pt x="2616" y="1737"/>
                  </a:lnTo>
                  <a:lnTo>
                    <a:pt x="2721" y="1800"/>
                  </a:lnTo>
                  <a:lnTo>
                    <a:pt x="2763" y="1863"/>
                  </a:lnTo>
                  <a:lnTo>
                    <a:pt x="2805" y="1884"/>
                  </a:lnTo>
                  <a:lnTo>
                    <a:pt x="3014" y="2072"/>
                  </a:lnTo>
                  <a:lnTo>
                    <a:pt x="3035" y="2177"/>
                  </a:lnTo>
                  <a:lnTo>
                    <a:pt x="3181" y="2365"/>
                  </a:lnTo>
                  <a:lnTo>
                    <a:pt x="3223" y="2491"/>
                  </a:lnTo>
                  <a:lnTo>
                    <a:pt x="3286" y="2574"/>
                  </a:lnTo>
                  <a:lnTo>
                    <a:pt x="3286" y="2637"/>
                  </a:lnTo>
                  <a:lnTo>
                    <a:pt x="3202" y="2637"/>
                  </a:lnTo>
                  <a:lnTo>
                    <a:pt x="3181" y="2721"/>
                  </a:lnTo>
                  <a:lnTo>
                    <a:pt x="3118" y="2721"/>
                  </a:lnTo>
                  <a:lnTo>
                    <a:pt x="3097" y="2783"/>
                  </a:lnTo>
                  <a:lnTo>
                    <a:pt x="3118" y="2804"/>
                  </a:lnTo>
                  <a:lnTo>
                    <a:pt x="3097" y="2846"/>
                  </a:lnTo>
                  <a:lnTo>
                    <a:pt x="3181" y="2930"/>
                  </a:lnTo>
                  <a:lnTo>
                    <a:pt x="3139" y="3139"/>
                  </a:lnTo>
                  <a:lnTo>
                    <a:pt x="3118" y="3244"/>
                  </a:lnTo>
                  <a:lnTo>
                    <a:pt x="3035" y="3307"/>
                  </a:lnTo>
                  <a:lnTo>
                    <a:pt x="2930" y="3327"/>
                  </a:lnTo>
                  <a:lnTo>
                    <a:pt x="2867" y="3474"/>
                  </a:lnTo>
                  <a:lnTo>
                    <a:pt x="2867" y="3579"/>
                  </a:lnTo>
                  <a:lnTo>
                    <a:pt x="2805" y="3683"/>
                  </a:lnTo>
                  <a:lnTo>
                    <a:pt x="2825" y="3830"/>
                  </a:lnTo>
                  <a:lnTo>
                    <a:pt x="2805" y="3955"/>
                  </a:lnTo>
                  <a:lnTo>
                    <a:pt x="2700" y="3976"/>
                  </a:lnTo>
                  <a:lnTo>
                    <a:pt x="2679" y="3872"/>
                  </a:lnTo>
                  <a:lnTo>
                    <a:pt x="2700" y="3830"/>
                  </a:lnTo>
                  <a:lnTo>
                    <a:pt x="2616" y="3725"/>
                  </a:lnTo>
                  <a:lnTo>
                    <a:pt x="2574" y="3662"/>
                  </a:lnTo>
                  <a:lnTo>
                    <a:pt x="2491" y="3620"/>
                  </a:lnTo>
                  <a:lnTo>
                    <a:pt x="2386" y="3537"/>
                  </a:lnTo>
                  <a:lnTo>
                    <a:pt x="2281" y="3411"/>
                  </a:lnTo>
                  <a:lnTo>
                    <a:pt x="2281" y="3327"/>
                  </a:lnTo>
                  <a:lnTo>
                    <a:pt x="2240" y="3202"/>
                  </a:lnTo>
                  <a:lnTo>
                    <a:pt x="2240" y="3097"/>
                  </a:lnTo>
                  <a:lnTo>
                    <a:pt x="2281" y="2993"/>
                  </a:lnTo>
                  <a:lnTo>
                    <a:pt x="2344" y="2846"/>
                  </a:lnTo>
                  <a:lnTo>
                    <a:pt x="2449" y="2721"/>
                  </a:lnTo>
                  <a:lnTo>
                    <a:pt x="2470" y="2595"/>
                  </a:lnTo>
                  <a:lnTo>
                    <a:pt x="2470" y="2428"/>
                  </a:lnTo>
                  <a:lnTo>
                    <a:pt x="2407" y="2323"/>
                  </a:lnTo>
                  <a:lnTo>
                    <a:pt x="2261" y="2302"/>
                  </a:lnTo>
                  <a:lnTo>
                    <a:pt x="2135" y="2302"/>
                  </a:lnTo>
                  <a:lnTo>
                    <a:pt x="2072" y="2365"/>
                  </a:lnTo>
                  <a:lnTo>
                    <a:pt x="2030" y="2365"/>
                  </a:lnTo>
                  <a:lnTo>
                    <a:pt x="1968" y="2386"/>
                  </a:lnTo>
                  <a:lnTo>
                    <a:pt x="1863" y="2323"/>
                  </a:lnTo>
                  <a:lnTo>
                    <a:pt x="1863" y="2260"/>
                  </a:lnTo>
                  <a:lnTo>
                    <a:pt x="1821" y="2198"/>
                  </a:lnTo>
                  <a:lnTo>
                    <a:pt x="1779" y="2156"/>
                  </a:lnTo>
                  <a:lnTo>
                    <a:pt x="1758" y="2093"/>
                  </a:lnTo>
                  <a:lnTo>
                    <a:pt x="1612" y="2114"/>
                  </a:lnTo>
                  <a:lnTo>
                    <a:pt x="1424" y="2177"/>
                  </a:lnTo>
                  <a:lnTo>
                    <a:pt x="1089" y="2302"/>
                  </a:lnTo>
                  <a:lnTo>
                    <a:pt x="984" y="2323"/>
                  </a:lnTo>
                  <a:lnTo>
                    <a:pt x="398" y="2595"/>
                  </a:lnTo>
                  <a:lnTo>
                    <a:pt x="273" y="2595"/>
                  </a:lnTo>
                  <a:lnTo>
                    <a:pt x="43" y="2700"/>
                  </a:lnTo>
                  <a:lnTo>
                    <a:pt x="1" y="2783"/>
                  </a:lnTo>
                  <a:lnTo>
                    <a:pt x="43" y="2951"/>
                  </a:lnTo>
                  <a:lnTo>
                    <a:pt x="43" y="3035"/>
                  </a:lnTo>
                  <a:lnTo>
                    <a:pt x="64" y="3223"/>
                  </a:lnTo>
                  <a:lnTo>
                    <a:pt x="273" y="3244"/>
                  </a:lnTo>
                  <a:lnTo>
                    <a:pt x="356" y="3244"/>
                  </a:lnTo>
                  <a:lnTo>
                    <a:pt x="377" y="3327"/>
                  </a:lnTo>
                  <a:lnTo>
                    <a:pt x="419" y="3307"/>
                  </a:lnTo>
                  <a:lnTo>
                    <a:pt x="482" y="3244"/>
                  </a:lnTo>
                  <a:lnTo>
                    <a:pt x="628" y="3265"/>
                  </a:lnTo>
                  <a:lnTo>
                    <a:pt x="796" y="3369"/>
                  </a:lnTo>
                  <a:lnTo>
                    <a:pt x="901" y="3516"/>
                  </a:lnTo>
                  <a:lnTo>
                    <a:pt x="1005" y="3537"/>
                  </a:lnTo>
                  <a:lnTo>
                    <a:pt x="1193" y="3537"/>
                  </a:lnTo>
                  <a:lnTo>
                    <a:pt x="1298" y="3620"/>
                  </a:lnTo>
                  <a:lnTo>
                    <a:pt x="1340" y="3683"/>
                  </a:lnTo>
                  <a:lnTo>
                    <a:pt x="1465" y="3725"/>
                  </a:lnTo>
                  <a:lnTo>
                    <a:pt x="1465" y="3788"/>
                  </a:lnTo>
                  <a:lnTo>
                    <a:pt x="1424" y="3892"/>
                  </a:lnTo>
                  <a:lnTo>
                    <a:pt x="1445" y="3976"/>
                  </a:lnTo>
                  <a:lnTo>
                    <a:pt x="1424" y="4060"/>
                  </a:lnTo>
                  <a:lnTo>
                    <a:pt x="1445" y="4144"/>
                  </a:lnTo>
                  <a:lnTo>
                    <a:pt x="1445" y="4206"/>
                  </a:lnTo>
                  <a:lnTo>
                    <a:pt x="1403" y="4290"/>
                  </a:lnTo>
                  <a:lnTo>
                    <a:pt x="1361" y="4457"/>
                  </a:lnTo>
                  <a:lnTo>
                    <a:pt x="1319" y="4562"/>
                  </a:lnTo>
                  <a:lnTo>
                    <a:pt x="1361" y="4604"/>
                  </a:lnTo>
                  <a:lnTo>
                    <a:pt x="1445" y="4604"/>
                  </a:lnTo>
                  <a:lnTo>
                    <a:pt x="1424" y="4688"/>
                  </a:lnTo>
                  <a:lnTo>
                    <a:pt x="1319" y="4729"/>
                  </a:lnTo>
                  <a:lnTo>
                    <a:pt x="1319" y="4834"/>
                  </a:lnTo>
                  <a:lnTo>
                    <a:pt x="1319" y="4980"/>
                  </a:lnTo>
                  <a:lnTo>
                    <a:pt x="1235" y="5001"/>
                  </a:lnTo>
                  <a:lnTo>
                    <a:pt x="1235" y="5043"/>
                  </a:lnTo>
                  <a:lnTo>
                    <a:pt x="1340" y="5127"/>
                  </a:lnTo>
                  <a:lnTo>
                    <a:pt x="1361" y="5232"/>
                  </a:lnTo>
                  <a:lnTo>
                    <a:pt x="1319" y="5294"/>
                  </a:lnTo>
                  <a:lnTo>
                    <a:pt x="1319" y="5399"/>
                  </a:lnTo>
                  <a:lnTo>
                    <a:pt x="1361" y="5441"/>
                  </a:lnTo>
                  <a:lnTo>
                    <a:pt x="1403" y="5524"/>
                  </a:lnTo>
                  <a:lnTo>
                    <a:pt x="1319" y="5629"/>
                  </a:lnTo>
                  <a:lnTo>
                    <a:pt x="1214" y="5734"/>
                  </a:lnTo>
                  <a:lnTo>
                    <a:pt x="1193" y="5776"/>
                  </a:lnTo>
                  <a:lnTo>
                    <a:pt x="1110" y="5776"/>
                  </a:lnTo>
                  <a:lnTo>
                    <a:pt x="1089" y="5859"/>
                  </a:lnTo>
                  <a:lnTo>
                    <a:pt x="1110" y="5964"/>
                  </a:lnTo>
                  <a:lnTo>
                    <a:pt x="1089" y="6048"/>
                  </a:lnTo>
                  <a:lnTo>
                    <a:pt x="1047" y="6194"/>
                  </a:lnTo>
                  <a:lnTo>
                    <a:pt x="1026" y="6278"/>
                  </a:lnTo>
                  <a:lnTo>
                    <a:pt x="1026" y="6466"/>
                  </a:lnTo>
                  <a:lnTo>
                    <a:pt x="398" y="7115"/>
                  </a:lnTo>
                  <a:lnTo>
                    <a:pt x="461" y="7282"/>
                  </a:lnTo>
                  <a:lnTo>
                    <a:pt x="482" y="7429"/>
                  </a:lnTo>
                  <a:lnTo>
                    <a:pt x="566" y="7554"/>
                  </a:lnTo>
                  <a:lnTo>
                    <a:pt x="566" y="7847"/>
                  </a:lnTo>
                  <a:lnTo>
                    <a:pt x="524" y="7868"/>
                  </a:lnTo>
                  <a:lnTo>
                    <a:pt x="524" y="7973"/>
                  </a:lnTo>
                  <a:lnTo>
                    <a:pt x="587" y="8077"/>
                  </a:lnTo>
                  <a:lnTo>
                    <a:pt x="608" y="8224"/>
                  </a:lnTo>
                  <a:lnTo>
                    <a:pt x="608" y="8684"/>
                  </a:lnTo>
                  <a:lnTo>
                    <a:pt x="566" y="8851"/>
                  </a:lnTo>
                  <a:lnTo>
                    <a:pt x="566" y="9019"/>
                  </a:lnTo>
                  <a:lnTo>
                    <a:pt x="566" y="9207"/>
                  </a:lnTo>
                  <a:lnTo>
                    <a:pt x="566" y="9228"/>
                  </a:lnTo>
                  <a:lnTo>
                    <a:pt x="628" y="9270"/>
                  </a:lnTo>
                  <a:lnTo>
                    <a:pt x="691" y="9333"/>
                  </a:lnTo>
                  <a:lnTo>
                    <a:pt x="733" y="9395"/>
                  </a:lnTo>
                  <a:lnTo>
                    <a:pt x="712" y="9437"/>
                  </a:lnTo>
                  <a:lnTo>
                    <a:pt x="712" y="9521"/>
                  </a:lnTo>
                  <a:lnTo>
                    <a:pt x="691" y="9626"/>
                  </a:lnTo>
                  <a:lnTo>
                    <a:pt x="691" y="9646"/>
                  </a:lnTo>
                  <a:lnTo>
                    <a:pt x="733" y="9646"/>
                  </a:lnTo>
                  <a:lnTo>
                    <a:pt x="942" y="9709"/>
                  </a:lnTo>
                  <a:lnTo>
                    <a:pt x="1047" y="9709"/>
                  </a:lnTo>
                  <a:lnTo>
                    <a:pt x="1089" y="9605"/>
                  </a:lnTo>
                  <a:lnTo>
                    <a:pt x="1131" y="9500"/>
                  </a:lnTo>
                  <a:lnTo>
                    <a:pt x="1152" y="9333"/>
                  </a:lnTo>
                  <a:lnTo>
                    <a:pt x="1131" y="9291"/>
                  </a:lnTo>
                  <a:lnTo>
                    <a:pt x="1110" y="9291"/>
                  </a:lnTo>
                  <a:lnTo>
                    <a:pt x="1089" y="9395"/>
                  </a:lnTo>
                  <a:lnTo>
                    <a:pt x="1005" y="9374"/>
                  </a:lnTo>
                  <a:lnTo>
                    <a:pt x="942" y="9437"/>
                  </a:lnTo>
                  <a:lnTo>
                    <a:pt x="942" y="9333"/>
                  </a:lnTo>
                  <a:lnTo>
                    <a:pt x="901" y="9228"/>
                  </a:lnTo>
                  <a:lnTo>
                    <a:pt x="880" y="9207"/>
                  </a:lnTo>
                  <a:lnTo>
                    <a:pt x="921" y="9165"/>
                  </a:lnTo>
                  <a:lnTo>
                    <a:pt x="984" y="9165"/>
                  </a:lnTo>
                  <a:lnTo>
                    <a:pt x="1026" y="9019"/>
                  </a:lnTo>
                  <a:lnTo>
                    <a:pt x="1110" y="8977"/>
                  </a:lnTo>
                  <a:lnTo>
                    <a:pt x="1131" y="8893"/>
                  </a:lnTo>
                  <a:lnTo>
                    <a:pt x="1298" y="8872"/>
                  </a:lnTo>
                  <a:lnTo>
                    <a:pt x="1465" y="8663"/>
                  </a:lnTo>
                  <a:lnTo>
                    <a:pt x="1989" y="8579"/>
                  </a:lnTo>
                  <a:lnTo>
                    <a:pt x="2365" y="8391"/>
                  </a:lnTo>
                  <a:lnTo>
                    <a:pt x="2574" y="8182"/>
                  </a:lnTo>
                  <a:lnTo>
                    <a:pt x="2616" y="8035"/>
                  </a:lnTo>
                  <a:lnTo>
                    <a:pt x="2679" y="7931"/>
                  </a:lnTo>
                  <a:lnTo>
                    <a:pt x="2679" y="7847"/>
                  </a:lnTo>
                  <a:lnTo>
                    <a:pt x="2574" y="7910"/>
                  </a:lnTo>
                  <a:lnTo>
                    <a:pt x="2553" y="7805"/>
                  </a:lnTo>
                  <a:lnTo>
                    <a:pt x="2595" y="7805"/>
                  </a:lnTo>
                  <a:lnTo>
                    <a:pt x="2595" y="7701"/>
                  </a:lnTo>
                  <a:lnTo>
                    <a:pt x="2658" y="7617"/>
                  </a:lnTo>
                  <a:lnTo>
                    <a:pt x="2658" y="7533"/>
                  </a:lnTo>
                  <a:lnTo>
                    <a:pt x="2721" y="7345"/>
                  </a:lnTo>
                  <a:lnTo>
                    <a:pt x="2700" y="7324"/>
                  </a:lnTo>
                  <a:lnTo>
                    <a:pt x="2700" y="7177"/>
                  </a:lnTo>
                  <a:lnTo>
                    <a:pt x="2763" y="7115"/>
                  </a:lnTo>
                  <a:lnTo>
                    <a:pt x="2763" y="6968"/>
                  </a:lnTo>
                  <a:lnTo>
                    <a:pt x="2721" y="6968"/>
                  </a:lnTo>
                  <a:lnTo>
                    <a:pt x="2721" y="6822"/>
                  </a:lnTo>
                  <a:lnTo>
                    <a:pt x="2658" y="6968"/>
                  </a:lnTo>
                  <a:lnTo>
                    <a:pt x="2658" y="7073"/>
                  </a:lnTo>
                  <a:lnTo>
                    <a:pt x="2595" y="7094"/>
                  </a:lnTo>
                  <a:lnTo>
                    <a:pt x="2574" y="6968"/>
                  </a:lnTo>
                  <a:lnTo>
                    <a:pt x="2595" y="6592"/>
                  </a:lnTo>
                  <a:lnTo>
                    <a:pt x="2553" y="6466"/>
                  </a:lnTo>
                  <a:lnTo>
                    <a:pt x="2553" y="6340"/>
                  </a:lnTo>
                  <a:lnTo>
                    <a:pt x="2470" y="6236"/>
                  </a:lnTo>
                  <a:lnTo>
                    <a:pt x="2407" y="6194"/>
                  </a:lnTo>
                  <a:lnTo>
                    <a:pt x="2491" y="6152"/>
                  </a:lnTo>
                  <a:lnTo>
                    <a:pt x="2491" y="6068"/>
                  </a:lnTo>
                  <a:lnTo>
                    <a:pt x="2302" y="5838"/>
                  </a:lnTo>
                  <a:lnTo>
                    <a:pt x="2386" y="5755"/>
                  </a:lnTo>
                  <a:lnTo>
                    <a:pt x="2365" y="5650"/>
                  </a:lnTo>
                  <a:lnTo>
                    <a:pt x="2407" y="5608"/>
                  </a:lnTo>
                  <a:lnTo>
                    <a:pt x="2407" y="5524"/>
                  </a:lnTo>
                  <a:lnTo>
                    <a:pt x="2365" y="5441"/>
                  </a:lnTo>
                  <a:lnTo>
                    <a:pt x="2365" y="5399"/>
                  </a:lnTo>
                  <a:lnTo>
                    <a:pt x="2407" y="5399"/>
                  </a:lnTo>
                  <a:lnTo>
                    <a:pt x="2512" y="5462"/>
                  </a:lnTo>
                  <a:lnTo>
                    <a:pt x="2574" y="5399"/>
                  </a:lnTo>
                  <a:lnTo>
                    <a:pt x="2721" y="5399"/>
                  </a:lnTo>
                  <a:lnTo>
                    <a:pt x="2825" y="5315"/>
                  </a:lnTo>
                  <a:lnTo>
                    <a:pt x="2805" y="5190"/>
                  </a:lnTo>
                  <a:lnTo>
                    <a:pt x="3118" y="4980"/>
                  </a:lnTo>
                  <a:lnTo>
                    <a:pt x="3244" y="4980"/>
                  </a:lnTo>
                  <a:lnTo>
                    <a:pt x="3244" y="4897"/>
                  </a:lnTo>
                  <a:lnTo>
                    <a:pt x="3307" y="4876"/>
                  </a:lnTo>
                  <a:lnTo>
                    <a:pt x="3349" y="4813"/>
                  </a:lnTo>
                  <a:lnTo>
                    <a:pt x="3349" y="4771"/>
                  </a:lnTo>
                  <a:lnTo>
                    <a:pt x="3600" y="4625"/>
                  </a:lnTo>
                  <a:lnTo>
                    <a:pt x="3621" y="4562"/>
                  </a:lnTo>
                  <a:lnTo>
                    <a:pt x="3662" y="4520"/>
                  </a:lnTo>
                  <a:lnTo>
                    <a:pt x="3704" y="4374"/>
                  </a:lnTo>
                  <a:lnTo>
                    <a:pt x="3746" y="4478"/>
                  </a:lnTo>
                  <a:lnTo>
                    <a:pt x="3830" y="4416"/>
                  </a:lnTo>
                  <a:lnTo>
                    <a:pt x="3955" y="4269"/>
                  </a:lnTo>
                  <a:lnTo>
                    <a:pt x="3955" y="4185"/>
                  </a:lnTo>
                  <a:lnTo>
                    <a:pt x="4018" y="4248"/>
                  </a:lnTo>
                  <a:lnTo>
                    <a:pt x="4248" y="4081"/>
                  </a:lnTo>
                  <a:lnTo>
                    <a:pt x="4437" y="3997"/>
                  </a:lnTo>
                  <a:lnTo>
                    <a:pt x="4437" y="3976"/>
                  </a:lnTo>
                  <a:lnTo>
                    <a:pt x="4562" y="3976"/>
                  </a:lnTo>
                  <a:lnTo>
                    <a:pt x="4918" y="3788"/>
                  </a:lnTo>
                  <a:lnTo>
                    <a:pt x="4960" y="3725"/>
                  </a:lnTo>
                  <a:lnTo>
                    <a:pt x="5022" y="3683"/>
                  </a:lnTo>
                  <a:lnTo>
                    <a:pt x="5399" y="3474"/>
                  </a:lnTo>
                  <a:lnTo>
                    <a:pt x="5399" y="3369"/>
                  </a:lnTo>
                  <a:lnTo>
                    <a:pt x="5504" y="3369"/>
                  </a:lnTo>
                  <a:lnTo>
                    <a:pt x="5608" y="3223"/>
                  </a:lnTo>
                  <a:lnTo>
                    <a:pt x="5608" y="3139"/>
                  </a:lnTo>
                  <a:lnTo>
                    <a:pt x="5734" y="2993"/>
                  </a:lnTo>
                  <a:lnTo>
                    <a:pt x="5818" y="2951"/>
                  </a:lnTo>
                  <a:lnTo>
                    <a:pt x="5818" y="2846"/>
                  </a:lnTo>
                  <a:lnTo>
                    <a:pt x="5859" y="2783"/>
                  </a:lnTo>
                  <a:lnTo>
                    <a:pt x="5797" y="2783"/>
                  </a:lnTo>
                  <a:lnTo>
                    <a:pt x="5755" y="2804"/>
                  </a:lnTo>
                  <a:lnTo>
                    <a:pt x="5734" y="2742"/>
                  </a:lnTo>
                  <a:lnTo>
                    <a:pt x="5838" y="2679"/>
                  </a:lnTo>
                  <a:lnTo>
                    <a:pt x="5901" y="2679"/>
                  </a:lnTo>
                  <a:lnTo>
                    <a:pt x="5922" y="2616"/>
                  </a:lnTo>
                  <a:lnTo>
                    <a:pt x="5901" y="2574"/>
                  </a:lnTo>
                  <a:lnTo>
                    <a:pt x="5943" y="2532"/>
                  </a:lnTo>
                  <a:lnTo>
                    <a:pt x="6006" y="2470"/>
                  </a:lnTo>
                  <a:lnTo>
                    <a:pt x="5964" y="2219"/>
                  </a:lnTo>
                  <a:lnTo>
                    <a:pt x="5943" y="2198"/>
                  </a:lnTo>
                  <a:lnTo>
                    <a:pt x="5838" y="2198"/>
                  </a:lnTo>
                  <a:lnTo>
                    <a:pt x="5797" y="2177"/>
                  </a:lnTo>
                  <a:lnTo>
                    <a:pt x="5818" y="2114"/>
                  </a:lnTo>
                  <a:lnTo>
                    <a:pt x="5901" y="2114"/>
                  </a:lnTo>
                  <a:lnTo>
                    <a:pt x="5901" y="1863"/>
                  </a:lnTo>
                  <a:lnTo>
                    <a:pt x="5859" y="1800"/>
                  </a:lnTo>
                  <a:lnTo>
                    <a:pt x="5901" y="1800"/>
                  </a:lnTo>
                  <a:lnTo>
                    <a:pt x="5922" y="1528"/>
                  </a:lnTo>
                  <a:lnTo>
                    <a:pt x="5901" y="1361"/>
                  </a:lnTo>
                  <a:lnTo>
                    <a:pt x="5964" y="1319"/>
                  </a:lnTo>
                  <a:lnTo>
                    <a:pt x="5943" y="1151"/>
                  </a:lnTo>
                  <a:lnTo>
                    <a:pt x="5922" y="1131"/>
                  </a:lnTo>
                  <a:lnTo>
                    <a:pt x="5922" y="963"/>
                  </a:lnTo>
                  <a:lnTo>
                    <a:pt x="5964" y="942"/>
                  </a:lnTo>
                  <a:lnTo>
                    <a:pt x="5901" y="817"/>
                  </a:lnTo>
                  <a:lnTo>
                    <a:pt x="5859" y="628"/>
                  </a:lnTo>
                  <a:lnTo>
                    <a:pt x="5922" y="587"/>
                  </a:lnTo>
                  <a:lnTo>
                    <a:pt x="5901" y="545"/>
                  </a:lnTo>
                  <a:lnTo>
                    <a:pt x="5901" y="503"/>
                  </a:lnTo>
                  <a:lnTo>
                    <a:pt x="5901" y="440"/>
                  </a:lnTo>
                  <a:lnTo>
                    <a:pt x="6027" y="273"/>
                  </a:lnTo>
                  <a:lnTo>
                    <a:pt x="5964" y="231"/>
                  </a:lnTo>
                  <a:lnTo>
                    <a:pt x="6027" y="168"/>
                  </a:lnTo>
                  <a:lnTo>
                    <a:pt x="6027" y="22"/>
                  </a:lnTo>
                  <a:lnTo>
                    <a:pt x="600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9390;p128">
              <a:extLst>
                <a:ext uri="{FF2B5EF4-FFF2-40B4-BE49-F238E27FC236}">
                  <a16:creationId xmlns:a16="http://schemas.microsoft.com/office/drawing/2014/main" id="{08A8BF51-CC5D-03F7-EC27-6703F4FCDF26}"/>
                </a:ext>
              </a:extLst>
            </p:cNvPr>
            <p:cNvSpPr/>
            <p:nvPr/>
          </p:nvSpPr>
          <p:spPr>
            <a:xfrm>
              <a:off x="3951893" y="3317378"/>
              <a:ext cx="9978" cy="10724"/>
            </a:xfrm>
            <a:custGeom>
              <a:avLst/>
              <a:gdLst/>
              <a:ahLst/>
              <a:cxnLst/>
              <a:rect l="l" t="t" r="r" b="b"/>
              <a:pathLst>
                <a:path w="838" h="943" extrusionOk="0">
                  <a:moveTo>
                    <a:pt x="314" y="1"/>
                  </a:moveTo>
                  <a:lnTo>
                    <a:pt x="209" y="43"/>
                  </a:lnTo>
                  <a:lnTo>
                    <a:pt x="188" y="189"/>
                  </a:lnTo>
                  <a:lnTo>
                    <a:pt x="63" y="440"/>
                  </a:lnTo>
                  <a:lnTo>
                    <a:pt x="0" y="566"/>
                  </a:lnTo>
                  <a:lnTo>
                    <a:pt x="42" y="649"/>
                  </a:lnTo>
                  <a:lnTo>
                    <a:pt x="105" y="712"/>
                  </a:lnTo>
                  <a:lnTo>
                    <a:pt x="168" y="817"/>
                  </a:lnTo>
                  <a:lnTo>
                    <a:pt x="377" y="921"/>
                  </a:lnTo>
                  <a:lnTo>
                    <a:pt x="586" y="942"/>
                  </a:lnTo>
                  <a:lnTo>
                    <a:pt x="670" y="921"/>
                  </a:lnTo>
                  <a:lnTo>
                    <a:pt x="712" y="817"/>
                  </a:lnTo>
                  <a:lnTo>
                    <a:pt x="691" y="712"/>
                  </a:lnTo>
                  <a:lnTo>
                    <a:pt x="774" y="691"/>
                  </a:lnTo>
                  <a:lnTo>
                    <a:pt x="795" y="649"/>
                  </a:lnTo>
                  <a:lnTo>
                    <a:pt x="795" y="629"/>
                  </a:lnTo>
                  <a:lnTo>
                    <a:pt x="816" y="524"/>
                  </a:lnTo>
                  <a:lnTo>
                    <a:pt x="816" y="440"/>
                  </a:lnTo>
                  <a:lnTo>
                    <a:pt x="837" y="398"/>
                  </a:lnTo>
                  <a:lnTo>
                    <a:pt x="795" y="336"/>
                  </a:lnTo>
                  <a:lnTo>
                    <a:pt x="732" y="273"/>
                  </a:lnTo>
                  <a:lnTo>
                    <a:pt x="670" y="231"/>
                  </a:lnTo>
                  <a:lnTo>
                    <a:pt x="670" y="210"/>
                  </a:lnTo>
                  <a:lnTo>
                    <a:pt x="565" y="189"/>
                  </a:lnTo>
                  <a:lnTo>
                    <a:pt x="481" y="105"/>
                  </a:lnTo>
                  <a:lnTo>
                    <a:pt x="3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9391;p128">
              <a:extLst>
                <a:ext uri="{FF2B5EF4-FFF2-40B4-BE49-F238E27FC236}">
                  <a16:creationId xmlns:a16="http://schemas.microsoft.com/office/drawing/2014/main" id="{11C99541-7F73-42E8-7231-7ED603D0F033}"/>
                </a:ext>
              </a:extLst>
            </p:cNvPr>
            <p:cNvSpPr/>
            <p:nvPr/>
          </p:nvSpPr>
          <p:spPr>
            <a:xfrm>
              <a:off x="3925232" y="3338554"/>
              <a:ext cx="15956" cy="14295"/>
            </a:xfrm>
            <a:custGeom>
              <a:avLst/>
              <a:gdLst/>
              <a:ahLst/>
              <a:cxnLst/>
              <a:rect l="l" t="t" r="r" b="b"/>
              <a:pathLst>
                <a:path w="1340" h="1257" extrusionOk="0">
                  <a:moveTo>
                    <a:pt x="775" y="1"/>
                  </a:moveTo>
                  <a:lnTo>
                    <a:pt x="754" y="43"/>
                  </a:lnTo>
                  <a:lnTo>
                    <a:pt x="670" y="106"/>
                  </a:lnTo>
                  <a:lnTo>
                    <a:pt x="628" y="147"/>
                  </a:lnTo>
                  <a:lnTo>
                    <a:pt x="419" y="189"/>
                  </a:lnTo>
                  <a:lnTo>
                    <a:pt x="293" y="315"/>
                  </a:lnTo>
                  <a:lnTo>
                    <a:pt x="231" y="440"/>
                  </a:lnTo>
                  <a:lnTo>
                    <a:pt x="84" y="566"/>
                  </a:lnTo>
                  <a:lnTo>
                    <a:pt x="0" y="629"/>
                  </a:lnTo>
                  <a:lnTo>
                    <a:pt x="42" y="733"/>
                  </a:lnTo>
                  <a:lnTo>
                    <a:pt x="126" y="796"/>
                  </a:lnTo>
                  <a:lnTo>
                    <a:pt x="126" y="859"/>
                  </a:lnTo>
                  <a:lnTo>
                    <a:pt x="210" y="943"/>
                  </a:lnTo>
                  <a:lnTo>
                    <a:pt x="210" y="1047"/>
                  </a:lnTo>
                  <a:lnTo>
                    <a:pt x="293" y="1131"/>
                  </a:lnTo>
                  <a:lnTo>
                    <a:pt x="356" y="1194"/>
                  </a:lnTo>
                  <a:lnTo>
                    <a:pt x="503" y="1256"/>
                  </a:lnTo>
                  <a:lnTo>
                    <a:pt x="607" y="1256"/>
                  </a:lnTo>
                  <a:lnTo>
                    <a:pt x="628" y="1194"/>
                  </a:lnTo>
                  <a:lnTo>
                    <a:pt x="670" y="1152"/>
                  </a:lnTo>
                  <a:lnTo>
                    <a:pt x="712" y="1026"/>
                  </a:lnTo>
                  <a:lnTo>
                    <a:pt x="816" y="984"/>
                  </a:lnTo>
                  <a:lnTo>
                    <a:pt x="879" y="943"/>
                  </a:lnTo>
                  <a:lnTo>
                    <a:pt x="984" y="922"/>
                  </a:lnTo>
                  <a:lnTo>
                    <a:pt x="1067" y="943"/>
                  </a:lnTo>
                  <a:lnTo>
                    <a:pt x="1172" y="859"/>
                  </a:lnTo>
                  <a:lnTo>
                    <a:pt x="1193" y="775"/>
                  </a:lnTo>
                  <a:lnTo>
                    <a:pt x="1151" y="733"/>
                  </a:lnTo>
                  <a:lnTo>
                    <a:pt x="1130" y="650"/>
                  </a:lnTo>
                  <a:lnTo>
                    <a:pt x="1235" y="608"/>
                  </a:lnTo>
                  <a:lnTo>
                    <a:pt x="1339" y="524"/>
                  </a:lnTo>
                  <a:lnTo>
                    <a:pt x="1339" y="399"/>
                  </a:lnTo>
                  <a:lnTo>
                    <a:pt x="1256" y="147"/>
                  </a:lnTo>
                  <a:lnTo>
                    <a:pt x="1130" y="43"/>
                  </a:lnTo>
                  <a:lnTo>
                    <a:pt x="1026" y="85"/>
                  </a:lnTo>
                  <a:lnTo>
                    <a:pt x="942" y="22"/>
                  </a:lnTo>
                  <a:lnTo>
                    <a:pt x="921" y="43"/>
                  </a:lnTo>
                  <a:lnTo>
                    <a:pt x="858" y="22"/>
                  </a:lnTo>
                  <a:lnTo>
                    <a:pt x="7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9392;p128">
              <a:extLst>
                <a:ext uri="{FF2B5EF4-FFF2-40B4-BE49-F238E27FC236}">
                  <a16:creationId xmlns:a16="http://schemas.microsoft.com/office/drawing/2014/main" id="{1B307F6B-8AA7-2055-D7EB-E62D9F4295D6}"/>
                </a:ext>
              </a:extLst>
            </p:cNvPr>
            <p:cNvSpPr/>
            <p:nvPr/>
          </p:nvSpPr>
          <p:spPr>
            <a:xfrm>
              <a:off x="4226694" y="2879548"/>
              <a:ext cx="50095" cy="39508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9393;p128">
              <a:extLst>
                <a:ext uri="{FF2B5EF4-FFF2-40B4-BE49-F238E27FC236}">
                  <a16:creationId xmlns:a16="http://schemas.microsoft.com/office/drawing/2014/main" id="{74AE2D76-F540-7486-8B7C-0924B397A431}"/>
                </a:ext>
              </a:extLst>
            </p:cNvPr>
            <p:cNvSpPr/>
            <p:nvPr/>
          </p:nvSpPr>
          <p:spPr>
            <a:xfrm>
              <a:off x="4226694" y="2879548"/>
              <a:ext cx="50095" cy="39508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9394;p128">
              <a:extLst>
                <a:ext uri="{FF2B5EF4-FFF2-40B4-BE49-F238E27FC236}">
                  <a16:creationId xmlns:a16="http://schemas.microsoft.com/office/drawing/2014/main" id="{40DB68BF-33DC-FC61-D5F1-171BB9ACDE1E}"/>
                </a:ext>
              </a:extLst>
            </p:cNvPr>
            <p:cNvSpPr/>
            <p:nvPr/>
          </p:nvSpPr>
          <p:spPr>
            <a:xfrm>
              <a:off x="4014919" y="2846238"/>
              <a:ext cx="33651" cy="9053"/>
            </a:xfrm>
            <a:custGeom>
              <a:avLst/>
              <a:gdLst/>
              <a:ahLst/>
              <a:cxnLst/>
              <a:rect l="l" t="t" r="r" b="b"/>
              <a:pathLst>
                <a:path w="2826" h="796" extrusionOk="0">
                  <a:moveTo>
                    <a:pt x="2240" y="0"/>
                  </a:moveTo>
                  <a:cubicBezTo>
                    <a:pt x="2240" y="0"/>
                    <a:pt x="1717" y="230"/>
                    <a:pt x="1612" y="230"/>
                  </a:cubicBezTo>
                  <a:cubicBezTo>
                    <a:pt x="1507" y="230"/>
                    <a:pt x="1382" y="105"/>
                    <a:pt x="1382" y="105"/>
                  </a:cubicBezTo>
                  <a:lnTo>
                    <a:pt x="733" y="126"/>
                  </a:lnTo>
                  <a:lnTo>
                    <a:pt x="754" y="293"/>
                  </a:lnTo>
                  <a:cubicBezTo>
                    <a:pt x="775" y="419"/>
                    <a:pt x="231" y="419"/>
                    <a:pt x="22" y="419"/>
                  </a:cubicBezTo>
                  <a:lnTo>
                    <a:pt x="22" y="439"/>
                  </a:lnTo>
                  <a:lnTo>
                    <a:pt x="1" y="481"/>
                  </a:lnTo>
                  <a:lnTo>
                    <a:pt x="85" y="481"/>
                  </a:lnTo>
                  <a:lnTo>
                    <a:pt x="105" y="586"/>
                  </a:lnTo>
                  <a:lnTo>
                    <a:pt x="189" y="586"/>
                  </a:lnTo>
                  <a:lnTo>
                    <a:pt x="231" y="502"/>
                  </a:lnTo>
                  <a:lnTo>
                    <a:pt x="398" y="544"/>
                  </a:lnTo>
                  <a:lnTo>
                    <a:pt x="461" y="544"/>
                  </a:lnTo>
                  <a:lnTo>
                    <a:pt x="545" y="460"/>
                  </a:lnTo>
                  <a:lnTo>
                    <a:pt x="649" y="502"/>
                  </a:lnTo>
                  <a:lnTo>
                    <a:pt x="880" y="711"/>
                  </a:lnTo>
                  <a:lnTo>
                    <a:pt x="984" y="732"/>
                  </a:lnTo>
                  <a:lnTo>
                    <a:pt x="1173" y="691"/>
                  </a:lnTo>
                  <a:lnTo>
                    <a:pt x="1424" y="628"/>
                  </a:lnTo>
                  <a:lnTo>
                    <a:pt x="1507" y="649"/>
                  </a:lnTo>
                  <a:lnTo>
                    <a:pt x="1821" y="649"/>
                  </a:lnTo>
                  <a:lnTo>
                    <a:pt x="1863" y="691"/>
                  </a:lnTo>
                  <a:lnTo>
                    <a:pt x="1863" y="586"/>
                  </a:lnTo>
                  <a:lnTo>
                    <a:pt x="2072" y="502"/>
                  </a:lnTo>
                  <a:lnTo>
                    <a:pt x="2386" y="691"/>
                  </a:lnTo>
                  <a:lnTo>
                    <a:pt x="2595" y="691"/>
                  </a:lnTo>
                  <a:lnTo>
                    <a:pt x="2805" y="795"/>
                  </a:lnTo>
                  <a:lnTo>
                    <a:pt x="2826" y="586"/>
                  </a:lnTo>
                  <a:lnTo>
                    <a:pt x="2742" y="481"/>
                  </a:lnTo>
                  <a:lnTo>
                    <a:pt x="2595" y="377"/>
                  </a:lnTo>
                  <a:lnTo>
                    <a:pt x="2637" y="188"/>
                  </a:lnTo>
                  <a:cubicBezTo>
                    <a:pt x="2628" y="188"/>
                    <a:pt x="2594" y="197"/>
                    <a:pt x="2555" y="197"/>
                  </a:cubicBezTo>
                  <a:cubicBezTo>
                    <a:pt x="2507" y="197"/>
                    <a:pt x="2451" y="184"/>
                    <a:pt x="2428" y="126"/>
                  </a:cubicBezTo>
                  <a:cubicBezTo>
                    <a:pt x="2386" y="21"/>
                    <a:pt x="2240" y="0"/>
                    <a:pt x="2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9395;p128">
              <a:extLst>
                <a:ext uri="{FF2B5EF4-FFF2-40B4-BE49-F238E27FC236}">
                  <a16:creationId xmlns:a16="http://schemas.microsoft.com/office/drawing/2014/main" id="{1FC6C7B4-4C5F-9D4F-25F9-17362790BC0F}"/>
                </a:ext>
              </a:extLst>
            </p:cNvPr>
            <p:cNvSpPr/>
            <p:nvPr/>
          </p:nvSpPr>
          <p:spPr>
            <a:xfrm>
              <a:off x="4036853" y="2853608"/>
              <a:ext cx="1250" cy="1205"/>
            </a:xfrm>
            <a:custGeom>
              <a:avLst/>
              <a:gdLst/>
              <a:ahLst/>
              <a:cxnLst/>
              <a:rect l="l" t="t" r="r" b="b"/>
              <a:pathLst>
                <a:path w="105" h="106" fill="none" extrusionOk="0">
                  <a:moveTo>
                    <a:pt x="105" y="105"/>
                  </a:moveTo>
                  <a:lnTo>
                    <a:pt x="0" y="1"/>
                  </a:lnTo>
                </a:path>
              </a:pathLst>
            </a:custGeom>
            <a:grpFill/>
            <a:ln w="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9396;p128">
              <a:extLst>
                <a:ext uri="{FF2B5EF4-FFF2-40B4-BE49-F238E27FC236}">
                  <a16:creationId xmlns:a16="http://schemas.microsoft.com/office/drawing/2014/main" id="{D819259E-F94C-F9F5-5274-8050322AE2AF}"/>
                </a:ext>
              </a:extLst>
            </p:cNvPr>
            <p:cNvSpPr/>
            <p:nvPr/>
          </p:nvSpPr>
          <p:spPr>
            <a:xfrm>
              <a:off x="4346543" y="2948318"/>
              <a:ext cx="21183" cy="11907"/>
            </a:xfrm>
            <a:custGeom>
              <a:avLst/>
              <a:gdLst/>
              <a:ahLst/>
              <a:cxnLst/>
              <a:rect l="l" t="t" r="r" b="b"/>
              <a:pathLst>
                <a:path w="1779" h="1047" extrusionOk="0">
                  <a:moveTo>
                    <a:pt x="753" y="0"/>
                  </a:moveTo>
                  <a:lnTo>
                    <a:pt x="586" y="21"/>
                  </a:lnTo>
                  <a:lnTo>
                    <a:pt x="314" y="189"/>
                  </a:lnTo>
                  <a:lnTo>
                    <a:pt x="188" y="440"/>
                  </a:lnTo>
                  <a:lnTo>
                    <a:pt x="63" y="502"/>
                  </a:lnTo>
                  <a:lnTo>
                    <a:pt x="63" y="628"/>
                  </a:lnTo>
                  <a:lnTo>
                    <a:pt x="0" y="733"/>
                  </a:lnTo>
                  <a:lnTo>
                    <a:pt x="105" y="921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691" y="1046"/>
                  </a:lnTo>
                  <a:lnTo>
                    <a:pt x="837" y="1046"/>
                  </a:lnTo>
                  <a:lnTo>
                    <a:pt x="942" y="921"/>
                  </a:lnTo>
                  <a:lnTo>
                    <a:pt x="1067" y="879"/>
                  </a:lnTo>
                  <a:lnTo>
                    <a:pt x="1172" y="942"/>
                  </a:lnTo>
                  <a:lnTo>
                    <a:pt x="1381" y="879"/>
                  </a:lnTo>
                  <a:lnTo>
                    <a:pt x="1549" y="921"/>
                  </a:lnTo>
                  <a:lnTo>
                    <a:pt x="1779" y="837"/>
                  </a:lnTo>
                  <a:lnTo>
                    <a:pt x="1779" y="733"/>
                  </a:lnTo>
                  <a:lnTo>
                    <a:pt x="1779" y="565"/>
                  </a:lnTo>
                  <a:lnTo>
                    <a:pt x="1590" y="502"/>
                  </a:lnTo>
                  <a:lnTo>
                    <a:pt x="1590" y="398"/>
                  </a:lnTo>
                  <a:lnTo>
                    <a:pt x="1632" y="230"/>
                  </a:lnTo>
                  <a:lnTo>
                    <a:pt x="1590" y="230"/>
                  </a:lnTo>
                  <a:lnTo>
                    <a:pt x="1528" y="126"/>
                  </a:lnTo>
                  <a:lnTo>
                    <a:pt x="1360" y="105"/>
                  </a:lnTo>
                  <a:lnTo>
                    <a:pt x="1214" y="189"/>
                  </a:lnTo>
                  <a:lnTo>
                    <a:pt x="1109" y="126"/>
                  </a:lnTo>
                  <a:lnTo>
                    <a:pt x="837" y="105"/>
                  </a:lnTo>
                  <a:lnTo>
                    <a:pt x="7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9397;p128">
              <a:extLst>
                <a:ext uri="{FF2B5EF4-FFF2-40B4-BE49-F238E27FC236}">
                  <a16:creationId xmlns:a16="http://schemas.microsoft.com/office/drawing/2014/main" id="{56D5804E-6AE2-A16D-B58D-073DA7D453BC}"/>
                </a:ext>
              </a:extLst>
            </p:cNvPr>
            <p:cNvSpPr/>
            <p:nvPr/>
          </p:nvSpPr>
          <p:spPr>
            <a:xfrm>
              <a:off x="3878888" y="2847660"/>
              <a:ext cx="16706" cy="13579"/>
            </a:xfrm>
            <a:custGeom>
              <a:avLst/>
              <a:gdLst/>
              <a:ahLst/>
              <a:cxnLst/>
              <a:rect l="l" t="t" r="r" b="b"/>
              <a:pathLst>
                <a:path w="1403" h="1194" extrusionOk="0">
                  <a:moveTo>
                    <a:pt x="900" y="1"/>
                  </a:moveTo>
                  <a:lnTo>
                    <a:pt x="754" y="42"/>
                  </a:lnTo>
                  <a:lnTo>
                    <a:pt x="628" y="42"/>
                  </a:lnTo>
                  <a:lnTo>
                    <a:pt x="419" y="84"/>
                  </a:lnTo>
                  <a:lnTo>
                    <a:pt x="314" y="168"/>
                  </a:lnTo>
                  <a:lnTo>
                    <a:pt x="210" y="189"/>
                  </a:lnTo>
                  <a:lnTo>
                    <a:pt x="42" y="273"/>
                  </a:lnTo>
                  <a:lnTo>
                    <a:pt x="63" y="356"/>
                  </a:lnTo>
                  <a:lnTo>
                    <a:pt x="21" y="398"/>
                  </a:lnTo>
                  <a:lnTo>
                    <a:pt x="21" y="377"/>
                  </a:lnTo>
                  <a:lnTo>
                    <a:pt x="1" y="586"/>
                  </a:lnTo>
                  <a:lnTo>
                    <a:pt x="21" y="796"/>
                  </a:lnTo>
                  <a:lnTo>
                    <a:pt x="126" y="942"/>
                  </a:lnTo>
                  <a:lnTo>
                    <a:pt x="168" y="1089"/>
                  </a:lnTo>
                  <a:lnTo>
                    <a:pt x="314" y="1193"/>
                  </a:lnTo>
                  <a:lnTo>
                    <a:pt x="314" y="1151"/>
                  </a:lnTo>
                  <a:lnTo>
                    <a:pt x="524" y="1026"/>
                  </a:lnTo>
                  <a:lnTo>
                    <a:pt x="691" y="984"/>
                  </a:lnTo>
                  <a:lnTo>
                    <a:pt x="691" y="921"/>
                  </a:lnTo>
                  <a:lnTo>
                    <a:pt x="837" y="838"/>
                  </a:lnTo>
                  <a:lnTo>
                    <a:pt x="1110" y="879"/>
                  </a:lnTo>
                  <a:lnTo>
                    <a:pt x="1256" y="796"/>
                  </a:lnTo>
                  <a:lnTo>
                    <a:pt x="1361" y="775"/>
                  </a:lnTo>
                  <a:lnTo>
                    <a:pt x="1402" y="712"/>
                  </a:lnTo>
                  <a:lnTo>
                    <a:pt x="1402" y="607"/>
                  </a:lnTo>
                  <a:lnTo>
                    <a:pt x="1382" y="461"/>
                  </a:lnTo>
                  <a:lnTo>
                    <a:pt x="1214" y="189"/>
                  </a:lnTo>
                  <a:lnTo>
                    <a:pt x="9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9398;p128">
              <a:extLst>
                <a:ext uri="{FF2B5EF4-FFF2-40B4-BE49-F238E27FC236}">
                  <a16:creationId xmlns:a16="http://schemas.microsoft.com/office/drawing/2014/main" id="{E251D89E-BFD7-D862-BEDF-1F11408F58AE}"/>
                </a:ext>
              </a:extLst>
            </p:cNvPr>
            <p:cNvSpPr/>
            <p:nvPr/>
          </p:nvSpPr>
          <p:spPr>
            <a:xfrm>
              <a:off x="3865182" y="2817204"/>
              <a:ext cx="27923" cy="34993"/>
            </a:xfrm>
            <a:custGeom>
              <a:avLst/>
              <a:gdLst/>
              <a:ahLst/>
              <a:cxnLst/>
              <a:rect l="l" t="t" r="r" b="b"/>
              <a:pathLst>
                <a:path w="2345" h="3077" extrusionOk="0">
                  <a:moveTo>
                    <a:pt x="461" y="0"/>
                  </a:moveTo>
                  <a:lnTo>
                    <a:pt x="336" y="105"/>
                  </a:lnTo>
                  <a:lnTo>
                    <a:pt x="315" y="147"/>
                  </a:lnTo>
                  <a:lnTo>
                    <a:pt x="210" y="147"/>
                  </a:lnTo>
                  <a:lnTo>
                    <a:pt x="64" y="210"/>
                  </a:lnTo>
                  <a:lnTo>
                    <a:pt x="1" y="272"/>
                  </a:lnTo>
                  <a:lnTo>
                    <a:pt x="22" y="314"/>
                  </a:lnTo>
                  <a:lnTo>
                    <a:pt x="64" y="461"/>
                  </a:lnTo>
                  <a:lnTo>
                    <a:pt x="105" y="628"/>
                  </a:lnTo>
                  <a:lnTo>
                    <a:pt x="168" y="670"/>
                  </a:lnTo>
                  <a:lnTo>
                    <a:pt x="273" y="691"/>
                  </a:lnTo>
                  <a:lnTo>
                    <a:pt x="273" y="754"/>
                  </a:lnTo>
                  <a:lnTo>
                    <a:pt x="231" y="754"/>
                  </a:lnTo>
                  <a:lnTo>
                    <a:pt x="105" y="775"/>
                  </a:lnTo>
                  <a:lnTo>
                    <a:pt x="126" y="879"/>
                  </a:lnTo>
                  <a:lnTo>
                    <a:pt x="147" y="900"/>
                  </a:lnTo>
                  <a:lnTo>
                    <a:pt x="210" y="879"/>
                  </a:lnTo>
                  <a:lnTo>
                    <a:pt x="273" y="879"/>
                  </a:lnTo>
                  <a:lnTo>
                    <a:pt x="252" y="1047"/>
                  </a:lnTo>
                  <a:lnTo>
                    <a:pt x="147" y="1193"/>
                  </a:lnTo>
                  <a:lnTo>
                    <a:pt x="147" y="1277"/>
                  </a:lnTo>
                  <a:lnTo>
                    <a:pt x="315" y="1402"/>
                  </a:lnTo>
                  <a:lnTo>
                    <a:pt x="419" y="1423"/>
                  </a:lnTo>
                  <a:lnTo>
                    <a:pt x="461" y="1486"/>
                  </a:lnTo>
                  <a:lnTo>
                    <a:pt x="440" y="1570"/>
                  </a:lnTo>
                  <a:lnTo>
                    <a:pt x="336" y="1507"/>
                  </a:lnTo>
                  <a:lnTo>
                    <a:pt x="273" y="1528"/>
                  </a:lnTo>
                  <a:lnTo>
                    <a:pt x="273" y="1674"/>
                  </a:lnTo>
                  <a:lnTo>
                    <a:pt x="419" y="1821"/>
                  </a:lnTo>
                  <a:lnTo>
                    <a:pt x="356" y="1842"/>
                  </a:lnTo>
                  <a:lnTo>
                    <a:pt x="482" y="1988"/>
                  </a:lnTo>
                  <a:lnTo>
                    <a:pt x="482" y="2051"/>
                  </a:lnTo>
                  <a:lnTo>
                    <a:pt x="545" y="2135"/>
                  </a:lnTo>
                  <a:lnTo>
                    <a:pt x="670" y="2135"/>
                  </a:lnTo>
                  <a:lnTo>
                    <a:pt x="754" y="2218"/>
                  </a:lnTo>
                  <a:lnTo>
                    <a:pt x="900" y="2239"/>
                  </a:lnTo>
                  <a:lnTo>
                    <a:pt x="900" y="2365"/>
                  </a:lnTo>
                  <a:lnTo>
                    <a:pt x="838" y="2448"/>
                  </a:lnTo>
                  <a:lnTo>
                    <a:pt x="796" y="2511"/>
                  </a:lnTo>
                  <a:lnTo>
                    <a:pt x="859" y="2532"/>
                  </a:lnTo>
                  <a:lnTo>
                    <a:pt x="942" y="2658"/>
                  </a:lnTo>
                  <a:lnTo>
                    <a:pt x="984" y="2658"/>
                  </a:lnTo>
                  <a:lnTo>
                    <a:pt x="1089" y="2741"/>
                  </a:lnTo>
                  <a:lnTo>
                    <a:pt x="1152" y="2846"/>
                  </a:lnTo>
                  <a:lnTo>
                    <a:pt x="1152" y="2992"/>
                  </a:lnTo>
                  <a:lnTo>
                    <a:pt x="1172" y="3076"/>
                  </a:lnTo>
                  <a:lnTo>
                    <a:pt x="1214" y="3034"/>
                  </a:lnTo>
                  <a:lnTo>
                    <a:pt x="1193" y="2951"/>
                  </a:lnTo>
                  <a:lnTo>
                    <a:pt x="1361" y="2867"/>
                  </a:lnTo>
                  <a:lnTo>
                    <a:pt x="1465" y="2846"/>
                  </a:lnTo>
                  <a:lnTo>
                    <a:pt x="1570" y="2762"/>
                  </a:lnTo>
                  <a:lnTo>
                    <a:pt x="1779" y="2720"/>
                  </a:lnTo>
                  <a:lnTo>
                    <a:pt x="1905" y="2720"/>
                  </a:lnTo>
                  <a:lnTo>
                    <a:pt x="2051" y="2679"/>
                  </a:lnTo>
                  <a:lnTo>
                    <a:pt x="2135" y="2679"/>
                  </a:lnTo>
                  <a:lnTo>
                    <a:pt x="2198" y="2574"/>
                  </a:lnTo>
                  <a:lnTo>
                    <a:pt x="2114" y="2469"/>
                  </a:lnTo>
                  <a:lnTo>
                    <a:pt x="2093" y="2365"/>
                  </a:lnTo>
                  <a:lnTo>
                    <a:pt x="2302" y="2197"/>
                  </a:lnTo>
                  <a:lnTo>
                    <a:pt x="2344" y="2051"/>
                  </a:lnTo>
                  <a:lnTo>
                    <a:pt x="2261" y="1925"/>
                  </a:lnTo>
                  <a:lnTo>
                    <a:pt x="2093" y="1737"/>
                  </a:lnTo>
                  <a:lnTo>
                    <a:pt x="2030" y="1507"/>
                  </a:lnTo>
                  <a:lnTo>
                    <a:pt x="2114" y="1423"/>
                  </a:lnTo>
                  <a:lnTo>
                    <a:pt x="2093" y="1319"/>
                  </a:lnTo>
                  <a:lnTo>
                    <a:pt x="2051" y="1193"/>
                  </a:lnTo>
                  <a:lnTo>
                    <a:pt x="2030" y="1109"/>
                  </a:lnTo>
                  <a:lnTo>
                    <a:pt x="2135" y="984"/>
                  </a:lnTo>
                  <a:lnTo>
                    <a:pt x="1926" y="963"/>
                  </a:lnTo>
                  <a:lnTo>
                    <a:pt x="1842" y="1088"/>
                  </a:lnTo>
                  <a:lnTo>
                    <a:pt x="1737" y="1005"/>
                  </a:lnTo>
                  <a:lnTo>
                    <a:pt x="1633" y="1047"/>
                  </a:lnTo>
                  <a:lnTo>
                    <a:pt x="1591" y="963"/>
                  </a:lnTo>
                  <a:lnTo>
                    <a:pt x="1382" y="879"/>
                  </a:lnTo>
                  <a:lnTo>
                    <a:pt x="1361" y="837"/>
                  </a:lnTo>
                  <a:lnTo>
                    <a:pt x="1424" y="691"/>
                  </a:lnTo>
                  <a:lnTo>
                    <a:pt x="1277" y="565"/>
                  </a:lnTo>
                  <a:lnTo>
                    <a:pt x="1110" y="482"/>
                  </a:lnTo>
                  <a:lnTo>
                    <a:pt x="1089" y="377"/>
                  </a:lnTo>
                  <a:lnTo>
                    <a:pt x="900" y="168"/>
                  </a:lnTo>
                  <a:lnTo>
                    <a:pt x="880" y="105"/>
                  </a:lnTo>
                  <a:lnTo>
                    <a:pt x="754" y="63"/>
                  </a:lnTo>
                  <a:lnTo>
                    <a:pt x="670" y="42"/>
                  </a:lnTo>
                  <a:lnTo>
                    <a:pt x="566" y="21"/>
                  </a:lnTo>
                  <a:lnTo>
                    <a:pt x="4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7" name="Google Shape;9399;p128">
            <a:extLst>
              <a:ext uri="{FF2B5EF4-FFF2-40B4-BE49-F238E27FC236}">
                <a16:creationId xmlns:a16="http://schemas.microsoft.com/office/drawing/2014/main" id="{E6723B79-E392-5E94-FAC1-7723CACE50DA}"/>
              </a:ext>
            </a:extLst>
          </p:cNvPr>
          <p:cNvGrpSpPr/>
          <p:nvPr/>
        </p:nvGrpSpPr>
        <p:grpSpPr>
          <a:xfrm>
            <a:off x="4703698" y="2474369"/>
            <a:ext cx="2133130" cy="1402690"/>
            <a:chOff x="235800" y="830650"/>
            <a:chExt cx="6978450" cy="4588844"/>
          </a:xfrm>
        </p:grpSpPr>
        <p:sp>
          <p:nvSpPr>
            <p:cNvPr id="518" name="Google Shape;9400;p128">
              <a:extLst>
                <a:ext uri="{FF2B5EF4-FFF2-40B4-BE49-F238E27FC236}">
                  <a16:creationId xmlns:a16="http://schemas.microsoft.com/office/drawing/2014/main" id="{FC104F00-A8E1-9BD0-205F-F8524FFEE7A7}"/>
                </a:ext>
              </a:extLst>
            </p:cNvPr>
            <p:cNvSpPr/>
            <p:nvPr/>
          </p:nvSpPr>
          <p:spPr>
            <a:xfrm>
              <a:off x="235800" y="1224769"/>
              <a:ext cx="2592225" cy="4194725"/>
            </a:xfrm>
            <a:custGeom>
              <a:avLst/>
              <a:gdLst/>
              <a:ahLst/>
              <a:cxnLst/>
              <a:rect l="l" t="t" r="r" b="b"/>
              <a:pathLst>
                <a:path w="103689" h="167789" extrusionOk="0">
                  <a:moveTo>
                    <a:pt x="13807" y="0"/>
                  </a:moveTo>
                  <a:cubicBezTo>
                    <a:pt x="11526" y="0"/>
                    <a:pt x="9194" y="921"/>
                    <a:pt x="7431" y="2357"/>
                  </a:cubicBezTo>
                  <a:cubicBezTo>
                    <a:pt x="6418" y="3183"/>
                    <a:pt x="7559" y="5231"/>
                    <a:pt x="8433" y="6203"/>
                  </a:cubicBezTo>
                  <a:cubicBezTo>
                    <a:pt x="9308" y="7175"/>
                    <a:pt x="10393" y="8259"/>
                    <a:pt x="10189" y="9549"/>
                  </a:cubicBezTo>
                  <a:cubicBezTo>
                    <a:pt x="9355" y="9975"/>
                    <a:pt x="8287" y="10084"/>
                    <a:pt x="7292" y="10084"/>
                  </a:cubicBezTo>
                  <a:cubicBezTo>
                    <a:pt x="7024" y="10084"/>
                    <a:pt x="6762" y="10076"/>
                    <a:pt x="6511" y="10065"/>
                  </a:cubicBezTo>
                  <a:cubicBezTo>
                    <a:pt x="6102" y="10046"/>
                    <a:pt x="5686" y="9992"/>
                    <a:pt x="5277" y="9992"/>
                  </a:cubicBezTo>
                  <a:cubicBezTo>
                    <a:pt x="4990" y="9992"/>
                    <a:pt x="4705" y="10019"/>
                    <a:pt x="4430" y="10104"/>
                  </a:cubicBezTo>
                  <a:cubicBezTo>
                    <a:pt x="3763" y="10310"/>
                    <a:pt x="3182" y="11034"/>
                    <a:pt x="3440" y="11683"/>
                  </a:cubicBezTo>
                  <a:cubicBezTo>
                    <a:pt x="2981" y="12481"/>
                    <a:pt x="2431" y="12899"/>
                    <a:pt x="2962" y="13650"/>
                  </a:cubicBezTo>
                  <a:cubicBezTo>
                    <a:pt x="3377" y="14235"/>
                    <a:pt x="4081" y="14716"/>
                    <a:pt x="4076" y="15434"/>
                  </a:cubicBezTo>
                  <a:cubicBezTo>
                    <a:pt x="4071" y="16003"/>
                    <a:pt x="3591" y="16462"/>
                    <a:pt x="3082" y="16719"/>
                  </a:cubicBezTo>
                  <a:cubicBezTo>
                    <a:pt x="2572" y="16973"/>
                    <a:pt x="2000" y="17102"/>
                    <a:pt x="1518" y="17408"/>
                  </a:cubicBezTo>
                  <a:cubicBezTo>
                    <a:pt x="13" y="18366"/>
                    <a:pt x="0" y="20519"/>
                    <a:pt x="159" y="22295"/>
                  </a:cubicBezTo>
                  <a:cubicBezTo>
                    <a:pt x="1133" y="23491"/>
                    <a:pt x="1285" y="25550"/>
                    <a:pt x="817" y="27017"/>
                  </a:cubicBezTo>
                  <a:cubicBezTo>
                    <a:pt x="639" y="27577"/>
                    <a:pt x="351" y="28172"/>
                    <a:pt x="552" y="28724"/>
                  </a:cubicBezTo>
                  <a:cubicBezTo>
                    <a:pt x="782" y="29356"/>
                    <a:pt x="1526" y="29605"/>
                    <a:pt x="2177" y="29773"/>
                  </a:cubicBezTo>
                  <a:cubicBezTo>
                    <a:pt x="2891" y="29958"/>
                    <a:pt x="3669" y="30130"/>
                    <a:pt x="4408" y="30130"/>
                  </a:cubicBezTo>
                  <a:cubicBezTo>
                    <a:pt x="5109" y="30130"/>
                    <a:pt x="5775" y="29975"/>
                    <a:pt x="6314" y="29528"/>
                  </a:cubicBezTo>
                  <a:cubicBezTo>
                    <a:pt x="7583" y="28478"/>
                    <a:pt x="9157" y="28121"/>
                    <a:pt x="10834" y="28121"/>
                  </a:cubicBezTo>
                  <a:cubicBezTo>
                    <a:pt x="13016" y="28121"/>
                    <a:pt x="15374" y="28725"/>
                    <a:pt x="17464" y="29196"/>
                  </a:cubicBezTo>
                  <a:cubicBezTo>
                    <a:pt x="18740" y="29482"/>
                    <a:pt x="20083" y="29952"/>
                    <a:pt x="20830" y="31028"/>
                  </a:cubicBezTo>
                  <a:cubicBezTo>
                    <a:pt x="21824" y="32461"/>
                    <a:pt x="21400" y="34451"/>
                    <a:pt x="20580" y="35993"/>
                  </a:cubicBezTo>
                  <a:cubicBezTo>
                    <a:pt x="19762" y="37533"/>
                    <a:pt x="18587" y="38903"/>
                    <a:pt x="18068" y="40567"/>
                  </a:cubicBezTo>
                  <a:cubicBezTo>
                    <a:pt x="17582" y="42129"/>
                    <a:pt x="17717" y="43806"/>
                    <a:pt x="17859" y="45436"/>
                  </a:cubicBezTo>
                  <a:cubicBezTo>
                    <a:pt x="18032" y="47441"/>
                    <a:pt x="18242" y="49554"/>
                    <a:pt x="19405" y="51198"/>
                  </a:cubicBezTo>
                  <a:cubicBezTo>
                    <a:pt x="20624" y="52922"/>
                    <a:pt x="21392" y="55494"/>
                    <a:pt x="21294" y="57601"/>
                  </a:cubicBezTo>
                  <a:cubicBezTo>
                    <a:pt x="21216" y="59294"/>
                    <a:pt x="20619" y="60958"/>
                    <a:pt x="20775" y="62645"/>
                  </a:cubicBezTo>
                  <a:cubicBezTo>
                    <a:pt x="21057" y="65704"/>
                    <a:pt x="23699" y="67999"/>
                    <a:pt x="26397" y="69471"/>
                  </a:cubicBezTo>
                  <a:cubicBezTo>
                    <a:pt x="29219" y="71013"/>
                    <a:pt x="31651" y="73637"/>
                    <a:pt x="32623" y="76701"/>
                  </a:cubicBezTo>
                  <a:cubicBezTo>
                    <a:pt x="33112" y="78241"/>
                    <a:pt x="33257" y="79868"/>
                    <a:pt x="33688" y="81425"/>
                  </a:cubicBezTo>
                  <a:cubicBezTo>
                    <a:pt x="34432" y="84119"/>
                    <a:pt x="36051" y="86565"/>
                    <a:pt x="38239" y="88307"/>
                  </a:cubicBezTo>
                  <a:cubicBezTo>
                    <a:pt x="39834" y="89575"/>
                    <a:pt x="42451" y="90023"/>
                    <a:pt x="44455" y="90388"/>
                  </a:cubicBezTo>
                  <a:cubicBezTo>
                    <a:pt x="45495" y="90578"/>
                    <a:pt x="46617" y="90728"/>
                    <a:pt x="47400" y="91437"/>
                  </a:cubicBezTo>
                  <a:cubicBezTo>
                    <a:pt x="47762" y="91764"/>
                    <a:pt x="48023" y="92187"/>
                    <a:pt x="48369" y="92530"/>
                  </a:cubicBezTo>
                  <a:cubicBezTo>
                    <a:pt x="50044" y="94188"/>
                    <a:pt x="53127" y="93507"/>
                    <a:pt x="54821" y="95145"/>
                  </a:cubicBezTo>
                  <a:cubicBezTo>
                    <a:pt x="55259" y="95566"/>
                    <a:pt x="55558" y="96107"/>
                    <a:pt x="55941" y="96579"/>
                  </a:cubicBezTo>
                  <a:cubicBezTo>
                    <a:pt x="56887" y="97736"/>
                    <a:pt x="58370" y="98428"/>
                    <a:pt x="59861" y="98428"/>
                  </a:cubicBezTo>
                  <a:cubicBezTo>
                    <a:pt x="60003" y="98428"/>
                    <a:pt x="60145" y="98421"/>
                    <a:pt x="60286" y="98409"/>
                  </a:cubicBezTo>
                  <a:lnTo>
                    <a:pt x="60286" y="98409"/>
                  </a:lnTo>
                  <a:cubicBezTo>
                    <a:pt x="59905" y="99653"/>
                    <a:pt x="61397" y="101114"/>
                    <a:pt x="60936" y="102330"/>
                  </a:cubicBezTo>
                  <a:cubicBezTo>
                    <a:pt x="60565" y="103312"/>
                    <a:pt x="59445" y="103741"/>
                    <a:pt x="58674" y="104452"/>
                  </a:cubicBezTo>
                  <a:cubicBezTo>
                    <a:pt x="57337" y="105685"/>
                    <a:pt x="57129" y="107795"/>
                    <a:pt x="57705" y="109521"/>
                  </a:cubicBezTo>
                  <a:cubicBezTo>
                    <a:pt x="58282" y="111246"/>
                    <a:pt x="59498" y="112671"/>
                    <a:pt x="60717" y="114022"/>
                  </a:cubicBezTo>
                  <a:cubicBezTo>
                    <a:pt x="62978" y="116530"/>
                    <a:pt x="65696" y="117746"/>
                    <a:pt x="68148" y="120066"/>
                  </a:cubicBezTo>
                  <a:cubicBezTo>
                    <a:pt x="70420" y="122216"/>
                    <a:pt x="70937" y="125696"/>
                    <a:pt x="70438" y="128784"/>
                  </a:cubicBezTo>
                  <a:cubicBezTo>
                    <a:pt x="69938" y="131872"/>
                    <a:pt x="68585" y="134744"/>
                    <a:pt x="67620" y="137718"/>
                  </a:cubicBezTo>
                  <a:cubicBezTo>
                    <a:pt x="65814" y="143276"/>
                    <a:pt x="65376" y="149382"/>
                    <a:pt x="67102" y="154963"/>
                  </a:cubicBezTo>
                  <a:cubicBezTo>
                    <a:pt x="68828" y="160546"/>
                    <a:pt x="72869" y="165522"/>
                    <a:pt x="78283" y="167717"/>
                  </a:cubicBezTo>
                  <a:cubicBezTo>
                    <a:pt x="78404" y="167766"/>
                    <a:pt x="78530" y="167788"/>
                    <a:pt x="78658" y="167788"/>
                  </a:cubicBezTo>
                  <a:cubicBezTo>
                    <a:pt x="79167" y="167788"/>
                    <a:pt x="79705" y="167444"/>
                    <a:pt x="80056" y="167066"/>
                  </a:cubicBezTo>
                  <a:cubicBezTo>
                    <a:pt x="80495" y="166591"/>
                    <a:pt x="80589" y="165833"/>
                    <a:pt x="80281" y="165265"/>
                  </a:cubicBezTo>
                  <a:cubicBezTo>
                    <a:pt x="79304" y="163467"/>
                    <a:pt x="77566" y="161932"/>
                    <a:pt x="76298" y="160326"/>
                  </a:cubicBezTo>
                  <a:cubicBezTo>
                    <a:pt x="75898" y="159821"/>
                    <a:pt x="75478" y="159248"/>
                    <a:pt x="75530" y="158607"/>
                  </a:cubicBezTo>
                  <a:cubicBezTo>
                    <a:pt x="75589" y="157886"/>
                    <a:pt x="76208" y="157367"/>
                    <a:pt x="76666" y="156807"/>
                  </a:cubicBezTo>
                  <a:cubicBezTo>
                    <a:pt x="77361" y="155947"/>
                    <a:pt x="77729" y="154867"/>
                    <a:pt x="77704" y="153762"/>
                  </a:cubicBezTo>
                  <a:cubicBezTo>
                    <a:pt x="77674" y="152733"/>
                    <a:pt x="77075" y="151726"/>
                    <a:pt x="77111" y="150697"/>
                  </a:cubicBezTo>
                  <a:cubicBezTo>
                    <a:pt x="77146" y="149667"/>
                    <a:pt x="77701" y="148583"/>
                    <a:pt x="78676" y="148251"/>
                  </a:cubicBezTo>
                  <a:cubicBezTo>
                    <a:pt x="79120" y="148100"/>
                    <a:pt x="79614" y="148115"/>
                    <a:pt x="80042" y="147926"/>
                  </a:cubicBezTo>
                  <a:cubicBezTo>
                    <a:pt x="81453" y="147303"/>
                    <a:pt x="81228" y="145153"/>
                    <a:pt x="82249" y="143996"/>
                  </a:cubicBezTo>
                  <a:cubicBezTo>
                    <a:pt x="82722" y="143460"/>
                    <a:pt x="83419" y="143193"/>
                    <a:pt x="84064" y="142883"/>
                  </a:cubicBezTo>
                  <a:cubicBezTo>
                    <a:pt x="86792" y="141571"/>
                    <a:pt x="89035" y="138972"/>
                    <a:pt x="89283" y="135957"/>
                  </a:cubicBezTo>
                  <a:cubicBezTo>
                    <a:pt x="89483" y="133544"/>
                    <a:pt x="88605" y="130615"/>
                    <a:pt x="90438" y="129034"/>
                  </a:cubicBezTo>
                  <a:cubicBezTo>
                    <a:pt x="91238" y="128344"/>
                    <a:pt x="92244" y="128199"/>
                    <a:pt x="93314" y="128199"/>
                  </a:cubicBezTo>
                  <a:cubicBezTo>
                    <a:pt x="94087" y="128199"/>
                    <a:pt x="94894" y="128275"/>
                    <a:pt x="95682" y="128275"/>
                  </a:cubicBezTo>
                  <a:cubicBezTo>
                    <a:pt x="96098" y="128275"/>
                    <a:pt x="96509" y="128254"/>
                    <a:pt x="96908" y="128189"/>
                  </a:cubicBezTo>
                  <a:cubicBezTo>
                    <a:pt x="97800" y="128044"/>
                    <a:pt x="98396" y="127214"/>
                    <a:pt x="98814" y="126412"/>
                  </a:cubicBezTo>
                  <a:cubicBezTo>
                    <a:pt x="99231" y="125609"/>
                    <a:pt x="99280" y="124658"/>
                    <a:pt x="99129" y="123766"/>
                  </a:cubicBezTo>
                  <a:cubicBezTo>
                    <a:pt x="98945" y="122668"/>
                    <a:pt x="98473" y="121597"/>
                    <a:pt x="98577" y="120489"/>
                  </a:cubicBezTo>
                  <a:cubicBezTo>
                    <a:pt x="98723" y="118930"/>
                    <a:pt x="99942" y="117730"/>
                    <a:pt x="100886" y="116480"/>
                  </a:cubicBezTo>
                  <a:cubicBezTo>
                    <a:pt x="102003" y="114998"/>
                    <a:pt x="102797" y="113297"/>
                    <a:pt x="103214" y="111488"/>
                  </a:cubicBezTo>
                  <a:cubicBezTo>
                    <a:pt x="103689" y="109429"/>
                    <a:pt x="102371" y="106997"/>
                    <a:pt x="100524" y="105970"/>
                  </a:cubicBezTo>
                  <a:cubicBezTo>
                    <a:pt x="98677" y="104943"/>
                    <a:pt x="96462" y="104915"/>
                    <a:pt x="94350" y="104853"/>
                  </a:cubicBezTo>
                  <a:cubicBezTo>
                    <a:pt x="92237" y="104794"/>
                    <a:pt x="89999" y="104633"/>
                    <a:pt x="88273" y="103414"/>
                  </a:cubicBezTo>
                  <a:cubicBezTo>
                    <a:pt x="86692" y="102296"/>
                    <a:pt x="85799" y="100469"/>
                    <a:pt x="84550" y="98991"/>
                  </a:cubicBezTo>
                  <a:cubicBezTo>
                    <a:pt x="82441" y="96497"/>
                    <a:pt x="79375" y="95057"/>
                    <a:pt x="76410" y="93690"/>
                  </a:cubicBezTo>
                  <a:cubicBezTo>
                    <a:pt x="75559" y="93298"/>
                    <a:pt x="74630" y="92901"/>
                    <a:pt x="73720" y="92901"/>
                  </a:cubicBezTo>
                  <a:cubicBezTo>
                    <a:pt x="73431" y="92901"/>
                    <a:pt x="73144" y="92941"/>
                    <a:pt x="72862" y="93034"/>
                  </a:cubicBezTo>
                  <a:cubicBezTo>
                    <a:pt x="72400" y="93185"/>
                    <a:pt x="71985" y="93473"/>
                    <a:pt x="71508" y="93564"/>
                  </a:cubicBezTo>
                  <a:cubicBezTo>
                    <a:pt x="71390" y="93586"/>
                    <a:pt x="71274" y="93597"/>
                    <a:pt x="71159" y="93597"/>
                  </a:cubicBezTo>
                  <a:cubicBezTo>
                    <a:pt x="70006" y="93597"/>
                    <a:pt x="69033" y="92520"/>
                    <a:pt x="67966" y="91944"/>
                  </a:cubicBezTo>
                  <a:cubicBezTo>
                    <a:pt x="67424" y="91651"/>
                    <a:pt x="66830" y="91518"/>
                    <a:pt x="66231" y="91518"/>
                  </a:cubicBezTo>
                  <a:cubicBezTo>
                    <a:pt x="64138" y="91518"/>
                    <a:pt x="61986" y="93147"/>
                    <a:pt x="61817" y="95293"/>
                  </a:cubicBezTo>
                  <a:cubicBezTo>
                    <a:pt x="61476" y="95410"/>
                    <a:pt x="61056" y="95468"/>
                    <a:pt x="60611" y="95468"/>
                  </a:cubicBezTo>
                  <a:cubicBezTo>
                    <a:pt x="59413" y="95468"/>
                    <a:pt x="58031" y="95047"/>
                    <a:pt x="57510" y="94228"/>
                  </a:cubicBezTo>
                  <a:cubicBezTo>
                    <a:pt x="56995" y="93419"/>
                    <a:pt x="56789" y="92287"/>
                    <a:pt x="55904" y="91918"/>
                  </a:cubicBezTo>
                  <a:cubicBezTo>
                    <a:pt x="55432" y="91722"/>
                    <a:pt x="54840" y="91796"/>
                    <a:pt x="54455" y="91458"/>
                  </a:cubicBezTo>
                  <a:cubicBezTo>
                    <a:pt x="53818" y="90898"/>
                    <a:pt x="54313" y="89881"/>
                    <a:pt x="54428" y="89040"/>
                  </a:cubicBezTo>
                  <a:cubicBezTo>
                    <a:pt x="54609" y="87696"/>
                    <a:pt x="53607" y="86419"/>
                    <a:pt x="52383" y="85834"/>
                  </a:cubicBezTo>
                  <a:cubicBezTo>
                    <a:pt x="51161" y="85249"/>
                    <a:pt x="49761" y="85202"/>
                    <a:pt x="48407" y="85159"/>
                  </a:cubicBezTo>
                  <a:cubicBezTo>
                    <a:pt x="47051" y="85115"/>
                    <a:pt x="45649" y="85054"/>
                    <a:pt x="44436" y="84447"/>
                  </a:cubicBezTo>
                  <a:cubicBezTo>
                    <a:pt x="42077" y="83264"/>
                    <a:pt x="41111" y="80063"/>
                    <a:pt x="42146" y="77635"/>
                  </a:cubicBezTo>
                  <a:cubicBezTo>
                    <a:pt x="43156" y="75267"/>
                    <a:pt x="45760" y="73783"/>
                    <a:pt x="48337" y="73783"/>
                  </a:cubicBezTo>
                  <a:cubicBezTo>
                    <a:pt x="48401" y="73783"/>
                    <a:pt x="48464" y="73784"/>
                    <a:pt x="48528" y="73786"/>
                  </a:cubicBezTo>
                  <a:cubicBezTo>
                    <a:pt x="51112" y="73862"/>
                    <a:pt x="53842" y="75749"/>
                    <a:pt x="53870" y="78335"/>
                  </a:cubicBezTo>
                  <a:cubicBezTo>
                    <a:pt x="53875" y="78746"/>
                    <a:pt x="54287" y="78928"/>
                    <a:pt x="54735" y="78928"/>
                  </a:cubicBezTo>
                  <a:cubicBezTo>
                    <a:pt x="55004" y="78928"/>
                    <a:pt x="55285" y="78863"/>
                    <a:pt x="55498" y="78741"/>
                  </a:cubicBezTo>
                  <a:cubicBezTo>
                    <a:pt x="56067" y="78416"/>
                    <a:pt x="56365" y="77760"/>
                    <a:pt x="56505" y="77119"/>
                  </a:cubicBezTo>
                  <a:cubicBezTo>
                    <a:pt x="56645" y="76478"/>
                    <a:pt x="56664" y="75812"/>
                    <a:pt x="56860" y="75186"/>
                  </a:cubicBezTo>
                  <a:cubicBezTo>
                    <a:pt x="57310" y="73749"/>
                    <a:pt x="58757" y="72690"/>
                    <a:pt x="60261" y="72690"/>
                  </a:cubicBezTo>
                  <a:cubicBezTo>
                    <a:pt x="60273" y="72690"/>
                    <a:pt x="60285" y="72690"/>
                    <a:pt x="60297" y="72690"/>
                  </a:cubicBezTo>
                  <a:cubicBezTo>
                    <a:pt x="60306" y="72690"/>
                    <a:pt x="60314" y="72690"/>
                    <a:pt x="60323" y="72690"/>
                  </a:cubicBezTo>
                  <a:cubicBezTo>
                    <a:pt x="61893" y="72690"/>
                    <a:pt x="62998" y="71122"/>
                    <a:pt x="64116" y="70013"/>
                  </a:cubicBezTo>
                  <a:cubicBezTo>
                    <a:pt x="65241" y="68896"/>
                    <a:pt x="65913" y="67214"/>
                    <a:pt x="65469" y="65693"/>
                  </a:cubicBezTo>
                  <a:cubicBezTo>
                    <a:pt x="65229" y="64873"/>
                    <a:pt x="64683" y="64046"/>
                    <a:pt x="64956" y="63238"/>
                  </a:cubicBezTo>
                  <a:cubicBezTo>
                    <a:pt x="65170" y="62604"/>
                    <a:pt x="65822" y="62237"/>
                    <a:pt x="66438" y="61978"/>
                  </a:cubicBezTo>
                  <a:cubicBezTo>
                    <a:pt x="67992" y="61328"/>
                    <a:pt x="69657" y="60995"/>
                    <a:pt x="71338" y="60995"/>
                  </a:cubicBezTo>
                  <a:cubicBezTo>
                    <a:pt x="71514" y="60995"/>
                    <a:pt x="71689" y="60998"/>
                    <a:pt x="71865" y="61005"/>
                  </a:cubicBezTo>
                  <a:cubicBezTo>
                    <a:pt x="71916" y="61008"/>
                    <a:pt x="71966" y="61009"/>
                    <a:pt x="72016" y="61009"/>
                  </a:cubicBezTo>
                  <a:cubicBezTo>
                    <a:pt x="73530" y="61009"/>
                    <a:pt x="74333" y="60016"/>
                    <a:pt x="75129" y="58671"/>
                  </a:cubicBezTo>
                  <a:cubicBezTo>
                    <a:pt x="75724" y="57667"/>
                    <a:pt x="75988" y="56400"/>
                    <a:pt x="76935" y="55719"/>
                  </a:cubicBezTo>
                  <a:cubicBezTo>
                    <a:pt x="77461" y="55341"/>
                    <a:pt x="78061" y="55227"/>
                    <a:pt x="78697" y="55227"/>
                  </a:cubicBezTo>
                  <a:cubicBezTo>
                    <a:pt x="79669" y="55227"/>
                    <a:pt x="80723" y="55493"/>
                    <a:pt x="81724" y="55493"/>
                  </a:cubicBezTo>
                  <a:cubicBezTo>
                    <a:pt x="81835" y="55493"/>
                    <a:pt x="81945" y="55490"/>
                    <a:pt x="82055" y="55483"/>
                  </a:cubicBezTo>
                  <a:cubicBezTo>
                    <a:pt x="84597" y="55311"/>
                    <a:pt x="86582" y="52458"/>
                    <a:pt x="85860" y="50015"/>
                  </a:cubicBezTo>
                  <a:cubicBezTo>
                    <a:pt x="85517" y="48852"/>
                    <a:pt x="84704" y="47901"/>
                    <a:pt x="84043" y="46884"/>
                  </a:cubicBezTo>
                  <a:cubicBezTo>
                    <a:pt x="83131" y="45481"/>
                    <a:pt x="82492" y="43918"/>
                    <a:pt x="82159" y="42277"/>
                  </a:cubicBezTo>
                  <a:cubicBezTo>
                    <a:pt x="81854" y="40773"/>
                    <a:pt x="81767" y="39118"/>
                    <a:pt x="80776" y="37947"/>
                  </a:cubicBezTo>
                  <a:cubicBezTo>
                    <a:pt x="79227" y="38020"/>
                    <a:pt x="77350" y="37975"/>
                    <a:pt x="75971" y="38686"/>
                  </a:cubicBezTo>
                  <a:cubicBezTo>
                    <a:pt x="75699" y="37108"/>
                    <a:pt x="75398" y="35461"/>
                    <a:pt x="74423" y="34192"/>
                  </a:cubicBezTo>
                  <a:cubicBezTo>
                    <a:pt x="73732" y="33291"/>
                    <a:pt x="72587" y="32657"/>
                    <a:pt x="71488" y="32657"/>
                  </a:cubicBezTo>
                  <a:cubicBezTo>
                    <a:pt x="71039" y="32657"/>
                    <a:pt x="70597" y="32763"/>
                    <a:pt x="70198" y="32999"/>
                  </a:cubicBezTo>
                  <a:cubicBezTo>
                    <a:pt x="68851" y="33794"/>
                    <a:pt x="68559" y="35642"/>
                    <a:pt x="68807" y="37187"/>
                  </a:cubicBezTo>
                  <a:cubicBezTo>
                    <a:pt x="69057" y="38731"/>
                    <a:pt x="69698" y="40227"/>
                    <a:pt x="69655" y="41791"/>
                  </a:cubicBezTo>
                  <a:cubicBezTo>
                    <a:pt x="69615" y="43336"/>
                    <a:pt x="68552" y="45042"/>
                    <a:pt x="67017" y="45042"/>
                  </a:cubicBezTo>
                  <a:cubicBezTo>
                    <a:pt x="66998" y="45042"/>
                    <a:pt x="66979" y="45041"/>
                    <a:pt x="66960" y="45041"/>
                  </a:cubicBezTo>
                  <a:cubicBezTo>
                    <a:pt x="66146" y="45019"/>
                    <a:pt x="65416" y="44522"/>
                    <a:pt x="64843" y="43941"/>
                  </a:cubicBezTo>
                  <a:cubicBezTo>
                    <a:pt x="64022" y="43112"/>
                    <a:pt x="63372" y="42052"/>
                    <a:pt x="62317" y="41553"/>
                  </a:cubicBezTo>
                  <a:cubicBezTo>
                    <a:pt x="61507" y="41171"/>
                    <a:pt x="60577" y="41179"/>
                    <a:pt x="59704" y="40982"/>
                  </a:cubicBezTo>
                  <a:cubicBezTo>
                    <a:pt x="56728" y="40316"/>
                    <a:pt x="54688" y="36902"/>
                    <a:pt x="55510" y="33965"/>
                  </a:cubicBezTo>
                  <a:cubicBezTo>
                    <a:pt x="56182" y="31564"/>
                    <a:pt x="58657" y="29882"/>
                    <a:pt x="61117" y="29882"/>
                  </a:cubicBezTo>
                  <a:cubicBezTo>
                    <a:pt x="61664" y="29882"/>
                    <a:pt x="62211" y="29966"/>
                    <a:pt x="62737" y="30143"/>
                  </a:cubicBezTo>
                  <a:cubicBezTo>
                    <a:pt x="66237" y="28861"/>
                    <a:pt x="67660" y="24447"/>
                    <a:pt x="66265" y="20991"/>
                  </a:cubicBezTo>
                  <a:cubicBezTo>
                    <a:pt x="64868" y="17535"/>
                    <a:pt x="61115" y="15389"/>
                    <a:pt x="57392" y="15226"/>
                  </a:cubicBezTo>
                  <a:cubicBezTo>
                    <a:pt x="56302" y="15179"/>
                    <a:pt x="55191" y="15275"/>
                    <a:pt x="54134" y="15007"/>
                  </a:cubicBezTo>
                  <a:cubicBezTo>
                    <a:pt x="51145" y="14251"/>
                    <a:pt x="49582" y="10965"/>
                    <a:pt x="46980" y="9310"/>
                  </a:cubicBezTo>
                  <a:cubicBezTo>
                    <a:pt x="46287" y="8869"/>
                    <a:pt x="45224" y="8778"/>
                    <a:pt x="44079" y="8778"/>
                  </a:cubicBezTo>
                  <a:cubicBezTo>
                    <a:pt x="43277" y="8778"/>
                    <a:pt x="42435" y="8823"/>
                    <a:pt x="41651" y="8823"/>
                  </a:cubicBezTo>
                  <a:cubicBezTo>
                    <a:pt x="40795" y="8823"/>
                    <a:pt x="40007" y="8769"/>
                    <a:pt x="39418" y="8547"/>
                  </a:cubicBezTo>
                  <a:cubicBezTo>
                    <a:pt x="38499" y="8200"/>
                    <a:pt x="37525" y="8023"/>
                    <a:pt x="36546" y="8023"/>
                  </a:cubicBezTo>
                  <a:cubicBezTo>
                    <a:pt x="36275" y="8023"/>
                    <a:pt x="36003" y="8037"/>
                    <a:pt x="35731" y="8064"/>
                  </a:cubicBezTo>
                  <a:cubicBezTo>
                    <a:pt x="34635" y="9104"/>
                    <a:pt x="32585" y="9398"/>
                    <a:pt x="31077" y="9499"/>
                  </a:cubicBezTo>
                  <a:cubicBezTo>
                    <a:pt x="29526" y="7990"/>
                    <a:pt x="27655" y="6585"/>
                    <a:pt x="25725" y="5605"/>
                  </a:cubicBezTo>
                  <a:cubicBezTo>
                    <a:pt x="24435" y="4951"/>
                    <a:pt x="22930" y="4260"/>
                    <a:pt x="22532" y="2870"/>
                  </a:cubicBezTo>
                  <a:cubicBezTo>
                    <a:pt x="22012" y="1053"/>
                    <a:pt x="19376" y="125"/>
                    <a:pt x="17200" y="125"/>
                  </a:cubicBezTo>
                  <a:cubicBezTo>
                    <a:pt x="16716" y="125"/>
                    <a:pt x="16254" y="171"/>
                    <a:pt x="15844" y="263"/>
                  </a:cubicBezTo>
                  <a:cubicBezTo>
                    <a:pt x="15181" y="84"/>
                    <a:pt x="14496" y="0"/>
                    <a:pt x="13807" y="0"/>
                  </a:cubicBezTo>
                  <a:close/>
                </a:path>
              </a:pathLst>
            </a:custGeom>
            <a:solidFill>
              <a:srgbClr val="BAC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9401;p128">
              <a:extLst>
                <a:ext uri="{FF2B5EF4-FFF2-40B4-BE49-F238E27FC236}">
                  <a16:creationId xmlns:a16="http://schemas.microsoft.com/office/drawing/2014/main" id="{48BA93DD-119A-7092-37B8-09469DC63C2B}"/>
                </a:ext>
              </a:extLst>
            </p:cNvPr>
            <p:cNvSpPr/>
            <p:nvPr/>
          </p:nvSpPr>
          <p:spPr>
            <a:xfrm>
              <a:off x="2370225" y="830650"/>
              <a:ext cx="1016975" cy="1158500"/>
            </a:xfrm>
            <a:custGeom>
              <a:avLst/>
              <a:gdLst/>
              <a:ahLst/>
              <a:cxnLst/>
              <a:rect l="l" t="t" r="r" b="b"/>
              <a:pathLst>
                <a:path w="40679" h="46340" extrusionOk="0">
                  <a:moveTo>
                    <a:pt x="15780" y="0"/>
                  </a:moveTo>
                  <a:cubicBezTo>
                    <a:pt x="14989" y="0"/>
                    <a:pt x="14213" y="109"/>
                    <a:pt x="13470" y="421"/>
                  </a:cubicBezTo>
                  <a:cubicBezTo>
                    <a:pt x="9879" y="1928"/>
                    <a:pt x="10933" y="5468"/>
                    <a:pt x="8580" y="7572"/>
                  </a:cubicBezTo>
                  <a:cubicBezTo>
                    <a:pt x="6546" y="9390"/>
                    <a:pt x="2788" y="7963"/>
                    <a:pt x="1150" y="10460"/>
                  </a:cubicBezTo>
                  <a:cubicBezTo>
                    <a:pt x="0" y="12215"/>
                    <a:pt x="1289" y="14606"/>
                    <a:pt x="2962" y="15871"/>
                  </a:cubicBezTo>
                  <a:cubicBezTo>
                    <a:pt x="4636" y="17135"/>
                    <a:pt x="6731" y="17894"/>
                    <a:pt x="8056" y="19522"/>
                  </a:cubicBezTo>
                  <a:cubicBezTo>
                    <a:pt x="10183" y="22136"/>
                    <a:pt x="9577" y="26004"/>
                    <a:pt x="8413" y="29169"/>
                  </a:cubicBezTo>
                  <a:cubicBezTo>
                    <a:pt x="7247" y="32332"/>
                    <a:pt x="5603" y="35532"/>
                    <a:pt x="6005" y="38881"/>
                  </a:cubicBezTo>
                  <a:cubicBezTo>
                    <a:pt x="6193" y="40459"/>
                    <a:pt x="6837" y="41956"/>
                    <a:pt x="7675" y="43307"/>
                  </a:cubicBezTo>
                  <a:cubicBezTo>
                    <a:pt x="8488" y="44615"/>
                    <a:pt x="9597" y="45873"/>
                    <a:pt x="11095" y="46235"/>
                  </a:cubicBezTo>
                  <a:cubicBezTo>
                    <a:pt x="11391" y="46306"/>
                    <a:pt x="11688" y="46339"/>
                    <a:pt x="11983" y="46339"/>
                  </a:cubicBezTo>
                  <a:cubicBezTo>
                    <a:pt x="13586" y="46339"/>
                    <a:pt x="15150" y="45367"/>
                    <a:pt x="16368" y="44250"/>
                  </a:cubicBezTo>
                  <a:cubicBezTo>
                    <a:pt x="17812" y="42927"/>
                    <a:pt x="19065" y="41325"/>
                    <a:pt x="20822" y="40465"/>
                  </a:cubicBezTo>
                  <a:cubicBezTo>
                    <a:pt x="23353" y="39224"/>
                    <a:pt x="26610" y="39686"/>
                    <a:pt x="28815" y="37929"/>
                  </a:cubicBezTo>
                  <a:cubicBezTo>
                    <a:pt x="31544" y="35754"/>
                    <a:pt x="31140" y="31606"/>
                    <a:pt x="31890" y="28199"/>
                  </a:cubicBezTo>
                  <a:cubicBezTo>
                    <a:pt x="33150" y="22476"/>
                    <a:pt x="38102" y="18249"/>
                    <a:pt x="40038" y="12718"/>
                  </a:cubicBezTo>
                  <a:cubicBezTo>
                    <a:pt x="40418" y="11636"/>
                    <a:pt x="40679" y="10499"/>
                    <a:pt x="40652" y="9352"/>
                  </a:cubicBezTo>
                  <a:cubicBezTo>
                    <a:pt x="40569" y="5649"/>
                    <a:pt x="37449" y="2571"/>
                    <a:pt x="33956" y="1339"/>
                  </a:cubicBezTo>
                  <a:cubicBezTo>
                    <a:pt x="31938" y="627"/>
                    <a:pt x="29911" y="457"/>
                    <a:pt x="27871" y="457"/>
                  </a:cubicBezTo>
                  <a:cubicBezTo>
                    <a:pt x="26007" y="457"/>
                    <a:pt x="24132" y="599"/>
                    <a:pt x="22245" y="599"/>
                  </a:cubicBezTo>
                  <a:cubicBezTo>
                    <a:pt x="21785" y="599"/>
                    <a:pt x="21325" y="591"/>
                    <a:pt x="20863" y="570"/>
                  </a:cubicBezTo>
                  <a:cubicBezTo>
                    <a:pt x="19225" y="496"/>
                    <a:pt x="17470" y="0"/>
                    <a:pt x="15780" y="0"/>
                  </a:cubicBezTo>
                  <a:close/>
                </a:path>
              </a:pathLst>
            </a:custGeom>
            <a:solidFill>
              <a:srgbClr val="BAC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9402;p128">
              <a:extLst>
                <a:ext uri="{FF2B5EF4-FFF2-40B4-BE49-F238E27FC236}">
                  <a16:creationId xmlns:a16="http://schemas.microsoft.com/office/drawing/2014/main" id="{8539CB55-1A9C-BA3C-A29E-330B10A159BB}"/>
                </a:ext>
              </a:extLst>
            </p:cNvPr>
            <p:cNvSpPr/>
            <p:nvPr/>
          </p:nvSpPr>
          <p:spPr>
            <a:xfrm>
              <a:off x="3143325" y="1089650"/>
              <a:ext cx="4064350" cy="3503975"/>
            </a:xfrm>
            <a:custGeom>
              <a:avLst/>
              <a:gdLst/>
              <a:ahLst/>
              <a:cxnLst/>
              <a:rect l="l" t="t" r="r" b="b"/>
              <a:pathLst>
                <a:path w="162574" h="140159" extrusionOk="0">
                  <a:moveTo>
                    <a:pt x="149391" y="0"/>
                  </a:moveTo>
                  <a:cubicBezTo>
                    <a:pt x="148360" y="0"/>
                    <a:pt x="147330" y="156"/>
                    <a:pt x="146349" y="477"/>
                  </a:cubicBezTo>
                  <a:cubicBezTo>
                    <a:pt x="145329" y="812"/>
                    <a:pt x="144363" y="1309"/>
                    <a:pt x="143326" y="1583"/>
                  </a:cubicBezTo>
                  <a:cubicBezTo>
                    <a:pt x="142494" y="1801"/>
                    <a:pt x="141638" y="1870"/>
                    <a:pt x="140776" y="1870"/>
                  </a:cubicBezTo>
                  <a:cubicBezTo>
                    <a:pt x="140050" y="1870"/>
                    <a:pt x="139319" y="1821"/>
                    <a:pt x="138596" y="1772"/>
                  </a:cubicBezTo>
                  <a:lnTo>
                    <a:pt x="130106" y="1191"/>
                  </a:lnTo>
                  <a:cubicBezTo>
                    <a:pt x="129237" y="1132"/>
                    <a:pt x="128350" y="1076"/>
                    <a:pt x="127469" y="1076"/>
                  </a:cubicBezTo>
                  <a:cubicBezTo>
                    <a:pt x="125783" y="1076"/>
                    <a:pt x="124119" y="1281"/>
                    <a:pt x="122644" y="2056"/>
                  </a:cubicBezTo>
                  <a:cubicBezTo>
                    <a:pt x="119360" y="3782"/>
                    <a:pt x="117499" y="8084"/>
                    <a:pt x="113816" y="8529"/>
                  </a:cubicBezTo>
                  <a:cubicBezTo>
                    <a:pt x="113611" y="8554"/>
                    <a:pt x="113408" y="8566"/>
                    <a:pt x="113207" y="8566"/>
                  </a:cubicBezTo>
                  <a:cubicBezTo>
                    <a:pt x="110853" y="8566"/>
                    <a:pt x="108715" y="6973"/>
                    <a:pt x="106473" y="6087"/>
                  </a:cubicBezTo>
                  <a:cubicBezTo>
                    <a:pt x="105100" y="5543"/>
                    <a:pt x="103627" y="5279"/>
                    <a:pt x="102152" y="5279"/>
                  </a:cubicBezTo>
                  <a:cubicBezTo>
                    <a:pt x="99404" y="5279"/>
                    <a:pt x="96647" y="6196"/>
                    <a:pt x="94512" y="7933"/>
                  </a:cubicBezTo>
                  <a:cubicBezTo>
                    <a:pt x="93279" y="7304"/>
                    <a:pt x="93660" y="5468"/>
                    <a:pt x="93225" y="4153"/>
                  </a:cubicBezTo>
                  <a:cubicBezTo>
                    <a:pt x="92771" y="2782"/>
                    <a:pt x="91297" y="1954"/>
                    <a:pt x="89858" y="1828"/>
                  </a:cubicBezTo>
                  <a:cubicBezTo>
                    <a:pt x="89687" y="1813"/>
                    <a:pt x="89517" y="1806"/>
                    <a:pt x="89348" y="1806"/>
                  </a:cubicBezTo>
                  <a:cubicBezTo>
                    <a:pt x="88082" y="1806"/>
                    <a:pt x="86834" y="2194"/>
                    <a:pt x="85623" y="2590"/>
                  </a:cubicBezTo>
                  <a:cubicBezTo>
                    <a:pt x="82664" y="3556"/>
                    <a:pt x="79224" y="5204"/>
                    <a:pt x="78950" y="8303"/>
                  </a:cubicBezTo>
                  <a:cubicBezTo>
                    <a:pt x="78873" y="9176"/>
                    <a:pt x="79068" y="10104"/>
                    <a:pt x="78702" y="10900"/>
                  </a:cubicBezTo>
                  <a:cubicBezTo>
                    <a:pt x="78178" y="12033"/>
                    <a:pt x="76762" y="12408"/>
                    <a:pt x="75881" y="13291"/>
                  </a:cubicBezTo>
                  <a:cubicBezTo>
                    <a:pt x="74831" y="14345"/>
                    <a:pt x="74664" y="15971"/>
                    <a:pt x="74621" y="17458"/>
                  </a:cubicBezTo>
                  <a:cubicBezTo>
                    <a:pt x="74577" y="18944"/>
                    <a:pt x="74563" y="20541"/>
                    <a:pt x="73703" y="21754"/>
                  </a:cubicBezTo>
                  <a:cubicBezTo>
                    <a:pt x="73148" y="22537"/>
                    <a:pt x="71069" y="23068"/>
                    <a:pt x="69376" y="23068"/>
                  </a:cubicBezTo>
                  <a:cubicBezTo>
                    <a:pt x="68445" y="23068"/>
                    <a:pt x="67630" y="22907"/>
                    <a:pt x="67252" y="22539"/>
                  </a:cubicBezTo>
                  <a:cubicBezTo>
                    <a:pt x="66636" y="21940"/>
                    <a:pt x="65905" y="21693"/>
                    <a:pt x="65124" y="21693"/>
                  </a:cubicBezTo>
                  <a:cubicBezTo>
                    <a:pt x="63293" y="21693"/>
                    <a:pt x="61194" y="23048"/>
                    <a:pt x="59696" y="24392"/>
                  </a:cubicBezTo>
                  <a:lnTo>
                    <a:pt x="53326" y="30110"/>
                  </a:lnTo>
                  <a:cubicBezTo>
                    <a:pt x="51731" y="31541"/>
                    <a:pt x="50013" y="33034"/>
                    <a:pt x="47899" y="33389"/>
                  </a:cubicBezTo>
                  <a:cubicBezTo>
                    <a:pt x="47672" y="33427"/>
                    <a:pt x="47440" y="33446"/>
                    <a:pt x="47206" y="33446"/>
                  </a:cubicBezTo>
                  <a:cubicBezTo>
                    <a:pt x="45267" y="33446"/>
                    <a:pt x="43232" y="32171"/>
                    <a:pt x="43155" y="30259"/>
                  </a:cubicBezTo>
                  <a:cubicBezTo>
                    <a:pt x="43563" y="29875"/>
                    <a:pt x="44085" y="29761"/>
                    <a:pt x="44655" y="29761"/>
                  </a:cubicBezTo>
                  <a:cubicBezTo>
                    <a:pt x="45498" y="29761"/>
                    <a:pt x="46445" y="30012"/>
                    <a:pt x="47276" y="30012"/>
                  </a:cubicBezTo>
                  <a:cubicBezTo>
                    <a:pt x="47872" y="30012"/>
                    <a:pt x="48409" y="29883"/>
                    <a:pt x="48805" y="29438"/>
                  </a:cubicBezTo>
                  <a:cubicBezTo>
                    <a:pt x="49977" y="28121"/>
                    <a:pt x="48243" y="26238"/>
                    <a:pt x="46718" y="25356"/>
                  </a:cubicBezTo>
                  <a:cubicBezTo>
                    <a:pt x="43929" y="23744"/>
                    <a:pt x="41047" y="22101"/>
                    <a:pt x="37854" y="21667"/>
                  </a:cubicBezTo>
                  <a:cubicBezTo>
                    <a:pt x="37395" y="21605"/>
                    <a:pt x="36928" y="21573"/>
                    <a:pt x="36459" y="21573"/>
                  </a:cubicBezTo>
                  <a:cubicBezTo>
                    <a:pt x="33662" y="21573"/>
                    <a:pt x="30804" y="22696"/>
                    <a:pt x="29384" y="25062"/>
                  </a:cubicBezTo>
                  <a:cubicBezTo>
                    <a:pt x="27966" y="27426"/>
                    <a:pt x="28225" y="30512"/>
                    <a:pt x="26820" y="32884"/>
                  </a:cubicBezTo>
                  <a:cubicBezTo>
                    <a:pt x="25941" y="34369"/>
                    <a:pt x="24491" y="35431"/>
                    <a:pt x="23493" y="36839"/>
                  </a:cubicBezTo>
                  <a:cubicBezTo>
                    <a:pt x="22495" y="38247"/>
                    <a:pt x="22067" y="40372"/>
                    <a:pt x="23291" y="41591"/>
                  </a:cubicBezTo>
                  <a:cubicBezTo>
                    <a:pt x="24277" y="42574"/>
                    <a:pt x="25957" y="42576"/>
                    <a:pt x="26934" y="43568"/>
                  </a:cubicBezTo>
                  <a:cubicBezTo>
                    <a:pt x="27686" y="44334"/>
                    <a:pt x="27942" y="45612"/>
                    <a:pt x="28928" y="46032"/>
                  </a:cubicBezTo>
                  <a:cubicBezTo>
                    <a:pt x="29116" y="46112"/>
                    <a:pt x="29308" y="46149"/>
                    <a:pt x="29499" y="46149"/>
                  </a:cubicBezTo>
                  <a:cubicBezTo>
                    <a:pt x="30453" y="46149"/>
                    <a:pt x="31375" y="45228"/>
                    <a:pt x="31599" y="44232"/>
                  </a:cubicBezTo>
                  <a:cubicBezTo>
                    <a:pt x="31870" y="43035"/>
                    <a:pt x="31491" y="41803"/>
                    <a:pt x="31294" y="40594"/>
                  </a:cubicBezTo>
                  <a:cubicBezTo>
                    <a:pt x="30707" y="36976"/>
                    <a:pt x="32524" y="32527"/>
                    <a:pt x="36153" y="32010"/>
                  </a:cubicBezTo>
                  <a:cubicBezTo>
                    <a:pt x="36979" y="32041"/>
                    <a:pt x="37253" y="33221"/>
                    <a:pt x="36881" y="33960"/>
                  </a:cubicBezTo>
                  <a:cubicBezTo>
                    <a:pt x="36512" y="34700"/>
                    <a:pt x="35790" y="35213"/>
                    <a:pt x="35400" y="35941"/>
                  </a:cubicBezTo>
                  <a:cubicBezTo>
                    <a:pt x="34663" y="37314"/>
                    <a:pt x="35518" y="39272"/>
                    <a:pt x="37026" y="39667"/>
                  </a:cubicBezTo>
                  <a:cubicBezTo>
                    <a:pt x="38598" y="40078"/>
                    <a:pt x="41223" y="39748"/>
                    <a:pt x="41017" y="41358"/>
                  </a:cubicBezTo>
                  <a:cubicBezTo>
                    <a:pt x="40797" y="43068"/>
                    <a:pt x="37630" y="41948"/>
                    <a:pt x="36606" y="43336"/>
                  </a:cubicBezTo>
                  <a:cubicBezTo>
                    <a:pt x="36002" y="44155"/>
                    <a:pt x="36537" y="45296"/>
                    <a:pt x="36521" y="46313"/>
                  </a:cubicBezTo>
                  <a:cubicBezTo>
                    <a:pt x="36494" y="48303"/>
                    <a:pt x="34299" y="49599"/>
                    <a:pt x="32313" y="49739"/>
                  </a:cubicBezTo>
                  <a:cubicBezTo>
                    <a:pt x="32097" y="49755"/>
                    <a:pt x="31880" y="49762"/>
                    <a:pt x="31663" y="49762"/>
                  </a:cubicBezTo>
                  <a:cubicBezTo>
                    <a:pt x="30164" y="49762"/>
                    <a:pt x="28664" y="49439"/>
                    <a:pt x="27166" y="49439"/>
                  </a:cubicBezTo>
                  <a:cubicBezTo>
                    <a:pt x="26898" y="49439"/>
                    <a:pt x="26629" y="49449"/>
                    <a:pt x="26361" y="49474"/>
                  </a:cubicBezTo>
                  <a:cubicBezTo>
                    <a:pt x="24379" y="49654"/>
                    <a:pt x="22222" y="51058"/>
                    <a:pt x="22312" y="53044"/>
                  </a:cubicBezTo>
                  <a:cubicBezTo>
                    <a:pt x="19567" y="54331"/>
                    <a:pt x="16715" y="55374"/>
                    <a:pt x="13788" y="56164"/>
                  </a:cubicBezTo>
                  <a:cubicBezTo>
                    <a:pt x="13912" y="58317"/>
                    <a:pt x="17975" y="58517"/>
                    <a:pt x="17960" y="60675"/>
                  </a:cubicBezTo>
                  <a:cubicBezTo>
                    <a:pt x="17949" y="61887"/>
                    <a:pt x="16542" y="62556"/>
                    <a:pt x="15302" y="62556"/>
                  </a:cubicBezTo>
                  <a:cubicBezTo>
                    <a:pt x="15219" y="62556"/>
                    <a:pt x="15137" y="62553"/>
                    <a:pt x="15056" y="62547"/>
                  </a:cubicBezTo>
                  <a:cubicBezTo>
                    <a:pt x="14072" y="62475"/>
                    <a:pt x="13082" y="62160"/>
                    <a:pt x="12113" y="62160"/>
                  </a:cubicBezTo>
                  <a:cubicBezTo>
                    <a:pt x="11810" y="62160"/>
                    <a:pt x="11508" y="62191"/>
                    <a:pt x="11210" y="62270"/>
                  </a:cubicBezTo>
                  <a:cubicBezTo>
                    <a:pt x="9047" y="62839"/>
                    <a:pt x="8290" y="65880"/>
                    <a:pt x="9487" y="67769"/>
                  </a:cubicBezTo>
                  <a:cubicBezTo>
                    <a:pt x="10572" y="69481"/>
                    <a:pt x="12694" y="70258"/>
                    <a:pt x="14741" y="70258"/>
                  </a:cubicBezTo>
                  <a:cubicBezTo>
                    <a:pt x="14954" y="70258"/>
                    <a:pt x="15165" y="70249"/>
                    <a:pt x="15375" y="70233"/>
                  </a:cubicBezTo>
                  <a:cubicBezTo>
                    <a:pt x="16269" y="70162"/>
                    <a:pt x="17225" y="69924"/>
                    <a:pt x="17785" y="69223"/>
                  </a:cubicBezTo>
                  <a:cubicBezTo>
                    <a:pt x="18318" y="68554"/>
                    <a:pt x="18362" y="67634"/>
                    <a:pt x="18586" y="66808"/>
                  </a:cubicBezTo>
                  <a:cubicBezTo>
                    <a:pt x="19089" y="64960"/>
                    <a:pt x="20667" y="63445"/>
                    <a:pt x="22534" y="63019"/>
                  </a:cubicBezTo>
                  <a:cubicBezTo>
                    <a:pt x="23588" y="62778"/>
                    <a:pt x="24878" y="62758"/>
                    <a:pt x="25444" y="61839"/>
                  </a:cubicBezTo>
                  <a:cubicBezTo>
                    <a:pt x="27854" y="63143"/>
                    <a:pt x="29550" y="65685"/>
                    <a:pt x="29826" y="68413"/>
                  </a:cubicBezTo>
                  <a:cubicBezTo>
                    <a:pt x="30020" y="68663"/>
                    <a:pt x="30274" y="68770"/>
                    <a:pt x="30543" y="68770"/>
                  </a:cubicBezTo>
                  <a:cubicBezTo>
                    <a:pt x="31347" y="68770"/>
                    <a:pt x="32287" y="67809"/>
                    <a:pt x="32159" y="66868"/>
                  </a:cubicBezTo>
                  <a:cubicBezTo>
                    <a:pt x="31991" y="65614"/>
                    <a:pt x="30882" y="64743"/>
                    <a:pt x="30003" y="63834"/>
                  </a:cubicBezTo>
                  <a:cubicBezTo>
                    <a:pt x="29122" y="62923"/>
                    <a:pt x="28387" y="61510"/>
                    <a:pt x="29078" y="60448"/>
                  </a:cubicBezTo>
                  <a:lnTo>
                    <a:pt x="29078" y="60448"/>
                  </a:lnTo>
                  <a:cubicBezTo>
                    <a:pt x="33197" y="61658"/>
                    <a:pt x="36527" y="65238"/>
                    <a:pt x="37435" y="69435"/>
                  </a:cubicBezTo>
                  <a:cubicBezTo>
                    <a:pt x="38871" y="69149"/>
                    <a:pt x="39664" y="67205"/>
                    <a:pt x="38838" y="65997"/>
                  </a:cubicBezTo>
                  <a:cubicBezTo>
                    <a:pt x="39003" y="65628"/>
                    <a:pt x="39328" y="65472"/>
                    <a:pt x="39697" y="65472"/>
                  </a:cubicBezTo>
                  <a:cubicBezTo>
                    <a:pt x="40331" y="65472"/>
                    <a:pt x="41094" y="65932"/>
                    <a:pt x="41391" y="66558"/>
                  </a:cubicBezTo>
                  <a:cubicBezTo>
                    <a:pt x="41862" y="67549"/>
                    <a:pt x="41819" y="68770"/>
                    <a:pt x="42492" y="69636"/>
                  </a:cubicBezTo>
                  <a:cubicBezTo>
                    <a:pt x="43175" y="70517"/>
                    <a:pt x="44261" y="70711"/>
                    <a:pt x="45451" y="70711"/>
                  </a:cubicBezTo>
                  <a:cubicBezTo>
                    <a:pt x="46388" y="70711"/>
                    <a:pt x="47390" y="70590"/>
                    <a:pt x="48312" y="70590"/>
                  </a:cubicBezTo>
                  <a:cubicBezTo>
                    <a:pt x="49551" y="70590"/>
                    <a:pt x="50643" y="70808"/>
                    <a:pt x="51235" y="71828"/>
                  </a:cubicBezTo>
                  <a:cubicBezTo>
                    <a:pt x="52336" y="73723"/>
                    <a:pt x="49909" y="75927"/>
                    <a:pt x="47711" y="75927"/>
                  </a:cubicBezTo>
                  <a:cubicBezTo>
                    <a:pt x="47678" y="75927"/>
                    <a:pt x="47645" y="75926"/>
                    <a:pt x="47613" y="75925"/>
                  </a:cubicBezTo>
                  <a:cubicBezTo>
                    <a:pt x="45391" y="75856"/>
                    <a:pt x="43361" y="74585"/>
                    <a:pt x="41147" y="74365"/>
                  </a:cubicBezTo>
                  <a:cubicBezTo>
                    <a:pt x="40897" y="74340"/>
                    <a:pt x="40647" y="74329"/>
                    <a:pt x="40397" y="74329"/>
                  </a:cubicBezTo>
                  <a:cubicBezTo>
                    <a:pt x="38218" y="74329"/>
                    <a:pt x="36082" y="75200"/>
                    <a:pt x="33896" y="75455"/>
                  </a:cubicBezTo>
                  <a:cubicBezTo>
                    <a:pt x="33619" y="75487"/>
                    <a:pt x="33335" y="75503"/>
                    <a:pt x="33048" y="75503"/>
                  </a:cubicBezTo>
                  <a:cubicBezTo>
                    <a:pt x="30807" y="75503"/>
                    <a:pt x="28395" y="74514"/>
                    <a:pt x="27939" y="72388"/>
                  </a:cubicBezTo>
                  <a:cubicBezTo>
                    <a:pt x="27802" y="71741"/>
                    <a:pt x="27855" y="71030"/>
                    <a:pt x="27514" y="70464"/>
                  </a:cubicBezTo>
                  <a:cubicBezTo>
                    <a:pt x="27109" y="69793"/>
                    <a:pt x="26279" y="69553"/>
                    <a:pt x="25473" y="69553"/>
                  </a:cubicBezTo>
                  <a:cubicBezTo>
                    <a:pt x="25313" y="69553"/>
                    <a:pt x="25154" y="69562"/>
                    <a:pt x="24999" y="69580"/>
                  </a:cubicBezTo>
                  <a:cubicBezTo>
                    <a:pt x="21817" y="69942"/>
                    <a:pt x="18598" y="72595"/>
                    <a:pt x="15740" y="72595"/>
                  </a:cubicBezTo>
                  <a:cubicBezTo>
                    <a:pt x="14956" y="72595"/>
                    <a:pt x="14199" y="72395"/>
                    <a:pt x="13478" y="71894"/>
                  </a:cubicBezTo>
                  <a:cubicBezTo>
                    <a:pt x="11337" y="76062"/>
                    <a:pt x="6101" y="77629"/>
                    <a:pt x="3179" y="81294"/>
                  </a:cubicBezTo>
                  <a:cubicBezTo>
                    <a:pt x="0" y="85282"/>
                    <a:pt x="268" y="91440"/>
                    <a:pt x="3354" y="95500"/>
                  </a:cubicBezTo>
                  <a:cubicBezTo>
                    <a:pt x="6050" y="99045"/>
                    <a:pt x="10552" y="100957"/>
                    <a:pt x="15019" y="100957"/>
                  </a:cubicBezTo>
                  <a:cubicBezTo>
                    <a:pt x="15667" y="100957"/>
                    <a:pt x="16314" y="100917"/>
                    <a:pt x="16954" y="100836"/>
                  </a:cubicBezTo>
                  <a:cubicBezTo>
                    <a:pt x="17630" y="100750"/>
                    <a:pt x="18327" y="100626"/>
                    <a:pt x="19005" y="100626"/>
                  </a:cubicBezTo>
                  <a:cubicBezTo>
                    <a:pt x="19489" y="100626"/>
                    <a:pt x="19963" y="100690"/>
                    <a:pt x="20413" y="100875"/>
                  </a:cubicBezTo>
                  <a:cubicBezTo>
                    <a:pt x="21482" y="101317"/>
                    <a:pt x="22166" y="102352"/>
                    <a:pt x="23058" y="103088"/>
                  </a:cubicBezTo>
                  <a:cubicBezTo>
                    <a:pt x="23580" y="103519"/>
                    <a:pt x="24303" y="103823"/>
                    <a:pt x="24961" y="103823"/>
                  </a:cubicBezTo>
                  <a:cubicBezTo>
                    <a:pt x="25427" y="103823"/>
                    <a:pt x="25861" y="103670"/>
                    <a:pt x="26168" y="103301"/>
                  </a:cubicBezTo>
                  <a:lnTo>
                    <a:pt x="26168" y="103301"/>
                  </a:lnTo>
                  <a:cubicBezTo>
                    <a:pt x="25321" y="105399"/>
                    <a:pt x="25557" y="107902"/>
                    <a:pt x="26779" y="109805"/>
                  </a:cubicBezTo>
                  <a:cubicBezTo>
                    <a:pt x="28099" y="111859"/>
                    <a:pt x="30559" y="113484"/>
                    <a:pt x="30509" y="115926"/>
                  </a:cubicBezTo>
                  <a:cubicBezTo>
                    <a:pt x="30482" y="117190"/>
                    <a:pt x="29748" y="118318"/>
                    <a:pt x="29403" y="119536"/>
                  </a:cubicBezTo>
                  <a:cubicBezTo>
                    <a:pt x="27829" y="125109"/>
                    <a:pt x="34415" y="129657"/>
                    <a:pt x="35455" y="135354"/>
                  </a:cubicBezTo>
                  <a:cubicBezTo>
                    <a:pt x="35736" y="136888"/>
                    <a:pt x="35735" y="138735"/>
                    <a:pt x="37029" y="139601"/>
                  </a:cubicBezTo>
                  <a:cubicBezTo>
                    <a:pt x="37625" y="139999"/>
                    <a:pt x="38374" y="140081"/>
                    <a:pt x="39090" y="140127"/>
                  </a:cubicBezTo>
                  <a:cubicBezTo>
                    <a:pt x="39409" y="140148"/>
                    <a:pt x="39736" y="140158"/>
                    <a:pt x="40067" y="140158"/>
                  </a:cubicBezTo>
                  <a:cubicBezTo>
                    <a:pt x="43538" y="140158"/>
                    <a:pt x="47454" y="138962"/>
                    <a:pt x="48151" y="135675"/>
                  </a:cubicBezTo>
                  <a:cubicBezTo>
                    <a:pt x="48366" y="134657"/>
                    <a:pt x="48212" y="133602"/>
                    <a:pt x="48243" y="132560"/>
                  </a:cubicBezTo>
                  <a:cubicBezTo>
                    <a:pt x="48336" y="129451"/>
                    <a:pt x="50239" y="126459"/>
                    <a:pt x="53017" y="125056"/>
                  </a:cubicBezTo>
                  <a:cubicBezTo>
                    <a:pt x="53771" y="124675"/>
                    <a:pt x="54600" y="124390"/>
                    <a:pt x="55202" y="123799"/>
                  </a:cubicBezTo>
                  <a:cubicBezTo>
                    <a:pt x="56528" y="122495"/>
                    <a:pt x="56234" y="120283"/>
                    <a:pt x="55553" y="118553"/>
                  </a:cubicBezTo>
                  <a:cubicBezTo>
                    <a:pt x="54872" y="116821"/>
                    <a:pt x="53881" y="115076"/>
                    <a:pt x="54120" y="113231"/>
                  </a:cubicBezTo>
                  <a:cubicBezTo>
                    <a:pt x="54502" y="110269"/>
                    <a:pt x="57681" y="108706"/>
                    <a:pt x="60090" y="106941"/>
                  </a:cubicBezTo>
                  <a:cubicBezTo>
                    <a:pt x="63716" y="104284"/>
                    <a:pt x="66206" y="100125"/>
                    <a:pt x="66835" y="95675"/>
                  </a:cubicBezTo>
                  <a:lnTo>
                    <a:pt x="66835" y="95675"/>
                  </a:lnTo>
                  <a:cubicBezTo>
                    <a:pt x="65061" y="96232"/>
                    <a:pt x="63075" y="96745"/>
                    <a:pt x="61220" y="96745"/>
                  </a:cubicBezTo>
                  <a:cubicBezTo>
                    <a:pt x="59581" y="96745"/>
                    <a:pt x="58045" y="96344"/>
                    <a:pt x="56849" y="95215"/>
                  </a:cubicBezTo>
                  <a:cubicBezTo>
                    <a:pt x="55965" y="94380"/>
                    <a:pt x="55421" y="93259"/>
                    <a:pt x="54897" y="92162"/>
                  </a:cubicBezTo>
                  <a:lnTo>
                    <a:pt x="50173" y="82291"/>
                  </a:lnTo>
                  <a:cubicBezTo>
                    <a:pt x="49966" y="81857"/>
                    <a:pt x="49755" y="81362"/>
                    <a:pt x="49925" y="80912"/>
                  </a:cubicBezTo>
                  <a:cubicBezTo>
                    <a:pt x="50074" y="80517"/>
                    <a:pt x="50366" y="80356"/>
                    <a:pt x="50717" y="80356"/>
                  </a:cubicBezTo>
                  <a:cubicBezTo>
                    <a:pt x="51453" y="80356"/>
                    <a:pt x="52449" y="81064"/>
                    <a:pt x="52928" y="81807"/>
                  </a:cubicBezTo>
                  <a:cubicBezTo>
                    <a:pt x="55452" y="85724"/>
                    <a:pt x="57718" y="89804"/>
                    <a:pt x="59707" y="94020"/>
                  </a:cubicBezTo>
                  <a:cubicBezTo>
                    <a:pt x="63791" y="93273"/>
                    <a:pt x="67648" y="91596"/>
                    <a:pt x="70980" y="89118"/>
                  </a:cubicBezTo>
                  <a:cubicBezTo>
                    <a:pt x="72037" y="88329"/>
                    <a:pt x="73088" y="87386"/>
                    <a:pt x="73445" y="86117"/>
                  </a:cubicBezTo>
                  <a:cubicBezTo>
                    <a:pt x="73802" y="84846"/>
                    <a:pt x="73146" y="83218"/>
                    <a:pt x="71846" y="82993"/>
                  </a:cubicBezTo>
                  <a:cubicBezTo>
                    <a:pt x="71723" y="82971"/>
                    <a:pt x="71600" y="82963"/>
                    <a:pt x="71476" y="82963"/>
                  </a:cubicBezTo>
                  <a:cubicBezTo>
                    <a:pt x="71093" y="82963"/>
                    <a:pt x="70708" y="83045"/>
                    <a:pt x="70324" y="83086"/>
                  </a:cubicBezTo>
                  <a:cubicBezTo>
                    <a:pt x="70133" y="83106"/>
                    <a:pt x="69943" y="83115"/>
                    <a:pt x="69755" y="83115"/>
                  </a:cubicBezTo>
                  <a:cubicBezTo>
                    <a:pt x="66927" y="83115"/>
                    <a:pt x="64468" y="80925"/>
                    <a:pt x="62588" y="78727"/>
                  </a:cubicBezTo>
                  <a:cubicBezTo>
                    <a:pt x="63132" y="78118"/>
                    <a:pt x="63852" y="77890"/>
                    <a:pt x="64640" y="77890"/>
                  </a:cubicBezTo>
                  <a:cubicBezTo>
                    <a:pt x="65842" y="77890"/>
                    <a:pt x="67201" y="78421"/>
                    <a:pt x="68334" y="78941"/>
                  </a:cubicBezTo>
                  <a:cubicBezTo>
                    <a:pt x="71699" y="80486"/>
                    <a:pt x="75249" y="81588"/>
                    <a:pt x="78895" y="82221"/>
                  </a:cubicBezTo>
                  <a:cubicBezTo>
                    <a:pt x="79803" y="82378"/>
                    <a:pt x="80736" y="82513"/>
                    <a:pt x="81554" y="82936"/>
                  </a:cubicBezTo>
                  <a:cubicBezTo>
                    <a:pt x="82126" y="83232"/>
                    <a:pt x="82622" y="83658"/>
                    <a:pt x="83095" y="84096"/>
                  </a:cubicBezTo>
                  <a:cubicBezTo>
                    <a:pt x="87298" y="87967"/>
                    <a:pt x="90407" y="93013"/>
                    <a:pt x="91975" y="98509"/>
                  </a:cubicBezTo>
                  <a:cubicBezTo>
                    <a:pt x="92104" y="98538"/>
                    <a:pt x="92231" y="98552"/>
                    <a:pt x="92354" y="98552"/>
                  </a:cubicBezTo>
                  <a:cubicBezTo>
                    <a:pt x="93754" y="98552"/>
                    <a:pt x="94717" y="96760"/>
                    <a:pt x="94833" y="95252"/>
                  </a:cubicBezTo>
                  <a:cubicBezTo>
                    <a:pt x="94960" y="93612"/>
                    <a:pt x="94769" y="91722"/>
                    <a:pt x="95948" y="90578"/>
                  </a:cubicBezTo>
                  <a:cubicBezTo>
                    <a:pt x="96875" y="89678"/>
                    <a:pt x="98399" y="89556"/>
                    <a:pt x="99214" y="88552"/>
                  </a:cubicBezTo>
                  <a:cubicBezTo>
                    <a:pt x="100238" y="87289"/>
                    <a:pt x="99703" y="85157"/>
                    <a:pt x="100900" y="84056"/>
                  </a:cubicBezTo>
                  <a:cubicBezTo>
                    <a:pt x="101284" y="83704"/>
                    <a:pt x="101728" y="83552"/>
                    <a:pt x="102190" y="83552"/>
                  </a:cubicBezTo>
                  <a:cubicBezTo>
                    <a:pt x="103537" y="83552"/>
                    <a:pt x="105034" y="84844"/>
                    <a:pt x="105630" y="86240"/>
                  </a:cubicBezTo>
                  <a:cubicBezTo>
                    <a:pt x="106431" y="88116"/>
                    <a:pt x="106723" y="90422"/>
                    <a:pt x="108410" y="91569"/>
                  </a:cubicBezTo>
                  <a:lnTo>
                    <a:pt x="111137" y="91176"/>
                  </a:lnTo>
                  <a:cubicBezTo>
                    <a:pt x="111152" y="95778"/>
                    <a:pt x="112750" y="100362"/>
                    <a:pt x="115602" y="103975"/>
                  </a:cubicBezTo>
                  <a:cubicBezTo>
                    <a:pt x="117157" y="103161"/>
                    <a:pt x="116453" y="100795"/>
                    <a:pt x="115480" y="99330"/>
                  </a:cubicBezTo>
                  <a:cubicBezTo>
                    <a:pt x="114508" y="97866"/>
                    <a:pt x="113554" y="95681"/>
                    <a:pt x="114936" y="94596"/>
                  </a:cubicBezTo>
                  <a:lnTo>
                    <a:pt x="114936" y="94596"/>
                  </a:lnTo>
                  <a:cubicBezTo>
                    <a:pt x="116854" y="94614"/>
                    <a:pt x="117747" y="97259"/>
                    <a:pt x="119611" y="97712"/>
                  </a:cubicBezTo>
                  <a:cubicBezTo>
                    <a:pt x="119777" y="97752"/>
                    <a:pt x="119940" y="97771"/>
                    <a:pt x="120101" y="97771"/>
                  </a:cubicBezTo>
                  <a:cubicBezTo>
                    <a:pt x="121744" y="97771"/>
                    <a:pt x="123089" y="95790"/>
                    <a:pt x="122784" y="94080"/>
                  </a:cubicBezTo>
                  <a:cubicBezTo>
                    <a:pt x="122451" y="92201"/>
                    <a:pt x="120835" y="90820"/>
                    <a:pt x="119169" y="89895"/>
                  </a:cubicBezTo>
                  <a:cubicBezTo>
                    <a:pt x="117675" y="88258"/>
                    <a:pt x="119833" y="85644"/>
                    <a:pt x="122018" y="85274"/>
                  </a:cubicBezTo>
                  <a:cubicBezTo>
                    <a:pt x="122730" y="85153"/>
                    <a:pt x="123464" y="85138"/>
                    <a:pt x="124199" y="85138"/>
                  </a:cubicBezTo>
                  <a:cubicBezTo>
                    <a:pt x="124443" y="85138"/>
                    <a:pt x="124686" y="85140"/>
                    <a:pt x="124930" y="85140"/>
                  </a:cubicBezTo>
                  <a:cubicBezTo>
                    <a:pt x="126201" y="85140"/>
                    <a:pt x="127452" y="85095"/>
                    <a:pt x="128573" y="84531"/>
                  </a:cubicBezTo>
                  <a:cubicBezTo>
                    <a:pt x="130946" y="83339"/>
                    <a:pt x="131739" y="80207"/>
                    <a:pt x="131200" y="77607"/>
                  </a:cubicBezTo>
                  <a:cubicBezTo>
                    <a:pt x="130659" y="75007"/>
                    <a:pt x="129117" y="72748"/>
                    <a:pt x="127857" y="70410"/>
                  </a:cubicBezTo>
                  <a:cubicBezTo>
                    <a:pt x="126781" y="68413"/>
                    <a:pt x="126249" y="65298"/>
                    <a:pt x="128341" y="64420"/>
                  </a:cubicBezTo>
                  <a:cubicBezTo>
                    <a:pt x="128900" y="64186"/>
                    <a:pt x="129528" y="64195"/>
                    <a:pt x="130135" y="64170"/>
                  </a:cubicBezTo>
                  <a:cubicBezTo>
                    <a:pt x="138047" y="63837"/>
                    <a:pt x="144592" y="55459"/>
                    <a:pt x="143005" y="47701"/>
                  </a:cubicBezTo>
                  <a:cubicBezTo>
                    <a:pt x="142706" y="46238"/>
                    <a:pt x="142140" y="44786"/>
                    <a:pt x="141097" y="43719"/>
                  </a:cubicBezTo>
                  <a:cubicBezTo>
                    <a:pt x="139216" y="41800"/>
                    <a:pt x="136024" y="41349"/>
                    <a:pt x="134619" y="39057"/>
                  </a:cubicBezTo>
                  <a:cubicBezTo>
                    <a:pt x="132900" y="36255"/>
                    <a:pt x="135025" y="32537"/>
                    <a:pt x="137778" y="30737"/>
                  </a:cubicBezTo>
                  <a:cubicBezTo>
                    <a:pt x="140529" y="28938"/>
                    <a:pt x="143891" y="28156"/>
                    <a:pt x="146461" y="26105"/>
                  </a:cubicBezTo>
                  <a:cubicBezTo>
                    <a:pt x="147145" y="26087"/>
                    <a:pt x="147512" y="25417"/>
                    <a:pt x="147638" y="24743"/>
                  </a:cubicBezTo>
                  <a:cubicBezTo>
                    <a:pt x="147716" y="24319"/>
                    <a:pt x="147611" y="23887"/>
                    <a:pt x="147608" y="23456"/>
                  </a:cubicBezTo>
                  <a:cubicBezTo>
                    <a:pt x="147598" y="22276"/>
                    <a:pt x="148442" y="21139"/>
                    <a:pt x="149574" y="20805"/>
                  </a:cubicBezTo>
                  <a:cubicBezTo>
                    <a:pt x="149811" y="20736"/>
                    <a:pt x="150056" y="20702"/>
                    <a:pt x="150302" y="20702"/>
                  </a:cubicBezTo>
                  <a:cubicBezTo>
                    <a:pt x="151231" y="20702"/>
                    <a:pt x="152165" y="21179"/>
                    <a:pt x="152664" y="21968"/>
                  </a:cubicBezTo>
                  <a:cubicBezTo>
                    <a:pt x="153442" y="23198"/>
                    <a:pt x="153129" y="24821"/>
                    <a:pt x="152563" y="26163"/>
                  </a:cubicBezTo>
                  <a:cubicBezTo>
                    <a:pt x="151998" y="27505"/>
                    <a:pt x="151199" y="28790"/>
                    <a:pt x="151051" y="30239"/>
                  </a:cubicBezTo>
                  <a:cubicBezTo>
                    <a:pt x="150905" y="31687"/>
                    <a:pt x="151726" y="33391"/>
                    <a:pt x="153173" y="33553"/>
                  </a:cubicBezTo>
                  <a:cubicBezTo>
                    <a:pt x="153252" y="33562"/>
                    <a:pt x="153330" y="33566"/>
                    <a:pt x="153406" y="33566"/>
                  </a:cubicBezTo>
                  <a:cubicBezTo>
                    <a:pt x="155043" y="33566"/>
                    <a:pt x="156090" y="31574"/>
                    <a:pt x="156201" y="29877"/>
                  </a:cubicBezTo>
                  <a:cubicBezTo>
                    <a:pt x="156318" y="28099"/>
                    <a:pt x="155972" y="26160"/>
                    <a:pt x="156925" y="24659"/>
                  </a:cubicBezTo>
                  <a:cubicBezTo>
                    <a:pt x="158377" y="22374"/>
                    <a:pt x="162385" y="21839"/>
                    <a:pt x="162490" y="19133"/>
                  </a:cubicBezTo>
                  <a:cubicBezTo>
                    <a:pt x="162574" y="16945"/>
                    <a:pt x="159821" y="15661"/>
                    <a:pt x="159327" y="13530"/>
                  </a:cubicBezTo>
                  <a:cubicBezTo>
                    <a:pt x="159129" y="12668"/>
                    <a:pt x="159325" y="11773"/>
                    <a:pt x="159405" y="10894"/>
                  </a:cubicBezTo>
                  <a:cubicBezTo>
                    <a:pt x="159709" y="7612"/>
                    <a:pt x="158263" y="4218"/>
                    <a:pt x="155688" y="2163"/>
                  </a:cubicBezTo>
                  <a:cubicBezTo>
                    <a:pt x="153919" y="751"/>
                    <a:pt x="151652" y="0"/>
                    <a:pt x="149391" y="0"/>
                  </a:cubicBezTo>
                  <a:close/>
                </a:path>
              </a:pathLst>
            </a:custGeom>
            <a:solidFill>
              <a:srgbClr val="BAC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9403;p128">
              <a:extLst>
                <a:ext uri="{FF2B5EF4-FFF2-40B4-BE49-F238E27FC236}">
                  <a16:creationId xmlns:a16="http://schemas.microsoft.com/office/drawing/2014/main" id="{332D5495-7C52-9CD2-AE63-FDAE1C814718}"/>
                </a:ext>
              </a:extLst>
            </p:cNvPr>
            <p:cNvSpPr/>
            <p:nvPr/>
          </p:nvSpPr>
          <p:spPr>
            <a:xfrm>
              <a:off x="6146600" y="3671525"/>
              <a:ext cx="342925" cy="189500"/>
            </a:xfrm>
            <a:custGeom>
              <a:avLst/>
              <a:gdLst/>
              <a:ahLst/>
              <a:cxnLst/>
              <a:rect l="l" t="t" r="r" b="b"/>
              <a:pathLst>
                <a:path w="13717" h="7580" extrusionOk="0">
                  <a:moveTo>
                    <a:pt x="9951" y="0"/>
                  </a:moveTo>
                  <a:cubicBezTo>
                    <a:pt x="6355" y="0"/>
                    <a:pt x="1" y="1281"/>
                    <a:pt x="2486" y="4894"/>
                  </a:cubicBezTo>
                  <a:cubicBezTo>
                    <a:pt x="3169" y="5885"/>
                    <a:pt x="4297" y="6467"/>
                    <a:pt x="5404" y="6938"/>
                  </a:cubicBezTo>
                  <a:cubicBezTo>
                    <a:pt x="6217" y="7282"/>
                    <a:pt x="7136" y="7580"/>
                    <a:pt x="8003" y="7580"/>
                  </a:cubicBezTo>
                  <a:cubicBezTo>
                    <a:pt x="8565" y="7580"/>
                    <a:pt x="9106" y="7454"/>
                    <a:pt x="9581" y="7134"/>
                  </a:cubicBezTo>
                  <a:cubicBezTo>
                    <a:pt x="10406" y="6577"/>
                    <a:pt x="13156" y="2774"/>
                    <a:pt x="13348" y="1948"/>
                  </a:cubicBezTo>
                  <a:cubicBezTo>
                    <a:pt x="13716" y="358"/>
                    <a:pt x="13186" y="447"/>
                    <a:pt x="11597" y="126"/>
                  </a:cubicBezTo>
                  <a:cubicBezTo>
                    <a:pt x="11194" y="44"/>
                    <a:pt x="10620" y="0"/>
                    <a:pt x="9951" y="0"/>
                  </a:cubicBezTo>
                  <a:close/>
                </a:path>
              </a:pathLst>
            </a:custGeom>
            <a:solidFill>
              <a:srgbClr val="BAC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9404;p128">
              <a:extLst>
                <a:ext uri="{FF2B5EF4-FFF2-40B4-BE49-F238E27FC236}">
                  <a16:creationId xmlns:a16="http://schemas.microsoft.com/office/drawing/2014/main" id="{D5630E1B-7B94-A34A-29B0-38F2D2BFAE5B}"/>
                </a:ext>
              </a:extLst>
            </p:cNvPr>
            <p:cNvSpPr/>
            <p:nvPr/>
          </p:nvSpPr>
          <p:spPr>
            <a:xfrm>
              <a:off x="5901600" y="3652500"/>
              <a:ext cx="558700" cy="402875"/>
            </a:xfrm>
            <a:custGeom>
              <a:avLst/>
              <a:gdLst/>
              <a:ahLst/>
              <a:cxnLst/>
              <a:rect l="l" t="t" r="r" b="b"/>
              <a:pathLst>
                <a:path w="22348" h="16115" extrusionOk="0">
                  <a:moveTo>
                    <a:pt x="946" y="1"/>
                  </a:moveTo>
                  <a:cubicBezTo>
                    <a:pt x="616" y="1"/>
                    <a:pt x="299" y="66"/>
                    <a:pt x="1" y="208"/>
                  </a:cubicBezTo>
                  <a:cubicBezTo>
                    <a:pt x="742" y="1762"/>
                    <a:pt x="2032" y="3475"/>
                    <a:pt x="2935" y="5119"/>
                  </a:cubicBezTo>
                  <a:cubicBezTo>
                    <a:pt x="6575" y="11745"/>
                    <a:pt x="13987" y="16115"/>
                    <a:pt x="21544" y="16115"/>
                  </a:cubicBezTo>
                  <a:cubicBezTo>
                    <a:pt x="21635" y="16115"/>
                    <a:pt x="21726" y="16114"/>
                    <a:pt x="21817" y="16113"/>
                  </a:cubicBezTo>
                  <a:cubicBezTo>
                    <a:pt x="22347" y="15571"/>
                    <a:pt x="21564" y="14744"/>
                    <a:pt x="20866" y="14448"/>
                  </a:cubicBezTo>
                  <a:cubicBezTo>
                    <a:pt x="18934" y="13634"/>
                    <a:pt x="16857" y="13226"/>
                    <a:pt x="14879" y="12532"/>
                  </a:cubicBezTo>
                  <a:cubicBezTo>
                    <a:pt x="12900" y="11839"/>
                    <a:pt x="10943" y="10790"/>
                    <a:pt x="9769" y="9051"/>
                  </a:cubicBezTo>
                  <a:cubicBezTo>
                    <a:pt x="9280" y="8326"/>
                    <a:pt x="8945" y="7508"/>
                    <a:pt x="8542" y="6731"/>
                  </a:cubicBezTo>
                  <a:cubicBezTo>
                    <a:pt x="7503" y="4729"/>
                    <a:pt x="3759" y="1"/>
                    <a:pt x="946" y="1"/>
                  </a:cubicBezTo>
                  <a:close/>
                </a:path>
              </a:pathLst>
            </a:custGeom>
            <a:solidFill>
              <a:srgbClr val="BAC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9405;p128">
              <a:extLst>
                <a:ext uri="{FF2B5EF4-FFF2-40B4-BE49-F238E27FC236}">
                  <a16:creationId xmlns:a16="http://schemas.microsoft.com/office/drawing/2014/main" id="{DAD1069C-95DD-8CEB-C126-F7D6D77A5B9E}"/>
                </a:ext>
              </a:extLst>
            </p:cNvPr>
            <p:cNvSpPr/>
            <p:nvPr/>
          </p:nvSpPr>
          <p:spPr>
            <a:xfrm>
              <a:off x="6249675" y="4061675"/>
              <a:ext cx="964575" cy="811125"/>
            </a:xfrm>
            <a:custGeom>
              <a:avLst/>
              <a:gdLst/>
              <a:ahLst/>
              <a:cxnLst/>
              <a:rect l="l" t="t" r="r" b="b"/>
              <a:pathLst>
                <a:path w="38583" h="32445" extrusionOk="0">
                  <a:moveTo>
                    <a:pt x="17573" y="0"/>
                  </a:moveTo>
                  <a:cubicBezTo>
                    <a:pt x="14431" y="0"/>
                    <a:pt x="10968" y="2180"/>
                    <a:pt x="9011" y="4369"/>
                  </a:cubicBezTo>
                  <a:cubicBezTo>
                    <a:pt x="8028" y="5468"/>
                    <a:pt x="7111" y="6810"/>
                    <a:pt x="5676" y="7153"/>
                  </a:cubicBezTo>
                  <a:cubicBezTo>
                    <a:pt x="4830" y="7356"/>
                    <a:pt x="3925" y="7164"/>
                    <a:pt x="3076" y="7361"/>
                  </a:cubicBezTo>
                  <a:cubicBezTo>
                    <a:pt x="581" y="7938"/>
                    <a:pt x="1" y="11293"/>
                    <a:pt x="569" y="13791"/>
                  </a:cubicBezTo>
                  <a:cubicBezTo>
                    <a:pt x="1136" y="16289"/>
                    <a:pt x="2307" y="18910"/>
                    <a:pt x="1374" y="21296"/>
                  </a:cubicBezTo>
                  <a:cubicBezTo>
                    <a:pt x="1185" y="21776"/>
                    <a:pt x="913" y="22246"/>
                    <a:pt x="921" y="22762"/>
                  </a:cubicBezTo>
                  <a:cubicBezTo>
                    <a:pt x="932" y="23380"/>
                    <a:pt x="1355" y="23921"/>
                    <a:pt x="1849" y="24293"/>
                  </a:cubicBezTo>
                  <a:cubicBezTo>
                    <a:pt x="2646" y="24890"/>
                    <a:pt x="3559" y="25128"/>
                    <a:pt x="4517" y="25128"/>
                  </a:cubicBezTo>
                  <a:cubicBezTo>
                    <a:pt x="6301" y="25128"/>
                    <a:pt x="8239" y="24301"/>
                    <a:pt x="9868" y="23418"/>
                  </a:cubicBezTo>
                  <a:cubicBezTo>
                    <a:pt x="11665" y="22444"/>
                    <a:pt x="13735" y="21414"/>
                    <a:pt x="15685" y="21414"/>
                  </a:cubicBezTo>
                  <a:cubicBezTo>
                    <a:pt x="16453" y="21414"/>
                    <a:pt x="17203" y="21574"/>
                    <a:pt x="17910" y="21960"/>
                  </a:cubicBezTo>
                  <a:cubicBezTo>
                    <a:pt x="20585" y="23420"/>
                    <a:pt x="20837" y="27119"/>
                    <a:pt x="22486" y="29685"/>
                  </a:cubicBezTo>
                  <a:cubicBezTo>
                    <a:pt x="23522" y="31296"/>
                    <a:pt x="25450" y="32445"/>
                    <a:pt x="27291" y="32445"/>
                  </a:cubicBezTo>
                  <a:cubicBezTo>
                    <a:pt x="28027" y="32445"/>
                    <a:pt x="28749" y="32261"/>
                    <a:pt x="29394" y="31851"/>
                  </a:cubicBezTo>
                  <a:cubicBezTo>
                    <a:pt x="30163" y="31362"/>
                    <a:pt x="30731" y="30624"/>
                    <a:pt x="31285" y="29900"/>
                  </a:cubicBezTo>
                  <a:lnTo>
                    <a:pt x="34684" y="25460"/>
                  </a:lnTo>
                  <a:cubicBezTo>
                    <a:pt x="36183" y="23501"/>
                    <a:pt x="37736" y="21414"/>
                    <a:pt x="38025" y="18965"/>
                  </a:cubicBezTo>
                  <a:cubicBezTo>
                    <a:pt x="38582" y="14235"/>
                    <a:pt x="34390" y="10436"/>
                    <a:pt x="30609" y="7540"/>
                  </a:cubicBezTo>
                  <a:cubicBezTo>
                    <a:pt x="30407" y="6031"/>
                    <a:pt x="30190" y="4479"/>
                    <a:pt x="29421" y="3165"/>
                  </a:cubicBezTo>
                  <a:cubicBezTo>
                    <a:pt x="28683" y="1906"/>
                    <a:pt x="27576" y="1186"/>
                    <a:pt x="26718" y="1186"/>
                  </a:cubicBezTo>
                  <a:cubicBezTo>
                    <a:pt x="25783" y="1186"/>
                    <a:pt x="25141" y="2039"/>
                    <a:pt x="25589" y="3982"/>
                  </a:cubicBezTo>
                  <a:cubicBezTo>
                    <a:pt x="25561" y="3983"/>
                    <a:pt x="25533" y="3983"/>
                    <a:pt x="25505" y="3983"/>
                  </a:cubicBezTo>
                  <a:cubicBezTo>
                    <a:pt x="23077" y="3983"/>
                    <a:pt x="21095" y="399"/>
                    <a:pt x="18382" y="51"/>
                  </a:cubicBezTo>
                  <a:cubicBezTo>
                    <a:pt x="18115" y="17"/>
                    <a:pt x="17846" y="0"/>
                    <a:pt x="17573" y="0"/>
                  </a:cubicBezTo>
                  <a:close/>
                </a:path>
              </a:pathLst>
            </a:custGeom>
            <a:solidFill>
              <a:srgbClr val="BAC8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4" name="Google Shape;9406;p128">
            <a:extLst>
              <a:ext uri="{FF2B5EF4-FFF2-40B4-BE49-F238E27FC236}">
                <a16:creationId xmlns:a16="http://schemas.microsoft.com/office/drawing/2014/main" id="{9CF7A59A-26CC-B0CA-AB3D-59EE046ED8C1}"/>
              </a:ext>
            </a:extLst>
          </p:cNvPr>
          <p:cNvGrpSpPr/>
          <p:nvPr/>
        </p:nvGrpSpPr>
        <p:grpSpPr>
          <a:xfrm>
            <a:off x="1817858" y="4353886"/>
            <a:ext cx="2692225" cy="1368799"/>
            <a:chOff x="238125" y="1038125"/>
            <a:chExt cx="7146800" cy="3633625"/>
          </a:xfrm>
          <a:solidFill>
            <a:schemeClr val="accent1">
              <a:lumMod val="75000"/>
            </a:schemeClr>
          </a:solidFill>
        </p:grpSpPr>
        <p:sp>
          <p:nvSpPr>
            <p:cNvPr id="525" name="Google Shape;9407;p128">
              <a:extLst>
                <a:ext uri="{FF2B5EF4-FFF2-40B4-BE49-F238E27FC236}">
                  <a16:creationId xmlns:a16="http://schemas.microsoft.com/office/drawing/2014/main" id="{B51DEE93-8313-6A81-8277-49C884FB2537}"/>
                </a:ext>
              </a:extLst>
            </p:cNvPr>
            <p:cNvSpPr/>
            <p:nvPr/>
          </p:nvSpPr>
          <p:spPr>
            <a:xfrm>
              <a:off x="62561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9408;p128">
              <a:extLst>
                <a:ext uri="{FF2B5EF4-FFF2-40B4-BE49-F238E27FC236}">
                  <a16:creationId xmlns:a16="http://schemas.microsoft.com/office/drawing/2014/main" id="{420B7B1D-3265-F440-9650-E71D2F23ECDA}"/>
                </a:ext>
              </a:extLst>
            </p:cNvPr>
            <p:cNvSpPr/>
            <p:nvPr/>
          </p:nvSpPr>
          <p:spPr>
            <a:xfrm>
              <a:off x="62561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9409;p128">
              <a:extLst>
                <a:ext uri="{FF2B5EF4-FFF2-40B4-BE49-F238E27FC236}">
                  <a16:creationId xmlns:a16="http://schemas.microsoft.com/office/drawing/2014/main" id="{1208E824-21B6-E18E-5868-8F7873024819}"/>
                </a:ext>
              </a:extLst>
            </p:cNvPr>
            <p:cNvSpPr/>
            <p:nvPr/>
          </p:nvSpPr>
          <p:spPr>
            <a:xfrm>
              <a:off x="625615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9410;p128">
              <a:extLst>
                <a:ext uri="{FF2B5EF4-FFF2-40B4-BE49-F238E27FC236}">
                  <a16:creationId xmlns:a16="http://schemas.microsoft.com/office/drawing/2014/main" id="{18089A9C-23B1-7DAD-EDF9-B5F797FD3768}"/>
                </a:ext>
              </a:extLst>
            </p:cNvPr>
            <p:cNvSpPr/>
            <p:nvPr/>
          </p:nvSpPr>
          <p:spPr>
            <a:xfrm>
              <a:off x="63323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9411;p128">
              <a:extLst>
                <a:ext uri="{FF2B5EF4-FFF2-40B4-BE49-F238E27FC236}">
                  <a16:creationId xmlns:a16="http://schemas.microsoft.com/office/drawing/2014/main" id="{52ECAD74-B133-A4CA-CB3B-01BF6606DDCD}"/>
                </a:ext>
              </a:extLst>
            </p:cNvPr>
            <p:cNvSpPr/>
            <p:nvPr/>
          </p:nvSpPr>
          <p:spPr>
            <a:xfrm>
              <a:off x="63323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9412;p128">
              <a:extLst>
                <a:ext uri="{FF2B5EF4-FFF2-40B4-BE49-F238E27FC236}">
                  <a16:creationId xmlns:a16="http://schemas.microsoft.com/office/drawing/2014/main" id="{A9CA8A65-553D-D6F5-3001-6B7C4FE6F19E}"/>
                </a:ext>
              </a:extLst>
            </p:cNvPr>
            <p:cNvSpPr/>
            <p:nvPr/>
          </p:nvSpPr>
          <p:spPr>
            <a:xfrm>
              <a:off x="64083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9413;p128">
              <a:extLst>
                <a:ext uri="{FF2B5EF4-FFF2-40B4-BE49-F238E27FC236}">
                  <a16:creationId xmlns:a16="http://schemas.microsoft.com/office/drawing/2014/main" id="{3E9FCF63-8941-48F9-2F49-AD732A4EEE6C}"/>
                </a:ext>
              </a:extLst>
            </p:cNvPr>
            <p:cNvSpPr/>
            <p:nvPr/>
          </p:nvSpPr>
          <p:spPr>
            <a:xfrm>
              <a:off x="64083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9414;p128">
              <a:extLst>
                <a:ext uri="{FF2B5EF4-FFF2-40B4-BE49-F238E27FC236}">
                  <a16:creationId xmlns:a16="http://schemas.microsoft.com/office/drawing/2014/main" id="{514107EB-9227-F6AB-2BAA-DC5194DCA2F3}"/>
                </a:ext>
              </a:extLst>
            </p:cNvPr>
            <p:cNvSpPr/>
            <p:nvPr/>
          </p:nvSpPr>
          <p:spPr>
            <a:xfrm>
              <a:off x="64083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9415;p128">
              <a:extLst>
                <a:ext uri="{FF2B5EF4-FFF2-40B4-BE49-F238E27FC236}">
                  <a16:creationId xmlns:a16="http://schemas.microsoft.com/office/drawing/2014/main" id="{116384B8-D3A5-5D18-241D-C0BB7770FD58}"/>
                </a:ext>
              </a:extLst>
            </p:cNvPr>
            <p:cNvSpPr/>
            <p:nvPr/>
          </p:nvSpPr>
          <p:spPr>
            <a:xfrm>
              <a:off x="64845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9416;p128">
              <a:extLst>
                <a:ext uri="{FF2B5EF4-FFF2-40B4-BE49-F238E27FC236}">
                  <a16:creationId xmlns:a16="http://schemas.microsoft.com/office/drawing/2014/main" id="{BC34ABA6-EAA1-DCE5-C06C-6AF6F44DAE72}"/>
                </a:ext>
              </a:extLst>
            </p:cNvPr>
            <p:cNvSpPr/>
            <p:nvPr/>
          </p:nvSpPr>
          <p:spPr>
            <a:xfrm>
              <a:off x="64845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9417;p128">
              <a:extLst>
                <a:ext uri="{FF2B5EF4-FFF2-40B4-BE49-F238E27FC236}">
                  <a16:creationId xmlns:a16="http://schemas.microsoft.com/office/drawing/2014/main" id="{87B082F7-FB1E-0584-2D10-9E6A39C3D0D6}"/>
                </a:ext>
              </a:extLst>
            </p:cNvPr>
            <p:cNvSpPr/>
            <p:nvPr/>
          </p:nvSpPr>
          <p:spPr>
            <a:xfrm>
              <a:off x="648457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9418;p128">
              <a:extLst>
                <a:ext uri="{FF2B5EF4-FFF2-40B4-BE49-F238E27FC236}">
                  <a16:creationId xmlns:a16="http://schemas.microsoft.com/office/drawing/2014/main" id="{8AC06984-2759-2CF9-2616-2C9610701D3E}"/>
                </a:ext>
              </a:extLst>
            </p:cNvPr>
            <p:cNvSpPr/>
            <p:nvPr/>
          </p:nvSpPr>
          <p:spPr>
            <a:xfrm>
              <a:off x="64845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9419;p128">
              <a:extLst>
                <a:ext uri="{FF2B5EF4-FFF2-40B4-BE49-F238E27FC236}">
                  <a16:creationId xmlns:a16="http://schemas.microsoft.com/office/drawing/2014/main" id="{865D7CB4-3210-1674-BEAB-AA496C9EF72B}"/>
                </a:ext>
              </a:extLst>
            </p:cNvPr>
            <p:cNvSpPr/>
            <p:nvPr/>
          </p:nvSpPr>
          <p:spPr>
            <a:xfrm>
              <a:off x="64845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9420;p128">
              <a:extLst>
                <a:ext uri="{FF2B5EF4-FFF2-40B4-BE49-F238E27FC236}">
                  <a16:creationId xmlns:a16="http://schemas.microsoft.com/office/drawing/2014/main" id="{701E5BC4-1605-E993-2D92-3DCCBFFC49DC}"/>
                </a:ext>
              </a:extLst>
            </p:cNvPr>
            <p:cNvSpPr/>
            <p:nvPr/>
          </p:nvSpPr>
          <p:spPr>
            <a:xfrm>
              <a:off x="663842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9421;p128">
              <a:extLst>
                <a:ext uri="{FF2B5EF4-FFF2-40B4-BE49-F238E27FC236}">
                  <a16:creationId xmlns:a16="http://schemas.microsoft.com/office/drawing/2014/main" id="{F93C0FF2-09F4-ED71-CBEE-6805E24FDB3F}"/>
                </a:ext>
              </a:extLst>
            </p:cNvPr>
            <p:cNvSpPr/>
            <p:nvPr/>
          </p:nvSpPr>
          <p:spPr>
            <a:xfrm>
              <a:off x="66384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9422;p128">
              <a:extLst>
                <a:ext uri="{FF2B5EF4-FFF2-40B4-BE49-F238E27FC236}">
                  <a16:creationId xmlns:a16="http://schemas.microsoft.com/office/drawing/2014/main" id="{37AA03FC-CC82-ECA1-C3BC-6CF9CA6DC110}"/>
                </a:ext>
              </a:extLst>
            </p:cNvPr>
            <p:cNvSpPr/>
            <p:nvPr/>
          </p:nvSpPr>
          <p:spPr>
            <a:xfrm>
              <a:off x="6638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9423;p128">
              <a:extLst>
                <a:ext uri="{FF2B5EF4-FFF2-40B4-BE49-F238E27FC236}">
                  <a16:creationId xmlns:a16="http://schemas.microsoft.com/office/drawing/2014/main" id="{AB519CB0-F1C3-ECAA-F4E0-80E3DA87969D}"/>
                </a:ext>
              </a:extLst>
            </p:cNvPr>
            <p:cNvSpPr/>
            <p:nvPr/>
          </p:nvSpPr>
          <p:spPr>
            <a:xfrm>
              <a:off x="6638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9424;p128">
              <a:extLst>
                <a:ext uri="{FF2B5EF4-FFF2-40B4-BE49-F238E27FC236}">
                  <a16:creationId xmlns:a16="http://schemas.microsoft.com/office/drawing/2014/main" id="{B3DE7C78-59E4-BA79-DED0-7F6499F7E90C}"/>
                </a:ext>
              </a:extLst>
            </p:cNvPr>
            <p:cNvSpPr/>
            <p:nvPr/>
          </p:nvSpPr>
          <p:spPr>
            <a:xfrm>
              <a:off x="6638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9425;p128">
              <a:extLst>
                <a:ext uri="{FF2B5EF4-FFF2-40B4-BE49-F238E27FC236}">
                  <a16:creationId xmlns:a16="http://schemas.microsoft.com/office/drawing/2014/main" id="{97F6F4FD-5CB6-D238-2874-DA67DAE23433}"/>
                </a:ext>
              </a:extLst>
            </p:cNvPr>
            <p:cNvSpPr/>
            <p:nvPr/>
          </p:nvSpPr>
          <p:spPr>
            <a:xfrm>
              <a:off x="67154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9426;p128">
              <a:extLst>
                <a:ext uri="{FF2B5EF4-FFF2-40B4-BE49-F238E27FC236}">
                  <a16:creationId xmlns:a16="http://schemas.microsoft.com/office/drawing/2014/main" id="{6FAF6CBF-CF3F-5F83-0846-E0ED241CF50C}"/>
                </a:ext>
              </a:extLst>
            </p:cNvPr>
            <p:cNvSpPr/>
            <p:nvPr/>
          </p:nvSpPr>
          <p:spPr>
            <a:xfrm>
              <a:off x="67154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9427;p128">
              <a:extLst>
                <a:ext uri="{FF2B5EF4-FFF2-40B4-BE49-F238E27FC236}">
                  <a16:creationId xmlns:a16="http://schemas.microsoft.com/office/drawing/2014/main" id="{4AA91477-AD05-D7A1-EABD-0E70D7E032C7}"/>
                </a:ext>
              </a:extLst>
            </p:cNvPr>
            <p:cNvSpPr/>
            <p:nvPr/>
          </p:nvSpPr>
          <p:spPr>
            <a:xfrm>
              <a:off x="67154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9428;p128">
              <a:extLst>
                <a:ext uri="{FF2B5EF4-FFF2-40B4-BE49-F238E27FC236}">
                  <a16:creationId xmlns:a16="http://schemas.microsoft.com/office/drawing/2014/main" id="{56F075D4-269F-7A58-E159-89201F4E7B2E}"/>
                </a:ext>
              </a:extLst>
            </p:cNvPr>
            <p:cNvSpPr/>
            <p:nvPr/>
          </p:nvSpPr>
          <p:spPr>
            <a:xfrm>
              <a:off x="64083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9429;p128">
              <a:extLst>
                <a:ext uri="{FF2B5EF4-FFF2-40B4-BE49-F238E27FC236}">
                  <a16:creationId xmlns:a16="http://schemas.microsoft.com/office/drawing/2014/main" id="{6201FFC4-0931-D754-AAB5-6205503A2742}"/>
                </a:ext>
              </a:extLst>
            </p:cNvPr>
            <p:cNvSpPr/>
            <p:nvPr/>
          </p:nvSpPr>
          <p:spPr>
            <a:xfrm>
              <a:off x="63323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9430;p128">
              <a:extLst>
                <a:ext uri="{FF2B5EF4-FFF2-40B4-BE49-F238E27FC236}">
                  <a16:creationId xmlns:a16="http://schemas.microsoft.com/office/drawing/2014/main" id="{8DFEE1EB-9C9A-8C65-DD3A-38C0F87C2BE6}"/>
                </a:ext>
              </a:extLst>
            </p:cNvPr>
            <p:cNvSpPr/>
            <p:nvPr/>
          </p:nvSpPr>
          <p:spPr>
            <a:xfrm>
              <a:off x="625615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9431;p128">
              <a:extLst>
                <a:ext uri="{FF2B5EF4-FFF2-40B4-BE49-F238E27FC236}">
                  <a16:creationId xmlns:a16="http://schemas.microsoft.com/office/drawing/2014/main" id="{E62E7894-19FC-6C03-202A-733C0727BFBC}"/>
                </a:ext>
              </a:extLst>
            </p:cNvPr>
            <p:cNvSpPr/>
            <p:nvPr/>
          </p:nvSpPr>
          <p:spPr>
            <a:xfrm>
              <a:off x="59514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9432;p128">
              <a:extLst>
                <a:ext uri="{FF2B5EF4-FFF2-40B4-BE49-F238E27FC236}">
                  <a16:creationId xmlns:a16="http://schemas.microsoft.com/office/drawing/2014/main" id="{0A011C54-9618-B9B4-430A-47E472852E4B}"/>
                </a:ext>
              </a:extLst>
            </p:cNvPr>
            <p:cNvSpPr/>
            <p:nvPr/>
          </p:nvSpPr>
          <p:spPr>
            <a:xfrm>
              <a:off x="59514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9433;p128">
              <a:extLst>
                <a:ext uri="{FF2B5EF4-FFF2-40B4-BE49-F238E27FC236}">
                  <a16:creationId xmlns:a16="http://schemas.microsoft.com/office/drawing/2014/main" id="{55A0647B-6D8D-3D98-58FE-4B89912CA4FC}"/>
                </a:ext>
              </a:extLst>
            </p:cNvPr>
            <p:cNvSpPr/>
            <p:nvPr/>
          </p:nvSpPr>
          <p:spPr>
            <a:xfrm>
              <a:off x="602750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9434;p128">
              <a:extLst>
                <a:ext uri="{FF2B5EF4-FFF2-40B4-BE49-F238E27FC236}">
                  <a16:creationId xmlns:a16="http://schemas.microsoft.com/office/drawing/2014/main" id="{483CC10D-4587-993D-96A8-0111A073B440}"/>
                </a:ext>
              </a:extLst>
            </p:cNvPr>
            <p:cNvSpPr/>
            <p:nvPr/>
          </p:nvSpPr>
          <p:spPr>
            <a:xfrm>
              <a:off x="602750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5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9435;p128">
              <a:extLst>
                <a:ext uri="{FF2B5EF4-FFF2-40B4-BE49-F238E27FC236}">
                  <a16:creationId xmlns:a16="http://schemas.microsoft.com/office/drawing/2014/main" id="{7AE815D3-855A-1BBB-3D26-D1596F7B4D72}"/>
                </a:ext>
              </a:extLst>
            </p:cNvPr>
            <p:cNvSpPr/>
            <p:nvPr/>
          </p:nvSpPr>
          <p:spPr>
            <a:xfrm>
              <a:off x="60275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9436;p128">
              <a:extLst>
                <a:ext uri="{FF2B5EF4-FFF2-40B4-BE49-F238E27FC236}">
                  <a16:creationId xmlns:a16="http://schemas.microsoft.com/office/drawing/2014/main" id="{81153C90-1A1E-C50C-1DE3-58FCED7ABA5E}"/>
                </a:ext>
              </a:extLst>
            </p:cNvPr>
            <p:cNvSpPr/>
            <p:nvPr/>
          </p:nvSpPr>
          <p:spPr>
            <a:xfrm>
              <a:off x="61037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9437;p128">
              <a:extLst>
                <a:ext uri="{FF2B5EF4-FFF2-40B4-BE49-F238E27FC236}">
                  <a16:creationId xmlns:a16="http://schemas.microsoft.com/office/drawing/2014/main" id="{D96CFC47-AEF8-5E3C-32CD-E35E6FC06EF9}"/>
                </a:ext>
              </a:extLst>
            </p:cNvPr>
            <p:cNvSpPr/>
            <p:nvPr/>
          </p:nvSpPr>
          <p:spPr>
            <a:xfrm>
              <a:off x="6103700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9438;p128">
              <a:extLst>
                <a:ext uri="{FF2B5EF4-FFF2-40B4-BE49-F238E27FC236}">
                  <a16:creationId xmlns:a16="http://schemas.microsoft.com/office/drawing/2014/main" id="{43B38BFA-CEE9-4A96-93E8-009CA4946898}"/>
                </a:ext>
              </a:extLst>
            </p:cNvPr>
            <p:cNvSpPr/>
            <p:nvPr/>
          </p:nvSpPr>
          <p:spPr>
            <a:xfrm>
              <a:off x="610370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9439;p128">
              <a:extLst>
                <a:ext uri="{FF2B5EF4-FFF2-40B4-BE49-F238E27FC236}">
                  <a16:creationId xmlns:a16="http://schemas.microsoft.com/office/drawing/2014/main" id="{E4B60890-E9AE-06B1-66E4-A3E40616EBA7}"/>
                </a:ext>
              </a:extLst>
            </p:cNvPr>
            <p:cNvSpPr/>
            <p:nvPr/>
          </p:nvSpPr>
          <p:spPr>
            <a:xfrm>
              <a:off x="61037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9440;p128">
              <a:extLst>
                <a:ext uri="{FF2B5EF4-FFF2-40B4-BE49-F238E27FC236}">
                  <a16:creationId xmlns:a16="http://schemas.microsoft.com/office/drawing/2014/main" id="{7D13B20A-4AE1-F538-F45A-2D9DF943C896}"/>
                </a:ext>
              </a:extLst>
            </p:cNvPr>
            <p:cNvSpPr/>
            <p:nvPr/>
          </p:nvSpPr>
          <p:spPr>
            <a:xfrm>
              <a:off x="6179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9441;p128">
              <a:extLst>
                <a:ext uri="{FF2B5EF4-FFF2-40B4-BE49-F238E27FC236}">
                  <a16:creationId xmlns:a16="http://schemas.microsoft.com/office/drawing/2014/main" id="{32DC53D0-4F09-9267-2FD3-0BF99956DEA6}"/>
                </a:ext>
              </a:extLst>
            </p:cNvPr>
            <p:cNvSpPr/>
            <p:nvPr/>
          </p:nvSpPr>
          <p:spPr>
            <a:xfrm>
              <a:off x="61799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9442;p128">
              <a:extLst>
                <a:ext uri="{FF2B5EF4-FFF2-40B4-BE49-F238E27FC236}">
                  <a16:creationId xmlns:a16="http://schemas.microsoft.com/office/drawing/2014/main" id="{77B37C80-1BB8-9907-28EE-E48A9CA2E777}"/>
                </a:ext>
              </a:extLst>
            </p:cNvPr>
            <p:cNvSpPr/>
            <p:nvPr/>
          </p:nvSpPr>
          <p:spPr>
            <a:xfrm>
              <a:off x="61799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9443;p128">
              <a:extLst>
                <a:ext uri="{FF2B5EF4-FFF2-40B4-BE49-F238E27FC236}">
                  <a16:creationId xmlns:a16="http://schemas.microsoft.com/office/drawing/2014/main" id="{118AF856-0992-4937-5B80-7F06A24D7B42}"/>
                </a:ext>
              </a:extLst>
            </p:cNvPr>
            <p:cNvSpPr/>
            <p:nvPr/>
          </p:nvSpPr>
          <p:spPr>
            <a:xfrm>
              <a:off x="61799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9444;p128">
              <a:extLst>
                <a:ext uri="{FF2B5EF4-FFF2-40B4-BE49-F238E27FC236}">
                  <a16:creationId xmlns:a16="http://schemas.microsoft.com/office/drawing/2014/main" id="{33444EE9-7C0F-6394-006A-9B14A1D1DB9E}"/>
                </a:ext>
              </a:extLst>
            </p:cNvPr>
            <p:cNvSpPr/>
            <p:nvPr/>
          </p:nvSpPr>
          <p:spPr>
            <a:xfrm>
              <a:off x="61799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9445;p128">
              <a:extLst>
                <a:ext uri="{FF2B5EF4-FFF2-40B4-BE49-F238E27FC236}">
                  <a16:creationId xmlns:a16="http://schemas.microsoft.com/office/drawing/2014/main" id="{74BF8AAF-B074-5E7A-C77B-76E1F454D70A}"/>
                </a:ext>
              </a:extLst>
            </p:cNvPr>
            <p:cNvSpPr/>
            <p:nvPr/>
          </p:nvSpPr>
          <p:spPr>
            <a:xfrm>
              <a:off x="71703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9446;p128">
              <a:extLst>
                <a:ext uri="{FF2B5EF4-FFF2-40B4-BE49-F238E27FC236}">
                  <a16:creationId xmlns:a16="http://schemas.microsoft.com/office/drawing/2014/main" id="{38E4010E-C894-F6D2-ED23-F48499B24F3B}"/>
                </a:ext>
              </a:extLst>
            </p:cNvPr>
            <p:cNvSpPr/>
            <p:nvPr/>
          </p:nvSpPr>
          <p:spPr>
            <a:xfrm>
              <a:off x="68656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9447;p128">
              <a:extLst>
                <a:ext uri="{FF2B5EF4-FFF2-40B4-BE49-F238E27FC236}">
                  <a16:creationId xmlns:a16="http://schemas.microsoft.com/office/drawing/2014/main" id="{D0481E5F-3998-1627-9E03-7E0D05D46697}"/>
                </a:ext>
              </a:extLst>
            </p:cNvPr>
            <p:cNvSpPr/>
            <p:nvPr/>
          </p:nvSpPr>
          <p:spPr>
            <a:xfrm>
              <a:off x="68656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9448;p128">
              <a:extLst>
                <a:ext uri="{FF2B5EF4-FFF2-40B4-BE49-F238E27FC236}">
                  <a16:creationId xmlns:a16="http://schemas.microsoft.com/office/drawing/2014/main" id="{4280D7C1-9866-E5FA-7D74-409D632D4BEB}"/>
                </a:ext>
              </a:extLst>
            </p:cNvPr>
            <p:cNvSpPr/>
            <p:nvPr/>
          </p:nvSpPr>
          <p:spPr>
            <a:xfrm>
              <a:off x="69418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9449;p128">
              <a:extLst>
                <a:ext uri="{FF2B5EF4-FFF2-40B4-BE49-F238E27FC236}">
                  <a16:creationId xmlns:a16="http://schemas.microsoft.com/office/drawing/2014/main" id="{73F4CED0-A59B-9B3F-FB9D-70DD5D9CCE9C}"/>
                </a:ext>
              </a:extLst>
            </p:cNvPr>
            <p:cNvSpPr/>
            <p:nvPr/>
          </p:nvSpPr>
          <p:spPr>
            <a:xfrm>
              <a:off x="67892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9450;p128">
              <a:extLst>
                <a:ext uri="{FF2B5EF4-FFF2-40B4-BE49-F238E27FC236}">
                  <a16:creationId xmlns:a16="http://schemas.microsoft.com/office/drawing/2014/main" id="{27EAC2E5-90C0-BC3F-31C1-360A85C2825B}"/>
                </a:ext>
              </a:extLst>
            </p:cNvPr>
            <p:cNvSpPr/>
            <p:nvPr/>
          </p:nvSpPr>
          <p:spPr>
            <a:xfrm>
              <a:off x="6637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9451;p128">
              <a:extLst>
                <a:ext uri="{FF2B5EF4-FFF2-40B4-BE49-F238E27FC236}">
                  <a16:creationId xmlns:a16="http://schemas.microsoft.com/office/drawing/2014/main" id="{EDDC7D82-0DFA-3A62-7CF3-0A177EDA6B91}"/>
                </a:ext>
              </a:extLst>
            </p:cNvPr>
            <p:cNvSpPr/>
            <p:nvPr/>
          </p:nvSpPr>
          <p:spPr>
            <a:xfrm>
              <a:off x="625615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9452;p128">
              <a:extLst>
                <a:ext uri="{FF2B5EF4-FFF2-40B4-BE49-F238E27FC236}">
                  <a16:creationId xmlns:a16="http://schemas.microsoft.com/office/drawing/2014/main" id="{03A3BFE7-A97B-6A44-2C69-8AC1EB116B34}"/>
                </a:ext>
              </a:extLst>
            </p:cNvPr>
            <p:cNvSpPr/>
            <p:nvPr/>
          </p:nvSpPr>
          <p:spPr>
            <a:xfrm>
              <a:off x="64845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9453;p128">
              <a:extLst>
                <a:ext uri="{FF2B5EF4-FFF2-40B4-BE49-F238E27FC236}">
                  <a16:creationId xmlns:a16="http://schemas.microsoft.com/office/drawing/2014/main" id="{03A6CEF9-A4FA-0F1E-AE8B-670106F5A13E}"/>
                </a:ext>
              </a:extLst>
            </p:cNvPr>
            <p:cNvSpPr/>
            <p:nvPr/>
          </p:nvSpPr>
          <p:spPr>
            <a:xfrm>
              <a:off x="64845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9454;p128">
              <a:extLst>
                <a:ext uri="{FF2B5EF4-FFF2-40B4-BE49-F238E27FC236}">
                  <a16:creationId xmlns:a16="http://schemas.microsoft.com/office/drawing/2014/main" id="{A1A3139A-139D-2558-0852-52FAD535AB5A}"/>
                </a:ext>
              </a:extLst>
            </p:cNvPr>
            <p:cNvSpPr/>
            <p:nvPr/>
          </p:nvSpPr>
          <p:spPr>
            <a:xfrm>
              <a:off x="64083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9455;p128">
              <a:extLst>
                <a:ext uri="{FF2B5EF4-FFF2-40B4-BE49-F238E27FC236}">
                  <a16:creationId xmlns:a16="http://schemas.microsoft.com/office/drawing/2014/main" id="{C11B88D4-1FED-CEE0-8F72-84A849FDC1AD}"/>
                </a:ext>
              </a:extLst>
            </p:cNvPr>
            <p:cNvSpPr/>
            <p:nvPr/>
          </p:nvSpPr>
          <p:spPr>
            <a:xfrm>
              <a:off x="64083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9456;p128">
              <a:extLst>
                <a:ext uri="{FF2B5EF4-FFF2-40B4-BE49-F238E27FC236}">
                  <a16:creationId xmlns:a16="http://schemas.microsoft.com/office/drawing/2014/main" id="{764D8497-F4C0-DC7E-4716-FA9DC68A2CDE}"/>
                </a:ext>
              </a:extLst>
            </p:cNvPr>
            <p:cNvSpPr/>
            <p:nvPr/>
          </p:nvSpPr>
          <p:spPr>
            <a:xfrm>
              <a:off x="63323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9457;p128">
              <a:extLst>
                <a:ext uri="{FF2B5EF4-FFF2-40B4-BE49-F238E27FC236}">
                  <a16:creationId xmlns:a16="http://schemas.microsoft.com/office/drawing/2014/main" id="{C9A2F9AA-4F73-F224-7E2F-83308431485A}"/>
                </a:ext>
              </a:extLst>
            </p:cNvPr>
            <p:cNvSpPr/>
            <p:nvPr/>
          </p:nvSpPr>
          <p:spPr>
            <a:xfrm>
              <a:off x="63323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9458;p128">
              <a:extLst>
                <a:ext uri="{FF2B5EF4-FFF2-40B4-BE49-F238E27FC236}">
                  <a16:creationId xmlns:a16="http://schemas.microsoft.com/office/drawing/2014/main" id="{3408F6B6-8445-CEB8-199A-5740FABFC72C}"/>
                </a:ext>
              </a:extLst>
            </p:cNvPr>
            <p:cNvSpPr/>
            <p:nvPr/>
          </p:nvSpPr>
          <p:spPr>
            <a:xfrm>
              <a:off x="70940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9459;p128">
              <a:extLst>
                <a:ext uri="{FF2B5EF4-FFF2-40B4-BE49-F238E27FC236}">
                  <a16:creationId xmlns:a16="http://schemas.microsoft.com/office/drawing/2014/main" id="{DDD938D9-3774-1B50-349E-A494C46099E9}"/>
                </a:ext>
              </a:extLst>
            </p:cNvPr>
            <p:cNvSpPr/>
            <p:nvPr/>
          </p:nvSpPr>
          <p:spPr>
            <a:xfrm>
              <a:off x="7017875" y="43898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9460;p128">
              <a:extLst>
                <a:ext uri="{FF2B5EF4-FFF2-40B4-BE49-F238E27FC236}">
                  <a16:creationId xmlns:a16="http://schemas.microsoft.com/office/drawing/2014/main" id="{0F4BAA78-C32F-F9EF-895A-1BCB90953545}"/>
                </a:ext>
              </a:extLst>
            </p:cNvPr>
            <p:cNvSpPr/>
            <p:nvPr/>
          </p:nvSpPr>
          <p:spPr>
            <a:xfrm>
              <a:off x="7017875" y="43136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9461;p128">
              <a:extLst>
                <a:ext uri="{FF2B5EF4-FFF2-40B4-BE49-F238E27FC236}">
                  <a16:creationId xmlns:a16="http://schemas.microsoft.com/office/drawing/2014/main" id="{52BF9B70-77A3-C698-A50F-12FAA0C5869B}"/>
                </a:ext>
              </a:extLst>
            </p:cNvPr>
            <p:cNvSpPr/>
            <p:nvPr/>
          </p:nvSpPr>
          <p:spPr>
            <a:xfrm>
              <a:off x="69418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9462;p128">
              <a:extLst>
                <a:ext uri="{FF2B5EF4-FFF2-40B4-BE49-F238E27FC236}">
                  <a16:creationId xmlns:a16="http://schemas.microsoft.com/office/drawing/2014/main" id="{2D862D63-09E7-9597-9BA7-B14734DD4423}"/>
                </a:ext>
              </a:extLst>
            </p:cNvPr>
            <p:cNvSpPr/>
            <p:nvPr/>
          </p:nvSpPr>
          <p:spPr>
            <a:xfrm>
              <a:off x="648457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9463;p128">
              <a:extLst>
                <a:ext uri="{FF2B5EF4-FFF2-40B4-BE49-F238E27FC236}">
                  <a16:creationId xmlns:a16="http://schemas.microsoft.com/office/drawing/2014/main" id="{A2B7FE78-F5DB-5D10-0B7B-ADA9B6754E61}"/>
                </a:ext>
              </a:extLst>
            </p:cNvPr>
            <p:cNvSpPr/>
            <p:nvPr/>
          </p:nvSpPr>
          <p:spPr>
            <a:xfrm>
              <a:off x="6560800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9464;p128">
              <a:extLst>
                <a:ext uri="{FF2B5EF4-FFF2-40B4-BE49-F238E27FC236}">
                  <a16:creationId xmlns:a16="http://schemas.microsoft.com/office/drawing/2014/main" id="{3B25C02D-E068-8338-0DC0-522755EF471B}"/>
                </a:ext>
              </a:extLst>
            </p:cNvPr>
            <p:cNvSpPr/>
            <p:nvPr/>
          </p:nvSpPr>
          <p:spPr>
            <a:xfrm>
              <a:off x="6560800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9465;p128">
              <a:extLst>
                <a:ext uri="{FF2B5EF4-FFF2-40B4-BE49-F238E27FC236}">
                  <a16:creationId xmlns:a16="http://schemas.microsoft.com/office/drawing/2014/main" id="{4AAEBEF5-2F26-CE62-5BB1-D07C8F7174B1}"/>
                </a:ext>
              </a:extLst>
            </p:cNvPr>
            <p:cNvSpPr/>
            <p:nvPr/>
          </p:nvSpPr>
          <p:spPr>
            <a:xfrm>
              <a:off x="656080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9466;p128">
              <a:extLst>
                <a:ext uri="{FF2B5EF4-FFF2-40B4-BE49-F238E27FC236}">
                  <a16:creationId xmlns:a16="http://schemas.microsoft.com/office/drawing/2014/main" id="{12134921-9714-97F5-29F7-04761A411799}"/>
                </a:ext>
              </a:extLst>
            </p:cNvPr>
            <p:cNvSpPr/>
            <p:nvPr/>
          </p:nvSpPr>
          <p:spPr>
            <a:xfrm>
              <a:off x="656080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9467;p128">
              <a:extLst>
                <a:ext uri="{FF2B5EF4-FFF2-40B4-BE49-F238E27FC236}">
                  <a16:creationId xmlns:a16="http://schemas.microsoft.com/office/drawing/2014/main" id="{0E0B728F-267C-D258-5223-B0319F4BA425}"/>
                </a:ext>
              </a:extLst>
            </p:cNvPr>
            <p:cNvSpPr/>
            <p:nvPr/>
          </p:nvSpPr>
          <p:spPr>
            <a:xfrm>
              <a:off x="656080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9468;p128">
              <a:extLst>
                <a:ext uri="{FF2B5EF4-FFF2-40B4-BE49-F238E27FC236}">
                  <a16:creationId xmlns:a16="http://schemas.microsoft.com/office/drawing/2014/main" id="{EBD0E2A0-6E19-866D-8313-EF51D8031A9F}"/>
                </a:ext>
              </a:extLst>
            </p:cNvPr>
            <p:cNvSpPr/>
            <p:nvPr/>
          </p:nvSpPr>
          <p:spPr>
            <a:xfrm>
              <a:off x="65608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9469;p128">
              <a:extLst>
                <a:ext uri="{FF2B5EF4-FFF2-40B4-BE49-F238E27FC236}">
                  <a16:creationId xmlns:a16="http://schemas.microsoft.com/office/drawing/2014/main" id="{54181038-C12E-05B4-AE7D-059A26A412B9}"/>
                </a:ext>
              </a:extLst>
            </p:cNvPr>
            <p:cNvSpPr/>
            <p:nvPr/>
          </p:nvSpPr>
          <p:spPr>
            <a:xfrm>
              <a:off x="65608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9470;p128">
              <a:extLst>
                <a:ext uri="{FF2B5EF4-FFF2-40B4-BE49-F238E27FC236}">
                  <a16:creationId xmlns:a16="http://schemas.microsoft.com/office/drawing/2014/main" id="{D2723507-D7E7-36AF-3E70-F42BE2494D58}"/>
                </a:ext>
              </a:extLst>
            </p:cNvPr>
            <p:cNvSpPr/>
            <p:nvPr/>
          </p:nvSpPr>
          <p:spPr>
            <a:xfrm>
              <a:off x="64845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9471;p128">
              <a:extLst>
                <a:ext uri="{FF2B5EF4-FFF2-40B4-BE49-F238E27FC236}">
                  <a16:creationId xmlns:a16="http://schemas.microsoft.com/office/drawing/2014/main" id="{AC022374-1B5F-3AB3-EAEF-A1865EA803A6}"/>
                </a:ext>
              </a:extLst>
            </p:cNvPr>
            <p:cNvSpPr/>
            <p:nvPr/>
          </p:nvSpPr>
          <p:spPr>
            <a:xfrm>
              <a:off x="64845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9472;p128">
              <a:extLst>
                <a:ext uri="{FF2B5EF4-FFF2-40B4-BE49-F238E27FC236}">
                  <a16:creationId xmlns:a16="http://schemas.microsoft.com/office/drawing/2014/main" id="{ABF01FE8-2D5A-B008-711D-188DDD57E102}"/>
                </a:ext>
              </a:extLst>
            </p:cNvPr>
            <p:cNvSpPr/>
            <p:nvPr/>
          </p:nvSpPr>
          <p:spPr>
            <a:xfrm>
              <a:off x="64845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9473;p128">
              <a:extLst>
                <a:ext uri="{FF2B5EF4-FFF2-40B4-BE49-F238E27FC236}">
                  <a16:creationId xmlns:a16="http://schemas.microsoft.com/office/drawing/2014/main" id="{8EB4C555-DBD1-6C62-AF2E-2771242B35A5}"/>
                </a:ext>
              </a:extLst>
            </p:cNvPr>
            <p:cNvSpPr/>
            <p:nvPr/>
          </p:nvSpPr>
          <p:spPr>
            <a:xfrm>
              <a:off x="6408350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9474;p128">
              <a:extLst>
                <a:ext uri="{FF2B5EF4-FFF2-40B4-BE49-F238E27FC236}">
                  <a16:creationId xmlns:a16="http://schemas.microsoft.com/office/drawing/2014/main" id="{34445FDD-5132-41EC-0A7A-6AAAFD98B2A0}"/>
                </a:ext>
              </a:extLst>
            </p:cNvPr>
            <p:cNvSpPr/>
            <p:nvPr/>
          </p:nvSpPr>
          <p:spPr>
            <a:xfrm>
              <a:off x="6408350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9475;p128">
              <a:extLst>
                <a:ext uri="{FF2B5EF4-FFF2-40B4-BE49-F238E27FC236}">
                  <a16:creationId xmlns:a16="http://schemas.microsoft.com/office/drawing/2014/main" id="{736A3BA1-D6FF-8B98-5CD5-6461F55128A1}"/>
                </a:ext>
              </a:extLst>
            </p:cNvPr>
            <p:cNvSpPr/>
            <p:nvPr/>
          </p:nvSpPr>
          <p:spPr>
            <a:xfrm>
              <a:off x="6408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9476;p128">
              <a:extLst>
                <a:ext uri="{FF2B5EF4-FFF2-40B4-BE49-F238E27FC236}">
                  <a16:creationId xmlns:a16="http://schemas.microsoft.com/office/drawing/2014/main" id="{A762F5A9-4912-D19D-EB06-D6789A478E22}"/>
                </a:ext>
              </a:extLst>
            </p:cNvPr>
            <p:cNvSpPr/>
            <p:nvPr/>
          </p:nvSpPr>
          <p:spPr>
            <a:xfrm>
              <a:off x="64083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9477;p128">
              <a:extLst>
                <a:ext uri="{FF2B5EF4-FFF2-40B4-BE49-F238E27FC236}">
                  <a16:creationId xmlns:a16="http://schemas.microsoft.com/office/drawing/2014/main" id="{556D160D-0428-EE12-5E75-6796F7B5FE24}"/>
                </a:ext>
              </a:extLst>
            </p:cNvPr>
            <p:cNvSpPr/>
            <p:nvPr/>
          </p:nvSpPr>
          <p:spPr>
            <a:xfrm>
              <a:off x="6332350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9478;p128">
              <a:extLst>
                <a:ext uri="{FF2B5EF4-FFF2-40B4-BE49-F238E27FC236}">
                  <a16:creationId xmlns:a16="http://schemas.microsoft.com/office/drawing/2014/main" id="{ABD35913-7666-F752-4EA2-3A833240DA30}"/>
                </a:ext>
              </a:extLst>
            </p:cNvPr>
            <p:cNvSpPr/>
            <p:nvPr/>
          </p:nvSpPr>
          <p:spPr>
            <a:xfrm>
              <a:off x="63323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9479;p128">
              <a:extLst>
                <a:ext uri="{FF2B5EF4-FFF2-40B4-BE49-F238E27FC236}">
                  <a16:creationId xmlns:a16="http://schemas.microsoft.com/office/drawing/2014/main" id="{474B3AA9-C4A0-AB20-12BD-6E279F7D160F}"/>
                </a:ext>
              </a:extLst>
            </p:cNvPr>
            <p:cNvSpPr/>
            <p:nvPr/>
          </p:nvSpPr>
          <p:spPr>
            <a:xfrm>
              <a:off x="6332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9480;p128">
              <a:extLst>
                <a:ext uri="{FF2B5EF4-FFF2-40B4-BE49-F238E27FC236}">
                  <a16:creationId xmlns:a16="http://schemas.microsoft.com/office/drawing/2014/main" id="{AF24025C-11E1-97EC-06E3-2B420A5534FB}"/>
                </a:ext>
              </a:extLst>
            </p:cNvPr>
            <p:cNvSpPr/>
            <p:nvPr/>
          </p:nvSpPr>
          <p:spPr>
            <a:xfrm>
              <a:off x="63323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9481;p128">
              <a:extLst>
                <a:ext uri="{FF2B5EF4-FFF2-40B4-BE49-F238E27FC236}">
                  <a16:creationId xmlns:a16="http://schemas.microsoft.com/office/drawing/2014/main" id="{95C6D0CA-183E-8CDD-698A-096A44232707}"/>
                </a:ext>
              </a:extLst>
            </p:cNvPr>
            <p:cNvSpPr/>
            <p:nvPr/>
          </p:nvSpPr>
          <p:spPr>
            <a:xfrm>
              <a:off x="625615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9482;p128">
              <a:extLst>
                <a:ext uri="{FF2B5EF4-FFF2-40B4-BE49-F238E27FC236}">
                  <a16:creationId xmlns:a16="http://schemas.microsoft.com/office/drawing/2014/main" id="{5F8E7A93-9BA3-2625-B28A-50D44E1E0A8D}"/>
                </a:ext>
              </a:extLst>
            </p:cNvPr>
            <p:cNvSpPr/>
            <p:nvPr/>
          </p:nvSpPr>
          <p:spPr>
            <a:xfrm>
              <a:off x="62561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9483;p128">
              <a:extLst>
                <a:ext uri="{FF2B5EF4-FFF2-40B4-BE49-F238E27FC236}">
                  <a16:creationId xmlns:a16="http://schemas.microsoft.com/office/drawing/2014/main" id="{1A0C9E9D-536D-6004-B5EE-F6762B9C7B56}"/>
                </a:ext>
              </a:extLst>
            </p:cNvPr>
            <p:cNvSpPr/>
            <p:nvPr/>
          </p:nvSpPr>
          <p:spPr>
            <a:xfrm>
              <a:off x="62561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9484;p128">
              <a:extLst>
                <a:ext uri="{FF2B5EF4-FFF2-40B4-BE49-F238E27FC236}">
                  <a16:creationId xmlns:a16="http://schemas.microsoft.com/office/drawing/2014/main" id="{B75CD745-A373-6055-BB26-E4D7C7EA4CA6}"/>
                </a:ext>
              </a:extLst>
            </p:cNvPr>
            <p:cNvSpPr/>
            <p:nvPr/>
          </p:nvSpPr>
          <p:spPr>
            <a:xfrm>
              <a:off x="61799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9485;p128">
              <a:extLst>
                <a:ext uri="{FF2B5EF4-FFF2-40B4-BE49-F238E27FC236}">
                  <a16:creationId xmlns:a16="http://schemas.microsoft.com/office/drawing/2014/main" id="{31C209CA-D99E-6892-82E5-8966FA01646B}"/>
                </a:ext>
              </a:extLst>
            </p:cNvPr>
            <p:cNvSpPr/>
            <p:nvPr/>
          </p:nvSpPr>
          <p:spPr>
            <a:xfrm>
              <a:off x="6179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9486;p128">
              <a:extLst>
                <a:ext uri="{FF2B5EF4-FFF2-40B4-BE49-F238E27FC236}">
                  <a16:creationId xmlns:a16="http://schemas.microsoft.com/office/drawing/2014/main" id="{2C4B14C1-3D90-C7A8-A040-F46C43A814A0}"/>
                </a:ext>
              </a:extLst>
            </p:cNvPr>
            <p:cNvSpPr/>
            <p:nvPr/>
          </p:nvSpPr>
          <p:spPr>
            <a:xfrm>
              <a:off x="61037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9487;p128">
              <a:extLst>
                <a:ext uri="{FF2B5EF4-FFF2-40B4-BE49-F238E27FC236}">
                  <a16:creationId xmlns:a16="http://schemas.microsoft.com/office/drawing/2014/main" id="{474A19A2-7FC2-B2D4-297D-A38A6F02BC02}"/>
                </a:ext>
              </a:extLst>
            </p:cNvPr>
            <p:cNvSpPr/>
            <p:nvPr/>
          </p:nvSpPr>
          <p:spPr>
            <a:xfrm>
              <a:off x="61037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9488;p128">
              <a:extLst>
                <a:ext uri="{FF2B5EF4-FFF2-40B4-BE49-F238E27FC236}">
                  <a16:creationId xmlns:a16="http://schemas.microsoft.com/office/drawing/2014/main" id="{D02B8282-7E0E-28CB-5AF0-64A1F11F5496}"/>
                </a:ext>
              </a:extLst>
            </p:cNvPr>
            <p:cNvSpPr/>
            <p:nvPr/>
          </p:nvSpPr>
          <p:spPr>
            <a:xfrm>
              <a:off x="60275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9489;p128">
              <a:extLst>
                <a:ext uri="{FF2B5EF4-FFF2-40B4-BE49-F238E27FC236}">
                  <a16:creationId xmlns:a16="http://schemas.microsoft.com/office/drawing/2014/main" id="{B535B346-84BE-1AF5-66D9-8EC0F834ED80}"/>
                </a:ext>
              </a:extLst>
            </p:cNvPr>
            <p:cNvSpPr/>
            <p:nvPr/>
          </p:nvSpPr>
          <p:spPr>
            <a:xfrm>
              <a:off x="60275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6" y="1146"/>
                    <a:pt x="2025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9490;p128">
              <a:extLst>
                <a:ext uri="{FF2B5EF4-FFF2-40B4-BE49-F238E27FC236}">
                  <a16:creationId xmlns:a16="http://schemas.microsoft.com/office/drawing/2014/main" id="{6A680D9B-B067-69EE-E41F-2057FAC8DEC2}"/>
                </a:ext>
              </a:extLst>
            </p:cNvPr>
            <p:cNvSpPr/>
            <p:nvPr/>
          </p:nvSpPr>
          <p:spPr>
            <a:xfrm>
              <a:off x="60275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9491;p128">
              <a:extLst>
                <a:ext uri="{FF2B5EF4-FFF2-40B4-BE49-F238E27FC236}">
                  <a16:creationId xmlns:a16="http://schemas.microsoft.com/office/drawing/2014/main" id="{1F74B466-E4EF-5B64-28F7-CFC02700FD1C}"/>
                </a:ext>
              </a:extLst>
            </p:cNvPr>
            <p:cNvSpPr/>
            <p:nvPr/>
          </p:nvSpPr>
          <p:spPr>
            <a:xfrm>
              <a:off x="59514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9492;p128">
              <a:extLst>
                <a:ext uri="{FF2B5EF4-FFF2-40B4-BE49-F238E27FC236}">
                  <a16:creationId xmlns:a16="http://schemas.microsoft.com/office/drawing/2014/main" id="{13F110F3-12C6-0290-470D-B99529DA1BDC}"/>
                </a:ext>
              </a:extLst>
            </p:cNvPr>
            <p:cNvSpPr/>
            <p:nvPr/>
          </p:nvSpPr>
          <p:spPr>
            <a:xfrm>
              <a:off x="59514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9493;p128">
              <a:extLst>
                <a:ext uri="{FF2B5EF4-FFF2-40B4-BE49-F238E27FC236}">
                  <a16:creationId xmlns:a16="http://schemas.microsoft.com/office/drawing/2014/main" id="{BC1D40CB-7BC2-F526-1125-F1643C9C9AB4}"/>
                </a:ext>
              </a:extLst>
            </p:cNvPr>
            <p:cNvSpPr/>
            <p:nvPr/>
          </p:nvSpPr>
          <p:spPr>
            <a:xfrm>
              <a:off x="59514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9494;p128">
              <a:extLst>
                <a:ext uri="{FF2B5EF4-FFF2-40B4-BE49-F238E27FC236}">
                  <a16:creationId xmlns:a16="http://schemas.microsoft.com/office/drawing/2014/main" id="{9F59B8B3-4DDB-4665-F71D-4EFD23890082}"/>
                </a:ext>
              </a:extLst>
            </p:cNvPr>
            <p:cNvSpPr/>
            <p:nvPr/>
          </p:nvSpPr>
          <p:spPr>
            <a:xfrm>
              <a:off x="5875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9495;p128">
              <a:extLst>
                <a:ext uri="{FF2B5EF4-FFF2-40B4-BE49-F238E27FC236}">
                  <a16:creationId xmlns:a16="http://schemas.microsoft.com/office/drawing/2014/main" id="{D083F1FD-D9FD-8F11-133F-0037D91C6565}"/>
                </a:ext>
              </a:extLst>
            </p:cNvPr>
            <p:cNvSpPr/>
            <p:nvPr/>
          </p:nvSpPr>
          <p:spPr>
            <a:xfrm>
              <a:off x="5875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9496;p128">
              <a:extLst>
                <a:ext uri="{FF2B5EF4-FFF2-40B4-BE49-F238E27FC236}">
                  <a16:creationId xmlns:a16="http://schemas.microsoft.com/office/drawing/2014/main" id="{3ABFF00D-71AD-5211-10B3-E93E58CFD8BF}"/>
                </a:ext>
              </a:extLst>
            </p:cNvPr>
            <p:cNvSpPr/>
            <p:nvPr/>
          </p:nvSpPr>
          <p:spPr>
            <a:xfrm>
              <a:off x="58752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9497;p128">
              <a:extLst>
                <a:ext uri="{FF2B5EF4-FFF2-40B4-BE49-F238E27FC236}">
                  <a16:creationId xmlns:a16="http://schemas.microsoft.com/office/drawing/2014/main" id="{291EEAFF-874B-D85B-64CF-30235C1612CE}"/>
                </a:ext>
              </a:extLst>
            </p:cNvPr>
            <p:cNvSpPr/>
            <p:nvPr/>
          </p:nvSpPr>
          <p:spPr>
            <a:xfrm>
              <a:off x="58752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9498;p128">
              <a:extLst>
                <a:ext uri="{FF2B5EF4-FFF2-40B4-BE49-F238E27FC236}">
                  <a16:creationId xmlns:a16="http://schemas.microsoft.com/office/drawing/2014/main" id="{B6C7B26E-9AC9-BC1A-F00B-D85CADC79CC4}"/>
                </a:ext>
              </a:extLst>
            </p:cNvPr>
            <p:cNvSpPr/>
            <p:nvPr/>
          </p:nvSpPr>
          <p:spPr>
            <a:xfrm>
              <a:off x="45040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9499;p128">
              <a:extLst>
                <a:ext uri="{FF2B5EF4-FFF2-40B4-BE49-F238E27FC236}">
                  <a16:creationId xmlns:a16="http://schemas.microsoft.com/office/drawing/2014/main" id="{4A13460A-843C-C483-1217-C973EBFC2C05}"/>
                </a:ext>
              </a:extLst>
            </p:cNvPr>
            <p:cNvSpPr/>
            <p:nvPr/>
          </p:nvSpPr>
          <p:spPr>
            <a:xfrm>
              <a:off x="45040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9500;p128">
              <a:extLst>
                <a:ext uri="{FF2B5EF4-FFF2-40B4-BE49-F238E27FC236}">
                  <a16:creationId xmlns:a16="http://schemas.microsoft.com/office/drawing/2014/main" id="{96C05301-F54A-D15B-5AB0-37575F1907B6}"/>
                </a:ext>
              </a:extLst>
            </p:cNvPr>
            <p:cNvSpPr/>
            <p:nvPr/>
          </p:nvSpPr>
          <p:spPr>
            <a:xfrm>
              <a:off x="45040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9501;p128">
              <a:extLst>
                <a:ext uri="{FF2B5EF4-FFF2-40B4-BE49-F238E27FC236}">
                  <a16:creationId xmlns:a16="http://schemas.microsoft.com/office/drawing/2014/main" id="{1D70D4B5-24A7-80DE-A224-3B8691DA2D10}"/>
                </a:ext>
              </a:extLst>
            </p:cNvPr>
            <p:cNvSpPr/>
            <p:nvPr/>
          </p:nvSpPr>
          <p:spPr>
            <a:xfrm>
              <a:off x="44278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9502;p128">
              <a:extLst>
                <a:ext uri="{FF2B5EF4-FFF2-40B4-BE49-F238E27FC236}">
                  <a16:creationId xmlns:a16="http://schemas.microsoft.com/office/drawing/2014/main" id="{D2FDABA3-6681-C537-F12D-4D742EC281DD}"/>
                </a:ext>
              </a:extLst>
            </p:cNvPr>
            <p:cNvSpPr/>
            <p:nvPr/>
          </p:nvSpPr>
          <p:spPr>
            <a:xfrm>
              <a:off x="4427825" y="3856775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9503;p128">
              <a:extLst>
                <a:ext uri="{FF2B5EF4-FFF2-40B4-BE49-F238E27FC236}">
                  <a16:creationId xmlns:a16="http://schemas.microsoft.com/office/drawing/2014/main" id="{2890A58E-5D99-A090-A7D8-B79EA2442EEE}"/>
                </a:ext>
              </a:extLst>
            </p:cNvPr>
            <p:cNvSpPr/>
            <p:nvPr/>
          </p:nvSpPr>
          <p:spPr>
            <a:xfrm>
              <a:off x="44278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9504;p128">
              <a:extLst>
                <a:ext uri="{FF2B5EF4-FFF2-40B4-BE49-F238E27FC236}">
                  <a16:creationId xmlns:a16="http://schemas.microsoft.com/office/drawing/2014/main" id="{656F33D6-3460-6FCF-DF38-944DEB598F59}"/>
                </a:ext>
              </a:extLst>
            </p:cNvPr>
            <p:cNvSpPr/>
            <p:nvPr/>
          </p:nvSpPr>
          <p:spPr>
            <a:xfrm>
              <a:off x="4351600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9505;p128">
              <a:extLst>
                <a:ext uri="{FF2B5EF4-FFF2-40B4-BE49-F238E27FC236}">
                  <a16:creationId xmlns:a16="http://schemas.microsoft.com/office/drawing/2014/main" id="{6B82CD56-F06A-C0A2-F984-A131F891D5A9}"/>
                </a:ext>
              </a:extLst>
            </p:cNvPr>
            <p:cNvSpPr/>
            <p:nvPr/>
          </p:nvSpPr>
          <p:spPr>
            <a:xfrm>
              <a:off x="43516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9506;p128">
              <a:extLst>
                <a:ext uri="{FF2B5EF4-FFF2-40B4-BE49-F238E27FC236}">
                  <a16:creationId xmlns:a16="http://schemas.microsoft.com/office/drawing/2014/main" id="{D508007D-E8BC-1E07-8014-923C1B2C5A04}"/>
                </a:ext>
              </a:extLst>
            </p:cNvPr>
            <p:cNvSpPr/>
            <p:nvPr/>
          </p:nvSpPr>
          <p:spPr>
            <a:xfrm>
              <a:off x="39709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9507;p128">
              <a:extLst>
                <a:ext uri="{FF2B5EF4-FFF2-40B4-BE49-F238E27FC236}">
                  <a16:creationId xmlns:a16="http://schemas.microsoft.com/office/drawing/2014/main" id="{3541994D-C2DE-28FB-4E12-8B005557DA4C}"/>
                </a:ext>
              </a:extLst>
            </p:cNvPr>
            <p:cNvSpPr/>
            <p:nvPr/>
          </p:nvSpPr>
          <p:spPr>
            <a:xfrm>
              <a:off x="39709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9508;p128">
              <a:extLst>
                <a:ext uri="{FF2B5EF4-FFF2-40B4-BE49-F238E27FC236}">
                  <a16:creationId xmlns:a16="http://schemas.microsoft.com/office/drawing/2014/main" id="{402F5F5C-4B14-B024-A191-961964A40DBC}"/>
                </a:ext>
              </a:extLst>
            </p:cNvPr>
            <p:cNvSpPr/>
            <p:nvPr/>
          </p:nvSpPr>
          <p:spPr>
            <a:xfrm>
              <a:off x="39709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9509;p128">
              <a:extLst>
                <a:ext uri="{FF2B5EF4-FFF2-40B4-BE49-F238E27FC236}">
                  <a16:creationId xmlns:a16="http://schemas.microsoft.com/office/drawing/2014/main" id="{BD51269F-21C3-9DC2-FFAD-82FD4F6DF408}"/>
                </a:ext>
              </a:extLst>
            </p:cNvPr>
            <p:cNvSpPr/>
            <p:nvPr/>
          </p:nvSpPr>
          <p:spPr>
            <a:xfrm>
              <a:off x="39709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9510;p128">
              <a:extLst>
                <a:ext uri="{FF2B5EF4-FFF2-40B4-BE49-F238E27FC236}">
                  <a16:creationId xmlns:a16="http://schemas.microsoft.com/office/drawing/2014/main" id="{7EAD34B8-222F-276E-52A6-9F80D5E936BD}"/>
                </a:ext>
              </a:extLst>
            </p:cNvPr>
            <p:cNvSpPr/>
            <p:nvPr/>
          </p:nvSpPr>
          <p:spPr>
            <a:xfrm>
              <a:off x="39709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9511;p128">
              <a:extLst>
                <a:ext uri="{FF2B5EF4-FFF2-40B4-BE49-F238E27FC236}">
                  <a16:creationId xmlns:a16="http://schemas.microsoft.com/office/drawing/2014/main" id="{50F5B60E-0025-81E6-A0E1-777B1D04552C}"/>
                </a:ext>
              </a:extLst>
            </p:cNvPr>
            <p:cNvSpPr/>
            <p:nvPr/>
          </p:nvSpPr>
          <p:spPr>
            <a:xfrm>
              <a:off x="3970950" y="31710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9512;p128">
              <a:extLst>
                <a:ext uri="{FF2B5EF4-FFF2-40B4-BE49-F238E27FC236}">
                  <a16:creationId xmlns:a16="http://schemas.microsoft.com/office/drawing/2014/main" id="{E60F47A0-F01F-21F4-37AB-EE1CC1D4F03D}"/>
                </a:ext>
              </a:extLst>
            </p:cNvPr>
            <p:cNvSpPr/>
            <p:nvPr/>
          </p:nvSpPr>
          <p:spPr>
            <a:xfrm>
              <a:off x="397095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9513;p128">
              <a:extLst>
                <a:ext uri="{FF2B5EF4-FFF2-40B4-BE49-F238E27FC236}">
                  <a16:creationId xmlns:a16="http://schemas.microsoft.com/office/drawing/2014/main" id="{06A84766-7FE7-8DF1-7DE9-ADA22622D187}"/>
                </a:ext>
              </a:extLst>
            </p:cNvPr>
            <p:cNvSpPr/>
            <p:nvPr/>
          </p:nvSpPr>
          <p:spPr>
            <a:xfrm>
              <a:off x="397095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9514;p128">
              <a:extLst>
                <a:ext uri="{FF2B5EF4-FFF2-40B4-BE49-F238E27FC236}">
                  <a16:creationId xmlns:a16="http://schemas.microsoft.com/office/drawing/2014/main" id="{DC452ADE-0E0E-4E5C-F489-5FE9AEF42452}"/>
                </a:ext>
              </a:extLst>
            </p:cNvPr>
            <p:cNvSpPr/>
            <p:nvPr/>
          </p:nvSpPr>
          <p:spPr>
            <a:xfrm>
              <a:off x="39709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9515;p128">
              <a:extLst>
                <a:ext uri="{FF2B5EF4-FFF2-40B4-BE49-F238E27FC236}">
                  <a16:creationId xmlns:a16="http://schemas.microsoft.com/office/drawing/2014/main" id="{DA722287-E888-0DA1-0625-6338B25A5E6C}"/>
                </a:ext>
              </a:extLst>
            </p:cNvPr>
            <p:cNvSpPr/>
            <p:nvPr/>
          </p:nvSpPr>
          <p:spPr>
            <a:xfrm>
              <a:off x="39709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9516;p128">
              <a:extLst>
                <a:ext uri="{FF2B5EF4-FFF2-40B4-BE49-F238E27FC236}">
                  <a16:creationId xmlns:a16="http://schemas.microsoft.com/office/drawing/2014/main" id="{6F48A8CE-B66E-BBFC-58AD-A9FB4AAD5309}"/>
                </a:ext>
              </a:extLst>
            </p:cNvPr>
            <p:cNvSpPr/>
            <p:nvPr/>
          </p:nvSpPr>
          <p:spPr>
            <a:xfrm>
              <a:off x="397095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9517;p128">
              <a:extLst>
                <a:ext uri="{FF2B5EF4-FFF2-40B4-BE49-F238E27FC236}">
                  <a16:creationId xmlns:a16="http://schemas.microsoft.com/office/drawing/2014/main" id="{F668BB70-7158-0A46-6DE2-A573BF38E1A3}"/>
                </a:ext>
              </a:extLst>
            </p:cNvPr>
            <p:cNvSpPr/>
            <p:nvPr/>
          </p:nvSpPr>
          <p:spPr>
            <a:xfrm>
              <a:off x="39709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9518;p128">
              <a:extLst>
                <a:ext uri="{FF2B5EF4-FFF2-40B4-BE49-F238E27FC236}">
                  <a16:creationId xmlns:a16="http://schemas.microsoft.com/office/drawing/2014/main" id="{77C65373-1A85-5C10-7372-2D0C9118E2B6}"/>
                </a:ext>
              </a:extLst>
            </p:cNvPr>
            <p:cNvSpPr/>
            <p:nvPr/>
          </p:nvSpPr>
          <p:spPr>
            <a:xfrm>
              <a:off x="39709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9519;p128">
              <a:extLst>
                <a:ext uri="{FF2B5EF4-FFF2-40B4-BE49-F238E27FC236}">
                  <a16:creationId xmlns:a16="http://schemas.microsoft.com/office/drawing/2014/main" id="{7A0C9D60-6D72-69BB-F305-CF6703017676}"/>
                </a:ext>
              </a:extLst>
            </p:cNvPr>
            <p:cNvSpPr/>
            <p:nvPr/>
          </p:nvSpPr>
          <p:spPr>
            <a:xfrm>
              <a:off x="3970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9520;p128">
              <a:extLst>
                <a:ext uri="{FF2B5EF4-FFF2-40B4-BE49-F238E27FC236}">
                  <a16:creationId xmlns:a16="http://schemas.microsoft.com/office/drawing/2014/main" id="{461AFC6E-E1AB-04AB-799D-E5A615BA6945}"/>
                </a:ext>
              </a:extLst>
            </p:cNvPr>
            <p:cNvSpPr/>
            <p:nvPr/>
          </p:nvSpPr>
          <p:spPr>
            <a:xfrm>
              <a:off x="39709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9521;p128">
              <a:extLst>
                <a:ext uri="{FF2B5EF4-FFF2-40B4-BE49-F238E27FC236}">
                  <a16:creationId xmlns:a16="http://schemas.microsoft.com/office/drawing/2014/main" id="{7DF51F6B-F43F-C3DE-A04D-6F8EC5AD1A39}"/>
                </a:ext>
              </a:extLst>
            </p:cNvPr>
            <p:cNvSpPr/>
            <p:nvPr/>
          </p:nvSpPr>
          <p:spPr>
            <a:xfrm>
              <a:off x="39709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9522;p128">
              <a:extLst>
                <a:ext uri="{FF2B5EF4-FFF2-40B4-BE49-F238E27FC236}">
                  <a16:creationId xmlns:a16="http://schemas.microsoft.com/office/drawing/2014/main" id="{D4942E06-8DF4-128E-B757-CF8909697746}"/>
                </a:ext>
              </a:extLst>
            </p:cNvPr>
            <p:cNvSpPr/>
            <p:nvPr/>
          </p:nvSpPr>
          <p:spPr>
            <a:xfrm>
              <a:off x="40469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9523;p128">
              <a:extLst>
                <a:ext uri="{FF2B5EF4-FFF2-40B4-BE49-F238E27FC236}">
                  <a16:creationId xmlns:a16="http://schemas.microsoft.com/office/drawing/2014/main" id="{CA88E90F-83E0-9C36-3A8C-3A16518427D2}"/>
                </a:ext>
              </a:extLst>
            </p:cNvPr>
            <p:cNvSpPr/>
            <p:nvPr/>
          </p:nvSpPr>
          <p:spPr>
            <a:xfrm>
              <a:off x="40469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9524;p128">
              <a:extLst>
                <a:ext uri="{FF2B5EF4-FFF2-40B4-BE49-F238E27FC236}">
                  <a16:creationId xmlns:a16="http://schemas.microsoft.com/office/drawing/2014/main" id="{B33CD6FF-1224-FCBC-E3D0-F5FC5D8E0CDE}"/>
                </a:ext>
              </a:extLst>
            </p:cNvPr>
            <p:cNvSpPr/>
            <p:nvPr/>
          </p:nvSpPr>
          <p:spPr>
            <a:xfrm>
              <a:off x="40469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9525;p128">
              <a:extLst>
                <a:ext uri="{FF2B5EF4-FFF2-40B4-BE49-F238E27FC236}">
                  <a16:creationId xmlns:a16="http://schemas.microsoft.com/office/drawing/2014/main" id="{701F583D-C67D-2CF2-92FE-EE339244B9EF}"/>
                </a:ext>
              </a:extLst>
            </p:cNvPr>
            <p:cNvSpPr/>
            <p:nvPr/>
          </p:nvSpPr>
          <p:spPr>
            <a:xfrm>
              <a:off x="40469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9526;p128">
              <a:extLst>
                <a:ext uri="{FF2B5EF4-FFF2-40B4-BE49-F238E27FC236}">
                  <a16:creationId xmlns:a16="http://schemas.microsoft.com/office/drawing/2014/main" id="{46FCE37C-4A94-6A3D-14FF-7115C3C47EE7}"/>
                </a:ext>
              </a:extLst>
            </p:cNvPr>
            <p:cNvSpPr/>
            <p:nvPr/>
          </p:nvSpPr>
          <p:spPr>
            <a:xfrm>
              <a:off x="40469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9527;p128">
              <a:extLst>
                <a:ext uri="{FF2B5EF4-FFF2-40B4-BE49-F238E27FC236}">
                  <a16:creationId xmlns:a16="http://schemas.microsoft.com/office/drawing/2014/main" id="{1AFF5396-C838-B610-77DE-CAACD08FB4AC}"/>
                </a:ext>
              </a:extLst>
            </p:cNvPr>
            <p:cNvSpPr/>
            <p:nvPr/>
          </p:nvSpPr>
          <p:spPr>
            <a:xfrm>
              <a:off x="40469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9528;p128">
              <a:extLst>
                <a:ext uri="{FF2B5EF4-FFF2-40B4-BE49-F238E27FC236}">
                  <a16:creationId xmlns:a16="http://schemas.microsoft.com/office/drawing/2014/main" id="{48739F05-EF9D-D0C6-C403-20067E10EC8E}"/>
                </a:ext>
              </a:extLst>
            </p:cNvPr>
            <p:cNvSpPr/>
            <p:nvPr/>
          </p:nvSpPr>
          <p:spPr>
            <a:xfrm>
              <a:off x="40469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9529;p128">
              <a:extLst>
                <a:ext uri="{FF2B5EF4-FFF2-40B4-BE49-F238E27FC236}">
                  <a16:creationId xmlns:a16="http://schemas.microsoft.com/office/drawing/2014/main" id="{AA2A1AB5-0645-6B8B-5EED-9FF164D24F1E}"/>
                </a:ext>
              </a:extLst>
            </p:cNvPr>
            <p:cNvSpPr/>
            <p:nvPr/>
          </p:nvSpPr>
          <p:spPr>
            <a:xfrm>
              <a:off x="40469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9530;p128">
              <a:extLst>
                <a:ext uri="{FF2B5EF4-FFF2-40B4-BE49-F238E27FC236}">
                  <a16:creationId xmlns:a16="http://schemas.microsoft.com/office/drawing/2014/main" id="{976E8770-5524-B065-270D-761FCF3DA793}"/>
                </a:ext>
              </a:extLst>
            </p:cNvPr>
            <p:cNvSpPr/>
            <p:nvPr/>
          </p:nvSpPr>
          <p:spPr>
            <a:xfrm>
              <a:off x="40469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9531;p128">
              <a:extLst>
                <a:ext uri="{FF2B5EF4-FFF2-40B4-BE49-F238E27FC236}">
                  <a16:creationId xmlns:a16="http://schemas.microsoft.com/office/drawing/2014/main" id="{73B948FE-55A5-47D0-6F95-733445A2E703}"/>
                </a:ext>
              </a:extLst>
            </p:cNvPr>
            <p:cNvSpPr/>
            <p:nvPr/>
          </p:nvSpPr>
          <p:spPr>
            <a:xfrm>
              <a:off x="40469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9532;p128">
              <a:extLst>
                <a:ext uri="{FF2B5EF4-FFF2-40B4-BE49-F238E27FC236}">
                  <a16:creationId xmlns:a16="http://schemas.microsoft.com/office/drawing/2014/main" id="{9ABB3596-08F9-4AD0-5FCC-D500AAF10F0B}"/>
                </a:ext>
              </a:extLst>
            </p:cNvPr>
            <p:cNvSpPr/>
            <p:nvPr/>
          </p:nvSpPr>
          <p:spPr>
            <a:xfrm>
              <a:off x="40469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9533;p128">
              <a:extLst>
                <a:ext uri="{FF2B5EF4-FFF2-40B4-BE49-F238E27FC236}">
                  <a16:creationId xmlns:a16="http://schemas.microsoft.com/office/drawing/2014/main" id="{625FA009-49B1-60DD-59B5-E7C33017C249}"/>
                </a:ext>
              </a:extLst>
            </p:cNvPr>
            <p:cNvSpPr/>
            <p:nvPr/>
          </p:nvSpPr>
          <p:spPr>
            <a:xfrm>
              <a:off x="4046950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9534;p128">
              <a:extLst>
                <a:ext uri="{FF2B5EF4-FFF2-40B4-BE49-F238E27FC236}">
                  <a16:creationId xmlns:a16="http://schemas.microsoft.com/office/drawing/2014/main" id="{023F21B1-108D-5F90-5CCE-D4306B0D61F1}"/>
                </a:ext>
              </a:extLst>
            </p:cNvPr>
            <p:cNvSpPr/>
            <p:nvPr/>
          </p:nvSpPr>
          <p:spPr>
            <a:xfrm>
              <a:off x="40469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9535;p128">
              <a:extLst>
                <a:ext uri="{FF2B5EF4-FFF2-40B4-BE49-F238E27FC236}">
                  <a16:creationId xmlns:a16="http://schemas.microsoft.com/office/drawing/2014/main" id="{C1DFA215-05F4-6A8C-CDB0-9716984BB55D}"/>
                </a:ext>
              </a:extLst>
            </p:cNvPr>
            <p:cNvSpPr/>
            <p:nvPr/>
          </p:nvSpPr>
          <p:spPr>
            <a:xfrm>
              <a:off x="41231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9536;p128">
              <a:extLst>
                <a:ext uri="{FF2B5EF4-FFF2-40B4-BE49-F238E27FC236}">
                  <a16:creationId xmlns:a16="http://schemas.microsoft.com/office/drawing/2014/main" id="{45DA53A4-CD5D-DBEA-6CEF-A0F40AD35928}"/>
                </a:ext>
              </a:extLst>
            </p:cNvPr>
            <p:cNvSpPr/>
            <p:nvPr/>
          </p:nvSpPr>
          <p:spPr>
            <a:xfrm>
              <a:off x="41231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9537;p128">
              <a:extLst>
                <a:ext uri="{FF2B5EF4-FFF2-40B4-BE49-F238E27FC236}">
                  <a16:creationId xmlns:a16="http://schemas.microsoft.com/office/drawing/2014/main" id="{9512A9ED-19E2-CC95-B2C1-837A96CF9934}"/>
                </a:ext>
              </a:extLst>
            </p:cNvPr>
            <p:cNvSpPr/>
            <p:nvPr/>
          </p:nvSpPr>
          <p:spPr>
            <a:xfrm>
              <a:off x="41231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9538;p128">
              <a:extLst>
                <a:ext uri="{FF2B5EF4-FFF2-40B4-BE49-F238E27FC236}">
                  <a16:creationId xmlns:a16="http://schemas.microsoft.com/office/drawing/2014/main" id="{62B9971D-6042-F6B1-EB1E-25AECEE1CBE9}"/>
                </a:ext>
              </a:extLst>
            </p:cNvPr>
            <p:cNvSpPr/>
            <p:nvPr/>
          </p:nvSpPr>
          <p:spPr>
            <a:xfrm>
              <a:off x="41231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9539;p128">
              <a:extLst>
                <a:ext uri="{FF2B5EF4-FFF2-40B4-BE49-F238E27FC236}">
                  <a16:creationId xmlns:a16="http://schemas.microsoft.com/office/drawing/2014/main" id="{D3FC66B4-58B4-5856-A22D-A882B3552B4E}"/>
                </a:ext>
              </a:extLst>
            </p:cNvPr>
            <p:cNvSpPr/>
            <p:nvPr/>
          </p:nvSpPr>
          <p:spPr>
            <a:xfrm>
              <a:off x="41231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9540;p128">
              <a:extLst>
                <a:ext uri="{FF2B5EF4-FFF2-40B4-BE49-F238E27FC236}">
                  <a16:creationId xmlns:a16="http://schemas.microsoft.com/office/drawing/2014/main" id="{DEEFF3FC-AAEC-FB82-2609-5703BE7A57FB}"/>
                </a:ext>
              </a:extLst>
            </p:cNvPr>
            <p:cNvSpPr/>
            <p:nvPr/>
          </p:nvSpPr>
          <p:spPr>
            <a:xfrm>
              <a:off x="4123175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9541;p128">
              <a:extLst>
                <a:ext uri="{FF2B5EF4-FFF2-40B4-BE49-F238E27FC236}">
                  <a16:creationId xmlns:a16="http://schemas.microsoft.com/office/drawing/2014/main" id="{C9141647-C414-D6FE-0AA1-142ABDDF737C}"/>
                </a:ext>
              </a:extLst>
            </p:cNvPr>
            <p:cNvSpPr/>
            <p:nvPr/>
          </p:nvSpPr>
          <p:spPr>
            <a:xfrm>
              <a:off x="41231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9542;p128">
              <a:extLst>
                <a:ext uri="{FF2B5EF4-FFF2-40B4-BE49-F238E27FC236}">
                  <a16:creationId xmlns:a16="http://schemas.microsoft.com/office/drawing/2014/main" id="{F078EF2A-B7FC-4F38-2986-24FC7AA8A142}"/>
                </a:ext>
              </a:extLst>
            </p:cNvPr>
            <p:cNvSpPr/>
            <p:nvPr/>
          </p:nvSpPr>
          <p:spPr>
            <a:xfrm>
              <a:off x="41231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9543;p128">
              <a:extLst>
                <a:ext uri="{FF2B5EF4-FFF2-40B4-BE49-F238E27FC236}">
                  <a16:creationId xmlns:a16="http://schemas.microsoft.com/office/drawing/2014/main" id="{DB61438E-8439-E552-32D8-1C815737AF9A}"/>
                </a:ext>
              </a:extLst>
            </p:cNvPr>
            <p:cNvSpPr/>
            <p:nvPr/>
          </p:nvSpPr>
          <p:spPr>
            <a:xfrm>
              <a:off x="41231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9544;p128">
              <a:extLst>
                <a:ext uri="{FF2B5EF4-FFF2-40B4-BE49-F238E27FC236}">
                  <a16:creationId xmlns:a16="http://schemas.microsoft.com/office/drawing/2014/main" id="{CA84AD54-B559-9F86-0457-74B51CE9DBAC}"/>
                </a:ext>
              </a:extLst>
            </p:cNvPr>
            <p:cNvSpPr/>
            <p:nvPr/>
          </p:nvSpPr>
          <p:spPr>
            <a:xfrm>
              <a:off x="41231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9545;p128">
              <a:extLst>
                <a:ext uri="{FF2B5EF4-FFF2-40B4-BE49-F238E27FC236}">
                  <a16:creationId xmlns:a16="http://schemas.microsoft.com/office/drawing/2014/main" id="{E5AF9E44-731C-94F9-27D2-80E581629151}"/>
                </a:ext>
              </a:extLst>
            </p:cNvPr>
            <p:cNvSpPr/>
            <p:nvPr/>
          </p:nvSpPr>
          <p:spPr>
            <a:xfrm>
              <a:off x="41231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9546;p128">
              <a:extLst>
                <a:ext uri="{FF2B5EF4-FFF2-40B4-BE49-F238E27FC236}">
                  <a16:creationId xmlns:a16="http://schemas.microsoft.com/office/drawing/2014/main" id="{486DC226-F8AF-F63C-00B8-A106D56EB6A5}"/>
                </a:ext>
              </a:extLst>
            </p:cNvPr>
            <p:cNvSpPr/>
            <p:nvPr/>
          </p:nvSpPr>
          <p:spPr>
            <a:xfrm>
              <a:off x="412317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9547;p128">
              <a:extLst>
                <a:ext uri="{FF2B5EF4-FFF2-40B4-BE49-F238E27FC236}">
                  <a16:creationId xmlns:a16="http://schemas.microsoft.com/office/drawing/2014/main" id="{E03738A3-107E-2158-98C7-4A28A6CAE5AF}"/>
                </a:ext>
              </a:extLst>
            </p:cNvPr>
            <p:cNvSpPr/>
            <p:nvPr/>
          </p:nvSpPr>
          <p:spPr>
            <a:xfrm>
              <a:off x="41994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9548;p128">
              <a:extLst>
                <a:ext uri="{FF2B5EF4-FFF2-40B4-BE49-F238E27FC236}">
                  <a16:creationId xmlns:a16="http://schemas.microsoft.com/office/drawing/2014/main" id="{55428E4E-8568-6CD3-9E7C-2D820BB8ACC4}"/>
                </a:ext>
              </a:extLst>
            </p:cNvPr>
            <p:cNvSpPr/>
            <p:nvPr/>
          </p:nvSpPr>
          <p:spPr>
            <a:xfrm>
              <a:off x="41994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9549;p128">
              <a:extLst>
                <a:ext uri="{FF2B5EF4-FFF2-40B4-BE49-F238E27FC236}">
                  <a16:creationId xmlns:a16="http://schemas.microsoft.com/office/drawing/2014/main" id="{D94E99C0-406A-CA1E-A62C-B0B8D8ADEF67}"/>
                </a:ext>
              </a:extLst>
            </p:cNvPr>
            <p:cNvSpPr/>
            <p:nvPr/>
          </p:nvSpPr>
          <p:spPr>
            <a:xfrm>
              <a:off x="41994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9550;p128">
              <a:extLst>
                <a:ext uri="{FF2B5EF4-FFF2-40B4-BE49-F238E27FC236}">
                  <a16:creationId xmlns:a16="http://schemas.microsoft.com/office/drawing/2014/main" id="{76F34C6D-5590-81D4-6537-62022914B594}"/>
                </a:ext>
              </a:extLst>
            </p:cNvPr>
            <p:cNvSpPr/>
            <p:nvPr/>
          </p:nvSpPr>
          <p:spPr>
            <a:xfrm>
              <a:off x="41994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9551;p128">
              <a:extLst>
                <a:ext uri="{FF2B5EF4-FFF2-40B4-BE49-F238E27FC236}">
                  <a16:creationId xmlns:a16="http://schemas.microsoft.com/office/drawing/2014/main" id="{738119BC-757E-736A-67FA-B603C956347F}"/>
                </a:ext>
              </a:extLst>
            </p:cNvPr>
            <p:cNvSpPr/>
            <p:nvPr/>
          </p:nvSpPr>
          <p:spPr>
            <a:xfrm>
              <a:off x="427560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9552;p128">
              <a:extLst>
                <a:ext uri="{FF2B5EF4-FFF2-40B4-BE49-F238E27FC236}">
                  <a16:creationId xmlns:a16="http://schemas.microsoft.com/office/drawing/2014/main" id="{11DD105B-7478-89BF-D04A-2E9F92B8BA8B}"/>
                </a:ext>
              </a:extLst>
            </p:cNvPr>
            <p:cNvSpPr/>
            <p:nvPr/>
          </p:nvSpPr>
          <p:spPr>
            <a:xfrm>
              <a:off x="42756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9553;p128">
              <a:extLst>
                <a:ext uri="{FF2B5EF4-FFF2-40B4-BE49-F238E27FC236}">
                  <a16:creationId xmlns:a16="http://schemas.microsoft.com/office/drawing/2014/main" id="{B680A133-7B71-F0F5-080B-40E60CA4AD20}"/>
                </a:ext>
              </a:extLst>
            </p:cNvPr>
            <p:cNvSpPr/>
            <p:nvPr/>
          </p:nvSpPr>
          <p:spPr>
            <a:xfrm>
              <a:off x="42756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9554;p128">
              <a:extLst>
                <a:ext uri="{FF2B5EF4-FFF2-40B4-BE49-F238E27FC236}">
                  <a16:creationId xmlns:a16="http://schemas.microsoft.com/office/drawing/2014/main" id="{1AE09536-0693-84FF-DD7F-65C0978E473E}"/>
                </a:ext>
              </a:extLst>
            </p:cNvPr>
            <p:cNvSpPr/>
            <p:nvPr/>
          </p:nvSpPr>
          <p:spPr>
            <a:xfrm>
              <a:off x="42756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9555;p128">
              <a:extLst>
                <a:ext uri="{FF2B5EF4-FFF2-40B4-BE49-F238E27FC236}">
                  <a16:creationId xmlns:a16="http://schemas.microsoft.com/office/drawing/2014/main" id="{EA305B84-71ED-5781-C9A4-3401D3AC6FDE}"/>
                </a:ext>
              </a:extLst>
            </p:cNvPr>
            <p:cNvSpPr/>
            <p:nvPr/>
          </p:nvSpPr>
          <p:spPr>
            <a:xfrm>
              <a:off x="4275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8"/>
                    <a:pt x="6" y="480"/>
                    <a:pt x="6" y="1065"/>
                  </a:cubicBezTo>
                  <a:cubicBezTo>
                    <a:pt x="0" y="1709"/>
                    <a:pt x="527" y="2137"/>
                    <a:pt x="1075" y="2137"/>
                  </a:cubicBezTo>
                  <a:cubicBezTo>
                    <a:pt x="1337" y="2137"/>
                    <a:pt x="1603" y="2039"/>
                    <a:pt x="1818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9556;p128">
              <a:extLst>
                <a:ext uri="{FF2B5EF4-FFF2-40B4-BE49-F238E27FC236}">
                  <a16:creationId xmlns:a16="http://schemas.microsoft.com/office/drawing/2014/main" id="{2FDD092E-33DD-45AE-05DD-5AA3876A57A1}"/>
                </a:ext>
              </a:extLst>
            </p:cNvPr>
            <p:cNvSpPr/>
            <p:nvPr/>
          </p:nvSpPr>
          <p:spPr>
            <a:xfrm>
              <a:off x="4199400" y="33233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9557;p128">
              <a:extLst>
                <a:ext uri="{FF2B5EF4-FFF2-40B4-BE49-F238E27FC236}">
                  <a16:creationId xmlns:a16="http://schemas.microsoft.com/office/drawing/2014/main" id="{0F0B0FC7-8CCA-4119-8622-19E394863531}"/>
                </a:ext>
              </a:extLst>
            </p:cNvPr>
            <p:cNvSpPr/>
            <p:nvPr/>
          </p:nvSpPr>
          <p:spPr>
            <a:xfrm>
              <a:off x="419940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9558;p128">
              <a:extLst>
                <a:ext uri="{FF2B5EF4-FFF2-40B4-BE49-F238E27FC236}">
                  <a16:creationId xmlns:a16="http://schemas.microsoft.com/office/drawing/2014/main" id="{66C9690F-1F5E-D1E2-A1DE-E6C4CA34C9DC}"/>
                </a:ext>
              </a:extLst>
            </p:cNvPr>
            <p:cNvSpPr/>
            <p:nvPr/>
          </p:nvSpPr>
          <p:spPr>
            <a:xfrm>
              <a:off x="4199400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9559;p128">
              <a:extLst>
                <a:ext uri="{FF2B5EF4-FFF2-40B4-BE49-F238E27FC236}">
                  <a16:creationId xmlns:a16="http://schemas.microsoft.com/office/drawing/2014/main" id="{E59AF6BC-EDAB-4FFA-C5F7-C88E3893412A}"/>
                </a:ext>
              </a:extLst>
            </p:cNvPr>
            <p:cNvSpPr/>
            <p:nvPr/>
          </p:nvSpPr>
          <p:spPr>
            <a:xfrm>
              <a:off x="4199400" y="355192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9560;p128">
              <a:extLst>
                <a:ext uri="{FF2B5EF4-FFF2-40B4-BE49-F238E27FC236}">
                  <a16:creationId xmlns:a16="http://schemas.microsoft.com/office/drawing/2014/main" id="{4461C97D-FC48-DEE0-3694-E80E5301C1A1}"/>
                </a:ext>
              </a:extLst>
            </p:cNvPr>
            <p:cNvSpPr/>
            <p:nvPr/>
          </p:nvSpPr>
          <p:spPr>
            <a:xfrm>
              <a:off x="419940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9561;p128">
              <a:extLst>
                <a:ext uri="{FF2B5EF4-FFF2-40B4-BE49-F238E27FC236}">
                  <a16:creationId xmlns:a16="http://schemas.microsoft.com/office/drawing/2014/main" id="{02ED8093-442A-0556-F7AF-D867E3C7D212}"/>
                </a:ext>
              </a:extLst>
            </p:cNvPr>
            <p:cNvSpPr/>
            <p:nvPr/>
          </p:nvSpPr>
          <p:spPr>
            <a:xfrm>
              <a:off x="419940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9562;p128">
              <a:extLst>
                <a:ext uri="{FF2B5EF4-FFF2-40B4-BE49-F238E27FC236}">
                  <a16:creationId xmlns:a16="http://schemas.microsoft.com/office/drawing/2014/main" id="{AB53EE9C-627C-DC0F-7DB7-8D8B5F50CADD}"/>
                </a:ext>
              </a:extLst>
            </p:cNvPr>
            <p:cNvSpPr/>
            <p:nvPr/>
          </p:nvSpPr>
          <p:spPr>
            <a:xfrm>
              <a:off x="41231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9563;p128">
              <a:extLst>
                <a:ext uri="{FF2B5EF4-FFF2-40B4-BE49-F238E27FC236}">
                  <a16:creationId xmlns:a16="http://schemas.microsoft.com/office/drawing/2014/main" id="{82CF33C1-6EAC-83AB-DEF4-0164CE15097F}"/>
                </a:ext>
              </a:extLst>
            </p:cNvPr>
            <p:cNvSpPr/>
            <p:nvPr/>
          </p:nvSpPr>
          <p:spPr>
            <a:xfrm>
              <a:off x="41231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9564;p128">
              <a:extLst>
                <a:ext uri="{FF2B5EF4-FFF2-40B4-BE49-F238E27FC236}">
                  <a16:creationId xmlns:a16="http://schemas.microsoft.com/office/drawing/2014/main" id="{BD84847F-5E08-1E27-3EC8-93EF4ECD1563}"/>
                </a:ext>
              </a:extLst>
            </p:cNvPr>
            <p:cNvSpPr/>
            <p:nvPr/>
          </p:nvSpPr>
          <p:spPr>
            <a:xfrm>
              <a:off x="4046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9565;p128">
              <a:extLst>
                <a:ext uri="{FF2B5EF4-FFF2-40B4-BE49-F238E27FC236}">
                  <a16:creationId xmlns:a16="http://schemas.microsoft.com/office/drawing/2014/main" id="{4A09E21E-9151-A851-2691-909F014EB3F7}"/>
                </a:ext>
              </a:extLst>
            </p:cNvPr>
            <p:cNvSpPr/>
            <p:nvPr/>
          </p:nvSpPr>
          <p:spPr>
            <a:xfrm>
              <a:off x="40469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9566;p128">
              <a:extLst>
                <a:ext uri="{FF2B5EF4-FFF2-40B4-BE49-F238E27FC236}">
                  <a16:creationId xmlns:a16="http://schemas.microsoft.com/office/drawing/2014/main" id="{D8298D42-6686-BB7C-913D-136B90D3D44E}"/>
                </a:ext>
              </a:extLst>
            </p:cNvPr>
            <p:cNvSpPr/>
            <p:nvPr/>
          </p:nvSpPr>
          <p:spPr>
            <a:xfrm>
              <a:off x="40469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9567;p128">
              <a:extLst>
                <a:ext uri="{FF2B5EF4-FFF2-40B4-BE49-F238E27FC236}">
                  <a16:creationId xmlns:a16="http://schemas.microsoft.com/office/drawing/2014/main" id="{A8D4E563-9858-6F68-8221-96CDFA188AEE}"/>
                </a:ext>
              </a:extLst>
            </p:cNvPr>
            <p:cNvSpPr/>
            <p:nvPr/>
          </p:nvSpPr>
          <p:spPr>
            <a:xfrm>
              <a:off x="40469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9568;p128">
              <a:extLst>
                <a:ext uri="{FF2B5EF4-FFF2-40B4-BE49-F238E27FC236}">
                  <a16:creationId xmlns:a16="http://schemas.microsoft.com/office/drawing/2014/main" id="{631BC3CD-4AB0-C0C2-48BE-427B98B86099}"/>
                </a:ext>
              </a:extLst>
            </p:cNvPr>
            <p:cNvSpPr/>
            <p:nvPr/>
          </p:nvSpPr>
          <p:spPr>
            <a:xfrm>
              <a:off x="39709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9569;p128">
              <a:extLst>
                <a:ext uri="{FF2B5EF4-FFF2-40B4-BE49-F238E27FC236}">
                  <a16:creationId xmlns:a16="http://schemas.microsoft.com/office/drawing/2014/main" id="{6841ABB5-6723-AF3C-09FF-E1A6DD49C534}"/>
                </a:ext>
              </a:extLst>
            </p:cNvPr>
            <p:cNvSpPr/>
            <p:nvPr/>
          </p:nvSpPr>
          <p:spPr>
            <a:xfrm>
              <a:off x="35898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9570;p128">
              <a:extLst>
                <a:ext uri="{FF2B5EF4-FFF2-40B4-BE49-F238E27FC236}">
                  <a16:creationId xmlns:a16="http://schemas.microsoft.com/office/drawing/2014/main" id="{39E3C719-0560-45B3-A2A1-7CCD05B72A14}"/>
                </a:ext>
              </a:extLst>
            </p:cNvPr>
            <p:cNvSpPr/>
            <p:nvPr/>
          </p:nvSpPr>
          <p:spPr>
            <a:xfrm>
              <a:off x="35898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9571;p128">
              <a:extLst>
                <a:ext uri="{FF2B5EF4-FFF2-40B4-BE49-F238E27FC236}">
                  <a16:creationId xmlns:a16="http://schemas.microsoft.com/office/drawing/2014/main" id="{FC5BC697-2C4E-169D-57D7-ED3A49B902E3}"/>
                </a:ext>
              </a:extLst>
            </p:cNvPr>
            <p:cNvSpPr/>
            <p:nvPr/>
          </p:nvSpPr>
          <p:spPr>
            <a:xfrm>
              <a:off x="358987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9572;p128">
              <a:extLst>
                <a:ext uri="{FF2B5EF4-FFF2-40B4-BE49-F238E27FC236}">
                  <a16:creationId xmlns:a16="http://schemas.microsoft.com/office/drawing/2014/main" id="{2D45114F-F7D2-A3A2-1383-71A9CEEAB91D}"/>
                </a:ext>
              </a:extLst>
            </p:cNvPr>
            <p:cNvSpPr/>
            <p:nvPr/>
          </p:nvSpPr>
          <p:spPr>
            <a:xfrm>
              <a:off x="358987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9573;p128">
              <a:extLst>
                <a:ext uri="{FF2B5EF4-FFF2-40B4-BE49-F238E27FC236}">
                  <a16:creationId xmlns:a16="http://schemas.microsoft.com/office/drawing/2014/main" id="{E6615D94-DDF4-434F-2CBD-1CDDEDD8921B}"/>
                </a:ext>
              </a:extLst>
            </p:cNvPr>
            <p:cNvSpPr/>
            <p:nvPr/>
          </p:nvSpPr>
          <p:spPr>
            <a:xfrm>
              <a:off x="35898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9574;p128">
              <a:extLst>
                <a:ext uri="{FF2B5EF4-FFF2-40B4-BE49-F238E27FC236}">
                  <a16:creationId xmlns:a16="http://schemas.microsoft.com/office/drawing/2014/main" id="{1A591447-66A4-A541-C8B5-8D1C2D2034E3}"/>
                </a:ext>
              </a:extLst>
            </p:cNvPr>
            <p:cNvSpPr/>
            <p:nvPr/>
          </p:nvSpPr>
          <p:spPr>
            <a:xfrm>
              <a:off x="35898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9575;p128">
              <a:extLst>
                <a:ext uri="{FF2B5EF4-FFF2-40B4-BE49-F238E27FC236}">
                  <a16:creationId xmlns:a16="http://schemas.microsoft.com/office/drawing/2014/main" id="{184B9103-8EAB-6E94-7B82-C9C2F8DF1E99}"/>
                </a:ext>
              </a:extLst>
            </p:cNvPr>
            <p:cNvSpPr/>
            <p:nvPr/>
          </p:nvSpPr>
          <p:spPr>
            <a:xfrm>
              <a:off x="35898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9576;p128">
              <a:extLst>
                <a:ext uri="{FF2B5EF4-FFF2-40B4-BE49-F238E27FC236}">
                  <a16:creationId xmlns:a16="http://schemas.microsoft.com/office/drawing/2014/main" id="{25598537-4CE2-6B92-D685-87C7C480A918}"/>
                </a:ext>
              </a:extLst>
            </p:cNvPr>
            <p:cNvSpPr/>
            <p:nvPr/>
          </p:nvSpPr>
          <p:spPr>
            <a:xfrm>
              <a:off x="32852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9577;p128">
              <a:extLst>
                <a:ext uri="{FF2B5EF4-FFF2-40B4-BE49-F238E27FC236}">
                  <a16:creationId xmlns:a16="http://schemas.microsoft.com/office/drawing/2014/main" id="{DE3D575B-8805-9386-BCC5-6421299F314D}"/>
                </a:ext>
              </a:extLst>
            </p:cNvPr>
            <p:cNvSpPr/>
            <p:nvPr/>
          </p:nvSpPr>
          <p:spPr>
            <a:xfrm>
              <a:off x="32852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9578;p128">
              <a:extLst>
                <a:ext uri="{FF2B5EF4-FFF2-40B4-BE49-F238E27FC236}">
                  <a16:creationId xmlns:a16="http://schemas.microsoft.com/office/drawing/2014/main" id="{0342AAEE-ADD1-AC2D-5836-97ABAEB140CD}"/>
                </a:ext>
              </a:extLst>
            </p:cNvPr>
            <p:cNvSpPr/>
            <p:nvPr/>
          </p:nvSpPr>
          <p:spPr>
            <a:xfrm>
              <a:off x="32852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9579;p128">
              <a:extLst>
                <a:ext uri="{FF2B5EF4-FFF2-40B4-BE49-F238E27FC236}">
                  <a16:creationId xmlns:a16="http://schemas.microsoft.com/office/drawing/2014/main" id="{26EFC181-7536-AFEC-E556-A8B5F519F14E}"/>
                </a:ext>
              </a:extLst>
            </p:cNvPr>
            <p:cNvSpPr/>
            <p:nvPr/>
          </p:nvSpPr>
          <p:spPr>
            <a:xfrm>
              <a:off x="33614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9580;p128">
              <a:extLst>
                <a:ext uri="{FF2B5EF4-FFF2-40B4-BE49-F238E27FC236}">
                  <a16:creationId xmlns:a16="http://schemas.microsoft.com/office/drawing/2014/main" id="{AA70BB29-3580-A563-A5E9-994522F78DF5}"/>
                </a:ext>
              </a:extLst>
            </p:cNvPr>
            <p:cNvSpPr/>
            <p:nvPr/>
          </p:nvSpPr>
          <p:spPr>
            <a:xfrm>
              <a:off x="33614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9581;p128">
              <a:extLst>
                <a:ext uri="{FF2B5EF4-FFF2-40B4-BE49-F238E27FC236}">
                  <a16:creationId xmlns:a16="http://schemas.microsoft.com/office/drawing/2014/main" id="{712E16F8-1082-0C75-4558-9C8644ED7D36}"/>
                </a:ext>
              </a:extLst>
            </p:cNvPr>
            <p:cNvSpPr/>
            <p:nvPr/>
          </p:nvSpPr>
          <p:spPr>
            <a:xfrm>
              <a:off x="33614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9582;p128">
              <a:extLst>
                <a:ext uri="{FF2B5EF4-FFF2-40B4-BE49-F238E27FC236}">
                  <a16:creationId xmlns:a16="http://schemas.microsoft.com/office/drawing/2014/main" id="{8017F44F-17C7-FB49-EA09-C92A8F3492E0}"/>
                </a:ext>
              </a:extLst>
            </p:cNvPr>
            <p:cNvSpPr/>
            <p:nvPr/>
          </p:nvSpPr>
          <p:spPr>
            <a:xfrm>
              <a:off x="336145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9583;p128">
              <a:extLst>
                <a:ext uri="{FF2B5EF4-FFF2-40B4-BE49-F238E27FC236}">
                  <a16:creationId xmlns:a16="http://schemas.microsoft.com/office/drawing/2014/main" id="{0A8D6CA1-370C-CE3C-1711-1BED660633DC}"/>
                </a:ext>
              </a:extLst>
            </p:cNvPr>
            <p:cNvSpPr/>
            <p:nvPr/>
          </p:nvSpPr>
          <p:spPr>
            <a:xfrm>
              <a:off x="33614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9584;p128">
              <a:extLst>
                <a:ext uri="{FF2B5EF4-FFF2-40B4-BE49-F238E27FC236}">
                  <a16:creationId xmlns:a16="http://schemas.microsoft.com/office/drawing/2014/main" id="{ACB27CF1-EDD0-8485-37A6-ECE136632E15}"/>
                </a:ext>
              </a:extLst>
            </p:cNvPr>
            <p:cNvSpPr/>
            <p:nvPr/>
          </p:nvSpPr>
          <p:spPr>
            <a:xfrm>
              <a:off x="34374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9585;p128">
              <a:extLst>
                <a:ext uri="{FF2B5EF4-FFF2-40B4-BE49-F238E27FC236}">
                  <a16:creationId xmlns:a16="http://schemas.microsoft.com/office/drawing/2014/main" id="{0278D04F-D21E-1ABE-8B23-D84AE5E828D0}"/>
                </a:ext>
              </a:extLst>
            </p:cNvPr>
            <p:cNvSpPr/>
            <p:nvPr/>
          </p:nvSpPr>
          <p:spPr>
            <a:xfrm>
              <a:off x="34374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9586;p128">
              <a:extLst>
                <a:ext uri="{FF2B5EF4-FFF2-40B4-BE49-F238E27FC236}">
                  <a16:creationId xmlns:a16="http://schemas.microsoft.com/office/drawing/2014/main" id="{E011EED1-05DB-FC17-6F63-505744DD03DA}"/>
                </a:ext>
              </a:extLst>
            </p:cNvPr>
            <p:cNvSpPr/>
            <p:nvPr/>
          </p:nvSpPr>
          <p:spPr>
            <a:xfrm>
              <a:off x="34374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9587;p128">
              <a:extLst>
                <a:ext uri="{FF2B5EF4-FFF2-40B4-BE49-F238E27FC236}">
                  <a16:creationId xmlns:a16="http://schemas.microsoft.com/office/drawing/2014/main" id="{8D0F0790-4EB1-DE62-CF5F-9979E91111E1}"/>
                </a:ext>
              </a:extLst>
            </p:cNvPr>
            <p:cNvSpPr/>
            <p:nvPr/>
          </p:nvSpPr>
          <p:spPr>
            <a:xfrm>
              <a:off x="34374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9588;p128">
              <a:extLst>
                <a:ext uri="{FF2B5EF4-FFF2-40B4-BE49-F238E27FC236}">
                  <a16:creationId xmlns:a16="http://schemas.microsoft.com/office/drawing/2014/main" id="{AAEB7997-6ED6-F2DB-9FF9-15E47EFDA450}"/>
                </a:ext>
              </a:extLst>
            </p:cNvPr>
            <p:cNvSpPr/>
            <p:nvPr/>
          </p:nvSpPr>
          <p:spPr>
            <a:xfrm>
              <a:off x="34374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9589;p128">
              <a:extLst>
                <a:ext uri="{FF2B5EF4-FFF2-40B4-BE49-F238E27FC236}">
                  <a16:creationId xmlns:a16="http://schemas.microsoft.com/office/drawing/2014/main" id="{BEAA5D24-7A2A-405A-11A8-2E33A101ABEF}"/>
                </a:ext>
              </a:extLst>
            </p:cNvPr>
            <p:cNvSpPr/>
            <p:nvPr/>
          </p:nvSpPr>
          <p:spPr>
            <a:xfrm>
              <a:off x="34374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9590;p128">
              <a:extLst>
                <a:ext uri="{FF2B5EF4-FFF2-40B4-BE49-F238E27FC236}">
                  <a16:creationId xmlns:a16="http://schemas.microsoft.com/office/drawing/2014/main" id="{551F6A53-DD3B-FD83-06D4-F5AEADAD6B56}"/>
                </a:ext>
              </a:extLst>
            </p:cNvPr>
            <p:cNvSpPr/>
            <p:nvPr/>
          </p:nvSpPr>
          <p:spPr>
            <a:xfrm>
              <a:off x="34374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9591;p128">
              <a:extLst>
                <a:ext uri="{FF2B5EF4-FFF2-40B4-BE49-F238E27FC236}">
                  <a16:creationId xmlns:a16="http://schemas.microsoft.com/office/drawing/2014/main" id="{4C14BA7A-0558-3AAC-33E5-0C25A09C28AD}"/>
                </a:ext>
              </a:extLst>
            </p:cNvPr>
            <p:cNvSpPr/>
            <p:nvPr/>
          </p:nvSpPr>
          <p:spPr>
            <a:xfrm>
              <a:off x="35136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9592;p128">
              <a:extLst>
                <a:ext uri="{FF2B5EF4-FFF2-40B4-BE49-F238E27FC236}">
                  <a16:creationId xmlns:a16="http://schemas.microsoft.com/office/drawing/2014/main" id="{CB8FB98F-4AB0-8B66-4496-55C5D412E4F5}"/>
                </a:ext>
              </a:extLst>
            </p:cNvPr>
            <p:cNvSpPr/>
            <p:nvPr/>
          </p:nvSpPr>
          <p:spPr>
            <a:xfrm>
              <a:off x="35136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9593;p128">
              <a:extLst>
                <a:ext uri="{FF2B5EF4-FFF2-40B4-BE49-F238E27FC236}">
                  <a16:creationId xmlns:a16="http://schemas.microsoft.com/office/drawing/2014/main" id="{DA4E7A66-9C3C-1011-E4A6-C5AB63DF7E33}"/>
                </a:ext>
              </a:extLst>
            </p:cNvPr>
            <p:cNvSpPr/>
            <p:nvPr/>
          </p:nvSpPr>
          <p:spPr>
            <a:xfrm>
              <a:off x="35136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9594;p128">
              <a:extLst>
                <a:ext uri="{FF2B5EF4-FFF2-40B4-BE49-F238E27FC236}">
                  <a16:creationId xmlns:a16="http://schemas.microsoft.com/office/drawing/2014/main" id="{C72BA751-5BDB-A0A1-B717-526E1C7DCEBF}"/>
                </a:ext>
              </a:extLst>
            </p:cNvPr>
            <p:cNvSpPr/>
            <p:nvPr/>
          </p:nvSpPr>
          <p:spPr>
            <a:xfrm>
              <a:off x="35136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9595;p128">
              <a:extLst>
                <a:ext uri="{FF2B5EF4-FFF2-40B4-BE49-F238E27FC236}">
                  <a16:creationId xmlns:a16="http://schemas.microsoft.com/office/drawing/2014/main" id="{09944CB8-E124-BB17-A6B3-122AA8D34B9A}"/>
                </a:ext>
              </a:extLst>
            </p:cNvPr>
            <p:cNvSpPr/>
            <p:nvPr/>
          </p:nvSpPr>
          <p:spPr>
            <a:xfrm>
              <a:off x="35136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9596;p128">
              <a:extLst>
                <a:ext uri="{FF2B5EF4-FFF2-40B4-BE49-F238E27FC236}">
                  <a16:creationId xmlns:a16="http://schemas.microsoft.com/office/drawing/2014/main" id="{F53BDF80-EA31-C043-3603-6403D9A2BE14}"/>
                </a:ext>
              </a:extLst>
            </p:cNvPr>
            <p:cNvSpPr/>
            <p:nvPr/>
          </p:nvSpPr>
          <p:spPr>
            <a:xfrm>
              <a:off x="35136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9597;p128">
              <a:extLst>
                <a:ext uri="{FF2B5EF4-FFF2-40B4-BE49-F238E27FC236}">
                  <a16:creationId xmlns:a16="http://schemas.microsoft.com/office/drawing/2014/main" id="{8DD40DC6-9065-6EE3-F091-4BAF08F3C847}"/>
                </a:ext>
              </a:extLst>
            </p:cNvPr>
            <p:cNvSpPr/>
            <p:nvPr/>
          </p:nvSpPr>
          <p:spPr>
            <a:xfrm>
              <a:off x="35136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9598;p128">
              <a:extLst>
                <a:ext uri="{FF2B5EF4-FFF2-40B4-BE49-F238E27FC236}">
                  <a16:creationId xmlns:a16="http://schemas.microsoft.com/office/drawing/2014/main" id="{09AF3AD5-C840-230F-48DD-FCBEEEE7B82B}"/>
                </a:ext>
              </a:extLst>
            </p:cNvPr>
            <p:cNvSpPr/>
            <p:nvPr/>
          </p:nvSpPr>
          <p:spPr>
            <a:xfrm>
              <a:off x="35136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9599;p128">
              <a:extLst>
                <a:ext uri="{FF2B5EF4-FFF2-40B4-BE49-F238E27FC236}">
                  <a16:creationId xmlns:a16="http://schemas.microsoft.com/office/drawing/2014/main" id="{8710196E-5D7A-FBE0-9F4A-62E56689613A}"/>
                </a:ext>
              </a:extLst>
            </p:cNvPr>
            <p:cNvSpPr/>
            <p:nvPr/>
          </p:nvSpPr>
          <p:spPr>
            <a:xfrm>
              <a:off x="35898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9600;p128">
              <a:extLst>
                <a:ext uri="{FF2B5EF4-FFF2-40B4-BE49-F238E27FC236}">
                  <a16:creationId xmlns:a16="http://schemas.microsoft.com/office/drawing/2014/main" id="{EBAAAA09-997A-02F4-E647-98EBAF006D42}"/>
                </a:ext>
              </a:extLst>
            </p:cNvPr>
            <p:cNvSpPr/>
            <p:nvPr/>
          </p:nvSpPr>
          <p:spPr>
            <a:xfrm>
              <a:off x="366610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9601;p128">
              <a:extLst>
                <a:ext uri="{FF2B5EF4-FFF2-40B4-BE49-F238E27FC236}">
                  <a16:creationId xmlns:a16="http://schemas.microsoft.com/office/drawing/2014/main" id="{B216EBBB-C47E-B2E4-6A83-5D687DB1363A}"/>
                </a:ext>
              </a:extLst>
            </p:cNvPr>
            <p:cNvSpPr/>
            <p:nvPr/>
          </p:nvSpPr>
          <p:spPr>
            <a:xfrm>
              <a:off x="366610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9602;p128">
              <a:extLst>
                <a:ext uri="{FF2B5EF4-FFF2-40B4-BE49-F238E27FC236}">
                  <a16:creationId xmlns:a16="http://schemas.microsoft.com/office/drawing/2014/main" id="{03925BDB-692E-94CB-0782-7ACD400CEDEB}"/>
                </a:ext>
              </a:extLst>
            </p:cNvPr>
            <p:cNvSpPr/>
            <p:nvPr/>
          </p:nvSpPr>
          <p:spPr>
            <a:xfrm>
              <a:off x="36661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9603;p128">
              <a:extLst>
                <a:ext uri="{FF2B5EF4-FFF2-40B4-BE49-F238E27FC236}">
                  <a16:creationId xmlns:a16="http://schemas.microsoft.com/office/drawing/2014/main" id="{1F055B2B-2925-DAE1-0B26-C23C018A9B68}"/>
                </a:ext>
              </a:extLst>
            </p:cNvPr>
            <p:cNvSpPr/>
            <p:nvPr/>
          </p:nvSpPr>
          <p:spPr>
            <a:xfrm>
              <a:off x="36661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9604;p128">
              <a:extLst>
                <a:ext uri="{FF2B5EF4-FFF2-40B4-BE49-F238E27FC236}">
                  <a16:creationId xmlns:a16="http://schemas.microsoft.com/office/drawing/2014/main" id="{EB2C3836-7BC9-F087-A799-F8A4A800BD7C}"/>
                </a:ext>
              </a:extLst>
            </p:cNvPr>
            <p:cNvSpPr/>
            <p:nvPr/>
          </p:nvSpPr>
          <p:spPr>
            <a:xfrm>
              <a:off x="36661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9605;p128">
              <a:extLst>
                <a:ext uri="{FF2B5EF4-FFF2-40B4-BE49-F238E27FC236}">
                  <a16:creationId xmlns:a16="http://schemas.microsoft.com/office/drawing/2014/main" id="{2893F091-42EF-A84D-E039-7411CAABFF5D}"/>
                </a:ext>
              </a:extLst>
            </p:cNvPr>
            <p:cNvSpPr/>
            <p:nvPr/>
          </p:nvSpPr>
          <p:spPr>
            <a:xfrm>
              <a:off x="36661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9606;p128">
              <a:extLst>
                <a:ext uri="{FF2B5EF4-FFF2-40B4-BE49-F238E27FC236}">
                  <a16:creationId xmlns:a16="http://schemas.microsoft.com/office/drawing/2014/main" id="{94B9FF1E-0B22-2A59-DAD8-AA5FF4F4D582}"/>
                </a:ext>
              </a:extLst>
            </p:cNvPr>
            <p:cNvSpPr/>
            <p:nvPr/>
          </p:nvSpPr>
          <p:spPr>
            <a:xfrm>
              <a:off x="36661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9607;p128">
              <a:extLst>
                <a:ext uri="{FF2B5EF4-FFF2-40B4-BE49-F238E27FC236}">
                  <a16:creationId xmlns:a16="http://schemas.microsoft.com/office/drawing/2014/main" id="{80B577B9-3279-0446-86C9-88CA88E9B54B}"/>
                </a:ext>
              </a:extLst>
            </p:cNvPr>
            <p:cNvSpPr/>
            <p:nvPr/>
          </p:nvSpPr>
          <p:spPr>
            <a:xfrm>
              <a:off x="37423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9608;p128">
              <a:extLst>
                <a:ext uri="{FF2B5EF4-FFF2-40B4-BE49-F238E27FC236}">
                  <a16:creationId xmlns:a16="http://schemas.microsoft.com/office/drawing/2014/main" id="{0BE1A762-D8B8-6766-425B-F8F6C6E3A726}"/>
                </a:ext>
              </a:extLst>
            </p:cNvPr>
            <p:cNvSpPr/>
            <p:nvPr/>
          </p:nvSpPr>
          <p:spPr>
            <a:xfrm>
              <a:off x="37423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9609;p128">
              <a:extLst>
                <a:ext uri="{FF2B5EF4-FFF2-40B4-BE49-F238E27FC236}">
                  <a16:creationId xmlns:a16="http://schemas.microsoft.com/office/drawing/2014/main" id="{A72499F8-5578-7DB6-FF06-2AFE8FF271C6}"/>
                </a:ext>
              </a:extLst>
            </p:cNvPr>
            <p:cNvSpPr/>
            <p:nvPr/>
          </p:nvSpPr>
          <p:spPr>
            <a:xfrm>
              <a:off x="37423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9610;p128">
              <a:extLst>
                <a:ext uri="{FF2B5EF4-FFF2-40B4-BE49-F238E27FC236}">
                  <a16:creationId xmlns:a16="http://schemas.microsoft.com/office/drawing/2014/main" id="{C108B63A-1F33-EFC0-5D74-164B87F46771}"/>
                </a:ext>
              </a:extLst>
            </p:cNvPr>
            <p:cNvSpPr/>
            <p:nvPr/>
          </p:nvSpPr>
          <p:spPr>
            <a:xfrm>
              <a:off x="37423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9611;p128">
              <a:extLst>
                <a:ext uri="{FF2B5EF4-FFF2-40B4-BE49-F238E27FC236}">
                  <a16:creationId xmlns:a16="http://schemas.microsoft.com/office/drawing/2014/main" id="{AB09ACFE-171A-A2C1-1346-19CBFA93BE98}"/>
                </a:ext>
              </a:extLst>
            </p:cNvPr>
            <p:cNvSpPr/>
            <p:nvPr/>
          </p:nvSpPr>
          <p:spPr>
            <a:xfrm>
              <a:off x="3742300" y="30186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9612;p128">
              <a:extLst>
                <a:ext uri="{FF2B5EF4-FFF2-40B4-BE49-F238E27FC236}">
                  <a16:creationId xmlns:a16="http://schemas.microsoft.com/office/drawing/2014/main" id="{E2FDBF3E-238F-3BAA-AB1F-21F73DD8B70C}"/>
                </a:ext>
              </a:extLst>
            </p:cNvPr>
            <p:cNvSpPr/>
            <p:nvPr/>
          </p:nvSpPr>
          <p:spPr>
            <a:xfrm>
              <a:off x="37423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9613;p128">
              <a:extLst>
                <a:ext uri="{FF2B5EF4-FFF2-40B4-BE49-F238E27FC236}">
                  <a16:creationId xmlns:a16="http://schemas.microsoft.com/office/drawing/2014/main" id="{B4FE141C-B9AF-8807-437B-DF8E7A991940}"/>
                </a:ext>
              </a:extLst>
            </p:cNvPr>
            <p:cNvSpPr/>
            <p:nvPr/>
          </p:nvSpPr>
          <p:spPr>
            <a:xfrm>
              <a:off x="374230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5"/>
                    <a:pt x="528" y="2131"/>
                    <a:pt x="1076" y="2131"/>
                  </a:cubicBezTo>
                  <a:cubicBezTo>
                    <a:pt x="1335" y="2131"/>
                    <a:pt x="1599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9614;p128">
              <a:extLst>
                <a:ext uri="{FF2B5EF4-FFF2-40B4-BE49-F238E27FC236}">
                  <a16:creationId xmlns:a16="http://schemas.microsoft.com/office/drawing/2014/main" id="{5C8615CB-09BF-D99D-3EED-9B15383461EE}"/>
                </a:ext>
              </a:extLst>
            </p:cNvPr>
            <p:cNvSpPr/>
            <p:nvPr/>
          </p:nvSpPr>
          <p:spPr>
            <a:xfrm>
              <a:off x="37423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9615;p128">
              <a:extLst>
                <a:ext uri="{FF2B5EF4-FFF2-40B4-BE49-F238E27FC236}">
                  <a16:creationId xmlns:a16="http://schemas.microsoft.com/office/drawing/2014/main" id="{F920F2B5-0CEE-9201-27E1-7A4065322C8D}"/>
                </a:ext>
              </a:extLst>
            </p:cNvPr>
            <p:cNvSpPr/>
            <p:nvPr/>
          </p:nvSpPr>
          <p:spPr>
            <a:xfrm>
              <a:off x="38185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9616;p128">
              <a:extLst>
                <a:ext uri="{FF2B5EF4-FFF2-40B4-BE49-F238E27FC236}">
                  <a16:creationId xmlns:a16="http://schemas.microsoft.com/office/drawing/2014/main" id="{3B67F246-42F1-2DD6-B9AB-1C574F53AFEF}"/>
                </a:ext>
              </a:extLst>
            </p:cNvPr>
            <p:cNvSpPr/>
            <p:nvPr/>
          </p:nvSpPr>
          <p:spPr>
            <a:xfrm>
              <a:off x="38185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9617;p128">
              <a:extLst>
                <a:ext uri="{FF2B5EF4-FFF2-40B4-BE49-F238E27FC236}">
                  <a16:creationId xmlns:a16="http://schemas.microsoft.com/office/drawing/2014/main" id="{987E6410-BD40-301A-6E81-E49FCFCB7443}"/>
                </a:ext>
              </a:extLst>
            </p:cNvPr>
            <p:cNvSpPr/>
            <p:nvPr/>
          </p:nvSpPr>
          <p:spPr>
            <a:xfrm>
              <a:off x="38185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9618;p128">
              <a:extLst>
                <a:ext uri="{FF2B5EF4-FFF2-40B4-BE49-F238E27FC236}">
                  <a16:creationId xmlns:a16="http://schemas.microsoft.com/office/drawing/2014/main" id="{0A1579C3-C6A6-3949-3CF6-D961C30E75EF}"/>
                </a:ext>
              </a:extLst>
            </p:cNvPr>
            <p:cNvSpPr/>
            <p:nvPr/>
          </p:nvSpPr>
          <p:spPr>
            <a:xfrm>
              <a:off x="38185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9619;p128">
              <a:extLst>
                <a:ext uri="{FF2B5EF4-FFF2-40B4-BE49-F238E27FC236}">
                  <a16:creationId xmlns:a16="http://schemas.microsoft.com/office/drawing/2014/main" id="{E883481E-DB74-C645-99F7-5A8967314F70}"/>
                </a:ext>
              </a:extLst>
            </p:cNvPr>
            <p:cNvSpPr/>
            <p:nvPr/>
          </p:nvSpPr>
          <p:spPr>
            <a:xfrm>
              <a:off x="38185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9620;p128">
              <a:extLst>
                <a:ext uri="{FF2B5EF4-FFF2-40B4-BE49-F238E27FC236}">
                  <a16:creationId xmlns:a16="http://schemas.microsoft.com/office/drawing/2014/main" id="{227636C9-E8AD-5895-2FC2-D4BAA026104E}"/>
                </a:ext>
              </a:extLst>
            </p:cNvPr>
            <p:cNvSpPr/>
            <p:nvPr/>
          </p:nvSpPr>
          <p:spPr>
            <a:xfrm>
              <a:off x="38185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9621;p128">
              <a:extLst>
                <a:ext uri="{FF2B5EF4-FFF2-40B4-BE49-F238E27FC236}">
                  <a16:creationId xmlns:a16="http://schemas.microsoft.com/office/drawing/2014/main" id="{8E3DE24F-C79A-D860-6A97-B959030D3445}"/>
                </a:ext>
              </a:extLst>
            </p:cNvPr>
            <p:cNvSpPr/>
            <p:nvPr/>
          </p:nvSpPr>
          <p:spPr>
            <a:xfrm>
              <a:off x="38185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9622;p128">
              <a:extLst>
                <a:ext uri="{FF2B5EF4-FFF2-40B4-BE49-F238E27FC236}">
                  <a16:creationId xmlns:a16="http://schemas.microsoft.com/office/drawing/2014/main" id="{1776DDB3-8696-5612-396E-ED63F7864C78}"/>
                </a:ext>
              </a:extLst>
            </p:cNvPr>
            <p:cNvSpPr/>
            <p:nvPr/>
          </p:nvSpPr>
          <p:spPr>
            <a:xfrm>
              <a:off x="381852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9623;p128">
              <a:extLst>
                <a:ext uri="{FF2B5EF4-FFF2-40B4-BE49-F238E27FC236}">
                  <a16:creationId xmlns:a16="http://schemas.microsoft.com/office/drawing/2014/main" id="{D0B8D66E-FD3B-B5C8-13DD-C34E33B29967}"/>
                </a:ext>
              </a:extLst>
            </p:cNvPr>
            <p:cNvSpPr/>
            <p:nvPr/>
          </p:nvSpPr>
          <p:spPr>
            <a:xfrm>
              <a:off x="38185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9624;p128">
              <a:extLst>
                <a:ext uri="{FF2B5EF4-FFF2-40B4-BE49-F238E27FC236}">
                  <a16:creationId xmlns:a16="http://schemas.microsoft.com/office/drawing/2014/main" id="{1F890E93-0C74-E808-AFAE-0750DC8B699B}"/>
                </a:ext>
              </a:extLst>
            </p:cNvPr>
            <p:cNvSpPr/>
            <p:nvPr/>
          </p:nvSpPr>
          <p:spPr>
            <a:xfrm>
              <a:off x="38185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9625;p128">
              <a:extLst>
                <a:ext uri="{FF2B5EF4-FFF2-40B4-BE49-F238E27FC236}">
                  <a16:creationId xmlns:a16="http://schemas.microsoft.com/office/drawing/2014/main" id="{F30E2A07-0AA0-2D66-199F-A00E712625BA}"/>
                </a:ext>
              </a:extLst>
            </p:cNvPr>
            <p:cNvSpPr/>
            <p:nvPr/>
          </p:nvSpPr>
          <p:spPr>
            <a:xfrm>
              <a:off x="38947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9626;p128">
              <a:extLst>
                <a:ext uri="{FF2B5EF4-FFF2-40B4-BE49-F238E27FC236}">
                  <a16:creationId xmlns:a16="http://schemas.microsoft.com/office/drawing/2014/main" id="{796B71EF-0A07-9FE1-CEB6-7D33127ED6A0}"/>
                </a:ext>
              </a:extLst>
            </p:cNvPr>
            <p:cNvSpPr/>
            <p:nvPr/>
          </p:nvSpPr>
          <p:spPr>
            <a:xfrm>
              <a:off x="38947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9627;p128">
              <a:extLst>
                <a:ext uri="{FF2B5EF4-FFF2-40B4-BE49-F238E27FC236}">
                  <a16:creationId xmlns:a16="http://schemas.microsoft.com/office/drawing/2014/main" id="{C2C17E5C-EB4E-459B-92C8-E493A9BA7433}"/>
                </a:ext>
              </a:extLst>
            </p:cNvPr>
            <p:cNvSpPr/>
            <p:nvPr/>
          </p:nvSpPr>
          <p:spPr>
            <a:xfrm>
              <a:off x="3894725" y="385677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9628;p128">
              <a:extLst>
                <a:ext uri="{FF2B5EF4-FFF2-40B4-BE49-F238E27FC236}">
                  <a16:creationId xmlns:a16="http://schemas.microsoft.com/office/drawing/2014/main" id="{9B1CB58C-98A8-371C-167F-B107CC90B3A3}"/>
                </a:ext>
              </a:extLst>
            </p:cNvPr>
            <p:cNvSpPr/>
            <p:nvPr/>
          </p:nvSpPr>
          <p:spPr>
            <a:xfrm>
              <a:off x="38947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9629;p128">
              <a:extLst>
                <a:ext uri="{FF2B5EF4-FFF2-40B4-BE49-F238E27FC236}">
                  <a16:creationId xmlns:a16="http://schemas.microsoft.com/office/drawing/2014/main" id="{A939794C-651F-E133-012C-93CBAAD010B4}"/>
                </a:ext>
              </a:extLst>
            </p:cNvPr>
            <p:cNvSpPr/>
            <p:nvPr/>
          </p:nvSpPr>
          <p:spPr>
            <a:xfrm>
              <a:off x="38947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9630;p128">
              <a:extLst>
                <a:ext uri="{FF2B5EF4-FFF2-40B4-BE49-F238E27FC236}">
                  <a16:creationId xmlns:a16="http://schemas.microsoft.com/office/drawing/2014/main" id="{20CE3B33-655A-1375-7A90-3A93C942A8A8}"/>
                </a:ext>
              </a:extLst>
            </p:cNvPr>
            <p:cNvSpPr/>
            <p:nvPr/>
          </p:nvSpPr>
          <p:spPr>
            <a:xfrm>
              <a:off x="38947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9631;p128">
              <a:extLst>
                <a:ext uri="{FF2B5EF4-FFF2-40B4-BE49-F238E27FC236}">
                  <a16:creationId xmlns:a16="http://schemas.microsoft.com/office/drawing/2014/main" id="{9E5CE162-1616-BA67-99E5-820EF8754E8C}"/>
                </a:ext>
              </a:extLst>
            </p:cNvPr>
            <p:cNvSpPr/>
            <p:nvPr/>
          </p:nvSpPr>
          <p:spPr>
            <a:xfrm>
              <a:off x="3894725" y="355192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9632;p128">
              <a:extLst>
                <a:ext uri="{FF2B5EF4-FFF2-40B4-BE49-F238E27FC236}">
                  <a16:creationId xmlns:a16="http://schemas.microsoft.com/office/drawing/2014/main" id="{723EDC8E-4D70-F221-BEE6-B7B970361FAF}"/>
                </a:ext>
              </a:extLst>
            </p:cNvPr>
            <p:cNvSpPr/>
            <p:nvPr/>
          </p:nvSpPr>
          <p:spPr>
            <a:xfrm>
              <a:off x="38947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9633;p128">
              <a:extLst>
                <a:ext uri="{FF2B5EF4-FFF2-40B4-BE49-F238E27FC236}">
                  <a16:creationId xmlns:a16="http://schemas.microsoft.com/office/drawing/2014/main" id="{AB45C917-DEE8-D803-9352-7C449ABB67A7}"/>
                </a:ext>
              </a:extLst>
            </p:cNvPr>
            <p:cNvSpPr/>
            <p:nvPr/>
          </p:nvSpPr>
          <p:spPr>
            <a:xfrm>
              <a:off x="38947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9634;p128">
              <a:extLst>
                <a:ext uri="{FF2B5EF4-FFF2-40B4-BE49-F238E27FC236}">
                  <a16:creationId xmlns:a16="http://schemas.microsoft.com/office/drawing/2014/main" id="{B518B875-0B82-CBCA-8432-19F948911C88}"/>
                </a:ext>
              </a:extLst>
            </p:cNvPr>
            <p:cNvSpPr/>
            <p:nvPr/>
          </p:nvSpPr>
          <p:spPr>
            <a:xfrm>
              <a:off x="389460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9635;p128">
              <a:extLst>
                <a:ext uri="{FF2B5EF4-FFF2-40B4-BE49-F238E27FC236}">
                  <a16:creationId xmlns:a16="http://schemas.microsoft.com/office/drawing/2014/main" id="{CC3CF04D-2F0A-5450-4F14-51057253C4A8}"/>
                </a:ext>
              </a:extLst>
            </p:cNvPr>
            <p:cNvSpPr/>
            <p:nvPr/>
          </p:nvSpPr>
          <p:spPr>
            <a:xfrm>
              <a:off x="38947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9636;p128">
              <a:extLst>
                <a:ext uri="{FF2B5EF4-FFF2-40B4-BE49-F238E27FC236}">
                  <a16:creationId xmlns:a16="http://schemas.microsoft.com/office/drawing/2014/main" id="{03FBDB8E-D1B1-6785-1CC7-D350C576B26B}"/>
                </a:ext>
              </a:extLst>
            </p:cNvPr>
            <p:cNvSpPr/>
            <p:nvPr/>
          </p:nvSpPr>
          <p:spPr>
            <a:xfrm>
              <a:off x="38947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9637;p128">
              <a:extLst>
                <a:ext uri="{FF2B5EF4-FFF2-40B4-BE49-F238E27FC236}">
                  <a16:creationId xmlns:a16="http://schemas.microsoft.com/office/drawing/2014/main" id="{CD9D09CC-802F-B848-60FE-AA951D72BC4B}"/>
                </a:ext>
              </a:extLst>
            </p:cNvPr>
            <p:cNvSpPr/>
            <p:nvPr/>
          </p:nvSpPr>
          <p:spPr>
            <a:xfrm>
              <a:off x="38947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9638;p128">
              <a:extLst>
                <a:ext uri="{FF2B5EF4-FFF2-40B4-BE49-F238E27FC236}">
                  <a16:creationId xmlns:a16="http://schemas.microsoft.com/office/drawing/2014/main" id="{2CAED3CD-1845-2C03-6B82-12A1A9E6A8B5}"/>
                </a:ext>
              </a:extLst>
            </p:cNvPr>
            <p:cNvSpPr/>
            <p:nvPr/>
          </p:nvSpPr>
          <p:spPr>
            <a:xfrm>
              <a:off x="38947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9639;p128">
              <a:extLst>
                <a:ext uri="{FF2B5EF4-FFF2-40B4-BE49-F238E27FC236}">
                  <a16:creationId xmlns:a16="http://schemas.microsoft.com/office/drawing/2014/main" id="{A5B8D9AF-8FBE-10A9-29FD-1E351F8C622A}"/>
                </a:ext>
              </a:extLst>
            </p:cNvPr>
            <p:cNvSpPr/>
            <p:nvPr/>
          </p:nvSpPr>
          <p:spPr>
            <a:xfrm>
              <a:off x="38947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9640;p128">
              <a:extLst>
                <a:ext uri="{FF2B5EF4-FFF2-40B4-BE49-F238E27FC236}">
                  <a16:creationId xmlns:a16="http://schemas.microsoft.com/office/drawing/2014/main" id="{D9F39771-D05C-E878-6F59-69456745EC0C}"/>
                </a:ext>
              </a:extLst>
            </p:cNvPr>
            <p:cNvSpPr/>
            <p:nvPr/>
          </p:nvSpPr>
          <p:spPr>
            <a:xfrm>
              <a:off x="38947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9641;p128">
              <a:extLst>
                <a:ext uri="{FF2B5EF4-FFF2-40B4-BE49-F238E27FC236}">
                  <a16:creationId xmlns:a16="http://schemas.microsoft.com/office/drawing/2014/main" id="{0FFBC2B9-51BC-3F78-CB13-585105DECE85}"/>
                </a:ext>
              </a:extLst>
            </p:cNvPr>
            <p:cNvSpPr/>
            <p:nvPr/>
          </p:nvSpPr>
          <p:spPr>
            <a:xfrm>
              <a:off x="38185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9642;p128">
              <a:extLst>
                <a:ext uri="{FF2B5EF4-FFF2-40B4-BE49-F238E27FC236}">
                  <a16:creationId xmlns:a16="http://schemas.microsoft.com/office/drawing/2014/main" id="{80553801-A0D3-B818-E8DE-1A40C8BFCFFA}"/>
                </a:ext>
              </a:extLst>
            </p:cNvPr>
            <p:cNvSpPr/>
            <p:nvPr/>
          </p:nvSpPr>
          <p:spPr>
            <a:xfrm>
              <a:off x="3742300" y="2866425"/>
              <a:ext cx="62225" cy="53225"/>
            </a:xfrm>
            <a:custGeom>
              <a:avLst/>
              <a:gdLst/>
              <a:ahLst/>
              <a:cxnLst/>
              <a:rect l="l" t="t" r="r" b="b"/>
              <a:pathLst>
                <a:path w="2489" h="2129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1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9643;p128">
              <a:extLst>
                <a:ext uri="{FF2B5EF4-FFF2-40B4-BE49-F238E27FC236}">
                  <a16:creationId xmlns:a16="http://schemas.microsoft.com/office/drawing/2014/main" id="{6052A119-BD19-2E3F-8F11-1029A4AFAC5E}"/>
                </a:ext>
              </a:extLst>
            </p:cNvPr>
            <p:cNvSpPr/>
            <p:nvPr/>
          </p:nvSpPr>
          <p:spPr>
            <a:xfrm>
              <a:off x="36661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9644;p128">
              <a:extLst>
                <a:ext uri="{FF2B5EF4-FFF2-40B4-BE49-F238E27FC236}">
                  <a16:creationId xmlns:a16="http://schemas.microsoft.com/office/drawing/2014/main" id="{12ED314D-61CF-D51C-D4AA-6CDCF0E56105}"/>
                </a:ext>
              </a:extLst>
            </p:cNvPr>
            <p:cNvSpPr/>
            <p:nvPr/>
          </p:nvSpPr>
          <p:spPr>
            <a:xfrm>
              <a:off x="450405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9645;p128">
              <a:extLst>
                <a:ext uri="{FF2B5EF4-FFF2-40B4-BE49-F238E27FC236}">
                  <a16:creationId xmlns:a16="http://schemas.microsoft.com/office/drawing/2014/main" id="{6D0EDA33-E39A-96FB-C19D-88A3671BD499}"/>
                </a:ext>
              </a:extLst>
            </p:cNvPr>
            <p:cNvSpPr/>
            <p:nvPr/>
          </p:nvSpPr>
          <p:spPr>
            <a:xfrm>
              <a:off x="4504050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9646;p128">
              <a:extLst>
                <a:ext uri="{FF2B5EF4-FFF2-40B4-BE49-F238E27FC236}">
                  <a16:creationId xmlns:a16="http://schemas.microsoft.com/office/drawing/2014/main" id="{70C8DCDE-C828-412C-5D65-DAB23173F319}"/>
                </a:ext>
              </a:extLst>
            </p:cNvPr>
            <p:cNvSpPr/>
            <p:nvPr/>
          </p:nvSpPr>
          <p:spPr>
            <a:xfrm>
              <a:off x="45040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9647;p128">
              <a:extLst>
                <a:ext uri="{FF2B5EF4-FFF2-40B4-BE49-F238E27FC236}">
                  <a16:creationId xmlns:a16="http://schemas.microsoft.com/office/drawing/2014/main" id="{DC45C0D2-89EA-3BDF-7847-C543E8DA1E53}"/>
                </a:ext>
              </a:extLst>
            </p:cNvPr>
            <p:cNvSpPr/>
            <p:nvPr/>
          </p:nvSpPr>
          <p:spPr>
            <a:xfrm>
              <a:off x="44278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9648;p128">
              <a:extLst>
                <a:ext uri="{FF2B5EF4-FFF2-40B4-BE49-F238E27FC236}">
                  <a16:creationId xmlns:a16="http://schemas.microsoft.com/office/drawing/2014/main" id="{85B74501-0F5D-F0A8-20A0-1EBEE2261FC1}"/>
                </a:ext>
              </a:extLst>
            </p:cNvPr>
            <p:cNvSpPr/>
            <p:nvPr/>
          </p:nvSpPr>
          <p:spPr>
            <a:xfrm>
              <a:off x="44278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9649;p128">
              <a:extLst>
                <a:ext uri="{FF2B5EF4-FFF2-40B4-BE49-F238E27FC236}">
                  <a16:creationId xmlns:a16="http://schemas.microsoft.com/office/drawing/2014/main" id="{3D1FF790-5B3E-E515-4AD6-0D803AFF2860}"/>
                </a:ext>
              </a:extLst>
            </p:cNvPr>
            <p:cNvSpPr/>
            <p:nvPr/>
          </p:nvSpPr>
          <p:spPr>
            <a:xfrm>
              <a:off x="44278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9650;p128">
              <a:extLst>
                <a:ext uri="{FF2B5EF4-FFF2-40B4-BE49-F238E27FC236}">
                  <a16:creationId xmlns:a16="http://schemas.microsoft.com/office/drawing/2014/main" id="{6E976BD9-06D0-ED1C-B93A-86140D559AD9}"/>
                </a:ext>
              </a:extLst>
            </p:cNvPr>
            <p:cNvSpPr/>
            <p:nvPr/>
          </p:nvSpPr>
          <p:spPr>
            <a:xfrm>
              <a:off x="442782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9651;p128">
              <a:extLst>
                <a:ext uri="{FF2B5EF4-FFF2-40B4-BE49-F238E27FC236}">
                  <a16:creationId xmlns:a16="http://schemas.microsoft.com/office/drawing/2014/main" id="{5D48F8A6-8CAB-0497-219A-907080501F4A}"/>
                </a:ext>
              </a:extLst>
            </p:cNvPr>
            <p:cNvSpPr/>
            <p:nvPr/>
          </p:nvSpPr>
          <p:spPr>
            <a:xfrm>
              <a:off x="442782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9652;p128">
              <a:extLst>
                <a:ext uri="{FF2B5EF4-FFF2-40B4-BE49-F238E27FC236}">
                  <a16:creationId xmlns:a16="http://schemas.microsoft.com/office/drawing/2014/main" id="{D2E984D4-82D9-6CDF-3614-FEFD84C126BB}"/>
                </a:ext>
              </a:extLst>
            </p:cNvPr>
            <p:cNvSpPr/>
            <p:nvPr/>
          </p:nvSpPr>
          <p:spPr>
            <a:xfrm>
              <a:off x="43516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9653;p128">
              <a:extLst>
                <a:ext uri="{FF2B5EF4-FFF2-40B4-BE49-F238E27FC236}">
                  <a16:creationId xmlns:a16="http://schemas.microsoft.com/office/drawing/2014/main" id="{5F70F7B2-1D44-0299-53E2-B91687CF74F5}"/>
                </a:ext>
              </a:extLst>
            </p:cNvPr>
            <p:cNvSpPr/>
            <p:nvPr/>
          </p:nvSpPr>
          <p:spPr>
            <a:xfrm>
              <a:off x="43516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9654;p128">
              <a:extLst>
                <a:ext uri="{FF2B5EF4-FFF2-40B4-BE49-F238E27FC236}">
                  <a16:creationId xmlns:a16="http://schemas.microsoft.com/office/drawing/2014/main" id="{8970ACFD-D1AD-BCAF-F165-5D8D4633442D}"/>
                </a:ext>
              </a:extLst>
            </p:cNvPr>
            <p:cNvSpPr/>
            <p:nvPr/>
          </p:nvSpPr>
          <p:spPr>
            <a:xfrm>
              <a:off x="43516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9655;p128">
              <a:extLst>
                <a:ext uri="{FF2B5EF4-FFF2-40B4-BE49-F238E27FC236}">
                  <a16:creationId xmlns:a16="http://schemas.microsoft.com/office/drawing/2014/main" id="{035A46F0-6C4F-04C1-9005-4836E8E2D55A}"/>
                </a:ext>
              </a:extLst>
            </p:cNvPr>
            <p:cNvSpPr/>
            <p:nvPr/>
          </p:nvSpPr>
          <p:spPr>
            <a:xfrm>
              <a:off x="435160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9656;p128">
              <a:extLst>
                <a:ext uri="{FF2B5EF4-FFF2-40B4-BE49-F238E27FC236}">
                  <a16:creationId xmlns:a16="http://schemas.microsoft.com/office/drawing/2014/main" id="{F6F9D4C4-74A5-1A95-E026-353D0509E19A}"/>
                </a:ext>
              </a:extLst>
            </p:cNvPr>
            <p:cNvSpPr/>
            <p:nvPr/>
          </p:nvSpPr>
          <p:spPr>
            <a:xfrm>
              <a:off x="435160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9657;p128">
              <a:extLst>
                <a:ext uri="{FF2B5EF4-FFF2-40B4-BE49-F238E27FC236}">
                  <a16:creationId xmlns:a16="http://schemas.microsoft.com/office/drawing/2014/main" id="{DEE195A1-4B74-BCD9-180E-656DC09B84B6}"/>
                </a:ext>
              </a:extLst>
            </p:cNvPr>
            <p:cNvSpPr/>
            <p:nvPr/>
          </p:nvSpPr>
          <p:spPr>
            <a:xfrm>
              <a:off x="42756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9658;p128">
              <a:extLst>
                <a:ext uri="{FF2B5EF4-FFF2-40B4-BE49-F238E27FC236}">
                  <a16:creationId xmlns:a16="http://schemas.microsoft.com/office/drawing/2014/main" id="{A8F52975-23AC-D210-5079-231920E24DF5}"/>
                </a:ext>
              </a:extLst>
            </p:cNvPr>
            <p:cNvSpPr/>
            <p:nvPr/>
          </p:nvSpPr>
          <p:spPr>
            <a:xfrm>
              <a:off x="42756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9659;p128">
              <a:extLst>
                <a:ext uri="{FF2B5EF4-FFF2-40B4-BE49-F238E27FC236}">
                  <a16:creationId xmlns:a16="http://schemas.microsoft.com/office/drawing/2014/main" id="{8EC16E01-B117-F1F3-8645-117B3E404169}"/>
                </a:ext>
              </a:extLst>
            </p:cNvPr>
            <p:cNvSpPr/>
            <p:nvPr/>
          </p:nvSpPr>
          <p:spPr>
            <a:xfrm>
              <a:off x="42756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9660;p128">
              <a:extLst>
                <a:ext uri="{FF2B5EF4-FFF2-40B4-BE49-F238E27FC236}">
                  <a16:creationId xmlns:a16="http://schemas.microsoft.com/office/drawing/2014/main" id="{7BE1631D-D11C-BCC8-8294-0D04E459EF17}"/>
                </a:ext>
              </a:extLst>
            </p:cNvPr>
            <p:cNvSpPr/>
            <p:nvPr/>
          </p:nvSpPr>
          <p:spPr>
            <a:xfrm>
              <a:off x="427560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9661;p128">
              <a:extLst>
                <a:ext uri="{FF2B5EF4-FFF2-40B4-BE49-F238E27FC236}">
                  <a16:creationId xmlns:a16="http://schemas.microsoft.com/office/drawing/2014/main" id="{4D34DEB0-D3E2-D55D-47D6-3FA34BC5BBDC}"/>
                </a:ext>
              </a:extLst>
            </p:cNvPr>
            <p:cNvSpPr/>
            <p:nvPr/>
          </p:nvSpPr>
          <p:spPr>
            <a:xfrm>
              <a:off x="42756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9662;p128">
              <a:extLst>
                <a:ext uri="{FF2B5EF4-FFF2-40B4-BE49-F238E27FC236}">
                  <a16:creationId xmlns:a16="http://schemas.microsoft.com/office/drawing/2014/main" id="{28F54826-1BB3-055F-076F-9B06C9A66580}"/>
                </a:ext>
              </a:extLst>
            </p:cNvPr>
            <p:cNvSpPr/>
            <p:nvPr/>
          </p:nvSpPr>
          <p:spPr>
            <a:xfrm>
              <a:off x="42756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9663;p128">
              <a:extLst>
                <a:ext uri="{FF2B5EF4-FFF2-40B4-BE49-F238E27FC236}">
                  <a16:creationId xmlns:a16="http://schemas.microsoft.com/office/drawing/2014/main" id="{80A10450-4120-33C5-1661-4E5D5750A8DB}"/>
                </a:ext>
              </a:extLst>
            </p:cNvPr>
            <p:cNvSpPr/>
            <p:nvPr/>
          </p:nvSpPr>
          <p:spPr>
            <a:xfrm>
              <a:off x="42756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9664;p128">
              <a:extLst>
                <a:ext uri="{FF2B5EF4-FFF2-40B4-BE49-F238E27FC236}">
                  <a16:creationId xmlns:a16="http://schemas.microsoft.com/office/drawing/2014/main" id="{ADAE34DC-1CD1-2583-DE82-FC1A9895E37E}"/>
                </a:ext>
              </a:extLst>
            </p:cNvPr>
            <p:cNvSpPr/>
            <p:nvPr/>
          </p:nvSpPr>
          <p:spPr>
            <a:xfrm>
              <a:off x="42756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9665;p128">
              <a:extLst>
                <a:ext uri="{FF2B5EF4-FFF2-40B4-BE49-F238E27FC236}">
                  <a16:creationId xmlns:a16="http://schemas.microsoft.com/office/drawing/2014/main" id="{9710A1B0-87C8-8BDA-6945-ECF4FDEF2A5E}"/>
                </a:ext>
              </a:extLst>
            </p:cNvPr>
            <p:cNvSpPr/>
            <p:nvPr/>
          </p:nvSpPr>
          <p:spPr>
            <a:xfrm>
              <a:off x="41994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9666;p128">
              <a:extLst>
                <a:ext uri="{FF2B5EF4-FFF2-40B4-BE49-F238E27FC236}">
                  <a16:creationId xmlns:a16="http://schemas.microsoft.com/office/drawing/2014/main" id="{68C90743-D251-9E34-0A74-0ADCFE5C6169}"/>
                </a:ext>
              </a:extLst>
            </p:cNvPr>
            <p:cNvSpPr/>
            <p:nvPr/>
          </p:nvSpPr>
          <p:spPr>
            <a:xfrm>
              <a:off x="41994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9667;p128">
              <a:extLst>
                <a:ext uri="{FF2B5EF4-FFF2-40B4-BE49-F238E27FC236}">
                  <a16:creationId xmlns:a16="http://schemas.microsoft.com/office/drawing/2014/main" id="{706C4A11-7F14-DBB7-11AE-0175F6B9BFE8}"/>
                </a:ext>
              </a:extLst>
            </p:cNvPr>
            <p:cNvSpPr/>
            <p:nvPr/>
          </p:nvSpPr>
          <p:spPr>
            <a:xfrm>
              <a:off x="41994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9668;p128">
              <a:extLst>
                <a:ext uri="{FF2B5EF4-FFF2-40B4-BE49-F238E27FC236}">
                  <a16:creationId xmlns:a16="http://schemas.microsoft.com/office/drawing/2014/main" id="{DC87A087-EE4D-8FAC-D0EA-B20262F41D23}"/>
                </a:ext>
              </a:extLst>
            </p:cNvPr>
            <p:cNvSpPr/>
            <p:nvPr/>
          </p:nvSpPr>
          <p:spPr>
            <a:xfrm>
              <a:off x="41994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9669;p128">
              <a:extLst>
                <a:ext uri="{FF2B5EF4-FFF2-40B4-BE49-F238E27FC236}">
                  <a16:creationId xmlns:a16="http://schemas.microsoft.com/office/drawing/2014/main" id="{784B9F8F-67D4-CEC3-54E7-2E816A88C9E4}"/>
                </a:ext>
              </a:extLst>
            </p:cNvPr>
            <p:cNvSpPr/>
            <p:nvPr/>
          </p:nvSpPr>
          <p:spPr>
            <a:xfrm>
              <a:off x="41231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9670;p128">
              <a:extLst>
                <a:ext uri="{FF2B5EF4-FFF2-40B4-BE49-F238E27FC236}">
                  <a16:creationId xmlns:a16="http://schemas.microsoft.com/office/drawing/2014/main" id="{81D74C8E-2391-1BBF-0204-5181819F86F9}"/>
                </a:ext>
              </a:extLst>
            </p:cNvPr>
            <p:cNvSpPr/>
            <p:nvPr/>
          </p:nvSpPr>
          <p:spPr>
            <a:xfrm>
              <a:off x="41231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9671;p128">
              <a:extLst>
                <a:ext uri="{FF2B5EF4-FFF2-40B4-BE49-F238E27FC236}">
                  <a16:creationId xmlns:a16="http://schemas.microsoft.com/office/drawing/2014/main" id="{2574C947-89A8-D643-EC0E-C9EAE37EA892}"/>
                </a:ext>
              </a:extLst>
            </p:cNvPr>
            <p:cNvSpPr/>
            <p:nvPr/>
          </p:nvSpPr>
          <p:spPr>
            <a:xfrm>
              <a:off x="41231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9672;p128">
              <a:extLst>
                <a:ext uri="{FF2B5EF4-FFF2-40B4-BE49-F238E27FC236}">
                  <a16:creationId xmlns:a16="http://schemas.microsoft.com/office/drawing/2014/main" id="{621C83BC-0A50-2109-D83A-C8976D991C20}"/>
                </a:ext>
              </a:extLst>
            </p:cNvPr>
            <p:cNvSpPr/>
            <p:nvPr/>
          </p:nvSpPr>
          <p:spPr>
            <a:xfrm>
              <a:off x="41231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9673;p128">
              <a:extLst>
                <a:ext uri="{FF2B5EF4-FFF2-40B4-BE49-F238E27FC236}">
                  <a16:creationId xmlns:a16="http://schemas.microsoft.com/office/drawing/2014/main" id="{0E17A5B3-F400-7D5F-E96A-96FD2E670AB8}"/>
                </a:ext>
              </a:extLst>
            </p:cNvPr>
            <p:cNvSpPr/>
            <p:nvPr/>
          </p:nvSpPr>
          <p:spPr>
            <a:xfrm>
              <a:off x="41231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9674;p128">
              <a:extLst>
                <a:ext uri="{FF2B5EF4-FFF2-40B4-BE49-F238E27FC236}">
                  <a16:creationId xmlns:a16="http://schemas.microsoft.com/office/drawing/2014/main" id="{B1686E3B-6065-9B8E-0306-A3AE30D1FD6C}"/>
                </a:ext>
              </a:extLst>
            </p:cNvPr>
            <p:cNvSpPr/>
            <p:nvPr/>
          </p:nvSpPr>
          <p:spPr>
            <a:xfrm>
              <a:off x="40469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9675;p128">
              <a:extLst>
                <a:ext uri="{FF2B5EF4-FFF2-40B4-BE49-F238E27FC236}">
                  <a16:creationId xmlns:a16="http://schemas.microsoft.com/office/drawing/2014/main" id="{F2814268-8F96-A875-3483-A65015D153A8}"/>
                </a:ext>
              </a:extLst>
            </p:cNvPr>
            <p:cNvSpPr/>
            <p:nvPr/>
          </p:nvSpPr>
          <p:spPr>
            <a:xfrm>
              <a:off x="40469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9676;p128">
              <a:extLst>
                <a:ext uri="{FF2B5EF4-FFF2-40B4-BE49-F238E27FC236}">
                  <a16:creationId xmlns:a16="http://schemas.microsoft.com/office/drawing/2014/main" id="{DD34FEE7-30BA-EC0C-51E1-1A96F0A1D39B}"/>
                </a:ext>
              </a:extLst>
            </p:cNvPr>
            <p:cNvSpPr/>
            <p:nvPr/>
          </p:nvSpPr>
          <p:spPr>
            <a:xfrm>
              <a:off x="40469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9677;p128">
              <a:extLst>
                <a:ext uri="{FF2B5EF4-FFF2-40B4-BE49-F238E27FC236}">
                  <a16:creationId xmlns:a16="http://schemas.microsoft.com/office/drawing/2014/main" id="{330DDBCD-43DC-2B50-E28D-0911FFE6E854}"/>
                </a:ext>
              </a:extLst>
            </p:cNvPr>
            <p:cNvSpPr/>
            <p:nvPr/>
          </p:nvSpPr>
          <p:spPr>
            <a:xfrm>
              <a:off x="39709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9678;p128">
              <a:extLst>
                <a:ext uri="{FF2B5EF4-FFF2-40B4-BE49-F238E27FC236}">
                  <a16:creationId xmlns:a16="http://schemas.microsoft.com/office/drawing/2014/main" id="{83ECA7D2-C81E-0E4F-372D-5D2C8C8F672D}"/>
                </a:ext>
              </a:extLst>
            </p:cNvPr>
            <p:cNvSpPr/>
            <p:nvPr/>
          </p:nvSpPr>
          <p:spPr>
            <a:xfrm>
              <a:off x="39709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9679;p128">
              <a:extLst>
                <a:ext uri="{FF2B5EF4-FFF2-40B4-BE49-F238E27FC236}">
                  <a16:creationId xmlns:a16="http://schemas.microsoft.com/office/drawing/2014/main" id="{6196739C-8394-ACF6-AB2F-AF2242778CEB}"/>
                </a:ext>
              </a:extLst>
            </p:cNvPr>
            <p:cNvSpPr/>
            <p:nvPr/>
          </p:nvSpPr>
          <p:spPr>
            <a:xfrm>
              <a:off x="39709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9680;p128">
              <a:extLst>
                <a:ext uri="{FF2B5EF4-FFF2-40B4-BE49-F238E27FC236}">
                  <a16:creationId xmlns:a16="http://schemas.microsoft.com/office/drawing/2014/main" id="{673AFD0F-E14D-CCF0-DAE4-7617FD1375DF}"/>
                </a:ext>
              </a:extLst>
            </p:cNvPr>
            <p:cNvSpPr/>
            <p:nvPr/>
          </p:nvSpPr>
          <p:spPr>
            <a:xfrm>
              <a:off x="38947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9681;p128">
              <a:extLst>
                <a:ext uri="{FF2B5EF4-FFF2-40B4-BE49-F238E27FC236}">
                  <a16:creationId xmlns:a16="http://schemas.microsoft.com/office/drawing/2014/main" id="{1E571585-A383-0405-7E5D-65CD7B51DC2F}"/>
                </a:ext>
              </a:extLst>
            </p:cNvPr>
            <p:cNvSpPr/>
            <p:nvPr/>
          </p:nvSpPr>
          <p:spPr>
            <a:xfrm>
              <a:off x="38947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9682;p128">
              <a:extLst>
                <a:ext uri="{FF2B5EF4-FFF2-40B4-BE49-F238E27FC236}">
                  <a16:creationId xmlns:a16="http://schemas.microsoft.com/office/drawing/2014/main" id="{D4D89324-1286-CDAB-F0A1-95682642A954}"/>
                </a:ext>
              </a:extLst>
            </p:cNvPr>
            <p:cNvSpPr/>
            <p:nvPr/>
          </p:nvSpPr>
          <p:spPr>
            <a:xfrm>
              <a:off x="38947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9683;p128">
              <a:extLst>
                <a:ext uri="{FF2B5EF4-FFF2-40B4-BE49-F238E27FC236}">
                  <a16:creationId xmlns:a16="http://schemas.microsoft.com/office/drawing/2014/main" id="{76943D98-E369-4BDC-85BD-5A51E1818BA6}"/>
                </a:ext>
              </a:extLst>
            </p:cNvPr>
            <p:cNvSpPr/>
            <p:nvPr/>
          </p:nvSpPr>
          <p:spPr>
            <a:xfrm>
              <a:off x="38947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9684;p128">
              <a:extLst>
                <a:ext uri="{FF2B5EF4-FFF2-40B4-BE49-F238E27FC236}">
                  <a16:creationId xmlns:a16="http://schemas.microsoft.com/office/drawing/2014/main" id="{97DC71F8-E276-B8CB-CFDE-72E5E34C5C19}"/>
                </a:ext>
              </a:extLst>
            </p:cNvPr>
            <p:cNvSpPr/>
            <p:nvPr/>
          </p:nvSpPr>
          <p:spPr>
            <a:xfrm>
              <a:off x="38185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9685;p128">
              <a:extLst>
                <a:ext uri="{FF2B5EF4-FFF2-40B4-BE49-F238E27FC236}">
                  <a16:creationId xmlns:a16="http://schemas.microsoft.com/office/drawing/2014/main" id="{E90BCB6B-A017-F0F9-0BC7-F7DDFE2AF07D}"/>
                </a:ext>
              </a:extLst>
            </p:cNvPr>
            <p:cNvSpPr/>
            <p:nvPr/>
          </p:nvSpPr>
          <p:spPr>
            <a:xfrm>
              <a:off x="38185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9686;p128">
              <a:extLst>
                <a:ext uri="{FF2B5EF4-FFF2-40B4-BE49-F238E27FC236}">
                  <a16:creationId xmlns:a16="http://schemas.microsoft.com/office/drawing/2014/main" id="{2D811107-FAA6-B9B5-F817-637C40F2F4DB}"/>
                </a:ext>
              </a:extLst>
            </p:cNvPr>
            <p:cNvSpPr/>
            <p:nvPr/>
          </p:nvSpPr>
          <p:spPr>
            <a:xfrm>
              <a:off x="38185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9687;p128">
              <a:extLst>
                <a:ext uri="{FF2B5EF4-FFF2-40B4-BE49-F238E27FC236}">
                  <a16:creationId xmlns:a16="http://schemas.microsoft.com/office/drawing/2014/main" id="{752EC0F6-51D4-439E-E6CD-B1DAB06DFF6A}"/>
                </a:ext>
              </a:extLst>
            </p:cNvPr>
            <p:cNvSpPr/>
            <p:nvPr/>
          </p:nvSpPr>
          <p:spPr>
            <a:xfrm>
              <a:off x="38185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9688;p128">
              <a:extLst>
                <a:ext uri="{FF2B5EF4-FFF2-40B4-BE49-F238E27FC236}">
                  <a16:creationId xmlns:a16="http://schemas.microsoft.com/office/drawing/2014/main" id="{68F39AA0-E92A-9A6F-D6FA-7F37BA165D4D}"/>
                </a:ext>
              </a:extLst>
            </p:cNvPr>
            <p:cNvSpPr/>
            <p:nvPr/>
          </p:nvSpPr>
          <p:spPr>
            <a:xfrm>
              <a:off x="38185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9689;p128">
              <a:extLst>
                <a:ext uri="{FF2B5EF4-FFF2-40B4-BE49-F238E27FC236}">
                  <a16:creationId xmlns:a16="http://schemas.microsoft.com/office/drawing/2014/main" id="{C8421566-EA62-D980-2C77-E90ACF5E8823}"/>
                </a:ext>
              </a:extLst>
            </p:cNvPr>
            <p:cNvSpPr/>
            <p:nvPr/>
          </p:nvSpPr>
          <p:spPr>
            <a:xfrm>
              <a:off x="381852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9690;p128">
              <a:extLst>
                <a:ext uri="{FF2B5EF4-FFF2-40B4-BE49-F238E27FC236}">
                  <a16:creationId xmlns:a16="http://schemas.microsoft.com/office/drawing/2014/main" id="{6572F5A0-6F8F-E48E-49D0-806504CB575F}"/>
                </a:ext>
              </a:extLst>
            </p:cNvPr>
            <p:cNvSpPr/>
            <p:nvPr/>
          </p:nvSpPr>
          <p:spPr>
            <a:xfrm>
              <a:off x="38185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9691;p128">
              <a:extLst>
                <a:ext uri="{FF2B5EF4-FFF2-40B4-BE49-F238E27FC236}">
                  <a16:creationId xmlns:a16="http://schemas.microsoft.com/office/drawing/2014/main" id="{9DAB07B5-9A68-75E9-ED4B-54ADD1473603}"/>
                </a:ext>
              </a:extLst>
            </p:cNvPr>
            <p:cNvSpPr/>
            <p:nvPr/>
          </p:nvSpPr>
          <p:spPr>
            <a:xfrm>
              <a:off x="38185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9692;p128">
              <a:extLst>
                <a:ext uri="{FF2B5EF4-FFF2-40B4-BE49-F238E27FC236}">
                  <a16:creationId xmlns:a16="http://schemas.microsoft.com/office/drawing/2014/main" id="{F17406C6-EC53-9341-FDAB-31727BC33075}"/>
                </a:ext>
              </a:extLst>
            </p:cNvPr>
            <p:cNvSpPr/>
            <p:nvPr/>
          </p:nvSpPr>
          <p:spPr>
            <a:xfrm>
              <a:off x="3742300" y="37803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9693;p128">
              <a:extLst>
                <a:ext uri="{FF2B5EF4-FFF2-40B4-BE49-F238E27FC236}">
                  <a16:creationId xmlns:a16="http://schemas.microsoft.com/office/drawing/2014/main" id="{093B1A2E-460F-3E52-1851-74D3227BA628}"/>
                </a:ext>
              </a:extLst>
            </p:cNvPr>
            <p:cNvSpPr/>
            <p:nvPr/>
          </p:nvSpPr>
          <p:spPr>
            <a:xfrm>
              <a:off x="37423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9694;p128">
              <a:extLst>
                <a:ext uri="{FF2B5EF4-FFF2-40B4-BE49-F238E27FC236}">
                  <a16:creationId xmlns:a16="http://schemas.microsoft.com/office/drawing/2014/main" id="{0840FE74-86CB-70D5-E6EE-63C8E20C61E7}"/>
                </a:ext>
              </a:extLst>
            </p:cNvPr>
            <p:cNvSpPr/>
            <p:nvPr/>
          </p:nvSpPr>
          <p:spPr>
            <a:xfrm>
              <a:off x="37423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9695;p128">
              <a:extLst>
                <a:ext uri="{FF2B5EF4-FFF2-40B4-BE49-F238E27FC236}">
                  <a16:creationId xmlns:a16="http://schemas.microsoft.com/office/drawing/2014/main" id="{C1A84A59-FF81-1905-CB21-A1319BE002C5}"/>
                </a:ext>
              </a:extLst>
            </p:cNvPr>
            <p:cNvSpPr/>
            <p:nvPr/>
          </p:nvSpPr>
          <p:spPr>
            <a:xfrm>
              <a:off x="37423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9696;p128">
              <a:extLst>
                <a:ext uri="{FF2B5EF4-FFF2-40B4-BE49-F238E27FC236}">
                  <a16:creationId xmlns:a16="http://schemas.microsoft.com/office/drawing/2014/main" id="{06CBFEE7-6E60-EE43-4158-0DF57C3F70B8}"/>
                </a:ext>
              </a:extLst>
            </p:cNvPr>
            <p:cNvSpPr/>
            <p:nvPr/>
          </p:nvSpPr>
          <p:spPr>
            <a:xfrm>
              <a:off x="37421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9697;p128">
              <a:extLst>
                <a:ext uri="{FF2B5EF4-FFF2-40B4-BE49-F238E27FC236}">
                  <a16:creationId xmlns:a16="http://schemas.microsoft.com/office/drawing/2014/main" id="{3F52F7BE-452A-9473-43C9-BE51EBBE7BA4}"/>
                </a:ext>
              </a:extLst>
            </p:cNvPr>
            <p:cNvSpPr/>
            <p:nvPr/>
          </p:nvSpPr>
          <p:spPr>
            <a:xfrm>
              <a:off x="37423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9698;p128">
              <a:extLst>
                <a:ext uri="{FF2B5EF4-FFF2-40B4-BE49-F238E27FC236}">
                  <a16:creationId xmlns:a16="http://schemas.microsoft.com/office/drawing/2014/main" id="{D47291A8-6E27-8528-7613-D803FE60365A}"/>
                </a:ext>
              </a:extLst>
            </p:cNvPr>
            <p:cNvSpPr/>
            <p:nvPr/>
          </p:nvSpPr>
          <p:spPr>
            <a:xfrm>
              <a:off x="366595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9699;p128">
              <a:extLst>
                <a:ext uri="{FF2B5EF4-FFF2-40B4-BE49-F238E27FC236}">
                  <a16:creationId xmlns:a16="http://schemas.microsoft.com/office/drawing/2014/main" id="{018E926E-A15A-DEA1-8F73-5C7FE6AC99D5}"/>
                </a:ext>
              </a:extLst>
            </p:cNvPr>
            <p:cNvSpPr/>
            <p:nvPr/>
          </p:nvSpPr>
          <p:spPr>
            <a:xfrm>
              <a:off x="36661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9700;p128">
              <a:extLst>
                <a:ext uri="{FF2B5EF4-FFF2-40B4-BE49-F238E27FC236}">
                  <a16:creationId xmlns:a16="http://schemas.microsoft.com/office/drawing/2014/main" id="{7AA2DDA5-83B1-0463-8B75-C87C9A520314}"/>
                </a:ext>
              </a:extLst>
            </p:cNvPr>
            <p:cNvSpPr/>
            <p:nvPr/>
          </p:nvSpPr>
          <p:spPr>
            <a:xfrm>
              <a:off x="36661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9701;p128">
              <a:extLst>
                <a:ext uri="{FF2B5EF4-FFF2-40B4-BE49-F238E27FC236}">
                  <a16:creationId xmlns:a16="http://schemas.microsoft.com/office/drawing/2014/main" id="{88A331B7-7F72-5B4E-8B6C-7817EFBD9102}"/>
                </a:ext>
              </a:extLst>
            </p:cNvPr>
            <p:cNvSpPr/>
            <p:nvPr/>
          </p:nvSpPr>
          <p:spPr>
            <a:xfrm>
              <a:off x="35898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9702;p128">
              <a:extLst>
                <a:ext uri="{FF2B5EF4-FFF2-40B4-BE49-F238E27FC236}">
                  <a16:creationId xmlns:a16="http://schemas.microsoft.com/office/drawing/2014/main" id="{AE98219C-7800-F11B-0E28-8C9190E8F943}"/>
                </a:ext>
              </a:extLst>
            </p:cNvPr>
            <p:cNvSpPr/>
            <p:nvPr/>
          </p:nvSpPr>
          <p:spPr>
            <a:xfrm>
              <a:off x="35898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9703;p128">
              <a:extLst>
                <a:ext uri="{FF2B5EF4-FFF2-40B4-BE49-F238E27FC236}">
                  <a16:creationId xmlns:a16="http://schemas.microsoft.com/office/drawing/2014/main" id="{3EEBBB22-E4D1-4C20-DC79-C88DD115E343}"/>
                </a:ext>
              </a:extLst>
            </p:cNvPr>
            <p:cNvSpPr/>
            <p:nvPr/>
          </p:nvSpPr>
          <p:spPr>
            <a:xfrm>
              <a:off x="35898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9704;p128">
              <a:extLst>
                <a:ext uri="{FF2B5EF4-FFF2-40B4-BE49-F238E27FC236}">
                  <a16:creationId xmlns:a16="http://schemas.microsoft.com/office/drawing/2014/main" id="{7663195F-C387-4D45-885B-2F6157A4D444}"/>
                </a:ext>
              </a:extLst>
            </p:cNvPr>
            <p:cNvSpPr/>
            <p:nvPr/>
          </p:nvSpPr>
          <p:spPr>
            <a:xfrm>
              <a:off x="35136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9705;p128">
              <a:extLst>
                <a:ext uri="{FF2B5EF4-FFF2-40B4-BE49-F238E27FC236}">
                  <a16:creationId xmlns:a16="http://schemas.microsoft.com/office/drawing/2014/main" id="{5AD6783A-2E0C-4785-8546-B924161FEAB7}"/>
                </a:ext>
              </a:extLst>
            </p:cNvPr>
            <p:cNvSpPr/>
            <p:nvPr/>
          </p:nvSpPr>
          <p:spPr>
            <a:xfrm>
              <a:off x="35136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9706;p128">
              <a:extLst>
                <a:ext uri="{FF2B5EF4-FFF2-40B4-BE49-F238E27FC236}">
                  <a16:creationId xmlns:a16="http://schemas.microsoft.com/office/drawing/2014/main" id="{80042E23-2DED-839D-6A18-D847323DE777}"/>
                </a:ext>
              </a:extLst>
            </p:cNvPr>
            <p:cNvSpPr/>
            <p:nvPr/>
          </p:nvSpPr>
          <p:spPr>
            <a:xfrm>
              <a:off x="35136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9707;p128">
              <a:extLst>
                <a:ext uri="{FF2B5EF4-FFF2-40B4-BE49-F238E27FC236}">
                  <a16:creationId xmlns:a16="http://schemas.microsoft.com/office/drawing/2014/main" id="{C90687AD-6E84-3B9F-4276-A23CE2CD75B0}"/>
                </a:ext>
              </a:extLst>
            </p:cNvPr>
            <p:cNvSpPr/>
            <p:nvPr/>
          </p:nvSpPr>
          <p:spPr>
            <a:xfrm>
              <a:off x="34374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9708;p128">
              <a:extLst>
                <a:ext uri="{FF2B5EF4-FFF2-40B4-BE49-F238E27FC236}">
                  <a16:creationId xmlns:a16="http://schemas.microsoft.com/office/drawing/2014/main" id="{5E666268-FE88-91AE-0524-60E3B0CC2599}"/>
                </a:ext>
              </a:extLst>
            </p:cNvPr>
            <p:cNvSpPr/>
            <p:nvPr/>
          </p:nvSpPr>
          <p:spPr>
            <a:xfrm>
              <a:off x="34374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9709;p128">
              <a:extLst>
                <a:ext uri="{FF2B5EF4-FFF2-40B4-BE49-F238E27FC236}">
                  <a16:creationId xmlns:a16="http://schemas.microsoft.com/office/drawing/2014/main" id="{41C5099C-5B27-0CDA-281D-E07B8A82C34A}"/>
                </a:ext>
              </a:extLst>
            </p:cNvPr>
            <p:cNvSpPr/>
            <p:nvPr/>
          </p:nvSpPr>
          <p:spPr>
            <a:xfrm>
              <a:off x="343745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9710;p128">
              <a:extLst>
                <a:ext uri="{FF2B5EF4-FFF2-40B4-BE49-F238E27FC236}">
                  <a16:creationId xmlns:a16="http://schemas.microsoft.com/office/drawing/2014/main" id="{BC28E797-073E-2372-F41B-B8D9D39D40BB}"/>
                </a:ext>
              </a:extLst>
            </p:cNvPr>
            <p:cNvSpPr/>
            <p:nvPr/>
          </p:nvSpPr>
          <p:spPr>
            <a:xfrm>
              <a:off x="34374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9711;p128">
              <a:extLst>
                <a:ext uri="{FF2B5EF4-FFF2-40B4-BE49-F238E27FC236}">
                  <a16:creationId xmlns:a16="http://schemas.microsoft.com/office/drawing/2014/main" id="{2D9CEE30-AE6A-DDE2-BE82-E01AE44B6E59}"/>
                </a:ext>
              </a:extLst>
            </p:cNvPr>
            <p:cNvSpPr/>
            <p:nvPr/>
          </p:nvSpPr>
          <p:spPr>
            <a:xfrm>
              <a:off x="336145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9712;p128">
              <a:extLst>
                <a:ext uri="{FF2B5EF4-FFF2-40B4-BE49-F238E27FC236}">
                  <a16:creationId xmlns:a16="http://schemas.microsoft.com/office/drawing/2014/main" id="{6936F14F-B99B-2D65-759C-AF759116B9D7}"/>
                </a:ext>
              </a:extLst>
            </p:cNvPr>
            <p:cNvSpPr/>
            <p:nvPr/>
          </p:nvSpPr>
          <p:spPr>
            <a:xfrm>
              <a:off x="33614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9713;p128">
              <a:extLst>
                <a:ext uri="{FF2B5EF4-FFF2-40B4-BE49-F238E27FC236}">
                  <a16:creationId xmlns:a16="http://schemas.microsoft.com/office/drawing/2014/main" id="{CC198A0A-22B9-9FDA-9657-4DF0F5E8FA07}"/>
                </a:ext>
              </a:extLst>
            </p:cNvPr>
            <p:cNvSpPr/>
            <p:nvPr/>
          </p:nvSpPr>
          <p:spPr>
            <a:xfrm>
              <a:off x="33614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9714;p128">
              <a:extLst>
                <a:ext uri="{FF2B5EF4-FFF2-40B4-BE49-F238E27FC236}">
                  <a16:creationId xmlns:a16="http://schemas.microsoft.com/office/drawing/2014/main" id="{DCB14D18-3094-45F6-09DA-708EFA96499B}"/>
                </a:ext>
              </a:extLst>
            </p:cNvPr>
            <p:cNvSpPr/>
            <p:nvPr/>
          </p:nvSpPr>
          <p:spPr>
            <a:xfrm>
              <a:off x="33614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9715;p128">
              <a:extLst>
                <a:ext uri="{FF2B5EF4-FFF2-40B4-BE49-F238E27FC236}">
                  <a16:creationId xmlns:a16="http://schemas.microsoft.com/office/drawing/2014/main" id="{6477B1E4-0071-C85C-7ECC-8F347EEC4093}"/>
                </a:ext>
              </a:extLst>
            </p:cNvPr>
            <p:cNvSpPr/>
            <p:nvPr/>
          </p:nvSpPr>
          <p:spPr>
            <a:xfrm>
              <a:off x="32852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9716;p128">
              <a:extLst>
                <a:ext uri="{FF2B5EF4-FFF2-40B4-BE49-F238E27FC236}">
                  <a16:creationId xmlns:a16="http://schemas.microsoft.com/office/drawing/2014/main" id="{9AE63310-37ED-E549-D51C-929155BEB021}"/>
                </a:ext>
              </a:extLst>
            </p:cNvPr>
            <p:cNvSpPr/>
            <p:nvPr/>
          </p:nvSpPr>
          <p:spPr>
            <a:xfrm>
              <a:off x="32852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9717;p128">
              <a:extLst>
                <a:ext uri="{FF2B5EF4-FFF2-40B4-BE49-F238E27FC236}">
                  <a16:creationId xmlns:a16="http://schemas.microsoft.com/office/drawing/2014/main" id="{47192862-83EC-3B9B-5B30-B2A93C22F967}"/>
                </a:ext>
              </a:extLst>
            </p:cNvPr>
            <p:cNvSpPr/>
            <p:nvPr/>
          </p:nvSpPr>
          <p:spPr>
            <a:xfrm>
              <a:off x="32852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9718;p128">
              <a:extLst>
                <a:ext uri="{FF2B5EF4-FFF2-40B4-BE49-F238E27FC236}">
                  <a16:creationId xmlns:a16="http://schemas.microsoft.com/office/drawing/2014/main" id="{C78FEE49-B2F1-5B3D-CA47-7E7D20A95816}"/>
                </a:ext>
              </a:extLst>
            </p:cNvPr>
            <p:cNvSpPr/>
            <p:nvPr/>
          </p:nvSpPr>
          <p:spPr>
            <a:xfrm>
              <a:off x="32852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9719;p128">
              <a:extLst>
                <a:ext uri="{FF2B5EF4-FFF2-40B4-BE49-F238E27FC236}">
                  <a16:creationId xmlns:a16="http://schemas.microsoft.com/office/drawing/2014/main" id="{F4C117F2-61F2-E2AA-FC0F-B8C619A537CE}"/>
                </a:ext>
              </a:extLst>
            </p:cNvPr>
            <p:cNvSpPr/>
            <p:nvPr/>
          </p:nvSpPr>
          <p:spPr>
            <a:xfrm>
              <a:off x="3209025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9720;p128">
              <a:extLst>
                <a:ext uri="{FF2B5EF4-FFF2-40B4-BE49-F238E27FC236}">
                  <a16:creationId xmlns:a16="http://schemas.microsoft.com/office/drawing/2014/main" id="{4A6EC1D7-3952-DC8B-C8D3-1DA9C89FCD08}"/>
                </a:ext>
              </a:extLst>
            </p:cNvPr>
            <p:cNvSpPr/>
            <p:nvPr/>
          </p:nvSpPr>
          <p:spPr>
            <a:xfrm>
              <a:off x="32090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9721;p128">
              <a:extLst>
                <a:ext uri="{FF2B5EF4-FFF2-40B4-BE49-F238E27FC236}">
                  <a16:creationId xmlns:a16="http://schemas.microsoft.com/office/drawing/2014/main" id="{3AE253FF-D790-3108-607F-C440D3BD4624}"/>
                </a:ext>
              </a:extLst>
            </p:cNvPr>
            <p:cNvSpPr/>
            <p:nvPr/>
          </p:nvSpPr>
          <p:spPr>
            <a:xfrm>
              <a:off x="32090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9722;p128">
              <a:extLst>
                <a:ext uri="{FF2B5EF4-FFF2-40B4-BE49-F238E27FC236}">
                  <a16:creationId xmlns:a16="http://schemas.microsoft.com/office/drawing/2014/main" id="{DFD77C5C-6207-B3CF-14BE-F69E27240C10}"/>
                </a:ext>
              </a:extLst>
            </p:cNvPr>
            <p:cNvSpPr/>
            <p:nvPr/>
          </p:nvSpPr>
          <p:spPr>
            <a:xfrm>
              <a:off x="32090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9723;p128">
              <a:extLst>
                <a:ext uri="{FF2B5EF4-FFF2-40B4-BE49-F238E27FC236}">
                  <a16:creationId xmlns:a16="http://schemas.microsoft.com/office/drawing/2014/main" id="{B9A1387F-9264-F98A-57CE-4B89151863CC}"/>
                </a:ext>
              </a:extLst>
            </p:cNvPr>
            <p:cNvSpPr/>
            <p:nvPr/>
          </p:nvSpPr>
          <p:spPr>
            <a:xfrm>
              <a:off x="32090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9724;p128">
              <a:extLst>
                <a:ext uri="{FF2B5EF4-FFF2-40B4-BE49-F238E27FC236}">
                  <a16:creationId xmlns:a16="http://schemas.microsoft.com/office/drawing/2014/main" id="{E1C4D0DE-3FA6-B13B-B45D-3C0E662A51C1}"/>
                </a:ext>
              </a:extLst>
            </p:cNvPr>
            <p:cNvSpPr/>
            <p:nvPr/>
          </p:nvSpPr>
          <p:spPr>
            <a:xfrm>
              <a:off x="41994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9725;p128">
              <a:extLst>
                <a:ext uri="{FF2B5EF4-FFF2-40B4-BE49-F238E27FC236}">
                  <a16:creationId xmlns:a16="http://schemas.microsoft.com/office/drawing/2014/main" id="{243C3005-F336-D270-1E6A-08A040B6BACB}"/>
                </a:ext>
              </a:extLst>
            </p:cNvPr>
            <p:cNvSpPr/>
            <p:nvPr/>
          </p:nvSpPr>
          <p:spPr>
            <a:xfrm>
              <a:off x="3132800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9726;p128">
              <a:extLst>
                <a:ext uri="{FF2B5EF4-FFF2-40B4-BE49-F238E27FC236}">
                  <a16:creationId xmlns:a16="http://schemas.microsoft.com/office/drawing/2014/main" id="{B2572CFE-8DDB-12FA-9D94-99E6B976A6E4}"/>
                </a:ext>
              </a:extLst>
            </p:cNvPr>
            <p:cNvSpPr/>
            <p:nvPr/>
          </p:nvSpPr>
          <p:spPr>
            <a:xfrm>
              <a:off x="305680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9727;p128">
              <a:extLst>
                <a:ext uri="{FF2B5EF4-FFF2-40B4-BE49-F238E27FC236}">
                  <a16:creationId xmlns:a16="http://schemas.microsoft.com/office/drawing/2014/main" id="{4FC74FD8-3719-C008-716E-130C2B50D022}"/>
                </a:ext>
              </a:extLst>
            </p:cNvPr>
            <p:cNvSpPr/>
            <p:nvPr/>
          </p:nvSpPr>
          <p:spPr>
            <a:xfrm>
              <a:off x="43516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9728;p128">
              <a:extLst>
                <a:ext uri="{FF2B5EF4-FFF2-40B4-BE49-F238E27FC236}">
                  <a16:creationId xmlns:a16="http://schemas.microsoft.com/office/drawing/2014/main" id="{E21E97C7-DE1C-9FCF-27F1-7E15215C6EB6}"/>
                </a:ext>
              </a:extLst>
            </p:cNvPr>
            <p:cNvSpPr/>
            <p:nvPr/>
          </p:nvSpPr>
          <p:spPr>
            <a:xfrm>
              <a:off x="43516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9729;p128">
              <a:extLst>
                <a:ext uri="{FF2B5EF4-FFF2-40B4-BE49-F238E27FC236}">
                  <a16:creationId xmlns:a16="http://schemas.microsoft.com/office/drawing/2014/main" id="{332C2391-5B2A-6049-82A5-1471A0D9EAE3}"/>
                </a:ext>
              </a:extLst>
            </p:cNvPr>
            <p:cNvSpPr/>
            <p:nvPr/>
          </p:nvSpPr>
          <p:spPr>
            <a:xfrm>
              <a:off x="43516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9730;p128">
              <a:extLst>
                <a:ext uri="{FF2B5EF4-FFF2-40B4-BE49-F238E27FC236}">
                  <a16:creationId xmlns:a16="http://schemas.microsoft.com/office/drawing/2014/main" id="{1A67078F-8EFC-8533-3A0E-439C4D09A455}"/>
                </a:ext>
              </a:extLst>
            </p:cNvPr>
            <p:cNvSpPr/>
            <p:nvPr/>
          </p:nvSpPr>
          <p:spPr>
            <a:xfrm>
              <a:off x="43516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9731;p128">
              <a:extLst>
                <a:ext uri="{FF2B5EF4-FFF2-40B4-BE49-F238E27FC236}">
                  <a16:creationId xmlns:a16="http://schemas.microsoft.com/office/drawing/2014/main" id="{F2F4D69B-893C-CDE2-07C1-8FCA5E03CA29}"/>
                </a:ext>
              </a:extLst>
            </p:cNvPr>
            <p:cNvSpPr/>
            <p:nvPr/>
          </p:nvSpPr>
          <p:spPr>
            <a:xfrm>
              <a:off x="43516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9732;p128">
              <a:extLst>
                <a:ext uri="{FF2B5EF4-FFF2-40B4-BE49-F238E27FC236}">
                  <a16:creationId xmlns:a16="http://schemas.microsoft.com/office/drawing/2014/main" id="{2F3BD695-7C7F-1FCA-DF37-86C9E4A194A4}"/>
                </a:ext>
              </a:extLst>
            </p:cNvPr>
            <p:cNvSpPr/>
            <p:nvPr/>
          </p:nvSpPr>
          <p:spPr>
            <a:xfrm>
              <a:off x="43516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9733;p128">
              <a:extLst>
                <a:ext uri="{FF2B5EF4-FFF2-40B4-BE49-F238E27FC236}">
                  <a16:creationId xmlns:a16="http://schemas.microsoft.com/office/drawing/2014/main" id="{FB34D045-4282-3E3B-EC7E-96CEFF78018D}"/>
                </a:ext>
              </a:extLst>
            </p:cNvPr>
            <p:cNvSpPr/>
            <p:nvPr/>
          </p:nvSpPr>
          <p:spPr>
            <a:xfrm>
              <a:off x="43516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9734;p128">
              <a:extLst>
                <a:ext uri="{FF2B5EF4-FFF2-40B4-BE49-F238E27FC236}">
                  <a16:creationId xmlns:a16="http://schemas.microsoft.com/office/drawing/2014/main" id="{9B6278BA-4C7F-5BBE-525D-846CBD3F6815}"/>
                </a:ext>
              </a:extLst>
            </p:cNvPr>
            <p:cNvSpPr/>
            <p:nvPr/>
          </p:nvSpPr>
          <p:spPr>
            <a:xfrm>
              <a:off x="397095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9735;p128">
              <a:extLst>
                <a:ext uri="{FF2B5EF4-FFF2-40B4-BE49-F238E27FC236}">
                  <a16:creationId xmlns:a16="http://schemas.microsoft.com/office/drawing/2014/main" id="{737F72AA-4C84-13F5-7218-A738FF6BBC73}"/>
                </a:ext>
              </a:extLst>
            </p:cNvPr>
            <p:cNvSpPr/>
            <p:nvPr/>
          </p:nvSpPr>
          <p:spPr>
            <a:xfrm>
              <a:off x="39709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9736;p128">
              <a:extLst>
                <a:ext uri="{FF2B5EF4-FFF2-40B4-BE49-F238E27FC236}">
                  <a16:creationId xmlns:a16="http://schemas.microsoft.com/office/drawing/2014/main" id="{DA14193B-E224-F2B3-433E-156B273013D0}"/>
                </a:ext>
              </a:extLst>
            </p:cNvPr>
            <p:cNvSpPr/>
            <p:nvPr/>
          </p:nvSpPr>
          <p:spPr>
            <a:xfrm>
              <a:off x="36661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9737;p128">
              <a:extLst>
                <a:ext uri="{FF2B5EF4-FFF2-40B4-BE49-F238E27FC236}">
                  <a16:creationId xmlns:a16="http://schemas.microsoft.com/office/drawing/2014/main" id="{8A4DAE1C-DE73-364B-6CF6-4AE078469CD4}"/>
                </a:ext>
              </a:extLst>
            </p:cNvPr>
            <p:cNvSpPr/>
            <p:nvPr/>
          </p:nvSpPr>
          <p:spPr>
            <a:xfrm>
              <a:off x="37423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9738;p128">
              <a:extLst>
                <a:ext uri="{FF2B5EF4-FFF2-40B4-BE49-F238E27FC236}">
                  <a16:creationId xmlns:a16="http://schemas.microsoft.com/office/drawing/2014/main" id="{0C636D73-89F5-C967-7436-B3E96B27C1FF}"/>
                </a:ext>
              </a:extLst>
            </p:cNvPr>
            <p:cNvSpPr/>
            <p:nvPr/>
          </p:nvSpPr>
          <p:spPr>
            <a:xfrm>
              <a:off x="37423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9739;p128">
              <a:extLst>
                <a:ext uri="{FF2B5EF4-FFF2-40B4-BE49-F238E27FC236}">
                  <a16:creationId xmlns:a16="http://schemas.microsoft.com/office/drawing/2014/main" id="{F040A3F0-5897-9C66-F13E-8F122E6C16D8}"/>
                </a:ext>
              </a:extLst>
            </p:cNvPr>
            <p:cNvSpPr/>
            <p:nvPr/>
          </p:nvSpPr>
          <p:spPr>
            <a:xfrm>
              <a:off x="38185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9740;p128">
              <a:extLst>
                <a:ext uri="{FF2B5EF4-FFF2-40B4-BE49-F238E27FC236}">
                  <a16:creationId xmlns:a16="http://schemas.microsoft.com/office/drawing/2014/main" id="{7F10A21C-1B6B-859A-85B6-1AE7B699FE3C}"/>
                </a:ext>
              </a:extLst>
            </p:cNvPr>
            <p:cNvSpPr/>
            <p:nvPr/>
          </p:nvSpPr>
          <p:spPr>
            <a:xfrm>
              <a:off x="38947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9741;p128">
              <a:extLst>
                <a:ext uri="{FF2B5EF4-FFF2-40B4-BE49-F238E27FC236}">
                  <a16:creationId xmlns:a16="http://schemas.microsoft.com/office/drawing/2014/main" id="{CF8020D8-AC40-8EDA-FA4B-AE61D67124E5}"/>
                </a:ext>
              </a:extLst>
            </p:cNvPr>
            <p:cNvSpPr/>
            <p:nvPr/>
          </p:nvSpPr>
          <p:spPr>
            <a:xfrm>
              <a:off x="38947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9742;p128">
              <a:extLst>
                <a:ext uri="{FF2B5EF4-FFF2-40B4-BE49-F238E27FC236}">
                  <a16:creationId xmlns:a16="http://schemas.microsoft.com/office/drawing/2014/main" id="{66D082F8-2625-0DCA-BF35-EB79EBE0C911}"/>
                </a:ext>
              </a:extLst>
            </p:cNvPr>
            <p:cNvSpPr/>
            <p:nvPr/>
          </p:nvSpPr>
          <p:spPr>
            <a:xfrm>
              <a:off x="39709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9743;p128">
              <a:extLst>
                <a:ext uri="{FF2B5EF4-FFF2-40B4-BE49-F238E27FC236}">
                  <a16:creationId xmlns:a16="http://schemas.microsoft.com/office/drawing/2014/main" id="{54008729-3F69-1D6D-7F83-D3F5D63153BE}"/>
                </a:ext>
              </a:extLst>
            </p:cNvPr>
            <p:cNvSpPr/>
            <p:nvPr/>
          </p:nvSpPr>
          <p:spPr>
            <a:xfrm>
              <a:off x="39709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9744;p128">
              <a:extLst>
                <a:ext uri="{FF2B5EF4-FFF2-40B4-BE49-F238E27FC236}">
                  <a16:creationId xmlns:a16="http://schemas.microsoft.com/office/drawing/2014/main" id="{48B7C34C-1049-2162-F2E5-92CB04A5A0B7}"/>
                </a:ext>
              </a:extLst>
            </p:cNvPr>
            <p:cNvSpPr/>
            <p:nvPr/>
          </p:nvSpPr>
          <p:spPr>
            <a:xfrm>
              <a:off x="40469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9745;p128">
              <a:extLst>
                <a:ext uri="{FF2B5EF4-FFF2-40B4-BE49-F238E27FC236}">
                  <a16:creationId xmlns:a16="http://schemas.microsoft.com/office/drawing/2014/main" id="{915AB01C-5FAF-69C5-D9D6-54E8B1414F4B}"/>
                </a:ext>
              </a:extLst>
            </p:cNvPr>
            <p:cNvSpPr/>
            <p:nvPr/>
          </p:nvSpPr>
          <p:spPr>
            <a:xfrm>
              <a:off x="40469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9746;p128">
              <a:extLst>
                <a:ext uri="{FF2B5EF4-FFF2-40B4-BE49-F238E27FC236}">
                  <a16:creationId xmlns:a16="http://schemas.microsoft.com/office/drawing/2014/main" id="{DC2E8D7B-DA71-A0FF-8C69-D1F23B599F33}"/>
                </a:ext>
              </a:extLst>
            </p:cNvPr>
            <p:cNvSpPr/>
            <p:nvPr/>
          </p:nvSpPr>
          <p:spPr>
            <a:xfrm>
              <a:off x="40469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9747;p128">
              <a:extLst>
                <a:ext uri="{FF2B5EF4-FFF2-40B4-BE49-F238E27FC236}">
                  <a16:creationId xmlns:a16="http://schemas.microsoft.com/office/drawing/2014/main" id="{FC7BD104-F656-DCC8-40E5-BBA74068BB23}"/>
                </a:ext>
              </a:extLst>
            </p:cNvPr>
            <p:cNvSpPr/>
            <p:nvPr/>
          </p:nvSpPr>
          <p:spPr>
            <a:xfrm>
              <a:off x="40469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9748;p128">
              <a:extLst>
                <a:ext uri="{FF2B5EF4-FFF2-40B4-BE49-F238E27FC236}">
                  <a16:creationId xmlns:a16="http://schemas.microsoft.com/office/drawing/2014/main" id="{F69E2283-9B44-DBA5-EF94-BE2CD03FCBF1}"/>
                </a:ext>
              </a:extLst>
            </p:cNvPr>
            <p:cNvSpPr/>
            <p:nvPr/>
          </p:nvSpPr>
          <p:spPr>
            <a:xfrm>
              <a:off x="41231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9749;p128">
              <a:extLst>
                <a:ext uri="{FF2B5EF4-FFF2-40B4-BE49-F238E27FC236}">
                  <a16:creationId xmlns:a16="http://schemas.microsoft.com/office/drawing/2014/main" id="{D600FA4A-06A3-7FD0-48C4-8CF4C3C2ABF6}"/>
                </a:ext>
              </a:extLst>
            </p:cNvPr>
            <p:cNvSpPr/>
            <p:nvPr/>
          </p:nvSpPr>
          <p:spPr>
            <a:xfrm>
              <a:off x="41231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9750;p128">
              <a:extLst>
                <a:ext uri="{FF2B5EF4-FFF2-40B4-BE49-F238E27FC236}">
                  <a16:creationId xmlns:a16="http://schemas.microsoft.com/office/drawing/2014/main" id="{70A364C0-EA6C-CBD2-E36C-2B40B1CE445A}"/>
                </a:ext>
              </a:extLst>
            </p:cNvPr>
            <p:cNvSpPr/>
            <p:nvPr/>
          </p:nvSpPr>
          <p:spPr>
            <a:xfrm>
              <a:off x="41231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9751;p128">
              <a:extLst>
                <a:ext uri="{FF2B5EF4-FFF2-40B4-BE49-F238E27FC236}">
                  <a16:creationId xmlns:a16="http://schemas.microsoft.com/office/drawing/2014/main" id="{082A6A3C-8224-FF80-8917-5AED9257ED44}"/>
                </a:ext>
              </a:extLst>
            </p:cNvPr>
            <p:cNvSpPr/>
            <p:nvPr/>
          </p:nvSpPr>
          <p:spPr>
            <a:xfrm>
              <a:off x="41231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9752;p128">
              <a:extLst>
                <a:ext uri="{FF2B5EF4-FFF2-40B4-BE49-F238E27FC236}">
                  <a16:creationId xmlns:a16="http://schemas.microsoft.com/office/drawing/2014/main" id="{78A87FA1-C5A8-C8EB-B8A7-11FFDFB894DD}"/>
                </a:ext>
              </a:extLst>
            </p:cNvPr>
            <p:cNvSpPr/>
            <p:nvPr/>
          </p:nvSpPr>
          <p:spPr>
            <a:xfrm>
              <a:off x="41231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9753;p128">
              <a:extLst>
                <a:ext uri="{FF2B5EF4-FFF2-40B4-BE49-F238E27FC236}">
                  <a16:creationId xmlns:a16="http://schemas.microsoft.com/office/drawing/2014/main" id="{8ECD4264-302C-3172-EE95-481F6999BF4E}"/>
                </a:ext>
              </a:extLst>
            </p:cNvPr>
            <p:cNvSpPr/>
            <p:nvPr/>
          </p:nvSpPr>
          <p:spPr>
            <a:xfrm>
              <a:off x="41231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9754;p128">
              <a:extLst>
                <a:ext uri="{FF2B5EF4-FFF2-40B4-BE49-F238E27FC236}">
                  <a16:creationId xmlns:a16="http://schemas.microsoft.com/office/drawing/2014/main" id="{A075E09E-6767-583B-1689-5E6872C8301E}"/>
                </a:ext>
              </a:extLst>
            </p:cNvPr>
            <p:cNvSpPr/>
            <p:nvPr/>
          </p:nvSpPr>
          <p:spPr>
            <a:xfrm>
              <a:off x="41994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9755;p128">
              <a:extLst>
                <a:ext uri="{FF2B5EF4-FFF2-40B4-BE49-F238E27FC236}">
                  <a16:creationId xmlns:a16="http://schemas.microsoft.com/office/drawing/2014/main" id="{1415792C-0FA4-0454-DF46-C7234DCD019A}"/>
                </a:ext>
              </a:extLst>
            </p:cNvPr>
            <p:cNvSpPr/>
            <p:nvPr/>
          </p:nvSpPr>
          <p:spPr>
            <a:xfrm>
              <a:off x="41994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9756;p128">
              <a:extLst>
                <a:ext uri="{FF2B5EF4-FFF2-40B4-BE49-F238E27FC236}">
                  <a16:creationId xmlns:a16="http://schemas.microsoft.com/office/drawing/2014/main" id="{26EE9747-39A2-B315-64F9-2401266D962D}"/>
                </a:ext>
              </a:extLst>
            </p:cNvPr>
            <p:cNvSpPr/>
            <p:nvPr/>
          </p:nvSpPr>
          <p:spPr>
            <a:xfrm>
              <a:off x="41994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9757;p128">
              <a:extLst>
                <a:ext uri="{FF2B5EF4-FFF2-40B4-BE49-F238E27FC236}">
                  <a16:creationId xmlns:a16="http://schemas.microsoft.com/office/drawing/2014/main" id="{3D702F9E-45FB-F1ED-CBFE-7493E66A7AC3}"/>
                </a:ext>
              </a:extLst>
            </p:cNvPr>
            <p:cNvSpPr/>
            <p:nvPr/>
          </p:nvSpPr>
          <p:spPr>
            <a:xfrm>
              <a:off x="41994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9758;p128">
              <a:extLst>
                <a:ext uri="{FF2B5EF4-FFF2-40B4-BE49-F238E27FC236}">
                  <a16:creationId xmlns:a16="http://schemas.microsoft.com/office/drawing/2014/main" id="{FF0DD984-A453-58B3-426D-9F90DE45F081}"/>
                </a:ext>
              </a:extLst>
            </p:cNvPr>
            <p:cNvSpPr/>
            <p:nvPr/>
          </p:nvSpPr>
          <p:spPr>
            <a:xfrm>
              <a:off x="41994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9759;p128">
              <a:extLst>
                <a:ext uri="{FF2B5EF4-FFF2-40B4-BE49-F238E27FC236}">
                  <a16:creationId xmlns:a16="http://schemas.microsoft.com/office/drawing/2014/main" id="{7E2A61FC-49D2-BA18-E505-EC19DFE71CD7}"/>
                </a:ext>
              </a:extLst>
            </p:cNvPr>
            <p:cNvSpPr/>
            <p:nvPr/>
          </p:nvSpPr>
          <p:spPr>
            <a:xfrm>
              <a:off x="41994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9760;p128">
              <a:extLst>
                <a:ext uri="{FF2B5EF4-FFF2-40B4-BE49-F238E27FC236}">
                  <a16:creationId xmlns:a16="http://schemas.microsoft.com/office/drawing/2014/main" id="{8BCCFC78-05DB-58A9-B732-1C9F7898BFF7}"/>
                </a:ext>
              </a:extLst>
            </p:cNvPr>
            <p:cNvSpPr/>
            <p:nvPr/>
          </p:nvSpPr>
          <p:spPr>
            <a:xfrm>
              <a:off x="41994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9761;p128">
              <a:extLst>
                <a:ext uri="{FF2B5EF4-FFF2-40B4-BE49-F238E27FC236}">
                  <a16:creationId xmlns:a16="http://schemas.microsoft.com/office/drawing/2014/main" id="{E313647D-DF20-37D0-108F-185A003B9632}"/>
                </a:ext>
              </a:extLst>
            </p:cNvPr>
            <p:cNvSpPr/>
            <p:nvPr/>
          </p:nvSpPr>
          <p:spPr>
            <a:xfrm>
              <a:off x="42756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9762;p128">
              <a:extLst>
                <a:ext uri="{FF2B5EF4-FFF2-40B4-BE49-F238E27FC236}">
                  <a16:creationId xmlns:a16="http://schemas.microsoft.com/office/drawing/2014/main" id="{0E12B443-6A10-B423-495E-4064B571A9D5}"/>
                </a:ext>
              </a:extLst>
            </p:cNvPr>
            <p:cNvSpPr/>
            <p:nvPr/>
          </p:nvSpPr>
          <p:spPr>
            <a:xfrm>
              <a:off x="42756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9763;p128">
              <a:extLst>
                <a:ext uri="{FF2B5EF4-FFF2-40B4-BE49-F238E27FC236}">
                  <a16:creationId xmlns:a16="http://schemas.microsoft.com/office/drawing/2014/main" id="{A87A45B4-0E2E-B77C-5CDD-CAE6935DA194}"/>
                </a:ext>
              </a:extLst>
            </p:cNvPr>
            <p:cNvSpPr/>
            <p:nvPr/>
          </p:nvSpPr>
          <p:spPr>
            <a:xfrm>
              <a:off x="42756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9764;p128">
              <a:extLst>
                <a:ext uri="{FF2B5EF4-FFF2-40B4-BE49-F238E27FC236}">
                  <a16:creationId xmlns:a16="http://schemas.microsoft.com/office/drawing/2014/main" id="{6F9410EB-1F85-13A8-D6A6-0CA2D8178DD1}"/>
                </a:ext>
              </a:extLst>
            </p:cNvPr>
            <p:cNvSpPr/>
            <p:nvPr/>
          </p:nvSpPr>
          <p:spPr>
            <a:xfrm>
              <a:off x="42756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9765;p128">
              <a:extLst>
                <a:ext uri="{FF2B5EF4-FFF2-40B4-BE49-F238E27FC236}">
                  <a16:creationId xmlns:a16="http://schemas.microsoft.com/office/drawing/2014/main" id="{7BABF0FF-1860-7FC6-E43E-05B02256CE8B}"/>
                </a:ext>
              </a:extLst>
            </p:cNvPr>
            <p:cNvSpPr/>
            <p:nvPr/>
          </p:nvSpPr>
          <p:spPr>
            <a:xfrm>
              <a:off x="42756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9766;p128">
              <a:extLst>
                <a:ext uri="{FF2B5EF4-FFF2-40B4-BE49-F238E27FC236}">
                  <a16:creationId xmlns:a16="http://schemas.microsoft.com/office/drawing/2014/main" id="{66B124F8-63C1-78EE-F2C9-217EA86814FF}"/>
                </a:ext>
              </a:extLst>
            </p:cNvPr>
            <p:cNvSpPr/>
            <p:nvPr/>
          </p:nvSpPr>
          <p:spPr>
            <a:xfrm>
              <a:off x="42756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9767;p128">
              <a:extLst>
                <a:ext uri="{FF2B5EF4-FFF2-40B4-BE49-F238E27FC236}">
                  <a16:creationId xmlns:a16="http://schemas.microsoft.com/office/drawing/2014/main" id="{2052320D-A14D-4E2D-6A22-A0BAF1ADBF0F}"/>
                </a:ext>
              </a:extLst>
            </p:cNvPr>
            <p:cNvSpPr/>
            <p:nvPr/>
          </p:nvSpPr>
          <p:spPr>
            <a:xfrm>
              <a:off x="42756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9768;p128">
              <a:extLst>
                <a:ext uri="{FF2B5EF4-FFF2-40B4-BE49-F238E27FC236}">
                  <a16:creationId xmlns:a16="http://schemas.microsoft.com/office/drawing/2014/main" id="{32BC2404-F601-95A9-0E1F-30FB298CE285}"/>
                </a:ext>
              </a:extLst>
            </p:cNvPr>
            <p:cNvSpPr/>
            <p:nvPr/>
          </p:nvSpPr>
          <p:spPr>
            <a:xfrm>
              <a:off x="42756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9769;p128">
              <a:extLst>
                <a:ext uri="{FF2B5EF4-FFF2-40B4-BE49-F238E27FC236}">
                  <a16:creationId xmlns:a16="http://schemas.microsoft.com/office/drawing/2014/main" id="{BA741C9B-A1FC-F2AC-9218-D3A9C81AEA24}"/>
                </a:ext>
              </a:extLst>
            </p:cNvPr>
            <p:cNvSpPr/>
            <p:nvPr/>
          </p:nvSpPr>
          <p:spPr>
            <a:xfrm>
              <a:off x="43516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9770;p128">
              <a:extLst>
                <a:ext uri="{FF2B5EF4-FFF2-40B4-BE49-F238E27FC236}">
                  <a16:creationId xmlns:a16="http://schemas.microsoft.com/office/drawing/2014/main" id="{73CA859E-BC8E-A385-8C57-05F7E6D7EE1B}"/>
                </a:ext>
              </a:extLst>
            </p:cNvPr>
            <p:cNvSpPr/>
            <p:nvPr/>
          </p:nvSpPr>
          <p:spPr>
            <a:xfrm>
              <a:off x="44278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9771;p128">
              <a:extLst>
                <a:ext uri="{FF2B5EF4-FFF2-40B4-BE49-F238E27FC236}">
                  <a16:creationId xmlns:a16="http://schemas.microsoft.com/office/drawing/2014/main" id="{A0A65CDC-4F11-3403-1F00-600C838B8027}"/>
                </a:ext>
              </a:extLst>
            </p:cNvPr>
            <p:cNvSpPr/>
            <p:nvPr/>
          </p:nvSpPr>
          <p:spPr>
            <a:xfrm>
              <a:off x="44278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9772;p128">
              <a:extLst>
                <a:ext uri="{FF2B5EF4-FFF2-40B4-BE49-F238E27FC236}">
                  <a16:creationId xmlns:a16="http://schemas.microsoft.com/office/drawing/2014/main" id="{E05F996C-0933-AF75-3ECD-985126039FC1}"/>
                </a:ext>
              </a:extLst>
            </p:cNvPr>
            <p:cNvSpPr/>
            <p:nvPr/>
          </p:nvSpPr>
          <p:spPr>
            <a:xfrm>
              <a:off x="44278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9773;p128">
              <a:extLst>
                <a:ext uri="{FF2B5EF4-FFF2-40B4-BE49-F238E27FC236}">
                  <a16:creationId xmlns:a16="http://schemas.microsoft.com/office/drawing/2014/main" id="{7979F09F-FEB7-9E91-1398-307050592553}"/>
                </a:ext>
              </a:extLst>
            </p:cNvPr>
            <p:cNvSpPr/>
            <p:nvPr/>
          </p:nvSpPr>
          <p:spPr>
            <a:xfrm>
              <a:off x="44278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9774;p128">
              <a:extLst>
                <a:ext uri="{FF2B5EF4-FFF2-40B4-BE49-F238E27FC236}">
                  <a16:creationId xmlns:a16="http://schemas.microsoft.com/office/drawing/2014/main" id="{90749F57-15C8-E913-8A6A-7EC0236E4D14}"/>
                </a:ext>
              </a:extLst>
            </p:cNvPr>
            <p:cNvSpPr/>
            <p:nvPr/>
          </p:nvSpPr>
          <p:spPr>
            <a:xfrm>
              <a:off x="44278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9775;p128">
              <a:extLst>
                <a:ext uri="{FF2B5EF4-FFF2-40B4-BE49-F238E27FC236}">
                  <a16:creationId xmlns:a16="http://schemas.microsoft.com/office/drawing/2014/main" id="{121E1CE7-E0BC-2F04-12CC-7504221EABBA}"/>
                </a:ext>
              </a:extLst>
            </p:cNvPr>
            <p:cNvSpPr/>
            <p:nvPr/>
          </p:nvSpPr>
          <p:spPr>
            <a:xfrm>
              <a:off x="44278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9776;p128">
              <a:extLst>
                <a:ext uri="{FF2B5EF4-FFF2-40B4-BE49-F238E27FC236}">
                  <a16:creationId xmlns:a16="http://schemas.microsoft.com/office/drawing/2014/main" id="{115ADA5B-B0D1-84A0-478D-6D4331551046}"/>
                </a:ext>
              </a:extLst>
            </p:cNvPr>
            <p:cNvSpPr/>
            <p:nvPr/>
          </p:nvSpPr>
          <p:spPr>
            <a:xfrm>
              <a:off x="44278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9777;p128">
              <a:extLst>
                <a:ext uri="{FF2B5EF4-FFF2-40B4-BE49-F238E27FC236}">
                  <a16:creationId xmlns:a16="http://schemas.microsoft.com/office/drawing/2014/main" id="{7398CFC2-F919-B1DC-5305-F18532F84576}"/>
                </a:ext>
              </a:extLst>
            </p:cNvPr>
            <p:cNvSpPr/>
            <p:nvPr/>
          </p:nvSpPr>
          <p:spPr>
            <a:xfrm>
              <a:off x="44278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9778;p128">
              <a:extLst>
                <a:ext uri="{FF2B5EF4-FFF2-40B4-BE49-F238E27FC236}">
                  <a16:creationId xmlns:a16="http://schemas.microsoft.com/office/drawing/2014/main" id="{A112C72F-ACF0-0193-682D-1A3F3B6FEA20}"/>
                </a:ext>
              </a:extLst>
            </p:cNvPr>
            <p:cNvSpPr/>
            <p:nvPr/>
          </p:nvSpPr>
          <p:spPr>
            <a:xfrm>
              <a:off x="4427825" y="1571400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9779;p128">
              <a:extLst>
                <a:ext uri="{FF2B5EF4-FFF2-40B4-BE49-F238E27FC236}">
                  <a16:creationId xmlns:a16="http://schemas.microsoft.com/office/drawing/2014/main" id="{B777BE90-528F-F459-B4B1-BFAA7E326F2F}"/>
                </a:ext>
              </a:extLst>
            </p:cNvPr>
            <p:cNvSpPr/>
            <p:nvPr/>
          </p:nvSpPr>
          <p:spPr>
            <a:xfrm>
              <a:off x="43516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9780;p128">
              <a:extLst>
                <a:ext uri="{FF2B5EF4-FFF2-40B4-BE49-F238E27FC236}">
                  <a16:creationId xmlns:a16="http://schemas.microsoft.com/office/drawing/2014/main" id="{FECA9BBC-0F43-4695-E358-3C0BB3C091A7}"/>
                </a:ext>
              </a:extLst>
            </p:cNvPr>
            <p:cNvSpPr/>
            <p:nvPr/>
          </p:nvSpPr>
          <p:spPr>
            <a:xfrm>
              <a:off x="42756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9781;p128">
              <a:extLst>
                <a:ext uri="{FF2B5EF4-FFF2-40B4-BE49-F238E27FC236}">
                  <a16:creationId xmlns:a16="http://schemas.microsoft.com/office/drawing/2014/main" id="{E082179F-DA0E-5BC6-8695-557E1C9C444F}"/>
                </a:ext>
              </a:extLst>
            </p:cNvPr>
            <p:cNvSpPr/>
            <p:nvPr/>
          </p:nvSpPr>
          <p:spPr>
            <a:xfrm>
              <a:off x="42756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782;p128">
              <a:extLst>
                <a:ext uri="{FF2B5EF4-FFF2-40B4-BE49-F238E27FC236}">
                  <a16:creationId xmlns:a16="http://schemas.microsoft.com/office/drawing/2014/main" id="{88D3A054-A564-4D28-87CB-3E7B85619AEA}"/>
                </a:ext>
              </a:extLst>
            </p:cNvPr>
            <p:cNvSpPr/>
            <p:nvPr/>
          </p:nvSpPr>
          <p:spPr>
            <a:xfrm>
              <a:off x="41994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783;p128">
              <a:extLst>
                <a:ext uri="{FF2B5EF4-FFF2-40B4-BE49-F238E27FC236}">
                  <a16:creationId xmlns:a16="http://schemas.microsoft.com/office/drawing/2014/main" id="{0EC57580-ADCC-7585-3ECA-225795C778A5}"/>
                </a:ext>
              </a:extLst>
            </p:cNvPr>
            <p:cNvSpPr/>
            <p:nvPr/>
          </p:nvSpPr>
          <p:spPr>
            <a:xfrm>
              <a:off x="41994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784;p128">
              <a:extLst>
                <a:ext uri="{FF2B5EF4-FFF2-40B4-BE49-F238E27FC236}">
                  <a16:creationId xmlns:a16="http://schemas.microsoft.com/office/drawing/2014/main" id="{BD9B4DFC-D69B-1350-88D5-2AE1F94F5A92}"/>
                </a:ext>
              </a:extLst>
            </p:cNvPr>
            <p:cNvSpPr/>
            <p:nvPr/>
          </p:nvSpPr>
          <p:spPr>
            <a:xfrm>
              <a:off x="41994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785;p128">
              <a:extLst>
                <a:ext uri="{FF2B5EF4-FFF2-40B4-BE49-F238E27FC236}">
                  <a16:creationId xmlns:a16="http://schemas.microsoft.com/office/drawing/2014/main" id="{BDB9EF83-10D6-72AE-9047-56D202EFF1CD}"/>
                </a:ext>
              </a:extLst>
            </p:cNvPr>
            <p:cNvSpPr/>
            <p:nvPr/>
          </p:nvSpPr>
          <p:spPr>
            <a:xfrm>
              <a:off x="41994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786;p128">
              <a:extLst>
                <a:ext uri="{FF2B5EF4-FFF2-40B4-BE49-F238E27FC236}">
                  <a16:creationId xmlns:a16="http://schemas.microsoft.com/office/drawing/2014/main" id="{F8F3D6C2-3CB3-BB18-AF48-EC8FD8136128}"/>
                </a:ext>
              </a:extLst>
            </p:cNvPr>
            <p:cNvSpPr/>
            <p:nvPr/>
          </p:nvSpPr>
          <p:spPr>
            <a:xfrm>
              <a:off x="41231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787;p128">
              <a:extLst>
                <a:ext uri="{FF2B5EF4-FFF2-40B4-BE49-F238E27FC236}">
                  <a16:creationId xmlns:a16="http://schemas.microsoft.com/office/drawing/2014/main" id="{2800E5E4-C25A-ADB6-6F53-29854D5F9A8B}"/>
                </a:ext>
              </a:extLst>
            </p:cNvPr>
            <p:cNvSpPr/>
            <p:nvPr/>
          </p:nvSpPr>
          <p:spPr>
            <a:xfrm>
              <a:off x="41231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788;p128">
              <a:extLst>
                <a:ext uri="{FF2B5EF4-FFF2-40B4-BE49-F238E27FC236}">
                  <a16:creationId xmlns:a16="http://schemas.microsoft.com/office/drawing/2014/main" id="{9C499FA6-AD5A-7BF4-EF4B-AD51EE7B6762}"/>
                </a:ext>
              </a:extLst>
            </p:cNvPr>
            <p:cNvSpPr/>
            <p:nvPr/>
          </p:nvSpPr>
          <p:spPr>
            <a:xfrm>
              <a:off x="41231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789;p128">
              <a:extLst>
                <a:ext uri="{FF2B5EF4-FFF2-40B4-BE49-F238E27FC236}">
                  <a16:creationId xmlns:a16="http://schemas.microsoft.com/office/drawing/2014/main" id="{66600A27-7C99-A06D-FCAF-99134DA1EA19}"/>
                </a:ext>
              </a:extLst>
            </p:cNvPr>
            <p:cNvSpPr/>
            <p:nvPr/>
          </p:nvSpPr>
          <p:spPr>
            <a:xfrm>
              <a:off x="41231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790;p128">
              <a:extLst>
                <a:ext uri="{FF2B5EF4-FFF2-40B4-BE49-F238E27FC236}">
                  <a16:creationId xmlns:a16="http://schemas.microsoft.com/office/drawing/2014/main" id="{DF4771F5-D6C5-73A9-1FF3-C46E3C280113}"/>
                </a:ext>
              </a:extLst>
            </p:cNvPr>
            <p:cNvSpPr/>
            <p:nvPr/>
          </p:nvSpPr>
          <p:spPr>
            <a:xfrm>
              <a:off x="41231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791;p128">
              <a:extLst>
                <a:ext uri="{FF2B5EF4-FFF2-40B4-BE49-F238E27FC236}">
                  <a16:creationId xmlns:a16="http://schemas.microsoft.com/office/drawing/2014/main" id="{FDC46120-1574-A46A-8635-62D52FC50232}"/>
                </a:ext>
              </a:extLst>
            </p:cNvPr>
            <p:cNvSpPr/>
            <p:nvPr/>
          </p:nvSpPr>
          <p:spPr>
            <a:xfrm>
              <a:off x="41231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792;p128">
              <a:extLst>
                <a:ext uri="{FF2B5EF4-FFF2-40B4-BE49-F238E27FC236}">
                  <a16:creationId xmlns:a16="http://schemas.microsoft.com/office/drawing/2014/main" id="{9D7309C7-1036-277E-600C-0859874C7BFF}"/>
                </a:ext>
              </a:extLst>
            </p:cNvPr>
            <p:cNvSpPr/>
            <p:nvPr/>
          </p:nvSpPr>
          <p:spPr>
            <a:xfrm>
              <a:off x="40469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793;p128">
              <a:extLst>
                <a:ext uri="{FF2B5EF4-FFF2-40B4-BE49-F238E27FC236}">
                  <a16:creationId xmlns:a16="http://schemas.microsoft.com/office/drawing/2014/main" id="{C78E32FB-41DE-2708-CCBF-3A684F910537}"/>
                </a:ext>
              </a:extLst>
            </p:cNvPr>
            <p:cNvSpPr/>
            <p:nvPr/>
          </p:nvSpPr>
          <p:spPr>
            <a:xfrm>
              <a:off x="40469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794;p128">
              <a:extLst>
                <a:ext uri="{FF2B5EF4-FFF2-40B4-BE49-F238E27FC236}">
                  <a16:creationId xmlns:a16="http://schemas.microsoft.com/office/drawing/2014/main" id="{BB8B4B6E-B414-7FCE-6DBA-9E751F59024B}"/>
                </a:ext>
              </a:extLst>
            </p:cNvPr>
            <p:cNvSpPr/>
            <p:nvPr/>
          </p:nvSpPr>
          <p:spPr>
            <a:xfrm>
              <a:off x="40469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795;p128">
              <a:extLst>
                <a:ext uri="{FF2B5EF4-FFF2-40B4-BE49-F238E27FC236}">
                  <a16:creationId xmlns:a16="http://schemas.microsoft.com/office/drawing/2014/main" id="{F2E7CB8C-2AC1-9B5B-9C1E-8F69827C0A08}"/>
                </a:ext>
              </a:extLst>
            </p:cNvPr>
            <p:cNvSpPr/>
            <p:nvPr/>
          </p:nvSpPr>
          <p:spPr>
            <a:xfrm>
              <a:off x="40469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796;p128">
              <a:extLst>
                <a:ext uri="{FF2B5EF4-FFF2-40B4-BE49-F238E27FC236}">
                  <a16:creationId xmlns:a16="http://schemas.microsoft.com/office/drawing/2014/main" id="{B02F8064-76DE-2351-46F2-0EDA7C188422}"/>
                </a:ext>
              </a:extLst>
            </p:cNvPr>
            <p:cNvSpPr/>
            <p:nvPr/>
          </p:nvSpPr>
          <p:spPr>
            <a:xfrm>
              <a:off x="40469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797;p128">
              <a:extLst>
                <a:ext uri="{FF2B5EF4-FFF2-40B4-BE49-F238E27FC236}">
                  <a16:creationId xmlns:a16="http://schemas.microsoft.com/office/drawing/2014/main" id="{5FC56821-61C0-0B92-AB66-FFF123B8C546}"/>
                </a:ext>
              </a:extLst>
            </p:cNvPr>
            <p:cNvSpPr/>
            <p:nvPr/>
          </p:nvSpPr>
          <p:spPr>
            <a:xfrm>
              <a:off x="40469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798;p128">
              <a:extLst>
                <a:ext uri="{FF2B5EF4-FFF2-40B4-BE49-F238E27FC236}">
                  <a16:creationId xmlns:a16="http://schemas.microsoft.com/office/drawing/2014/main" id="{101C6421-2442-EA78-50E4-14791D9A1779}"/>
                </a:ext>
              </a:extLst>
            </p:cNvPr>
            <p:cNvSpPr/>
            <p:nvPr/>
          </p:nvSpPr>
          <p:spPr>
            <a:xfrm>
              <a:off x="40469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799;p128">
              <a:extLst>
                <a:ext uri="{FF2B5EF4-FFF2-40B4-BE49-F238E27FC236}">
                  <a16:creationId xmlns:a16="http://schemas.microsoft.com/office/drawing/2014/main" id="{B7B84A60-03A9-F46C-DE93-9A0BB0ED4CDE}"/>
                </a:ext>
              </a:extLst>
            </p:cNvPr>
            <p:cNvSpPr/>
            <p:nvPr/>
          </p:nvSpPr>
          <p:spPr>
            <a:xfrm>
              <a:off x="40469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800;p128">
              <a:extLst>
                <a:ext uri="{FF2B5EF4-FFF2-40B4-BE49-F238E27FC236}">
                  <a16:creationId xmlns:a16="http://schemas.microsoft.com/office/drawing/2014/main" id="{E0D596C6-60CE-09EF-E470-93C0D38BE6E0}"/>
                </a:ext>
              </a:extLst>
            </p:cNvPr>
            <p:cNvSpPr/>
            <p:nvPr/>
          </p:nvSpPr>
          <p:spPr>
            <a:xfrm>
              <a:off x="39709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801;p128">
              <a:extLst>
                <a:ext uri="{FF2B5EF4-FFF2-40B4-BE49-F238E27FC236}">
                  <a16:creationId xmlns:a16="http://schemas.microsoft.com/office/drawing/2014/main" id="{55BB5C1E-175F-6DAC-9A30-48E1D519C835}"/>
                </a:ext>
              </a:extLst>
            </p:cNvPr>
            <p:cNvSpPr/>
            <p:nvPr/>
          </p:nvSpPr>
          <p:spPr>
            <a:xfrm>
              <a:off x="39709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802;p128">
              <a:extLst>
                <a:ext uri="{FF2B5EF4-FFF2-40B4-BE49-F238E27FC236}">
                  <a16:creationId xmlns:a16="http://schemas.microsoft.com/office/drawing/2014/main" id="{1A2046F4-B1AC-D77C-2BAD-454C9FEB5556}"/>
                </a:ext>
              </a:extLst>
            </p:cNvPr>
            <p:cNvSpPr/>
            <p:nvPr/>
          </p:nvSpPr>
          <p:spPr>
            <a:xfrm>
              <a:off x="39709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803;p128">
              <a:extLst>
                <a:ext uri="{FF2B5EF4-FFF2-40B4-BE49-F238E27FC236}">
                  <a16:creationId xmlns:a16="http://schemas.microsoft.com/office/drawing/2014/main" id="{CD0A346B-7383-7631-AFAF-7B15862101F6}"/>
                </a:ext>
              </a:extLst>
            </p:cNvPr>
            <p:cNvSpPr/>
            <p:nvPr/>
          </p:nvSpPr>
          <p:spPr>
            <a:xfrm>
              <a:off x="39709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804;p128">
              <a:extLst>
                <a:ext uri="{FF2B5EF4-FFF2-40B4-BE49-F238E27FC236}">
                  <a16:creationId xmlns:a16="http://schemas.microsoft.com/office/drawing/2014/main" id="{F8674568-2288-6E27-2EE4-661F94D9F39A}"/>
                </a:ext>
              </a:extLst>
            </p:cNvPr>
            <p:cNvSpPr/>
            <p:nvPr/>
          </p:nvSpPr>
          <p:spPr>
            <a:xfrm>
              <a:off x="39709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805;p128">
              <a:extLst>
                <a:ext uri="{FF2B5EF4-FFF2-40B4-BE49-F238E27FC236}">
                  <a16:creationId xmlns:a16="http://schemas.microsoft.com/office/drawing/2014/main" id="{1A7D5449-5F24-CF4E-400A-90299AD41518}"/>
                </a:ext>
              </a:extLst>
            </p:cNvPr>
            <p:cNvSpPr/>
            <p:nvPr/>
          </p:nvSpPr>
          <p:spPr>
            <a:xfrm>
              <a:off x="39709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806;p128">
              <a:extLst>
                <a:ext uri="{FF2B5EF4-FFF2-40B4-BE49-F238E27FC236}">
                  <a16:creationId xmlns:a16="http://schemas.microsoft.com/office/drawing/2014/main" id="{3128B05C-2B7A-C7FA-236A-569D3EF28B2F}"/>
                </a:ext>
              </a:extLst>
            </p:cNvPr>
            <p:cNvSpPr/>
            <p:nvPr/>
          </p:nvSpPr>
          <p:spPr>
            <a:xfrm>
              <a:off x="39709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807;p128">
              <a:extLst>
                <a:ext uri="{FF2B5EF4-FFF2-40B4-BE49-F238E27FC236}">
                  <a16:creationId xmlns:a16="http://schemas.microsoft.com/office/drawing/2014/main" id="{9CCBBD4E-E3FF-1BD1-42AD-705CB39B3809}"/>
                </a:ext>
              </a:extLst>
            </p:cNvPr>
            <p:cNvSpPr/>
            <p:nvPr/>
          </p:nvSpPr>
          <p:spPr>
            <a:xfrm>
              <a:off x="39709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808;p128">
              <a:extLst>
                <a:ext uri="{FF2B5EF4-FFF2-40B4-BE49-F238E27FC236}">
                  <a16:creationId xmlns:a16="http://schemas.microsoft.com/office/drawing/2014/main" id="{AF2D9CC0-40F5-1740-6145-44E4BC89972C}"/>
                </a:ext>
              </a:extLst>
            </p:cNvPr>
            <p:cNvSpPr/>
            <p:nvPr/>
          </p:nvSpPr>
          <p:spPr>
            <a:xfrm>
              <a:off x="39709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809;p128">
              <a:extLst>
                <a:ext uri="{FF2B5EF4-FFF2-40B4-BE49-F238E27FC236}">
                  <a16:creationId xmlns:a16="http://schemas.microsoft.com/office/drawing/2014/main" id="{C39BA91A-AD65-36A2-7164-3F2967C63901}"/>
                </a:ext>
              </a:extLst>
            </p:cNvPr>
            <p:cNvSpPr/>
            <p:nvPr/>
          </p:nvSpPr>
          <p:spPr>
            <a:xfrm>
              <a:off x="38947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810;p128">
              <a:extLst>
                <a:ext uri="{FF2B5EF4-FFF2-40B4-BE49-F238E27FC236}">
                  <a16:creationId xmlns:a16="http://schemas.microsoft.com/office/drawing/2014/main" id="{B37E6177-5232-4D7A-2EE1-41B9CD2BF380}"/>
                </a:ext>
              </a:extLst>
            </p:cNvPr>
            <p:cNvSpPr/>
            <p:nvPr/>
          </p:nvSpPr>
          <p:spPr>
            <a:xfrm>
              <a:off x="38947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811;p128">
              <a:extLst>
                <a:ext uri="{FF2B5EF4-FFF2-40B4-BE49-F238E27FC236}">
                  <a16:creationId xmlns:a16="http://schemas.microsoft.com/office/drawing/2014/main" id="{35F6E856-3627-7A11-353D-E03043CD5793}"/>
                </a:ext>
              </a:extLst>
            </p:cNvPr>
            <p:cNvSpPr/>
            <p:nvPr/>
          </p:nvSpPr>
          <p:spPr>
            <a:xfrm>
              <a:off x="38947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812;p128">
              <a:extLst>
                <a:ext uri="{FF2B5EF4-FFF2-40B4-BE49-F238E27FC236}">
                  <a16:creationId xmlns:a16="http://schemas.microsoft.com/office/drawing/2014/main" id="{FA5639B7-5514-2DCF-AB11-178F961AB8D4}"/>
                </a:ext>
              </a:extLst>
            </p:cNvPr>
            <p:cNvSpPr/>
            <p:nvPr/>
          </p:nvSpPr>
          <p:spPr>
            <a:xfrm>
              <a:off x="38947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813;p128">
              <a:extLst>
                <a:ext uri="{FF2B5EF4-FFF2-40B4-BE49-F238E27FC236}">
                  <a16:creationId xmlns:a16="http://schemas.microsoft.com/office/drawing/2014/main" id="{F5851E59-D1FE-0B44-EC0B-4F4AE23D688A}"/>
                </a:ext>
              </a:extLst>
            </p:cNvPr>
            <p:cNvSpPr/>
            <p:nvPr/>
          </p:nvSpPr>
          <p:spPr>
            <a:xfrm>
              <a:off x="38947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814;p128">
              <a:extLst>
                <a:ext uri="{FF2B5EF4-FFF2-40B4-BE49-F238E27FC236}">
                  <a16:creationId xmlns:a16="http://schemas.microsoft.com/office/drawing/2014/main" id="{302367F9-217E-7D28-5E46-25EAFF5717D9}"/>
                </a:ext>
              </a:extLst>
            </p:cNvPr>
            <p:cNvSpPr/>
            <p:nvPr/>
          </p:nvSpPr>
          <p:spPr>
            <a:xfrm>
              <a:off x="3894725" y="1571400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815;p128">
              <a:extLst>
                <a:ext uri="{FF2B5EF4-FFF2-40B4-BE49-F238E27FC236}">
                  <a16:creationId xmlns:a16="http://schemas.microsoft.com/office/drawing/2014/main" id="{9FA16840-804E-CC06-EA8A-559DCF03A87C}"/>
                </a:ext>
              </a:extLst>
            </p:cNvPr>
            <p:cNvSpPr/>
            <p:nvPr/>
          </p:nvSpPr>
          <p:spPr>
            <a:xfrm>
              <a:off x="38947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816;p128">
              <a:extLst>
                <a:ext uri="{FF2B5EF4-FFF2-40B4-BE49-F238E27FC236}">
                  <a16:creationId xmlns:a16="http://schemas.microsoft.com/office/drawing/2014/main" id="{270DBEC7-571F-96FF-A2D0-B3292314939E}"/>
                </a:ext>
              </a:extLst>
            </p:cNvPr>
            <p:cNvSpPr/>
            <p:nvPr/>
          </p:nvSpPr>
          <p:spPr>
            <a:xfrm>
              <a:off x="38947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817;p128">
              <a:extLst>
                <a:ext uri="{FF2B5EF4-FFF2-40B4-BE49-F238E27FC236}">
                  <a16:creationId xmlns:a16="http://schemas.microsoft.com/office/drawing/2014/main" id="{A6F11D5A-7F08-676D-98DD-005D420C23FC}"/>
                </a:ext>
              </a:extLst>
            </p:cNvPr>
            <p:cNvSpPr/>
            <p:nvPr/>
          </p:nvSpPr>
          <p:spPr>
            <a:xfrm>
              <a:off x="38947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818;p128">
              <a:extLst>
                <a:ext uri="{FF2B5EF4-FFF2-40B4-BE49-F238E27FC236}">
                  <a16:creationId xmlns:a16="http://schemas.microsoft.com/office/drawing/2014/main" id="{37A5810F-4B23-D194-BFEB-5356280C5356}"/>
                </a:ext>
              </a:extLst>
            </p:cNvPr>
            <p:cNvSpPr/>
            <p:nvPr/>
          </p:nvSpPr>
          <p:spPr>
            <a:xfrm>
              <a:off x="38947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819;p128">
              <a:extLst>
                <a:ext uri="{FF2B5EF4-FFF2-40B4-BE49-F238E27FC236}">
                  <a16:creationId xmlns:a16="http://schemas.microsoft.com/office/drawing/2014/main" id="{790EC5E2-9020-646C-DF0E-B6F0637102D4}"/>
                </a:ext>
              </a:extLst>
            </p:cNvPr>
            <p:cNvSpPr/>
            <p:nvPr/>
          </p:nvSpPr>
          <p:spPr>
            <a:xfrm>
              <a:off x="38185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820;p128">
              <a:extLst>
                <a:ext uri="{FF2B5EF4-FFF2-40B4-BE49-F238E27FC236}">
                  <a16:creationId xmlns:a16="http://schemas.microsoft.com/office/drawing/2014/main" id="{B79CBBB8-6F03-09C2-322F-6393697A63B7}"/>
                </a:ext>
              </a:extLst>
            </p:cNvPr>
            <p:cNvSpPr/>
            <p:nvPr/>
          </p:nvSpPr>
          <p:spPr>
            <a:xfrm>
              <a:off x="38185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821;p128">
              <a:extLst>
                <a:ext uri="{FF2B5EF4-FFF2-40B4-BE49-F238E27FC236}">
                  <a16:creationId xmlns:a16="http://schemas.microsoft.com/office/drawing/2014/main" id="{75C77617-66FC-7A63-7575-B6F8CBA497EE}"/>
                </a:ext>
              </a:extLst>
            </p:cNvPr>
            <p:cNvSpPr/>
            <p:nvPr/>
          </p:nvSpPr>
          <p:spPr>
            <a:xfrm>
              <a:off x="38185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822;p128">
              <a:extLst>
                <a:ext uri="{FF2B5EF4-FFF2-40B4-BE49-F238E27FC236}">
                  <a16:creationId xmlns:a16="http://schemas.microsoft.com/office/drawing/2014/main" id="{2DA8A9B9-D1C7-5025-8584-DE265A0A15A4}"/>
                </a:ext>
              </a:extLst>
            </p:cNvPr>
            <p:cNvSpPr/>
            <p:nvPr/>
          </p:nvSpPr>
          <p:spPr>
            <a:xfrm>
              <a:off x="38185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823;p128">
              <a:extLst>
                <a:ext uri="{FF2B5EF4-FFF2-40B4-BE49-F238E27FC236}">
                  <a16:creationId xmlns:a16="http://schemas.microsoft.com/office/drawing/2014/main" id="{1E20DFD1-2DBE-2F0A-5E91-FDE6E9F40FCC}"/>
                </a:ext>
              </a:extLst>
            </p:cNvPr>
            <p:cNvSpPr/>
            <p:nvPr/>
          </p:nvSpPr>
          <p:spPr>
            <a:xfrm>
              <a:off x="38185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824;p128">
              <a:extLst>
                <a:ext uri="{FF2B5EF4-FFF2-40B4-BE49-F238E27FC236}">
                  <a16:creationId xmlns:a16="http://schemas.microsoft.com/office/drawing/2014/main" id="{6C47517B-103C-82BC-094A-601C2BB5B9F0}"/>
                </a:ext>
              </a:extLst>
            </p:cNvPr>
            <p:cNvSpPr/>
            <p:nvPr/>
          </p:nvSpPr>
          <p:spPr>
            <a:xfrm>
              <a:off x="38185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825;p128">
              <a:extLst>
                <a:ext uri="{FF2B5EF4-FFF2-40B4-BE49-F238E27FC236}">
                  <a16:creationId xmlns:a16="http://schemas.microsoft.com/office/drawing/2014/main" id="{FDD23408-4A7E-A8BC-7E41-09D6E94C2A64}"/>
                </a:ext>
              </a:extLst>
            </p:cNvPr>
            <p:cNvSpPr/>
            <p:nvPr/>
          </p:nvSpPr>
          <p:spPr>
            <a:xfrm>
              <a:off x="38185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826;p128">
              <a:extLst>
                <a:ext uri="{FF2B5EF4-FFF2-40B4-BE49-F238E27FC236}">
                  <a16:creationId xmlns:a16="http://schemas.microsoft.com/office/drawing/2014/main" id="{A1B9C001-C791-0B90-2107-784E167604F7}"/>
                </a:ext>
              </a:extLst>
            </p:cNvPr>
            <p:cNvSpPr/>
            <p:nvPr/>
          </p:nvSpPr>
          <p:spPr>
            <a:xfrm>
              <a:off x="38185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827;p128">
              <a:extLst>
                <a:ext uri="{FF2B5EF4-FFF2-40B4-BE49-F238E27FC236}">
                  <a16:creationId xmlns:a16="http://schemas.microsoft.com/office/drawing/2014/main" id="{47414D0F-E80F-319D-DBCD-D5D5516B4233}"/>
                </a:ext>
              </a:extLst>
            </p:cNvPr>
            <p:cNvSpPr/>
            <p:nvPr/>
          </p:nvSpPr>
          <p:spPr>
            <a:xfrm>
              <a:off x="38185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828;p128">
              <a:extLst>
                <a:ext uri="{FF2B5EF4-FFF2-40B4-BE49-F238E27FC236}">
                  <a16:creationId xmlns:a16="http://schemas.microsoft.com/office/drawing/2014/main" id="{5EB25620-9754-94B2-F9D4-7E4069C65CAD}"/>
                </a:ext>
              </a:extLst>
            </p:cNvPr>
            <p:cNvSpPr/>
            <p:nvPr/>
          </p:nvSpPr>
          <p:spPr>
            <a:xfrm>
              <a:off x="38185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829;p128">
              <a:extLst>
                <a:ext uri="{FF2B5EF4-FFF2-40B4-BE49-F238E27FC236}">
                  <a16:creationId xmlns:a16="http://schemas.microsoft.com/office/drawing/2014/main" id="{45D52866-69AF-FB63-F462-6954D307BAC9}"/>
                </a:ext>
              </a:extLst>
            </p:cNvPr>
            <p:cNvSpPr/>
            <p:nvPr/>
          </p:nvSpPr>
          <p:spPr>
            <a:xfrm>
              <a:off x="38185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830;p128">
              <a:extLst>
                <a:ext uri="{FF2B5EF4-FFF2-40B4-BE49-F238E27FC236}">
                  <a16:creationId xmlns:a16="http://schemas.microsoft.com/office/drawing/2014/main" id="{E2B57A92-46E5-2058-C306-AE5A8A185983}"/>
                </a:ext>
              </a:extLst>
            </p:cNvPr>
            <p:cNvSpPr/>
            <p:nvPr/>
          </p:nvSpPr>
          <p:spPr>
            <a:xfrm>
              <a:off x="37423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831;p128">
              <a:extLst>
                <a:ext uri="{FF2B5EF4-FFF2-40B4-BE49-F238E27FC236}">
                  <a16:creationId xmlns:a16="http://schemas.microsoft.com/office/drawing/2014/main" id="{12122CD6-2046-64A1-8D0B-990702B3CC83}"/>
                </a:ext>
              </a:extLst>
            </p:cNvPr>
            <p:cNvSpPr/>
            <p:nvPr/>
          </p:nvSpPr>
          <p:spPr>
            <a:xfrm>
              <a:off x="37423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832;p128">
              <a:extLst>
                <a:ext uri="{FF2B5EF4-FFF2-40B4-BE49-F238E27FC236}">
                  <a16:creationId xmlns:a16="http://schemas.microsoft.com/office/drawing/2014/main" id="{39DFCEF6-DDF6-F474-ECCC-C0595563AF51}"/>
                </a:ext>
              </a:extLst>
            </p:cNvPr>
            <p:cNvSpPr/>
            <p:nvPr/>
          </p:nvSpPr>
          <p:spPr>
            <a:xfrm>
              <a:off x="37423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5"/>
                    <a:pt x="528" y="2132"/>
                    <a:pt x="1076" y="2132"/>
                  </a:cubicBezTo>
                  <a:cubicBezTo>
                    <a:pt x="1335" y="2132"/>
                    <a:pt x="1599" y="2036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833;p128">
              <a:extLst>
                <a:ext uri="{FF2B5EF4-FFF2-40B4-BE49-F238E27FC236}">
                  <a16:creationId xmlns:a16="http://schemas.microsoft.com/office/drawing/2014/main" id="{D63F6637-C166-21B2-5964-2A5EDA893607}"/>
                </a:ext>
              </a:extLst>
            </p:cNvPr>
            <p:cNvSpPr/>
            <p:nvPr/>
          </p:nvSpPr>
          <p:spPr>
            <a:xfrm>
              <a:off x="37423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834;p128">
              <a:extLst>
                <a:ext uri="{FF2B5EF4-FFF2-40B4-BE49-F238E27FC236}">
                  <a16:creationId xmlns:a16="http://schemas.microsoft.com/office/drawing/2014/main" id="{B9B8B98D-0D0D-F73E-F8FD-A963F9EB80AE}"/>
                </a:ext>
              </a:extLst>
            </p:cNvPr>
            <p:cNvSpPr/>
            <p:nvPr/>
          </p:nvSpPr>
          <p:spPr>
            <a:xfrm>
              <a:off x="37423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835;p128">
              <a:extLst>
                <a:ext uri="{FF2B5EF4-FFF2-40B4-BE49-F238E27FC236}">
                  <a16:creationId xmlns:a16="http://schemas.microsoft.com/office/drawing/2014/main" id="{B37875E2-51FD-668F-BE04-4428A96813B3}"/>
                </a:ext>
              </a:extLst>
            </p:cNvPr>
            <p:cNvSpPr/>
            <p:nvPr/>
          </p:nvSpPr>
          <p:spPr>
            <a:xfrm>
              <a:off x="37423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836;p128">
              <a:extLst>
                <a:ext uri="{FF2B5EF4-FFF2-40B4-BE49-F238E27FC236}">
                  <a16:creationId xmlns:a16="http://schemas.microsoft.com/office/drawing/2014/main" id="{4398DDAE-3881-5F08-7A89-452487F5DC33}"/>
                </a:ext>
              </a:extLst>
            </p:cNvPr>
            <p:cNvSpPr/>
            <p:nvPr/>
          </p:nvSpPr>
          <p:spPr>
            <a:xfrm>
              <a:off x="37423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837;p128">
              <a:extLst>
                <a:ext uri="{FF2B5EF4-FFF2-40B4-BE49-F238E27FC236}">
                  <a16:creationId xmlns:a16="http://schemas.microsoft.com/office/drawing/2014/main" id="{C7537FC7-66FB-CA5A-A18B-B4B004716E79}"/>
                </a:ext>
              </a:extLst>
            </p:cNvPr>
            <p:cNvSpPr/>
            <p:nvPr/>
          </p:nvSpPr>
          <p:spPr>
            <a:xfrm>
              <a:off x="37423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838;p128">
              <a:extLst>
                <a:ext uri="{FF2B5EF4-FFF2-40B4-BE49-F238E27FC236}">
                  <a16:creationId xmlns:a16="http://schemas.microsoft.com/office/drawing/2014/main" id="{0D1512CF-E99B-0420-8C1C-FA2B7F7D48C0}"/>
                </a:ext>
              </a:extLst>
            </p:cNvPr>
            <p:cNvSpPr/>
            <p:nvPr/>
          </p:nvSpPr>
          <p:spPr>
            <a:xfrm>
              <a:off x="37423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839;p128">
              <a:extLst>
                <a:ext uri="{FF2B5EF4-FFF2-40B4-BE49-F238E27FC236}">
                  <a16:creationId xmlns:a16="http://schemas.microsoft.com/office/drawing/2014/main" id="{DBF32389-94AD-B572-2B9A-9B47B6A9DE4E}"/>
                </a:ext>
              </a:extLst>
            </p:cNvPr>
            <p:cNvSpPr/>
            <p:nvPr/>
          </p:nvSpPr>
          <p:spPr>
            <a:xfrm>
              <a:off x="36661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840;p128">
              <a:extLst>
                <a:ext uri="{FF2B5EF4-FFF2-40B4-BE49-F238E27FC236}">
                  <a16:creationId xmlns:a16="http://schemas.microsoft.com/office/drawing/2014/main" id="{CC97C689-4CF3-FB5B-E8FF-E222D7A7D6A9}"/>
                </a:ext>
              </a:extLst>
            </p:cNvPr>
            <p:cNvSpPr/>
            <p:nvPr/>
          </p:nvSpPr>
          <p:spPr>
            <a:xfrm>
              <a:off x="36661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841;p128">
              <a:extLst>
                <a:ext uri="{FF2B5EF4-FFF2-40B4-BE49-F238E27FC236}">
                  <a16:creationId xmlns:a16="http://schemas.microsoft.com/office/drawing/2014/main" id="{AFA0BDF2-6BB2-21B3-6AFB-CD4BB9EC8A48}"/>
                </a:ext>
              </a:extLst>
            </p:cNvPr>
            <p:cNvSpPr/>
            <p:nvPr/>
          </p:nvSpPr>
          <p:spPr>
            <a:xfrm>
              <a:off x="36661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842;p128">
              <a:extLst>
                <a:ext uri="{FF2B5EF4-FFF2-40B4-BE49-F238E27FC236}">
                  <a16:creationId xmlns:a16="http://schemas.microsoft.com/office/drawing/2014/main" id="{412E2B57-EFD0-EB98-0BCC-74FD69F5FD12}"/>
                </a:ext>
              </a:extLst>
            </p:cNvPr>
            <p:cNvSpPr/>
            <p:nvPr/>
          </p:nvSpPr>
          <p:spPr>
            <a:xfrm>
              <a:off x="36661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843;p128">
              <a:extLst>
                <a:ext uri="{FF2B5EF4-FFF2-40B4-BE49-F238E27FC236}">
                  <a16:creationId xmlns:a16="http://schemas.microsoft.com/office/drawing/2014/main" id="{C92A56E4-C241-2623-269C-CAAE2B5ED03E}"/>
                </a:ext>
              </a:extLst>
            </p:cNvPr>
            <p:cNvSpPr/>
            <p:nvPr/>
          </p:nvSpPr>
          <p:spPr>
            <a:xfrm>
              <a:off x="366610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844;p128">
              <a:extLst>
                <a:ext uri="{FF2B5EF4-FFF2-40B4-BE49-F238E27FC236}">
                  <a16:creationId xmlns:a16="http://schemas.microsoft.com/office/drawing/2014/main" id="{77865F9A-261D-2C48-F7A1-1D013C94DA3F}"/>
                </a:ext>
              </a:extLst>
            </p:cNvPr>
            <p:cNvSpPr/>
            <p:nvPr/>
          </p:nvSpPr>
          <p:spPr>
            <a:xfrm>
              <a:off x="35898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845;p128">
              <a:extLst>
                <a:ext uri="{FF2B5EF4-FFF2-40B4-BE49-F238E27FC236}">
                  <a16:creationId xmlns:a16="http://schemas.microsoft.com/office/drawing/2014/main" id="{E289C58C-4674-3E00-0C0D-AC7538A00C6E}"/>
                </a:ext>
              </a:extLst>
            </p:cNvPr>
            <p:cNvSpPr/>
            <p:nvPr/>
          </p:nvSpPr>
          <p:spPr>
            <a:xfrm>
              <a:off x="35898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846;p128">
              <a:extLst>
                <a:ext uri="{FF2B5EF4-FFF2-40B4-BE49-F238E27FC236}">
                  <a16:creationId xmlns:a16="http://schemas.microsoft.com/office/drawing/2014/main" id="{4E5C9DA8-217F-23A0-7745-76DA900FF949}"/>
                </a:ext>
              </a:extLst>
            </p:cNvPr>
            <p:cNvSpPr/>
            <p:nvPr/>
          </p:nvSpPr>
          <p:spPr>
            <a:xfrm>
              <a:off x="35898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847;p128">
              <a:extLst>
                <a:ext uri="{FF2B5EF4-FFF2-40B4-BE49-F238E27FC236}">
                  <a16:creationId xmlns:a16="http://schemas.microsoft.com/office/drawing/2014/main" id="{F9E851CC-392A-7532-876C-22FA73420554}"/>
                </a:ext>
              </a:extLst>
            </p:cNvPr>
            <p:cNvSpPr/>
            <p:nvPr/>
          </p:nvSpPr>
          <p:spPr>
            <a:xfrm>
              <a:off x="35898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848;p128">
              <a:extLst>
                <a:ext uri="{FF2B5EF4-FFF2-40B4-BE49-F238E27FC236}">
                  <a16:creationId xmlns:a16="http://schemas.microsoft.com/office/drawing/2014/main" id="{E244C727-C709-555C-FAC4-0B7E4A1E82C1}"/>
                </a:ext>
              </a:extLst>
            </p:cNvPr>
            <p:cNvSpPr/>
            <p:nvPr/>
          </p:nvSpPr>
          <p:spPr>
            <a:xfrm>
              <a:off x="35898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849;p128">
              <a:extLst>
                <a:ext uri="{FF2B5EF4-FFF2-40B4-BE49-F238E27FC236}">
                  <a16:creationId xmlns:a16="http://schemas.microsoft.com/office/drawing/2014/main" id="{F9DB4498-C0EB-77E3-21F8-C404BBBD7A6B}"/>
                </a:ext>
              </a:extLst>
            </p:cNvPr>
            <p:cNvSpPr/>
            <p:nvPr/>
          </p:nvSpPr>
          <p:spPr>
            <a:xfrm>
              <a:off x="35136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850;p128">
              <a:extLst>
                <a:ext uri="{FF2B5EF4-FFF2-40B4-BE49-F238E27FC236}">
                  <a16:creationId xmlns:a16="http://schemas.microsoft.com/office/drawing/2014/main" id="{966FB4C0-DC41-ABDD-76CE-E749233B426E}"/>
                </a:ext>
              </a:extLst>
            </p:cNvPr>
            <p:cNvSpPr/>
            <p:nvPr/>
          </p:nvSpPr>
          <p:spPr>
            <a:xfrm>
              <a:off x="35136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851;p128">
              <a:extLst>
                <a:ext uri="{FF2B5EF4-FFF2-40B4-BE49-F238E27FC236}">
                  <a16:creationId xmlns:a16="http://schemas.microsoft.com/office/drawing/2014/main" id="{34286442-264A-C43A-6A2C-D6B8A2863A1E}"/>
                </a:ext>
              </a:extLst>
            </p:cNvPr>
            <p:cNvSpPr/>
            <p:nvPr/>
          </p:nvSpPr>
          <p:spPr>
            <a:xfrm>
              <a:off x="35136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852;p128">
              <a:extLst>
                <a:ext uri="{FF2B5EF4-FFF2-40B4-BE49-F238E27FC236}">
                  <a16:creationId xmlns:a16="http://schemas.microsoft.com/office/drawing/2014/main" id="{B6ADD5BF-30EB-5612-CCA8-8E6C5724D6C6}"/>
                </a:ext>
              </a:extLst>
            </p:cNvPr>
            <p:cNvSpPr/>
            <p:nvPr/>
          </p:nvSpPr>
          <p:spPr>
            <a:xfrm>
              <a:off x="35136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853;p128">
              <a:extLst>
                <a:ext uri="{FF2B5EF4-FFF2-40B4-BE49-F238E27FC236}">
                  <a16:creationId xmlns:a16="http://schemas.microsoft.com/office/drawing/2014/main" id="{B42D5075-FEE1-7638-087C-0CF62BB5111B}"/>
                </a:ext>
              </a:extLst>
            </p:cNvPr>
            <p:cNvSpPr/>
            <p:nvPr/>
          </p:nvSpPr>
          <p:spPr>
            <a:xfrm>
              <a:off x="35136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854;p128">
              <a:extLst>
                <a:ext uri="{FF2B5EF4-FFF2-40B4-BE49-F238E27FC236}">
                  <a16:creationId xmlns:a16="http://schemas.microsoft.com/office/drawing/2014/main" id="{1E47BE44-6ED0-5569-625F-C596617DA7B5}"/>
                </a:ext>
              </a:extLst>
            </p:cNvPr>
            <p:cNvSpPr/>
            <p:nvPr/>
          </p:nvSpPr>
          <p:spPr>
            <a:xfrm>
              <a:off x="35136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855;p128">
              <a:extLst>
                <a:ext uri="{FF2B5EF4-FFF2-40B4-BE49-F238E27FC236}">
                  <a16:creationId xmlns:a16="http://schemas.microsoft.com/office/drawing/2014/main" id="{1AB90986-4521-1CDC-3DFE-7F97893800D5}"/>
                </a:ext>
              </a:extLst>
            </p:cNvPr>
            <p:cNvSpPr/>
            <p:nvPr/>
          </p:nvSpPr>
          <p:spPr>
            <a:xfrm>
              <a:off x="35136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856;p128">
              <a:extLst>
                <a:ext uri="{FF2B5EF4-FFF2-40B4-BE49-F238E27FC236}">
                  <a16:creationId xmlns:a16="http://schemas.microsoft.com/office/drawing/2014/main" id="{0122C969-7021-F0AD-C69C-D1C0801AE88F}"/>
                </a:ext>
              </a:extLst>
            </p:cNvPr>
            <p:cNvSpPr/>
            <p:nvPr/>
          </p:nvSpPr>
          <p:spPr>
            <a:xfrm>
              <a:off x="34374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857;p128">
              <a:extLst>
                <a:ext uri="{FF2B5EF4-FFF2-40B4-BE49-F238E27FC236}">
                  <a16:creationId xmlns:a16="http://schemas.microsoft.com/office/drawing/2014/main" id="{91DEC46B-F39C-8FEE-CE7F-F8607472C976}"/>
                </a:ext>
              </a:extLst>
            </p:cNvPr>
            <p:cNvSpPr/>
            <p:nvPr/>
          </p:nvSpPr>
          <p:spPr>
            <a:xfrm>
              <a:off x="34374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858;p128">
              <a:extLst>
                <a:ext uri="{FF2B5EF4-FFF2-40B4-BE49-F238E27FC236}">
                  <a16:creationId xmlns:a16="http://schemas.microsoft.com/office/drawing/2014/main" id="{50B17821-4E8F-58A9-D228-F3CBB5825BD1}"/>
                </a:ext>
              </a:extLst>
            </p:cNvPr>
            <p:cNvSpPr/>
            <p:nvPr/>
          </p:nvSpPr>
          <p:spPr>
            <a:xfrm>
              <a:off x="34374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859;p128">
              <a:extLst>
                <a:ext uri="{FF2B5EF4-FFF2-40B4-BE49-F238E27FC236}">
                  <a16:creationId xmlns:a16="http://schemas.microsoft.com/office/drawing/2014/main" id="{A9102332-D88B-C658-D937-460333FC6B7F}"/>
                </a:ext>
              </a:extLst>
            </p:cNvPr>
            <p:cNvSpPr/>
            <p:nvPr/>
          </p:nvSpPr>
          <p:spPr>
            <a:xfrm>
              <a:off x="34374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860;p128">
              <a:extLst>
                <a:ext uri="{FF2B5EF4-FFF2-40B4-BE49-F238E27FC236}">
                  <a16:creationId xmlns:a16="http://schemas.microsoft.com/office/drawing/2014/main" id="{F4BA02B1-6026-63C1-5A96-75F795988091}"/>
                </a:ext>
              </a:extLst>
            </p:cNvPr>
            <p:cNvSpPr/>
            <p:nvPr/>
          </p:nvSpPr>
          <p:spPr>
            <a:xfrm>
              <a:off x="34374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861;p128">
              <a:extLst>
                <a:ext uri="{FF2B5EF4-FFF2-40B4-BE49-F238E27FC236}">
                  <a16:creationId xmlns:a16="http://schemas.microsoft.com/office/drawing/2014/main" id="{DC92E28A-BD67-E72F-2E1F-E3DCC2DE51D7}"/>
                </a:ext>
              </a:extLst>
            </p:cNvPr>
            <p:cNvSpPr/>
            <p:nvPr/>
          </p:nvSpPr>
          <p:spPr>
            <a:xfrm>
              <a:off x="34374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62;p128">
              <a:extLst>
                <a:ext uri="{FF2B5EF4-FFF2-40B4-BE49-F238E27FC236}">
                  <a16:creationId xmlns:a16="http://schemas.microsoft.com/office/drawing/2014/main" id="{CDE7BA5C-F08F-0D0E-B270-442DE527DFA0}"/>
                </a:ext>
              </a:extLst>
            </p:cNvPr>
            <p:cNvSpPr/>
            <p:nvPr/>
          </p:nvSpPr>
          <p:spPr>
            <a:xfrm>
              <a:off x="34374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63;p128">
              <a:extLst>
                <a:ext uri="{FF2B5EF4-FFF2-40B4-BE49-F238E27FC236}">
                  <a16:creationId xmlns:a16="http://schemas.microsoft.com/office/drawing/2014/main" id="{4FEEF784-6276-D46C-54D8-8FF4A8A26C6F}"/>
                </a:ext>
              </a:extLst>
            </p:cNvPr>
            <p:cNvSpPr/>
            <p:nvPr/>
          </p:nvSpPr>
          <p:spPr>
            <a:xfrm>
              <a:off x="33614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64;p128">
              <a:extLst>
                <a:ext uri="{FF2B5EF4-FFF2-40B4-BE49-F238E27FC236}">
                  <a16:creationId xmlns:a16="http://schemas.microsoft.com/office/drawing/2014/main" id="{CCB8B0C0-DA91-30B1-2346-14A12F2561AF}"/>
                </a:ext>
              </a:extLst>
            </p:cNvPr>
            <p:cNvSpPr/>
            <p:nvPr/>
          </p:nvSpPr>
          <p:spPr>
            <a:xfrm>
              <a:off x="33614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65;p128">
              <a:extLst>
                <a:ext uri="{FF2B5EF4-FFF2-40B4-BE49-F238E27FC236}">
                  <a16:creationId xmlns:a16="http://schemas.microsoft.com/office/drawing/2014/main" id="{F9846001-AD02-CE7D-44BA-33374898DB82}"/>
                </a:ext>
              </a:extLst>
            </p:cNvPr>
            <p:cNvSpPr/>
            <p:nvPr/>
          </p:nvSpPr>
          <p:spPr>
            <a:xfrm>
              <a:off x="33614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66;p128">
              <a:extLst>
                <a:ext uri="{FF2B5EF4-FFF2-40B4-BE49-F238E27FC236}">
                  <a16:creationId xmlns:a16="http://schemas.microsoft.com/office/drawing/2014/main" id="{8ED8D0F6-1848-A8A6-3496-7C766622C202}"/>
                </a:ext>
              </a:extLst>
            </p:cNvPr>
            <p:cNvSpPr/>
            <p:nvPr/>
          </p:nvSpPr>
          <p:spPr>
            <a:xfrm>
              <a:off x="33614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67;p128">
              <a:extLst>
                <a:ext uri="{FF2B5EF4-FFF2-40B4-BE49-F238E27FC236}">
                  <a16:creationId xmlns:a16="http://schemas.microsoft.com/office/drawing/2014/main" id="{7A18F30B-4927-278F-40B3-6D816059593E}"/>
                </a:ext>
              </a:extLst>
            </p:cNvPr>
            <p:cNvSpPr/>
            <p:nvPr/>
          </p:nvSpPr>
          <p:spPr>
            <a:xfrm>
              <a:off x="32852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8;p128">
              <a:extLst>
                <a:ext uri="{FF2B5EF4-FFF2-40B4-BE49-F238E27FC236}">
                  <a16:creationId xmlns:a16="http://schemas.microsoft.com/office/drawing/2014/main" id="{60CDF621-D2BC-F0BA-4C0D-7FBBDC834951}"/>
                </a:ext>
              </a:extLst>
            </p:cNvPr>
            <p:cNvSpPr/>
            <p:nvPr/>
          </p:nvSpPr>
          <p:spPr>
            <a:xfrm>
              <a:off x="31328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69;p128">
              <a:extLst>
                <a:ext uri="{FF2B5EF4-FFF2-40B4-BE49-F238E27FC236}">
                  <a16:creationId xmlns:a16="http://schemas.microsoft.com/office/drawing/2014/main" id="{717E9D4D-6596-BAB2-4F9E-EB4D3F57264C}"/>
                </a:ext>
              </a:extLst>
            </p:cNvPr>
            <p:cNvSpPr/>
            <p:nvPr/>
          </p:nvSpPr>
          <p:spPr>
            <a:xfrm>
              <a:off x="30568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70;p128">
              <a:extLst>
                <a:ext uri="{FF2B5EF4-FFF2-40B4-BE49-F238E27FC236}">
                  <a16:creationId xmlns:a16="http://schemas.microsoft.com/office/drawing/2014/main" id="{36366CB2-238D-890E-ADEE-4BFB447C268E}"/>
                </a:ext>
              </a:extLst>
            </p:cNvPr>
            <p:cNvSpPr/>
            <p:nvPr/>
          </p:nvSpPr>
          <p:spPr>
            <a:xfrm>
              <a:off x="3056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71;p128">
              <a:extLst>
                <a:ext uri="{FF2B5EF4-FFF2-40B4-BE49-F238E27FC236}">
                  <a16:creationId xmlns:a16="http://schemas.microsoft.com/office/drawing/2014/main" id="{4D6A826A-8EA8-7E7F-6E7B-87EEF51AB74C}"/>
                </a:ext>
              </a:extLst>
            </p:cNvPr>
            <p:cNvSpPr/>
            <p:nvPr/>
          </p:nvSpPr>
          <p:spPr>
            <a:xfrm>
              <a:off x="29805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872;p128">
              <a:extLst>
                <a:ext uri="{FF2B5EF4-FFF2-40B4-BE49-F238E27FC236}">
                  <a16:creationId xmlns:a16="http://schemas.microsoft.com/office/drawing/2014/main" id="{884FA969-D9B5-83DE-3614-B06AA5E8EFD6}"/>
                </a:ext>
              </a:extLst>
            </p:cNvPr>
            <p:cNvSpPr/>
            <p:nvPr/>
          </p:nvSpPr>
          <p:spPr>
            <a:xfrm>
              <a:off x="29805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873;p128">
              <a:extLst>
                <a:ext uri="{FF2B5EF4-FFF2-40B4-BE49-F238E27FC236}">
                  <a16:creationId xmlns:a16="http://schemas.microsoft.com/office/drawing/2014/main" id="{1EFD5415-B350-C240-EEDC-7E3AD0CFFD93}"/>
                </a:ext>
              </a:extLst>
            </p:cNvPr>
            <p:cNvSpPr/>
            <p:nvPr/>
          </p:nvSpPr>
          <p:spPr>
            <a:xfrm>
              <a:off x="29805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874;p128">
              <a:extLst>
                <a:ext uri="{FF2B5EF4-FFF2-40B4-BE49-F238E27FC236}">
                  <a16:creationId xmlns:a16="http://schemas.microsoft.com/office/drawing/2014/main" id="{626FE866-CA39-C666-7497-D57CE9B1AF59}"/>
                </a:ext>
              </a:extLst>
            </p:cNvPr>
            <p:cNvSpPr/>
            <p:nvPr/>
          </p:nvSpPr>
          <p:spPr>
            <a:xfrm>
              <a:off x="29805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875;p128">
              <a:extLst>
                <a:ext uri="{FF2B5EF4-FFF2-40B4-BE49-F238E27FC236}">
                  <a16:creationId xmlns:a16="http://schemas.microsoft.com/office/drawing/2014/main" id="{734D805D-F558-F037-9642-A26487C4B798}"/>
                </a:ext>
              </a:extLst>
            </p:cNvPr>
            <p:cNvSpPr/>
            <p:nvPr/>
          </p:nvSpPr>
          <p:spPr>
            <a:xfrm>
              <a:off x="29805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876;p128">
              <a:extLst>
                <a:ext uri="{FF2B5EF4-FFF2-40B4-BE49-F238E27FC236}">
                  <a16:creationId xmlns:a16="http://schemas.microsoft.com/office/drawing/2014/main" id="{ECEFE9DE-CE4D-5016-673E-6EB3898BC434}"/>
                </a:ext>
              </a:extLst>
            </p:cNvPr>
            <p:cNvSpPr/>
            <p:nvPr/>
          </p:nvSpPr>
          <p:spPr>
            <a:xfrm>
              <a:off x="29805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877;p128">
              <a:extLst>
                <a:ext uri="{FF2B5EF4-FFF2-40B4-BE49-F238E27FC236}">
                  <a16:creationId xmlns:a16="http://schemas.microsoft.com/office/drawing/2014/main" id="{F1F5FDF3-C919-861B-E250-463F2F04399D}"/>
                </a:ext>
              </a:extLst>
            </p:cNvPr>
            <p:cNvSpPr/>
            <p:nvPr/>
          </p:nvSpPr>
          <p:spPr>
            <a:xfrm>
              <a:off x="29043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878;p128">
              <a:extLst>
                <a:ext uri="{FF2B5EF4-FFF2-40B4-BE49-F238E27FC236}">
                  <a16:creationId xmlns:a16="http://schemas.microsoft.com/office/drawing/2014/main" id="{2CE2AC41-4425-D7DF-C8AA-537D7B1B7226}"/>
                </a:ext>
              </a:extLst>
            </p:cNvPr>
            <p:cNvSpPr/>
            <p:nvPr/>
          </p:nvSpPr>
          <p:spPr>
            <a:xfrm>
              <a:off x="29043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879;p128">
              <a:extLst>
                <a:ext uri="{FF2B5EF4-FFF2-40B4-BE49-F238E27FC236}">
                  <a16:creationId xmlns:a16="http://schemas.microsoft.com/office/drawing/2014/main" id="{6F1E23D0-0C53-F1C5-2B0C-89A7752B111F}"/>
                </a:ext>
              </a:extLst>
            </p:cNvPr>
            <p:cNvSpPr/>
            <p:nvPr/>
          </p:nvSpPr>
          <p:spPr>
            <a:xfrm>
              <a:off x="29043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880;p128">
              <a:extLst>
                <a:ext uri="{FF2B5EF4-FFF2-40B4-BE49-F238E27FC236}">
                  <a16:creationId xmlns:a16="http://schemas.microsoft.com/office/drawing/2014/main" id="{A2C0FE61-0F2D-6A83-34DA-1C0CAB51A4A8}"/>
                </a:ext>
              </a:extLst>
            </p:cNvPr>
            <p:cNvSpPr/>
            <p:nvPr/>
          </p:nvSpPr>
          <p:spPr>
            <a:xfrm>
              <a:off x="29043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881;p128">
              <a:extLst>
                <a:ext uri="{FF2B5EF4-FFF2-40B4-BE49-F238E27FC236}">
                  <a16:creationId xmlns:a16="http://schemas.microsoft.com/office/drawing/2014/main" id="{F30320F2-5749-528B-DCBD-1AF8281053B3}"/>
                </a:ext>
              </a:extLst>
            </p:cNvPr>
            <p:cNvSpPr/>
            <p:nvPr/>
          </p:nvSpPr>
          <p:spPr>
            <a:xfrm>
              <a:off x="29043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9882;p128">
              <a:extLst>
                <a:ext uri="{FF2B5EF4-FFF2-40B4-BE49-F238E27FC236}">
                  <a16:creationId xmlns:a16="http://schemas.microsoft.com/office/drawing/2014/main" id="{E4F2D716-4B11-08F3-B1FF-6969C9AFC98E}"/>
                </a:ext>
              </a:extLst>
            </p:cNvPr>
            <p:cNvSpPr/>
            <p:nvPr/>
          </p:nvSpPr>
          <p:spPr>
            <a:xfrm>
              <a:off x="29043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9883;p128">
              <a:extLst>
                <a:ext uri="{FF2B5EF4-FFF2-40B4-BE49-F238E27FC236}">
                  <a16:creationId xmlns:a16="http://schemas.microsoft.com/office/drawing/2014/main" id="{4105CC0C-0962-93EC-636E-D71C3D75CC84}"/>
                </a:ext>
              </a:extLst>
            </p:cNvPr>
            <p:cNvSpPr/>
            <p:nvPr/>
          </p:nvSpPr>
          <p:spPr>
            <a:xfrm>
              <a:off x="29043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9884;p128">
              <a:extLst>
                <a:ext uri="{FF2B5EF4-FFF2-40B4-BE49-F238E27FC236}">
                  <a16:creationId xmlns:a16="http://schemas.microsoft.com/office/drawing/2014/main" id="{212704E8-E62E-5B1F-3979-FAE32FE856FA}"/>
                </a:ext>
              </a:extLst>
            </p:cNvPr>
            <p:cNvSpPr/>
            <p:nvPr/>
          </p:nvSpPr>
          <p:spPr>
            <a:xfrm>
              <a:off x="28281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6" y="1"/>
                  </a:moveTo>
                  <a:cubicBezTo>
                    <a:pt x="1072" y="1"/>
                    <a:pt x="1069" y="1"/>
                    <a:pt x="1066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9885;p128">
              <a:extLst>
                <a:ext uri="{FF2B5EF4-FFF2-40B4-BE49-F238E27FC236}">
                  <a16:creationId xmlns:a16="http://schemas.microsoft.com/office/drawing/2014/main" id="{1F71586E-C914-5C1D-C51B-38C8A32BD7CE}"/>
                </a:ext>
              </a:extLst>
            </p:cNvPr>
            <p:cNvSpPr/>
            <p:nvPr/>
          </p:nvSpPr>
          <p:spPr>
            <a:xfrm>
              <a:off x="28281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9886;p128">
              <a:extLst>
                <a:ext uri="{FF2B5EF4-FFF2-40B4-BE49-F238E27FC236}">
                  <a16:creationId xmlns:a16="http://schemas.microsoft.com/office/drawing/2014/main" id="{585BF4A5-6521-714B-1708-90A954DBA23F}"/>
                </a:ext>
              </a:extLst>
            </p:cNvPr>
            <p:cNvSpPr/>
            <p:nvPr/>
          </p:nvSpPr>
          <p:spPr>
            <a:xfrm>
              <a:off x="28281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9887;p128">
              <a:extLst>
                <a:ext uri="{FF2B5EF4-FFF2-40B4-BE49-F238E27FC236}">
                  <a16:creationId xmlns:a16="http://schemas.microsoft.com/office/drawing/2014/main" id="{A8446E79-BE7B-2FAA-8A20-7E77A84396E0}"/>
                </a:ext>
              </a:extLst>
            </p:cNvPr>
            <p:cNvSpPr/>
            <p:nvPr/>
          </p:nvSpPr>
          <p:spPr>
            <a:xfrm>
              <a:off x="28281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9888;p128">
              <a:extLst>
                <a:ext uri="{FF2B5EF4-FFF2-40B4-BE49-F238E27FC236}">
                  <a16:creationId xmlns:a16="http://schemas.microsoft.com/office/drawing/2014/main" id="{30B9C007-9E24-D336-9D2C-4A44AFE4EF5A}"/>
                </a:ext>
              </a:extLst>
            </p:cNvPr>
            <p:cNvSpPr/>
            <p:nvPr/>
          </p:nvSpPr>
          <p:spPr>
            <a:xfrm>
              <a:off x="28281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9889;p128">
              <a:extLst>
                <a:ext uri="{FF2B5EF4-FFF2-40B4-BE49-F238E27FC236}">
                  <a16:creationId xmlns:a16="http://schemas.microsoft.com/office/drawing/2014/main" id="{74A32CDF-F0E7-F9C1-FF66-BB465012EB85}"/>
                </a:ext>
              </a:extLst>
            </p:cNvPr>
            <p:cNvSpPr/>
            <p:nvPr/>
          </p:nvSpPr>
          <p:spPr>
            <a:xfrm>
              <a:off x="28281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9890;p128">
              <a:extLst>
                <a:ext uri="{FF2B5EF4-FFF2-40B4-BE49-F238E27FC236}">
                  <a16:creationId xmlns:a16="http://schemas.microsoft.com/office/drawing/2014/main" id="{393C6928-0D67-ACC1-4664-9E92CAB80DF3}"/>
                </a:ext>
              </a:extLst>
            </p:cNvPr>
            <p:cNvSpPr/>
            <p:nvPr/>
          </p:nvSpPr>
          <p:spPr>
            <a:xfrm>
              <a:off x="28281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9891;p128">
              <a:extLst>
                <a:ext uri="{FF2B5EF4-FFF2-40B4-BE49-F238E27FC236}">
                  <a16:creationId xmlns:a16="http://schemas.microsoft.com/office/drawing/2014/main" id="{A567FC77-B7E1-12A4-6E35-2FB1643444A3}"/>
                </a:ext>
              </a:extLst>
            </p:cNvPr>
            <p:cNvSpPr/>
            <p:nvPr/>
          </p:nvSpPr>
          <p:spPr>
            <a:xfrm>
              <a:off x="282815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9892;p128">
              <a:extLst>
                <a:ext uri="{FF2B5EF4-FFF2-40B4-BE49-F238E27FC236}">
                  <a16:creationId xmlns:a16="http://schemas.microsoft.com/office/drawing/2014/main" id="{C2687868-4271-5EC0-18C5-F22485E55424}"/>
                </a:ext>
              </a:extLst>
            </p:cNvPr>
            <p:cNvSpPr/>
            <p:nvPr/>
          </p:nvSpPr>
          <p:spPr>
            <a:xfrm>
              <a:off x="27519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9893;p128">
              <a:extLst>
                <a:ext uri="{FF2B5EF4-FFF2-40B4-BE49-F238E27FC236}">
                  <a16:creationId xmlns:a16="http://schemas.microsoft.com/office/drawing/2014/main" id="{3A26003A-E985-D118-82AD-73A79A807A8D}"/>
                </a:ext>
              </a:extLst>
            </p:cNvPr>
            <p:cNvSpPr/>
            <p:nvPr/>
          </p:nvSpPr>
          <p:spPr>
            <a:xfrm>
              <a:off x="27519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9894;p128">
              <a:extLst>
                <a:ext uri="{FF2B5EF4-FFF2-40B4-BE49-F238E27FC236}">
                  <a16:creationId xmlns:a16="http://schemas.microsoft.com/office/drawing/2014/main" id="{16205DD4-90AA-2664-2285-FF36A75B4114}"/>
                </a:ext>
              </a:extLst>
            </p:cNvPr>
            <p:cNvSpPr/>
            <p:nvPr/>
          </p:nvSpPr>
          <p:spPr>
            <a:xfrm>
              <a:off x="27519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9895;p128">
              <a:extLst>
                <a:ext uri="{FF2B5EF4-FFF2-40B4-BE49-F238E27FC236}">
                  <a16:creationId xmlns:a16="http://schemas.microsoft.com/office/drawing/2014/main" id="{4CC7878B-FC03-0A2E-99D1-0EEEDE9123EF}"/>
                </a:ext>
              </a:extLst>
            </p:cNvPr>
            <p:cNvSpPr/>
            <p:nvPr/>
          </p:nvSpPr>
          <p:spPr>
            <a:xfrm>
              <a:off x="27519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9896;p128">
              <a:extLst>
                <a:ext uri="{FF2B5EF4-FFF2-40B4-BE49-F238E27FC236}">
                  <a16:creationId xmlns:a16="http://schemas.microsoft.com/office/drawing/2014/main" id="{DA322E29-1BBB-22EC-A73C-54473B322B91}"/>
                </a:ext>
              </a:extLst>
            </p:cNvPr>
            <p:cNvSpPr/>
            <p:nvPr/>
          </p:nvSpPr>
          <p:spPr>
            <a:xfrm>
              <a:off x="27519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9897;p128">
              <a:extLst>
                <a:ext uri="{FF2B5EF4-FFF2-40B4-BE49-F238E27FC236}">
                  <a16:creationId xmlns:a16="http://schemas.microsoft.com/office/drawing/2014/main" id="{E634A651-3528-6C41-4840-F3E239FFD2F1}"/>
                </a:ext>
              </a:extLst>
            </p:cNvPr>
            <p:cNvSpPr/>
            <p:nvPr/>
          </p:nvSpPr>
          <p:spPr>
            <a:xfrm>
              <a:off x="275195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9898;p128">
              <a:extLst>
                <a:ext uri="{FF2B5EF4-FFF2-40B4-BE49-F238E27FC236}">
                  <a16:creationId xmlns:a16="http://schemas.microsoft.com/office/drawing/2014/main" id="{E619FCC5-0D6A-E859-68BF-698545E28C06}"/>
                </a:ext>
              </a:extLst>
            </p:cNvPr>
            <p:cNvSpPr/>
            <p:nvPr/>
          </p:nvSpPr>
          <p:spPr>
            <a:xfrm>
              <a:off x="27519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9899;p128">
              <a:extLst>
                <a:ext uri="{FF2B5EF4-FFF2-40B4-BE49-F238E27FC236}">
                  <a16:creationId xmlns:a16="http://schemas.microsoft.com/office/drawing/2014/main" id="{6FF25C90-3703-6B86-AAD0-6EB7F7034C32}"/>
                </a:ext>
              </a:extLst>
            </p:cNvPr>
            <p:cNvSpPr/>
            <p:nvPr/>
          </p:nvSpPr>
          <p:spPr>
            <a:xfrm>
              <a:off x="2751950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9900;p128">
              <a:extLst>
                <a:ext uri="{FF2B5EF4-FFF2-40B4-BE49-F238E27FC236}">
                  <a16:creationId xmlns:a16="http://schemas.microsoft.com/office/drawing/2014/main" id="{E69171C5-32E9-0CAA-D32C-27FB6C8467A5}"/>
                </a:ext>
              </a:extLst>
            </p:cNvPr>
            <p:cNvSpPr/>
            <p:nvPr/>
          </p:nvSpPr>
          <p:spPr>
            <a:xfrm>
              <a:off x="2675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9901;p128">
              <a:extLst>
                <a:ext uri="{FF2B5EF4-FFF2-40B4-BE49-F238E27FC236}">
                  <a16:creationId xmlns:a16="http://schemas.microsoft.com/office/drawing/2014/main" id="{12C3FDCF-0B6D-A6B0-4721-DE2E596E8D43}"/>
                </a:ext>
              </a:extLst>
            </p:cNvPr>
            <p:cNvSpPr/>
            <p:nvPr/>
          </p:nvSpPr>
          <p:spPr>
            <a:xfrm>
              <a:off x="2675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9902;p128">
              <a:extLst>
                <a:ext uri="{FF2B5EF4-FFF2-40B4-BE49-F238E27FC236}">
                  <a16:creationId xmlns:a16="http://schemas.microsoft.com/office/drawing/2014/main" id="{3D226C12-B5BB-2687-E665-B5B433F34D9F}"/>
                </a:ext>
              </a:extLst>
            </p:cNvPr>
            <p:cNvSpPr/>
            <p:nvPr/>
          </p:nvSpPr>
          <p:spPr>
            <a:xfrm>
              <a:off x="2675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9903;p128">
              <a:extLst>
                <a:ext uri="{FF2B5EF4-FFF2-40B4-BE49-F238E27FC236}">
                  <a16:creationId xmlns:a16="http://schemas.microsoft.com/office/drawing/2014/main" id="{7BED8F7A-A722-B333-1B3B-0868234088AB}"/>
                </a:ext>
              </a:extLst>
            </p:cNvPr>
            <p:cNvSpPr/>
            <p:nvPr/>
          </p:nvSpPr>
          <p:spPr>
            <a:xfrm>
              <a:off x="2675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9904;p128">
              <a:extLst>
                <a:ext uri="{FF2B5EF4-FFF2-40B4-BE49-F238E27FC236}">
                  <a16:creationId xmlns:a16="http://schemas.microsoft.com/office/drawing/2014/main" id="{62D18B17-6BC7-8014-212A-2AA1585518A5}"/>
                </a:ext>
              </a:extLst>
            </p:cNvPr>
            <p:cNvSpPr/>
            <p:nvPr/>
          </p:nvSpPr>
          <p:spPr>
            <a:xfrm>
              <a:off x="26759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9905;p128">
              <a:extLst>
                <a:ext uri="{FF2B5EF4-FFF2-40B4-BE49-F238E27FC236}">
                  <a16:creationId xmlns:a16="http://schemas.microsoft.com/office/drawing/2014/main" id="{2F09241D-8623-3076-31D1-7FCEB5D38686}"/>
                </a:ext>
              </a:extLst>
            </p:cNvPr>
            <p:cNvSpPr/>
            <p:nvPr/>
          </p:nvSpPr>
          <p:spPr>
            <a:xfrm>
              <a:off x="26759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9906;p128">
              <a:extLst>
                <a:ext uri="{FF2B5EF4-FFF2-40B4-BE49-F238E27FC236}">
                  <a16:creationId xmlns:a16="http://schemas.microsoft.com/office/drawing/2014/main" id="{846A34C4-C472-D709-56EB-6BC6DB9C6727}"/>
                </a:ext>
              </a:extLst>
            </p:cNvPr>
            <p:cNvSpPr/>
            <p:nvPr/>
          </p:nvSpPr>
          <p:spPr>
            <a:xfrm>
              <a:off x="26759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9907;p128">
              <a:extLst>
                <a:ext uri="{FF2B5EF4-FFF2-40B4-BE49-F238E27FC236}">
                  <a16:creationId xmlns:a16="http://schemas.microsoft.com/office/drawing/2014/main" id="{3683440B-3615-57E5-0244-A151422F057F}"/>
                </a:ext>
              </a:extLst>
            </p:cNvPr>
            <p:cNvSpPr/>
            <p:nvPr/>
          </p:nvSpPr>
          <p:spPr>
            <a:xfrm>
              <a:off x="26759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9908;p128">
              <a:extLst>
                <a:ext uri="{FF2B5EF4-FFF2-40B4-BE49-F238E27FC236}">
                  <a16:creationId xmlns:a16="http://schemas.microsoft.com/office/drawing/2014/main" id="{3F598AF4-2FC0-AB7A-D98F-C6ACB9EA0A7C}"/>
                </a:ext>
              </a:extLst>
            </p:cNvPr>
            <p:cNvSpPr/>
            <p:nvPr/>
          </p:nvSpPr>
          <p:spPr>
            <a:xfrm>
              <a:off x="25997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9909;p128">
              <a:extLst>
                <a:ext uri="{FF2B5EF4-FFF2-40B4-BE49-F238E27FC236}">
                  <a16:creationId xmlns:a16="http://schemas.microsoft.com/office/drawing/2014/main" id="{DC7CDB75-780B-127A-9021-7EA5FA841E07}"/>
                </a:ext>
              </a:extLst>
            </p:cNvPr>
            <p:cNvSpPr/>
            <p:nvPr/>
          </p:nvSpPr>
          <p:spPr>
            <a:xfrm>
              <a:off x="25997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9910;p128">
              <a:extLst>
                <a:ext uri="{FF2B5EF4-FFF2-40B4-BE49-F238E27FC236}">
                  <a16:creationId xmlns:a16="http://schemas.microsoft.com/office/drawing/2014/main" id="{9B9D0F9A-413E-8F1E-5291-10FC2793FDC4}"/>
                </a:ext>
              </a:extLst>
            </p:cNvPr>
            <p:cNvSpPr/>
            <p:nvPr/>
          </p:nvSpPr>
          <p:spPr>
            <a:xfrm>
              <a:off x="25997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9911;p128">
              <a:extLst>
                <a:ext uri="{FF2B5EF4-FFF2-40B4-BE49-F238E27FC236}">
                  <a16:creationId xmlns:a16="http://schemas.microsoft.com/office/drawing/2014/main" id="{016307F9-E8CD-A4F1-B0DC-A85A1D0009E9}"/>
                </a:ext>
              </a:extLst>
            </p:cNvPr>
            <p:cNvSpPr/>
            <p:nvPr/>
          </p:nvSpPr>
          <p:spPr>
            <a:xfrm>
              <a:off x="25997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9912;p128">
              <a:extLst>
                <a:ext uri="{FF2B5EF4-FFF2-40B4-BE49-F238E27FC236}">
                  <a16:creationId xmlns:a16="http://schemas.microsoft.com/office/drawing/2014/main" id="{935FB5B2-D60F-67B9-B5BB-8DD97ED17250}"/>
                </a:ext>
              </a:extLst>
            </p:cNvPr>
            <p:cNvSpPr/>
            <p:nvPr/>
          </p:nvSpPr>
          <p:spPr>
            <a:xfrm>
              <a:off x="25997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9913;p128">
              <a:extLst>
                <a:ext uri="{FF2B5EF4-FFF2-40B4-BE49-F238E27FC236}">
                  <a16:creationId xmlns:a16="http://schemas.microsoft.com/office/drawing/2014/main" id="{8CAB6A5C-33D2-21D2-8F84-349C34355302}"/>
                </a:ext>
              </a:extLst>
            </p:cNvPr>
            <p:cNvSpPr/>
            <p:nvPr/>
          </p:nvSpPr>
          <p:spPr>
            <a:xfrm>
              <a:off x="25997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9914;p128">
              <a:extLst>
                <a:ext uri="{FF2B5EF4-FFF2-40B4-BE49-F238E27FC236}">
                  <a16:creationId xmlns:a16="http://schemas.microsoft.com/office/drawing/2014/main" id="{D9BAEBC0-E8A5-E769-3DE6-81B026437889}"/>
                </a:ext>
              </a:extLst>
            </p:cNvPr>
            <p:cNvSpPr/>
            <p:nvPr/>
          </p:nvSpPr>
          <p:spPr>
            <a:xfrm>
              <a:off x="259972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9915;p128">
              <a:extLst>
                <a:ext uri="{FF2B5EF4-FFF2-40B4-BE49-F238E27FC236}">
                  <a16:creationId xmlns:a16="http://schemas.microsoft.com/office/drawing/2014/main" id="{414A271D-325B-C47C-C0A8-E39422609BCE}"/>
                </a:ext>
              </a:extLst>
            </p:cNvPr>
            <p:cNvSpPr/>
            <p:nvPr/>
          </p:nvSpPr>
          <p:spPr>
            <a:xfrm>
              <a:off x="259972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9916;p128">
              <a:extLst>
                <a:ext uri="{FF2B5EF4-FFF2-40B4-BE49-F238E27FC236}">
                  <a16:creationId xmlns:a16="http://schemas.microsoft.com/office/drawing/2014/main" id="{A84ADFA5-AAEE-2870-777D-1BAF8791CFBA}"/>
                </a:ext>
              </a:extLst>
            </p:cNvPr>
            <p:cNvSpPr/>
            <p:nvPr/>
          </p:nvSpPr>
          <p:spPr>
            <a:xfrm>
              <a:off x="259972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9917;p128">
              <a:extLst>
                <a:ext uri="{FF2B5EF4-FFF2-40B4-BE49-F238E27FC236}">
                  <a16:creationId xmlns:a16="http://schemas.microsoft.com/office/drawing/2014/main" id="{AA8113C0-E48C-47A3-5A00-F3CF9CA2B400}"/>
                </a:ext>
              </a:extLst>
            </p:cNvPr>
            <p:cNvSpPr/>
            <p:nvPr/>
          </p:nvSpPr>
          <p:spPr>
            <a:xfrm>
              <a:off x="25235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9918;p128">
              <a:extLst>
                <a:ext uri="{FF2B5EF4-FFF2-40B4-BE49-F238E27FC236}">
                  <a16:creationId xmlns:a16="http://schemas.microsoft.com/office/drawing/2014/main" id="{DE4905A8-5EAF-07E8-4221-84AF1BF73651}"/>
                </a:ext>
              </a:extLst>
            </p:cNvPr>
            <p:cNvSpPr/>
            <p:nvPr/>
          </p:nvSpPr>
          <p:spPr>
            <a:xfrm>
              <a:off x="25235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9919;p128">
              <a:extLst>
                <a:ext uri="{FF2B5EF4-FFF2-40B4-BE49-F238E27FC236}">
                  <a16:creationId xmlns:a16="http://schemas.microsoft.com/office/drawing/2014/main" id="{5A96D434-EAE9-5108-327B-C93117DC1BC0}"/>
                </a:ext>
              </a:extLst>
            </p:cNvPr>
            <p:cNvSpPr/>
            <p:nvPr/>
          </p:nvSpPr>
          <p:spPr>
            <a:xfrm>
              <a:off x="25235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9920;p128">
              <a:extLst>
                <a:ext uri="{FF2B5EF4-FFF2-40B4-BE49-F238E27FC236}">
                  <a16:creationId xmlns:a16="http://schemas.microsoft.com/office/drawing/2014/main" id="{3658C68B-87EA-894A-3276-ABB8AEA447CC}"/>
                </a:ext>
              </a:extLst>
            </p:cNvPr>
            <p:cNvSpPr/>
            <p:nvPr/>
          </p:nvSpPr>
          <p:spPr>
            <a:xfrm>
              <a:off x="2523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9921;p128">
              <a:extLst>
                <a:ext uri="{FF2B5EF4-FFF2-40B4-BE49-F238E27FC236}">
                  <a16:creationId xmlns:a16="http://schemas.microsoft.com/office/drawing/2014/main" id="{16C65764-430E-63C6-632A-FED3ECFBA8F3}"/>
                </a:ext>
              </a:extLst>
            </p:cNvPr>
            <p:cNvSpPr/>
            <p:nvPr/>
          </p:nvSpPr>
          <p:spPr>
            <a:xfrm>
              <a:off x="2523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9922;p128">
              <a:extLst>
                <a:ext uri="{FF2B5EF4-FFF2-40B4-BE49-F238E27FC236}">
                  <a16:creationId xmlns:a16="http://schemas.microsoft.com/office/drawing/2014/main" id="{EF1E540F-8E09-33E6-B751-C36960BBEFD0}"/>
                </a:ext>
              </a:extLst>
            </p:cNvPr>
            <p:cNvSpPr/>
            <p:nvPr/>
          </p:nvSpPr>
          <p:spPr>
            <a:xfrm>
              <a:off x="25235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9923;p128">
              <a:extLst>
                <a:ext uri="{FF2B5EF4-FFF2-40B4-BE49-F238E27FC236}">
                  <a16:creationId xmlns:a16="http://schemas.microsoft.com/office/drawing/2014/main" id="{FEF32317-A8EC-15B0-577E-DC1B3CF5A7D3}"/>
                </a:ext>
              </a:extLst>
            </p:cNvPr>
            <p:cNvSpPr/>
            <p:nvPr/>
          </p:nvSpPr>
          <p:spPr>
            <a:xfrm>
              <a:off x="25235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9924;p128">
              <a:extLst>
                <a:ext uri="{FF2B5EF4-FFF2-40B4-BE49-F238E27FC236}">
                  <a16:creationId xmlns:a16="http://schemas.microsoft.com/office/drawing/2014/main" id="{8E31819E-672C-31D6-9EE5-59ABAFEF8246}"/>
                </a:ext>
              </a:extLst>
            </p:cNvPr>
            <p:cNvSpPr/>
            <p:nvPr/>
          </p:nvSpPr>
          <p:spPr>
            <a:xfrm>
              <a:off x="2523500" y="11905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9925;p128">
              <a:extLst>
                <a:ext uri="{FF2B5EF4-FFF2-40B4-BE49-F238E27FC236}">
                  <a16:creationId xmlns:a16="http://schemas.microsoft.com/office/drawing/2014/main" id="{5F95EACB-DD6C-9573-20E3-08160E21BA93}"/>
                </a:ext>
              </a:extLst>
            </p:cNvPr>
            <p:cNvSpPr/>
            <p:nvPr/>
          </p:nvSpPr>
          <p:spPr>
            <a:xfrm>
              <a:off x="25235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9926;p128">
              <a:extLst>
                <a:ext uri="{FF2B5EF4-FFF2-40B4-BE49-F238E27FC236}">
                  <a16:creationId xmlns:a16="http://schemas.microsoft.com/office/drawing/2014/main" id="{DF06ECA4-D44A-56E8-EDBD-404DCD236EEC}"/>
                </a:ext>
              </a:extLst>
            </p:cNvPr>
            <p:cNvSpPr/>
            <p:nvPr/>
          </p:nvSpPr>
          <p:spPr>
            <a:xfrm>
              <a:off x="25235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9927;p128">
              <a:extLst>
                <a:ext uri="{FF2B5EF4-FFF2-40B4-BE49-F238E27FC236}">
                  <a16:creationId xmlns:a16="http://schemas.microsoft.com/office/drawing/2014/main" id="{444BBC86-98C5-38BC-67E7-4C55AE03FECD}"/>
                </a:ext>
              </a:extLst>
            </p:cNvPr>
            <p:cNvSpPr/>
            <p:nvPr/>
          </p:nvSpPr>
          <p:spPr>
            <a:xfrm>
              <a:off x="24473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9928;p128">
              <a:extLst>
                <a:ext uri="{FF2B5EF4-FFF2-40B4-BE49-F238E27FC236}">
                  <a16:creationId xmlns:a16="http://schemas.microsoft.com/office/drawing/2014/main" id="{BEE1AC82-BC20-4DAC-AEC5-5C11E10558D6}"/>
                </a:ext>
              </a:extLst>
            </p:cNvPr>
            <p:cNvSpPr/>
            <p:nvPr/>
          </p:nvSpPr>
          <p:spPr>
            <a:xfrm>
              <a:off x="24473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9929;p128">
              <a:extLst>
                <a:ext uri="{FF2B5EF4-FFF2-40B4-BE49-F238E27FC236}">
                  <a16:creationId xmlns:a16="http://schemas.microsoft.com/office/drawing/2014/main" id="{5E68CBDA-8895-D2D1-2172-F83CF3121A43}"/>
                </a:ext>
              </a:extLst>
            </p:cNvPr>
            <p:cNvSpPr/>
            <p:nvPr/>
          </p:nvSpPr>
          <p:spPr>
            <a:xfrm>
              <a:off x="24473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9930;p128">
              <a:extLst>
                <a:ext uri="{FF2B5EF4-FFF2-40B4-BE49-F238E27FC236}">
                  <a16:creationId xmlns:a16="http://schemas.microsoft.com/office/drawing/2014/main" id="{62FBCD30-D04C-F4FF-AB40-8B181985BD39}"/>
                </a:ext>
              </a:extLst>
            </p:cNvPr>
            <p:cNvSpPr/>
            <p:nvPr/>
          </p:nvSpPr>
          <p:spPr>
            <a:xfrm>
              <a:off x="24473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9931;p128">
              <a:extLst>
                <a:ext uri="{FF2B5EF4-FFF2-40B4-BE49-F238E27FC236}">
                  <a16:creationId xmlns:a16="http://schemas.microsoft.com/office/drawing/2014/main" id="{CA0D0CCB-E5DE-88EF-BEFA-6C95B291FCBB}"/>
                </a:ext>
              </a:extLst>
            </p:cNvPr>
            <p:cNvSpPr/>
            <p:nvPr/>
          </p:nvSpPr>
          <p:spPr>
            <a:xfrm>
              <a:off x="24473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9932;p128">
              <a:extLst>
                <a:ext uri="{FF2B5EF4-FFF2-40B4-BE49-F238E27FC236}">
                  <a16:creationId xmlns:a16="http://schemas.microsoft.com/office/drawing/2014/main" id="{6A1BE59A-95F2-9B90-9C58-8989CB213EA5}"/>
                </a:ext>
              </a:extLst>
            </p:cNvPr>
            <p:cNvSpPr/>
            <p:nvPr/>
          </p:nvSpPr>
          <p:spPr>
            <a:xfrm>
              <a:off x="24473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9933;p128">
              <a:extLst>
                <a:ext uri="{FF2B5EF4-FFF2-40B4-BE49-F238E27FC236}">
                  <a16:creationId xmlns:a16="http://schemas.microsoft.com/office/drawing/2014/main" id="{E7688E08-BBF4-9755-32F9-2A5B47BE7E6B}"/>
                </a:ext>
              </a:extLst>
            </p:cNvPr>
            <p:cNvSpPr/>
            <p:nvPr/>
          </p:nvSpPr>
          <p:spPr>
            <a:xfrm>
              <a:off x="2447300" y="12665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9934;p128">
              <a:extLst>
                <a:ext uri="{FF2B5EF4-FFF2-40B4-BE49-F238E27FC236}">
                  <a16:creationId xmlns:a16="http://schemas.microsoft.com/office/drawing/2014/main" id="{177A04ED-CE15-DD4D-F126-6D45120BB7F3}"/>
                </a:ext>
              </a:extLst>
            </p:cNvPr>
            <p:cNvSpPr/>
            <p:nvPr/>
          </p:nvSpPr>
          <p:spPr>
            <a:xfrm>
              <a:off x="24473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9935;p128">
              <a:extLst>
                <a:ext uri="{FF2B5EF4-FFF2-40B4-BE49-F238E27FC236}">
                  <a16:creationId xmlns:a16="http://schemas.microsoft.com/office/drawing/2014/main" id="{2754A653-7D6B-BD83-0BC2-2917524DCF6B}"/>
                </a:ext>
              </a:extLst>
            </p:cNvPr>
            <p:cNvSpPr/>
            <p:nvPr/>
          </p:nvSpPr>
          <p:spPr>
            <a:xfrm>
              <a:off x="2447300" y="11143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9936;p128">
              <a:extLst>
                <a:ext uri="{FF2B5EF4-FFF2-40B4-BE49-F238E27FC236}">
                  <a16:creationId xmlns:a16="http://schemas.microsoft.com/office/drawing/2014/main" id="{D4395CEC-9316-0E7B-665F-010B5C7FAA2D}"/>
                </a:ext>
              </a:extLst>
            </p:cNvPr>
            <p:cNvSpPr/>
            <p:nvPr/>
          </p:nvSpPr>
          <p:spPr>
            <a:xfrm>
              <a:off x="24473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9937;p128">
              <a:extLst>
                <a:ext uri="{FF2B5EF4-FFF2-40B4-BE49-F238E27FC236}">
                  <a16:creationId xmlns:a16="http://schemas.microsoft.com/office/drawing/2014/main" id="{889C8677-DAF7-1104-AB14-AFA91221FEEA}"/>
                </a:ext>
              </a:extLst>
            </p:cNvPr>
            <p:cNvSpPr/>
            <p:nvPr/>
          </p:nvSpPr>
          <p:spPr>
            <a:xfrm>
              <a:off x="2371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9938;p128">
              <a:extLst>
                <a:ext uri="{FF2B5EF4-FFF2-40B4-BE49-F238E27FC236}">
                  <a16:creationId xmlns:a16="http://schemas.microsoft.com/office/drawing/2014/main" id="{7A7149EC-310E-32AF-E951-89352B887E50}"/>
                </a:ext>
              </a:extLst>
            </p:cNvPr>
            <p:cNvSpPr/>
            <p:nvPr/>
          </p:nvSpPr>
          <p:spPr>
            <a:xfrm>
              <a:off x="2371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9939;p128">
              <a:extLst>
                <a:ext uri="{FF2B5EF4-FFF2-40B4-BE49-F238E27FC236}">
                  <a16:creationId xmlns:a16="http://schemas.microsoft.com/office/drawing/2014/main" id="{8863E845-DFD9-5EF7-40E5-D2A06D701DA5}"/>
                </a:ext>
              </a:extLst>
            </p:cNvPr>
            <p:cNvSpPr/>
            <p:nvPr/>
          </p:nvSpPr>
          <p:spPr>
            <a:xfrm>
              <a:off x="2371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9940;p128">
              <a:extLst>
                <a:ext uri="{FF2B5EF4-FFF2-40B4-BE49-F238E27FC236}">
                  <a16:creationId xmlns:a16="http://schemas.microsoft.com/office/drawing/2014/main" id="{305541BF-53E8-2905-F2F0-F7DFABF90518}"/>
                </a:ext>
              </a:extLst>
            </p:cNvPr>
            <p:cNvSpPr/>
            <p:nvPr/>
          </p:nvSpPr>
          <p:spPr>
            <a:xfrm>
              <a:off x="2371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9941;p128">
              <a:extLst>
                <a:ext uri="{FF2B5EF4-FFF2-40B4-BE49-F238E27FC236}">
                  <a16:creationId xmlns:a16="http://schemas.microsoft.com/office/drawing/2014/main" id="{0CFE6067-2227-526F-3F54-9593516FB823}"/>
                </a:ext>
              </a:extLst>
            </p:cNvPr>
            <p:cNvSpPr/>
            <p:nvPr/>
          </p:nvSpPr>
          <p:spPr>
            <a:xfrm>
              <a:off x="2371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9942;p128">
              <a:extLst>
                <a:ext uri="{FF2B5EF4-FFF2-40B4-BE49-F238E27FC236}">
                  <a16:creationId xmlns:a16="http://schemas.microsoft.com/office/drawing/2014/main" id="{3CB9EEFB-852D-A319-6730-5434E3CDE0CA}"/>
                </a:ext>
              </a:extLst>
            </p:cNvPr>
            <p:cNvSpPr/>
            <p:nvPr/>
          </p:nvSpPr>
          <p:spPr>
            <a:xfrm>
              <a:off x="23712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9943;p128">
              <a:extLst>
                <a:ext uri="{FF2B5EF4-FFF2-40B4-BE49-F238E27FC236}">
                  <a16:creationId xmlns:a16="http://schemas.microsoft.com/office/drawing/2014/main" id="{1AD8550F-3321-39BB-4EEE-EBAC9B9A127F}"/>
                </a:ext>
              </a:extLst>
            </p:cNvPr>
            <p:cNvSpPr/>
            <p:nvPr/>
          </p:nvSpPr>
          <p:spPr>
            <a:xfrm>
              <a:off x="23712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9944;p128">
              <a:extLst>
                <a:ext uri="{FF2B5EF4-FFF2-40B4-BE49-F238E27FC236}">
                  <a16:creationId xmlns:a16="http://schemas.microsoft.com/office/drawing/2014/main" id="{C1C8528A-FE08-4958-3F92-3C0C38511917}"/>
                </a:ext>
              </a:extLst>
            </p:cNvPr>
            <p:cNvSpPr/>
            <p:nvPr/>
          </p:nvSpPr>
          <p:spPr>
            <a:xfrm>
              <a:off x="23712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9945;p128">
              <a:extLst>
                <a:ext uri="{FF2B5EF4-FFF2-40B4-BE49-F238E27FC236}">
                  <a16:creationId xmlns:a16="http://schemas.microsoft.com/office/drawing/2014/main" id="{0A7A0D59-5385-7E0B-BD34-A8B374C6D990}"/>
                </a:ext>
              </a:extLst>
            </p:cNvPr>
            <p:cNvSpPr/>
            <p:nvPr/>
          </p:nvSpPr>
          <p:spPr>
            <a:xfrm>
              <a:off x="237127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9946;p128">
              <a:extLst>
                <a:ext uri="{FF2B5EF4-FFF2-40B4-BE49-F238E27FC236}">
                  <a16:creationId xmlns:a16="http://schemas.microsoft.com/office/drawing/2014/main" id="{D54F8C82-331A-5EC9-23F1-3D28D9411919}"/>
                </a:ext>
              </a:extLst>
            </p:cNvPr>
            <p:cNvSpPr/>
            <p:nvPr/>
          </p:nvSpPr>
          <p:spPr>
            <a:xfrm>
              <a:off x="22950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9947;p128">
              <a:extLst>
                <a:ext uri="{FF2B5EF4-FFF2-40B4-BE49-F238E27FC236}">
                  <a16:creationId xmlns:a16="http://schemas.microsoft.com/office/drawing/2014/main" id="{034A631E-74E8-DF53-B283-EEBD9D2AABD5}"/>
                </a:ext>
              </a:extLst>
            </p:cNvPr>
            <p:cNvSpPr/>
            <p:nvPr/>
          </p:nvSpPr>
          <p:spPr>
            <a:xfrm>
              <a:off x="22950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9948;p128">
              <a:extLst>
                <a:ext uri="{FF2B5EF4-FFF2-40B4-BE49-F238E27FC236}">
                  <a16:creationId xmlns:a16="http://schemas.microsoft.com/office/drawing/2014/main" id="{91B0192A-05F3-2E37-8656-9709CCAD556C}"/>
                </a:ext>
              </a:extLst>
            </p:cNvPr>
            <p:cNvSpPr/>
            <p:nvPr/>
          </p:nvSpPr>
          <p:spPr>
            <a:xfrm>
              <a:off x="22950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9949;p128">
              <a:extLst>
                <a:ext uri="{FF2B5EF4-FFF2-40B4-BE49-F238E27FC236}">
                  <a16:creationId xmlns:a16="http://schemas.microsoft.com/office/drawing/2014/main" id="{61D79496-5E64-E4FF-5237-0C8726087E6D}"/>
                </a:ext>
              </a:extLst>
            </p:cNvPr>
            <p:cNvSpPr/>
            <p:nvPr/>
          </p:nvSpPr>
          <p:spPr>
            <a:xfrm>
              <a:off x="22950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9950;p128">
              <a:extLst>
                <a:ext uri="{FF2B5EF4-FFF2-40B4-BE49-F238E27FC236}">
                  <a16:creationId xmlns:a16="http://schemas.microsoft.com/office/drawing/2014/main" id="{9313EB27-D6D4-35AD-7750-51EB8A5175E6}"/>
                </a:ext>
              </a:extLst>
            </p:cNvPr>
            <p:cNvSpPr/>
            <p:nvPr/>
          </p:nvSpPr>
          <p:spPr>
            <a:xfrm>
              <a:off x="22186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9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9951;p128">
              <a:extLst>
                <a:ext uri="{FF2B5EF4-FFF2-40B4-BE49-F238E27FC236}">
                  <a16:creationId xmlns:a16="http://schemas.microsoft.com/office/drawing/2014/main" id="{65D4BF6A-B9BD-489B-1496-4BE922F2CA6D}"/>
                </a:ext>
              </a:extLst>
            </p:cNvPr>
            <p:cNvSpPr/>
            <p:nvPr/>
          </p:nvSpPr>
          <p:spPr>
            <a:xfrm>
              <a:off x="22186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9952;p128">
              <a:extLst>
                <a:ext uri="{FF2B5EF4-FFF2-40B4-BE49-F238E27FC236}">
                  <a16:creationId xmlns:a16="http://schemas.microsoft.com/office/drawing/2014/main" id="{24455255-F7B4-B975-2686-5A254D85C7B1}"/>
                </a:ext>
              </a:extLst>
            </p:cNvPr>
            <p:cNvSpPr/>
            <p:nvPr/>
          </p:nvSpPr>
          <p:spPr>
            <a:xfrm>
              <a:off x="22186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9953;p128">
              <a:extLst>
                <a:ext uri="{FF2B5EF4-FFF2-40B4-BE49-F238E27FC236}">
                  <a16:creationId xmlns:a16="http://schemas.microsoft.com/office/drawing/2014/main" id="{E2ED1002-1D26-DC0E-C16F-F95CF0248499}"/>
                </a:ext>
              </a:extLst>
            </p:cNvPr>
            <p:cNvSpPr/>
            <p:nvPr/>
          </p:nvSpPr>
          <p:spPr>
            <a:xfrm>
              <a:off x="21424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9954;p128">
              <a:extLst>
                <a:ext uri="{FF2B5EF4-FFF2-40B4-BE49-F238E27FC236}">
                  <a16:creationId xmlns:a16="http://schemas.microsoft.com/office/drawing/2014/main" id="{D9A91FBB-0AA2-4FDF-B48D-7653EF1F035F}"/>
                </a:ext>
              </a:extLst>
            </p:cNvPr>
            <p:cNvSpPr/>
            <p:nvPr/>
          </p:nvSpPr>
          <p:spPr>
            <a:xfrm>
              <a:off x="214242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9955;p128">
              <a:extLst>
                <a:ext uri="{FF2B5EF4-FFF2-40B4-BE49-F238E27FC236}">
                  <a16:creationId xmlns:a16="http://schemas.microsoft.com/office/drawing/2014/main" id="{5CF736BA-14EC-4026-D8AF-15EF1CC171F8}"/>
                </a:ext>
              </a:extLst>
            </p:cNvPr>
            <p:cNvSpPr/>
            <p:nvPr/>
          </p:nvSpPr>
          <p:spPr>
            <a:xfrm>
              <a:off x="27519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9956;p128">
              <a:extLst>
                <a:ext uri="{FF2B5EF4-FFF2-40B4-BE49-F238E27FC236}">
                  <a16:creationId xmlns:a16="http://schemas.microsoft.com/office/drawing/2014/main" id="{17151FBD-CC83-3246-716E-22B435E2A8F9}"/>
                </a:ext>
              </a:extLst>
            </p:cNvPr>
            <p:cNvSpPr/>
            <p:nvPr/>
          </p:nvSpPr>
          <p:spPr>
            <a:xfrm>
              <a:off x="2751950" y="35519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4" y="2033"/>
                    <a:pt x="1821" y="1814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9957;p128">
              <a:extLst>
                <a:ext uri="{FF2B5EF4-FFF2-40B4-BE49-F238E27FC236}">
                  <a16:creationId xmlns:a16="http://schemas.microsoft.com/office/drawing/2014/main" id="{2A79B1C5-A4BB-58F8-37B0-68C26B77388E}"/>
                </a:ext>
              </a:extLst>
            </p:cNvPr>
            <p:cNvSpPr/>
            <p:nvPr/>
          </p:nvSpPr>
          <p:spPr>
            <a:xfrm>
              <a:off x="2751950" y="3475725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9958;p128">
              <a:extLst>
                <a:ext uri="{FF2B5EF4-FFF2-40B4-BE49-F238E27FC236}">
                  <a16:creationId xmlns:a16="http://schemas.microsoft.com/office/drawing/2014/main" id="{E645620A-BAD8-1FFE-9623-F856801DD822}"/>
                </a:ext>
              </a:extLst>
            </p:cNvPr>
            <p:cNvSpPr/>
            <p:nvPr/>
          </p:nvSpPr>
          <p:spPr>
            <a:xfrm>
              <a:off x="2675925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9959;p128">
              <a:extLst>
                <a:ext uri="{FF2B5EF4-FFF2-40B4-BE49-F238E27FC236}">
                  <a16:creationId xmlns:a16="http://schemas.microsoft.com/office/drawing/2014/main" id="{DD0B299E-0D58-3E48-1D4D-B16306E74113}"/>
                </a:ext>
              </a:extLst>
            </p:cNvPr>
            <p:cNvSpPr/>
            <p:nvPr/>
          </p:nvSpPr>
          <p:spPr>
            <a:xfrm>
              <a:off x="26757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1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9960;p128">
              <a:extLst>
                <a:ext uri="{FF2B5EF4-FFF2-40B4-BE49-F238E27FC236}">
                  <a16:creationId xmlns:a16="http://schemas.microsoft.com/office/drawing/2014/main" id="{3E9174AB-0C03-ACA3-A896-B1147A627BD3}"/>
                </a:ext>
              </a:extLst>
            </p:cNvPr>
            <p:cNvSpPr/>
            <p:nvPr/>
          </p:nvSpPr>
          <p:spPr>
            <a:xfrm>
              <a:off x="2675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9961;p128">
              <a:extLst>
                <a:ext uri="{FF2B5EF4-FFF2-40B4-BE49-F238E27FC236}">
                  <a16:creationId xmlns:a16="http://schemas.microsoft.com/office/drawing/2014/main" id="{FFACCD54-A20C-159F-A2B0-E97133D6A44C}"/>
                </a:ext>
              </a:extLst>
            </p:cNvPr>
            <p:cNvSpPr/>
            <p:nvPr/>
          </p:nvSpPr>
          <p:spPr>
            <a:xfrm>
              <a:off x="2675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9962;p128">
              <a:extLst>
                <a:ext uri="{FF2B5EF4-FFF2-40B4-BE49-F238E27FC236}">
                  <a16:creationId xmlns:a16="http://schemas.microsoft.com/office/drawing/2014/main" id="{FAB524AA-1C18-C112-FC00-BBA6C2A7D70E}"/>
                </a:ext>
              </a:extLst>
            </p:cNvPr>
            <p:cNvSpPr/>
            <p:nvPr/>
          </p:nvSpPr>
          <p:spPr>
            <a:xfrm>
              <a:off x="26759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9963;p128">
              <a:extLst>
                <a:ext uri="{FF2B5EF4-FFF2-40B4-BE49-F238E27FC236}">
                  <a16:creationId xmlns:a16="http://schemas.microsoft.com/office/drawing/2014/main" id="{B7E2B381-3A26-730C-463A-1AE3BCC90A47}"/>
                </a:ext>
              </a:extLst>
            </p:cNvPr>
            <p:cNvSpPr/>
            <p:nvPr/>
          </p:nvSpPr>
          <p:spPr>
            <a:xfrm>
              <a:off x="26759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9964;p128">
              <a:extLst>
                <a:ext uri="{FF2B5EF4-FFF2-40B4-BE49-F238E27FC236}">
                  <a16:creationId xmlns:a16="http://schemas.microsoft.com/office/drawing/2014/main" id="{207E889F-6FC7-9661-B95D-6AF0196C4713}"/>
                </a:ext>
              </a:extLst>
            </p:cNvPr>
            <p:cNvSpPr/>
            <p:nvPr/>
          </p:nvSpPr>
          <p:spPr>
            <a:xfrm>
              <a:off x="259972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9965;p128">
              <a:extLst>
                <a:ext uri="{FF2B5EF4-FFF2-40B4-BE49-F238E27FC236}">
                  <a16:creationId xmlns:a16="http://schemas.microsoft.com/office/drawing/2014/main" id="{BBF5D938-C520-B09D-B5A4-B5287D22D632}"/>
                </a:ext>
              </a:extLst>
            </p:cNvPr>
            <p:cNvSpPr/>
            <p:nvPr/>
          </p:nvSpPr>
          <p:spPr>
            <a:xfrm>
              <a:off x="2599725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72" y="0"/>
                    <a:pt x="0" y="480"/>
                    <a:pt x="0" y="1073"/>
                  </a:cubicBezTo>
                  <a:cubicBezTo>
                    <a:pt x="0" y="1715"/>
                    <a:pt x="526" y="2139"/>
                    <a:pt x="1073" y="2139"/>
                  </a:cubicBezTo>
                  <a:cubicBezTo>
                    <a:pt x="1336" y="2139"/>
                    <a:pt x="1604" y="2040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9966;p128">
              <a:extLst>
                <a:ext uri="{FF2B5EF4-FFF2-40B4-BE49-F238E27FC236}">
                  <a16:creationId xmlns:a16="http://schemas.microsoft.com/office/drawing/2014/main" id="{0C64B60A-4548-D60D-83A0-667E0E3586A0}"/>
                </a:ext>
              </a:extLst>
            </p:cNvPr>
            <p:cNvSpPr/>
            <p:nvPr/>
          </p:nvSpPr>
          <p:spPr>
            <a:xfrm>
              <a:off x="259972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9967;p128">
              <a:extLst>
                <a:ext uri="{FF2B5EF4-FFF2-40B4-BE49-F238E27FC236}">
                  <a16:creationId xmlns:a16="http://schemas.microsoft.com/office/drawing/2014/main" id="{0801B5D7-1C9E-05F2-975C-76E2B2B2A55B}"/>
                </a:ext>
              </a:extLst>
            </p:cNvPr>
            <p:cNvSpPr/>
            <p:nvPr/>
          </p:nvSpPr>
          <p:spPr>
            <a:xfrm>
              <a:off x="259972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9968;p128">
              <a:extLst>
                <a:ext uri="{FF2B5EF4-FFF2-40B4-BE49-F238E27FC236}">
                  <a16:creationId xmlns:a16="http://schemas.microsoft.com/office/drawing/2014/main" id="{74861BC3-4513-E5F1-96EC-4FE251F9E1D7}"/>
                </a:ext>
              </a:extLst>
            </p:cNvPr>
            <p:cNvSpPr/>
            <p:nvPr/>
          </p:nvSpPr>
          <p:spPr>
            <a:xfrm>
              <a:off x="259972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9969;p128">
              <a:extLst>
                <a:ext uri="{FF2B5EF4-FFF2-40B4-BE49-F238E27FC236}">
                  <a16:creationId xmlns:a16="http://schemas.microsoft.com/office/drawing/2014/main" id="{7BF6092C-FC1C-1AE5-E6B2-3BAEC5BC3591}"/>
                </a:ext>
              </a:extLst>
            </p:cNvPr>
            <p:cNvSpPr/>
            <p:nvPr/>
          </p:nvSpPr>
          <p:spPr>
            <a:xfrm>
              <a:off x="259972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9970;p128">
              <a:extLst>
                <a:ext uri="{FF2B5EF4-FFF2-40B4-BE49-F238E27FC236}">
                  <a16:creationId xmlns:a16="http://schemas.microsoft.com/office/drawing/2014/main" id="{3278A1BB-013F-9955-5290-D4F6183A57CE}"/>
                </a:ext>
              </a:extLst>
            </p:cNvPr>
            <p:cNvSpPr/>
            <p:nvPr/>
          </p:nvSpPr>
          <p:spPr>
            <a:xfrm>
              <a:off x="252350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9971;p128">
              <a:extLst>
                <a:ext uri="{FF2B5EF4-FFF2-40B4-BE49-F238E27FC236}">
                  <a16:creationId xmlns:a16="http://schemas.microsoft.com/office/drawing/2014/main" id="{80866CC5-D753-E709-3089-ED1989969144}"/>
                </a:ext>
              </a:extLst>
            </p:cNvPr>
            <p:cNvSpPr/>
            <p:nvPr/>
          </p:nvSpPr>
          <p:spPr>
            <a:xfrm>
              <a:off x="252350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9972;p128">
              <a:extLst>
                <a:ext uri="{FF2B5EF4-FFF2-40B4-BE49-F238E27FC236}">
                  <a16:creationId xmlns:a16="http://schemas.microsoft.com/office/drawing/2014/main" id="{7EAE33D9-D25F-1184-401A-22E88B5E93C7}"/>
                </a:ext>
              </a:extLst>
            </p:cNvPr>
            <p:cNvSpPr/>
            <p:nvPr/>
          </p:nvSpPr>
          <p:spPr>
            <a:xfrm>
              <a:off x="25235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9973;p128">
              <a:extLst>
                <a:ext uri="{FF2B5EF4-FFF2-40B4-BE49-F238E27FC236}">
                  <a16:creationId xmlns:a16="http://schemas.microsoft.com/office/drawing/2014/main" id="{09CBBF60-D384-BFD2-1649-65B0B0CCB0BD}"/>
                </a:ext>
              </a:extLst>
            </p:cNvPr>
            <p:cNvSpPr/>
            <p:nvPr/>
          </p:nvSpPr>
          <p:spPr>
            <a:xfrm>
              <a:off x="25235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9974;p128">
              <a:extLst>
                <a:ext uri="{FF2B5EF4-FFF2-40B4-BE49-F238E27FC236}">
                  <a16:creationId xmlns:a16="http://schemas.microsoft.com/office/drawing/2014/main" id="{2BE40D31-1103-7F8D-2B2B-F679FF844E65}"/>
                </a:ext>
              </a:extLst>
            </p:cNvPr>
            <p:cNvSpPr/>
            <p:nvPr/>
          </p:nvSpPr>
          <p:spPr>
            <a:xfrm>
              <a:off x="2523500" y="362795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8"/>
                    <a:pt x="1" y="488"/>
                    <a:pt x="1" y="1073"/>
                  </a:cubicBezTo>
                  <a:cubicBezTo>
                    <a:pt x="1" y="1715"/>
                    <a:pt x="527" y="2139"/>
                    <a:pt x="1073" y="2139"/>
                  </a:cubicBezTo>
                  <a:cubicBezTo>
                    <a:pt x="1337" y="2139"/>
                    <a:pt x="1605" y="2040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9975;p128">
              <a:extLst>
                <a:ext uri="{FF2B5EF4-FFF2-40B4-BE49-F238E27FC236}">
                  <a16:creationId xmlns:a16="http://schemas.microsoft.com/office/drawing/2014/main" id="{38738281-D3C2-C203-1E63-585166B6FC11}"/>
                </a:ext>
              </a:extLst>
            </p:cNvPr>
            <p:cNvSpPr/>
            <p:nvPr/>
          </p:nvSpPr>
          <p:spPr>
            <a:xfrm>
              <a:off x="25235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9976;p128">
              <a:extLst>
                <a:ext uri="{FF2B5EF4-FFF2-40B4-BE49-F238E27FC236}">
                  <a16:creationId xmlns:a16="http://schemas.microsoft.com/office/drawing/2014/main" id="{D730E9B6-74CC-F7CA-1AA4-40EDAA6F0A82}"/>
                </a:ext>
              </a:extLst>
            </p:cNvPr>
            <p:cNvSpPr/>
            <p:nvPr/>
          </p:nvSpPr>
          <p:spPr>
            <a:xfrm>
              <a:off x="25235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9977;p128">
              <a:extLst>
                <a:ext uri="{FF2B5EF4-FFF2-40B4-BE49-F238E27FC236}">
                  <a16:creationId xmlns:a16="http://schemas.microsoft.com/office/drawing/2014/main" id="{CC965305-1628-2566-DE91-59E93CCCA7FF}"/>
                </a:ext>
              </a:extLst>
            </p:cNvPr>
            <p:cNvSpPr/>
            <p:nvPr/>
          </p:nvSpPr>
          <p:spPr>
            <a:xfrm>
              <a:off x="25235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9978;p128">
              <a:extLst>
                <a:ext uri="{FF2B5EF4-FFF2-40B4-BE49-F238E27FC236}">
                  <a16:creationId xmlns:a16="http://schemas.microsoft.com/office/drawing/2014/main" id="{16851B72-1923-B335-CFB5-DA35DA181CB8}"/>
                </a:ext>
              </a:extLst>
            </p:cNvPr>
            <p:cNvSpPr/>
            <p:nvPr/>
          </p:nvSpPr>
          <p:spPr>
            <a:xfrm>
              <a:off x="2447300" y="40852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9979;p128">
              <a:extLst>
                <a:ext uri="{FF2B5EF4-FFF2-40B4-BE49-F238E27FC236}">
                  <a16:creationId xmlns:a16="http://schemas.microsoft.com/office/drawing/2014/main" id="{8461B554-15D2-2555-0C48-531F4467D806}"/>
                </a:ext>
              </a:extLst>
            </p:cNvPr>
            <p:cNvSpPr/>
            <p:nvPr/>
          </p:nvSpPr>
          <p:spPr>
            <a:xfrm>
              <a:off x="2447300" y="4009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39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9980;p128">
              <a:extLst>
                <a:ext uri="{FF2B5EF4-FFF2-40B4-BE49-F238E27FC236}">
                  <a16:creationId xmlns:a16="http://schemas.microsoft.com/office/drawing/2014/main" id="{EC6DFFA3-6FFF-4198-78F4-BF712E2B4085}"/>
                </a:ext>
              </a:extLst>
            </p:cNvPr>
            <p:cNvSpPr/>
            <p:nvPr/>
          </p:nvSpPr>
          <p:spPr>
            <a:xfrm>
              <a:off x="2447300" y="3932800"/>
              <a:ext cx="62200" cy="53475"/>
            </a:xfrm>
            <a:custGeom>
              <a:avLst/>
              <a:gdLst/>
              <a:ahLst/>
              <a:cxnLst/>
              <a:rect l="l" t="t" r="r" b="b"/>
              <a:pathLst>
                <a:path w="2488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4" y="2041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9981;p128">
              <a:extLst>
                <a:ext uri="{FF2B5EF4-FFF2-40B4-BE49-F238E27FC236}">
                  <a16:creationId xmlns:a16="http://schemas.microsoft.com/office/drawing/2014/main" id="{3D309A00-74D4-B4A8-A7AB-6C87B35E91D0}"/>
                </a:ext>
              </a:extLst>
            </p:cNvPr>
            <p:cNvSpPr/>
            <p:nvPr/>
          </p:nvSpPr>
          <p:spPr>
            <a:xfrm>
              <a:off x="2447300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9982;p128">
              <a:extLst>
                <a:ext uri="{FF2B5EF4-FFF2-40B4-BE49-F238E27FC236}">
                  <a16:creationId xmlns:a16="http://schemas.microsoft.com/office/drawing/2014/main" id="{29CB3969-26FF-5C90-F0D0-C9D2835C5F0C}"/>
                </a:ext>
              </a:extLst>
            </p:cNvPr>
            <p:cNvSpPr/>
            <p:nvPr/>
          </p:nvSpPr>
          <p:spPr>
            <a:xfrm>
              <a:off x="2447300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29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9983;p128">
              <a:extLst>
                <a:ext uri="{FF2B5EF4-FFF2-40B4-BE49-F238E27FC236}">
                  <a16:creationId xmlns:a16="http://schemas.microsoft.com/office/drawing/2014/main" id="{1A6923BD-4B11-7B6B-F3EC-73F61F0432D1}"/>
                </a:ext>
              </a:extLst>
            </p:cNvPr>
            <p:cNvSpPr/>
            <p:nvPr/>
          </p:nvSpPr>
          <p:spPr>
            <a:xfrm>
              <a:off x="2447300" y="37041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9984;p128">
              <a:extLst>
                <a:ext uri="{FF2B5EF4-FFF2-40B4-BE49-F238E27FC236}">
                  <a16:creationId xmlns:a16="http://schemas.microsoft.com/office/drawing/2014/main" id="{BCF29CA1-9BB3-9888-8590-93A90ED14D6A}"/>
                </a:ext>
              </a:extLst>
            </p:cNvPr>
            <p:cNvSpPr/>
            <p:nvPr/>
          </p:nvSpPr>
          <p:spPr>
            <a:xfrm>
              <a:off x="2447300" y="36279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8" y="2137"/>
                    <a:pt x="1076" y="2137"/>
                  </a:cubicBezTo>
                  <a:cubicBezTo>
                    <a:pt x="1339" y="2137"/>
                    <a:pt x="1605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9985;p128">
              <a:extLst>
                <a:ext uri="{FF2B5EF4-FFF2-40B4-BE49-F238E27FC236}">
                  <a16:creationId xmlns:a16="http://schemas.microsoft.com/office/drawing/2014/main" id="{3AE34A35-600E-AC17-BDF5-18FBF34C4B4B}"/>
                </a:ext>
              </a:extLst>
            </p:cNvPr>
            <p:cNvSpPr/>
            <p:nvPr/>
          </p:nvSpPr>
          <p:spPr>
            <a:xfrm>
              <a:off x="2447300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9986;p128">
              <a:extLst>
                <a:ext uri="{FF2B5EF4-FFF2-40B4-BE49-F238E27FC236}">
                  <a16:creationId xmlns:a16="http://schemas.microsoft.com/office/drawing/2014/main" id="{B67D1E2D-325A-5019-9518-C0472C3BDB4C}"/>
                </a:ext>
              </a:extLst>
            </p:cNvPr>
            <p:cNvSpPr/>
            <p:nvPr/>
          </p:nvSpPr>
          <p:spPr>
            <a:xfrm>
              <a:off x="2447300" y="34757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9987;p128">
              <a:extLst>
                <a:ext uri="{FF2B5EF4-FFF2-40B4-BE49-F238E27FC236}">
                  <a16:creationId xmlns:a16="http://schemas.microsoft.com/office/drawing/2014/main" id="{4501E995-C37C-C579-5491-4D2F57BB7C16}"/>
                </a:ext>
              </a:extLst>
            </p:cNvPr>
            <p:cNvSpPr/>
            <p:nvPr/>
          </p:nvSpPr>
          <p:spPr>
            <a:xfrm>
              <a:off x="2447300" y="33995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9988;p128">
              <a:extLst>
                <a:ext uri="{FF2B5EF4-FFF2-40B4-BE49-F238E27FC236}">
                  <a16:creationId xmlns:a16="http://schemas.microsoft.com/office/drawing/2014/main" id="{821A197F-9086-A776-8B00-5B913821BF26}"/>
                </a:ext>
              </a:extLst>
            </p:cNvPr>
            <p:cNvSpPr/>
            <p:nvPr/>
          </p:nvSpPr>
          <p:spPr>
            <a:xfrm>
              <a:off x="2447300" y="332330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9989;p128">
              <a:extLst>
                <a:ext uri="{FF2B5EF4-FFF2-40B4-BE49-F238E27FC236}">
                  <a16:creationId xmlns:a16="http://schemas.microsoft.com/office/drawing/2014/main" id="{79C01C92-B0FF-5270-BDEF-A8670348B827}"/>
                </a:ext>
              </a:extLst>
            </p:cNvPr>
            <p:cNvSpPr/>
            <p:nvPr/>
          </p:nvSpPr>
          <p:spPr>
            <a:xfrm>
              <a:off x="237127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9990;p128">
              <a:extLst>
                <a:ext uri="{FF2B5EF4-FFF2-40B4-BE49-F238E27FC236}">
                  <a16:creationId xmlns:a16="http://schemas.microsoft.com/office/drawing/2014/main" id="{7A4A376D-66A4-4845-389C-EFA87B81D5C7}"/>
                </a:ext>
              </a:extLst>
            </p:cNvPr>
            <p:cNvSpPr/>
            <p:nvPr/>
          </p:nvSpPr>
          <p:spPr>
            <a:xfrm>
              <a:off x="237127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9991;p128">
              <a:extLst>
                <a:ext uri="{FF2B5EF4-FFF2-40B4-BE49-F238E27FC236}">
                  <a16:creationId xmlns:a16="http://schemas.microsoft.com/office/drawing/2014/main" id="{81E4F8EA-BC95-91E0-0E02-7A9A00C6811D}"/>
                </a:ext>
              </a:extLst>
            </p:cNvPr>
            <p:cNvSpPr/>
            <p:nvPr/>
          </p:nvSpPr>
          <p:spPr>
            <a:xfrm>
              <a:off x="2371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9992;p128">
              <a:extLst>
                <a:ext uri="{FF2B5EF4-FFF2-40B4-BE49-F238E27FC236}">
                  <a16:creationId xmlns:a16="http://schemas.microsoft.com/office/drawing/2014/main" id="{3ACB6538-74E0-F403-DF22-A947EFE93D3E}"/>
                </a:ext>
              </a:extLst>
            </p:cNvPr>
            <p:cNvSpPr/>
            <p:nvPr/>
          </p:nvSpPr>
          <p:spPr>
            <a:xfrm>
              <a:off x="2371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9993;p128">
              <a:extLst>
                <a:ext uri="{FF2B5EF4-FFF2-40B4-BE49-F238E27FC236}">
                  <a16:creationId xmlns:a16="http://schemas.microsoft.com/office/drawing/2014/main" id="{BE61EA5F-DAEB-211A-B019-817B8A4665AE}"/>
                </a:ext>
              </a:extLst>
            </p:cNvPr>
            <p:cNvSpPr/>
            <p:nvPr/>
          </p:nvSpPr>
          <p:spPr>
            <a:xfrm>
              <a:off x="237107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9994;p128">
              <a:extLst>
                <a:ext uri="{FF2B5EF4-FFF2-40B4-BE49-F238E27FC236}">
                  <a16:creationId xmlns:a16="http://schemas.microsoft.com/office/drawing/2014/main" id="{D75165D4-B54B-E4DE-0A27-BF45BC652A18}"/>
                </a:ext>
              </a:extLst>
            </p:cNvPr>
            <p:cNvSpPr/>
            <p:nvPr/>
          </p:nvSpPr>
          <p:spPr>
            <a:xfrm>
              <a:off x="237107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9995;p128">
              <a:extLst>
                <a:ext uri="{FF2B5EF4-FFF2-40B4-BE49-F238E27FC236}">
                  <a16:creationId xmlns:a16="http://schemas.microsoft.com/office/drawing/2014/main" id="{FAFE3BB6-D144-C3FF-C997-1E1F408FE3FB}"/>
                </a:ext>
              </a:extLst>
            </p:cNvPr>
            <p:cNvSpPr/>
            <p:nvPr/>
          </p:nvSpPr>
          <p:spPr>
            <a:xfrm>
              <a:off x="237107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9996;p128">
              <a:extLst>
                <a:ext uri="{FF2B5EF4-FFF2-40B4-BE49-F238E27FC236}">
                  <a16:creationId xmlns:a16="http://schemas.microsoft.com/office/drawing/2014/main" id="{66F8AC5E-C1D0-DC04-0D2B-FF770CAD6864}"/>
                </a:ext>
              </a:extLst>
            </p:cNvPr>
            <p:cNvSpPr/>
            <p:nvPr/>
          </p:nvSpPr>
          <p:spPr>
            <a:xfrm>
              <a:off x="237127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9997;p128">
              <a:extLst>
                <a:ext uri="{FF2B5EF4-FFF2-40B4-BE49-F238E27FC236}">
                  <a16:creationId xmlns:a16="http://schemas.microsoft.com/office/drawing/2014/main" id="{35702748-45D4-1244-3C20-10AE7A7C2CD3}"/>
                </a:ext>
              </a:extLst>
            </p:cNvPr>
            <p:cNvSpPr/>
            <p:nvPr/>
          </p:nvSpPr>
          <p:spPr>
            <a:xfrm>
              <a:off x="237127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9998;p128">
              <a:extLst>
                <a:ext uri="{FF2B5EF4-FFF2-40B4-BE49-F238E27FC236}">
                  <a16:creationId xmlns:a16="http://schemas.microsoft.com/office/drawing/2014/main" id="{757B84BD-9B0B-F16A-F496-23C661170206}"/>
                </a:ext>
              </a:extLst>
            </p:cNvPr>
            <p:cNvSpPr/>
            <p:nvPr/>
          </p:nvSpPr>
          <p:spPr>
            <a:xfrm>
              <a:off x="237107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9999;p128">
              <a:extLst>
                <a:ext uri="{FF2B5EF4-FFF2-40B4-BE49-F238E27FC236}">
                  <a16:creationId xmlns:a16="http://schemas.microsoft.com/office/drawing/2014/main" id="{FC655755-04D6-5ED0-8A48-17C441D51126}"/>
                </a:ext>
              </a:extLst>
            </p:cNvPr>
            <p:cNvSpPr/>
            <p:nvPr/>
          </p:nvSpPr>
          <p:spPr>
            <a:xfrm>
              <a:off x="23710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0000;p128">
              <a:extLst>
                <a:ext uri="{FF2B5EF4-FFF2-40B4-BE49-F238E27FC236}">
                  <a16:creationId xmlns:a16="http://schemas.microsoft.com/office/drawing/2014/main" id="{5EF47F21-7083-D750-C531-6DFAA5435735}"/>
                </a:ext>
              </a:extLst>
            </p:cNvPr>
            <p:cNvSpPr/>
            <p:nvPr/>
          </p:nvSpPr>
          <p:spPr>
            <a:xfrm>
              <a:off x="23710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0001;p128">
              <a:extLst>
                <a:ext uri="{FF2B5EF4-FFF2-40B4-BE49-F238E27FC236}">
                  <a16:creationId xmlns:a16="http://schemas.microsoft.com/office/drawing/2014/main" id="{37AE6C23-9BF8-F6DF-5E93-49DF554133B9}"/>
                </a:ext>
              </a:extLst>
            </p:cNvPr>
            <p:cNvSpPr/>
            <p:nvPr/>
          </p:nvSpPr>
          <p:spPr>
            <a:xfrm>
              <a:off x="23710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0002;p128">
              <a:extLst>
                <a:ext uri="{FF2B5EF4-FFF2-40B4-BE49-F238E27FC236}">
                  <a16:creationId xmlns:a16="http://schemas.microsoft.com/office/drawing/2014/main" id="{1146C540-4EE0-77C5-D587-D2040FC49E7B}"/>
                </a:ext>
              </a:extLst>
            </p:cNvPr>
            <p:cNvSpPr/>
            <p:nvPr/>
          </p:nvSpPr>
          <p:spPr>
            <a:xfrm>
              <a:off x="23710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0003;p128">
              <a:extLst>
                <a:ext uri="{FF2B5EF4-FFF2-40B4-BE49-F238E27FC236}">
                  <a16:creationId xmlns:a16="http://schemas.microsoft.com/office/drawing/2014/main" id="{F7F1BDA3-6096-859E-56C3-20418D89A510}"/>
                </a:ext>
              </a:extLst>
            </p:cNvPr>
            <p:cNvSpPr/>
            <p:nvPr/>
          </p:nvSpPr>
          <p:spPr>
            <a:xfrm>
              <a:off x="2295075" y="43136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0004;p128">
              <a:extLst>
                <a:ext uri="{FF2B5EF4-FFF2-40B4-BE49-F238E27FC236}">
                  <a16:creationId xmlns:a16="http://schemas.microsoft.com/office/drawing/2014/main" id="{F2065F31-D8C3-4D6E-E9EA-80A53DDAF792}"/>
                </a:ext>
              </a:extLst>
            </p:cNvPr>
            <p:cNvSpPr/>
            <p:nvPr/>
          </p:nvSpPr>
          <p:spPr>
            <a:xfrm>
              <a:off x="2295075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0005;p128">
              <a:extLst>
                <a:ext uri="{FF2B5EF4-FFF2-40B4-BE49-F238E27FC236}">
                  <a16:creationId xmlns:a16="http://schemas.microsoft.com/office/drawing/2014/main" id="{B4878732-02EF-118A-78B4-46A0BB3E0948}"/>
                </a:ext>
              </a:extLst>
            </p:cNvPr>
            <p:cNvSpPr/>
            <p:nvPr/>
          </p:nvSpPr>
          <p:spPr>
            <a:xfrm>
              <a:off x="2295075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0006;p128">
              <a:extLst>
                <a:ext uri="{FF2B5EF4-FFF2-40B4-BE49-F238E27FC236}">
                  <a16:creationId xmlns:a16="http://schemas.microsoft.com/office/drawing/2014/main" id="{187E1CA8-0D49-3FD2-DD9D-E08B59FC3EBE}"/>
                </a:ext>
              </a:extLst>
            </p:cNvPr>
            <p:cNvSpPr/>
            <p:nvPr/>
          </p:nvSpPr>
          <p:spPr>
            <a:xfrm>
              <a:off x="2295075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0007;p128">
              <a:extLst>
                <a:ext uri="{FF2B5EF4-FFF2-40B4-BE49-F238E27FC236}">
                  <a16:creationId xmlns:a16="http://schemas.microsoft.com/office/drawing/2014/main" id="{8CBC60A2-9923-0B23-0C56-B523C8E5B844}"/>
                </a:ext>
              </a:extLst>
            </p:cNvPr>
            <p:cNvSpPr/>
            <p:nvPr/>
          </p:nvSpPr>
          <p:spPr>
            <a:xfrm>
              <a:off x="2295075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0008;p128">
              <a:extLst>
                <a:ext uri="{FF2B5EF4-FFF2-40B4-BE49-F238E27FC236}">
                  <a16:creationId xmlns:a16="http://schemas.microsoft.com/office/drawing/2014/main" id="{B8801CDF-5EB9-8B8C-2D5D-DA9DDF88E13A}"/>
                </a:ext>
              </a:extLst>
            </p:cNvPr>
            <p:cNvSpPr/>
            <p:nvPr/>
          </p:nvSpPr>
          <p:spPr>
            <a:xfrm>
              <a:off x="229485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1" y="2139"/>
                    <a:pt x="1078" y="2139"/>
                  </a:cubicBezTo>
                  <a:cubicBezTo>
                    <a:pt x="1342" y="2139"/>
                    <a:pt x="1611" y="2041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0009;p128">
              <a:extLst>
                <a:ext uri="{FF2B5EF4-FFF2-40B4-BE49-F238E27FC236}">
                  <a16:creationId xmlns:a16="http://schemas.microsoft.com/office/drawing/2014/main" id="{E3619265-6E15-A271-2F7A-42C98CE73CD7}"/>
                </a:ext>
              </a:extLst>
            </p:cNvPr>
            <p:cNvSpPr/>
            <p:nvPr/>
          </p:nvSpPr>
          <p:spPr>
            <a:xfrm>
              <a:off x="229507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0010;p128">
              <a:extLst>
                <a:ext uri="{FF2B5EF4-FFF2-40B4-BE49-F238E27FC236}">
                  <a16:creationId xmlns:a16="http://schemas.microsoft.com/office/drawing/2014/main" id="{433EB0B0-453E-3890-7DED-84462C72D2A7}"/>
                </a:ext>
              </a:extLst>
            </p:cNvPr>
            <p:cNvSpPr/>
            <p:nvPr/>
          </p:nvSpPr>
          <p:spPr>
            <a:xfrm>
              <a:off x="2294850" y="3780375"/>
              <a:ext cx="62625" cy="53475"/>
            </a:xfrm>
            <a:custGeom>
              <a:avLst/>
              <a:gdLst/>
              <a:ahLst/>
              <a:cxnLst/>
              <a:rect l="l" t="t" r="r" b="b"/>
              <a:pathLst>
                <a:path w="2505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2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505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0011;p128">
              <a:extLst>
                <a:ext uri="{FF2B5EF4-FFF2-40B4-BE49-F238E27FC236}">
                  <a16:creationId xmlns:a16="http://schemas.microsoft.com/office/drawing/2014/main" id="{3C9ABC6F-09B4-8876-737A-C247A2D9F8E8}"/>
                </a:ext>
              </a:extLst>
            </p:cNvPr>
            <p:cNvSpPr/>
            <p:nvPr/>
          </p:nvSpPr>
          <p:spPr>
            <a:xfrm>
              <a:off x="229507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0012;p128">
              <a:extLst>
                <a:ext uri="{FF2B5EF4-FFF2-40B4-BE49-F238E27FC236}">
                  <a16:creationId xmlns:a16="http://schemas.microsoft.com/office/drawing/2014/main" id="{EF06378E-EE7A-FC74-9A95-699618CE98BD}"/>
                </a:ext>
              </a:extLst>
            </p:cNvPr>
            <p:cNvSpPr/>
            <p:nvPr/>
          </p:nvSpPr>
          <p:spPr>
            <a:xfrm>
              <a:off x="229507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0013;p128">
              <a:extLst>
                <a:ext uri="{FF2B5EF4-FFF2-40B4-BE49-F238E27FC236}">
                  <a16:creationId xmlns:a16="http://schemas.microsoft.com/office/drawing/2014/main" id="{61CD64D4-18E9-60E0-D7C6-69FE3D489986}"/>
                </a:ext>
              </a:extLst>
            </p:cNvPr>
            <p:cNvSpPr/>
            <p:nvPr/>
          </p:nvSpPr>
          <p:spPr>
            <a:xfrm>
              <a:off x="229507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0014;p128">
              <a:extLst>
                <a:ext uri="{FF2B5EF4-FFF2-40B4-BE49-F238E27FC236}">
                  <a16:creationId xmlns:a16="http://schemas.microsoft.com/office/drawing/2014/main" id="{6BD3B08D-2861-5BA5-171B-CDA0789FE6E8}"/>
                </a:ext>
              </a:extLst>
            </p:cNvPr>
            <p:cNvSpPr/>
            <p:nvPr/>
          </p:nvSpPr>
          <p:spPr>
            <a:xfrm>
              <a:off x="229507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0015;p128">
              <a:extLst>
                <a:ext uri="{FF2B5EF4-FFF2-40B4-BE49-F238E27FC236}">
                  <a16:creationId xmlns:a16="http://schemas.microsoft.com/office/drawing/2014/main" id="{F5964502-C94D-96FC-A9FC-66798361C5DF}"/>
                </a:ext>
              </a:extLst>
            </p:cNvPr>
            <p:cNvSpPr/>
            <p:nvPr/>
          </p:nvSpPr>
          <p:spPr>
            <a:xfrm>
              <a:off x="2295075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0016;p128">
              <a:extLst>
                <a:ext uri="{FF2B5EF4-FFF2-40B4-BE49-F238E27FC236}">
                  <a16:creationId xmlns:a16="http://schemas.microsoft.com/office/drawing/2014/main" id="{0C500B0A-3E5C-DE73-C8CA-ADDE97C6D272}"/>
                </a:ext>
              </a:extLst>
            </p:cNvPr>
            <p:cNvSpPr/>
            <p:nvPr/>
          </p:nvSpPr>
          <p:spPr>
            <a:xfrm>
              <a:off x="22949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4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0017;p128">
              <a:extLst>
                <a:ext uri="{FF2B5EF4-FFF2-40B4-BE49-F238E27FC236}">
                  <a16:creationId xmlns:a16="http://schemas.microsoft.com/office/drawing/2014/main" id="{A685D6A4-8C1F-3E57-9F42-766A015C36CC}"/>
                </a:ext>
              </a:extLst>
            </p:cNvPr>
            <p:cNvSpPr/>
            <p:nvPr/>
          </p:nvSpPr>
          <p:spPr>
            <a:xfrm>
              <a:off x="229492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0018;p128">
              <a:extLst>
                <a:ext uri="{FF2B5EF4-FFF2-40B4-BE49-F238E27FC236}">
                  <a16:creationId xmlns:a16="http://schemas.microsoft.com/office/drawing/2014/main" id="{6ADCDD8E-D492-8068-5BEC-B11F95919AA1}"/>
                </a:ext>
              </a:extLst>
            </p:cNvPr>
            <p:cNvSpPr/>
            <p:nvPr/>
          </p:nvSpPr>
          <p:spPr>
            <a:xfrm>
              <a:off x="2295075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0019;p128">
              <a:extLst>
                <a:ext uri="{FF2B5EF4-FFF2-40B4-BE49-F238E27FC236}">
                  <a16:creationId xmlns:a16="http://schemas.microsoft.com/office/drawing/2014/main" id="{356A8C1D-CD40-0D80-FA00-A89F87C71521}"/>
                </a:ext>
              </a:extLst>
            </p:cNvPr>
            <p:cNvSpPr/>
            <p:nvPr/>
          </p:nvSpPr>
          <p:spPr>
            <a:xfrm>
              <a:off x="22950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0020;p128">
              <a:extLst>
                <a:ext uri="{FF2B5EF4-FFF2-40B4-BE49-F238E27FC236}">
                  <a16:creationId xmlns:a16="http://schemas.microsoft.com/office/drawing/2014/main" id="{4C1A197E-1547-2531-7147-43EB8C79C954}"/>
                </a:ext>
              </a:extLst>
            </p:cNvPr>
            <p:cNvSpPr/>
            <p:nvPr/>
          </p:nvSpPr>
          <p:spPr>
            <a:xfrm>
              <a:off x="22186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0021;p128">
              <a:extLst>
                <a:ext uri="{FF2B5EF4-FFF2-40B4-BE49-F238E27FC236}">
                  <a16:creationId xmlns:a16="http://schemas.microsoft.com/office/drawing/2014/main" id="{B8942A80-2024-AADB-F83E-12362C62C8C3}"/>
                </a:ext>
              </a:extLst>
            </p:cNvPr>
            <p:cNvSpPr/>
            <p:nvPr/>
          </p:nvSpPr>
          <p:spPr>
            <a:xfrm>
              <a:off x="2218650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0022;p128">
              <a:extLst>
                <a:ext uri="{FF2B5EF4-FFF2-40B4-BE49-F238E27FC236}">
                  <a16:creationId xmlns:a16="http://schemas.microsoft.com/office/drawing/2014/main" id="{404EBD3A-0182-F849-DD50-520B826C9A05}"/>
                </a:ext>
              </a:extLst>
            </p:cNvPr>
            <p:cNvSpPr/>
            <p:nvPr/>
          </p:nvSpPr>
          <p:spPr>
            <a:xfrm>
              <a:off x="2218650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0023;p128">
              <a:extLst>
                <a:ext uri="{FF2B5EF4-FFF2-40B4-BE49-F238E27FC236}">
                  <a16:creationId xmlns:a16="http://schemas.microsoft.com/office/drawing/2014/main" id="{764DE25B-706D-CDFB-C9FB-A9DEEE31271F}"/>
                </a:ext>
              </a:extLst>
            </p:cNvPr>
            <p:cNvSpPr/>
            <p:nvPr/>
          </p:nvSpPr>
          <p:spPr>
            <a:xfrm>
              <a:off x="2218650" y="41614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0024;p128">
              <a:extLst>
                <a:ext uri="{FF2B5EF4-FFF2-40B4-BE49-F238E27FC236}">
                  <a16:creationId xmlns:a16="http://schemas.microsoft.com/office/drawing/2014/main" id="{F176DCBA-894C-3D44-6309-FCEE4620A045}"/>
                </a:ext>
              </a:extLst>
            </p:cNvPr>
            <p:cNvSpPr/>
            <p:nvPr/>
          </p:nvSpPr>
          <p:spPr>
            <a:xfrm>
              <a:off x="22186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0025;p128">
              <a:extLst>
                <a:ext uri="{FF2B5EF4-FFF2-40B4-BE49-F238E27FC236}">
                  <a16:creationId xmlns:a16="http://schemas.microsoft.com/office/drawing/2014/main" id="{A138E72F-5B9C-642A-40BE-FE5470438941}"/>
                </a:ext>
              </a:extLst>
            </p:cNvPr>
            <p:cNvSpPr/>
            <p:nvPr/>
          </p:nvSpPr>
          <p:spPr>
            <a:xfrm>
              <a:off x="22186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0026;p128">
              <a:extLst>
                <a:ext uri="{FF2B5EF4-FFF2-40B4-BE49-F238E27FC236}">
                  <a16:creationId xmlns:a16="http://schemas.microsoft.com/office/drawing/2014/main" id="{6EA6E5E7-5630-111B-7C8D-58C8CE60AC03}"/>
                </a:ext>
              </a:extLst>
            </p:cNvPr>
            <p:cNvSpPr/>
            <p:nvPr/>
          </p:nvSpPr>
          <p:spPr>
            <a:xfrm>
              <a:off x="221865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1" y="1821"/>
                  </a:cubicBezTo>
                  <a:cubicBezTo>
                    <a:pt x="2488" y="1146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0027;p128">
              <a:extLst>
                <a:ext uri="{FF2B5EF4-FFF2-40B4-BE49-F238E27FC236}">
                  <a16:creationId xmlns:a16="http://schemas.microsoft.com/office/drawing/2014/main" id="{27E82FF4-9340-14EE-185D-BE0BB34C5781}"/>
                </a:ext>
              </a:extLst>
            </p:cNvPr>
            <p:cNvSpPr/>
            <p:nvPr/>
          </p:nvSpPr>
          <p:spPr>
            <a:xfrm>
              <a:off x="221865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0028;p128">
              <a:extLst>
                <a:ext uri="{FF2B5EF4-FFF2-40B4-BE49-F238E27FC236}">
                  <a16:creationId xmlns:a16="http://schemas.microsoft.com/office/drawing/2014/main" id="{FA1879F2-ECE2-96C1-E93C-4B2BEA2AEF56}"/>
                </a:ext>
              </a:extLst>
            </p:cNvPr>
            <p:cNvSpPr/>
            <p:nvPr/>
          </p:nvSpPr>
          <p:spPr>
            <a:xfrm>
              <a:off x="221865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0029;p128">
              <a:extLst>
                <a:ext uri="{FF2B5EF4-FFF2-40B4-BE49-F238E27FC236}">
                  <a16:creationId xmlns:a16="http://schemas.microsoft.com/office/drawing/2014/main" id="{11B5DF79-81B6-C5AF-3CE9-019361112412}"/>
                </a:ext>
              </a:extLst>
            </p:cNvPr>
            <p:cNvSpPr/>
            <p:nvPr/>
          </p:nvSpPr>
          <p:spPr>
            <a:xfrm>
              <a:off x="22186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0030;p128">
              <a:extLst>
                <a:ext uri="{FF2B5EF4-FFF2-40B4-BE49-F238E27FC236}">
                  <a16:creationId xmlns:a16="http://schemas.microsoft.com/office/drawing/2014/main" id="{5794ACC2-AD9B-8309-6C93-CAD7A6456A23}"/>
                </a:ext>
              </a:extLst>
            </p:cNvPr>
            <p:cNvSpPr/>
            <p:nvPr/>
          </p:nvSpPr>
          <p:spPr>
            <a:xfrm>
              <a:off x="22186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0031;p128">
              <a:extLst>
                <a:ext uri="{FF2B5EF4-FFF2-40B4-BE49-F238E27FC236}">
                  <a16:creationId xmlns:a16="http://schemas.microsoft.com/office/drawing/2014/main" id="{3230E837-68A1-5DE3-6875-A6FF80AFC272}"/>
                </a:ext>
              </a:extLst>
            </p:cNvPr>
            <p:cNvSpPr/>
            <p:nvPr/>
          </p:nvSpPr>
          <p:spPr>
            <a:xfrm>
              <a:off x="221865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0032;p128">
              <a:extLst>
                <a:ext uri="{FF2B5EF4-FFF2-40B4-BE49-F238E27FC236}">
                  <a16:creationId xmlns:a16="http://schemas.microsoft.com/office/drawing/2014/main" id="{A305E999-7EC1-2964-FBB2-FAA412A52E0C}"/>
                </a:ext>
              </a:extLst>
            </p:cNvPr>
            <p:cNvSpPr/>
            <p:nvPr/>
          </p:nvSpPr>
          <p:spPr>
            <a:xfrm>
              <a:off x="22186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0033;p128">
              <a:extLst>
                <a:ext uri="{FF2B5EF4-FFF2-40B4-BE49-F238E27FC236}">
                  <a16:creationId xmlns:a16="http://schemas.microsoft.com/office/drawing/2014/main" id="{046A6B71-A40A-8B9C-B357-1F526E6663B6}"/>
                </a:ext>
              </a:extLst>
            </p:cNvPr>
            <p:cNvSpPr/>
            <p:nvPr/>
          </p:nvSpPr>
          <p:spPr>
            <a:xfrm>
              <a:off x="22186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0034;p128">
              <a:extLst>
                <a:ext uri="{FF2B5EF4-FFF2-40B4-BE49-F238E27FC236}">
                  <a16:creationId xmlns:a16="http://schemas.microsoft.com/office/drawing/2014/main" id="{1BAAD1E6-95AE-3266-F37E-B2711681F289}"/>
                </a:ext>
              </a:extLst>
            </p:cNvPr>
            <p:cNvSpPr/>
            <p:nvPr/>
          </p:nvSpPr>
          <p:spPr>
            <a:xfrm>
              <a:off x="22186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0035;p128">
              <a:extLst>
                <a:ext uri="{FF2B5EF4-FFF2-40B4-BE49-F238E27FC236}">
                  <a16:creationId xmlns:a16="http://schemas.microsoft.com/office/drawing/2014/main" id="{B94920BF-9F25-FB2C-AAE5-4966B3F06098}"/>
                </a:ext>
              </a:extLst>
            </p:cNvPr>
            <p:cNvSpPr/>
            <p:nvPr/>
          </p:nvSpPr>
          <p:spPr>
            <a:xfrm>
              <a:off x="2218650" y="3247075"/>
              <a:ext cx="62425" cy="53500"/>
            </a:xfrm>
            <a:custGeom>
              <a:avLst/>
              <a:gdLst/>
              <a:ahLst/>
              <a:cxnLst/>
              <a:rect l="l" t="t" r="r" b="b"/>
              <a:pathLst>
                <a:path w="2497" h="2140" extrusionOk="0">
                  <a:moveTo>
                    <a:pt x="1074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11"/>
                    <a:pt x="529" y="2140"/>
                    <a:pt x="1079" y="2140"/>
                  </a:cubicBezTo>
                  <a:cubicBezTo>
                    <a:pt x="1339" y="2140"/>
                    <a:pt x="1605" y="2044"/>
                    <a:pt x="1821" y="1830"/>
                  </a:cubicBezTo>
                  <a:cubicBezTo>
                    <a:pt x="2496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0036;p128">
              <a:extLst>
                <a:ext uri="{FF2B5EF4-FFF2-40B4-BE49-F238E27FC236}">
                  <a16:creationId xmlns:a16="http://schemas.microsoft.com/office/drawing/2014/main" id="{ED9A2EBA-E6C8-7AED-F478-F99D0047C13E}"/>
                </a:ext>
              </a:extLst>
            </p:cNvPr>
            <p:cNvSpPr/>
            <p:nvPr/>
          </p:nvSpPr>
          <p:spPr>
            <a:xfrm>
              <a:off x="221865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5"/>
                    <a:pt x="528" y="2131"/>
                    <a:pt x="1078" y="2131"/>
                  </a:cubicBezTo>
                  <a:cubicBezTo>
                    <a:pt x="1339" y="2131"/>
                    <a:pt x="1604" y="2036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0037;p128">
              <a:extLst>
                <a:ext uri="{FF2B5EF4-FFF2-40B4-BE49-F238E27FC236}">
                  <a16:creationId xmlns:a16="http://schemas.microsoft.com/office/drawing/2014/main" id="{C5DA8CA6-EC29-BF28-B8A0-87E2B35A4F59}"/>
                </a:ext>
              </a:extLst>
            </p:cNvPr>
            <p:cNvSpPr/>
            <p:nvPr/>
          </p:nvSpPr>
          <p:spPr>
            <a:xfrm>
              <a:off x="22186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0038;p128">
              <a:extLst>
                <a:ext uri="{FF2B5EF4-FFF2-40B4-BE49-F238E27FC236}">
                  <a16:creationId xmlns:a16="http://schemas.microsoft.com/office/drawing/2014/main" id="{FB3C95FA-D0CB-FDA0-0F4C-730CD45FC8E3}"/>
                </a:ext>
              </a:extLst>
            </p:cNvPr>
            <p:cNvSpPr/>
            <p:nvPr/>
          </p:nvSpPr>
          <p:spPr>
            <a:xfrm>
              <a:off x="22186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0039;p128">
              <a:extLst>
                <a:ext uri="{FF2B5EF4-FFF2-40B4-BE49-F238E27FC236}">
                  <a16:creationId xmlns:a16="http://schemas.microsoft.com/office/drawing/2014/main" id="{0981C64B-04A0-EEB0-290E-6FBBE3CC79D2}"/>
                </a:ext>
              </a:extLst>
            </p:cNvPr>
            <p:cNvSpPr/>
            <p:nvPr/>
          </p:nvSpPr>
          <p:spPr>
            <a:xfrm>
              <a:off x="22186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0040;p128">
              <a:extLst>
                <a:ext uri="{FF2B5EF4-FFF2-40B4-BE49-F238E27FC236}">
                  <a16:creationId xmlns:a16="http://schemas.microsoft.com/office/drawing/2014/main" id="{B8D48F10-048D-0379-6AA8-3D2B14C290CB}"/>
                </a:ext>
              </a:extLst>
            </p:cNvPr>
            <p:cNvSpPr/>
            <p:nvPr/>
          </p:nvSpPr>
          <p:spPr>
            <a:xfrm>
              <a:off x="2142425" y="46183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0041;p128">
              <a:extLst>
                <a:ext uri="{FF2B5EF4-FFF2-40B4-BE49-F238E27FC236}">
                  <a16:creationId xmlns:a16="http://schemas.microsoft.com/office/drawing/2014/main" id="{C115F9A6-27CD-A927-3ADA-CC9C6F7BA066}"/>
                </a:ext>
              </a:extLst>
            </p:cNvPr>
            <p:cNvSpPr/>
            <p:nvPr/>
          </p:nvSpPr>
          <p:spPr>
            <a:xfrm>
              <a:off x="214242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0042;p128">
              <a:extLst>
                <a:ext uri="{FF2B5EF4-FFF2-40B4-BE49-F238E27FC236}">
                  <a16:creationId xmlns:a16="http://schemas.microsoft.com/office/drawing/2014/main" id="{9DC098E7-3BBE-7E64-B7D5-48D1C06D30B3}"/>
                </a:ext>
              </a:extLst>
            </p:cNvPr>
            <p:cNvSpPr/>
            <p:nvPr/>
          </p:nvSpPr>
          <p:spPr>
            <a:xfrm>
              <a:off x="2142425" y="43136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0043;p128">
              <a:extLst>
                <a:ext uri="{FF2B5EF4-FFF2-40B4-BE49-F238E27FC236}">
                  <a16:creationId xmlns:a16="http://schemas.microsoft.com/office/drawing/2014/main" id="{2C108016-8F55-701D-58D3-22746F99EE17}"/>
                </a:ext>
              </a:extLst>
            </p:cNvPr>
            <p:cNvSpPr/>
            <p:nvPr/>
          </p:nvSpPr>
          <p:spPr>
            <a:xfrm>
              <a:off x="214242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0044;p128">
              <a:extLst>
                <a:ext uri="{FF2B5EF4-FFF2-40B4-BE49-F238E27FC236}">
                  <a16:creationId xmlns:a16="http://schemas.microsoft.com/office/drawing/2014/main" id="{FEE5F7CF-2DD7-B51E-FA6E-262C9932D9FE}"/>
                </a:ext>
              </a:extLst>
            </p:cNvPr>
            <p:cNvSpPr/>
            <p:nvPr/>
          </p:nvSpPr>
          <p:spPr>
            <a:xfrm>
              <a:off x="2142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0045;p128">
              <a:extLst>
                <a:ext uri="{FF2B5EF4-FFF2-40B4-BE49-F238E27FC236}">
                  <a16:creationId xmlns:a16="http://schemas.microsoft.com/office/drawing/2014/main" id="{0EC1BE4F-4221-FCF9-36C5-BA60C02722F3}"/>
                </a:ext>
              </a:extLst>
            </p:cNvPr>
            <p:cNvSpPr/>
            <p:nvPr/>
          </p:nvSpPr>
          <p:spPr>
            <a:xfrm>
              <a:off x="2142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0046;p128">
              <a:extLst>
                <a:ext uri="{FF2B5EF4-FFF2-40B4-BE49-F238E27FC236}">
                  <a16:creationId xmlns:a16="http://schemas.microsoft.com/office/drawing/2014/main" id="{3B4128AC-53CA-108C-1E21-96576C2CDF5F}"/>
                </a:ext>
              </a:extLst>
            </p:cNvPr>
            <p:cNvSpPr/>
            <p:nvPr/>
          </p:nvSpPr>
          <p:spPr>
            <a:xfrm>
              <a:off x="2142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0047;p128">
              <a:extLst>
                <a:ext uri="{FF2B5EF4-FFF2-40B4-BE49-F238E27FC236}">
                  <a16:creationId xmlns:a16="http://schemas.microsoft.com/office/drawing/2014/main" id="{30443309-B99C-B8D0-4F2A-8E44483213B0}"/>
                </a:ext>
              </a:extLst>
            </p:cNvPr>
            <p:cNvSpPr/>
            <p:nvPr/>
          </p:nvSpPr>
          <p:spPr>
            <a:xfrm>
              <a:off x="214242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0048;p128">
              <a:extLst>
                <a:ext uri="{FF2B5EF4-FFF2-40B4-BE49-F238E27FC236}">
                  <a16:creationId xmlns:a16="http://schemas.microsoft.com/office/drawing/2014/main" id="{10A4C398-7329-03F5-3911-9A87432DDBA6}"/>
                </a:ext>
              </a:extLst>
            </p:cNvPr>
            <p:cNvSpPr/>
            <p:nvPr/>
          </p:nvSpPr>
          <p:spPr>
            <a:xfrm>
              <a:off x="214242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0049;p128">
              <a:extLst>
                <a:ext uri="{FF2B5EF4-FFF2-40B4-BE49-F238E27FC236}">
                  <a16:creationId xmlns:a16="http://schemas.microsoft.com/office/drawing/2014/main" id="{24FE87A4-CA19-CC90-27F6-FA5E3C18E9F7}"/>
                </a:ext>
              </a:extLst>
            </p:cNvPr>
            <p:cNvSpPr/>
            <p:nvPr/>
          </p:nvSpPr>
          <p:spPr>
            <a:xfrm>
              <a:off x="21424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0050;p128">
              <a:extLst>
                <a:ext uri="{FF2B5EF4-FFF2-40B4-BE49-F238E27FC236}">
                  <a16:creationId xmlns:a16="http://schemas.microsoft.com/office/drawing/2014/main" id="{08C85574-5C93-36F1-127A-7CA578831C26}"/>
                </a:ext>
              </a:extLst>
            </p:cNvPr>
            <p:cNvSpPr/>
            <p:nvPr/>
          </p:nvSpPr>
          <p:spPr>
            <a:xfrm>
              <a:off x="214242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0051;p128">
              <a:extLst>
                <a:ext uri="{FF2B5EF4-FFF2-40B4-BE49-F238E27FC236}">
                  <a16:creationId xmlns:a16="http://schemas.microsoft.com/office/drawing/2014/main" id="{492C524B-4779-F8E1-84C8-8126AE7C6B19}"/>
                </a:ext>
              </a:extLst>
            </p:cNvPr>
            <p:cNvSpPr/>
            <p:nvPr/>
          </p:nvSpPr>
          <p:spPr>
            <a:xfrm>
              <a:off x="21424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0052;p128">
              <a:extLst>
                <a:ext uri="{FF2B5EF4-FFF2-40B4-BE49-F238E27FC236}">
                  <a16:creationId xmlns:a16="http://schemas.microsoft.com/office/drawing/2014/main" id="{33190F3B-3780-815A-E6A8-526E72621FEE}"/>
                </a:ext>
              </a:extLst>
            </p:cNvPr>
            <p:cNvSpPr/>
            <p:nvPr/>
          </p:nvSpPr>
          <p:spPr>
            <a:xfrm>
              <a:off x="214242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0053;p128">
              <a:extLst>
                <a:ext uri="{FF2B5EF4-FFF2-40B4-BE49-F238E27FC236}">
                  <a16:creationId xmlns:a16="http://schemas.microsoft.com/office/drawing/2014/main" id="{F4B4CE8A-CCC3-9BEA-1C9F-ED6260946E38}"/>
                </a:ext>
              </a:extLst>
            </p:cNvPr>
            <p:cNvSpPr/>
            <p:nvPr/>
          </p:nvSpPr>
          <p:spPr>
            <a:xfrm>
              <a:off x="214242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0054;p128">
              <a:extLst>
                <a:ext uri="{FF2B5EF4-FFF2-40B4-BE49-F238E27FC236}">
                  <a16:creationId xmlns:a16="http://schemas.microsoft.com/office/drawing/2014/main" id="{D5EDE973-29CA-EE88-A458-CA4FDBE50E84}"/>
                </a:ext>
              </a:extLst>
            </p:cNvPr>
            <p:cNvSpPr/>
            <p:nvPr/>
          </p:nvSpPr>
          <p:spPr>
            <a:xfrm>
              <a:off x="214242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0055;p128">
              <a:extLst>
                <a:ext uri="{FF2B5EF4-FFF2-40B4-BE49-F238E27FC236}">
                  <a16:creationId xmlns:a16="http://schemas.microsoft.com/office/drawing/2014/main" id="{688CDE93-0D40-D540-CCFD-20DCD2090C3A}"/>
                </a:ext>
              </a:extLst>
            </p:cNvPr>
            <p:cNvSpPr/>
            <p:nvPr/>
          </p:nvSpPr>
          <p:spPr>
            <a:xfrm>
              <a:off x="21424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0056;p128">
              <a:extLst>
                <a:ext uri="{FF2B5EF4-FFF2-40B4-BE49-F238E27FC236}">
                  <a16:creationId xmlns:a16="http://schemas.microsoft.com/office/drawing/2014/main" id="{A8A9A29D-225B-C70E-6E2B-72DD35557152}"/>
                </a:ext>
              </a:extLst>
            </p:cNvPr>
            <p:cNvSpPr/>
            <p:nvPr/>
          </p:nvSpPr>
          <p:spPr>
            <a:xfrm>
              <a:off x="21424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0057;p128">
              <a:extLst>
                <a:ext uri="{FF2B5EF4-FFF2-40B4-BE49-F238E27FC236}">
                  <a16:creationId xmlns:a16="http://schemas.microsoft.com/office/drawing/2014/main" id="{AD6E8511-EA19-A3AE-F959-B76003596545}"/>
                </a:ext>
              </a:extLst>
            </p:cNvPr>
            <p:cNvSpPr/>
            <p:nvPr/>
          </p:nvSpPr>
          <p:spPr>
            <a:xfrm>
              <a:off x="21424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0058;p128">
              <a:extLst>
                <a:ext uri="{FF2B5EF4-FFF2-40B4-BE49-F238E27FC236}">
                  <a16:creationId xmlns:a16="http://schemas.microsoft.com/office/drawing/2014/main" id="{20D8BBB2-0420-6913-F267-673C2D0371BC}"/>
                </a:ext>
              </a:extLst>
            </p:cNvPr>
            <p:cNvSpPr/>
            <p:nvPr/>
          </p:nvSpPr>
          <p:spPr>
            <a:xfrm>
              <a:off x="21424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0059;p128">
              <a:extLst>
                <a:ext uri="{FF2B5EF4-FFF2-40B4-BE49-F238E27FC236}">
                  <a16:creationId xmlns:a16="http://schemas.microsoft.com/office/drawing/2014/main" id="{3AE6BECE-84D7-8CFA-E00D-B1AD514BA68B}"/>
                </a:ext>
              </a:extLst>
            </p:cNvPr>
            <p:cNvSpPr/>
            <p:nvPr/>
          </p:nvSpPr>
          <p:spPr>
            <a:xfrm>
              <a:off x="21424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0060;p128">
              <a:extLst>
                <a:ext uri="{FF2B5EF4-FFF2-40B4-BE49-F238E27FC236}">
                  <a16:creationId xmlns:a16="http://schemas.microsoft.com/office/drawing/2014/main" id="{63EE6DF5-5F8A-A6D0-5488-38F6F888769F}"/>
                </a:ext>
              </a:extLst>
            </p:cNvPr>
            <p:cNvSpPr/>
            <p:nvPr/>
          </p:nvSpPr>
          <p:spPr>
            <a:xfrm>
              <a:off x="21424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0061;p128">
              <a:extLst>
                <a:ext uri="{FF2B5EF4-FFF2-40B4-BE49-F238E27FC236}">
                  <a16:creationId xmlns:a16="http://schemas.microsoft.com/office/drawing/2014/main" id="{57033A88-3B23-0F41-B766-4C514185778F}"/>
                </a:ext>
              </a:extLst>
            </p:cNvPr>
            <p:cNvSpPr/>
            <p:nvPr/>
          </p:nvSpPr>
          <p:spPr>
            <a:xfrm>
              <a:off x="21424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0062;p128">
              <a:extLst>
                <a:ext uri="{FF2B5EF4-FFF2-40B4-BE49-F238E27FC236}">
                  <a16:creationId xmlns:a16="http://schemas.microsoft.com/office/drawing/2014/main" id="{BEE965D5-8701-A583-0B6A-3904BA5E804C}"/>
                </a:ext>
              </a:extLst>
            </p:cNvPr>
            <p:cNvSpPr/>
            <p:nvPr/>
          </p:nvSpPr>
          <p:spPr>
            <a:xfrm>
              <a:off x="21424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0063;p128">
              <a:extLst>
                <a:ext uri="{FF2B5EF4-FFF2-40B4-BE49-F238E27FC236}">
                  <a16:creationId xmlns:a16="http://schemas.microsoft.com/office/drawing/2014/main" id="{67DE227B-E498-0DF0-840A-B74B4597D2F3}"/>
                </a:ext>
              </a:extLst>
            </p:cNvPr>
            <p:cNvSpPr/>
            <p:nvPr/>
          </p:nvSpPr>
          <p:spPr>
            <a:xfrm>
              <a:off x="21424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0064;p128">
              <a:extLst>
                <a:ext uri="{FF2B5EF4-FFF2-40B4-BE49-F238E27FC236}">
                  <a16:creationId xmlns:a16="http://schemas.microsoft.com/office/drawing/2014/main" id="{3F369795-2D0C-E0A4-0C42-8FE5906398A6}"/>
                </a:ext>
              </a:extLst>
            </p:cNvPr>
            <p:cNvSpPr/>
            <p:nvPr/>
          </p:nvSpPr>
          <p:spPr>
            <a:xfrm>
              <a:off x="21424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0065;p128">
              <a:extLst>
                <a:ext uri="{FF2B5EF4-FFF2-40B4-BE49-F238E27FC236}">
                  <a16:creationId xmlns:a16="http://schemas.microsoft.com/office/drawing/2014/main" id="{3B9309F0-3B3B-557A-EC09-E9F44CA3F6F4}"/>
                </a:ext>
              </a:extLst>
            </p:cNvPr>
            <p:cNvSpPr/>
            <p:nvPr/>
          </p:nvSpPr>
          <p:spPr>
            <a:xfrm>
              <a:off x="2142425" y="1038125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0066;p128">
              <a:extLst>
                <a:ext uri="{FF2B5EF4-FFF2-40B4-BE49-F238E27FC236}">
                  <a16:creationId xmlns:a16="http://schemas.microsoft.com/office/drawing/2014/main" id="{9EDF4C4E-EFF8-41FF-93D1-FE4295E80569}"/>
                </a:ext>
              </a:extLst>
            </p:cNvPr>
            <p:cNvSpPr/>
            <p:nvPr/>
          </p:nvSpPr>
          <p:spPr>
            <a:xfrm>
              <a:off x="2066425" y="46183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0067;p128">
              <a:extLst>
                <a:ext uri="{FF2B5EF4-FFF2-40B4-BE49-F238E27FC236}">
                  <a16:creationId xmlns:a16="http://schemas.microsoft.com/office/drawing/2014/main" id="{CD15DA15-EBCE-79A0-6DED-B050B26EF701}"/>
                </a:ext>
              </a:extLst>
            </p:cNvPr>
            <p:cNvSpPr/>
            <p:nvPr/>
          </p:nvSpPr>
          <p:spPr>
            <a:xfrm>
              <a:off x="2066425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0068;p128">
              <a:extLst>
                <a:ext uri="{FF2B5EF4-FFF2-40B4-BE49-F238E27FC236}">
                  <a16:creationId xmlns:a16="http://schemas.microsoft.com/office/drawing/2014/main" id="{8E347413-B60B-8C4B-30DF-1EF1947A09C3}"/>
                </a:ext>
              </a:extLst>
            </p:cNvPr>
            <p:cNvSpPr/>
            <p:nvPr/>
          </p:nvSpPr>
          <p:spPr>
            <a:xfrm>
              <a:off x="2066425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0069;p128">
              <a:extLst>
                <a:ext uri="{FF2B5EF4-FFF2-40B4-BE49-F238E27FC236}">
                  <a16:creationId xmlns:a16="http://schemas.microsoft.com/office/drawing/2014/main" id="{88F9807B-E2EE-278C-AB67-A93E615F0B5B}"/>
                </a:ext>
              </a:extLst>
            </p:cNvPr>
            <p:cNvSpPr/>
            <p:nvPr/>
          </p:nvSpPr>
          <p:spPr>
            <a:xfrm>
              <a:off x="2066425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0070;p128">
              <a:extLst>
                <a:ext uri="{FF2B5EF4-FFF2-40B4-BE49-F238E27FC236}">
                  <a16:creationId xmlns:a16="http://schemas.microsoft.com/office/drawing/2014/main" id="{8DD35298-5F86-BA0F-AF32-32B895D72D09}"/>
                </a:ext>
              </a:extLst>
            </p:cNvPr>
            <p:cNvSpPr/>
            <p:nvPr/>
          </p:nvSpPr>
          <p:spPr>
            <a:xfrm>
              <a:off x="2066425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0071;p128">
              <a:extLst>
                <a:ext uri="{FF2B5EF4-FFF2-40B4-BE49-F238E27FC236}">
                  <a16:creationId xmlns:a16="http://schemas.microsoft.com/office/drawing/2014/main" id="{8FA6C7A1-0AF3-50B4-4DD0-747AC40CD4C0}"/>
                </a:ext>
              </a:extLst>
            </p:cNvPr>
            <p:cNvSpPr/>
            <p:nvPr/>
          </p:nvSpPr>
          <p:spPr>
            <a:xfrm>
              <a:off x="206642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0072;p128">
              <a:extLst>
                <a:ext uri="{FF2B5EF4-FFF2-40B4-BE49-F238E27FC236}">
                  <a16:creationId xmlns:a16="http://schemas.microsoft.com/office/drawing/2014/main" id="{BBCE2779-5763-9125-7385-259868041272}"/>
                </a:ext>
              </a:extLst>
            </p:cNvPr>
            <p:cNvSpPr/>
            <p:nvPr/>
          </p:nvSpPr>
          <p:spPr>
            <a:xfrm>
              <a:off x="206642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0073;p128">
              <a:extLst>
                <a:ext uri="{FF2B5EF4-FFF2-40B4-BE49-F238E27FC236}">
                  <a16:creationId xmlns:a16="http://schemas.microsoft.com/office/drawing/2014/main" id="{F2A9EB0E-4339-BE07-7526-98906CC8237E}"/>
                </a:ext>
              </a:extLst>
            </p:cNvPr>
            <p:cNvSpPr/>
            <p:nvPr/>
          </p:nvSpPr>
          <p:spPr>
            <a:xfrm>
              <a:off x="20664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0074;p128">
              <a:extLst>
                <a:ext uri="{FF2B5EF4-FFF2-40B4-BE49-F238E27FC236}">
                  <a16:creationId xmlns:a16="http://schemas.microsoft.com/office/drawing/2014/main" id="{174A585C-F761-39F4-E5E5-8E1BB8ABAABB}"/>
                </a:ext>
              </a:extLst>
            </p:cNvPr>
            <p:cNvSpPr/>
            <p:nvPr/>
          </p:nvSpPr>
          <p:spPr>
            <a:xfrm>
              <a:off x="20664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0075;p128">
              <a:extLst>
                <a:ext uri="{FF2B5EF4-FFF2-40B4-BE49-F238E27FC236}">
                  <a16:creationId xmlns:a16="http://schemas.microsoft.com/office/drawing/2014/main" id="{D24161BA-0DAD-C1CA-95E4-D72A541C377F}"/>
                </a:ext>
              </a:extLst>
            </p:cNvPr>
            <p:cNvSpPr/>
            <p:nvPr/>
          </p:nvSpPr>
          <p:spPr>
            <a:xfrm>
              <a:off x="20664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0076;p128">
              <a:extLst>
                <a:ext uri="{FF2B5EF4-FFF2-40B4-BE49-F238E27FC236}">
                  <a16:creationId xmlns:a16="http://schemas.microsoft.com/office/drawing/2014/main" id="{0D3E9298-EDEA-3F7F-22E7-26BEFF400808}"/>
                </a:ext>
              </a:extLst>
            </p:cNvPr>
            <p:cNvSpPr/>
            <p:nvPr/>
          </p:nvSpPr>
          <p:spPr>
            <a:xfrm>
              <a:off x="20664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0077;p128">
              <a:extLst>
                <a:ext uri="{FF2B5EF4-FFF2-40B4-BE49-F238E27FC236}">
                  <a16:creationId xmlns:a16="http://schemas.microsoft.com/office/drawing/2014/main" id="{67C6666A-EA14-6AC5-9101-A6F615863E4B}"/>
                </a:ext>
              </a:extLst>
            </p:cNvPr>
            <p:cNvSpPr/>
            <p:nvPr/>
          </p:nvSpPr>
          <p:spPr>
            <a:xfrm>
              <a:off x="2066275" y="3399500"/>
              <a:ext cx="62375" cy="53350"/>
            </a:xfrm>
            <a:custGeom>
              <a:avLst/>
              <a:gdLst/>
              <a:ahLst/>
              <a:cxnLst/>
              <a:rect l="l" t="t" r="r" b="b"/>
              <a:pathLst>
                <a:path w="2495" h="2134" extrusionOk="0">
                  <a:moveTo>
                    <a:pt x="1071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47"/>
                    <a:pt x="2014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0078;p128">
              <a:extLst>
                <a:ext uri="{FF2B5EF4-FFF2-40B4-BE49-F238E27FC236}">
                  <a16:creationId xmlns:a16="http://schemas.microsoft.com/office/drawing/2014/main" id="{0D13EBA0-8C5D-4159-E7B0-671F9BFB07C3}"/>
                </a:ext>
              </a:extLst>
            </p:cNvPr>
            <p:cNvSpPr/>
            <p:nvPr/>
          </p:nvSpPr>
          <p:spPr>
            <a:xfrm>
              <a:off x="2066275" y="332330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3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0079;p128">
              <a:extLst>
                <a:ext uri="{FF2B5EF4-FFF2-40B4-BE49-F238E27FC236}">
                  <a16:creationId xmlns:a16="http://schemas.microsoft.com/office/drawing/2014/main" id="{F08B5900-532D-DF63-8DEE-06B05DA90485}"/>
                </a:ext>
              </a:extLst>
            </p:cNvPr>
            <p:cNvSpPr/>
            <p:nvPr/>
          </p:nvSpPr>
          <p:spPr>
            <a:xfrm>
              <a:off x="2066275" y="3247075"/>
              <a:ext cx="62375" cy="53450"/>
            </a:xfrm>
            <a:custGeom>
              <a:avLst/>
              <a:gdLst/>
              <a:ahLst/>
              <a:cxnLst/>
              <a:rect l="l" t="t" r="r" b="b"/>
              <a:pathLst>
                <a:path w="2495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3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0080;p128">
              <a:extLst>
                <a:ext uri="{FF2B5EF4-FFF2-40B4-BE49-F238E27FC236}">
                  <a16:creationId xmlns:a16="http://schemas.microsoft.com/office/drawing/2014/main" id="{00DB20B0-0E70-58D6-51FF-CA0D0EE24BC2}"/>
                </a:ext>
              </a:extLst>
            </p:cNvPr>
            <p:cNvSpPr/>
            <p:nvPr/>
          </p:nvSpPr>
          <p:spPr>
            <a:xfrm>
              <a:off x="20664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0081;p128">
              <a:extLst>
                <a:ext uri="{FF2B5EF4-FFF2-40B4-BE49-F238E27FC236}">
                  <a16:creationId xmlns:a16="http://schemas.microsoft.com/office/drawing/2014/main" id="{B60B8E18-03E0-13A6-76B0-54DFAF912489}"/>
                </a:ext>
              </a:extLst>
            </p:cNvPr>
            <p:cNvSpPr/>
            <p:nvPr/>
          </p:nvSpPr>
          <p:spPr>
            <a:xfrm>
              <a:off x="20664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0082;p128">
              <a:extLst>
                <a:ext uri="{FF2B5EF4-FFF2-40B4-BE49-F238E27FC236}">
                  <a16:creationId xmlns:a16="http://schemas.microsoft.com/office/drawing/2014/main" id="{FE0985D2-D614-144D-9C08-DDF4306494CC}"/>
                </a:ext>
              </a:extLst>
            </p:cNvPr>
            <p:cNvSpPr/>
            <p:nvPr/>
          </p:nvSpPr>
          <p:spPr>
            <a:xfrm>
              <a:off x="20664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0083;p128">
              <a:extLst>
                <a:ext uri="{FF2B5EF4-FFF2-40B4-BE49-F238E27FC236}">
                  <a16:creationId xmlns:a16="http://schemas.microsoft.com/office/drawing/2014/main" id="{4BFF86A6-5216-B21E-CD7B-C790B19336FF}"/>
                </a:ext>
              </a:extLst>
            </p:cNvPr>
            <p:cNvSpPr/>
            <p:nvPr/>
          </p:nvSpPr>
          <p:spPr>
            <a:xfrm>
              <a:off x="20664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0084;p128">
              <a:extLst>
                <a:ext uri="{FF2B5EF4-FFF2-40B4-BE49-F238E27FC236}">
                  <a16:creationId xmlns:a16="http://schemas.microsoft.com/office/drawing/2014/main" id="{FF851D0F-A5C1-85AC-87CC-BF7325B4E3D5}"/>
                </a:ext>
              </a:extLst>
            </p:cNvPr>
            <p:cNvSpPr/>
            <p:nvPr/>
          </p:nvSpPr>
          <p:spPr>
            <a:xfrm>
              <a:off x="20664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0085;p128">
              <a:extLst>
                <a:ext uri="{FF2B5EF4-FFF2-40B4-BE49-F238E27FC236}">
                  <a16:creationId xmlns:a16="http://schemas.microsoft.com/office/drawing/2014/main" id="{94438839-6F7E-DD80-ABC6-20DA191A7D7D}"/>
                </a:ext>
              </a:extLst>
            </p:cNvPr>
            <p:cNvSpPr/>
            <p:nvPr/>
          </p:nvSpPr>
          <p:spPr>
            <a:xfrm>
              <a:off x="20664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0086;p128">
              <a:extLst>
                <a:ext uri="{FF2B5EF4-FFF2-40B4-BE49-F238E27FC236}">
                  <a16:creationId xmlns:a16="http://schemas.microsoft.com/office/drawing/2014/main" id="{15DD32C1-0587-26F2-7C2D-CB6029D8FDFB}"/>
                </a:ext>
              </a:extLst>
            </p:cNvPr>
            <p:cNvSpPr/>
            <p:nvPr/>
          </p:nvSpPr>
          <p:spPr>
            <a:xfrm>
              <a:off x="20664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0087;p128">
              <a:extLst>
                <a:ext uri="{FF2B5EF4-FFF2-40B4-BE49-F238E27FC236}">
                  <a16:creationId xmlns:a16="http://schemas.microsoft.com/office/drawing/2014/main" id="{6D95B571-8668-1DD2-F974-47A966DFBE1C}"/>
                </a:ext>
              </a:extLst>
            </p:cNvPr>
            <p:cNvSpPr/>
            <p:nvPr/>
          </p:nvSpPr>
          <p:spPr>
            <a:xfrm>
              <a:off x="20664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0088;p128">
              <a:extLst>
                <a:ext uri="{FF2B5EF4-FFF2-40B4-BE49-F238E27FC236}">
                  <a16:creationId xmlns:a16="http://schemas.microsoft.com/office/drawing/2014/main" id="{87712F31-0663-4364-877A-E21197AA2CC7}"/>
                </a:ext>
              </a:extLst>
            </p:cNvPr>
            <p:cNvSpPr/>
            <p:nvPr/>
          </p:nvSpPr>
          <p:spPr>
            <a:xfrm>
              <a:off x="20664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0089;p128">
              <a:extLst>
                <a:ext uri="{FF2B5EF4-FFF2-40B4-BE49-F238E27FC236}">
                  <a16:creationId xmlns:a16="http://schemas.microsoft.com/office/drawing/2014/main" id="{90111B14-E0E7-2ED3-4443-EE47427053DA}"/>
                </a:ext>
              </a:extLst>
            </p:cNvPr>
            <p:cNvSpPr/>
            <p:nvPr/>
          </p:nvSpPr>
          <p:spPr>
            <a:xfrm>
              <a:off x="20664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0090;p128">
              <a:extLst>
                <a:ext uri="{FF2B5EF4-FFF2-40B4-BE49-F238E27FC236}">
                  <a16:creationId xmlns:a16="http://schemas.microsoft.com/office/drawing/2014/main" id="{984A4F75-D45F-7722-E8FB-74EB105A3BFF}"/>
                </a:ext>
              </a:extLst>
            </p:cNvPr>
            <p:cNvSpPr/>
            <p:nvPr/>
          </p:nvSpPr>
          <p:spPr>
            <a:xfrm>
              <a:off x="20664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0091;p128">
              <a:extLst>
                <a:ext uri="{FF2B5EF4-FFF2-40B4-BE49-F238E27FC236}">
                  <a16:creationId xmlns:a16="http://schemas.microsoft.com/office/drawing/2014/main" id="{D2AAA1B7-14E8-73A8-AA17-36A6F4565331}"/>
                </a:ext>
              </a:extLst>
            </p:cNvPr>
            <p:cNvSpPr/>
            <p:nvPr/>
          </p:nvSpPr>
          <p:spPr>
            <a:xfrm>
              <a:off x="20664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0092;p128">
              <a:extLst>
                <a:ext uri="{FF2B5EF4-FFF2-40B4-BE49-F238E27FC236}">
                  <a16:creationId xmlns:a16="http://schemas.microsoft.com/office/drawing/2014/main" id="{A2BBD21B-223D-1C1D-ED2D-CD7E01FEF112}"/>
                </a:ext>
              </a:extLst>
            </p:cNvPr>
            <p:cNvSpPr/>
            <p:nvPr/>
          </p:nvSpPr>
          <p:spPr>
            <a:xfrm>
              <a:off x="20664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0093;p128">
              <a:extLst>
                <a:ext uri="{FF2B5EF4-FFF2-40B4-BE49-F238E27FC236}">
                  <a16:creationId xmlns:a16="http://schemas.microsoft.com/office/drawing/2014/main" id="{46255999-DEF5-7635-41F5-B8328C43506B}"/>
                </a:ext>
              </a:extLst>
            </p:cNvPr>
            <p:cNvSpPr/>
            <p:nvPr/>
          </p:nvSpPr>
          <p:spPr>
            <a:xfrm>
              <a:off x="20664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0094;p128">
              <a:extLst>
                <a:ext uri="{FF2B5EF4-FFF2-40B4-BE49-F238E27FC236}">
                  <a16:creationId xmlns:a16="http://schemas.microsoft.com/office/drawing/2014/main" id="{6388EEBD-5910-0527-B6F7-B18160667608}"/>
                </a:ext>
              </a:extLst>
            </p:cNvPr>
            <p:cNvSpPr/>
            <p:nvPr/>
          </p:nvSpPr>
          <p:spPr>
            <a:xfrm>
              <a:off x="1990200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0095;p128">
              <a:extLst>
                <a:ext uri="{FF2B5EF4-FFF2-40B4-BE49-F238E27FC236}">
                  <a16:creationId xmlns:a16="http://schemas.microsoft.com/office/drawing/2014/main" id="{5B0ADCAA-BD91-A51C-FE2C-34707488463C}"/>
                </a:ext>
              </a:extLst>
            </p:cNvPr>
            <p:cNvSpPr/>
            <p:nvPr/>
          </p:nvSpPr>
          <p:spPr>
            <a:xfrm>
              <a:off x="1990200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0096;p128">
              <a:extLst>
                <a:ext uri="{FF2B5EF4-FFF2-40B4-BE49-F238E27FC236}">
                  <a16:creationId xmlns:a16="http://schemas.microsoft.com/office/drawing/2014/main" id="{D0C1766C-4B70-6411-5EFF-78E35EB95BE4}"/>
                </a:ext>
              </a:extLst>
            </p:cNvPr>
            <p:cNvSpPr/>
            <p:nvPr/>
          </p:nvSpPr>
          <p:spPr>
            <a:xfrm>
              <a:off x="199020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0097;p128">
              <a:extLst>
                <a:ext uri="{FF2B5EF4-FFF2-40B4-BE49-F238E27FC236}">
                  <a16:creationId xmlns:a16="http://schemas.microsoft.com/office/drawing/2014/main" id="{47D108A9-C527-5180-75B7-4A595AA9E213}"/>
                </a:ext>
              </a:extLst>
            </p:cNvPr>
            <p:cNvSpPr/>
            <p:nvPr/>
          </p:nvSpPr>
          <p:spPr>
            <a:xfrm>
              <a:off x="19902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0098;p128">
              <a:extLst>
                <a:ext uri="{FF2B5EF4-FFF2-40B4-BE49-F238E27FC236}">
                  <a16:creationId xmlns:a16="http://schemas.microsoft.com/office/drawing/2014/main" id="{8B00E679-5CAE-7D05-4F9E-DC3F85E80F71}"/>
                </a:ext>
              </a:extLst>
            </p:cNvPr>
            <p:cNvSpPr/>
            <p:nvPr/>
          </p:nvSpPr>
          <p:spPr>
            <a:xfrm>
              <a:off x="19902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0099;p128">
              <a:extLst>
                <a:ext uri="{FF2B5EF4-FFF2-40B4-BE49-F238E27FC236}">
                  <a16:creationId xmlns:a16="http://schemas.microsoft.com/office/drawing/2014/main" id="{0AF788CB-BD8B-634E-C4E8-CCC952C2694A}"/>
                </a:ext>
              </a:extLst>
            </p:cNvPr>
            <p:cNvSpPr/>
            <p:nvPr/>
          </p:nvSpPr>
          <p:spPr>
            <a:xfrm>
              <a:off x="19902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0100;p128">
              <a:extLst>
                <a:ext uri="{FF2B5EF4-FFF2-40B4-BE49-F238E27FC236}">
                  <a16:creationId xmlns:a16="http://schemas.microsoft.com/office/drawing/2014/main" id="{B874ECF1-CE0F-A367-7393-80479BA20EA4}"/>
                </a:ext>
              </a:extLst>
            </p:cNvPr>
            <p:cNvSpPr/>
            <p:nvPr/>
          </p:nvSpPr>
          <p:spPr>
            <a:xfrm>
              <a:off x="19902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0101;p128">
              <a:extLst>
                <a:ext uri="{FF2B5EF4-FFF2-40B4-BE49-F238E27FC236}">
                  <a16:creationId xmlns:a16="http://schemas.microsoft.com/office/drawing/2014/main" id="{B629F86E-DDFD-26F4-45CE-40F58BCCF26D}"/>
                </a:ext>
              </a:extLst>
            </p:cNvPr>
            <p:cNvSpPr/>
            <p:nvPr/>
          </p:nvSpPr>
          <p:spPr>
            <a:xfrm>
              <a:off x="19900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0102;p128">
              <a:extLst>
                <a:ext uri="{FF2B5EF4-FFF2-40B4-BE49-F238E27FC236}">
                  <a16:creationId xmlns:a16="http://schemas.microsoft.com/office/drawing/2014/main" id="{2AC5977D-6259-FE11-6A64-76D5800767B6}"/>
                </a:ext>
              </a:extLst>
            </p:cNvPr>
            <p:cNvSpPr/>
            <p:nvPr/>
          </p:nvSpPr>
          <p:spPr>
            <a:xfrm>
              <a:off x="199007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0103;p128">
              <a:extLst>
                <a:ext uri="{FF2B5EF4-FFF2-40B4-BE49-F238E27FC236}">
                  <a16:creationId xmlns:a16="http://schemas.microsoft.com/office/drawing/2014/main" id="{AF3E2E34-ABC6-A9DB-FE56-BB41B0AD6689}"/>
                </a:ext>
              </a:extLst>
            </p:cNvPr>
            <p:cNvSpPr/>
            <p:nvPr/>
          </p:nvSpPr>
          <p:spPr>
            <a:xfrm>
              <a:off x="19902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0104;p128">
              <a:extLst>
                <a:ext uri="{FF2B5EF4-FFF2-40B4-BE49-F238E27FC236}">
                  <a16:creationId xmlns:a16="http://schemas.microsoft.com/office/drawing/2014/main" id="{467F7982-C2FF-34E8-F12E-F92DC7C0E85C}"/>
                </a:ext>
              </a:extLst>
            </p:cNvPr>
            <p:cNvSpPr/>
            <p:nvPr/>
          </p:nvSpPr>
          <p:spPr>
            <a:xfrm>
              <a:off x="19902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0105;p128">
              <a:extLst>
                <a:ext uri="{FF2B5EF4-FFF2-40B4-BE49-F238E27FC236}">
                  <a16:creationId xmlns:a16="http://schemas.microsoft.com/office/drawing/2014/main" id="{98A384E6-62D4-43C3-AA9D-77EA3F888A51}"/>
                </a:ext>
              </a:extLst>
            </p:cNvPr>
            <p:cNvSpPr/>
            <p:nvPr/>
          </p:nvSpPr>
          <p:spPr>
            <a:xfrm>
              <a:off x="19902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0106;p128">
              <a:extLst>
                <a:ext uri="{FF2B5EF4-FFF2-40B4-BE49-F238E27FC236}">
                  <a16:creationId xmlns:a16="http://schemas.microsoft.com/office/drawing/2014/main" id="{6B4A7389-6C87-3268-C264-1780D578E016}"/>
                </a:ext>
              </a:extLst>
            </p:cNvPr>
            <p:cNvSpPr/>
            <p:nvPr/>
          </p:nvSpPr>
          <p:spPr>
            <a:xfrm>
              <a:off x="19902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0107;p128">
              <a:extLst>
                <a:ext uri="{FF2B5EF4-FFF2-40B4-BE49-F238E27FC236}">
                  <a16:creationId xmlns:a16="http://schemas.microsoft.com/office/drawing/2014/main" id="{F18116D5-114A-C36A-BFCE-6776F5ADAD34}"/>
                </a:ext>
              </a:extLst>
            </p:cNvPr>
            <p:cNvSpPr/>
            <p:nvPr/>
          </p:nvSpPr>
          <p:spPr>
            <a:xfrm>
              <a:off x="19902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0108;p128">
              <a:extLst>
                <a:ext uri="{FF2B5EF4-FFF2-40B4-BE49-F238E27FC236}">
                  <a16:creationId xmlns:a16="http://schemas.microsoft.com/office/drawing/2014/main" id="{40534CB6-FAF6-B226-C179-0574807AA72C}"/>
                </a:ext>
              </a:extLst>
            </p:cNvPr>
            <p:cNvSpPr/>
            <p:nvPr/>
          </p:nvSpPr>
          <p:spPr>
            <a:xfrm>
              <a:off x="19902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0109;p128">
              <a:extLst>
                <a:ext uri="{FF2B5EF4-FFF2-40B4-BE49-F238E27FC236}">
                  <a16:creationId xmlns:a16="http://schemas.microsoft.com/office/drawing/2014/main" id="{B9094360-E137-67E0-24CE-C1A579206E0A}"/>
                </a:ext>
              </a:extLst>
            </p:cNvPr>
            <p:cNvSpPr/>
            <p:nvPr/>
          </p:nvSpPr>
          <p:spPr>
            <a:xfrm>
              <a:off x="19902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0110;p128">
              <a:extLst>
                <a:ext uri="{FF2B5EF4-FFF2-40B4-BE49-F238E27FC236}">
                  <a16:creationId xmlns:a16="http://schemas.microsoft.com/office/drawing/2014/main" id="{9E424EC3-4605-0719-E2DC-D98B17D0D7A0}"/>
                </a:ext>
              </a:extLst>
            </p:cNvPr>
            <p:cNvSpPr/>
            <p:nvPr/>
          </p:nvSpPr>
          <p:spPr>
            <a:xfrm>
              <a:off x="19902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0111;p128">
              <a:extLst>
                <a:ext uri="{FF2B5EF4-FFF2-40B4-BE49-F238E27FC236}">
                  <a16:creationId xmlns:a16="http://schemas.microsoft.com/office/drawing/2014/main" id="{05FD3880-2551-BDD3-B766-14AAD4A7E6A4}"/>
                </a:ext>
              </a:extLst>
            </p:cNvPr>
            <p:cNvSpPr/>
            <p:nvPr/>
          </p:nvSpPr>
          <p:spPr>
            <a:xfrm>
              <a:off x="19902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0112;p128">
              <a:extLst>
                <a:ext uri="{FF2B5EF4-FFF2-40B4-BE49-F238E27FC236}">
                  <a16:creationId xmlns:a16="http://schemas.microsoft.com/office/drawing/2014/main" id="{E9B97C7E-2E5D-5D19-4F3A-C1DDDC75E485}"/>
                </a:ext>
              </a:extLst>
            </p:cNvPr>
            <p:cNvSpPr/>
            <p:nvPr/>
          </p:nvSpPr>
          <p:spPr>
            <a:xfrm>
              <a:off x="19902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0113;p128">
              <a:extLst>
                <a:ext uri="{FF2B5EF4-FFF2-40B4-BE49-F238E27FC236}">
                  <a16:creationId xmlns:a16="http://schemas.microsoft.com/office/drawing/2014/main" id="{84D57411-FBCB-C601-2148-43C3095ECC6B}"/>
                </a:ext>
              </a:extLst>
            </p:cNvPr>
            <p:cNvSpPr/>
            <p:nvPr/>
          </p:nvSpPr>
          <p:spPr>
            <a:xfrm>
              <a:off x="19902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0114;p128">
              <a:extLst>
                <a:ext uri="{FF2B5EF4-FFF2-40B4-BE49-F238E27FC236}">
                  <a16:creationId xmlns:a16="http://schemas.microsoft.com/office/drawing/2014/main" id="{D9590951-1D33-B718-C774-918C833188FA}"/>
                </a:ext>
              </a:extLst>
            </p:cNvPr>
            <p:cNvSpPr/>
            <p:nvPr/>
          </p:nvSpPr>
          <p:spPr>
            <a:xfrm>
              <a:off x="19902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0115;p128">
              <a:extLst>
                <a:ext uri="{FF2B5EF4-FFF2-40B4-BE49-F238E27FC236}">
                  <a16:creationId xmlns:a16="http://schemas.microsoft.com/office/drawing/2014/main" id="{BA8E2E63-FCFE-28F7-94C6-4B6C0E994EC4}"/>
                </a:ext>
              </a:extLst>
            </p:cNvPr>
            <p:cNvSpPr/>
            <p:nvPr/>
          </p:nvSpPr>
          <p:spPr>
            <a:xfrm>
              <a:off x="19902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0116;p128">
              <a:extLst>
                <a:ext uri="{FF2B5EF4-FFF2-40B4-BE49-F238E27FC236}">
                  <a16:creationId xmlns:a16="http://schemas.microsoft.com/office/drawing/2014/main" id="{20933C95-7B0B-F00D-DE00-608BBA1B9858}"/>
                </a:ext>
              </a:extLst>
            </p:cNvPr>
            <p:cNvSpPr/>
            <p:nvPr/>
          </p:nvSpPr>
          <p:spPr>
            <a:xfrm>
              <a:off x="19902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0117;p128">
              <a:extLst>
                <a:ext uri="{FF2B5EF4-FFF2-40B4-BE49-F238E27FC236}">
                  <a16:creationId xmlns:a16="http://schemas.microsoft.com/office/drawing/2014/main" id="{14BC0991-E1BD-0E65-A543-1E72F2F93B93}"/>
                </a:ext>
              </a:extLst>
            </p:cNvPr>
            <p:cNvSpPr/>
            <p:nvPr/>
          </p:nvSpPr>
          <p:spPr>
            <a:xfrm>
              <a:off x="19902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0118;p128">
              <a:extLst>
                <a:ext uri="{FF2B5EF4-FFF2-40B4-BE49-F238E27FC236}">
                  <a16:creationId xmlns:a16="http://schemas.microsoft.com/office/drawing/2014/main" id="{01E3020C-7BAD-5F35-6F0D-F60C9D43E618}"/>
                </a:ext>
              </a:extLst>
            </p:cNvPr>
            <p:cNvSpPr/>
            <p:nvPr/>
          </p:nvSpPr>
          <p:spPr>
            <a:xfrm>
              <a:off x="19902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0119;p128">
              <a:extLst>
                <a:ext uri="{FF2B5EF4-FFF2-40B4-BE49-F238E27FC236}">
                  <a16:creationId xmlns:a16="http://schemas.microsoft.com/office/drawing/2014/main" id="{0E786B91-4EAD-72CA-AE56-94F818BEA253}"/>
                </a:ext>
              </a:extLst>
            </p:cNvPr>
            <p:cNvSpPr/>
            <p:nvPr/>
          </p:nvSpPr>
          <p:spPr>
            <a:xfrm>
              <a:off x="19902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0120;p128">
              <a:extLst>
                <a:ext uri="{FF2B5EF4-FFF2-40B4-BE49-F238E27FC236}">
                  <a16:creationId xmlns:a16="http://schemas.microsoft.com/office/drawing/2014/main" id="{733EEF24-584B-AD56-CFE5-ECFD44DEC286}"/>
                </a:ext>
              </a:extLst>
            </p:cNvPr>
            <p:cNvSpPr/>
            <p:nvPr/>
          </p:nvSpPr>
          <p:spPr>
            <a:xfrm>
              <a:off x="19140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0121;p128">
              <a:extLst>
                <a:ext uri="{FF2B5EF4-FFF2-40B4-BE49-F238E27FC236}">
                  <a16:creationId xmlns:a16="http://schemas.microsoft.com/office/drawing/2014/main" id="{62CEC968-9D0C-B2FD-C03B-10320F63C85D}"/>
                </a:ext>
              </a:extLst>
            </p:cNvPr>
            <p:cNvSpPr/>
            <p:nvPr/>
          </p:nvSpPr>
          <p:spPr>
            <a:xfrm>
              <a:off x="1914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0122;p128">
              <a:extLst>
                <a:ext uri="{FF2B5EF4-FFF2-40B4-BE49-F238E27FC236}">
                  <a16:creationId xmlns:a16="http://schemas.microsoft.com/office/drawing/2014/main" id="{C41D547B-2ED7-8CB4-02C8-6FCE03F1BCDE}"/>
                </a:ext>
              </a:extLst>
            </p:cNvPr>
            <p:cNvSpPr/>
            <p:nvPr/>
          </p:nvSpPr>
          <p:spPr>
            <a:xfrm>
              <a:off x="19140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0123;p128">
              <a:extLst>
                <a:ext uri="{FF2B5EF4-FFF2-40B4-BE49-F238E27FC236}">
                  <a16:creationId xmlns:a16="http://schemas.microsoft.com/office/drawing/2014/main" id="{A91E06B9-2F09-D978-E0EC-C8B1054D3F7C}"/>
                </a:ext>
              </a:extLst>
            </p:cNvPr>
            <p:cNvSpPr/>
            <p:nvPr/>
          </p:nvSpPr>
          <p:spPr>
            <a:xfrm>
              <a:off x="191400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0124;p128">
              <a:extLst>
                <a:ext uri="{FF2B5EF4-FFF2-40B4-BE49-F238E27FC236}">
                  <a16:creationId xmlns:a16="http://schemas.microsoft.com/office/drawing/2014/main" id="{E2A655E7-4AA6-3698-4C98-DBA6364364BB}"/>
                </a:ext>
              </a:extLst>
            </p:cNvPr>
            <p:cNvSpPr/>
            <p:nvPr/>
          </p:nvSpPr>
          <p:spPr>
            <a:xfrm>
              <a:off x="19140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0125;p128">
              <a:extLst>
                <a:ext uri="{FF2B5EF4-FFF2-40B4-BE49-F238E27FC236}">
                  <a16:creationId xmlns:a16="http://schemas.microsoft.com/office/drawing/2014/main" id="{3143D7D1-6218-D544-2360-45010B5810A8}"/>
                </a:ext>
              </a:extLst>
            </p:cNvPr>
            <p:cNvSpPr/>
            <p:nvPr/>
          </p:nvSpPr>
          <p:spPr>
            <a:xfrm>
              <a:off x="19140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0126;p128">
              <a:extLst>
                <a:ext uri="{FF2B5EF4-FFF2-40B4-BE49-F238E27FC236}">
                  <a16:creationId xmlns:a16="http://schemas.microsoft.com/office/drawing/2014/main" id="{050D03E8-C456-C1E3-AA05-C2F6B5FC85E8}"/>
                </a:ext>
              </a:extLst>
            </p:cNvPr>
            <p:cNvSpPr/>
            <p:nvPr/>
          </p:nvSpPr>
          <p:spPr>
            <a:xfrm>
              <a:off x="19140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0127;p128">
              <a:extLst>
                <a:ext uri="{FF2B5EF4-FFF2-40B4-BE49-F238E27FC236}">
                  <a16:creationId xmlns:a16="http://schemas.microsoft.com/office/drawing/2014/main" id="{A8EABB9D-EC4C-90FD-1842-877C9E1FF742}"/>
                </a:ext>
              </a:extLst>
            </p:cNvPr>
            <p:cNvSpPr/>
            <p:nvPr/>
          </p:nvSpPr>
          <p:spPr>
            <a:xfrm>
              <a:off x="19140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0128;p128">
              <a:extLst>
                <a:ext uri="{FF2B5EF4-FFF2-40B4-BE49-F238E27FC236}">
                  <a16:creationId xmlns:a16="http://schemas.microsoft.com/office/drawing/2014/main" id="{6AD08963-1241-2601-9839-E91A6CF1B980}"/>
                </a:ext>
              </a:extLst>
            </p:cNvPr>
            <p:cNvSpPr/>
            <p:nvPr/>
          </p:nvSpPr>
          <p:spPr>
            <a:xfrm>
              <a:off x="19140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0129;p128">
              <a:extLst>
                <a:ext uri="{FF2B5EF4-FFF2-40B4-BE49-F238E27FC236}">
                  <a16:creationId xmlns:a16="http://schemas.microsoft.com/office/drawing/2014/main" id="{19D2FA33-E6D8-63E4-C6C8-482680A26D46}"/>
                </a:ext>
              </a:extLst>
            </p:cNvPr>
            <p:cNvSpPr/>
            <p:nvPr/>
          </p:nvSpPr>
          <p:spPr>
            <a:xfrm>
              <a:off x="19140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0130;p128">
              <a:extLst>
                <a:ext uri="{FF2B5EF4-FFF2-40B4-BE49-F238E27FC236}">
                  <a16:creationId xmlns:a16="http://schemas.microsoft.com/office/drawing/2014/main" id="{AE547DD9-3061-3D47-BB43-75076D0A75D7}"/>
                </a:ext>
              </a:extLst>
            </p:cNvPr>
            <p:cNvSpPr/>
            <p:nvPr/>
          </p:nvSpPr>
          <p:spPr>
            <a:xfrm>
              <a:off x="19140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0131;p128">
              <a:extLst>
                <a:ext uri="{FF2B5EF4-FFF2-40B4-BE49-F238E27FC236}">
                  <a16:creationId xmlns:a16="http://schemas.microsoft.com/office/drawing/2014/main" id="{6D86CA7F-1694-2147-6A65-C786B5AF4586}"/>
                </a:ext>
              </a:extLst>
            </p:cNvPr>
            <p:cNvSpPr/>
            <p:nvPr/>
          </p:nvSpPr>
          <p:spPr>
            <a:xfrm>
              <a:off x="19140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0132;p128">
              <a:extLst>
                <a:ext uri="{FF2B5EF4-FFF2-40B4-BE49-F238E27FC236}">
                  <a16:creationId xmlns:a16="http://schemas.microsoft.com/office/drawing/2014/main" id="{7C0F2B6A-26BF-2842-5426-1533F5498046}"/>
                </a:ext>
              </a:extLst>
            </p:cNvPr>
            <p:cNvSpPr/>
            <p:nvPr/>
          </p:nvSpPr>
          <p:spPr>
            <a:xfrm>
              <a:off x="19140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0133;p128">
              <a:extLst>
                <a:ext uri="{FF2B5EF4-FFF2-40B4-BE49-F238E27FC236}">
                  <a16:creationId xmlns:a16="http://schemas.microsoft.com/office/drawing/2014/main" id="{F290CA12-8D92-D5BA-48F7-326C93E5B4BE}"/>
                </a:ext>
              </a:extLst>
            </p:cNvPr>
            <p:cNvSpPr/>
            <p:nvPr/>
          </p:nvSpPr>
          <p:spPr>
            <a:xfrm>
              <a:off x="19140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0134;p128">
              <a:extLst>
                <a:ext uri="{FF2B5EF4-FFF2-40B4-BE49-F238E27FC236}">
                  <a16:creationId xmlns:a16="http://schemas.microsoft.com/office/drawing/2014/main" id="{44BF71D3-8704-386D-A854-7ABB8BCC5B71}"/>
                </a:ext>
              </a:extLst>
            </p:cNvPr>
            <p:cNvSpPr/>
            <p:nvPr/>
          </p:nvSpPr>
          <p:spPr>
            <a:xfrm>
              <a:off x="1914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0135;p128">
              <a:extLst>
                <a:ext uri="{FF2B5EF4-FFF2-40B4-BE49-F238E27FC236}">
                  <a16:creationId xmlns:a16="http://schemas.microsoft.com/office/drawing/2014/main" id="{A2AF1B14-442F-8049-FD5B-DB7D66DC2ECA}"/>
                </a:ext>
              </a:extLst>
            </p:cNvPr>
            <p:cNvSpPr/>
            <p:nvPr/>
          </p:nvSpPr>
          <p:spPr>
            <a:xfrm>
              <a:off x="1914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0136;p128">
              <a:extLst>
                <a:ext uri="{FF2B5EF4-FFF2-40B4-BE49-F238E27FC236}">
                  <a16:creationId xmlns:a16="http://schemas.microsoft.com/office/drawing/2014/main" id="{4F9D9A46-7C33-650C-BEED-6F2E75FB71BC}"/>
                </a:ext>
              </a:extLst>
            </p:cNvPr>
            <p:cNvSpPr/>
            <p:nvPr/>
          </p:nvSpPr>
          <p:spPr>
            <a:xfrm>
              <a:off x="19140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0137;p128">
              <a:extLst>
                <a:ext uri="{FF2B5EF4-FFF2-40B4-BE49-F238E27FC236}">
                  <a16:creationId xmlns:a16="http://schemas.microsoft.com/office/drawing/2014/main" id="{F505C5FC-A00E-F9B7-D4F4-9A48AA3141E3}"/>
                </a:ext>
              </a:extLst>
            </p:cNvPr>
            <p:cNvSpPr/>
            <p:nvPr/>
          </p:nvSpPr>
          <p:spPr>
            <a:xfrm>
              <a:off x="19140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0138;p128">
              <a:extLst>
                <a:ext uri="{FF2B5EF4-FFF2-40B4-BE49-F238E27FC236}">
                  <a16:creationId xmlns:a16="http://schemas.microsoft.com/office/drawing/2014/main" id="{3EBEFCDA-C2E9-24E5-5542-D5FD697CFF4A}"/>
                </a:ext>
              </a:extLst>
            </p:cNvPr>
            <p:cNvSpPr/>
            <p:nvPr/>
          </p:nvSpPr>
          <p:spPr>
            <a:xfrm>
              <a:off x="18377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0139;p128">
              <a:extLst>
                <a:ext uri="{FF2B5EF4-FFF2-40B4-BE49-F238E27FC236}">
                  <a16:creationId xmlns:a16="http://schemas.microsoft.com/office/drawing/2014/main" id="{F491B280-24A0-5D49-4EAD-0D7D99A2F451}"/>
                </a:ext>
              </a:extLst>
            </p:cNvPr>
            <p:cNvSpPr/>
            <p:nvPr/>
          </p:nvSpPr>
          <p:spPr>
            <a:xfrm>
              <a:off x="18377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0140;p128">
              <a:extLst>
                <a:ext uri="{FF2B5EF4-FFF2-40B4-BE49-F238E27FC236}">
                  <a16:creationId xmlns:a16="http://schemas.microsoft.com/office/drawing/2014/main" id="{FEB1E4AF-DE01-03D1-CAB4-B9229D805C9D}"/>
                </a:ext>
              </a:extLst>
            </p:cNvPr>
            <p:cNvSpPr/>
            <p:nvPr/>
          </p:nvSpPr>
          <p:spPr>
            <a:xfrm>
              <a:off x="18377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0141;p128">
              <a:extLst>
                <a:ext uri="{FF2B5EF4-FFF2-40B4-BE49-F238E27FC236}">
                  <a16:creationId xmlns:a16="http://schemas.microsoft.com/office/drawing/2014/main" id="{17E4CF8E-40CF-0478-44CC-44A3B638D79A}"/>
                </a:ext>
              </a:extLst>
            </p:cNvPr>
            <p:cNvSpPr/>
            <p:nvPr/>
          </p:nvSpPr>
          <p:spPr>
            <a:xfrm>
              <a:off x="18377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0142;p128">
              <a:extLst>
                <a:ext uri="{FF2B5EF4-FFF2-40B4-BE49-F238E27FC236}">
                  <a16:creationId xmlns:a16="http://schemas.microsoft.com/office/drawing/2014/main" id="{55A95A77-C0BB-F7E3-D47C-9C14F1789861}"/>
                </a:ext>
              </a:extLst>
            </p:cNvPr>
            <p:cNvSpPr/>
            <p:nvPr/>
          </p:nvSpPr>
          <p:spPr>
            <a:xfrm>
              <a:off x="18377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0143;p128">
              <a:extLst>
                <a:ext uri="{FF2B5EF4-FFF2-40B4-BE49-F238E27FC236}">
                  <a16:creationId xmlns:a16="http://schemas.microsoft.com/office/drawing/2014/main" id="{1B1B91C3-1CCC-AC94-29AA-038B5C904379}"/>
                </a:ext>
              </a:extLst>
            </p:cNvPr>
            <p:cNvSpPr/>
            <p:nvPr/>
          </p:nvSpPr>
          <p:spPr>
            <a:xfrm>
              <a:off x="18377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0144;p128">
              <a:extLst>
                <a:ext uri="{FF2B5EF4-FFF2-40B4-BE49-F238E27FC236}">
                  <a16:creationId xmlns:a16="http://schemas.microsoft.com/office/drawing/2014/main" id="{1C23D3A8-0B03-3652-98BA-0A24FE0873FD}"/>
                </a:ext>
              </a:extLst>
            </p:cNvPr>
            <p:cNvSpPr/>
            <p:nvPr/>
          </p:nvSpPr>
          <p:spPr>
            <a:xfrm>
              <a:off x="18377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0145;p128">
              <a:extLst>
                <a:ext uri="{FF2B5EF4-FFF2-40B4-BE49-F238E27FC236}">
                  <a16:creationId xmlns:a16="http://schemas.microsoft.com/office/drawing/2014/main" id="{5D6A574E-612D-59F6-BE73-786724FA8043}"/>
                </a:ext>
              </a:extLst>
            </p:cNvPr>
            <p:cNvSpPr/>
            <p:nvPr/>
          </p:nvSpPr>
          <p:spPr>
            <a:xfrm>
              <a:off x="18377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0146;p128">
              <a:extLst>
                <a:ext uri="{FF2B5EF4-FFF2-40B4-BE49-F238E27FC236}">
                  <a16:creationId xmlns:a16="http://schemas.microsoft.com/office/drawing/2014/main" id="{5168E628-BA89-F9AA-AADF-E889801D5614}"/>
                </a:ext>
              </a:extLst>
            </p:cNvPr>
            <p:cNvSpPr/>
            <p:nvPr/>
          </p:nvSpPr>
          <p:spPr>
            <a:xfrm>
              <a:off x="18377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0147;p128">
              <a:extLst>
                <a:ext uri="{FF2B5EF4-FFF2-40B4-BE49-F238E27FC236}">
                  <a16:creationId xmlns:a16="http://schemas.microsoft.com/office/drawing/2014/main" id="{71DD7219-712B-152C-6841-CA599A3DBA07}"/>
                </a:ext>
              </a:extLst>
            </p:cNvPr>
            <p:cNvSpPr/>
            <p:nvPr/>
          </p:nvSpPr>
          <p:spPr>
            <a:xfrm>
              <a:off x="18377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0148;p128">
              <a:extLst>
                <a:ext uri="{FF2B5EF4-FFF2-40B4-BE49-F238E27FC236}">
                  <a16:creationId xmlns:a16="http://schemas.microsoft.com/office/drawing/2014/main" id="{FD59C4F1-E244-862A-F58B-7A12B1E0D003}"/>
                </a:ext>
              </a:extLst>
            </p:cNvPr>
            <p:cNvSpPr/>
            <p:nvPr/>
          </p:nvSpPr>
          <p:spPr>
            <a:xfrm>
              <a:off x="18377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0149;p128">
              <a:extLst>
                <a:ext uri="{FF2B5EF4-FFF2-40B4-BE49-F238E27FC236}">
                  <a16:creationId xmlns:a16="http://schemas.microsoft.com/office/drawing/2014/main" id="{070B1575-F521-B149-C8C4-88EB95054396}"/>
                </a:ext>
              </a:extLst>
            </p:cNvPr>
            <p:cNvSpPr/>
            <p:nvPr/>
          </p:nvSpPr>
          <p:spPr>
            <a:xfrm>
              <a:off x="18377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0150;p128">
              <a:extLst>
                <a:ext uri="{FF2B5EF4-FFF2-40B4-BE49-F238E27FC236}">
                  <a16:creationId xmlns:a16="http://schemas.microsoft.com/office/drawing/2014/main" id="{56D32330-AEA1-8203-F42C-087AE836CFD4}"/>
                </a:ext>
              </a:extLst>
            </p:cNvPr>
            <p:cNvSpPr/>
            <p:nvPr/>
          </p:nvSpPr>
          <p:spPr>
            <a:xfrm>
              <a:off x="18377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0151;p128">
              <a:extLst>
                <a:ext uri="{FF2B5EF4-FFF2-40B4-BE49-F238E27FC236}">
                  <a16:creationId xmlns:a16="http://schemas.microsoft.com/office/drawing/2014/main" id="{3973F1B5-7678-DC0B-3530-A1D78924DFA3}"/>
                </a:ext>
              </a:extLst>
            </p:cNvPr>
            <p:cNvSpPr/>
            <p:nvPr/>
          </p:nvSpPr>
          <p:spPr>
            <a:xfrm>
              <a:off x="18377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0152;p128">
              <a:extLst>
                <a:ext uri="{FF2B5EF4-FFF2-40B4-BE49-F238E27FC236}">
                  <a16:creationId xmlns:a16="http://schemas.microsoft.com/office/drawing/2014/main" id="{69268080-1D58-7296-A273-D75E6EFC663A}"/>
                </a:ext>
              </a:extLst>
            </p:cNvPr>
            <p:cNvSpPr/>
            <p:nvPr/>
          </p:nvSpPr>
          <p:spPr>
            <a:xfrm>
              <a:off x="18377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0153;p128">
              <a:extLst>
                <a:ext uri="{FF2B5EF4-FFF2-40B4-BE49-F238E27FC236}">
                  <a16:creationId xmlns:a16="http://schemas.microsoft.com/office/drawing/2014/main" id="{35D04B77-19FE-ABF7-6489-9CBD3F1D388E}"/>
                </a:ext>
              </a:extLst>
            </p:cNvPr>
            <p:cNvSpPr/>
            <p:nvPr/>
          </p:nvSpPr>
          <p:spPr>
            <a:xfrm>
              <a:off x="18377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0154;p128">
              <a:extLst>
                <a:ext uri="{FF2B5EF4-FFF2-40B4-BE49-F238E27FC236}">
                  <a16:creationId xmlns:a16="http://schemas.microsoft.com/office/drawing/2014/main" id="{3D7CC061-69C9-072F-0543-E94973129CEE}"/>
                </a:ext>
              </a:extLst>
            </p:cNvPr>
            <p:cNvSpPr/>
            <p:nvPr/>
          </p:nvSpPr>
          <p:spPr>
            <a:xfrm>
              <a:off x="18377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0155;p128">
              <a:extLst>
                <a:ext uri="{FF2B5EF4-FFF2-40B4-BE49-F238E27FC236}">
                  <a16:creationId xmlns:a16="http://schemas.microsoft.com/office/drawing/2014/main" id="{832ECE55-DC50-D94C-4E2D-06DA4F5E9C22}"/>
                </a:ext>
              </a:extLst>
            </p:cNvPr>
            <p:cNvSpPr/>
            <p:nvPr/>
          </p:nvSpPr>
          <p:spPr>
            <a:xfrm>
              <a:off x="1837775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0156;p128">
              <a:extLst>
                <a:ext uri="{FF2B5EF4-FFF2-40B4-BE49-F238E27FC236}">
                  <a16:creationId xmlns:a16="http://schemas.microsoft.com/office/drawing/2014/main" id="{63D4D16C-211F-C79D-FA02-ACB5284BCBA3}"/>
                </a:ext>
              </a:extLst>
            </p:cNvPr>
            <p:cNvSpPr/>
            <p:nvPr/>
          </p:nvSpPr>
          <p:spPr>
            <a:xfrm>
              <a:off x="17617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0157;p128">
              <a:extLst>
                <a:ext uri="{FF2B5EF4-FFF2-40B4-BE49-F238E27FC236}">
                  <a16:creationId xmlns:a16="http://schemas.microsoft.com/office/drawing/2014/main" id="{E75F22A5-DDAF-CE29-255B-7DB72AF0FCCF}"/>
                </a:ext>
              </a:extLst>
            </p:cNvPr>
            <p:cNvSpPr/>
            <p:nvPr/>
          </p:nvSpPr>
          <p:spPr>
            <a:xfrm>
              <a:off x="17617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0158;p128">
              <a:extLst>
                <a:ext uri="{FF2B5EF4-FFF2-40B4-BE49-F238E27FC236}">
                  <a16:creationId xmlns:a16="http://schemas.microsoft.com/office/drawing/2014/main" id="{4FE63AE4-91A1-DAE2-503C-8C69DD37B37E}"/>
                </a:ext>
              </a:extLst>
            </p:cNvPr>
            <p:cNvSpPr/>
            <p:nvPr/>
          </p:nvSpPr>
          <p:spPr>
            <a:xfrm>
              <a:off x="17617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0159;p128">
              <a:extLst>
                <a:ext uri="{FF2B5EF4-FFF2-40B4-BE49-F238E27FC236}">
                  <a16:creationId xmlns:a16="http://schemas.microsoft.com/office/drawing/2014/main" id="{6586C33C-2B45-26A5-F73C-30E4D230E6AC}"/>
                </a:ext>
              </a:extLst>
            </p:cNvPr>
            <p:cNvSpPr/>
            <p:nvPr/>
          </p:nvSpPr>
          <p:spPr>
            <a:xfrm>
              <a:off x="17617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0160;p128">
              <a:extLst>
                <a:ext uri="{FF2B5EF4-FFF2-40B4-BE49-F238E27FC236}">
                  <a16:creationId xmlns:a16="http://schemas.microsoft.com/office/drawing/2014/main" id="{D235FC80-96AB-404C-4530-2957DD8A6671}"/>
                </a:ext>
              </a:extLst>
            </p:cNvPr>
            <p:cNvSpPr/>
            <p:nvPr/>
          </p:nvSpPr>
          <p:spPr>
            <a:xfrm>
              <a:off x="17617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0161;p128">
              <a:extLst>
                <a:ext uri="{FF2B5EF4-FFF2-40B4-BE49-F238E27FC236}">
                  <a16:creationId xmlns:a16="http://schemas.microsoft.com/office/drawing/2014/main" id="{91873FA9-6941-884D-5B3C-DEAB9A055DBD}"/>
                </a:ext>
              </a:extLst>
            </p:cNvPr>
            <p:cNvSpPr/>
            <p:nvPr/>
          </p:nvSpPr>
          <p:spPr>
            <a:xfrm>
              <a:off x="17617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0162;p128">
              <a:extLst>
                <a:ext uri="{FF2B5EF4-FFF2-40B4-BE49-F238E27FC236}">
                  <a16:creationId xmlns:a16="http://schemas.microsoft.com/office/drawing/2014/main" id="{C44E5283-22C9-E7B4-CD4B-CD3D9A48D3D2}"/>
                </a:ext>
              </a:extLst>
            </p:cNvPr>
            <p:cNvSpPr/>
            <p:nvPr/>
          </p:nvSpPr>
          <p:spPr>
            <a:xfrm>
              <a:off x="17617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0163;p128">
              <a:extLst>
                <a:ext uri="{FF2B5EF4-FFF2-40B4-BE49-F238E27FC236}">
                  <a16:creationId xmlns:a16="http://schemas.microsoft.com/office/drawing/2014/main" id="{2A4990C8-A64A-4956-1784-F8A31B4A7CAF}"/>
                </a:ext>
              </a:extLst>
            </p:cNvPr>
            <p:cNvSpPr/>
            <p:nvPr/>
          </p:nvSpPr>
          <p:spPr>
            <a:xfrm>
              <a:off x="17617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0164;p128">
              <a:extLst>
                <a:ext uri="{FF2B5EF4-FFF2-40B4-BE49-F238E27FC236}">
                  <a16:creationId xmlns:a16="http://schemas.microsoft.com/office/drawing/2014/main" id="{F4723D4B-C8CE-19BC-D5C3-644915F5AB62}"/>
                </a:ext>
              </a:extLst>
            </p:cNvPr>
            <p:cNvSpPr/>
            <p:nvPr/>
          </p:nvSpPr>
          <p:spPr>
            <a:xfrm>
              <a:off x="17617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0165;p128">
              <a:extLst>
                <a:ext uri="{FF2B5EF4-FFF2-40B4-BE49-F238E27FC236}">
                  <a16:creationId xmlns:a16="http://schemas.microsoft.com/office/drawing/2014/main" id="{FF4EEDFE-CD8F-6CEF-95EA-E2547821AF62}"/>
                </a:ext>
              </a:extLst>
            </p:cNvPr>
            <p:cNvSpPr/>
            <p:nvPr/>
          </p:nvSpPr>
          <p:spPr>
            <a:xfrm>
              <a:off x="17617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0166;p128">
              <a:extLst>
                <a:ext uri="{FF2B5EF4-FFF2-40B4-BE49-F238E27FC236}">
                  <a16:creationId xmlns:a16="http://schemas.microsoft.com/office/drawing/2014/main" id="{C4C0974C-1076-76FE-3698-7BBA82F57890}"/>
                </a:ext>
              </a:extLst>
            </p:cNvPr>
            <p:cNvSpPr/>
            <p:nvPr/>
          </p:nvSpPr>
          <p:spPr>
            <a:xfrm>
              <a:off x="17617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0167;p128">
              <a:extLst>
                <a:ext uri="{FF2B5EF4-FFF2-40B4-BE49-F238E27FC236}">
                  <a16:creationId xmlns:a16="http://schemas.microsoft.com/office/drawing/2014/main" id="{D5E6C39F-664A-2497-B532-2C24177FB1E0}"/>
                </a:ext>
              </a:extLst>
            </p:cNvPr>
            <p:cNvSpPr/>
            <p:nvPr/>
          </p:nvSpPr>
          <p:spPr>
            <a:xfrm>
              <a:off x="17617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0168;p128">
              <a:extLst>
                <a:ext uri="{FF2B5EF4-FFF2-40B4-BE49-F238E27FC236}">
                  <a16:creationId xmlns:a16="http://schemas.microsoft.com/office/drawing/2014/main" id="{C65B5839-CECA-5436-E891-D6E9DC61D576}"/>
                </a:ext>
              </a:extLst>
            </p:cNvPr>
            <p:cNvSpPr/>
            <p:nvPr/>
          </p:nvSpPr>
          <p:spPr>
            <a:xfrm>
              <a:off x="17617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0169;p128">
              <a:extLst>
                <a:ext uri="{FF2B5EF4-FFF2-40B4-BE49-F238E27FC236}">
                  <a16:creationId xmlns:a16="http://schemas.microsoft.com/office/drawing/2014/main" id="{84A9C2F8-F7BE-61ED-1268-0FB364D9D96D}"/>
                </a:ext>
              </a:extLst>
            </p:cNvPr>
            <p:cNvSpPr/>
            <p:nvPr/>
          </p:nvSpPr>
          <p:spPr>
            <a:xfrm>
              <a:off x="17617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0170;p128">
              <a:extLst>
                <a:ext uri="{FF2B5EF4-FFF2-40B4-BE49-F238E27FC236}">
                  <a16:creationId xmlns:a16="http://schemas.microsoft.com/office/drawing/2014/main" id="{C0C2A9E6-F2DD-7DD5-9682-06F3D8F1AAA1}"/>
                </a:ext>
              </a:extLst>
            </p:cNvPr>
            <p:cNvSpPr/>
            <p:nvPr/>
          </p:nvSpPr>
          <p:spPr>
            <a:xfrm>
              <a:off x="17617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0171;p128">
              <a:extLst>
                <a:ext uri="{FF2B5EF4-FFF2-40B4-BE49-F238E27FC236}">
                  <a16:creationId xmlns:a16="http://schemas.microsoft.com/office/drawing/2014/main" id="{18CDAA6B-13F2-418B-4F42-7174DC8C05D9}"/>
                </a:ext>
              </a:extLst>
            </p:cNvPr>
            <p:cNvSpPr/>
            <p:nvPr/>
          </p:nvSpPr>
          <p:spPr>
            <a:xfrm>
              <a:off x="17617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0172;p128">
              <a:extLst>
                <a:ext uri="{FF2B5EF4-FFF2-40B4-BE49-F238E27FC236}">
                  <a16:creationId xmlns:a16="http://schemas.microsoft.com/office/drawing/2014/main" id="{09EE645A-655F-9428-296F-EA933D279C00}"/>
                </a:ext>
              </a:extLst>
            </p:cNvPr>
            <p:cNvSpPr/>
            <p:nvPr/>
          </p:nvSpPr>
          <p:spPr>
            <a:xfrm>
              <a:off x="16855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0173;p128">
              <a:extLst>
                <a:ext uri="{FF2B5EF4-FFF2-40B4-BE49-F238E27FC236}">
                  <a16:creationId xmlns:a16="http://schemas.microsoft.com/office/drawing/2014/main" id="{8DDFB9CC-1B2A-59E5-CD89-94999A5B3147}"/>
                </a:ext>
              </a:extLst>
            </p:cNvPr>
            <p:cNvSpPr/>
            <p:nvPr/>
          </p:nvSpPr>
          <p:spPr>
            <a:xfrm>
              <a:off x="16855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0174;p128">
              <a:extLst>
                <a:ext uri="{FF2B5EF4-FFF2-40B4-BE49-F238E27FC236}">
                  <a16:creationId xmlns:a16="http://schemas.microsoft.com/office/drawing/2014/main" id="{424D9E3B-EED8-6D9E-CB8F-E120530F7331}"/>
                </a:ext>
              </a:extLst>
            </p:cNvPr>
            <p:cNvSpPr/>
            <p:nvPr/>
          </p:nvSpPr>
          <p:spPr>
            <a:xfrm>
              <a:off x="16855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0175;p128">
              <a:extLst>
                <a:ext uri="{FF2B5EF4-FFF2-40B4-BE49-F238E27FC236}">
                  <a16:creationId xmlns:a16="http://schemas.microsoft.com/office/drawing/2014/main" id="{6BEB1F6C-F70B-9A9E-B2C5-5AD4B6384C4B}"/>
                </a:ext>
              </a:extLst>
            </p:cNvPr>
            <p:cNvSpPr/>
            <p:nvPr/>
          </p:nvSpPr>
          <p:spPr>
            <a:xfrm>
              <a:off x="1685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0176;p128">
              <a:extLst>
                <a:ext uri="{FF2B5EF4-FFF2-40B4-BE49-F238E27FC236}">
                  <a16:creationId xmlns:a16="http://schemas.microsoft.com/office/drawing/2014/main" id="{73D6A09F-78CE-0607-B56D-8A6D522D4F74}"/>
                </a:ext>
              </a:extLst>
            </p:cNvPr>
            <p:cNvSpPr/>
            <p:nvPr/>
          </p:nvSpPr>
          <p:spPr>
            <a:xfrm>
              <a:off x="16855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0177;p128">
              <a:extLst>
                <a:ext uri="{FF2B5EF4-FFF2-40B4-BE49-F238E27FC236}">
                  <a16:creationId xmlns:a16="http://schemas.microsoft.com/office/drawing/2014/main" id="{082B154E-0BF9-83DE-1E52-1AD8DDFED4C4}"/>
                </a:ext>
              </a:extLst>
            </p:cNvPr>
            <p:cNvSpPr/>
            <p:nvPr/>
          </p:nvSpPr>
          <p:spPr>
            <a:xfrm>
              <a:off x="1685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0178;p128">
              <a:extLst>
                <a:ext uri="{FF2B5EF4-FFF2-40B4-BE49-F238E27FC236}">
                  <a16:creationId xmlns:a16="http://schemas.microsoft.com/office/drawing/2014/main" id="{08992683-303A-5D1B-B0AB-4DB36A659E14}"/>
                </a:ext>
              </a:extLst>
            </p:cNvPr>
            <p:cNvSpPr/>
            <p:nvPr/>
          </p:nvSpPr>
          <p:spPr>
            <a:xfrm>
              <a:off x="16855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0179;p128">
              <a:extLst>
                <a:ext uri="{FF2B5EF4-FFF2-40B4-BE49-F238E27FC236}">
                  <a16:creationId xmlns:a16="http://schemas.microsoft.com/office/drawing/2014/main" id="{D19706A5-4EDC-3BC4-A698-BFD14F6E18BA}"/>
                </a:ext>
              </a:extLst>
            </p:cNvPr>
            <p:cNvSpPr/>
            <p:nvPr/>
          </p:nvSpPr>
          <p:spPr>
            <a:xfrm>
              <a:off x="168555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0180;p128">
              <a:extLst>
                <a:ext uri="{FF2B5EF4-FFF2-40B4-BE49-F238E27FC236}">
                  <a16:creationId xmlns:a16="http://schemas.microsoft.com/office/drawing/2014/main" id="{A00A3D46-6405-325A-7478-ADA28E45CDEE}"/>
                </a:ext>
              </a:extLst>
            </p:cNvPr>
            <p:cNvSpPr/>
            <p:nvPr/>
          </p:nvSpPr>
          <p:spPr>
            <a:xfrm>
              <a:off x="1685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0181;p128">
              <a:extLst>
                <a:ext uri="{FF2B5EF4-FFF2-40B4-BE49-F238E27FC236}">
                  <a16:creationId xmlns:a16="http://schemas.microsoft.com/office/drawing/2014/main" id="{040BD7ED-7755-F562-5D9E-9A1D6C049D2B}"/>
                </a:ext>
              </a:extLst>
            </p:cNvPr>
            <p:cNvSpPr/>
            <p:nvPr/>
          </p:nvSpPr>
          <p:spPr>
            <a:xfrm>
              <a:off x="1685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0182;p128">
              <a:extLst>
                <a:ext uri="{FF2B5EF4-FFF2-40B4-BE49-F238E27FC236}">
                  <a16:creationId xmlns:a16="http://schemas.microsoft.com/office/drawing/2014/main" id="{DF667D27-1815-D4B4-795D-2FFA75D90CFE}"/>
                </a:ext>
              </a:extLst>
            </p:cNvPr>
            <p:cNvSpPr/>
            <p:nvPr/>
          </p:nvSpPr>
          <p:spPr>
            <a:xfrm>
              <a:off x="16855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0183;p128">
              <a:extLst>
                <a:ext uri="{FF2B5EF4-FFF2-40B4-BE49-F238E27FC236}">
                  <a16:creationId xmlns:a16="http://schemas.microsoft.com/office/drawing/2014/main" id="{BBF4538C-5584-5964-F2C1-E7E497F7D342}"/>
                </a:ext>
              </a:extLst>
            </p:cNvPr>
            <p:cNvSpPr/>
            <p:nvPr/>
          </p:nvSpPr>
          <p:spPr>
            <a:xfrm>
              <a:off x="1685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0184;p128">
              <a:extLst>
                <a:ext uri="{FF2B5EF4-FFF2-40B4-BE49-F238E27FC236}">
                  <a16:creationId xmlns:a16="http://schemas.microsoft.com/office/drawing/2014/main" id="{7EC28360-8DB8-0C22-93BD-A5BD4996E6EA}"/>
                </a:ext>
              </a:extLst>
            </p:cNvPr>
            <p:cNvSpPr/>
            <p:nvPr/>
          </p:nvSpPr>
          <p:spPr>
            <a:xfrm>
              <a:off x="16855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0185;p128">
              <a:extLst>
                <a:ext uri="{FF2B5EF4-FFF2-40B4-BE49-F238E27FC236}">
                  <a16:creationId xmlns:a16="http://schemas.microsoft.com/office/drawing/2014/main" id="{446EADF1-D8A4-8938-65CD-188FF0CB099E}"/>
                </a:ext>
              </a:extLst>
            </p:cNvPr>
            <p:cNvSpPr/>
            <p:nvPr/>
          </p:nvSpPr>
          <p:spPr>
            <a:xfrm>
              <a:off x="1685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0186;p128">
              <a:extLst>
                <a:ext uri="{FF2B5EF4-FFF2-40B4-BE49-F238E27FC236}">
                  <a16:creationId xmlns:a16="http://schemas.microsoft.com/office/drawing/2014/main" id="{3BE344BF-BBFE-D200-7108-1D6422B2EE61}"/>
                </a:ext>
              </a:extLst>
            </p:cNvPr>
            <p:cNvSpPr/>
            <p:nvPr/>
          </p:nvSpPr>
          <p:spPr>
            <a:xfrm>
              <a:off x="16855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0187;p128">
              <a:extLst>
                <a:ext uri="{FF2B5EF4-FFF2-40B4-BE49-F238E27FC236}">
                  <a16:creationId xmlns:a16="http://schemas.microsoft.com/office/drawing/2014/main" id="{2B57EC7D-A4B5-7A33-A418-432D373CB715}"/>
                </a:ext>
              </a:extLst>
            </p:cNvPr>
            <p:cNvSpPr/>
            <p:nvPr/>
          </p:nvSpPr>
          <p:spPr>
            <a:xfrm>
              <a:off x="16855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0188;p128">
              <a:extLst>
                <a:ext uri="{FF2B5EF4-FFF2-40B4-BE49-F238E27FC236}">
                  <a16:creationId xmlns:a16="http://schemas.microsoft.com/office/drawing/2014/main" id="{FF235E36-869F-898B-62FB-4DE9BD9DD1DB}"/>
                </a:ext>
              </a:extLst>
            </p:cNvPr>
            <p:cNvSpPr/>
            <p:nvPr/>
          </p:nvSpPr>
          <p:spPr>
            <a:xfrm>
              <a:off x="16093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0189;p128">
              <a:extLst>
                <a:ext uri="{FF2B5EF4-FFF2-40B4-BE49-F238E27FC236}">
                  <a16:creationId xmlns:a16="http://schemas.microsoft.com/office/drawing/2014/main" id="{7227B846-53CA-14C1-7D21-705B5CB5B0EA}"/>
                </a:ext>
              </a:extLst>
            </p:cNvPr>
            <p:cNvSpPr/>
            <p:nvPr/>
          </p:nvSpPr>
          <p:spPr>
            <a:xfrm>
              <a:off x="16093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0190;p128">
              <a:extLst>
                <a:ext uri="{FF2B5EF4-FFF2-40B4-BE49-F238E27FC236}">
                  <a16:creationId xmlns:a16="http://schemas.microsoft.com/office/drawing/2014/main" id="{4774339A-CCEA-8755-EC5F-AE7BFFEB566E}"/>
                </a:ext>
              </a:extLst>
            </p:cNvPr>
            <p:cNvSpPr/>
            <p:nvPr/>
          </p:nvSpPr>
          <p:spPr>
            <a:xfrm>
              <a:off x="16093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0191;p128">
              <a:extLst>
                <a:ext uri="{FF2B5EF4-FFF2-40B4-BE49-F238E27FC236}">
                  <a16:creationId xmlns:a16="http://schemas.microsoft.com/office/drawing/2014/main" id="{C54F1B90-87E3-7892-BD60-F71EEA5C6647}"/>
                </a:ext>
              </a:extLst>
            </p:cNvPr>
            <p:cNvSpPr/>
            <p:nvPr/>
          </p:nvSpPr>
          <p:spPr>
            <a:xfrm>
              <a:off x="16093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0192;p128">
              <a:extLst>
                <a:ext uri="{FF2B5EF4-FFF2-40B4-BE49-F238E27FC236}">
                  <a16:creationId xmlns:a16="http://schemas.microsoft.com/office/drawing/2014/main" id="{19CC22F3-DF7D-8535-B7A7-3C5D08A13F09}"/>
                </a:ext>
              </a:extLst>
            </p:cNvPr>
            <p:cNvSpPr/>
            <p:nvPr/>
          </p:nvSpPr>
          <p:spPr>
            <a:xfrm>
              <a:off x="16093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0193;p128">
              <a:extLst>
                <a:ext uri="{FF2B5EF4-FFF2-40B4-BE49-F238E27FC236}">
                  <a16:creationId xmlns:a16="http://schemas.microsoft.com/office/drawing/2014/main" id="{17BF9FFA-54C6-88BB-3097-7E43DA2E4DCC}"/>
                </a:ext>
              </a:extLst>
            </p:cNvPr>
            <p:cNvSpPr/>
            <p:nvPr/>
          </p:nvSpPr>
          <p:spPr>
            <a:xfrm>
              <a:off x="16093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0194;p128">
              <a:extLst>
                <a:ext uri="{FF2B5EF4-FFF2-40B4-BE49-F238E27FC236}">
                  <a16:creationId xmlns:a16="http://schemas.microsoft.com/office/drawing/2014/main" id="{838F3FEC-7704-AC7F-9437-6DE979F78724}"/>
                </a:ext>
              </a:extLst>
            </p:cNvPr>
            <p:cNvSpPr/>
            <p:nvPr/>
          </p:nvSpPr>
          <p:spPr>
            <a:xfrm>
              <a:off x="16093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0195;p128">
              <a:extLst>
                <a:ext uri="{FF2B5EF4-FFF2-40B4-BE49-F238E27FC236}">
                  <a16:creationId xmlns:a16="http://schemas.microsoft.com/office/drawing/2014/main" id="{D20FBB16-3CF1-E37B-966E-7335A6669286}"/>
                </a:ext>
              </a:extLst>
            </p:cNvPr>
            <p:cNvSpPr/>
            <p:nvPr/>
          </p:nvSpPr>
          <p:spPr>
            <a:xfrm>
              <a:off x="16093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0196;p128">
              <a:extLst>
                <a:ext uri="{FF2B5EF4-FFF2-40B4-BE49-F238E27FC236}">
                  <a16:creationId xmlns:a16="http://schemas.microsoft.com/office/drawing/2014/main" id="{1E541D71-F4EB-9EF1-9BBC-EB217936AFA9}"/>
                </a:ext>
              </a:extLst>
            </p:cNvPr>
            <p:cNvSpPr/>
            <p:nvPr/>
          </p:nvSpPr>
          <p:spPr>
            <a:xfrm>
              <a:off x="16093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0197;p128">
              <a:extLst>
                <a:ext uri="{FF2B5EF4-FFF2-40B4-BE49-F238E27FC236}">
                  <a16:creationId xmlns:a16="http://schemas.microsoft.com/office/drawing/2014/main" id="{B7223E33-9112-44C8-744A-71A302707B3A}"/>
                </a:ext>
              </a:extLst>
            </p:cNvPr>
            <p:cNvSpPr/>
            <p:nvPr/>
          </p:nvSpPr>
          <p:spPr>
            <a:xfrm>
              <a:off x="16093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0198;p128">
              <a:extLst>
                <a:ext uri="{FF2B5EF4-FFF2-40B4-BE49-F238E27FC236}">
                  <a16:creationId xmlns:a16="http://schemas.microsoft.com/office/drawing/2014/main" id="{4AC82125-596B-F789-7B4B-4C05C3462C65}"/>
                </a:ext>
              </a:extLst>
            </p:cNvPr>
            <p:cNvSpPr/>
            <p:nvPr/>
          </p:nvSpPr>
          <p:spPr>
            <a:xfrm>
              <a:off x="16093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0199;p128">
              <a:extLst>
                <a:ext uri="{FF2B5EF4-FFF2-40B4-BE49-F238E27FC236}">
                  <a16:creationId xmlns:a16="http://schemas.microsoft.com/office/drawing/2014/main" id="{14446866-7FC3-3E83-AC34-9333F7C8171E}"/>
                </a:ext>
              </a:extLst>
            </p:cNvPr>
            <p:cNvSpPr/>
            <p:nvPr/>
          </p:nvSpPr>
          <p:spPr>
            <a:xfrm>
              <a:off x="16093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0200;p128">
              <a:extLst>
                <a:ext uri="{FF2B5EF4-FFF2-40B4-BE49-F238E27FC236}">
                  <a16:creationId xmlns:a16="http://schemas.microsoft.com/office/drawing/2014/main" id="{4ACB93CF-D706-0898-EDAD-B25D1C786D05}"/>
                </a:ext>
              </a:extLst>
            </p:cNvPr>
            <p:cNvSpPr/>
            <p:nvPr/>
          </p:nvSpPr>
          <p:spPr>
            <a:xfrm>
              <a:off x="16093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0201;p128">
              <a:extLst>
                <a:ext uri="{FF2B5EF4-FFF2-40B4-BE49-F238E27FC236}">
                  <a16:creationId xmlns:a16="http://schemas.microsoft.com/office/drawing/2014/main" id="{46D41A27-07DC-91A6-D660-2836E43A34CA}"/>
                </a:ext>
              </a:extLst>
            </p:cNvPr>
            <p:cNvSpPr/>
            <p:nvPr/>
          </p:nvSpPr>
          <p:spPr>
            <a:xfrm>
              <a:off x="16093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0202;p128">
              <a:extLst>
                <a:ext uri="{FF2B5EF4-FFF2-40B4-BE49-F238E27FC236}">
                  <a16:creationId xmlns:a16="http://schemas.microsoft.com/office/drawing/2014/main" id="{BA907FFB-72B2-37AF-6B33-56C38D3662A9}"/>
                </a:ext>
              </a:extLst>
            </p:cNvPr>
            <p:cNvSpPr/>
            <p:nvPr/>
          </p:nvSpPr>
          <p:spPr>
            <a:xfrm>
              <a:off x="16093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0203;p128">
              <a:extLst>
                <a:ext uri="{FF2B5EF4-FFF2-40B4-BE49-F238E27FC236}">
                  <a16:creationId xmlns:a16="http://schemas.microsoft.com/office/drawing/2014/main" id="{5B167934-C16F-2B2D-6C3A-51A41EE7629E}"/>
                </a:ext>
              </a:extLst>
            </p:cNvPr>
            <p:cNvSpPr/>
            <p:nvPr/>
          </p:nvSpPr>
          <p:spPr>
            <a:xfrm>
              <a:off x="16093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0204;p128">
              <a:extLst>
                <a:ext uri="{FF2B5EF4-FFF2-40B4-BE49-F238E27FC236}">
                  <a16:creationId xmlns:a16="http://schemas.microsoft.com/office/drawing/2014/main" id="{C47F5BBD-9D0E-B91E-2092-64455DD4C65E}"/>
                </a:ext>
              </a:extLst>
            </p:cNvPr>
            <p:cNvSpPr/>
            <p:nvPr/>
          </p:nvSpPr>
          <p:spPr>
            <a:xfrm>
              <a:off x="16093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0205;p128">
              <a:extLst>
                <a:ext uri="{FF2B5EF4-FFF2-40B4-BE49-F238E27FC236}">
                  <a16:creationId xmlns:a16="http://schemas.microsoft.com/office/drawing/2014/main" id="{245AE80D-280F-E2D3-9D2D-3B3B71A86585}"/>
                </a:ext>
              </a:extLst>
            </p:cNvPr>
            <p:cNvSpPr/>
            <p:nvPr/>
          </p:nvSpPr>
          <p:spPr>
            <a:xfrm>
              <a:off x="16093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0206;p128">
              <a:extLst>
                <a:ext uri="{FF2B5EF4-FFF2-40B4-BE49-F238E27FC236}">
                  <a16:creationId xmlns:a16="http://schemas.microsoft.com/office/drawing/2014/main" id="{9E297B90-EB52-79C7-8DA9-21D366A34BD0}"/>
                </a:ext>
              </a:extLst>
            </p:cNvPr>
            <p:cNvSpPr/>
            <p:nvPr/>
          </p:nvSpPr>
          <p:spPr>
            <a:xfrm>
              <a:off x="15331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0207;p128">
              <a:extLst>
                <a:ext uri="{FF2B5EF4-FFF2-40B4-BE49-F238E27FC236}">
                  <a16:creationId xmlns:a16="http://schemas.microsoft.com/office/drawing/2014/main" id="{38CCBC5F-28BD-7F34-EE80-E7AFD638589B}"/>
                </a:ext>
              </a:extLst>
            </p:cNvPr>
            <p:cNvSpPr/>
            <p:nvPr/>
          </p:nvSpPr>
          <p:spPr>
            <a:xfrm>
              <a:off x="15331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0208;p128">
              <a:extLst>
                <a:ext uri="{FF2B5EF4-FFF2-40B4-BE49-F238E27FC236}">
                  <a16:creationId xmlns:a16="http://schemas.microsoft.com/office/drawing/2014/main" id="{BD6C9474-E3C0-1965-589D-3B163A6B4C6F}"/>
                </a:ext>
              </a:extLst>
            </p:cNvPr>
            <p:cNvSpPr/>
            <p:nvPr/>
          </p:nvSpPr>
          <p:spPr>
            <a:xfrm>
              <a:off x="15331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0209;p128">
              <a:extLst>
                <a:ext uri="{FF2B5EF4-FFF2-40B4-BE49-F238E27FC236}">
                  <a16:creationId xmlns:a16="http://schemas.microsoft.com/office/drawing/2014/main" id="{E1AC9B28-1552-76F2-470B-B666F078C462}"/>
                </a:ext>
              </a:extLst>
            </p:cNvPr>
            <p:cNvSpPr/>
            <p:nvPr/>
          </p:nvSpPr>
          <p:spPr>
            <a:xfrm>
              <a:off x="15331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0210;p128">
              <a:extLst>
                <a:ext uri="{FF2B5EF4-FFF2-40B4-BE49-F238E27FC236}">
                  <a16:creationId xmlns:a16="http://schemas.microsoft.com/office/drawing/2014/main" id="{77EE8797-B6B3-4F40-ED6D-5BDCF7C7AC87}"/>
                </a:ext>
              </a:extLst>
            </p:cNvPr>
            <p:cNvSpPr/>
            <p:nvPr/>
          </p:nvSpPr>
          <p:spPr>
            <a:xfrm>
              <a:off x="15331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0211;p128">
              <a:extLst>
                <a:ext uri="{FF2B5EF4-FFF2-40B4-BE49-F238E27FC236}">
                  <a16:creationId xmlns:a16="http://schemas.microsoft.com/office/drawing/2014/main" id="{A8DAA8DB-D385-CFDD-4F2C-6207A42AADFF}"/>
                </a:ext>
              </a:extLst>
            </p:cNvPr>
            <p:cNvSpPr/>
            <p:nvPr/>
          </p:nvSpPr>
          <p:spPr>
            <a:xfrm>
              <a:off x="15331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0212;p128">
              <a:extLst>
                <a:ext uri="{FF2B5EF4-FFF2-40B4-BE49-F238E27FC236}">
                  <a16:creationId xmlns:a16="http://schemas.microsoft.com/office/drawing/2014/main" id="{5C167E51-C3DF-840B-A764-18AB40252A08}"/>
                </a:ext>
              </a:extLst>
            </p:cNvPr>
            <p:cNvSpPr/>
            <p:nvPr/>
          </p:nvSpPr>
          <p:spPr>
            <a:xfrm>
              <a:off x="15331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0213;p128">
              <a:extLst>
                <a:ext uri="{FF2B5EF4-FFF2-40B4-BE49-F238E27FC236}">
                  <a16:creationId xmlns:a16="http://schemas.microsoft.com/office/drawing/2014/main" id="{D1F33030-E0E4-44B0-2991-339810C3D8A5}"/>
                </a:ext>
              </a:extLst>
            </p:cNvPr>
            <p:cNvSpPr/>
            <p:nvPr/>
          </p:nvSpPr>
          <p:spPr>
            <a:xfrm>
              <a:off x="15331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0214;p128">
              <a:extLst>
                <a:ext uri="{FF2B5EF4-FFF2-40B4-BE49-F238E27FC236}">
                  <a16:creationId xmlns:a16="http://schemas.microsoft.com/office/drawing/2014/main" id="{BF82C1AF-360D-0D7B-ED92-7FC7FCFB32C5}"/>
                </a:ext>
              </a:extLst>
            </p:cNvPr>
            <p:cNvSpPr/>
            <p:nvPr/>
          </p:nvSpPr>
          <p:spPr>
            <a:xfrm>
              <a:off x="15331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0215;p128">
              <a:extLst>
                <a:ext uri="{FF2B5EF4-FFF2-40B4-BE49-F238E27FC236}">
                  <a16:creationId xmlns:a16="http://schemas.microsoft.com/office/drawing/2014/main" id="{CC5770CE-4B79-D50E-6FCE-F763EA750320}"/>
                </a:ext>
              </a:extLst>
            </p:cNvPr>
            <p:cNvSpPr/>
            <p:nvPr/>
          </p:nvSpPr>
          <p:spPr>
            <a:xfrm>
              <a:off x="15331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0216;p128">
              <a:extLst>
                <a:ext uri="{FF2B5EF4-FFF2-40B4-BE49-F238E27FC236}">
                  <a16:creationId xmlns:a16="http://schemas.microsoft.com/office/drawing/2014/main" id="{9A21CCFB-BD0C-9435-E40A-E3BD9384D3F2}"/>
                </a:ext>
              </a:extLst>
            </p:cNvPr>
            <p:cNvSpPr/>
            <p:nvPr/>
          </p:nvSpPr>
          <p:spPr>
            <a:xfrm>
              <a:off x="15331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0217;p128">
              <a:extLst>
                <a:ext uri="{FF2B5EF4-FFF2-40B4-BE49-F238E27FC236}">
                  <a16:creationId xmlns:a16="http://schemas.microsoft.com/office/drawing/2014/main" id="{CD529957-B874-41A4-A39C-C0AA4765E423}"/>
                </a:ext>
              </a:extLst>
            </p:cNvPr>
            <p:cNvSpPr/>
            <p:nvPr/>
          </p:nvSpPr>
          <p:spPr>
            <a:xfrm>
              <a:off x="15331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0218;p128">
              <a:extLst>
                <a:ext uri="{FF2B5EF4-FFF2-40B4-BE49-F238E27FC236}">
                  <a16:creationId xmlns:a16="http://schemas.microsoft.com/office/drawing/2014/main" id="{B7E8C209-ADB4-FA8A-A47D-01CBEEE42D6A}"/>
                </a:ext>
              </a:extLst>
            </p:cNvPr>
            <p:cNvSpPr/>
            <p:nvPr/>
          </p:nvSpPr>
          <p:spPr>
            <a:xfrm>
              <a:off x="15331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0219;p128">
              <a:extLst>
                <a:ext uri="{FF2B5EF4-FFF2-40B4-BE49-F238E27FC236}">
                  <a16:creationId xmlns:a16="http://schemas.microsoft.com/office/drawing/2014/main" id="{62E3ED1C-DC20-327D-2114-C459E18E1077}"/>
                </a:ext>
              </a:extLst>
            </p:cNvPr>
            <p:cNvSpPr/>
            <p:nvPr/>
          </p:nvSpPr>
          <p:spPr>
            <a:xfrm>
              <a:off x="15331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0220;p128">
              <a:extLst>
                <a:ext uri="{FF2B5EF4-FFF2-40B4-BE49-F238E27FC236}">
                  <a16:creationId xmlns:a16="http://schemas.microsoft.com/office/drawing/2014/main" id="{FEEC1B8E-8988-4AD0-ED0D-6865A659097F}"/>
                </a:ext>
              </a:extLst>
            </p:cNvPr>
            <p:cNvSpPr/>
            <p:nvPr/>
          </p:nvSpPr>
          <p:spPr>
            <a:xfrm>
              <a:off x="15331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0221;p128">
              <a:extLst>
                <a:ext uri="{FF2B5EF4-FFF2-40B4-BE49-F238E27FC236}">
                  <a16:creationId xmlns:a16="http://schemas.microsoft.com/office/drawing/2014/main" id="{00298C2A-381B-E4A9-4B67-3A58972A88BB}"/>
                </a:ext>
              </a:extLst>
            </p:cNvPr>
            <p:cNvSpPr/>
            <p:nvPr/>
          </p:nvSpPr>
          <p:spPr>
            <a:xfrm>
              <a:off x="15331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0222;p128">
              <a:extLst>
                <a:ext uri="{FF2B5EF4-FFF2-40B4-BE49-F238E27FC236}">
                  <a16:creationId xmlns:a16="http://schemas.microsoft.com/office/drawing/2014/main" id="{3CC7DC30-1706-4A90-F04B-850B60FC315A}"/>
                </a:ext>
              </a:extLst>
            </p:cNvPr>
            <p:cNvSpPr/>
            <p:nvPr/>
          </p:nvSpPr>
          <p:spPr>
            <a:xfrm>
              <a:off x="14569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0223;p128">
              <a:extLst>
                <a:ext uri="{FF2B5EF4-FFF2-40B4-BE49-F238E27FC236}">
                  <a16:creationId xmlns:a16="http://schemas.microsoft.com/office/drawing/2014/main" id="{1CDF3471-0855-013D-3825-351B92652170}"/>
                </a:ext>
              </a:extLst>
            </p:cNvPr>
            <p:cNvSpPr/>
            <p:nvPr/>
          </p:nvSpPr>
          <p:spPr>
            <a:xfrm>
              <a:off x="14569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0224;p128">
              <a:extLst>
                <a:ext uri="{FF2B5EF4-FFF2-40B4-BE49-F238E27FC236}">
                  <a16:creationId xmlns:a16="http://schemas.microsoft.com/office/drawing/2014/main" id="{90550FFB-2C99-8D01-CBAB-8FCDF2B13EE2}"/>
                </a:ext>
              </a:extLst>
            </p:cNvPr>
            <p:cNvSpPr/>
            <p:nvPr/>
          </p:nvSpPr>
          <p:spPr>
            <a:xfrm>
              <a:off x="14569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0225;p128">
              <a:extLst>
                <a:ext uri="{FF2B5EF4-FFF2-40B4-BE49-F238E27FC236}">
                  <a16:creationId xmlns:a16="http://schemas.microsoft.com/office/drawing/2014/main" id="{0685783D-D48B-4B5F-1FF3-0611729FF073}"/>
                </a:ext>
              </a:extLst>
            </p:cNvPr>
            <p:cNvSpPr/>
            <p:nvPr/>
          </p:nvSpPr>
          <p:spPr>
            <a:xfrm>
              <a:off x="14569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0226;p128">
              <a:extLst>
                <a:ext uri="{FF2B5EF4-FFF2-40B4-BE49-F238E27FC236}">
                  <a16:creationId xmlns:a16="http://schemas.microsoft.com/office/drawing/2014/main" id="{7C13071A-FB90-86D7-D3FB-7EA6A2EAE348}"/>
                </a:ext>
              </a:extLst>
            </p:cNvPr>
            <p:cNvSpPr/>
            <p:nvPr/>
          </p:nvSpPr>
          <p:spPr>
            <a:xfrm>
              <a:off x="14569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0227;p128">
              <a:extLst>
                <a:ext uri="{FF2B5EF4-FFF2-40B4-BE49-F238E27FC236}">
                  <a16:creationId xmlns:a16="http://schemas.microsoft.com/office/drawing/2014/main" id="{9DB23DA6-505D-8283-65D5-5EC66FF6E3FE}"/>
                </a:ext>
              </a:extLst>
            </p:cNvPr>
            <p:cNvSpPr/>
            <p:nvPr/>
          </p:nvSpPr>
          <p:spPr>
            <a:xfrm>
              <a:off x="14569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0228;p128">
              <a:extLst>
                <a:ext uri="{FF2B5EF4-FFF2-40B4-BE49-F238E27FC236}">
                  <a16:creationId xmlns:a16="http://schemas.microsoft.com/office/drawing/2014/main" id="{36736996-B9C0-2DA7-11EE-428AAF1B0958}"/>
                </a:ext>
              </a:extLst>
            </p:cNvPr>
            <p:cNvSpPr/>
            <p:nvPr/>
          </p:nvSpPr>
          <p:spPr>
            <a:xfrm>
              <a:off x="14569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0229;p128">
              <a:extLst>
                <a:ext uri="{FF2B5EF4-FFF2-40B4-BE49-F238E27FC236}">
                  <a16:creationId xmlns:a16="http://schemas.microsoft.com/office/drawing/2014/main" id="{C316B982-353F-103A-3198-7D3174DB3AAB}"/>
                </a:ext>
              </a:extLst>
            </p:cNvPr>
            <p:cNvSpPr/>
            <p:nvPr/>
          </p:nvSpPr>
          <p:spPr>
            <a:xfrm>
              <a:off x="14569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0230;p128">
              <a:extLst>
                <a:ext uri="{FF2B5EF4-FFF2-40B4-BE49-F238E27FC236}">
                  <a16:creationId xmlns:a16="http://schemas.microsoft.com/office/drawing/2014/main" id="{8E54668C-1C32-B34E-C5DF-6FEAF2E14B08}"/>
                </a:ext>
              </a:extLst>
            </p:cNvPr>
            <p:cNvSpPr/>
            <p:nvPr/>
          </p:nvSpPr>
          <p:spPr>
            <a:xfrm>
              <a:off x="145692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0231;p128">
              <a:extLst>
                <a:ext uri="{FF2B5EF4-FFF2-40B4-BE49-F238E27FC236}">
                  <a16:creationId xmlns:a16="http://schemas.microsoft.com/office/drawing/2014/main" id="{544CE59E-6ACD-9B0A-8FE7-481CDFD015A4}"/>
                </a:ext>
              </a:extLst>
            </p:cNvPr>
            <p:cNvSpPr/>
            <p:nvPr/>
          </p:nvSpPr>
          <p:spPr>
            <a:xfrm>
              <a:off x="14569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0232;p128">
              <a:extLst>
                <a:ext uri="{FF2B5EF4-FFF2-40B4-BE49-F238E27FC236}">
                  <a16:creationId xmlns:a16="http://schemas.microsoft.com/office/drawing/2014/main" id="{834FB0B3-330A-5D8F-2543-B4BB4CC2B4A1}"/>
                </a:ext>
              </a:extLst>
            </p:cNvPr>
            <p:cNvSpPr/>
            <p:nvPr/>
          </p:nvSpPr>
          <p:spPr>
            <a:xfrm>
              <a:off x="14569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0233;p128">
              <a:extLst>
                <a:ext uri="{FF2B5EF4-FFF2-40B4-BE49-F238E27FC236}">
                  <a16:creationId xmlns:a16="http://schemas.microsoft.com/office/drawing/2014/main" id="{894AA413-7910-5668-81D0-13105E32C2B8}"/>
                </a:ext>
              </a:extLst>
            </p:cNvPr>
            <p:cNvSpPr/>
            <p:nvPr/>
          </p:nvSpPr>
          <p:spPr>
            <a:xfrm>
              <a:off x="14569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0234;p128">
              <a:extLst>
                <a:ext uri="{FF2B5EF4-FFF2-40B4-BE49-F238E27FC236}">
                  <a16:creationId xmlns:a16="http://schemas.microsoft.com/office/drawing/2014/main" id="{12B228CE-F317-8A14-6450-B36B97C11AD4}"/>
                </a:ext>
              </a:extLst>
            </p:cNvPr>
            <p:cNvSpPr/>
            <p:nvPr/>
          </p:nvSpPr>
          <p:spPr>
            <a:xfrm>
              <a:off x="14569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0235;p128">
              <a:extLst>
                <a:ext uri="{FF2B5EF4-FFF2-40B4-BE49-F238E27FC236}">
                  <a16:creationId xmlns:a16="http://schemas.microsoft.com/office/drawing/2014/main" id="{CF1C212A-B66B-FCC2-7077-1AB8EAC247AA}"/>
                </a:ext>
              </a:extLst>
            </p:cNvPr>
            <p:cNvSpPr/>
            <p:nvPr/>
          </p:nvSpPr>
          <p:spPr>
            <a:xfrm>
              <a:off x="14569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0236;p128">
              <a:extLst>
                <a:ext uri="{FF2B5EF4-FFF2-40B4-BE49-F238E27FC236}">
                  <a16:creationId xmlns:a16="http://schemas.microsoft.com/office/drawing/2014/main" id="{F21578BD-186B-E350-224D-EF5AE609316E}"/>
                </a:ext>
              </a:extLst>
            </p:cNvPr>
            <p:cNvSpPr/>
            <p:nvPr/>
          </p:nvSpPr>
          <p:spPr>
            <a:xfrm>
              <a:off x="14569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0237;p128">
              <a:extLst>
                <a:ext uri="{FF2B5EF4-FFF2-40B4-BE49-F238E27FC236}">
                  <a16:creationId xmlns:a16="http://schemas.microsoft.com/office/drawing/2014/main" id="{3DC2E56F-C2A4-F468-C5DC-C8446BB340E2}"/>
                </a:ext>
              </a:extLst>
            </p:cNvPr>
            <p:cNvSpPr/>
            <p:nvPr/>
          </p:nvSpPr>
          <p:spPr>
            <a:xfrm>
              <a:off x="14569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0238;p128">
              <a:extLst>
                <a:ext uri="{FF2B5EF4-FFF2-40B4-BE49-F238E27FC236}">
                  <a16:creationId xmlns:a16="http://schemas.microsoft.com/office/drawing/2014/main" id="{8CAC79F4-F084-452F-BE77-610DF6013DAE}"/>
                </a:ext>
              </a:extLst>
            </p:cNvPr>
            <p:cNvSpPr/>
            <p:nvPr/>
          </p:nvSpPr>
          <p:spPr>
            <a:xfrm>
              <a:off x="14569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0239;p128">
              <a:extLst>
                <a:ext uri="{FF2B5EF4-FFF2-40B4-BE49-F238E27FC236}">
                  <a16:creationId xmlns:a16="http://schemas.microsoft.com/office/drawing/2014/main" id="{FFF1662D-36C4-90F4-BBD3-AEC750265E62}"/>
                </a:ext>
              </a:extLst>
            </p:cNvPr>
            <p:cNvSpPr/>
            <p:nvPr/>
          </p:nvSpPr>
          <p:spPr>
            <a:xfrm>
              <a:off x="14569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0240;p128">
              <a:extLst>
                <a:ext uri="{FF2B5EF4-FFF2-40B4-BE49-F238E27FC236}">
                  <a16:creationId xmlns:a16="http://schemas.microsoft.com/office/drawing/2014/main" id="{44B42FDC-BC03-F71E-934C-62BF7F086337}"/>
                </a:ext>
              </a:extLst>
            </p:cNvPr>
            <p:cNvSpPr/>
            <p:nvPr/>
          </p:nvSpPr>
          <p:spPr>
            <a:xfrm>
              <a:off x="14569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0241;p128">
              <a:extLst>
                <a:ext uri="{FF2B5EF4-FFF2-40B4-BE49-F238E27FC236}">
                  <a16:creationId xmlns:a16="http://schemas.microsoft.com/office/drawing/2014/main" id="{0D876713-E998-B3F1-EE34-0EDE8EA8A024}"/>
                </a:ext>
              </a:extLst>
            </p:cNvPr>
            <p:cNvSpPr/>
            <p:nvPr/>
          </p:nvSpPr>
          <p:spPr>
            <a:xfrm>
              <a:off x="13809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0242;p128">
              <a:extLst>
                <a:ext uri="{FF2B5EF4-FFF2-40B4-BE49-F238E27FC236}">
                  <a16:creationId xmlns:a16="http://schemas.microsoft.com/office/drawing/2014/main" id="{12064FB5-340A-A410-7D90-5E63008805B8}"/>
                </a:ext>
              </a:extLst>
            </p:cNvPr>
            <p:cNvSpPr/>
            <p:nvPr/>
          </p:nvSpPr>
          <p:spPr>
            <a:xfrm>
              <a:off x="13809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0243;p128">
              <a:extLst>
                <a:ext uri="{FF2B5EF4-FFF2-40B4-BE49-F238E27FC236}">
                  <a16:creationId xmlns:a16="http://schemas.microsoft.com/office/drawing/2014/main" id="{6EA32055-0623-2D3C-9349-73583CE6EEFA}"/>
                </a:ext>
              </a:extLst>
            </p:cNvPr>
            <p:cNvSpPr/>
            <p:nvPr/>
          </p:nvSpPr>
          <p:spPr>
            <a:xfrm>
              <a:off x="1380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0244;p128">
              <a:extLst>
                <a:ext uri="{FF2B5EF4-FFF2-40B4-BE49-F238E27FC236}">
                  <a16:creationId xmlns:a16="http://schemas.microsoft.com/office/drawing/2014/main" id="{8A31EFB7-D018-5B3D-4F82-C260551BAA75}"/>
                </a:ext>
              </a:extLst>
            </p:cNvPr>
            <p:cNvSpPr/>
            <p:nvPr/>
          </p:nvSpPr>
          <p:spPr>
            <a:xfrm>
              <a:off x="1380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0245;p128">
              <a:extLst>
                <a:ext uri="{FF2B5EF4-FFF2-40B4-BE49-F238E27FC236}">
                  <a16:creationId xmlns:a16="http://schemas.microsoft.com/office/drawing/2014/main" id="{F00AED60-7626-3D42-F6A2-2402EE1212A9}"/>
                </a:ext>
              </a:extLst>
            </p:cNvPr>
            <p:cNvSpPr/>
            <p:nvPr/>
          </p:nvSpPr>
          <p:spPr>
            <a:xfrm>
              <a:off x="1380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0246;p128">
              <a:extLst>
                <a:ext uri="{FF2B5EF4-FFF2-40B4-BE49-F238E27FC236}">
                  <a16:creationId xmlns:a16="http://schemas.microsoft.com/office/drawing/2014/main" id="{739B9A83-27CE-42EA-C2F2-D2BDFF8466C3}"/>
                </a:ext>
              </a:extLst>
            </p:cNvPr>
            <p:cNvSpPr/>
            <p:nvPr/>
          </p:nvSpPr>
          <p:spPr>
            <a:xfrm>
              <a:off x="1380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0247;p128">
              <a:extLst>
                <a:ext uri="{FF2B5EF4-FFF2-40B4-BE49-F238E27FC236}">
                  <a16:creationId xmlns:a16="http://schemas.microsoft.com/office/drawing/2014/main" id="{7952851B-CFA4-4246-383E-271D69E17393}"/>
                </a:ext>
              </a:extLst>
            </p:cNvPr>
            <p:cNvSpPr/>
            <p:nvPr/>
          </p:nvSpPr>
          <p:spPr>
            <a:xfrm>
              <a:off x="1380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0248;p128">
              <a:extLst>
                <a:ext uri="{FF2B5EF4-FFF2-40B4-BE49-F238E27FC236}">
                  <a16:creationId xmlns:a16="http://schemas.microsoft.com/office/drawing/2014/main" id="{72DDB513-70AF-1039-68C5-F48B2C92291C}"/>
                </a:ext>
              </a:extLst>
            </p:cNvPr>
            <p:cNvSpPr/>
            <p:nvPr/>
          </p:nvSpPr>
          <p:spPr>
            <a:xfrm>
              <a:off x="1380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0249;p128">
              <a:extLst>
                <a:ext uri="{FF2B5EF4-FFF2-40B4-BE49-F238E27FC236}">
                  <a16:creationId xmlns:a16="http://schemas.microsoft.com/office/drawing/2014/main" id="{E95BB90E-5A9D-1E65-C26D-62410370A530}"/>
                </a:ext>
              </a:extLst>
            </p:cNvPr>
            <p:cNvSpPr/>
            <p:nvPr/>
          </p:nvSpPr>
          <p:spPr>
            <a:xfrm>
              <a:off x="1380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0250;p128">
              <a:extLst>
                <a:ext uri="{FF2B5EF4-FFF2-40B4-BE49-F238E27FC236}">
                  <a16:creationId xmlns:a16="http://schemas.microsoft.com/office/drawing/2014/main" id="{2BB11602-D3A5-3FF9-6652-4F63B79F63E3}"/>
                </a:ext>
              </a:extLst>
            </p:cNvPr>
            <p:cNvSpPr/>
            <p:nvPr/>
          </p:nvSpPr>
          <p:spPr>
            <a:xfrm>
              <a:off x="1380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0251;p128">
              <a:extLst>
                <a:ext uri="{FF2B5EF4-FFF2-40B4-BE49-F238E27FC236}">
                  <a16:creationId xmlns:a16="http://schemas.microsoft.com/office/drawing/2014/main" id="{B505147E-0A98-F92D-C726-E8F909B4496A}"/>
                </a:ext>
              </a:extLst>
            </p:cNvPr>
            <p:cNvSpPr/>
            <p:nvPr/>
          </p:nvSpPr>
          <p:spPr>
            <a:xfrm>
              <a:off x="1380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0252;p128">
              <a:extLst>
                <a:ext uri="{FF2B5EF4-FFF2-40B4-BE49-F238E27FC236}">
                  <a16:creationId xmlns:a16="http://schemas.microsoft.com/office/drawing/2014/main" id="{C408FC56-0521-593D-A604-3DE754022250}"/>
                </a:ext>
              </a:extLst>
            </p:cNvPr>
            <p:cNvSpPr/>
            <p:nvPr/>
          </p:nvSpPr>
          <p:spPr>
            <a:xfrm>
              <a:off x="1380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0253;p128">
              <a:extLst>
                <a:ext uri="{FF2B5EF4-FFF2-40B4-BE49-F238E27FC236}">
                  <a16:creationId xmlns:a16="http://schemas.microsoft.com/office/drawing/2014/main" id="{8380F474-D1BE-8E7A-3DFA-5E26C226AEDA}"/>
                </a:ext>
              </a:extLst>
            </p:cNvPr>
            <p:cNvSpPr/>
            <p:nvPr/>
          </p:nvSpPr>
          <p:spPr>
            <a:xfrm>
              <a:off x="13809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0254;p128">
              <a:extLst>
                <a:ext uri="{FF2B5EF4-FFF2-40B4-BE49-F238E27FC236}">
                  <a16:creationId xmlns:a16="http://schemas.microsoft.com/office/drawing/2014/main" id="{32BE6A7D-9319-FD76-D272-FEB280B2AA4A}"/>
                </a:ext>
              </a:extLst>
            </p:cNvPr>
            <p:cNvSpPr/>
            <p:nvPr/>
          </p:nvSpPr>
          <p:spPr>
            <a:xfrm>
              <a:off x="1380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0255;p128">
              <a:extLst>
                <a:ext uri="{FF2B5EF4-FFF2-40B4-BE49-F238E27FC236}">
                  <a16:creationId xmlns:a16="http://schemas.microsoft.com/office/drawing/2014/main" id="{724AC05D-7611-8B9F-14C0-50F62481E80E}"/>
                </a:ext>
              </a:extLst>
            </p:cNvPr>
            <p:cNvSpPr/>
            <p:nvPr/>
          </p:nvSpPr>
          <p:spPr>
            <a:xfrm>
              <a:off x="1380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0256;p128">
              <a:extLst>
                <a:ext uri="{FF2B5EF4-FFF2-40B4-BE49-F238E27FC236}">
                  <a16:creationId xmlns:a16="http://schemas.microsoft.com/office/drawing/2014/main" id="{3F0B0334-5544-E1E9-8860-ADDB9E08026F}"/>
                </a:ext>
              </a:extLst>
            </p:cNvPr>
            <p:cNvSpPr/>
            <p:nvPr/>
          </p:nvSpPr>
          <p:spPr>
            <a:xfrm>
              <a:off x="1380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0257;p128">
              <a:extLst>
                <a:ext uri="{FF2B5EF4-FFF2-40B4-BE49-F238E27FC236}">
                  <a16:creationId xmlns:a16="http://schemas.microsoft.com/office/drawing/2014/main" id="{78FA8A9B-C438-D423-8B8F-EE8A8ED0029F}"/>
                </a:ext>
              </a:extLst>
            </p:cNvPr>
            <p:cNvSpPr/>
            <p:nvPr/>
          </p:nvSpPr>
          <p:spPr>
            <a:xfrm>
              <a:off x="1380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0258;p128">
              <a:extLst>
                <a:ext uri="{FF2B5EF4-FFF2-40B4-BE49-F238E27FC236}">
                  <a16:creationId xmlns:a16="http://schemas.microsoft.com/office/drawing/2014/main" id="{BC3FCB63-B185-1F56-5313-C24C4871EDAC}"/>
                </a:ext>
              </a:extLst>
            </p:cNvPr>
            <p:cNvSpPr/>
            <p:nvPr/>
          </p:nvSpPr>
          <p:spPr>
            <a:xfrm>
              <a:off x="1380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0259;p128">
              <a:extLst>
                <a:ext uri="{FF2B5EF4-FFF2-40B4-BE49-F238E27FC236}">
                  <a16:creationId xmlns:a16="http://schemas.microsoft.com/office/drawing/2014/main" id="{915ED18D-52DE-3951-4E2A-91F6635AF663}"/>
                </a:ext>
              </a:extLst>
            </p:cNvPr>
            <p:cNvSpPr/>
            <p:nvPr/>
          </p:nvSpPr>
          <p:spPr>
            <a:xfrm>
              <a:off x="13047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0260;p128">
              <a:extLst>
                <a:ext uri="{FF2B5EF4-FFF2-40B4-BE49-F238E27FC236}">
                  <a16:creationId xmlns:a16="http://schemas.microsoft.com/office/drawing/2014/main" id="{7E2463ED-DAA6-73D3-5FBC-11413A296BAC}"/>
                </a:ext>
              </a:extLst>
            </p:cNvPr>
            <p:cNvSpPr/>
            <p:nvPr/>
          </p:nvSpPr>
          <p:spPr>
            <a:xfrm>
              <a:off x="13047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0261;p128">
              <a:extLst>
                <a:ext uri="{FF2B5EF4-FFF2-40B4-BE49-F238E27FC236}">
                  <a16:creationId xmlns:a16="http://schemas.microsoft.com/office/drawing/2014/main" id="{023088C7-C361-A48C-4036-F230668C9949}"/>
                </a:ext>
              </a:extLst>
            </p:cNvPr>
            <p:cNvSpPr/>
            <p:nvPr/>
          </p:nvSpPr>
          <p:spPr>
            <a:xfrm>
              <a:off x="130470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0262;p128">
              <a:extLst>
                <a:ext uri="{FF2B5EF4-FFF2-40B4-BE49-F238E27FC236}">
                  <a16:creationId xmlns:a16="http://schemas.microsoft.com/office/drawing/2014/main" id="{578BE3AC-AECD-ACDC-5A81-4940A33FDD74}"/>
                </a:ext>
              </a:extLst>
            </p:cNvPr>
            <p:cNvSpPr/>
            <p:nvPr/>
          </p:nvSpPr>
          <p:spPr>
            <a:xfrm>
              <a:off x="13047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0263;p128">
              <a:extLst>
                <a:ext uri="{FF2B5EF4-FFF2-40B4-BE49-F238E27FC236}">
                  <a16:creationId xmlns:a16="http://schemas.microsoft.com/office/drawing/2014/main" id="{0A9667C7-E41D-4F4F-B295-80C29A1E2602}"/>
                </a:ext>
              </a:extLst>
            </p:cNvPr>
            <p:cNvSpPr/>
            <p:nvPr/>
          </p:nvSpPr>
          <p:spPr>
            <a:xfrm>
              <a:off x="13047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0264;p128">
              <a:extLst>
                <a:ext uri="{FF2B5EF4-FFF2-40B4-BE49-F238E27FC236}">
                  <a16:creationId xmlns:a16="http://schemas.microsoft.com/office/drawing/2014/main" id="{C4278D19-FCC4-3FB9-287C-F1E98DCF6721}"/>
                </a:ext>
              </a:extLst>
            </p:cNvPr>
            <p:cNvSpPr/>
            <p:nvPr/>
          </p:nvSpPr>
          <p:spPr>
            <a:xfrm>
              <a:off x="13047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0265;p128">
              <a:extLst>
                <a:ext uri="{FF2B5EF4-FFF2-40B4-BE49-F238E27FC236}">
                  <a16:creationId xmlns:a16="http://schemas.microsoft.com/office/drawing/2014/main" id="{28E41A45-1E49-9FB1-D6C9-F1970FD530AF}"/>
                </a:ext>
              </a:extLst>
            </p:cNvPr>
            <p:cNvSpPr/>
            <p:nvPr/>
          </p:nvSpPr>
          <p:spPr>
            <a:xfrm>
              <a:off x="13047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0266;p128">
              <a:extLst>
                <a:ext uri="{FF2B5EF4-FFF2-40B4-BE49-F238E27FC236}">
                  <a16:creationId xmlns:a16="http://schemas.microsoft.com/office/drawing/2014/main" id="{8F95E69D-9C60-00E4-6046-2B37BDACFF3D}"/>
                </a:ext>
              </a:extLst>
            </p:cNvPr>
            <p:cNvSpPr/>
            <p:nvPr/>
          </p:nvSpPr>
          <p:spPr>
            <a:xfrm>
              <a:off x="13047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0267;p128">
              <a:extLst>
                <a:ext uri="{FF2B5EF4-FFF2-40B4-BE49-F238E27FC236}">
                  <a16:creationId xmlns:a16="http://schemas.microsoft.com/office/drawing/2014/main" id="{67C6BF3B-E536-B03F-7FA7-A8B14D8FB5D8}"/>
                </a:ext>
              </a:extLst>
            </p:cNvPr>
            <p:cNvSpPr/>
            <p:nvPr/>
          </p:nvSpPr>
          <p:spPr>
            <a:xfrm>
              <a:off x="13047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0268;p128">
              <a:extLst>
                <a:ext uri="{FF2B5EF4-FFF2-40B4-BE49-F238E27FC236}">
                  <a16:creationId xmlns:a16="http://schemas.microsoft.com/office/drawing/2014/main" id="{26B8ECAC-6B53-8B8E-F6E6-9356DA14BC5B}"/>
                </a:ext>
              </a:extLst>
            </p:cNvPr>
            <p:cNvSpPr/>
            <p:nvPr/>
          </p:nvSpPr>
          <p:spPr>
            <a:xfrm>
              <a:off x="13047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0269;p128">
              <a:extLst>
                <a:ext uri="{FF2B5EF4-FFF2-40B4-BE49-F238E27FC236}">
                  <a16:creationId xmlns:a16="http://schemas.microsoft.com/office/drawing/2014/main" id="{030B06CB-720B-7079-03D8-B22BAA38CEEB}"/>
                </a:ext>
              </a:extLst>
            </p:cNvPr>
            <p:cNvSpPr/>
            <p:nvPr/>
          </p:nvSpPr>
          <p:spPr>
            <a:xfrm>
              <a:off x="13047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0270;p128">
              <a:extLst>
                <a:ext uri="{FF2B5EF4-FFF2-40B4-BE49-F238E27FC236}">
                  <a16:creationId xmlns:a16="http://schemas.microsoft.com/office/drawing/2014/main" id="{0A13497C-4C1B-7546-B4E3-6011B2C507E0}"/>
                </a:ext>
              </a:extLst>
            </p:cNvPr>
            <p:cNvSpPr/>
            <p:nvPr/>
          </p:nvSpPr>
          <p:spPr>
            <a:xfrm>
              <a:off x="13047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0271;p128">
              <a:extLst>
                <a:ext uri="{FF2B5EF4-FFF2-40B4-BE49-F238E27FC236}">
                  <a16:creationId xmlns:a16="http://schemas.microsoft.com/office/drawing/2014/main" id="{33CC91B1-F635-3075-E843-3733EE90F82F}"/>
                </a:ext>
              </a:extLst>
            </p:cNvPr>
            <p:cNvSpPr/>
            <p:nvPr/>
          </p:nvSpPr>
          <p:spPr>
            <a:xfrm>
              <a:off x="13047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0272;p128">
              <a:extLst>
                <a:ext uri="{FF2B5EF4-FFF2-40B4-BE49-F238E27FC236}">
                  <a16:creationId xmlns:a16="http://schemas.microsoft.com/office/drawing/2014/main" id="{846607AF-3347-499D-8FEC-A736800EA99E}"/>
                </a:ext>
              </a:extLst>
            </p:cNvPr>
            <p:cNvSpPr/>
            <p:nvPr/>
          </p:nvSpPr>
          <p:spPr>
            <a:xfrm>
              <a:off x="13047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0273;p128">
              <a:extLst>
                <a:ext uri="{FF2B5EF4-FFF2-40B4-BE49-F238E27FC236}">
                  <a16:creationId xmlns:a16="http://schemas.microsoft.com/office/drawing/2014/main" id="{94DFDC9D-9FA8-68C4-C2F6-46642A91B8D3}"/>
                </a:ext>
              </a:extLst>
            </p:cNvPr>
            <p:cNvSpPr/>
            <p:nvPr/>
          </p:nvSpPr>
          <p:spPr>
            <a:xfrm>
              <a:off x="13047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0274;p128">
              <a:extLst>
                <a:ext uri="{FF2B5EF4-FFF2-40B4-BE49-F238E27FC236}">
                  <a16:creationId xmlns:a16="http://schemas.microsoft.com/office/drawing/2014/main" id="{EC9AB298-4749-8637-E156-00A9906789EA}"/>
                </a:ext>
              </a:extLst>
            </p:cNvPr>
            <p:cNvSpPr/>
            <p:nvPr/>
          </p:nvSpPr>
          <p:spPr>
            <a:xfrm>
              <a:off x="13047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0275;p128">
              <a:extLst>
                <a:ext uri="{FF2B5EF4-FFF2-40B4-BE49-F238E27FC236}">
                  <a16:creationId xmlns:a16="http://schemas.microsoft.com/office/drawing/2014/main" id="{33831DF0-5F73-FD09-5A5D-EA45E6747D3A}"/>
                </a:ext>
              </a:extLst>
            </p:cNvPr>
            <p:cNvSpPr/>
            <p:nvPr/>
          </p:nvSpPr>
          <p:spPr>
            <a:xfrm>
              <a:off x="130470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0276;p128">
              <a:extLst>
                <a:ext uri="{FF2B5EF4-FFF2-40B4-BE49-F238E27FC236}">
                  <a16:creationId xmlns:a16="http://schemas.microsoft.com/office/drawing/2014/main" id="{4C24F017-3986-F764-D584-416D97B3BBD0}"/>
                </a:ext>
              </a:extLst>
            </p:cNvPr>
            <p:cNvSpPr/>
            <p:nvPr/>
          </p:nvSpPr>
          <p:spPr>
            <a:xfrm>
              <a:off x="12284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0277;p128">
              <a:extLst>
                <a:ext uri="{FF2B5EF4-FFF2-40B4-BE49-F238E27FC236}">
                  <a16:creationId xmlns:a16="http://schemas.microsoft.com/office/drawing/2014/main" id="{A6EB9666-1CD9-5CA9-1389-CFE2B2F8B5C1}"/>
                </a:ext>
              </a:extLst>
            </p:cNvPr>
            <p:cNvSpPr/>
            <p:nvPr/>
          </p:nvSpPr>
          <p:spPr>
            <a:xfrm>
              <a:off x="12284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0278;p128">
              <a:extLst>
                <a:ext uri="{FF2B5EF4-FFF2-40B4-BE49-F238E27FC236}">
                  <a16:creationId xmlns:a16="http://schemas.microsoft.com/office/drawing/2014/main" id="{39D086E1-80BC-FE71-3141-677A5B45D0D9}"/>
                </a:ext>
              </a:extLst>
            </p:cNvPr>
            <p:cNvSpPr/>
            <p:nvPr/>
          </p:nvSpPr>
          <p:spPr>
            <a:xfrm>
              <a:off x="12284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0279;p128">
              <a:extLst>
                <a:ext uri="{FF2B5EF4-FFF2-40B4-BE49-F238E27FC236}">
                  <a16:creationId xmlns:a16="http://schemas.microsoft.com/office/drawing/2014/main" id="{BA735E2E-8083-F400-DB82-14B05E08ED39}"/>
                </a:ext>
              </a:extLst>
            </p:cNvPr>
            <p:cNvSpPr/>
            <p:nvPr/>
          </p:nvSpPr>
          <p:spPr>
            <a:xfrm>
              <a:off x="1228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0280;p128">
              <a:extLst>
                <a:ext uri="{FF2B5EF4-FFF2-40B4-BE49-F238E27FC236}">
                  <a16:creationId xmlns:a16="http://schemas.microsoft.com/office/drawing/2014/main" id="{D0F5289B-D414-1368-98FC-B18E1031FA4F}"/>
                </a:ext>
              </a:extLst>
            </p:cNvPr>
            <p:cNvSpPr/>
            <p:nvPr/>
          </p:nvSpPr>
          <p:spPr>
            <a:xfrm>
              <a:off x="1228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0281;p128">
              <a:extLst>
                <a:ext uri="{FF2B5EF4-FFF2-40B4-BE49-F238E27FC236}">
                  <a16:creationId xmlns:a16="http://schemas.microsoft.com/office/drawing/2014/main" id="{7309B66C-6BE2-AA3F-1A7D-F39A4A694B49}"/>
                </a:ext>
              </a:extLst>
            </p:cNvPr>
            <p:cNvSpPr/>
            <p:nvPr/>
          </p:nvSpPr>
          <p:spPr>
            <a:xfrm>
              <a:off x="1228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0282;p128">
              <a:extLst>
                <a:ext uri="{FF2B5EF4-FFF2-40B4-BE49-F238E27FC236}">
                  <a16:creationId xmlns:a16="http://schemas.microsoft.com/office/drawing/2014/main" id="{3F388EB0-C541-7515-203D-F49E9E2AC1BF}"/>
                </a:ext>
              </a:extLst>
            </p:cNvPr>
            <p:cNvSpPr/>
            <p:nvPr/>
          </p:nvSpPr>
          <p:spPr>
            <a:xfrm>
              <a:off x="122847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0283;p128">
              <a:extLst>
                <a:ext uri="{FF2B5EF4-FFF2-40B4-BE49-F238E27FC236}">
                  <a16:creationId xmlns:a16="http://schemas.microsoft.com/office/drawing/2014/main" id="{5F0CCD48-12F3-BF93-5902-F0754AEE8245}"/>
                </a:ext>
              </a:extLst>
            </p:cNvPr>
            <p:cNvSpPr/>
            <p:nvPr/>
          </p:nvSpPr>
          <p:spPr>
            <a:xfrm>
              <a:off x="1228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0284;p128">
              <a:extLst>
                <a:ext uri="{FF2B5EF4-FFF2-40B4-BE49-F238E27FC236}">
                  <a16:creationId xmlns:a16="http://schemas.microsoft.com/office/drawing/2014/main" id="{5F07A425-8867-A861-A219-11E3147F3F82}"/>
                </a:ext>
              </a:extLst>
            </p:cNvPr>
            <p:cNvSpPr/>
            <p:nvPr/>
          </p:nvSpPr>
          <p:spPr>
            <a:xfrm>
              <a:off x="1228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0285;p128">
              <a:extLst>
                <a:ext uri="{FF2B5EF4-FFF2-40B4-BE49-F238E27FC236}">
                  <a16:creationId xmlns:a16="http://schemas.microsoft.com/office/drawing/2014/main" id="{8D9CE1FF-856F-4B86-C983-9026F60D096E}"/>
                </a:ext>
              </a:extLst>
            </p:cNvPr>
            <p:cNvSpPr/>
            <p:nvPr/>
          </p:nvSpPr>
          <p:spPr>
            <a:xfrm>
              <a:off x="1228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0286;p128">
              <a:extLst>
                <a:ext uri="{FF2B5EF4-FFF2-40B4-BE49-F238E27FC236}">
                  <a16:creationId xmlns:a16="http://schemas.microsoft.com/office/drawing/2014/main" id="{6C5C07E8-FD96-5B1F-8437-7DDD05498047}"/>
                </a:ext>
              </a:extLst>
            </p:cNvPr>
            <p:cNvSpPr/>
            <p:nvPr/>
          </p:nvSpPr>
          <p:spPr>
            <a:xfrm>
              <a:off x="1228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0287;p128">
              <a:extLst>
                <a:ext uri="{FF2B5EF4-FFF2-40B4-BE49-F238E27FC236}">
                  <a16:creationId xmlns:a16="http://schemas.microsoft.com/office/drawing/2014/main" id="{5578A749-2B3E-B823-47D5-5F440CAD34C8}"/>
                </a:ext>
              </a:extLst>
            </p:cNvPr>
            <p:cNvSpPr/>
            <p:nvPr/>
          </p:nvSpPr>
          <p:spPr>
            <a:xfrm>
              <a:off x="1228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0288;p128">
              <a:extLst>
                <a:ext uri="{FF2B5EF4-FFF2-40B4-BE49-F238E27FC236}">
                  <a16:creationId xmlns:a16="http://schemas.microsoft.com/office/drawing/2014/main" id="{7F454420-B2FF-A890-A0FE-FE826604B3F4}"/>
                </a:ext>
              </a:extLst>
            </p:cNvPr>
            <p:cNvSpPr/>
            <p:nvPr/>
          </p:nvSpPr>
          <p:spPr>
            <a:xfrm>
              <a:off x="1228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0289;p128">
              <a:extLst>
                <a:ext uri="{FF2B5EF4-FFF2-40B4-BE49-F238E27FC236}">
                  <a16:creationId xmlns:a16="http://schemas.microsoft.com/office/drawing/2014/main" id="{5D817579-9558-9EFF-DB57-DB8638F74A56}"/>
                </a:ext>
              </a:extLst>
            </p:cNvPr>
            <p:cNvSpPr/>
            <p:nvPr/>
          </p:nvSpPr>
          <p:spPr>
            <a:xfrm>
              <a:off x="1228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0290;p128">
              <a:extLst>
                <a:ext uri="{FF2B5EF4-FFF2-40B4-BE49-F238E27FC236}">
                  <a16:creationId xmlns:a16="http://schemas.microsoft.com/office/drawing/2014/main" id="{72FF0311-19AE-CA90-16EB-33DF58528C06}"/>
                </a:ext>
              </a:extLst>
            </p:cNvPr>
            <p:cNvSpPr/>
            <p:nvPr/>
          </p:nvSpPr>
          <p:spPr>
            <a:xfrm>
              <a:off x="1228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0291;p128">
              <a:extLst>
                <a:ext uri="{FF2B5EF4-FFF2-40B4-BE49-F238E27FC236}">
                  <a16:creationId xmlns:a16="http://schemas.microsoft.com/office/drawing/2014/main" id="{8E2DE50F-2035-0238-2F5C-B9172357E864}"/>
                </a:ext>
              </a:extLst>
            </p:cNvPr>
            <p:cNvSpPr/>
            <p:nvPr/>
          </p:nvSpPr>
          <p:spPr>
            <a:xfrm>
              <a:off x="1228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0292;p128">
              <a:extLst>
                <a:ext uri="{FF2B5EF4-FFF2-40B4-BE49-F238E27FC236}">
                  <a16:creationId xmlns:a16="http://schemas.microsoft.com/office/drawing/2014/main" id="{E6A01E0D-AC14-293C-6BDE-FD50A384BA3E}"/>
                </a:ext>
              </a:extLst>
            </p:cNvPr>
            <p:cNvSpPr/>
            <p:nvPr/>
          </p:nvSpPr>
          <p:spPr>
            <a:xfrm>
              <a:off x="1228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0293;p128">
              <a:extLst>
                <a:ext uri="{FF2B5EF4-FFF2-40B4-BE49-F238E27FC236}">
                  <a16:creationId xmlns:a16="http://schemas.microsoft.com/office/drawing/2014/main" id="{8D506F83-2371-B4B6-4019-25BE3261A7DC}"/>
                </a:ext>
              </a:extLst>
            </p:cNvPr>
            <p:cNvSpPr/>
            <p:nvPr/>
          </p:nvSpPr>
          <p:spPr>
            <a:xfrm>
              <a:off x="12284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0294;p128">
              <a:extLst>
                <a:ext uri="{FF2B5EF4-FFF2-40B4-BE49-F238E27FC236}">
                  <a16:creationId xmlns:a16="http://schemas.microsoft.com/office/drawing/2014/main" id="{32D16531-8AE4-EA60-42EA-2A0682DD00CD}"/>
                </a:ext>
              </a:extLst>
            </p:cNvPr>
            <p:cNvSpPr/>
            <p:nvPr/>
          </p:nvSpPr>
          <p:spPr>
            <a:xfrm>
              <a:off x="1152275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0295;p128">
              <a:extLst>
                <a:ext uri="{FF2B5EF4-FFF2-40B4-BE49-F238E27FC236}">
                  <a16:creationId xmlns:a16="http://schemas.microsoft.com/office/drawing/2014/main" id="{515C9286-071C-AD45-CEF9-89E4EC269012}"/>
                </a:ext>
              </a:extLst>
            </p:cNvPr>
            <p:cNvSpPr/>
            <p:nvPr/>
          </p:nvSpPr>
          <p:spPr>
            <a:xfrm>
              <a:off x="1152275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0296;p128">
              <a:extLst>
                <a:ext uri="{FF2B5EF4-FFF2-40B4-BE49-F238E27FC236}">
                  <a16:creationId xmlns:a16="http://schemas.microsoft.com/office/drawing/2014/main" id="{6E193812-9CD6-2F04-3E55-3562C1E7F287}"/>
                </a:ext>
              </a:extLst>
            </p:cNvPr>
            <p:cNvSpPr/>
            <p:nvPr/>
          </p:nvSpPr>
          <p:spPr>
            <a:xfrm>
              <a:off x="1152275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0297;p128">
              <a:extLst>
                <a:ext uri="{FF2B5EF4-FFF2-40B4-BE49-F238E27FC236}">
                  <a16:creationId xmlns:a16="http://schemas.microsoft.com/office/drawing/2014/main" id="{944B9337-743E-029A-8A20-EA9383CE791F}"/>
                </a:ext>
              </a:extLst>
            </p:cNvPr>
            <p:cNvSpPr/>
            <p:nvPr/>
          </p:nvSpPr>
          <p:spPr>
            <a:xfrm>
              <a:off x="1152275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0298;p128">
              <a:extLst>
                <a:ext uri="{FF2B5EF4-FFF2-40B4-BE49-F238E27FC236}">
                  <a16:creationId xmlns:a16="http://schemas.microsoft.com/office/drawing/2014/main" id="{28C7C2C0-F454-BDC3-D5D5-240A9073872A}"/>
                </a:ext>
              </a:extLst>
            </p:cNvPr>
            <p:cNvSpPr/>
            <p:nvPr/>
          </p:nvSpPr>
          <p:spPr>
            <a:xfrm>
              <a:off x="11522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0299;p128">
              <a:extLst>
                <a:ext uri="{FF2B5EF4-FFF2-40B4-BE49-F238E27FC236}">
                  <a16:creationId xmlns:a16="http://schemas.microsoft.com/office/drawing/2014/main" id="{73140261-E2F7-A18D-55C4-1B301E7F0264}"/>
                </a:ext>
              </a:extLst>
            </p:cNvPr>
            <p:cNvSpPr/>
            <p:nvPr/>
          </p:nvSpPr>
          <p:spPr>
            <a:xfrm>
              <a:off x="1152275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0300;p128">
              <a:extLst>
                <a:ext uri="{FF2B5EF4-FFF2-40B4-BE49-F238E27FC236}">
                  <a16:creationId xmlns:a16="http://schemas.microsoft.com/office/drawing/2014/main" id="{AFBC618E-0A04-EDBF-5530-B1CA614C3A22}"/>
                </a:ext>
              </a:extLst>
            </p:cNvPr>
            <p:cNvSpPr/>
            <p:nvPr/>
          </p:nvSpPr>
          <p:spPr>
            <a:xfrm>
              <a:off x="1152275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0301;p128">
              <a:extLst>
                <a:ext uri="{FF2B5EF4-FFF2-40B4-BE49-F238E27FC236}">
                  <a16:creationId xmlns:a16="http://schemas.microsoft.com/office/drawing/2014/main" id="{49E0F416-ABAB-2844-D29E-4497BEB0A2E8}"/>
                </a:ext>
              </a:extLst>
            </p:cNvPr>
            <p:cNvSpPr/>
            <p:nvPr/>
          </p:nvSpPr>
          <p:spPr>
            <a:xfrm>
              <a:off x="1152275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0302;p128">
              <a:extLst>
                <a:ext uri="{FF2B5EF4-FFF2-40B4-BE49-F238E27FC236}">
                  <a16:creationId xmlns:a16="http://schemas.microsoft.com/office/drawing/2014/main" id="{F73DCA98-42BE-5EC4-B111-3B92728569F7}"/>
                </a:ext>
              </a:extLst>
            </p:cNvPr>
            <p:cNvSpPr/>
            <p:nvPr/>
          </p:nvSpPr>
          <p:spPr>
            <a:xfrm>
              <a:off x="1152275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0303;p128">
              <a:extLst>
                <a:ext uri="{FF2B5EF4-FFF2-40B4-BE49-F238E27FC236}">
                  <a16:creationId xmlns:a16="http://schemas.microsoft.com/office/drawing/2014/main" id="{7DED21E5-82FA-C963-B4EE-68E8D1D9C693}"/>
                </a:ext>
              </a:extLst>
            </p:cNvPr>
            <p:cNvSpPr/>
            <p:nvPr/>
          </p:nvSpPr>
          <p:spPr>
            <a:xfrm>
              <a:off x="1152275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0304;p128">
              <a:extLst>
                <a:ext uri="{FF2B5EF4-FFF2-40B4-BE49-F238E27FC236}">
                  <a16:creationId xmlns:a16="http://schemas.microsoft.com/office/drawing/2014/main" id="{1989ED5D-14A7-BF6F-A776-8ADE491F52F3}"/>
                </a:ext>
              </a:extLst>
            </p:cNvPr>
            <p:cNvSpPr/>
            <p:nvPr/>
          </p:nvSpPr>
          <p:spPr>
            <a:xfrm>
              <a:off x="11522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0305;p128">
              <a:extLst>
                <a:ext uri="{FF2B5EF4-FFF2-40B4-BE49-F238E27FC236}">
                  <a16:creationId xmlns:a16="http://schemas.microsoft.com/office/drawing/2014/main" id="{0ED93CAD-925C-FDDD-4B49-A0D5E76EFD62}"/>
                </a:ext>
              </a:extLst>
            </p:cNvPr>
            <p:cNvSpPr/>
            <p:nvPr/>
          </p:nvSpPr>
          <p:spPr>
            <a:xfrm>
              <a:off x="11522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0306;p128">
              <a:extLst>
                <a:ext uri="{FF2B5EF4-FFF2-40B4-BE49-F238E27FC236}">
                  <a16:creationId xmlns:a16="http://schemas.microsoft.com/office/drawing/2014/main" id="{953F53C4-569D-F8A7-BC81-945103DBFB63}"/>
                </a:ext>
              </a:extLst>
            </p:cNvPr>
            <p:cNvSpPr/>
            <p:nvPr/>
          </p:nvSpPr>
          <p:spPr>
            <a:xfrm>
              <a:off x="11522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0307;p128">
              <a:extLst>
                <a:ext uri="{FF2B5EF4-FFF2-40B4-BE49-F238E27FC236}">
                  <a16:creationId xmlns:a16="http://schemas.microsoft.com/office/drawing/2014/main" id="{5507A51F-C673-1024-4723-B55CB5E13509}"/>
                </a:ext>
              </a:extLst>
            </p:cNvPr>
            <p:cNvSpPr/>
            <p:nvPr/>
          </p:nvSpPr>
          <p:spPr>
            <a:xfrm>
              <a:off x="11522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0308;p128">
              <a:extLst>
                <a:ext uri="{FF2B5EF4-FFF2-40B4-BE49-F238E27FC236}">
                  <a16:creationId xmlns:a16="http://schemas.microsoft.com/office/drawing/2014/main" id="{A5741C89-506F-BA93-49B4-77EDA3F91E29}"/>
                </a:ext>
              </a:extLst>
            </p:cNvPr>
            <p:cNvSpPr/>
            <p:nvPr/>
          </p:nvSpPr>
          <p:spPr>
            <a:xfrm>
              <a:off x="1152275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0309;p128">
              <a:extLst>
                <a:ext uri="{FF2B5EF4-FFF2-40B4-BE49-F238E27FC236}">
                  <a16:creationId xmlns:a16="http://schemas.microsoft.com/office/drawing/2014/main" id="{BE2C7C8A-E7E8-1EDE-8A41-93DDF9761907}"/>
                </a:ext>
              </a:extLst>
            </p:cNvPr>
            <p:cNvSpPr/>
            <p:nvPr/>
          </p:nvSpPr>
          <p:spPr>
            <a:xfrm>
              <a:off x="107605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0310;p128">
              <a:extLst>
                <a:ext uri="{FF2B5EF4-FFF2-40B4-BE49-F238E27FC236}">
                  <a16:creationId xmlns:a16="http://schemas.microsoft.com/office/drawing/2014/main" id="{B5DBD277-54D2-16B2-3B88-72FFBC7899C6}"/>
                </a:ext>
              </a:extLst>
            </p:cNvPr>
            <p:cNvSpPr/>
            <p:nvPr/>
          </p:nvSpPr>
          <p:spPr>
            <a:xfrm>
              <a:off x="10760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0311;p128">
              <a:extLst>
                <a:ext uri="{FF2B5EF4-FFF2-40B4-BE49-F238E27FC236}">
                  <a16:creationId xmlns:a16="http://schemas.microsoft.com/office/drawing/2014/main" id="{DE836A21-93C7-017D-DA35-15AF00FF7635}"/>
                </a:ext>
              </a:extLst>
            </p:cNvPr>
            <p:cNvSpPr/>
            <p:nvPr/>
          </p:nvSpPr>
          <p:spPr>
            <a:xfrm>
              <a:off x="10760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0312;p128">
              <a:extLst>
                <a:ext uri="{FF2B5EF4-FFF2-40B4-BE49-F238E27FC236}">
                  <a16:creationId xmlns:a16="http://schemas.microsoft.com/office/drawing/2014/main" id="{A8F65A7F-D0B5-541B-3F6D-3B1A3B87BBFF}"/>
                </a:ext>
              </a:extLst>
            </p:cNvPr>
            <p:cNvSpPr/>
            <p:nvPr/>
          </p:nvSpPr>
          <p:spPr>
            <a:xfrm>
              <a:off x="10760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0313;p128">
              <a:extLst>
                <a:ext uri="{FF2B5EF4-FFF2-40B4-BE49-F238E27FC236}">
                  <a16:creationId xmlns:a16="http://schemas.microsoft.com/office/drawing/2014/main" id="{536590FB-A162-3541-1CA0-BDEBC148C374}"/>
                </a:ext>
              </a:extLst>
            </p:cNvPr>
            <p:cNvSpPr/>
            <p:nvPr/>
          </p:nvSpPr>
          <p:spPr>
            <a:xfrm>
              <a:off x="10760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0314;p128">
              <a:extLst>
                <a:ext uri="{FF2B5EF4-FFF2-40B4-BE49-F238E27FC236}">
                  <a16:creationId xmlns:a16="http://schemas.microsoft.com/office/drawing/2014/main" id="{9D1D5D40-7C53-FCBC-6748-ED731520B5C0}"/>
                </a:ext>
              </a:extLst>
            </p:cNvPr>
            <p:cNvSpPr/>
            <p:nvPr/>
          </p:nvSpPr>
          <p:spPr>
            <a:xfrm>
              <a:off x="10760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0315;p128">
              <a:extLst>
                <a:ext uri="{FF2B5EF4-FFF2-40B4-BE49-F238E27FC236}">
                  <a16:creationId xmlns:a16="http://schemas.microsoft.com/office/drawing/2014/main" id="{ED56AE60-46DE-4F56-5EF5-510F39409736}"/>
                </a:ext>
              </a:extLst>
            </p:cNvPr>
            <p:cNvSpPr/>
            <p:nvPr/>
          </p:nvSpPr>
          <p:spPr>
            <a:xfrm>
              <a:off x="10760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0316;p128">
              <a:extLst>
                <a:ext uri="{FF2B5EF4-FFF2-40B4-BE49-F238E27FC236}">
                  <a16:creationId xmlns:a16="http://schemas.microsoft.com/office/drawing/2014/main" id="{8BFD29D1-DAD7-0B44-10C1-B2122F3976B8}"/>
                </a:ext>
              </a:extLst>
            </p:cNvPr>
            <p:cNvSpPr/>
            <p:nvPr/>
          </p:nvSpPr>
          <p:spPr>
            <a:xfrm>
              <a:off x="10760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0317;p128">
              <a:extLst>
                <a:ext uri="{FF2B5EF4-FFF2-40B4-BE49-F238E27FC236}">
                  <a16:creationId xmlns:a16="http://schemas.microsoft.com/office/drawing/2014/main" id="{0BEF51DA-ECD5-C8F4-03EA-6EF3D60ACDF8}"/>
                </a:ext>
              </a:extLst>
            </p:cNvPr>
            <p:cNvSpPr/>
            <p:nvPr/>
          </p:nvSpPr>
          <p:spPr>
            <a:xfrm>
              <a:off x="10760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0318;p128">
              <a:extLst>
                <a:ext uri="{FF2B5EF4-FFF2-40B4-BE49-F238E27FC236}">
                  <a16:creationId xmlns:a16="http://schemas.microsoft.com/office/drawing/2014/main" id="{6183B2E9-C768-612C-0C1E-E30DD547D7AC}"/>
                </a:ext>
              </a:extLst>
            </p:cNvPr>
            <p:cNvSpPr/>
            <p:nvPr/>
          </p:nvSpPr>
          <p:spPr>
            <a:xfrm>
              <a:off x="10760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0319;p128">
              <a:extLst>
                <a:ext uri="{FF2B5EF4-FFF2-40B4-BE49-F238E27FC236}">
                  <a16:creationId xmlns:a16="http://schemas.microsoft.com/office/drawing/2014/main" id="{834B1E54-94C6-F1BA-CED1-9ED4ABC98853}"/>
                </a:ext>
              </a:extLst>
            </p:cNvPr>
            <p:cNvSpPr/>
            <p:nvPr/>
          </p:nvSpPr>
          <p:spPr>
            <a:xfrm>
              <a:off x="10760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0320;p128">
              <a:extLst>
                <a:ext uri="{FF2B5EF4-FFF2-40B4-BE49-F238E27FC236}">
                  <a16:creationId xmlns:a16="http://schemas.microsoft.com/office/drawing/2014/main" id="{7C55EE31-7B09-507F-59E2-52B3DE43B9FD}"/>
                </a:ext>
              </a:extLst>
            </p:cNvPr>
            <p:cNvSpPr/>
            <p:nvPr/>
          </p:nvSpPr>
          <p:spPr>
            <a:xfrm>
              <a:off x="10760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0321;p128">
              <a:extLst>
                <a:ext uri="{FF2B5EF4-FFF2-40B4-BE49-F238E27FC236}">
                  <a16:creationId xmlns:a16="http://schemas.microsoft.com/office/drawing/2014/main" id="{F85303DF-5E02-9D15-8CBC-9759F14E6BDA}"/>
                </a:ext>
              </a:extLst>
            </p:cNvPr>
            <p:cNvSpPr/>
            <p:nvPr/>
          </p:nvSpPr>
          <p:spPr>
            <a:xfrm>
              <a:off x="10760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0322;p128">
              <a:extLst>
                <a:ext uri="{FF2B5EF4-FFF2-40B4-BE49-F238E27FC236}">
                  <a16:creationId xmlns:a16="http://schemas.microsoft.com/office/drawing/2014/main" id="{FDFD45AA-15D8-0AFE-F16A-0D361E30BCAE}"/>
                </a:ext>
              </a:extLst>
            </p:cNvPr>
            <p:cNvSpPr/>
            <p:nvPr/>
          </p:nvSpPr>
          <p:spPr>
            <a:xfrm>
              <a:off x="10760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0323;p128">
              <a:extLst>
                <a:ext uri="{FF2B5EF4-FFF2-40B4-BE49-F238E27FC236}">
                  <a16:creationId xmlns:a16="http://schemas.microsoft.com/office/drawing/2014/main" id="{A55FDFF0-34A6-4476-3276-2DC92BCBC921}"/>
                </a:ext>
              </a:extLst>
            </p:cNvPr>
            <p:cNvSpPr/>
            <p:nvPr/>
          </p:nvSpPr>
          <p:spPr>
            <a:xfrm>
              <a:off x="10760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6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0324;p128">
              <a:extLst>
                <a:ext uri="{FF2B5EF4-FFF2-40B4-BE49-F238E27FC236}">
                  <a16:creationId xmlns:a16="http://schemas.microsoft.com/office/drawing/2014/main" id="{00BDD006-8173-0157-47F6-3564C0766814}"/>
                </a:ext>
              </a:extLst>
            </p:cNvPr>
            <p:cNvSpPr/>
            <p:nvPr/>
          </p:nvSpPr>
          <p:spPr>
            <a:xfrm>
              <a:off x="1000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0325;p128">
              <a:extLst>
                <a:ext uri="{FF2B5EF4-FFF2-40B4-BE49-F238E27FC236}">
                  <a16:creationId xmlns:a16="http://schemas.microsoft.com/office/drawing/2014/main" id="{9D319117-AB80-89DC-7A2B-B59D9B825D4A}"/>
                </a:ext>
              </a:extLst>
            </p:cNvPr>
            <p:cNvSpPr/>
            <p:nvPr/>
          </p:nvSpPr>
          <p:spPr>
            <a:xfrm>
              <a:off x="1000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0326;p128">
              <a:extLst>
                <a:ext uri="{FF2B5EF4-FFF2-40B4-BE49-F238E27FC236}">
                  <a16:creationId xmlns:a16="http://schemas.microsoft.com/office/drawing/2014/main" id="{7280CC93-A586-E2A9-2DC1-7AD3B8A2B978}"/>
                </a:ext>
              </a:extLst>
            </p:cNvPr>
            <p:cNvSpPr/>
            <p:nvPr/>
          </p:nvSpPr>
          <p:spPr>
            <a:xfrm>
              <a:off x="1000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0327;p128">
              <a:extLst>
                <a:ext uri="{FF2B5EF4-FFF2-40B4-BE49-F238E27FC236}">
                  <a16:creationId xmlns:a16="http://schemas.microsoft.com/office/drawing/2014/main" id="{C205B93A-1FDA-3E6C-C468-97727D53DD48}"/>
                </a:ext>
              </a:extLst>
            </p:cNvPr>
            <p:cNvSpPr/>
            <p:nvPr/>
          </p:nvSpPr>
          <p:spPr>
            <a:xfrm>
              <a:off x="10000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0328;p128">
              <a:extLst>
                <a:ext uri="{FF2B5EF4-FFF2-40B4-BE49-F238E27FC236}">
                  <a16:creationId xmlns:a16="http://schemas.microsoft.com/office/drawing/2014/main" id="{899B3CDB-02F4-1D20-A9F1-C4791ADACEDB}"/>
                </a:ext>
              </a:extLst>
            </p:cNvPr>
            <p:cNvSpPr/>
            <p:nvPr/>
          </p:nvSpPr>
          <p:spPr>
            <a:xfrm>
              <a:off x="1000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0329;p128">
              <a:extLst>
                <a:ext uri="{FF2B5EF4-FFF2-40B4-BE49-F238E27FC236}">
                  <a16:creationId xmlns:a16="http://schemas.microsoft.com/office/drawing/2014/main" id="{76804C0F-A81F-35BB-D5DE-96D60EFCE5C7}"/>
                </a:ext>
              </a:extLst>
            </p:cNvPr>
            <p:cNvSpPr/>
            <p:nvPr/>
          </p:nvSpPr>
          <p:spPr>
            <a:xfrm>
              <a:off x="1000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0330;p128">
              <a:extLst>
                <a:ext uri="{FF2B5EF4-FFF2-40B4-BE49-F238E27FC236}">
                  <a16:creationId xmlns:a16="http://schemas.microsoft.com/office/drawing/2014/main" id="{0B4D8416-29D0-1D30-6498-77E6EBE488BA}"/>
                </a:ext>
              </a:extLst>
            </p:cNvPr>
            <p:cNvSpPr/>
            <p:nvPr/>
          </p:nvSpPr>
          <p:spPr>
            <a:xfrm>
              <a:off x="1000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0331;p128">
              <a:extLst>
                <a:ext uri="{FF2B5EF4-FFF2-40B4-BE49-F238E27FC236}">
                  <a16:creationId xmlns:a16="http://schemas.microsoft.com/office/drawing/2014/main" id="{6048794A-3901-DC48-FFB6-C1007D10A3A3}"/>
                </a:ext>
              </a:extLst>
            </p:cNvPr>
            <p:cNvSpPr/>
            <p:nvPr/>
          </p:nvSpPr>
          <p:spPr>
            <a:xfrm>
              <a:off x="1000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2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0332;p128">
              <a:extLst>
                <a:ext uri="{FF2B5EF4-FFF2-40B4-BE49-F238E27FC236}">
                  <a16:creationId xmlns:a16="http://schemas.microsoft.com/office/drawing/2014/main" id="{42FEA410-CFBE-E9B2-42E9-8AA6AD50B879}"/>
                </a:ext>
              </a:extLst>
            </p:cNvPr>
            <p:cNvSpPr/>
            <p:nvPr/>
          </p:nvSpPr>
          <p:spPr>
            <a:xfrm>
              <a:off x="10000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0333;p128">
              <a:extLst>
                <a:ext uri="{FF2B5EF4-FFF2-40B4-BE49-F238E27FC236}">
                  <a16:creationId xmlns:a16="http://schemas.microsoft.com/office/drawing/2014/main" id="{94C53743-12BB-0572-C4C8-40F1CCFBE67A}"/>
                </a:ext>
              </a:extLst>
            </p:cNvPr>
            <p:cNvSpPr/>
            <p:nvPr/>
          </p:nvSpPr>
          <p:spPr>
            <a:xfrm>
              <a:off x="923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0334;p128">
              <a:extLst>
                <a:ext uri="{FF2B5EF4-FFF2-40B4-BE49-F238E27FC236}">
                  <a16:creationId xmlns:a16="http://schemas.microsoft.com/office/drawing/2014/main" id="{A14A6B5B-C211-9551-747F-CC94FBC11F9F}"/>
                </a:ext>
              </a:extLst>
            </p:cNvPr>
            <p:cNvSpPr/>
            <p:nvPr/>
          </p:nvSpPr>
          <p:spPr>
            <a:xfrm>
              <a:off x="923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0335;p128">
              <a:extLst>
                <a:ext uri="{FF2B5EF4-FFF2-40B4-BE49-F238E27FC236}">
                  <a16:creationId xmlns:a16="http://schemas.microsoft.com/office/drawing/2014/main" id="{C71536A4-AC1A-4658-7738-B0CBA2E0191F}"/>
                </a:ext>
              </a:extLst>
            </p:cNvPr>
            <p:cNvSpPr/>
            <p:nvPr/>
          </p:nvSpPr>
          <p:spPr>
            <a:xfrm>
              <a:off x="923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0336;p128">
              <a:extLst>
                <a:ext uri="{FF2B5EF4-FFF2-40B4-BE49-F238E27FC236}">
                  <a16:creationId xmlns:a16="http://schemas.microsoft.com/office/drawing/2014/main" id="{EBBB79D8-B592-F973-B045-6474AAAEFC73}"/>
                </a:ext>
              </a:extLst>
            </p:cNvPr>
            <p:cNvSpPr/>
            <p:nvPr/>
          </p:nvSpPr>
          <p:spPr>
            <a:xfrm>
              <a:off x="923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0337;p128">
              <a:extLst>
                <a:ext uri="{FF2B5EF4-FFF2-40B4-BE49-F238E27FC236}">
                  <a16:creationId xmlns:a16="http://schemas.microsoft.com/office/drawing/2014/main" id="{0CE5C0C0-C6F7-90F2-1081-B2122184C3D5}"/>
                </a:ext>
              </a:extLst>
            </p:cNvPr>
            <p:cNvSpPr/>
            <p:nvPr/>
          </p:nvSpPr>
          <p:spPr>
            <a:xfrm>
              <a:off x="923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0338;p128">
              <a:extLst>
                <a:ext uri="{FF2B5EF4-FFF2-40B4-BE49-F238E27FC236}">
                  <a16:creationId xmlns:a16="http://schemas.microsoft.com/office/drawing/2014/main" id="{18976983-AF90-CD00-4EEA-19B294029E4E}"/>
                </a:ext>
              </a:extLst>
            </p:cNvPr>
            <p:cNvSpPr/>
            <p:nvPr/>
          </p:nvSpPr>
          <p:spPr>
            <a:xfrm>
              <a:off x="923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0339;p128">
              <a:extLst>
                <a:ext uri="{FF2B5EF4-FFF2-40B4-BE49-F238E27FC236}">
                  <a16:creationId xmlns:a16="http://schemas.microsoft.com/office/drawing/2014/main" id="{43FAB11F-6EDC-28C1-041A-2AE0A7BBFE34}"/>
                </a:ext>
              </a:extLst>
            </p:cNvPr>
            <p:cNvSpPr/>
            <p:nvPr/>
          </p:nvSpPr>
          <p:spPr>
            <a:xfrm>
              <a:off x="923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0340;p128">
              <a:extLst>
                <a:ext uri="{FF2B5EF4-FFF2-40B4-BE49-F238E27FC236}">
                  <a16:creationId xmlns:a16="http://schemas.microsoft.com/office/drawing/2014/main" id="{2EF2C947-FC67-1AAB-79F3-B796CBC36080}"/>
                </a:ext>
              </a:extLst>
            </p:cNvPr>
            <p:cNvSpPr/>
            <p:nvPr/>
          </p:nvSpPr>
          <p:spPr>
            <a:xfrm>
              <a:off x="847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0341;p128">
              <a:extLst>
                <a:ext uri="{FF2B5EF4-FFF2-40B4-BE49-F238E27FC236}">
                  <a16:creationId xmlns:a16="http://schemas.microsoft.com/office/drawing/2014/main" id="{E1C1841E-4501-3D26-C70B-8A84F8281E52}"/>
                </a:ext>
              </a:extLst>
            </p:cNvPr>
            <p:cNvSpPr/>
            <p:nvPr/>
          </p:nvSpPr>
          <p:spPr>
            <a:xfrm>
              <a:off x="8476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0342;p128">
              <a:extLst>
                <a:ext uri="{FF2B5EF4-FFF2-40B4-BE49-F238E27FC236}">
                  <a16:creationId xmlns:a16="http://schemas.microsoft.com/office/drawing/2014/main" id="{DE00FBC5-DE09-E657-FDF3-AD9C8BB35157}"/>
                </a:ext>
              </a:extLst>
            </p:cNvPr>
            <p:cNvSpPr/>
            <p:nvPr/>
          </p:nvSpPr>
          <p:spPr>
            <a:xfrm>
              <a:off x="847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0343;p128">
              <a:extLst>
                <a:ext uri="{FF2B5EF4-FFF2-40B4-BE49-F238E27FC236}">
                  <a16:creationId xmlns:a16="http://schemas.microsoft.com/office/drawing/2014/main" id="{B4E2B08A-B824-9036-01BE-BA515DDAC664}"/>
                </a:ext>
              </a:extLst>
            </p:cNvPr>
            <p:cNvSpPr/>
            <p:nvPr/>
          </p:nvSpPr>
          <p:spPr>
            <a:xfrm>
              <a:off x="847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0344;p128">
              <a:extLst>
                <a:ext uri="{FF2B5EF4-FFF2-40B4-BE49-F238E27FC236}">
                  <a16:creationId xmlns:a16="http://schemas.microsoft.com/office/drawing/2014/main" id="{51128498-B9B8-B8C0-23AA-AA6276D07283}"/>
                </a:ext>
              </a:extLst>
            </p:cNvPr>
            <p:cNvSpPr/>
            <p:nvPr/>
          </p:nvSpPr>
          <p:spPr>
            <a:xfrm>
              <a:off x="847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0345;p128">
              <a:extLst>
                <a:ext uri="{FF2B5EF4-FFF2-40B4-BE49-F238E27FC236}">
                  <a16:creationId xmlns:a16="http://schemas.microsoft.com/office/drawing/2014/main" id="{C33F288D-4467-42CA-42B7-891E7397F80F}"/>
                </a:ext>
              </a:extLst>
            </p:cNvPr>
            <p:cNvSpPr/>
            <p:nvPr/>
          </p:nvSpPr>
          <p:spPr>
            <a:xfrm>
              <a:off x="847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0346;p128">
              <a:extLst>
                <a:ext uri="{FF2B5EF4-FFF2-40B4-BE49-F238E27FC236}">
                  <a16:creationId xmlns:a16="http://schemas.microsoft.com/office/drawing/2014/main" id="{F77E5555-DD77-0657-EA2A-F09C08992F51}"/>
                </a:ext>
              </a:extLst>
            </p:cNvPr>
            <p:cNvSpPr/>
            <p:nvPr/>
          </p:nvSpPr>
          <p:spPr>
            <a:xfrm>
              <a:off x="7714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0347;p128">
              <a:extLst>
                <a:ext uri="{FF2B5EF4-FFF2-40B4-BE49-F238E27FC236}">
                  <a16:creationId xmlns:a16="http://schemas.microsoft.com/office/drawing/2014/main" id="{DC322B88-3E26-D713-93F9-E1BD0AEE7DDC}"/>
                </a:ext>
              </a:extLst>
            </p:cNvPr>
            <p:cNvSpPr/>
            <p:nvPr/>
          </p:nvSpPr>
          <p:spPr>
            <a:xfrm>
              <a:off x="7714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0348;p128">
              <a:extLst>
                <a:ext uri="{FF2B5EF4-FFF2-40B4-BE49-F238E27FC236}">
                  <a16:creationId xmlns:a16="http://schemas.microsoft.com/office/drawing/2014/main" id="{07022EA1-4760-F88E-9C2A-6FA60CD6DAF0}"/>
                </a:ext>
              </a:extLst>
            </p:cNvPr>
            <p:cNvSpPr/>
            <p:nvPr/>
          </p:nvSpPr>
          <p:spPr>
            <a:xfrm>
              <a:off x="7714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0349;p128">
              <a:extLst>
                <a:ext uri="{FF2B5EF4-FFF2-40B4-BE49-F238E27FC236}">
                  <a16:creationId xmlns:a16="http://schemas.microsoft.com/office/drawing/2014/main" id="{EA0DAB2E-A041-A185-104B-56BE2BBCC4E3}"/>
                </a:ext>
              </a:extLst>
            </p:cNvPr>
            <p:cNvSpPr/>
            <p:nvPr/>
          </p:nvSpPr>
          <p:spPr>
            <a:xfrm>
              <a:off x="7714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0350;p128">
              <a:extLst>
                <a:ext uri="{FF2B5EF4-FFF2-40B4-BE49-F238E27FC236}">
                  <a16:creationId xmlns:a16="http://schemas.microsoft.com/office/drawing/2014/main" id="{BB027F01-13A3-DA18-F4FF-B8336DD28AF6}"/>
                </a:ext>
              </a:extLst>
            </p:cNvPr>
            <p:cNvSpPr/>
            <p:nvPr/>
          </p:nvSpPr>
          <p:spPr>
            <a:xfrm>
              <a:off x="6952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0351;p128">
              <a:extLst>
                <a:ext uri="{FF2B5EF4-FFF2-40B4-BE49-F238E27FC236}">
                  <a16:creationId xmlns:a16="http://schemas.microsoft.com/office/drawing/2014/main" id="{0CC45149-6870-F40D-0704-862997B6E3DD}"/>
                </a:ext>
              </a:extLst>
            </p:cNvPr>
            <p:cNvSpPr/>
            <p:nvPr/>
          </p:nvSpPr>
          <p:spPr>
            <a:xfrm>
              <a:off x="6952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0352;p128">
              <a:extLst>
                <a:ext uri="{FF2B5EF4-FFF2-40B4-BE49-F238E27FC236}">
                  <a16:creationId xmlns:a16="http://schemas.microsoft.com/office/drawing/2014/main" id="{5872C66E-9D05-3CE7-33CF-05CF97A9C4FC}"/>
                </a:ext>
              </a:extLst>
            </p:cNvPr>
            <p:cNvSpPr/>
            <p:nvPr/>
          </p:nvSpPr>
          <p:spPr>
            <a:xfrm>
              <a:off x="6952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0353;p128">
              <a:extLst>
                <a:ext uri="{FF2B5EF4-FFF2-40B4-BE49-F238E27FC236}">
                  <a16:creationId xmlns:a16="http://schemas.microsoft.com/office/drawing/2014/main" id="{EB232B70-43DD-6E1D-3847-E5A684C91A34}"/>
                </a:ext>
              </a:extLst>
            </p:cNvPr>
            <p:cNvSpPr/>
            <p:nvPr/>
          </p:nvSpPr>
          <p:spPr>
            <a:xfrm>
              <a:off x="6952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0354;p128">
              <a:extLst>
                <a:ext uri="{FF2B5EF4-FFF2-40B4-BE49-F238E27FC236}">
                  <a16:creationId xmlns:a16="http://schemas.microsoft.com/office/drawing/2014/main" id="{64F0BD4F-3E2F-85B9-353E-A90035465E21}"/>
                </a:ext>
              </a:extLst>
            </p:cNvPr>
            <p:cNvSpPr/>
            <p:nvPr/>
          </p:nvSpPr>
          <p:spPr>
            <a:xfrm>
              <a:off x="6189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0355;p128">
              <a:extLst>
                <a:ext uri="{FF2B5EF4-FFF2-40B4-BE49-F238E27FC236}">
                  <a16:creationId xmlns:a16="http://schemas.microsoft.com/office/drawing/2014/main" id="{D468411B-6D19-A3F9-48E4-B41EBC4C382C}"/>
                </a:ext>
              </a:extLst>
            </p:cNvPr>
            <p:cNvSpPr/>
            <p:nvPr/>
          </p:nvSpPr>
          <p:spPr>
            <a:xfrm>
              <a:off x="6189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0356;p128">
              <a:extLst>
                <a:ext uri="{FF2B5EF4-FFF2-40B4-BE49-F238E27FC236}">
                  <a16:creationId xmlns:a16="http://schemas.microsoft.com/office/drawing/2014/main" id="{91205724-F213-6B4A-DC21-6A3BF808362A}"/>
                </a:ext>
              </a:extLst>
            </p:cNvPr>
            <p:cNvSpPr/>
            <p:nvPr/>
          </p:nvSpPr>
          <p:spPr>
            <a:xfrm>
              <a:off x="6189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0357;p128">
              <a:extLst>
                <a:ext uri="{FF2B5EF4-FFF2-40B4-BE49-F238E27FC236}">
                  <a16:creationId xmlns:a16="http://schemas.microsoft.com/office/drawing/2014/main" id="{C38A3B8C-A4E1-7A67-1AF8-2AF787035E54}"/>
                </a:ext>
              </a:extLst>
            </p:cNvPr>
            <p:cNvSpPr/>
            <p:nvPr/>
          </p:nvSpPr>
          <p:spPr>
            <a:xfrm>
              <a:off x="6189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0358;p128">
              <a:extLst>
                <a:ext uri="{FF2B5EF4-FFF2-40B4-BE49-F238E27FC236}">
                  <a16:creationId xmlns:a16="http://schemas.microsoft.com/office/drawing/2014/main" id="{480CAA43-D4C0-4583-9006-96CCA2FCEFFA}"/>
                </a:ext>
              </a:extLst>
            </p:cNvPr>
            <p:cNvSpPr/>
            <p:nvPr/>
          </p:nvSpPr>
          <p:spPr>
            <a:xfrm>
              <a:off x="5427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0359;p128">
              <a:extLst>
                <a:ext uri="{FF2B5EF4-FFF2-40B4-BE49-F238E27FC236}">
                  <a16:creationId xmlns:a16="http://schemas.microsoft.com/office/drawing/2014/main" id="{54796975-38A4-2158-74F4-F521328DC4A9}"/>
                </a:ext>
              </a:extLst>
            </p:cNvPr>
            <p:cNvSpPr/>
            <p:nvPr/>
          </p:nvSpPr>
          <p:spPr>
            <a:xfrm>
              <a:off x="5427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0360;p128">
              <a:extLst>
                <a:ext uri="{FF2B5EF4-FFF2-40B4-BE49-F238E27FC236}">
                  <a16:creationId xmlns:a16="http://schemas.microsoft.com/office/drawing/2014/main" id="{0BF03CA1-3553-DE0D-A183-BE4D5579DBE2}"/>
                </a:ext>
              </a:extLst>
            </p:cNvPr>
            <p:cNvSpPr/>
            <p:nvPr/>
          </p:nvSpPr>
          <p:spPr>
            <a:xfrm>
              <a:off x="5427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0361;p128">
              <a:extLst>
                <a:ext uri="{FF2B5EF4-FFF2-40B4-BE49-F238E27FC236}">
                  <a16:creationId xmlns:a16="http://schemas.microsoft.com/office/drawing/2014/main" id="{CF6C0878-FA52-4D44-2B8B-9F5C41A10486}"/>
                </a:ext>
              </a:extLst>
            </p:cNvPr>
            <p:cNvSpPr/>
            <p:nvPr/>
          </p:nvSpPr>
          <p:spPr>
            <a:xfrm>
              <a:off x="5427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0362;p128">
              <a:extLst>
                <a:ext uri="{FF2B5EF4-FFF2-40B4-BE49-F238E27FC236}">
                  <a16:creationId xmlns:a16="http://schemas.microsoft.com/office/drawing/2014/main" id="{C7D07B72-7FD9-A3D2-8A71-26AA100DE1B5}"/>
                </a:ext>
              </a:extLst>
            </p:cNvPr>
            <p:cNvSpPr/>
            <p:nvPr/>
          </p:nvSpPr>
          <p:spPr>
            <a:xfrm>
              <a:off x="4665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0363;p128">
              <a:extLst>
                <a:ext uri="{FF2B5EF4-FFF2-40B4-BE49-F238E27FC236}">
                  <a16:creationId xmlns:a16="http://schemas.microsoft.com/office/drawing/2014/main" id="{173EE979-8F0B-97D8-2545-EE69581EE15C}"/>
                </a:ext>
              </a:extLst>
            </p:cNvPr>
            <p:cNvSpPr/>
            <p:nvPr/>
          </p:nvSpPr>
          <p:spPr>
            <a:xfrm>
              <a:off x="4665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0364;p128">
              <a:extLst>
                <a:ext uri="{FF2B5EF4-FFF2-40B4-BE49-F238E27FC236}">
                  <a16:creationId xmlns:a16="http://schemas.microsoft.com/office/drawing/2014/main" id="{93F44223-8AB3-21AE-DE55-3C48989A1927}"/>
                </a:ext>
              </a:extLst>
            </p:cNvPr>
            <p:cNvSpPr/>
            <p:nvPr/>
          </p:nvSpPr>
          <p:spPr>
            <a:xfrm>
              <a:off x="4665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0365;p128">
              <a:extLst>
                <a:ext uri="{FF2B5EF4-FFF2-40B4-BE49-F238E27FC236}">
                  <a16:creationId xmlns:a16="http://schemas.microsoft.com/office/drawing/2014/main" id="{C4636C13-D12C-7AE6-51E6-576096BA884D}"/>
                </a:ext>
              </a:extLst>
            </p:cNvPr>
            <p:cNvSpPr/>
            <p:nvPr/>
          </p:nvSpPr>
          <p:spPr>
            <a:xfrm>
              <a:off x="4665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0366;p128">
              <a:extLst>
                <a:ext uri="{FF2B5EF4-FFF2-40B4-BE49-F238E27FC236}">
                  <a16:creationId xmlns:a16="http://schemas.microsoft.com/office/drawing/2014/main" id="{D89D960B-DF7B-44DF-CFEE-98FD00A9CF80}"/>
                </a:ext>
              </a:extLst>
            </p:cNvPr>
            <p:cNvSpPr/>
            <p:nvPr/>
          </p:nvSpPr>
          <p:spPr>
            <a:xfrm>
              <a:off x="390550" y="187605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0367;p128">
              <a:extLst>
                <a:ext uri="{FF2B5EF4-FFF2-40B4-BE49-F238E27FC236}">
                  <a16:creationId xmlns:a16="http://schemas.microsoft.com/office/drawing/2014/main" id="{19230686-C033-1E8F-8A3E-1D1856D6CB9D}"/>
                </a:ext>
              </a:extLst>
            </p:cNvPr>
            <p:cNvSpPr/>
            <p:nvPr/>
          </p:nvSpPr>
          <p:spPr>
            <a:xfrm>
              <a:off x="390550" y="17998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1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3" y="1150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0368;p128">
              <a:extLst>
                <a:ext uri="{FF2B5EF4-FFF2-40B4-BE49-F238E27FC236}">
                  <a16:creationId xmlns:a16="http://schemas.microsoft.com/office/drawing/2014/main" id="{CF375E72-F16F-8B42-5272-B6E16D036303}"/>
                </a:ext>
              </a:extLst>
            </p:cNvPr>
            <p:cNvSpPr/>
            <p:nvPr/>
          </p:nvSpPr>
          <p:spPr>
            <a:xfrm>
              <a:off x="3905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39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0369;p128">
              <a:extLst>
                <a:ext uri="{FF2B5EF4-FFF2-40B4-BE49-F238E27FC236}">
                  <a16:creationId xmlns:a16="http://schemas.microsoft.com/office/drawing/2014/main" id="{E08009D3-7812-869E-5487-1935A10A094E}"/>
                </a:ext>
              </a:extLst>
            </p:cNvPr>
            <p:cNvSpPr/>
            <p:nvPr/>
          </p:nvSpPr>
          <p:spPr>
            <a:xfrm>
              <a:off x="3905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0370;p128">
              <a:extLst>
                <a:ext uri="{FF2B5EF4-FFF2-40B4-BE49-F238E27FC236}">
                  <a16:creationId xmlns:a16="http://schemas.microsoft.com/office/drawing/2014/main" id="{E2445846-2E5A-782C-430F-72CC8CC5FCD3}"/>
                </a:ext>
              </a:extLst>
            </p:cNvPr>
            <p:cNvSpPr/>
            <p:nvPr/>
          </p:nvSpPr>
          <p:spPr>
            <a:xfrm>
              <a:off x="390550" y="157140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0371;p128">
              <a:extLst>
                <a:ext uri="{FF2B5EF4-FFF2-40B4-BE49-F238E27FC236}">
                  <a16:creationId xmlns:a16="http://schemas.microsoft.com/office/drawing/2014/main" id="{741B1B7D-ADAB-818E-C1D6-511DD0AC19B3}"/>
                </a:ext>
              </a:extLst>
            </p:cNvPr>
            <p:cNvSpPr/>
            <p:nvPr/>
          </p:nvSpPr>
          <p:spPr>
            <a:xfrm>
              <a:off x="314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0372;p128">
              <a:extLst>
                <a:ext uri="{FF2B5EF4-FFF2-40B4-BE49-F238E27FC236}">
                  <a16:creationId xmlns:a16="http://schemas.microsoft.com/office/drawing/2014/main" id="{F82C82D3-5473-E977-439B-D1C21C928559}"/>
                </a:ext>
              </a:extLst>
            </p:cNvPr>
            <p:cNvSpPr/>
            <p:nvPr/>
          </p:nvSpPr>
          <p:spPr>
            <a:xfrm>
              <a:off x="314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0373;p128">
              <a:extLst>
                <a:ext uri="{FF2B5EF4-FFF2-40B4-BE49-F238E27FC236}">
                  <a16:creationId xmlns:a16="http://schemas.microsoft.com/office/drawing/2014/main" id="{0DF68773-CA0D-9488-8F40-4A8030531804}"/>
                </a:ext>
              </a:extLst>
            </p:cNvPr>
            <p:cNvSpPr/>
            <p:nvPr/>
          </p:nvSpPr>
          <p:spPr>
            <a:xfrm>
              <a:off x="314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0374;p128">
              <a:extLst>
                <a:ext uri="{FF2B5EF4-FFF2-40B4-BE49-F238E27FC236}">
                  <a16:creationId xmlns:a16="http://schemas.microsoft.com/office/drawing/2014/main" id="{5F3E9520-A905-4183-B759-3C16E868AA09}"/>
                </a:ext>
              </a:extLst>
            </p:cNvPr>
            <p:cNvSpPr/>
            <p:nvPr/>
          </p:nvSpPr>
          <p:spPr>
            <a:xfrm>
              <a:off x="314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0375;p128">
              <a:extLst>
                <a:ext uri="{FF2B5EF4-FFF2-40B4-BE49-F238E27FC236}">
                  <a16:creationId xmlns:a16="http://schemas.microsoft.com/office/drawing/2014/main" id="{357B3F27-2415-25FA-7442-15E1BEE20720}"/>
                </a:ext>
              </a:extLst>
            </p:cNvPr>
            <p:cNvSpPr/>
            <p:nvPr/>
          </p:nvSpPr>
          <p:spPr>
            <a:xfrm>
              <a:off x="314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0376;p128">
              <a:extLst>
                <a:ext uri="{FF2B5EF4-FFF2-40B4-BE49-F238E27FC236}">
                  <a16:creationId xmlns:a16="http://schemas.microsoft.com/office/drawing/2014/main" id="{E2204BF6-9E9D-09A3-465D-19021E29A60C}"/>
                </a:ext>
              </a:extLst>
            </p:cNvPr>
            <p:cNvSpPr/>
            <p:nvPr/>
          </p:nvSpPr>
          <p:spPr>
            <a:xfrm>
              <a:off x="314325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0377;p128">
              <a:extLst>
                <a:ext uri="{FF2B5EF4-FFF2-40B4-BE49-F238E27FC236}">
                  <a16:creationId xmlns:a16="http://schemas.microsoft.com/office/drawing/2014/main" id="{000EEBBC-242A-71F2-CA54-2A885A66200F}"/>
                </a:ext>
              </a:extLst>
            </p:cNvPr>
            <p:cNvSpPr/>
            <p:nvPr/>
          </p:nvSpPr>
          <p:spPr>
            <a:xfrm>
              <a:off x="238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0378;p128">
              <a:extLst>
                <a:ext uri="{FF2B5EF4-FFF2-40B4-BE49-F238E27FC236}">
                  <a16:creationId xmlns:a16="http://schemas.microsoft.com/office/drawing/2014/main" id="{7F07770D-559D-C2ED-9B07-89A92B08FCDE}"/>
                </a:ext>
              </a:extLst>
            </p:cNvPr>
            <p:cNvSpPr/>
            <p:nvPr/>
          </p:nvSpPr>
          <p:spPr>
            <a:xfrm>
              <a:off x="238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0379;p128">
              <a:extLst>
                <a:ext uri="{FF2B5EF4-FFF2-40B4-BE49-F238E27FC236}">
                  <a16:creationId xmlns:a16="http://schemas.microsoft.com/office/drawing/2014/main" id="{58CD2532-55AA-E3DF-BCC4-62FE7B61219B}"/>
                </a:ext>
              </a:extLst>
            </p:cNvPr>
            <p:cNvSpPr/>
            <p:nvPr/>
          </p:nvSpPr>
          <p:spPr>
            <a:xfrm>
              <a:off x="238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0380;p128">
              <a:extLst>
                <a:ext uri="{FF2B5EF4-FFF2-40B4-BE49-F238E27FC236}">
                  <a16:creationId xmlns:a16="http://schemas.microsoft.com/office/drawing/2014/main" id="{D553C07D-09D5-0751-E1A1-A3D11C08CDD7}"/>
                </a:ext>
              </a:extLst>
            </p:cNvPr>
            <p:cNvSpPr/>
            <p:nvPr/>
          </p:nvSpPr>
          <p:spPr>
            <a:xfrm>
              <a:off x="238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0381;p128">
              <a:extLst>
                <a:ext uri="{FF2B5EF4-FFF2-40B4-BE49-F238E27FC236}">
                  <a16:creationId xmlns:a16="http://schemas.microsoft.com/office/drawing/2014/main" id="{83E7FE32-CB47-C1B0-916D-168F46149D04}"/>
                </a:ext>
              </a:extLst>
            </p:cNvPr>
            <p:cNvSpPr/>
            <p:nvPr/>
          </p:nvSpPr>
          <p:spPr>
            <a:xfrm>
              <a:off x="44278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0382;p128">
              <a:extLst>
                <a:ext uri="{FF2B5EF4-FFF2-40B4-BE49-F238E27FC236}">
                  <a16:creationId xmlns:a16="http://schemas.microsoft.com/office/drawing/2014/main" id="{18631D30-8981-FA98-C1C8-B51ADE4104EC}"/>
                </a:ext>
              </a:extLst>
            </p:cNvPr>
            <p:cNvSpPr/>
            <p:nvPr/>
          </p:nvSpPr>
          <p:spPr>
            <a:xfrm>
              <a:off x="44278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0383;p128">
              <a:extLst>
                <a:ext uri="{FF2B5EF4-FFF2-40B4-BE49-F238E27FC236}">
                  <a16:creationId xmlns:a16="http://schemas.microsoft.com/office/drawing/2014/main" id="{D5054F0B-1F8B-1AFE-E5FF-3F75B4FA0063}"/>
                </a:ext>
              </a:extLst>
            </p:cNvPr>
            <p:cNvSpPr/>
            <p:nvPr/>
          </p:nvSpPr>
          <p:spPr>
            <a:xfrm>
              <a:off x="45040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0384;p128">
              <a:extLst>
                <a:ext uri="{FF2B5EF4-FFF2-40B4-BE49-F238E27FC236}">
                  <a16:creationId xmlns:a16="http://schemas.microsoft.com/office/drawing/2014/main" id="{720ECF1F-7822-A869-8F5D-9D674BD1F3C9}"/>
                </a:ext>
              </a:extLst>
            </p:cNvPr>
            <p:cNvSpPr/>
            <p:nvPr/>
          </p:nvSpPr>
          <p:spPr>
            <a:xfrm>
              <a:off x="45040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0385;p128">
              <a:extLst>
                <a:ext uri="{FF2B5EF4-FFF2-40B4-BE49-F238E27FC236}">
                  <a16:creationId xmlns:a16="http://schemas.microsoft.com/office/drawing/2014/main" id="{430EBAF3-5193-4A1E-35CB-84A6715F2904}"/>
                </a:ext>
              </a:extLst>
            </p:cNvPr>
            <p:cNvSpPr/>
            <p:nvPr/>
          </p:nvSpPr>
          <p:spPr>
            <a:xfrm>
              <a:off x="45802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0386;p128">
              <a:extLst>
                <a:ext uri="{FF2B5EF4-FFF2-40B4-BE49-F238E27FC236}">
                  <a16:creationId xmlns:a16="http://schemas.microsoft.com/office/drawing/2014/main" id="{09E7409B-81D6-CE5A-A1B1-087CF16EADB4}"/>
                </a:ext>
              </a:extLst>
            </p:cNvPr>
            <p:cNvSpPr/>
            <p:nvPr/>
          </p:nvSpPr>
          <p:spPr>
            <a:xfrm>
              <a:off x="45040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0387;p128">
              <a:extLst>
                <a:ext uri="{FF2B5EF4-FFF2-40B4-BE49-F238E27FC236}">
                  <a16:creationId xmlns:a16="http://schemas.microsoft.com/office/drawing/2014/main" id="{E6910227-F21D-BBDA-4292-F5B99F073554}"/>
                </a:ext>
              </a:extLst>
            </p:cNvPr>
            <p:cNvSpPr/>
            <p:nvPr/>
          </p:nvSpPr>
          <p:spPr>
            <a:xfrm>
              <a:off x="511335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0388;p128">
              <a:extLst>
                <a:ext uri="{FF2B5EF4-FFF2-40B4-BE49-F238E27FC236}">
                  <a16:creationId xmlns:a16="http://schemas.microsoft.com/office/drawing/2014/main" id="{D3768F0B-1771-2304-98C4-8E6421F6047F}"/>
                </a:ext>
              </a:extLst>
            </p:cNvPr>
            <p:cNvSpPr/>
            <p:nvPr/>
          </p:nvSpPr>
          <p:spPr>
            <a:xfrm>
              <a:off x="511335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0389;p128">
              <a:extLst>
                <a:ext uri="{FF2B5EF4-FFF2-40B4-BE49-F238E27FC236}">
                  <a16:creationId xmlns:a16="http://schemas.microsoft.com/office/drawing/2014/main" id="{4D5C498F-9C8B-5BE7-6293-3340BED812FE}"/>
                </a:ext>
              </a:extLst>
            </p:cNvPr>
            <p:cNvSpPr/>
            <p:nvPr/>
          </p:nvSpPr>
          <p:spPr>
            <a:xfrm>
              <a:off x="51133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0390;p128">
              <a:extLst>
                <a:ext uri="{FF2B5EF4-FFF2-40B4-BE49-F238E27FC236}">
                  <a16:creationId xmlns:a16="http://schemas.microsoft.com/office/drawing/2014/main" id="{37E76148-8543-C157-A831-751243A3A42C}"/>
                </a:ext>
              </a:extLst>
            </p:cNvPr>
            <p:cNvSpPr/>
            <p:nvPr/>
          </p:nvSpPr>
          <p:spPr>
            <a:xfrm>
              <a:off x="51133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0391;p128">
              <a:extLst>
                <a:ext uri="{FF2B5EF4-FFF2-40B4-BE49-F238E27FC236}">
                  <a16:creationId xmlns:a16="http://schemas.microsoft.com/office/drawing/2014/main" id="{A04595B8-60F9-43BE-36ED-9A83044A0D2B}"/>
                </a:ext>
              </a:extLst>
            </p:cNvPr>
            <p:cNvSpPr/>
            <p:nvPr/>
          </p:nvSpPr>
          <p:spPr>
            <a:xfrm>
              <a:off x="511335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0392;p128">
              <a:extLst>
                <a:ext uri="{FF2B5EF4-FFF2-40B4-BE49-F238E27FC236}">
                  <a16:creationId xmlns:a16="http://schemas.microsoft.com/office/drawing/2014/main" id="{3065F7FC-D097-395B-C3E8-5615F1EC7F69}"/>
                </a:ext>
              </a:extLst>
            </p:cNvPr>
            <p:cNvSpPr/>
            <p:nvPr/>
          </p:nvSpPr>
          <p:spPr>
            <a:xfrm>
              <a:off x="5113350" y="18760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0393;p128">
              <a:extLst>
                <a:ext uri="{FF2B5EF4-FFF2-40B4-BE49-F238E27FC236}">
                  <a16:creationId xmlns:a16="http://schemas.microsoft.com/office/drawing/2014/main" id="{C4F7A9E4-0448-19CF-BF35-8109AFA680BF}"/>
                </a:ext>
              </a:extLst>
            </p:cNvPr>
            <p:cNvSpPr/>
            <p:nvPr/>
          </p:nvSpPr>
          <p:spPr>
            <a:xfrm>
              <a:off x="511335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0394;p128">
              <a:extLst>
                <a:ext uri="{FF2B5EF4-FFF2-40B4-BE49-F238E27FC236}">
                  <a16:creationId xmlns:a16="http://schemas.microsoft.com/office/drawing/2014/main" id="{FE794441-715A-5D48-3376-70FCAED49AFD}"/>
                </a:ext>
              </a:extLst>
            </p:cNvPr>
            <p:cNvSpPr/>
            <p:nvPr/>
          </p:nvSpPr>
          <p:spPr>
            <a:xfrm>
              <a:off x="511335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0395;p128">
              <a:extLst>
                <a:ext uri="{FF2B5EF4-FFF2-40B4-BE49-F238E27FC236}">
                  <a16:creationId xmlns:a16="http://schemas.microsoft.com/office/drawing/2014/main" id="{0A2D06BF-80E0-3911-06DF-72BDEB6682C8}"/>
                </a:ext>
              </a:extLst>
            </p:cNvPr>
            <p:cNvSpPr/>
            <p:nvPr/>
          </p:nvSpPr>
          <p:spPr>
            <a:xfrm>
              <a:off x="511335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0396;p128">
              <a:extLst>
                <a:ext uri="{FF2B5EF4-FFF2-40B4-BE49-F238E27FC236}">
                  <a16:creationId xmlns:a16="http://schemas.microsoft.com/office/drawing/2014/main" id="{14782805-003D-0E07-8754-053B333A4CC8}"/>
                </a:ext>
              </a:extLst>
            </p:cNvPr>
            <p:cNvSpPr/>
            <p:nvPr/>
          </p:nvSpPr>
          <p:spPr>
            <a:xfrm>
              <a:off x="511335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0397;p128">
              <a:extLst>
                <a:ext uri="{FF2B5EF4-FFF2-40B4-BE49-F238E27FC236}">
                  <a16:creationId xmlns:a16="http://schemas.microsoft.com/office/drawing/2014/main" id="{E26F5D6A-1F11-AD7D-A537-15AC3AF641A0}"/>
                </a:ext>
              </a:extLst>
            </p:cNvPr>
            <p:cNvSpPr/>
            <p:nvPr/>
          </p:nvSpPr>
          <p:spPr>
            <a:xfrm>
              <a:off x="511335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83" y="0"/>
                  </a:moveTo>
                  <a:cubicBezTo>
                    <a:pt x="1080" y="0"/>
                    <a:pt x="1077" y="0"/>
                    <a:pt x="1073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8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0398;p128">
              <a:extLst>
                <a:ext uri="{FF2B5EF4-FFF2-40B4-BE49-F238E27FC236}">
                  <a16:creationId xmlns:a16="http://schemas.microsoft.com/office/drawing/2014/main" id="{F649D4AE-9779-9153-1414-625850629A6D}"/>
                </a:ext>
              </a:extLst>
            </p:cNvPr>
            <p:cNvSpPr/>
            <p:nvPr/>
          </p:nvSpPr>
          <p:spPr>
            <a:xfrm>
              <a:off x="511335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0399;p128">
              <a:extLst>
                <a:ext uri="{FF2B5EF4-FFF2-40B4-BE49-F238E27FC236}">
                  <a16:creationId xmlns:a16="http://schemas.microsoft.com/office/drawing/2014/main" id="{D57ECCE8-E49D-1667-13ED-4F688F48AB14}"/>
                </a:ext>
              </a:extLst>
            </p:cNvPr>
            <p:cNvSpPr/>
            <p:nvPr/>
          </p:nvSpPr>
          <p:spPr>
            <a:xfrm>
              <a:off x="511335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0400;p128">
              <a:extLst>
                <a:ext uri="{FF2B5EF4-FFF2-40B4-BE49-F238E27FC236}">
                  <a16:creationId xmlns:a16="http://schemas.microsoft.com/office/drawing/2014/main" id="{72F2B0EB-234A-3421-670D-21E8D8F20D15}"/>
                </a:ext>
              </a:extLst>
            </p:cNvPr>
            <p:cNvSpPr/>
            <p:nvPr/>
          </p:nvSpPr>
          <p:spPr>
            <a:xfrm>
              <a:off x="511335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73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0401;p128">
              <a:extLst>
                <a:ext uri="{FF2B5EF4-FFF2-40B4-BE49-F238E27FC236}">
                  <a16:creationId xmlns:a16="http://schemas.microsoft.com/office/drawing/2014/main" id="{E3EEDCA5-1C2C-4735-8583-C6D127B95DBC}"/>
                </a:ext>
              </a:extLst>
            </p:cNvPr>
            <p:cNvSpPr/>
            <p:nvPr/>
          </p:nvSpPr>
          <p:spPr>
            <a:xfrm>
              <a:off x="47324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0402;p128">
              <a:extLst>
                <a:ext uri="{FF2B5EF4-FFF2-40B4-BE49-F238E27FC236}">
                  <a16:creationId xmlns:a16="http://schemas.microsoft.com/office/drawing/2014/main" id="{5353A146-A7C9-1C89-0024-08C6FD58A675}"/>
                </a:ext>
              </a:extLst>
            </p:cNvPr>
            <p:cNvSpPr/>
            <p:nvPr/>
          </p:nvSpPr>
          <p:spPr>
            <a:xfrm>
              <a:off x="47324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0403;p128">
              <a:extLst>
                <a:ext uri="{FF2B5EF4-FFF2-40B4-BE49-F238E27FC236}">
                  <a16:creationId xmlns:a16="http://schemas.microsoft.com/office/drawing/2014/main" id="{9C93A105-1517-8454-020E-A93066197126}"/>
                </a:ext>
              </a:extLst>
            </p:cNvPr>
            <p:cNvSpPr/>
            <p:nvPr/>
          </p:nvSpPr>
          <p:spPr>
            <a:xfrm>
              <a:off x="47324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0404;p128">
              <a:extLst>
                <a:ext uri="{FF2B5EF4-FFF2-40B4-BE49-F238E27FC236}">
                  <a16:creationId xmlns:a16="http://schemas.microsoft.com/office/drawing/2014/main" id="{0179EDEE-7FF5-0943-7E99-1D703651F52C}"/>
                </a:ext>
              </a:extLst>
            </p:cNvPr>
            <p:cNvSpPr/>
            <p:nvPr/>
          </p:nvSpPr>
          <p:spPr>
            <a:xfrm>
              <a:off x="47324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0405;p128">
              <a:extLst>
                <a:ext uri="{FF2B5EF4-FFF2-40B4-BE49-F238E27FC236}">
                  <a16:creationId xmlns:a16="http://schemas.microsoft.com/office/drawing/2014/main" id="{E0E35D01-6023-3B7B-1F0C-1212C72746DB}"/>
                </a:ext>
              </a:extLst>
            </p:cNvPr>
            <p:cNvSpPr/>
            <p:nvPr/>
          </p:nvSpPr>
          <p:spPr>
            <a:xfrm>
              <a:off x="47324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0406;p128">
              <a:extLst>
                <a:ext uri="{FF2B5EF4-FFF2-40B4-BE49-F238E27FC236}">
                  <a16:creationId xmlns:a16="http://schemas.microsoft.com/office/drawing/2014/main" id="{E4BED097-5B6E-6098-C921-9F758857F5DC}"/>
                </a:ext>
              </a:extLst>
            </p:cNvPr>
            <p:cNvSpPr/>
            <p:nvPr/>
          </p:nvSpPr>
          <p:spPr>
            <a:xfrm>
              <a:off x="47324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0407;p128">
              <a:extLst>
                <a:ext uri="{FF2B5EF4-FFF2-40B4-BE49-F238E27FC236}">
                  <a16:creationId xmlns:a16="http://schemas.microsoft.com/office/drawing/2014/main" id="{19401992-7A48-C652-4129-9E5053CE55F8}"/>
                </a:ext>
              </a:extLst>
            </p:cNvPr>
            <p:cNvSpPr/>
            <p:nvPr/>
          </p:nvSpPr>
          <p:spPr>
            <a:xfrm>
              <a:off x="47324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0408;p128">
              <a:extLst>
                <a:ext uri="{FF2B5EF4-FFF2-40B4-BE49-F238E27FC236}">
                  <a16:creationId xmlns:a16="http://schemas.microsoft.com/office/drawing/2014/main" id="{CA3FD4B5-2964-7FA3-14F8-4FC55F675DC2}"/>
                </a:ext>
              </a:extLst>
            </p:cNvPr>
            <p:cNvSpPr/>
            <p:nvPr/>
          </p:nvSpPr>
          <p:spPr>
            <a:xfrm>
              <a:off x="47324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0409;p128">
              <a:extLst>
                <a:ext uri="{FF2B5EF4-FFF2-40B4-BE49-F238E27FC236}">
                  <a16:creationId xmlns:a16="http://schemas.microsoft.com/office/drawing/2014/main" id="{04BF343C-6533-926A-AA7F-5CFAA7B0F0F5}"/>
                </a:ext>
              </a:extLst>
            </p:cNvPr>
            <p:cNvSpPr/>
            <p:nvPr/>
          </p:nvSpPr>
          <p:spPr>
            <a:xfrm>
              <a:off x="47324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0410;p128">
              <a:extLst>
                <a:ext uri="{FF2B5EF4-FFF2-40B4-BE49-F238E27FC236}">
                  <a16:creationId xmlns:a16="http://schemas.microsoft.com/office/drawing/2014/main" id="{F48757B7-E8A9-7304-0B3D-98B33A86B016}"/>
                </a:ext>
              </a:extLst>
            </p:cNvPr>
            <p:cNvSpPr/>
            <p:nvPr/>
          </p:nvSpPr>
          <p:spPr>
            <a:xfrm>
              <a:off x="47324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0411;p128">
              <a:extLst>
                <a:ext uri="{FF2B5EF4-FFF2-40B4-BE49-F238E27FC236}">
                  <a16:creationId xmlns:a16="http://schemas.microsoft.com/office/drawing/2014/main" id="{E795BD72-A236-C9F2-9FE0-0513CD7859E7}"/>
                </a:ext>
              </a:extLst>
            </p:cNvPr>
            <p:cNvSpPr/>
            <p:nvPr/>
          </p:nvSpPr>
          <p:spPr>
            <a:xfrm>
              <a:off x="47324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0412;p128">
              <a:extLst>
                <a:ext uri="{FF2B5EF4-FFF2-40B4-BE49-F238E27FC236}">
                  <a16:creationId xmlns:a16="http://schemas.microsoft.com/office/drawing/2014/main" id="{63794D8C-EF81-CE33-40F0-013DCF5979D1}"/>
                </a:ext>
              </a:extLst>
            </p:cNvPr>
            <p:cNvSpPr/>
            <p:nvPr/>
          </p:nvSpPr>
          <p:spPr>
            <a:xfrm>
              <a:off x="47324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0413;p128">
              <a:extLst>
                <a:ext uri="{FF2B5EF4-FFF2-40B4-BE49-F238E27FC236}">
                  <a16:creationId xmlns:a16="http://schemas.microsoft.com/office/drawing/2014/main" id="{C31CE9D3-E425-B9DD-CAAB-428A87052D52}"/>
                </a:ext>
              </a:extLst>
            </p:cNvPr>
            <p:cNvSpPr/>
            <p:nvPr/>
          </p:nvSpPr>
          <p:spPr>
            <a:xfrm>
              <a:off x="43516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0414;p128">
              <a:extLst>
                <a:ext uri="{FF2B5EF4-FFF2-40B4-BE49-F238E27FC236}">
                  <a16:creationId xmlns:a16="http://schemas.microsoft.com/office/drawing/2014/main" id="{2454B50B-A8A0-A7D6-F930-D68055223A03}"/>
                </a:ext>
              </a:extLst>
            </p:cNvPr>
            <p:cNvSpPr/>
            <p:nvPr/>
          </p:nvSpPr>
          <p:spPr>
            <a:xfrm>
              <a:off x="43516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0415;p128">
              <a:extLst>
                <a:ext uri="{FF2B5EF4-FFF2-40B4-BE49-F238E27FC236}">
                  <a16:creationId xmlns:a16="http://schemas.microsoft.com/office/drawing/2014/main" id="{4925D19A-70D8-1657-8EF2-871C82C7F408}"/>
                </a:ext>
              </a:extLst>
            </p:cNvPr>
            <p:cNvSpPr/>
            <p:nvPr/>
          </p:nvSpPr>
          <p:spPr>
            <a:xfrm>
              <a:off x="43516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0416;p128">
              <a:extLst>
                <a:ext uri="{FF2B5EF4-FFF2-40B4-BE49-F238E27FC236}">
                  <a16:creationId xmlns:a16="http://schemas.microsoft.com/office/drawing/2014/main" id="{B999124C-3CF8-55FA-2619-A6CFA123D727}"/>
                </a:ext>
              </a:extLst>
            </p:cNvPr>
            <p:cNvSpPr/>
            <p:nvPr/>
          </p:nvSpPr>
          <p:spPr>
            <a:xfrm>
              <a:off x="43516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0417;p128">
              <a:extLst>
                <a:ext uri="{FF2B5EF4-FFF2-40B4-BE49-F238E27FC236}">
                  <a16:creationId xmlns:a16="http://schemas.microsoft.com/office/drawing/2014/main" id="{A61E79DD-ECE9-240E-F19A-83F3437D3809}"/>
                </a:ext>
              </a:extLst>
            </p:cNvPr>
            <p:cNvSpPr/>
            <p:nvPr/>
          </p:nvSpPr>
          <p:spPr>
            <a:xfrm>
              <a:off x="44278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0418;p128">
              <a:extLst>
                <a:ext uri="{FF2B5EF4-FFF2-40B4-BE49-F238E27FC236}">
                  <a16:creationId xmlns:a16="http://schemas.microsoft.com/office/drawing/2014/main" id="{7D237B6F-F3C0-11F3-18C1-70F872E9ADBF}"/>
                </a:ext>
              </a:extLst>
            </p:cNvPr>
            <p:cNvSpPr/>
            <p:nvPr/>
          </p:nvSpPr>
          <p:spPr>
            <a:xfrm>
              <a:off x="44278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0419;p128">
              <a:extLst>
                <a:ext uri="{FF2B5EF4-FFF2-40B4-BE49-F238E27FC236}">
                  <a16:creationId xmlns:a16="http://schemas.microsoft.com/office/drawing/2014/main" id="{03C28B51-0E34-2431-5532-E5BE27E7D2CB}"/>
                </a:ext>
              </a:extLst>
            </p:cNvPr>
            <p:cNvSpPr/>
            <p:nvPr/>
          </p:nvSpPr>
          <p:spPr>
            <a:xfrm>
              <a:off x="4504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0420;p128">
              <a:extLst>
                <a:ext uri="{FF2B5EF4-FFF2-40B4-BE49-F238E27FC236}">
                  <a16:creationId xmlns:a16="http://schemas.microsoft.com/office/drawing/2014/main" id="{0997264A-2607-4DF3-3806-06182D177CDF}"/>
                </a:ext>
              </a:extLst>
            </p:cNvPr>
            <p:cNvSpPr/>
            <p:nvPr/>
          </p:nvSpPr>
          <p:spPr>
            <a:xfrm>
              <a:off x="4504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0421;p128">
              <a:extLst>
                <a:ext uri="{FF2B5EF4-FFF2-40B4-BE49-F238E27FC236}">
                  <a16:creationId xmlns:a16="http://schemas.microsoft.com/office/drawing/2014/main" id="{187C9100-3AE6-A078-CE4B-57ECC35D69BD}"/>
                </a:ext>
              </a:extLst>
            </p:cNvPr>
            <p:cNvSpPr/>
            <p:nvPr/>
          </p:nvSpPr>
          <p:spPr>
            <a:xfrm>
              <a:off x="4504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0422;p128">
              <a:extLst>
                <a:ext uri="{FF2B5EF4-FFF2-40B4-BE49-F238E27FC236}">
                  <a16:creationId xmlns:a16="http://schemas.microsoft.com/office/drawing/2014/main" id="{ECD1B8A8-DFAC-99E9-4B4F-AB12A14D0737}"/>
                </a:ext>
              </a:extLst>
            </p:cNvPr>
            <p:cNvSpPr/>
            <p:nvPr/>
          </p:nvSpPr>
          <p:spPr>
            <a:xfrm>
              <a:off x="4504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0423;p128">
              <a:extLst>
                <a:ext uri="{FF2B5EF4-FFF2-40B4-BE49-F238E27FC236}">
                  <a16:creationId xmlns:a16="http://schemas.microsoft.com/office/drawing/2014/main" id="{B40748A3-9325-4C67-E45D-799B134CA93B}"/>
                </a:ext>
              </a:extLst>
            </p:cNvPr>
            <p:cNvSpPr/>
            <p:nvPr/>
          </p:nvSpPr>
          <p:spPr>
            <a:xfrm>
              <a:off x="45040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0424;p128">
              <a:extLst>
                <a:ext uri="{FF2B5EF4-FFF2-40B4-BE49-F238E27FC236}">
                  <a16:creationId xmlns:a16="http://schemas.microsoft.com/office/drawing/2014/main" id="{836BAA2C-B40F-3C90-F294-269116910986}"/>
                </a:ext>
              </a:extLst>
            </p:cNvPr>
            <p:cNvSpPr/>
            <p:nvPr/>
          </p:nvSpPr>
          <p:spPr>
            <a:xfrm>
              <a:off x="4504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0425;p128">
              <a:extLst>
                <a:ext uri="{FF2B5EF4-FFF2-40B4-BE49-F238E27FC236}">
                  <a16:creationId xmlns:a16="http://schemas.microsoft.com/office/drawing/2014/main" id="{38A02D1F-0D15-8608-FA9A-48C2FE93AC5C}"/>
                </a:ext>
              </a:extLst>
            </p:cNvPr>
            <p:cNvSpPr/>
            <p:nvPr/>
          </p:nvSpPr>
          <p:spPr>
            <a:xfrm>
              <a:off x="4504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0426;p128">
              <a:extLst>
                <a:ext uri="{FF2B5EF4-FFF2-40B4-BE49-F238E27FC236}">
                  <a16:creationId xmlns:a16="http://schemas.microsoft.com/office/drawing/2014/main" id="{3514DE27-7AE0-6402-2C5D-066FE5302DEA}"/>
                </a:ext>
              </a:extLst>
            </p:cNvPr>
            <p:cNvSpPr/>
            <p:nvPr/>
          </p:nvSpPr>
          <p:spPr>
            <a:xfrm>
              <a:off x="4504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0427;p128">
              <a:extLst>
                <a:ext uri="{FF2B5EF4-FFF2-40B4-BE49-F238E27FC236}">
                  <a16:creationId xmlns:a16="http://schemas.microsoft.com/office/drawing/2014/main" id="{17441063-DC24-CBB8-32BF-B310CAE67A35}"/>
                </a:ext>
              </a:extLst>
            </p:cNvPr>
            <p:cNvSpPr/>
            <p:nvPr/>
          </p:nvSpPr>
          <p:spPr>
            <a:xfrm>
              <a:off x="45040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0428;p128">
              <a:extLst>
                <a:ext uri="{FF2B5EF4-FFF2-40B4-BE49-F238E27FC236}">
                  <a16:creationId xmlns:a16="http://schemas.microsoft.com/office/drawing/2014/main" id="{EEEB13A0-6353-DC66-24CE-05AA6FE022FA}"/>
                </a:ext>
              </a:extLst>
            </p:cNvPr>
            <p:cNvSpPr/>
            <p:nvPr/>
          </p:nvSpPr>
          <p:spPr>
            <a:xfrm>
              <a:off x="4504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0429;p128">
              <a:extLst>
                <a:ext uri="{FF2B5EF4-FFF2-40B4-BE49-F238E27FC236}">
                  <a16:creationId xmlns:a16="http://schemas.microsoft.com/office/drawing/2014/main" id="{96D8649B-E0F2-AF85-F9D6-05349D4D0991}"/>
                </a:ext>
              </a:extLst>
            </p:cNvPr>
            <p:cNvSpPr/>
            <p:nvPr/>
          </p:nvSpPr>
          <p:spPr>
            <a:xfrm>
              <a:off x="45040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0430;p128">
              <a:extLst>
                <a:ext uri="{FF2B5EF4-FFF2-40B4-BE49-F238E27FC236}">
                  <a16:creationId xmlns:a16="http://schemas.microsoft.com/office/drawing/2014/main" id="{43832D63-D1B3-57DB-7716-3132B5A51580}"/>
                </a:ext>
              </a:extLst>
            </p:cNvPr>
            <p:cNvSpPr/>
            <p:nvPr/>
          </p:nvSpPr>
          <p:spPr>
            <a:xfrm>
              <a:off x="45040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0431;p128">
              <a:extLst>
                <a:ext uri="{FF2B5EF4-FFF2-40B4-BE49-F238E27FC236}">
                  <a16:creationId xmlns:a16="http://schemas.microsoft.com/office/drawing/2014/main" id="{19661DD7-EFCA-0439-93F8-A7C56F64DC5F}"/>
                </a:ext>
              </a:extLst>
            </p:cNvPr>
            <p:cNvSpPr/>
            <p:nvPr/>
          </p:nvSpPr>
          <p:spPr>
            <a:xfrm>
              <a:off x="45802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0432;p128">
              <a:extLst>
                <a:ext uri="{FF2B5EF4-FFF2-40B4-BE49-F238E27FC236}">
                  <a16:creationId xmlns:a16="http://schemas.microsoft.com/office/drawing/2014/main" id="{457FFE80-B1F0-2210-3BF7-8175D268C9BB}"/>
                </a:ext>
              </a:extLst>
            </p:cNvPr>
            <p:cNvSpPr/>
            <p:nvPr/>
          </p:nvSpPr>
          <p:spPr>
            <a:xfrm>
              <a:off x="45802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0433;p128">
              <a:extLst>
                <a:ext uri="{FF2B5EF4-FFF2-40B4-BE49-F238E27FC236}">
                  <a16:creationId xmlns:a16="http://schemas.microsoft.com/office/drawing/2014/main" id="{C9D49063-DDED-782B-203F-ED1B5D635E58}"/>
                </a:ext>
              </a:extLst>
            </p:cNvPr>
            <p:cNvSpPr/>
            <p:nvPr/>
          </p:nvSpPr>
          <p:spPr>
            <a:xfrm>
              <a:off x="45802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0434;p128">
              <a:extLst>
                <a:ext uri="{FF2B5EF4-FFF2-40B4-BE49-F238E27FC236}">
                  <a16:creationId xmlns:a16="http://schemas.microsoft.com/office/drawing/2014/main" id="{048EC283-8CE5-3B6F-5782-2B35DC4BA743}"/>
                </a:ext>
              </a:extLst>
            </p:cNvPr>
            <p:cNvSpPr/>
            <p:nvPr/>
          </p:nvSpPr>
          <p:spPr>
            <a:xfrm>
              <a:off x="45802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0435;p128">
              <a:extLst>
                <a:ext uri="{FF2B5EF4-FFF2-40B4-BE49-F238E27FC236}">
                  <a16:creationId xmlns:a16="http://schemas.microsoft.com/office/drawing/2014/main" id="{2661C070-90BD-5FF3-F13A-4F4B78268A38}"/>
                </a:ext>
              </a:extLst>
            </p:cNvPr>
            <p:cNvSpPr/>
            <p:nvPr/>
          </p:nvSpPr>
          <p:spPr>
            <a:xfrm>
              <a:off x="45802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0436;p128">
              <a:extLst>
                <a:ext uri="{FF2B5EF4-FFF2-40B4-BE49-F238E27FC236}">
                  <a16:creationId xmlns:a16="http://schemas.microsoft.com/office/drawing/2014/main" id="{843F9718-C8B0-A7A5-355D-0AB1DF474D61}"/>
                </a:ext>
              </a:extLst>
            </p:cNvPr>
            <p:cNvSpPr/>
            <p:nvPr/>
          </p:nvSpPr>
          <p:spPr>
            <a:xfrm>
              <a:off x="45802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0437;p128">
              <a:extLst>
                <a:ext uri="{FF2B5EF4-FFF2-40B4-BE49-F238E27FC236}">
                  <a16:creationId xmlns:a16="http://schemas.microsoft.com/office/drawing/2014/main" id="{DE4E226D-CA1C-D2BD-1FD5-2152E49CDCE8}"/>
                </a:ext>
              </a:extLst>
            </p:cNvPr>
            <p:cNvSpPr/>
            <p:nvPr/>
          </p:nvSpPr>
          <p:spPr>
            <a:xfrm>
              <a:off x="45802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0438;p128">
              <a:extLst>
                <a:ext uri="{FF2B5EF4-FFF2-40B4-BE49-F238E27FC236}">
                  <a16:creationId xmlns:a16="http://schemas.microsoft.com/office/drawing/2014/main" id="{A0CBC467-37BC-77B1-19B7-603F6A280EDE}"/>
                </a:ext>
              </a:extLst>
            </p:cNvPr>
            <p:cNvSpPr/>
            <p:nvPr/>
          </p:nvSpPr>
          <p:spPr>
            <a:xfrm>
              <a:off x="45802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10439;p128">
              <a:extLst>
                <a:ext uri="{FF2B5EF4-FFF2-40B4-BE49-F238E27FC236}">
                  <a16:creationId xmlns:a16="http://schemas.microsoft.com/office/drawing/2014/main" id="{992145D6-9545-550A-DABC-BA14DC89B39D}"/>
                </a:ext>
              </a:extLst>
            </p:cNvPr>
            <p:cNvSpPr/>
            <p:nvPr/>
          </p:nvSpPr>
          <p:spPr>
            <a:xfrm>
              <a:off x="45802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10440;p128">
              <a:extLst>
                <a:ext uri="{FF2B5EF4-FFF2-40B4-BE49-F238E27FC236}">
                  <a16:creationId xmlns:a16="http://schemas.microsoft.com/office/drawing/2014/main" id="{79DF5774-F521-FD87-6DC6-B73E0D8976A2}"/>
                </a:ext>
              </a:extLst>
            </p:cNvPr>
            <p:cNvSpPr/>
            <p:nvPr/>
          </p:nvSpPr>
          <p:spPr>
            <a:xfrm>
              <a:off x="45802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10441;p128">
              <a:extLst>
                <a:ext uri="{FF2B5EF4-FFF2-40B4-BE49-F238E27FC236}">
                  <a16:creationId xmlns:a16="http://schemas.microsoft.com/office/drawing/2014/main" id="{BB06FBC8-B05A-8F4F-A9B7-A45D8D7EC584}"/>
                </a:ext>
              </a:extLst>
            </p:cNvPr>
            <p:cNvSpPr/>
            <p:nvPr/>
          </p:nvSpPr>
          <p:spPr>
            <a:xfrm>
              <a:off x="45802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10442;p128">
              <a:extLst>
                <a:ext uri="{FF2B5EF4-FFF2-40B4-BE49-F238E27FC236}">
                  <a16:creationId xmlns:a16="http://schemas.microsoft.com/office/drawing/2014/main" id="{1F62E7BA-8699-B803-AE87-F4308097BA3C}"/>
                </a:ext>
              </a:extLst>
            </p:cNvPr>
            <p:cNvSpPr/>
            <p:nvPr/>
          </p:nvSpPr>
          <p:spPr>
            <a:xfrm>
              <a:off x="45802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10443;p128">
              <a:extLst>
                <a:ext uri="{FF2B5EF4-FFF2-40B4-BE49-F238E27FC236}">
                  <a16:creationId xmlns:a16="http://schemas.microsoft.com/office/drawing/2014/main" id="{7447DAEC-0607-B35E-4757-10E788AB41D7}"/>
                </a:ext>
              </a:extLst>
            </p:cNvPr>
            <p:cNvSpPr/>
            <p:nvPr/>
          </p:nvSpPr>
          <p:spPr>
            <a:xfrm>
              <a:off x="465647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0444;p128">
              <a:extLst>
                <a:ext uri="{FF2B5EF4-FFF2-40B4-BE49-F238E27FC236}">
                  <a16:creationId xmlns:a16="http://schemas.microsoft.com/office/drawing/2014/main" id="{A0CD77E6-936B-6A61-2417-D243655C3F1C}"/>
                </a:ext>
              </a:extLst>
            </p:cNvPr>
            <p:cNvSpPr/>
            <p:nvPr/>
          </p:nvSpPr>
          <p:spPr>
            <a:xfrm>
              <a:off x="46564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0445;p128">
              <a:extLst>
                <a:ext uri="{FF2B5EF4-FFF2-40B4-BE49-F238E27FC236}">
                  <a16:creationId xmlns:a16="http://schemas.microsoft.com/office/drawing/2014/main" id="{EE6FFEE0-153D-E087-1CCE-BD1B2193B1C0}"/>
                </a:ext>
              </a:extLst>
            </p:cNvPr>
            <p:cNvSpPr/>
            <p:nvPr/>
          </p:nvSpPr>
          <p:spPr>
            <a:xfrm>
              <a:off x="46564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0446;p128">
              <a:extLst>
                <a:ext uri="{FF2B5EF4-FFF2-40B4-BE49-F238E27FC236}">
                  <a16:creationId xmlns:a16="http://schemas.microsoft.com/office/drawing/2014/main" id="{759D99FF-96B2-623D-1F01-5EE4D9367365}"/>
                </a:ext>
              </a:extLst>
            </p:cNvPr>
            <p:cNvSpPr/>
            <p:nvPr/>
          </p:nvSpPr>
          <p:spPr>
            <a:xfrm>
              <a:off x="46564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0447;p128">
              <a:extLst>
                <a:ext uri="{FF2B5EF4-FFF2-40B4-BE49-F238E27FC236}">
                  <a16:creationId xmlns:a16="http://schemas.microsoft.com/office/drawing/2014/main" id="{4C7C30B9-6988-AC1E-1488-6AAC60C6AC50}"/>
                </a:ext>
              </a:extLst>
            </p:cNvPr>
            <p:cNvSpPr/>
            <p:nvPr/>
          </p:nvSpPr>
          <p:spPr>
            <a:xfrm>
              <a:off x="465647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0448;p128">
              <a:extLst>
                <a:ext uri="{FF2B5EF4-FFF2-40B4-BE49-F238E27FC236}">
                  <a16:creationId xmlns:a16="http://schemas.microsoft.com/office/drawing/2014/main" id="{CD8AFDE1-5028-4AAA-736E-A33B912B6349}"/>
                </a:ext>
              </a:extLst>
            </p:cNvPr>
            <p:cNvSpPr/>
            <p:nvPr/>
          </p:nvSpPr>
          <p:spPr>
            <a:xfrm>
              <a:off x="46564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0449;p128">
              <a:extLst>
                <a:ext uri="{FF2B5EF4-FFF2-40B4-BE49-F238E27FC236}">
                  <a16:creationId xmlns:a16="http://schemas.microsoft.com/office/drawing/2014/main" id="{E544A87A-62D9-138E-C420-5865787E8934}"/>
                </a:ext>
              </a:extLst>
            </p:cNvPr>
            <p:cNvSpPr/>
            <p:nvPr/>
          </p:nvSpPr>
          <p:spPr>
            <a:xfrm>
              <a:off x="46564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0450;p128">
              <a:extLst>
                <a:ext uri="{FF2B5EF4-FFF2-40B4-BE49-F238E27FC236}">
                  <a16:creationId xmlns:a16="http://schemas.microsoft.com/office/drawing/2014/main" id="{B7DB3C7E-2240-07A7-1752-A1C66A4C11BC}"/>
                </a:ext>
              </a:extLst>
            </p:cNvPr>
            <p:cNvSpPr/>
            <p:nvPr/>
          </p:nvSpPr>
          <p:spPr>
            <a:xfrm>
              <a:off x="46564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0451;p128">
              <a:extLst>
                <a:ext uri="{FF2B5EF4-FFF2-40B4-BE49-F238E27FC236}">
                  <a16:creationId xmlns:a16="http://schemas.microsoft.com/office/drawing/2014/main" id="{1E62E174-BD0D-D179-6903-2D142EA2751B}"/>
                </a:ext>
              </a:extLst>
            </p:cNvPr>
            <p:cNvSpPr/>
            <p:nvPr/>
          </p:nvSpPr>
          <p:spPr>
            <a:xfrm>
              <a:off x="46564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0452;p128">
              <a:extLst>
                <a:ext uri="{FF2B5EF4-FFF2-40B4-BE49-F238E27FC236}">
                  <a16:creationId xmlns:a16="http://schemas.microsoft.com/office/drawing/2014/main" id="{B3055BC3-7194-C7E1-E5EB-1AFFC79AD50E}"/>
                </a:ext>
              </a:extLst>
            </p:cNvPr>
            <p:cNvSpPr/>
            <p:nvPr/>
          </p:nvSpPr>
          <p:spPr>
            <a:xfrm>
              <a:off x="46564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0453;p128">
              <a:extLst>
                <a:ext uri="{FF2B5EF4-FFF2-40B4-BE49-F238E27FC236}">
                  <a16:creationId xmlns:a16="http://schemas.microsoft.com/office/drawing/2014/main" id="{983641E0-0CC4-3632-3CE1-708E9229B127}"/>
                </a:ext>
              </a:extLst>
            </p:cNvPr>
            <p:cNvSpPr/>
            <p:nvPr/>
          </p:nvSpPr>
          <p:spPr>
            <a:xfrm>
              <a:off x="46564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0454;p128">
              <a:extLst>
                <a:ext uri="{FF2B5EF4-FFF2-40B4-BE49-F238E27FC236}">
                  <a16:creationId xmlns:a16="http://schemas.microsoft.com/office/drawing/2014/main" id="{4984FEDD-67B0-2E0E-DC41-CE889D688137}"/>
                </a:ext>
              </a:extLst>
            </p:cNvPr>
            <p:cNvSpPr/>
            <p:nvPr/>
          </p:nvSpPr>
          <p:spPr>
            <a:xfrm>
              <a:off x="46564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0455;p128">
              <a:extLst>
                <a:ext uri="{FF2B5EF4-FFF2-40B4-BE49-F238E27FC236}">
                  <a16:creationId xmlns:a16="http://schemas.microsoft.com/office/drawing/2014/main" id="{12AF36FD-4341-93E1-3A77-BA1E0AEB8BE7}"/>
                </a:ext>
              </a:extLst>
            </p:cNvPr>
            <p:cNvSpPr/>
            <p:nvPr/>
          </p:nvSpPr>
          <p:spPr>
            <a:xfrm>
              <a:off x="47324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0456;p128">
              <a:extLst>
                <a:ext uri="{FF2B5EF4-FFF2-40B4-BE49-F238E27FC236}">
                  <a16:creationId xmlns:a16="http://schemas.microsoft.com/office/drawing/2014/main" id="{72343FC9-DAEA-C44E-CD7C-E2BAC8B2B21F}"/>
                </a:ext>
              </a:extLst>
            </p:cNvPr>
            <p:cNvSpPr/>
            <p:nvPr/>
          </p:nvSpPr>
          <p:spPr>
            <a:xfrm>
              <a:off x="47324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0457;p128">
              <a:extLst>
                <a:ext uri="{FF2B5EF4-FFF2-40B4-BE49-F238E27FC236}">
                  <a16:creationId xmlns:a16="http://schemas.microsoft.com/office/drawing/2014/main" id="{60ECCD3B-BB01-051B-9858-AE47660FB2F9}"/>
                </a:ext>
              </a:extLst>
            </p:cNvPr>
            <p:cNvSpPr/>
            <p:nvPr/>
          </p:nvSpPr>
          <p:spPr>
            <a:xfrm>
              <a:off x="48087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0458;p128">
              <a:extLst>
                <a:ext uri="{FF2B5EF4-FFF2-40B4-BE49-F238E27FC236}">
                  <a16:creationId xmlns:a16="http://schemas.microsoft.com/office/drawing/2014/main" id="{5D89AE4D-67C4-422C-E068-A45D23B480F2}"/>
                </a:ext>
              </a:extLst>
            </p:cNvPr>
            <p:cNvSpPr/>
            <p:nvPr/>
          </p:nvSpPr>
          <p:spPr>
            <a:xfrm>
              <a:off x="48087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0459;p128">
              <a:extLst>
                <a:ext uri="{FF2B5EF4-FFF2-40B4-BE49-F238E27FC236}">
                  <a16:creationId xmlns:a16="http://schemas.microsoft.com/office/drawing/2014/main" id="{F20508AB-A6E7-85C3-17A6-3DD44A3A08EE}"/>
                </a:ext>
              </a:extLst>
            </p:cNvPr>
            <p:cNvSpPr/>
            <p:nvPr/>
          </p:nvSpPr>
          <p:spPr>
            <a:xfrm>
              <a:off x="48087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0460;p128">
              <a:extLst>
                <a:ext uri="{FF2B5EF4-FFF2-40B4-BE49-F238E27FC236}">
                  <a16:creationId xmlns:a16="http://schemas.microsoft.com/office/drawing/2014/main" id="{57DFC9E0-6EAE-933E-D0C2-165AEB45DBF4}"/>
                </a:ext>
              </a:extLst>
            </p:cNvPr>
            <p:cNvSpPr/>
            <p:nvPr/>
          </p:nvSpPr>
          <p:spPr>
            <a:xfrm>
              <a:off x="48087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0461;p128">
              <a:extLst>
                <a:ext uri="{FF2B5EF4-FFF2-40B4-BE49-F238E27FC236}">
                  <a16:creationId xmlns:a16="http://schemas.microsoft.com/office/drawing/2014/main" id="{AC7A6085-0445-984E-35A0-F2FF858DCCE1}"/>
                </a:ext>
              </a:extLst>
            </p:cNvPr>
            <p:cNvSpPr/>
            <p:nvPr/>
          </p:nvSpPr>
          <p:spPr>
            <a:xfrm>
              <a:off x="480870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0462;p128">
              <a:extLst>
                <a:ext uri="{FF2B5EF4-FFF2-40B4-BE49-F238E27FC236}">
                  <a16:creationId xmlns:a16="http://schemas.microsoft.com/office/drawing/2014/main" id="{1C55A1FC-22AC-4F93-707E-C62B40ED12CA}"/>
                </a:ext>
              </a:extLst>
            </p:cNvPr>
            <p:cNvSpPr/>
            <p:nvPr/>
          </p:nvSpPr>
          <p:spPr>
            <a:xfrm>
              <a:off x="4808700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0463;p128">
              <a:extLst>
                <a:ext uri="{FF2B5EF4-FFF2-40B4-BE49-F238E27FC236}">
                  <a16:creationId xmlns:a16="http://schemas.microsoft.com/office/drawing/2014/main" id="{BA98C4EC-40B0-4539-8A1E-F08DAB539F24}"/>
                </a:ext>
              </a:extLst>
            </p:cNvPr>
            <p:cNvSpPr/>
            <p:nvPr/>
          </p:nvSpPr>
          <p:spPr>
            <a:xfrm>
              <a:off x="480870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0464;p128">
              <a:extLst>
                <a:ext uri="{FF2B5EF4-FFF2-40B4-BE49-F238E27FC236}">
                  <a16:creationId xmlns:a16="http://schemas.microsoft.com/office/drawing/2014/main" id="{D9F3EDE3-1C16-EF9B-0480-10AD2F769134}"/>
                </a:ext>
              </a:extLst>
            </p:cNvPr>
            <p:cNvSpPr/>
            <p:nvPr/>
          </p:nvSpPr>
          <p:spPr>
            <a:xfrm>
              <a:off x="480870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0465;p128">
              <a:extLst>
                <a:ext uri="{FF2B5EF4-FFF2-40B4-BE49-F238E27FC236}">
                  <a16:creationId xmlns:a16="http://schemas.microsoft.com/office/drawing/2014/main" id="{5717FF34-BB5D-6012-595B-34F59D023BC6}"/>
                </a:ext>
              </a:extLst>
            </p:cNvPr>
            <p:cNvSpPr/>
            <p:nvPr/>
          </p:nvSpPr>
          <p:spPr>
            <a:xfrm>
              <a:off x="480870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0466;p128">
              <a:extLst>
                <a:ext uri="{FF2B5EF4-FFF2-40B4-BE49-F238E27FC236}">
                  <a16:creationId xmlns:a16="http://schemas.microsoft.com/office/drawing/2014/main" id="{3B75E56A-2742-825A-7F56-3C9A57509268}"/>
                </a:ext>
              </a:extLst>
            </p:cNvPr>
            <p:cNvSpPr/>
            <p:nvPr/>
          </p:nvSpPr>
          <p:spPr>
            <a:xfrm>
              <a:off x="480870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0467;p128">
              <a:extLst>
                <a:ext uri="{FF2B5EF4-FFF2-40B4-BE49-F238E27FC236}">
                  <a16:creationId xmlns:a16="http://schemas.microsoft.com/office/drawing/2014/main" id="{45EDAA39-B6B8-D575-9C20-E71C9428C751}"/>
                </a:ext>
              </a:extLst>
            </p:cNvPr>
            <p:cNvSpPr/>
            <p:nvPr/>
          </p:nvSpPr>
          <p:spPr>
            <a:xfrm>
              <a:off x="48087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0468;p128">
              <a:extLst>
                <a:ext uri="{FF2B5EF4-FFF2-40B4-BE49-F238E27FC236}">
                  <a16:creationId xmlns:a16="http://schemas.microsoft.com/office/drawing/2014/main" id="{C9DFAFFF-967C-AD67-18DE-51FF6957940A}"/>
                </a:ext>
              </a:extLst>
            </p:cNvPr>
            <p:cNvSpPr/>
            <p:nvPr/>
          </p:nvSpPr>
          <p:spPr>
            <a:xfrm>
              <a:off x="480870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0469;p128">
              <a:extLst>
                <a:ext uri="{FF2B5EF4-FFF2-40B4-BE49-F238E27FC236}">
                  <a16:creationId xmlns:a16="http://schemas.microsoft.com/office/drawing/2014/main" id="{4164BF79-DCA4-E197-087E-3A0C576AF27F}"/>
                </a:ext>
              </a:extLst>
            </p:cNvPr>
            <p:cNvSpPr/>
            <p:nvPr/>
          </p:nvSpPr>
          <p:spPr>
            <a:xfrm>
              <a:off x="480870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0470;p128">
              <a:extLst>
                <a:ext uri="{FF2B5EF4-FFF2-40B4-BE49-F238E27FC236}">
                  <a16:creationId xmlns:a16="http://schemas.microsoft.com/office/drawing/2014/main" id="{DF486F24-DF05-CF75-033C-31FC9604DD7A}"/>
                </a:ext>
              </a:extLst>
            </p:cNvPr>
            <p:cNvSpPr/>
            <p:nvPr/>
          </p:nvSpPr>
          <p:spPr>
            <a:xfrm>
              <a:off x="480870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0471;p128">
              <a:extLst>
                <a:ext uri="{FF2B5EF4-FFF2-40B4-BE49-F238E27FC236}">
                  <a16:creationId xmlns:a16="http://schemas.microsoft.com/office/drawing/2014/main" id="{58725CFB-3F4B-8065-6FBE-8FD883882827}"/>
                </a:ext>
              </a:extLst>
            </p:cNvPr>
            <p:cNvSpPr/>
            <p:nvPr/>
          </p:nvSpPr>
          <p:spPr>
            <a:xfrm>
              <a:off x="4884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0472;p128">
              <a:extLst>
                <a:ext uri="{FF2B5EF4-FFF2-40B4-BE49-F238E27FC236}">
                  <a16:creationId xmlns:a16="http://schemas.microsoft.com/office/drawing/2014/main" id="{F2C5C998-99BD-CEE8-C090-9806AAE42A48}"/>
                </a:ext>
              </a:extLst>
            </p:cNvPr>
            <p:cNvSpPr/>
            <p:nvPr/>
          </p:nvSpPr>
          <p:spPr>
            <a:xfrm>
              <a:off x="4884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0473;p128">
              <a:extLst>
                <a:ext uri="{FF2B5EF4-FFF2-40B4-BE49-F238E27FC236}">
                  <a16:creationId xmlns:a16="http://schemas.microsoft.com/office/drawing/2014/main" id="{4074640D-07C8-1692-87B2-C9A7B14E725D}"/>
                </a:ext>
              </a:extLst>
            </p:cNvPr>
            <p:cNvSpPr/>
            <p:nvPr/>
          </p:nvSpPr>
          <p:spPr>
            <a:xfrm>
              <a:off x="4884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0474;p128">
              <a:extLst>
                <a:ext uri="{FF2B5EF4-FFF2-40B4-BE49-F238E27FC236}">
                  <a16:creationId xmlns:a16="http://schemas.microsoft.com/office/drawing/2014/main" id="{D5CBA45E-1ADA-02F5-2683-D4E8563285BE}"/>
                </a:ext>
              </a:extLst>
            </p:cNvPr>
            <p:cNvSpPr/>
            <p:nvPr/>
          </p:nvSpPr>
          <p:spPr>
            <a:xfrm>
              <a:off x="4884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0475;p128">
              <a:extLst>
                <a:ext uri="{FF2B5EF4-FFF2-40B4-BE49-F238E27FC236}">
                  <a16:creationId xmlns:a16="http://schemas.microsoft.com/office/drawing/2014/main" id="{D60C8FD2-1767-C5C7-642B-B359703EE2ED}"/>
                </a:ext>
              </a:extLst>
            </p:cNvPr>
            <p:cNvSpPr/>
            <p:nvPr/>
          </p:nvSpPr>
          <p:spPr>
            <a:xfrm>
              <a:off x="4884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0476;p128">
              <a:extLst>
                <a:ext uri="{FF2B5EF4-FFF2-40B4-BE49-F238E27FC236}">
                  <a16:creationId xmlns:a16="http://schemas.microsoft.com/office/drawing/2014/main" id="{172E7C57-1636-C4DA-7BAC-285E35D2A645}"/>
                </a:ext>
              </a:extLst>
            </p:cNvPr>
            <p:cNvSpPr/>
            <p:nvPr/>
          </p:nvSpPr>
          <p:spPr>
            <a:xfrm>
              <a:off x="488490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0477;p128">
              <a:extLst>
                <a:ext uri="{FF2B5EF4-FFF2-40B4-BE49-F238E27FC236}">
                  <a16:creationId xmlns:a16="http://schemas.microsoft.com/office/drawing/2014/main" id="{91C64D1B-6796-4E54-7395-898078124E84}"/>
                </a:ext>
              </a:extLst>
            </p:cNvPr>
            <p:cNvSpPr/>
            <p:nvPr/>
          </p:nvSpPr>
          <p:spPr>
            <a:xfrm>
              <a:off x="4884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0478;p128">
              <a:extLst>
                <a:ext uri="{FF2B5EF4-FFF2-40B4-BE49-F238E27FC236}">
                  <a16:creationId xmlns:a16="http://schemas.microsoft.com/office/drawing/2014/main" id="{ADD2B8DF-497F-3D8F-1245-D777251C9229}"/>
                </a:ext>
              </a:extLst>
            </p:cNvPr>
            <p:cNvSpPr/>
            <p:nvPr/>
          </p:nvSpPr>
          <p:spPr>
            <a:xfrm>
              <a:off x="4884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0479;p128">
              <a:extLst>
                <a:ext uri="{FF2B5EF4-FFF2-40B4-BE49-F238E27FC236}">
                  <a16:creationId xmlns:a16="http://schemas.microsoft.com/office/drawing/2014/main" id="{EB88EFB1-61DF-A5F3-6AAF-22A62B7CBA1C}"/>
                </a:ext>
              </a:extLst>
            </p:cNvPr>
            <p:cNvSpPr/>
            <p:nvPr/>
          </p:nvSpPr>
          <p:spPr>
            <a:xfrm>
              <a:off x="4884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0480;p128">
              <a:extLst>
                <a:ext uri="{FF2B5EF4-FFF2-40B4-BE49-F238E27FC236}">
                  <a16:creationId xmlns:a16="http://schemas.microsoft.com/office/drawing/2014/main" id="{E695C965-EF11-F0B3-EFC6-010130FE65A1}"/>
                </a:ext>
              </a:extLst>
            </p:cNvPr>
            <p:cNvSpPr/>
            <p:nvPr/>
          </p:nvSpPr>
          <p:spPr>
            <a:xfrm>
              <a:off x="4884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0481;p128">
              <a:extLst>
                <a:ext uri="{FF2B5EF4-FFF2-40B4-BE49-F238E27FC236}">
                  <a16:creationId xmlns:a16="http://schemas.microsoft.com/office/drawing/2014/main" id="{D465550E-2A0C-46A5-DFDB-E5921B54B5E5}"/>
                </a:ext>
              </a:extLst>
            </p:cNvPr>
            <p:cNvSpPr/>
            <p:nvPr/>
          </p:nvSpPr>
          <p:spPr>
            <a:xfrm>
              <a:off x="4884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0482;p128">
              <a:extLst>
                <a:ext uri="{FF2B5EF4-FFF2-40B4-BE49-F238E27FC236}">
                  <a16:creationId xmlns:a16="http://schemas.microsoft.com/office/drawing/2014/main" id="{84DD2C2D-0CD9-FC72-18A7-D661958E8ED0}"/>
                </a:ext>
              </a:extLst>
            </p:cNvPr>
            <p:cNvSpPr/>
            <p:nvPr/>
          </p:nvSpPr>
          <p:spPr>
            <a:xfrm>
              <a:off x="4884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0483;p128">
              <a:extLst>
                <a:ext uri="{FF2B5EF4-FFF2-40B4-BE49-F238E27FC236}">
                  <a16:creationId xmlns:a16="http://schemas.microsoft.com/office/drawing/2014/main" id="{1BDF588E-38A7-1E91-1DFA-81F8A9AEE066}"/>
                </a:ext>
              </a:extLst>
            </p:cNvPr>
            <p:cNvSpPr/>
            <p:nvPr/>
          </p:nvSpPr>
          <p:spPr>
            <a:xfrm>
              <a:off x="4884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0484;p128">
              <a:extLst>
                <a:ext uri="{FF2B5EF4-FFF2-40B4-BE49-F238E27FC236}">
                  <a16:creationId xmlns:a16="http://schemas.microsoft.com/office/drawing/2014/main" id="{FE8EF53E-E234-BEFD-A550-80D7DF9AC617}"/>
                </a:ext>
              </a:extLst>
            </p:cNvPr>
            <p:cNvSpPr/>
            <p:nvPr/>
          </p:nvSpPr>
          <p:spPr>
            <a:xfrm>
              <a:off x="4884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0485;p128">
              <a:extLst>
                <a:ext uri="{FF2B5EF4-FFF2-40B4-BE49-F238E27FC236}">
                  <a16:creationId xmlns:a16="http://schemas.microsoft.com/office/drawing/2014/main" id="{2D6D524E-F65D-87CF-A2BA-6827B888B900}"/>
                </a:ext>
              </a:extLst>
            </p:cNvPr>
            <p:cNvSpPr/>
            <p:nvPr/>
          </p:nvSpPr>
          <p:spPr>
            <a:xfrm>
              <a:off x="4884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0486;p128">
              <a:extLst>
                <a:ext uri="{FF2B5EF4-FFF2-40B4-BE49-F238E27FC236}">
                  <a16:creationId xmlns:a16="http://schemas.microsoft.com/office/drawing/2014/main" id="{20A82FB9-6749-AA3E-E8FD-98046917113F}"/>
                </a:ext>
              </a:extLst>
            </p:cNvPr>
            <p:cNvSpPr/>
            <p:nvPr/>
          </p:nvSpPr>
          <p:spPr>
            <a:xfrm>
              <a:off x="49611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0487;p128">
              <a:extLst>
                <a:ext uri="{FF2B5EF4-FFF2-40B4-BE49-F238E27FC236}">
                  <a16:creationId xmlns:a16="http://schemas.microsoft.com/office/drawing/2014/main" id="{C8D540BB-4709-4E50-118C-96C7ED6FB11E}"/>
                </a:ext>
              </a:extLst>
            </p:cNvPr>
            <p:cNvSpPr/>
            <p:nvPr/>
          </p:nvSpPr>
          <p:spPr>
            <a:xfrm>
              <a:off x="4961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0488;p128">
              <a:extLst>
                <a:ext uri="{FF2B5EF4-FFF2-40B4-BE49-F238E27FC236}">
                  <a16:creationId xmlns:a16="http://schemas.microsoft.com/office/drawing/2014/main" id="{786D5308-05B4-D863-489B-6CB02AD0CEB2}"/>
                </a:ext>
              </a:extLst>
            </p:cNvPr>
            <p:cNvSpPr/>
            <p:nvPr/>
          </p:nvSpPr>
          <p:spPr>
            <a:xfrm>
              <a:off x="4961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0489;p128">
              <a:extLst>
                <a:ext uri="{FF2B5EF4-FFF2-40B4-BE49-F238E27FC236}">
                  <a16:creationId xmlns:a16="http://schemas.microsoft.com/office/drawing/2014/main" id="{CEF91BF7-3BB4-9033-9746-0BE13553308D}"/>
                </a:ext>
              </a:extLst>
            </p:cNvPr>
            <p:cNvSpPr/>
            <p:nvPr/>
          </p:nvSpPr>
          <p:spPr>
            <a:xfrm>
              <a:off x="4961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0490;p128">
              <a:extLst>
                <a:ext uri="{FF2B5EF4-FFF2-40B4-BE49-F238E27FC236}">
                  <a16:creationId xmlns:a16="http://schemas.microsoft.com/office/drawing/2014/main" id="{31C6DB95-A099-35DC-D8AC-75C49242CE34}"/>
                </a:ext>
              </a:extLst>
            </p:cNvPr>
            <p:cNvSpPr/>
            <p:nvPr/>
          </p:nvSpPr>
          <p:spPr>
            <a:xfrm>
              <a:off x="49611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0491;p128">
              <a:extLst>
                <a:ext uri="{FF2B5EF4-FFF2-40B4-BE49-F238E27FC236}">
                  <a16:creationId xmlns:a16="http://schemas.microsoft.com/office/drawing/2014/main" id="{82FC0039-3A04-F4B3-AEB2-537AE8ECE6C4}"/>
                </a:ext>
              </a:extLst>
            </p:cNvPr>
            <p:cNvSpPr/>
            <p:nvPr/>
          </p:nvSpPr>
          <p:spPr>
            <a:xfrm>
              <a:off x="4961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0492;p128">
              <a:extLst>
                <a:ext uri="{FF2B5EF4-FFF2-40B4-BE49-F238E27FC236}">
                  <a16:creationId xmlns:a16="http://schemas.microsoft.com/office/drawing/2014/main" id="{EC108E21-25A1-6212-EF66-006EDA591958}"/>
                </a:ext>
              </a:extLst>
            </p:cNvPr>
            <p:cNvSpPr/>
            <p:nvPr/>
          </p:nvSpPr>
          <p:spPr>
            <a:xfrm>
              <a:off x="49611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0493;p128">
              <a:extLst>
                <a:ext uri="{FF2B5EF4-FFF2-40B4-BE49-F238E27FC236}">
                  <a16:creationId xmlns:a16="http://schemas.microsoft.com/office/drawing/2014/main" id="{673C6ED6-F8A1-875B-D7BC-1A4098E08ED3}"/>
                </a:ext>
              </a:extLst>
            </p:cNvPr>
            <p:cNvSpPr/>
            <p:nvPr/>
          </p:nvSpPr>
          <p:spPr>
            <a:xfrm>
              <a:off x="49611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0494;p128">
              <a:extLst>
                <a:ext uri="{FF2B5EF4-FFF2-40B4-BE49-F238E27FC236}">
                  <a16:creationId xmlns:a16="http://schemas.microsoft.com/office/drawing/2014/main" id="{DCC8F99B-0204-65FE-3B72-803379C7A507}"/>
                </a:ext>
              </a:extLst>
            </p:cNvPr>
            <p:cNvSpPr/>
            <p:nvPr/>
          </p:nvSpPr>
          <p:spPr>
            <a:xfrm>
              <a:off x="49611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0495;p128">
              <a:extLst>
                <a:ext uri="{FF2B5EF4-FFF2-40B4-BE49-F238E27FC236}">
                  <a16:creationId xmlns:a16="http://schemas.microsoft.com/office/drawing/2014/main" id="{8CD0D7E4-4667-0FB8-7C63-AB9095438C60}"/>
                </a:ext>
              </a:extLst>
            </p:cNvPr>
            <p:cNvSpPr/>
            <p:nvPr/>
          </p:nvSpPr>
          <p:spPr>
            <a:xfrm>
              <a:off x="49611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0496;p128">
              <a:extLst>
                <a:ext uri="{FF2B5EF4-FFF2-40B4-BE49-F238E27FC236}">
                  <a16:creationId xmlns:a16="http://schemas.microsoft.com/office/drawing/2014/main" id="{9C49C96D-9A18-617F-4C62-D9A72EE260AE}"/>
                </a:ext>
              </a:extLst>
            </p:cNvPr>
            <p:cNvSpPr/>
            <p:nvPr/>
          </p:nvSpPr>
          <p:spPr>
            <a:xfrm>
              <a:off x="49611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0497;p128">
              <a:extLst>
                <a:ext uri="{FF2B5EF4-FFF2-40B4-BE49-F238E27FC236}">
                  <a16:creationId xmlns:a16="http://schemas.microsoft.com/office/drawing/2014/main" id="{CF2F8562-4773-F07B-6F87-0D93CB5357BA}"/>
                </a:ext>
              </a:extLst>
            </p:cNvPr>
            <p:cNvSpPr/>
            <p:nvPr/>
          </p:nvSpPr>
          <p:spPr>
            <a:xfrm>
              <a:off x="49611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0498;p128">
              <a:extLst>
                <a:ext uri="{FF2B5EF4-FFF2-40B4-BE49-F238E27FC236}">
                  <a16:creationId xmlns:a16="http://schemas.microsoft.com/office/drawing/2014/main" id="{3C033B41-4470-365A-44B9-EB9EA4157AF0}"/>
                </a:ext>
              </a:extLst>
            </p:cNvPr>
            <p:cNvSpPr/>
            <p:nvPr/>
          </p:nvSpPr>
          <p:spPr>
            <a:xfrm>
              <a:off x="49611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0499;p128">
              <a:extLst>
                <a:ext uri="{FF2B5EF4-FFF2-40B4-BE49-F238E27FC236}">
                  <a16:creationId xmlns:a16="http://schemas.microsoft.com/office/drawing/2014/main" id="{C7C9E2DC-6CC9-7F8A-1EB9-4DBB6591AE5C}"/>
                </a:ext>
              </a:extLst>
            </p:cNvPr>
            <p:cNvSpPr/>
            <p:nvPr/>
          </p:nvSpPr>
          <p:spPr>
            <a:xfrm>
              <a:off x="49611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0500;p128">
              <a:extLst>
                <a:ext uri="{FF2B5EF4-FFF2-40B4-BE49-F238E27FC236}">
                  <a16:creationId xmlns:a16="http://schemas.microsoft.com/office/drawing/2014/main" id="{1441F7A5-7F95-78A2-BC4C-4953CC74CDE5}"/>
                </a:ext>
              </a:extLst>
            </p:cNvPr>
            <p:cNvSpPr/>
            <p:nvPr/>
          </p:nvSpPr>
          <p:spPr>
            <a:xfrm>
              <a:off x="50373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10501;p128">
              <a:extLst>
                <a:ext uri="{FF2B5EF4-FFF2-40B4-BE49-F238E27FC236}">
                  <a16:creationId xmlns:a16="http://schemas.microsoft.com/office/drawing/2014/main" id="{98E2AD31-33BF-6FE2-D849-1ADB229A6CC2}"/>
                </a:ext>
              </a:extLst>
            </p:cNvPr>
            <p:cNvSpPr/>
            <p:nvPr/>
          </p:nvSpPr>
          <p:spPr>
            <a:xfrm>
              <a:off x="5037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0502;p128">
              <a:extLst>
                <a:ext uri="{FF2B5EF4-FFF2-40B4-BE49-F238E27FC236}">
                  <a16:creationId xmlns:a16="http://schemas.microsoft.com/office/drawing/2014/main" id="{69406BE4-F5B3-DFE7-06C3-61C6C35100A3}"/>
                </a:ext>
              </a:extLst>
            </p:cNvPr>
            <p:cNvSpPr/>
            <p:nvPr/>
          </p:nvSpPr>
          <p:spPr>
            <a:xfrm>
              <a:off x="5037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0503;p128">
              <a:extLst>
                <a:ext uri="{FF2B5EF4-FFF2-40B4-BE49-F238E27FC236}">
                  <a16:creationId xmlns:a16="http://schemas.microsoft.com/office/drawing/2014/main" id="{BFD817B8-20B4-D97D-B071-B1FECF3881D7}"/>
                </a:ext>
              </a:extLst>
            </p:cNvPr>
            <p:cNvSpPr/>
            <p:nvPr/>
          </p:nvSpPr>
          <p:spPr>
            <a:xfrm>
              <a:off x="5037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0504;p128">
              <a:extLst>
                <a:ext uri="{FF2B5EF4-FFF2-40B4-BE49-F238E27FC236}">
                  <a16:creationId xmlns:a16="http://schemas.microsoft.com/office/drawing/2014/main" id="{AF3E388D-8453-4728-0D05-BF2802AC3FA7}"/>
                </a:ext>
              </a:extLst>
            </p:cNvPr>
            <p:cNvSpPr/>
            <p:nvPr/>
          </p:nvSpPr>
          <p:spPr>
            <a:xfrm>
              <a:off x="5037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0505;p128">
              <a:extLst>
                <a:ext uri="{FF2B5EF4-FFF2-40B4-BE49-F238E27FC236}">
                  <a16:creationId xmlns:a16="http://schemas.microsoft.com/office/drawing/2014/main" id="{476B510F-26D0-5443-207B-532AE3A5F189}"/>
                </a:ext>
              </a:extLst>
            </p:cNvPr>
            <p:cNvSpPr/>
            <p:nvPr/>
          </p:nvSpPr>
          <p:spPr>
            <a:xfrm>
              <a:off x="5037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10506;p128">
              <a:extLst>
                <a:ext uri="{FF2B5EF4-FFF2-40B4-BE49-F238E27FC236}">
                  <a16:creationId xmlns:a16="http://schemas.microsoft.com/office/drawing/2014/main" id="{76E3503C-C0BC-0296-151F-CBE19F0B6980}"/>
                </a:ext>
              </a:extLst>
            </p:cNvPr>
            <p:cNvSpPr/>
            <p:nvPr/>
          </p:nvSpPr>
          <p:spPr>
            <a:xfrm>
              <a:off x="50373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" name="Google Shape;10507;p128">
              <a:extLst>
                <a:ext uri="{FF2B5EF4-FFF2-40B4-BE49-F238E27FC236}">
                  <a16:creationId xmlns:a16="http://schemas.microsoft.com/office/drawing/2014/main" id="{19C6B3EB-18F1-9B47-6C24-F6331FFA6275}"/>
                </a:ext>
              </a:extLst>
            </p:cNvPr>
            <p:cNvSpPr/>
            <p:nvPr/>
          </p:nvSpPr>
          <p:spPr>
            <a:xfrm>
              <a:off x="50373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0508;p128">
              <a:extLst>
                <a:ext uri="{FF2B5EF4-FFF2-40B4-BE49-F238E27FC236}">
                  <a16:creationId xmlns:a16="http://schemas.microsoft.com/office/drawing/2014/main" id="{31FF5EF9-440F-5D84-984E-E3F73D615B68}"/>
                </a:ext>
              </a:extLst>
            </p:cNvPr>
            <p:cNvSpPr/>
            <p:nvPr/>
          </p:nvSpPr>
          <p:spPr>
            <a:xfrm>
              <a:off x="50373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0509;p128">
              <a:extLst>
                <a:ext uri="{FF2B5EF4-FFF2-40B4-BE49-F238E27FC236}">
                  <a16:creationId xmlns:a16="http://schemas.microsoft.com/office/drawing/2014/main" id="{2B8910C4-CFBA-B0B1-495F-EE0507D0317A}"/>
                </a:ext>
              </a:extLst>
            </p:cNvPr>
            <p:cNvSpPr/>
            <p:nvPr/>
          </p:nvSpPr>
          <p:spPr>
            <a:xfrm>
              <a:off x="50373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0510;p128">
              <a:extLst>
                <a:ext uri="{FF2B5EF4-FFF2-40B4-BE49-F238E27FC236}">
                  <a16:creationId xmlns:a16="http://schemas.microsoft.com/office/drawing/2014/main" id="{FFA7C157-E0F4-D7E7-91DB-C78ED3C3C96E}"/>
                </a:ext>
              </a:extLst>
            </p:cNvPr>
            <p:cNvSpPr/>
            <p:nvPr/>
          </p:nvSpPr>
          <p:spPr>
            <a:xfrm>
              <a:off x="50373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0511;p128">
              <a:extLst>
                <a:ext uri="{FF2B5EF4-FFF2-40B4-BE49-F238E27FC236}">
                  <a16:creationId xmlns:a16="http://schemas.microsoft.com/office/drawing/2014/main" id="{B72A6B2C-BE28-2E3C-5E65-1635B9A4633A}"/>
                </a:ext>
              </a:extLst>
            </p:cNvPr>
            <p:cNvSpPr/>
            <p:nvPr/>
          </p:nvSpPr>
          <p:spPr>
            <a:xfrm>
              <a:off x="50373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0512;p128">
              <a:extLst>
                <a:ext uri="{FF2B5EF4-FFF2-40B4-BE49-F238E27FC236}">
                  <a16:creationId xmlns:a16="http://schemas.microsoft.com/office/drawing/2014/main" id="{283A7C0F-C250-E906-9A18-94B548C4E13D}"/>
                </a:ext>
              </a:extLst>
            </p:cNvPr>
            <p:cNvSpPr/>
            <p:nvPr/>
          </p:nvSpPr>
          <p:spPr>
            <a:xfrm>
              <a:off x="50373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0513;p128">
              <a:extLst>
                <a:ext uri="{FF2B5EF4-FFF2-40B4-BE49-F238E27FC236}">
                  <a16:creationId xmlns:a16="http://schemas.microsoft.com/office/drawing/2014/main" id="{2C99E051-A730-8DE9-9A75-24EC3EF29DBC}"/>
                </a:ext>
              </a:extLst>
            </p:cNvPr>
            <p:cNvSpPr/>
            <p:nvPr/>
          </p:nvSpPr>
          <p:spPr>
            <a:xfrm>
              <a:off x="50373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0514;p128">
              <a:extLst>
                <a:ext uri="{FF2B5EF4-FFF2-40B4-BE49-F238E27FC236}">
                  <a16:creationId xmlns:a16="http://schemas.microsoft.com/office/drawing/2014/main" id="{21ABF5A3-A9E0-7282-0FEC-96E529096F6F}"/>
                </a:ext>
              </a:extLst>
            </p:cNvPr>
            <p:cNvSpPr/>
            <p:nvPr/>
          </p:nvSpPr>
          <p:spPr>
            <a:xfrm>
              <a:off x="511335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0515;p128">
              <a:extLst>
                <a:ext uri="{FF2B5EF4-FFF2-40B4-BE49-F238E27FC236}">
                  <a16:creationId xmlns:a16="http://schemas.microsoft.com/office/drawing/2014/main" id="{0E798301-0197-F3C9-D6EF-4D104FA837E2}"/>
                </a:ext>
              </a:extLst>
            </p:cNvPr>
            <p:cNvSpPr/>
            <p:nvPr/>
          </p:nvSpPr>
          <p:spPr>
            <a:xfrm>
              <a:off x="511335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8" y="2137"/>
                    <a:pt x="1076" y="2137"/>
                  </a:cubicBezTo>
                  <a:cubicBezTo>
                    <a:pt x="1339" y="2137"/>
                    <a:pt x="1605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10516;p128">
              <a:extLst>
                <a:ext uri="{FF2B5EF4-FFF2-40B4-BE49-F238E27FC236}">
                  <a16:creationId xmlns:a16="http://schemas.microsoft.com/office/drawing/2014/main" id="{F20061CE-B60F-55C6-9881-8A663405FCBC}"/>
                </a:ext>
              </a:extLst>
            </p:cNvPr>
            <p:cNvSpPr/>
            <p:nvPr/>
          </p:nvSpPr>
          <p:spPr>
            <a:xfrm>
              <a:off x="51895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10517;p128">
              <a:extLst>
                <a:ext uri="{FF2B5EF4-FFF2-40B4-BE49-F238E27FC236}">
                  <a16:creationId xmlns:a16="http://schemas.microsoft.com/office/drawing/2014/main" id="{516D6DBC-B66F-B4E0-D48E-181565DC4758}"/>
                </a:ext>
              </a:extLst>
            </p:cNvPr>
            <p:cNvSpPr/>
            <p:nvPr/>
          </p:nvSpPr>
          <p:spPr>
            <a:xfrm>
              <a:off x="51895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10518;p128">
              <a:extLst>
                <a:ext uri="{FF2B5EF4-FFF2-40B4-BE49-F238E27FC236}">
                  <a16:creationId xmlns:a16="http://schemas.microsoft.com/office/drawing/2014/main" id="{63204147-E574-5260-981E-7EFE8690CA32}"/>
                </a:ext>
              </a:extLst>
            </p:cNvPr>
            <p:cNvSpPr/>
            <p:nvPr/>
          </p:nvSpPr>
          <p:spPr>
            <a:xfrm>
              <a:off x="5189550" y="157140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51" y="0"/>
                  </a:moveTo>
                  <a:cubicBezTo>
                    <a:pt x="472" y="0"/>
                    <a:pt x="1" y="477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ubicBezTo>
                    <a:pt x="1061" y="1"/>
                    <a:pt x="1056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0519;p128">
              <a:extLst>
                <a:ext uri="{FF2B5EF4-FFF2-40B4-BE49-F238E27FC236}">
                  <a16:creationId xmlns:a16="http://schemas.microsoft.com/office/drawing/2014/main" id="{20ECDB31-5FF1-74D3-E593-FD38F0585FC6}"/>
                </a:ext>
              </a:extLst>
            </p:cNvPr>
            <p:cNvSpPr/>
            <p:nvPr/>
          </p:nvSpPr>
          <p:spPr>
            <a:xfrm>
              <a:off x="5189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8"/>
                    <a:pt x="1068" y="2138"/>
                  </a:cubicBezTo>
                  <a:cubicBezTo>
                    <a:pt x="1329" y="2138"/>
                    <a:pt x="1596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0520;p128">
              <a:extLst>
                <a:ext uri="{FF2B5EF4-FFF2-40B4-BE49-F238E27FC236}">
                  <a16:creationId xmlns:a16="http://schemas.microsoft.com/office/drawing/2014/main" id="{05230FDF-94F3-2B2C-AEE0-2A50F43C7F2D}"/>
                </a:ext>
              </a:extLst>
            </p:cNvPr>
            <p:cNvSpPr/>
            <p:nvPr/>
          </p:nvSpPr>
          <p:spPr>
            <a:xfrm>
              <a:off x="51895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10521;p128">
              <a:extLst>
                <a:ext uri="{FF2B5EF4-FFF2-40B4-BE49-F238E27FC236}">
                  <a16:creationId xmlns:a16="http://schemas.microsoft.com/office/drawing/2014/main" id="{DEFB8ECE-7F7C-AB1D-3728-3D2F7BF873CE}"/>
                </a:ext>
              </a:extLst>
            </p:cNvPr>
            <p:cNvSpPr/>
            <p:nvPr/>
          </p:nvSpPr>
          <p:spPr>
            <a:xfrm>
              <a:off x="51895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0522;p128">
              <a:extLst>
                <a:ext uri="{FF2B5EF4-FFF2-40B4-BE49-F238E27FC236}">
                  <a16:creationId xmlns:a16="http://schemas.microsoft.com/office/drawing/2014/main" id="{8D0604F3-B2A3-6D43-77A3-4FD69EC4E81E}"/>
                </a:ext>
              </a:extLst>
            </p:cNvPr>
            <p:cNvSpPr/>
            <p:nvPr/>
          </p:nvSpPr>
          <p:spPr>
            <a:xfrm>
              <a:off x="518955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0523;p128">
              <a:extLst>
                <a:ext uri="{FF2B5EF4-FFF2-40B4-BE49-F238E27FC236}">
                  <a16:creationId xmlns:a16="http://schemas.microsoft.com/office/drawing/2014/main" id="{B89DB6AB-8FE7-1808-3482-69D7F4964D88}"/>
                </a:ext>
              </a:extLst>
            </p:cNvPr>
            <p:cNvSpPr/>
            <p:nvPr/>
          </p:nvSpPr>
          <p:spPr>
            <a:xfrm>
              <a:off x="5189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0524;p128">
              <a:extLst>
                <a:ext uri="{FF2B5EF4-FFF2-40B4-BE49-F238E27FC236}">
                  <a16:creationId xmlns:a16="http://schemas.microsoft.com/office/drawing/2014/main" id="{E0EED67A-7F1D-2B6F-87A7-B6B58FD4FE96}"/>
                </a:ext>
              </a:extLst>
            </p:cNvPr>
            <p:cNvSpPr/>
            <p:nvPr/>
          </p:nvSpPr>
          <p:spPr>
            <a:xfrm>
              <a:off x="5189550" y="20282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0525;p128">
              <a:extLst>
                <a:ext uri="{FF2B5EF4-FFF2-40B4-BE49-F238E27FC236}">
                  <a16:creationId xmlns:a16="http://schemas.microsoft.com/office/drawing/2014/main" id="{28937B8C-4F0D-D341-758D-317A2A012A03}"/>
                </a:ext>
              </a:extLst>
            </p:cNvPr>
            <p:cNvSpPr/>
            <p:nvPr/>
          </p:nvSpPr>
          <p:spPr>
            <a:xfrm>
              <a:off x="5189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0526;p128">
              <a:extLst>
                <a:ext uri="{FF2B5EF4-FFF2-40B4-BE49-F238E27FC236}">
                  <a16:creationId xmlns:a16="http://schemas.microsoft.com/office/drawing/2014/main" id="{03D21DB7-6B33-AA35-1289-24329F96140D}"/>
                </a:ext>
              </a:extLst>
            </p:cNvPr>
            <p:cNvSpPr/>
            <p:nvPr/>
          </p:nvSpPr>
          <p:spPr>
            <a:xfrm>
              <a:off x="5189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0527;p128">
              <a:extLst>
                <a:ext uri="{FF2B5EF4-FFF2-40B4-BE49-F238E27FC236}">
                  <a16:creationId xmlns:a16="http://schemas.microsoft.com/office/drawing/2014/main" id="{A5CF99E8-6CD2-6D76-5DFF-3F8CFB37750C}"/>
                </a:ext>
              </a:extLst>
            </p:cNvPr>
            <p:cNvSpPr/>
            <p:nvPr/>
          </p:nvSpPr>
          <p:spPr>
            <a:xfrm>
              <a:off x="5189550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0528;p128">
              <a:extLst>
                <a:ext uri="{FF2B5EF4-FFF2-40B4-BE49-F238E27FC236}">
                  <a16:creationId xmlns:a16="http://schemas.microsoft.com/office/drawing/2014/main" id="{8D919BAE-0A23-9AE1-94F7-C5A1BD615209}"/>
                </a:ext>
              </a:extLst>
            </p:cNvPr>
            <p:cNvSpPr/>
            <p:nvPr/>
          </p:nvSpPr>
          <p:spPr>
            <a:xfrm>
              <a:off x="5189550" y="23331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0529;p128">
              <a:extLst>
                <a:ext uri="{FF2B5EF4-FFF2-40B4-BE49-F238E27FC236}">
                  <a16:creationId xmlns:a16="http://schemas.microsoft.com/office/drawing/2014/main" id="{8397C237-5059-5361-A49F-E67732BFFC81}"/>
                </a:ext>
              </a:extLst>
            </p:cNvPr>
            <p:cNvSpPr/>
            <p:nvPr/>
          </p:nvSpPr>
          <p:spPr>
            <a:xfrm>
              <a:off x="5189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0530;p128">
              <a:extLst>
                <a:ext uri="{FF2B5EF4-FFF2-40B4-BE49-F238E27FC236}">
                  <a16:creationId xmlns:a16="http://schemas.microsoft.com/office/drawing/2014/main" id="{202F6CA1-2A13-91EF-D296-C09DF73A253B}"/>
                </a:ext>
              </a:extLst>
            </p:cNvPr>
            <p:cNvSpPr/>
            <p:nvPr/>
          </p:nvSpPr>
          <p:spPr>
            <a:xfrm>
              <a:off x="51895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0531;p128">
              <a:extLst>
                <a:ext uri="{FF2B5EF4-FFF2-40B4-BE49-F238E27FC236}">
                  <a16:creationId xmlns:a16="http://schemas.microsoft.com/office/drawing/2014/main" id="{9E718EFA-BA03-731C-DAE4-28B51D62DC7D}"/>
                </a:ext>
              </a:extLst>
            </p:cNvPr>
            <p:cNvSpPr/>
            <p:nvPr/>
          </p:nvSpPr>
          <p:spPr>
            <a:xfrm>
              <a:off x="5189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0532;p128">
              <a:extLst>
                <a:ext uri="{FF2B5EF4-FFF2-40B4-BE49-F238E27FC236}">
                  <a16:creationId xmlns:a16="http://schemas.microsoft.com/office/drawing/2014/main" id="{896C1B54-4922-D347-66DD-D9626BE39023}"/>
                </a:ext>
              </a:extLst>
            </p:cNvPr>
            <p:cNvSpPr/>
            <p:nvPr/>
          </p:nvSpPr>
          <p:spPr>
            <a:xfrm>
              <a:off x="51895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5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0533;p128">
              <a:extLst>
                <a:ext uri="{FF2B5EF4-FFF2-40B4-BE49-F238E27FC236}">
                  <a16:creationId xmlns:a16="http://schemas.microsoft.com/office/drawing/2014/main" id="{7CED26AB-500E-C5BD-0B5F-E67A0A79F132}"/>
                </a:ext>
              </a:extLst>
            </p:cNvPr>
            <p:cNvSpPr/>
            <p:nvPr/>
          </p:nvSpPr>
          <p:spPr>
            <a:xfrm>
              <a:off x="51895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0534;p128">
              <a:extLst>
                <a:ext uri="{FF2B5EF4-FFF2-40B4-BE49-F238E27FC236}">
                  <a16:creationId xmlns:a16="http://schemas.microsoft.com/office/drawing/2014/main" id="{1B0CBD07-52CC-3A9B-9595-E87BBC323692}"/>
                </a:ext>
              </a:extLst>
            </p:cNvPr>
            <p:cNvSpPr/>
            <p:nvPr/>
          </p:nvSpPr>
          <p:spPr>
            <a:xfrm>
              <a:off x="5265775" y="13427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0535;p128">
              <a:extLst>
                <a:ext uri="{FF2B5EF4-FFF2-40B4-BE49-F238E27FC236}">
                  <a16:creationId xmlns:a16="http://schemas.microsoft.com/office/drawing/2014/main" id="{999AE611-3CF4-BC7C-BA14-38E6B6C63010}"/>
                </a:ext>
              </a:extLst>
            </p:cNvPr>
            <p:cNvSpPr/>
            <p:nvPr/>
          </p:nvSpPr>
          <p:spPr>
            <a:xfrm>
              <a:off x="52657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0536;p128">
              <a:extLst>
                <a:ext uri="{FF2B5EF4-FFF2-40B4-BE49-F238E27FC236}">
                  <a16:creationId xmlns:a16="http://schemas.microsoft.com/office/drawing/2014/main" id="{A4D2AD60-9C56-8A18-5AF6-2CFE2618DDAF}"/>
                </a:ext>
              </a:extLst>
            </p:cNvPr>
            <p:cNvSpPr/>
            <p:nvPr/>
          </p:nvSpPr>
          <p:spPr>
            <a:xfrm>
              <a:off x="52657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0537;p128">
              <a:extLst>
                <a:ext uri="{FF2B5EF4-FFF2-40B4-BE49-F238E27FC236}">
                  <a16:creationId xmlns:a16="http://schemas.microsoft.com/office/drawing/2014/main" id="{FA4E676A-B4A5-61B8-87FA-0D6892A6F3AE}"/>
                </a:ext>
              </a:extLst>
            </p:cNvPr>
            <p:cNvSpPr/>
            <p:nvPr/>
          </p:nvSpPr>
          <p:spPr>
            <a:xfrm>
              <a:off x="5265775" y="157140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51" y="0"/>
                  </a:moveTo>
                  <a:cubicBezTo>
                    <a:pt x="472" y="0"/>
                    <a:pt x="0" y="477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ubicBezTo>
                    <a:pt x="1060" y="1"/>
                    <a:pt x="1055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0538;p128">
              <a:extLst>
                <a:ext uri="{FF2B5EF4-FFF2-40B4-BE49-F238E27FC236}">
                  <a16:creationId xmlns:a16="http://schemas.microsoft.com/office/drawing/2014/main" id="{BCF8DE71-BC4E-99BB-6DDC-8CF0D32C4F83}"/>
                </a:ext>
              </a:extLst>
            </p:cNvPr>
            <p:cNvSpPr/>
            <p:nvPr/>
          </p:nvSpPr>
          <p:spPr>
            <a:xfrm>
              <a:off x="52657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8"/>
                    <a:pt x="1068" y="2138"/>
                  </a:cubicBezTo>
                  <a:cubicBezTo>
                    <a:pt x="1329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0539;p128">
              <a:extLst>
                <a:ext uri="{FF2B5EF4-FFF2-40B4-BE49-F238E27FC236}">
                  <a16:creationId xmlns:a16="http://schemas.microsoft.com/office/drawing/2014/main" id="{1805EC7E-C384-3E32-3832-C17221B470A9}"/>
                </a:ext>
              </a:extLst>
            </p:cNvPr>
            <p:cNvSpPr/>
            <p:nvPr/>
          </p:nvSpPr>
          <p:spPr>
            <a:xfrm>
              <a:off x="52657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0540;p128">
              <a:extLst>
                <a:ext uri="{FF2B5EF4-FFF2-40B4-BE49-F238E27FC236}">
                  <a16:creationId xmlns:a16="http://schemas.microsoft.com/office/drawing/2014/main" id="{5C4C4EDD-4481-CF33-5C94-60D04D85D23F}"/>
                </a:ext>
              </a:extLst>
            </p:cNvPr>
            <p:cNvSpPr/>
            <p:nvPr/>
          </p:nvSpPr>
          <p:spPr>
            <a:xfrm>
              <a:off x="52657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0541;p128">
              <a:extLst>
                <a:ext uri="{FF2B5EF4-FFF2-40B4-BE49-F238E27FC236}">
                  <a16:creationId xmlns:a16="http://schemas.microsoft.com/office/drawing/2014/main" id="{323A4537-643C-D6DA-8D29-CAC8FC7F15B9}"/>
                </a:ext>
              </a:extLst>
            </p:cNvPr>
            <p:cNvSpPr/>
            <p:nvPr/>
          </p:nvSpPr>
          <p:spPr>
            <a:xfrm>
              <a:off x="5265775" y="18760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0542;p128">
              <a:extLst>
                <a:ext uri="{FF2B5EF4-FFF2-40B4-BE49-F238E27FC236}">
                  <a16:creationId xmlns:a16="http://schemas.microsoft.com/office/drawing/2014/main" id="{EF4C2D76-A75E-4C60-3DB9-137307847952}"/>
                </a:ext>
              </a:extLst>
            </p:cNvPr>
            <p:cNvSpPr/>
            <p:nvPr/>
          </p:nvSpPr>
          <p:spPr>
            <a:xfrm>
              <a:off x="52657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74"/>
                  </a:cubicBezTo>
                  <a:cubicBezTo>
                    <a:pt x="0" y="1712"/>
                    <a:pt x="521" y="2138"/>
                    <a:pt x="1067" y="2138"/>
                  </a:cubicBezTo>
                  <a:cubicBezTo>
                    <a:pt x="1328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0543;p128">
              <a:extLst>
                <a:ext uri="{FF2B5EF4-FFF2-40B4-BE49-F238E27FC236}">
                  <a16:creationId xmlns:a16="http://schemas.microsoft.com/office/drawing/2014/main" id="{2112544C-BF0F-6E7A-8952-AD43E9AC921D}"/>
                </a:ext>
              </a:extLst>
            </p:cNvPr>
            <p:cNvSpPr/>
            <p:nvPr/>
          </p:nvSpPr>
          <p:spPr>
            <a:xfrm>
              <a:off x="5265775" y="20282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1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0544;p128">
              <a:extLst>
                <a:ext uri="{FF2B5EF4-FFF2-40B4-BE49-F238E27FC236}">
                  <a16:creationId xmlns:a16="http://schemas.microsoft.com/office/drawing/2014/main" id="{3486B7B2-5EB6-9A02-A800-661944445CB1}"/>
                </a:ext>
              </a:extLst>
            </p:cNvPr>
            <p:cNvSpPr/>
            <p:nvPr/>
          </p:nvSpPr>
          <p:spPr>
            <a:xfrm>
              <a:off x="52657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0545;p128">
              <a:extLst>
                <a:ext uri="{FF2B5EF4-FFF2-40B4-BE49-F238E27FC236}">
                  <a16:creationId xmlns:a16="http://schemas.microsoft.com/office/drawing/2014/main" id="{132DEFB8-63EC-134B-0DDF-A35B61563194}"/>
                </a:ext>
              </a:extLst>
            </p:cNvPr>
            <p:cNvSpPr/>
            <p:nvPr/>
          </p:nvSpPr>
          <p:spPr>
            <a:xfrm>
              <a:off x="52657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0546;p128">
              <a:extLst>
                <a:ext uri="{FF2B5EF4-FFF2-40B4-BE49-F238E27FC236}">
                  <a16:creationId xmlns:a16="http://schemas.microsoft.com/office/drawing/2014/main" id="{CEA8FBCD-7375-AE28-E7C5-8844E0734D64}"/>
                </a:ext>
              </a:extLst>
            </p:cNvPr>
            <p:cNvSpPr/>
            <p:nvPr/>
          </p:nvSpPr>
          <p:spPr>
            <a:xfrm>
              <a:off x="5265775" y="225692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0547;p128">
              <a:extLst>
                <a:ext uri="{FF2B5EF4-FFF2-40B4-BE49-F238E27FC236}">
                  <a16:creationId xmlns:a16="http://schemas.microsoft.com/office/drawing/2014/main" id="{0232E609-E040-60C7-6324-BF0B5E42E682}"/>
                </a:ext>
              </a:extLst>
            </p:cNvPr>
            <p:cNvSpPr/>
            <p:nvPr/>
          </p:nvSpPr>
          <p:spPr>
            <a:xfrm>
              <a:off x="5265775" y="23331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0548;p128">
              <a:extLst>
                <a:ext uri="{FF2B5EF4-FFF2-40B4-BE49-F238E27FC236}">
                  <a16:creationId xmlns:a16="http://schemas.microsoft.com/office/drawing/2014/main" id="{E83987C0-C557-1617-2E11-4C38527ACD61}"/>
                </a:ext>
              </a:extLst>
            </p:cNvPr>
            <p:cNvSpPr/>
            <p:nvPr/>
          </p:nvSpPr>
          <p:spPr>
            <a:xfrm>
              <a:off x="52657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0549;p128">
              <a:extLst>
                <a:ext uri="{FF2B5EF4-FFF2-40B4-BE49-F238E27FC236}">
                  <a16:creationId xmlns:a16="http://schemas.microsoft.com/office/drawing/2014/main" id="{00BA469A-84DF-A0A9-46F9-BED9239A21E4}"/>
                </a:ext>
              </a:extLst>
            </p:cNvPr>
            <p:cNvSpPr/>
            <p:nvPr/>
          </p:nvSpPr>
          <p:spPr>
            <a:xfrm>
              <a:off x="5265775" y="24855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0550;p128">
              <a:extLst>
                <a:ext uri="{FF2B5EF4-FFF2-40B4-BE49-F238E27FC236}">
                  <a16:creationId xmlns:a16="http://schemas.microsoft.com/office/drawing/2014/main" id="{9C36873D-F990-8E23-2D6D-41947F29F43A}"/>
                </a:ext>
              </a:extLst>
            </p:cNvPr>
            <p:cNvSpPr/>
            <p:nvPr/>
          </p:nvSpPr>
          <p:spPr>
            <a:xfrm>
              <a:off x="52657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0551;p128">
              <a:extLst>
                <a:ext uri="{FF2B5EF4-FFF2-40B4-BE49-F238E27FC236}">
                  <a16:creationId xmlns:a16="http://schemas.microsoft.com/office/drawing/2014/main" id="{EE6D5E9F-84FB-FC59-BB35-0702A9036B77}"/>
                </a:ext>
              </a:extLst>
            </p:cNvPr>
            <p:cNvSpPr/>
            <p:nvPr/>
          </p:nvSpPr>
          <p:spPr>
            <a:xfrm>
              <a:off x="526577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0552;p128">
              <a:extLst>
                <a:ext uri="{FF2B5EF4-FFF2-40B4-BE49-F238E27FC236}">
                  <a16:creationId xmlns:a16="http://schemas.microsoft.com/office/drawing/2014/main" id="{FE425074-E283-F96B-796D-2FF5A8DC1ED7}"/>
                </a:ext>
              </a:extLst>
            </p:cNvPr>
            <p:cNvSpPr/>
            <p:nvPr/>
          </p:nvSpPr>
          <p:spPr>
            <a:xfrm>
              <a:off x="53419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0553;p128">
              <a:extLst>
                <a:ext uri="{FF2B5EF4-FFF2-40B4-BE49-F238E27FC236}">
                  <a16:creationId xmlns:a16="http://schemas.microsoft.com/office/drawing/2014/main" id="{AD0103E1-7B84-4EBD-9B03-78C4FE189FF0}"/>
                </a:ext>
              </a:extLst>
            </p:cNvPr>
            <p:cNvSpPr/>
            <p:nvPr/>
          </p:nvSpPr>
          <p:spPr>
            <a:xfrm>
              <a:off x="53419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0554;p128">
              <a:extLst>
                <a:ext uri="{FF2B5EF4-FFF2-40B4-BE49-F238E27FC236}">
                  <a16:creationId xmlns:a16="http://schemas.microsoft.com/office/drawing/2014/main" id="{3152BCC1-8A1D-61F0-E186-D5D66CC5370A}"/>
                </a:ext>
              </a:extLst>
            </p:cNvPr>
            <p:cNvSpPr/>
            <p:nvPr/>
          </p:nvSpPr>
          <p:spPr>
            <a:xfrm>
              <a:off x="53419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0555;p128">
              <a:extLst>
                <a:ext uri="{FF2B5EF4-FFF2-40B4-BE49-F238E27FC236}">
                  <a16:creationId xmlns:a16="http://schemas.microsoft.com/office/drawing/2014/main" id="{F6EF0AB6-4063-B37D-F6E1-51E4F4083C6F}"/>
                </a:ext>
              </a:extLst>
            </p:cNvPr>
            <p:cNvSpPr/>
            <p:nvPr/>
          </p:nvSpPr>
          <p:spPr>
            <a:xfrm>
              <a:off x="5341975" y="1571400"/>
              <a:ext cx="62375" cy="53250"/>
            </a:xfrm>
            <a:custGeom>
              <a:avLst/>
              <a:gdLst/>
              <a:ahLst/>
              <a:cxnLst/>
              <a:rect l="l" t="t" r="r" b="b"/>
              <a:pathLst>
                <a:path w="2495" h="2130" extrusionOk="0">
                  <a:moveTo>
                    <a:pt x="1084" y="1"/>
                  </a:moveTo>
                  <a:cubicBezTo>
                    <a:pt x="1080" y="1"/>
                    <a:pt x="1077" y="1"/>
                    <a:pt x="1074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4" y="1149"/>
                    <a:pt x="2020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0556;p128">
              <a:extLst>
                <a:ext uri="{FF2B5EF4-FFF2-40B4-BE49-F238E27FC236}">
                  <a16:creationId xmlns:a16="http://schemas.microsoft.com/office/drawing/2014/main" id="{7F64318E-BF2A-F161-270E-EFA2DADCCAEA}"/>
                </a:ext>
              </a:extLst>
            </p:cNvPr>
            <p:cNvSpPr/>
            <p:nvPr/>
          </p:nvSpPr>
          <p:spPr>
            <a:xfrm>
              <a:off x="53419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0557;p128">
              <a:extLst>
                <a:ext uri="{FF2B5EF4-FFF2-40B4-BE49-F238E27FC236}">
                  <a16:creationId xmlns:a16="http://schemas.microsoft.com/office/drawing/2014/main" id="{7B756514-9185-6FBB-0358-C420140CE0AB}"/>
                </a:ext>
              </a:extLst>
            </p:cNvPr>
            <p:cNvSpPr/>
            <p:nvPr/>
          </p:nvSpPr>
          <p:spPr>
            <a:xfrm>
              <a:off x="53419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0558;p128">
              <a:extLst>
                <a:ext uri="{FF2B5EF4-FFF2-40B4-BE49-F238E27FC236}">
                  <a16:creationId xmlns:a16="http://schemas.microsoft.com/office/drawing/2014/main" id="{6E22E5C1-0ABF-619C-9844-99BBC3F66D59}"/>
                </a:ext>
              </a:extLst>
            </p:cNvPr>
            <p:cNvSpPr/>
            <p:nvPr/>
          </p:nvSpPr>
          <p:spPr>
            <a:xfrm>
              <a:off x="53419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0559;p128">
              <a:extLst>
                <a:ext uri="{FF2B5EF4-FFF2-40B4-BE49-F238E27FC236}">
                  <a16:creationId xmlns:a16="http://schemas.microsoft.com/office/drawing/2014/main" id="{6329A68B-865D-58AD-D603-89DA36337F9E}"/>
                </a:ext>
              </a:extLst>
            </p:cNvPr>
            <p:cNvSpPr/>
            <p:nvPr/>
          </p:nvSpPr>
          <p:spPr>
            <a:xfrm>
              <a:off x="53419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0560;p128">
              <a:extLst>
                <a:ext uri="{FF2B5EF4-FFF2-40B4-BE49-F238E27FC236}">
                  <a16:creationId xmlns:a16="http://schemas.microsoft.com/office/drawing/2014/main" id="{25CD8F9A-CB27-0A99-316B-547772305CEA}"/>
                </a:ext>
              </a:extLst>
            </p:cNvPr>
            <p:cNvSpPr/>
            <p:nvPr/>
          </p:nvSpPr>
          <p:spPr>
            <a:xfrm>
              <a:off x="53419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0561;p128">
              <a:extLst>
                <a:ext uri="{FF2B5EF4-FFF2-40B4-BE49-F238E27FC236}">
                  <a16:creationId xmlns:a16="http://schemas.microsoft.com/office/drawing/2014/main" id="{7F195160-7BA4-9084-4FE7-510189E5CD61}"/>
                </a:ext>
              </a:extLst>
            </p:cNvPr>
            <p:cNvSpPr/>
            <p:nvPr/>
          </p:nvSpPr>
          <p:spPr>
            <a:xfrm>
              <a:off x="53419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0562;p128">
              <a:extLst>
                <a:ext uri="{FF2B5EF4-FFF2-40B4-BE49-F238E27FC236}">
                  <a16:creationId xmlns:a16="http://schemas.microsoft.com/office/drawing/2014/main" id="{DE20A5CD-7775-9112-9459-841CDB1A8994}"/>
                </a:ext>
              </a:extLst>
            </p:cNvPr>
            <p:cNvSpPr/>
            <p:nvPr/>
          </p:nvSpPr>
          <p:spPr>
            <a:xfrm>
              <a:off x="53419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0563;p128">
              <a:extLst>
                <a:ext uri="{FF2B5EF4-FFF2-40B4-BE49-F238E27FC236}">
                  <a16:creationId xmlns:a16="http://schemas.microsoft.com/office/drawing/2014/main" id="{3581929D-F49D-EB78-3070-81860A4820E5}"/>
                </a:ext>
              </a:extLst>
            </p:cNvPr>
            <p:cNvSpPr/>
            <p:nvPr/>
          </p:nvSpPr>
          <p:spPr>
            <a:xfrm>
              <a:off x="53419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0564;p128">
              <a:extLst>
                <a:ext uri="{FF2B5EF4-FFF2-40B4-BE49-F238E27FC236}">
                  <a16:creationId xmlns:a16="http://schemas.microsoft.com/office/drawing/2014/main" id="{5205AA90-0D83-339C-BF89-8CCA7E18184F}"/>
                </a:ext>
              </a:extLst>
            </p:cNvPr>
            <p:cNvSpPr/>
            <p:nvPr/>
          </p:nvSpPr>
          <p:spPr>
            <a:xfrm>
              <a:off x="53419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0565;p128">
              <a:extLst>
                <a:ext uri="{FF2B5EF4-FFF2-40B4-BE49-F238E27FC236}">
                  <a16:creationId xmlns:a16="http://schemas.microsoft.com/office/drawing/2014/main" id="{A252A098-7715-8656-655C-F4A6A1E48392}"/>
                </a:ext>
              </a:extLst>
            </p:cNvPr>
            <p:cNvSpPr/>
            <p:nvPr/>
          </p:nvSpPr>
          <p:spPr>
            <a:xfrm>
              <a:off x="53419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0566;p128">
              <a:extLst>
                <a:ext uri="{FF2B5EF4-FFF2-40B4-BE49-F238E27FC236}">
                  <a16:creationId xmlns:a16="http://schemas.microsoft.com/office/drawing/2014/main" id="{DBD667F6-060E-284B-358D-A31B1F9C733E}"/>
                </a:ext>
              </a:extLst>
            </p:cNvPr>
            <p:cNvSpPr/>
            <p:nvPr/>
          </p:nvSpPr>
          <p:spPr>
            <a:xfrm>
              <a:off x="53419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0567;p128">
              <a:extLst>
                <a:ext uri="{FF2B5EF4-FFF2-40B4-BE49-F238E27FC236}">
                  <a16:creationId xmlns:a16="http://schemas.microsoft.com/office/drawing/2014/main" id="{2F7B1164-C2BA-C2BB-C0AC-418A3B1ACA5F}"/>
                </a:ext>
              </a:extLst>
            </p:cNvPr>
            <p:cNvSpPr/>
            <p:nvPr/>
          </p:nvSpPr>
          <p:spPr>
            <a:xfrm>
              <a:off x="53419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0568;p128">
              <a:extLst>
                <a:ext uri="{FF2B5EF4-FFF2-40B4-BE49-F238E27FC236}">
                  <a16:creationId xmlns:a16="http://schemas.microsoft.com/office/drawing/2014/main" id="{D3A6FA5B-F4BC-FF0E-3F12-EBDC5FDCC3C2}"/>
                </a:ext>
              </a:extLst>
            </p:cNvPr>
            <p:cNvSpPr/>
            <p:nvPr/>
          </p:nvSpPr>
          <p:spPr>
            <a:xfrm>
              <a:off x="53419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10569;p128">
              <a:extLst>
                <a:ext uri="{FF2B5EF4-FFF2-40B4-BE49-F238E27FC236}">
                  <a16:creationId xmlns:a16="http://schemas.microsoft.com/office/drawing/2014/main" id="{7D562B9C-13F3-77AD-9DAB-E9E2D37D1B9B}"/>
                </a:ext>
              </a:extLst>
            </p:cNvPr>
            <p:cNvSpPr/>
            <p:nvPr/>
          </p:nvSpPr>
          <p:spPr>
            <a:xfrm>
              <a:off x="54182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8" name="Google Shape;10570;p128">
              <a:extLst>
                <a:ext uri="{FF2B5EF4-FFF2-40B4-BE49-F238E27FC236}">
                  <a16:creationId xmlns:a16="http://schemas.microsoft.com/office/drawing/2014/main" id="{AC418FDC-24C0-FB4E-B32B-2E03491512BC}"/>
                </a:ext>
              </a:extLst>
            </p:cNvPr>
            <p:cNvSpPr/>
            <p:nvPr/>
          </p:nvSpPr>
          <p:spPr>
            <a:xfrm>
              <a:off x="54182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0571;p128">
              <a:extLst>
                <a:ext uri="{FF2B5EF4-FFF2-40B4-BE49-F238E27FC236}">
                  <a16:creationId xmlns:a16="http://schemas.microsoft.com/office/drawing/2014/main" id="{0215B2C3-D163-58CF-BABE-3BE86967F98C}"/>
                </a:ext>
              </a:extLst>
            </p:cNvPr>
            <p:cNvSpPr/>
            <p:nvPr/>
          </p:nvSpPr>
          <p:spPr>
            <a:xfrm>
              <a:off x="54182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0572;p128">
              <a:extLst>
                <a:ext uri="{FF2B5EF4-FFF2-40B4-BE49-F238E27FC236}">
                  <a16:creationId xmlns:a16="http://schemas.microsoft.com/office/drawing/2014/main" id="{924619DF-ADB9-F5E8-8AFB-19D50B0A8CF5}"/>
                </a:ext>
              </a:extLst>
            </p:cNvPr>
            <p:cNvSpPr/>
            <p:nvPr/>
          </p:nvSpPr>
          <p:spPr>
            <a:xfrm>
              <a:off x="54182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0573;p128">
              <a:extLst>
                <a:ext uri="{FF2B5EF4-FFF2-40B4-BE49-F238E27FC236}">
                  <a16:creationId xmlns:a16="http://schemas.microsoft.com/office/drawing/2014/main" id="{BD73BFEB-23E4-0570-A62E-8FE1937E0DA7}"/>
                </a:ext>
              </a:extLst>
            </p:cNvPr>
            <p:cNvSpPr/>
            <p:nvPr/>
          </p:nvSpPr>
          <p:spPr>
            <a:xfrm>
              <a:off x="54182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0574;p128">
              <a:extLst>
                <a:ext uri="{FF2B5EF4-FFF2-40B4-BE49-F238E27FC236}">
                  <a16:creationId xmlns:a16="http://schemas.microsoft.com/office/drawing/2014/main" id="{A91E0F50-F6C0-5C9A-8B5A-B32BA148558F}"/>
                </a:ext>
              </a:extLst>
            </p:cNvPr>
            <p:cNvSpPr/>
            <p:nvPr/>
          </p:nvSpPr>
          <p:spPr>
            <a:xfrm>
              <a:off x="54182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0575;p128">
              <a:extLst>
                <a:ext uri="{FF2B5EF4-FFF2-40B4-BE49-F238E27FC236}">
                  <a16:creationId xmlns:a16="http://schemas.microsoft.com/office/drawing/2014/main" id="{CBEA01ED-31B5-016E-0351-1CAB0775463C}"/>
                </a:ext>
              </a:extLst>
            </p:cNvPr>
            <p:cNvSpPr/>
            <p:nvPr/>
          </p:nvSpPr>
          <p:spPr>
            <a:xfrm>
              <a:off x="54182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0576;p128">
              <a:extLst>
                <a:ext uri="{FF2B5EF4-FFF2-40B4-BE49-F238E27FC236}">
                  <a16:creationId xmlns:a16="http://schemas.microsoft.com/office/drawing/2014/main" id="{B6DCFC1E-731A-E5E1-F384-5BE0D2816C11}"/>
                </a:ext>
              </a:extLst>
            </p:cNvPr>
            <p:cNvSpPr/>
            <p:nvPr/>
          </p:nvSpPr>
          <p:spPr>
            <a:xfrm>
              <a:off x="54182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0577;p128">
              <a:extLst>
                <a:ext uri="{FF2B5EF4-FFF2-40B4-BE49-F238E27FC236}">
                  <a16:creationId xmlns:a16="http://schemas.microsoft.com/office/drawing/2014/main" id="{2CB31715-7E3B-6103-B743-A9150927634D}"/>
                </a:ext>
              </a:extLst>
            </p:cNvPr>
            <p:cNvSpPr/>
            <p:nvPr/>
          </p:nvSpPr>
          <p:spPr>
            <a:xfrm>
              <a:off x="54182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0578;p128">
              <a:extLst>
                <a:ext uri="{FF2B5EF4-FFF2-40B4-BE49-F238E27FC236}">
                  <a16:creationId xmlns:a16="http://schemas.microsoft.com/office/drawing/2014/main" id="{19083E94-EC66-1D3D-AC6D-CC683E5872E5}"/>
                </a:ext>
              </a:extLst>
            </p:cNvPr>
            <p:cNvSpPr/>
            <p:nvPr/>
          </p:nvSpPr>
          <p:spPr>
            <a:xfrm>
              <a:off x="54182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0579;p128">
              <a:extLst>
                <a:ext uri="{FF2B5EF4-FFF2-40B4-BE49-F238E27FC236}">
                  <a16:creationId xmlns:a16="http://schemas.microsoft.com/office/drawing/2014/main" id="{C3F99326-4553-5CB2-42F8-BF4FE35EC339}"/>
                </a:ext>
              </a:extLst>
            </p:cNvPr>
            <p:cNvSpPr/>
            <p:nvPr/>
          </p:nvSpPr>
          <p:spPr>
            <a:xfrm>
              <a:off x="54182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0580;p128">
              <a:extLst>
                <a:ext uri="{FF2B5EF4-FFF2-40B4-BE49-F238E27FC236}">
                  <a16:creationId xmlns:a16="http://schemas.microsoft.com/office/drawing/2014/main" id="{A0D0155E-11D9-A72B-12E0-BE87C4FE2812}"/>
                </a:ext>
              </a:extLst>
            </p:cNvPr>
            <p:cNvSpPr/>
            <p:nvPr/>
          </p:nvSpPr>
          <p:spPr>
            <a:xfrm>
              <a:off x="54182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0581;p128">
              <a:extLst>
                <a:ext uri="{FF2B5EF4-FFF2-40B4-BE49-F238E27FC236}">
                  <a16:creationId xmlns:a16="http://schemas.microsoft.com/office/drawing/2014/main" id="{03F075FA-F4D4-6588-8944-991250266034}"/>
                </a:ext>
              </a:extLst>
            </p:cNvPr>
            <p:cNvSpPr/>
            <p:nvPr/>
          </p:nvSpPr>
          <p:spPr>
            <a:xfrm>
              <a:off x="54182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0582;p128">
              <a:extLst>
                <a:ext uri="{FF2B5EF4-FFF2-40B4-BE49-F238E27FC236}">
                  <a16:creationId xmlns:a16="http://schemas.microsoft.com/office/drawing/2014/main" id="{AFA5DC0A-92CA-2027-CFA2-C26A8C6CA4EE}"/>
                </a:ext>
              </a:extLst>
            </p:cNvPr>
            <p:cNvSpPr/>
            <p:nvPr/>
          </p:nvSpPr>
          <p:spPr>
            <a:xfrm>
              <a:off x="54182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0583;p128">
              <a:extLst>
                <a:ext uri="{FF2B5EF4-FFF2-40B4-BE49-F238E27FC236}">
                  <a16:creationId xmlns:a16="http://schemas.microsoft.com/office/drawing/2014/main" id="{F01C1983-1012-30C0-AA4E-B2AEA3D2B755}"/>
                </a:ext>
              </a:extLst>
            </p:cNvPr>
            <p:cNvSpPr/>
            <p:nvPr/>
          </p:nvSpPr>
          <p:spPr>
            <a:xfrm>
              <a:off x="54182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0584;p128">
              <a:extLst>
                <a:ext uri="{FF2B5EF4-FFF2-40B4-BE49-F238E27FC236}">
                  <a16:creationId xmlns:a16="http://schemas.microsoft.com/office/drawing/2014/main" id="{4916895C-06F3-8978-7A01-6BBF314BBE4C}"/>
                </a:ext>
              </a:extLst>
            </p:cNvPr>
            <p:cNvSpPr/>
            <p:nvPr/>
          </p:nvSpPr>
          <p:spPr>
            <a:xfrm>
              <a:off x="54182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0585;p128">
              <a:extLst>
                <a:ext uri="{FF2B5EF4-FFF2-40B4-BE49-F238E27FC236}">
                  <a16:creationId xmlns:a16="http://schemas.microsoft.com/office/drawing/2014/main" id="{C8B3E5B3-F6F9-AB7A-5B02-22AC7B3BD814}"/>
                </a:ext>
              </a:extLst>
            </p:cNvPr>
            <p:cNvSpPr/>
            <p:nvPr/>
          </p:nvSpPr>
          <p:spPr>
            <a:xfrm>
              <a:off x="54182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0586;p128">
              <a:extLst>
                <a:ext uri="{FF2B5EF4-FFF2-40B4-BE49-F238E27FC236}">
                  <a16:creationId xmlns:a16="http://schemas.microsoft.com/office/drawing/2014/main" id="{D3557853-27CD-672B-CFD4-E8DD2893F596}"/>
                </a:ext>
              </a:extLst>
            </p:cNvPr>
            <p:cNvSpPr/>
            <p:nvPr/>
          </p:nvSpPr>
          <p:spPr>
            <a:xfrm>
              <a:off x="54182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0587;p128">
              <a:extLst>
                <a:ext uri="{FF2B5EF4-FFF2-40B4-BE49-F238E27FC236}">
                  <a16:creationId xmlns:a16="http://schemas.microsoft.com/office/drawing/2014/main" id="{DDC06115-D2AE-7218-05C0-1DCF062DC6DD}"/>
                </a:ext>
              </a:extLst>
            </p:cNvPr>
            <p:cNvSpPr/>
            <p:nvPr/>
          </p:nvSpPr>
          <p:spPr>
            <a:xfrm>
              <a:off x="54944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0588;p128">
              <a:extLst>
                <a:ext uri="{FF2B5EF4-FFF2-40B4-BE49-F238E27FC236}">
                  <a16:creationId xmlns:a16="http://schemas.microsoft.com/office/drawing/2014/main" id="{B3A18547-226E-3092-763D-A668C15E05CB}"/>
                </a:ext>
              </a:extLst>
            </p:cNvPr>
            <p:cNvSpPr/>
            <p:nvPr/>
          </p:nvSpPr>
          <p:spPr>
            <a:xfrm>
              <a:off x="54944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0589;p128">
              <a:extLst>
                <a:ext uri="{FF2B5EF4-FFF2-40B4-BE49-F238E27FC236}">
                  <a16:creationId xmlns:a16="http://schemas.microsoft.com/office/drawing/2014/main" id="{3AF07E30-B0C0-F52B-2B4E-5C74E5A51E2D}"/>
                </a:ext>
              </a:extLst>
            </p:cNvPr>
            <p:cNvSpPr/>
            <p:nvPr/>
          </p:nvSpPr>
          <p:spPr>
            <a:xfrm>
              <a:off x="54944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0590;p128">
              <a:extLst>
                <a:ext uri="{FF2B5EF4-FFF2-40B4-BE49-F238E27FC236}">
                  <a16:creationId xmlns:a16="http://schemas.microsoft.com/office/drawing/2014/main" id="{CFA27FE9-5FD8-AE3D-50B0-17A7A293E638}"/>
                </a:ext>
              </a:extLst>
            </p:cNvPr>
            <p:cNvSpPr/>
            <p:nvPr/>
          </p:nvSpPr>
          <p:spPr>
            <a:xfrm>
              <a:off x="54944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0591;p128">
              <a:extLst>
                <a:ext uri="{FF2B5EF4-FFF2-40B4-BE49-F238E27FC236}">
                  <a16:creationId xmlns:a16="http://schemas.microsoft.com/office/drawing/2014/main" id="{0CDADC41-E4C4-EDEC-92BD-AC53BE8B7349}"/>
                </a:ext>
              </a:extLst>
            </p:cNvPr>
            <p:cNvSpPr/>
            <p:nvPr/>
          </p:nvSpPr>
          <p:spPr>
            <a:xfrm>
              <a:off x="54944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0592;p128">
              <a:extLst>
                <a:ext uri="{FF2B5EF4-FFF2-40B4-BE49-F238E27FC236}">
                  <a16:creationId xmlns:a16="http://schemas.microsoft.com/office/drawing/2014/main" id="{C32DFD31-C6E9-7166-4FF1-0D1D62B97AF7}"/>
                </a:ext>
              </a:extLst>
            </p:cNvPr>
            <p:cNvSpPr/>
            <p:nvPr/>
          </p:nvSpPr>
          <p:spPr>
            <a:xfrm>
              <a:off x="63323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10593;p128">
              <a:extLst>
                <a:ext uri="{FF2B5EF4-FFF2-40B4-BE49-F238E27FC236}">
                  <a16:creationId xmlns:a16="http://schemas.microsoft.com/office/drawing/2014/main" id="{54CFA4EC-19AB-1440-4EC5-E0E77C30CB20}"/>
                </a:ext>
              </a:extLst>
            </p:cNvPr>
            <p:cNvSpPr/>
            <p:nvPr/>
          </p:nvSpPr>
          <p:spPr>
            <a:xfrm>
              <a:off x="63323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10594;p128">
              <a:extLst>
                <a:ext uri="{FF2B5EF4-FFF2-40B4-BE49-F238E27FC236}">
                  <a16:creationId xmlns:a16="http://schemas.microsoft.com/office/drawing/2014/main" id="{B9850474-6928-8BEE-6FC4-E43C4B1E99A7}"/>
                </a:ext>
              </a:extLst>
            </p:cNvPr>
            <p:cNvSpPr/>
            <p:nvPr/>
          </p:nvSpPr>
          <p:spPr>
            <a:xfrm>
              <a:off x="64083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10595;p128">
              <a:extLst>
                <a:ext uri="{FF2B5EF4-FFF2-40B4-BE49-F238E27FC236}">
                  <a16:creationId xmlns:a16="http://schemas.microsoft.com/office/drawing/2014/main" id="{C561A8AF-A954-9C1F-F575-1391EED9AC20}"/>
                </a:ext>
              </a:extLst>
            </p:cNvPr>
            <p:cNvSpPr/>
            <p:nvPr/>
          </p:nvSpPr>
          <p:spPr>
            <a:xfrm>
              <a:off x="64083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10596;p128">
              <a:extLst>
                <a:ext uri="{FF2B5EF4-FFF2-40B4-BE49-F238E27FC236}">
                  <a16:creationId xmlns:a16="http://schemas.microsoft.com/office/drawing/2014/main" id="{C0A13F63-9B02-3323-1729-240F864C7354}"/>
                </a:ext>
              </a:extLst>
            </p:cNvPr>
            <p:cNvSpPr/>
            <p:nvPr/>
          </p:nvSpPr>
          <p:spPr>
            <a:xfrm>
              <a:off x="64845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0597;p128">
              <a:extLst>
                <a:ext uri="{FF2B5EF4-FFF2-40B4-BE49-F238E27FC236}">
                  <a16:creationId xmlns:a16="http://schemas.microsoft.com/office/drawing/2014/main" id="{282EFE2A-4211-443D-F6F9-FCAF03291236}"/>
                </a:ext>
              </a:extLst>
            </p:cNvPr>
            <p:cNvSpPr/>
            <p:nvPr/>
          </p:nvSpPr>
          <p:spPr>
            <a:xfrm>
              <a:off x="64845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0598;p128">
              <a:extLst>
                <a:ext uri="{FF2B5EF4-FFF2-40B4-BE49-F238E27FC236}">
                  <a16:creationId xmlns:a16="http://schemas.microsoft.com/office/drawing/2014/main" id="{B24891D6-4AF5-9A13-4A19-C6D29E46ED25}"/>
                </a:ext>
              </a:extLst>
            </p:cNvPr>
            <p:cNvSpPr/>
            <p:nvPr/>
          </p:nvSpPr>
          <p:spPr>
            <a:xfrm>
              <a:off x="64845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0599;p128">
              <a:extLst>
                <a:ext uri="{FF2B5EF4-FFF2-40B4-BE49-F238E27FC236}">
                  <a16:creationId xmlns:a16="http://schemas.microsoft.com/office/drawing/2014/main" id="{FC8EEC00-7896-CEE0-1544-5B9A2DE9E0B1}"/>
                </a:ext>
              </a:extLst>
            </p:cNvPr>
            <p:cNvSpPr/>
            <p:nvPr/>
          </p:nvSpPr>
          <p:spPr>
            <a:xfrm>
              <a:off x="65608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0600;p128">
              <a:extLst>
                <a:ext uri="{FF2B5EF4-FFF2-40B4-BE49-F238E27FC236}">
                  <a16:creationId xmlns:a16="http://schemas.microsoft.com/office/drawing/2014/main" id="{0515EB9F-B5FC-8183-9942-AFA82AB79596}"/>
                </a:ext>
              </a:extLst>
            </p:cNvPr>
            <p:cNvSpPr/>
            <p:nvPr/>
          </p:nvSpPr>
          <p:spPr>
            <a:xfrm>
              <a:off x="65608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10601;p128">
              <a:extLst>
                <a:ext uri="{FF2B5EF4-FFF2-40B4-BE49-F238E27FC236}">
                  <a16:creationId xmlns:a16="http://schemas.microsoft.com/office/drawing/2014/main" id="{5F8CFC58-90C4-B5FA-B109-9AD784502428}"/>
                </a:ext>
              </a:extLst>
            </p:cNvPr>
            <p:cNvSpPr/>
            <p:nvPr/>
          </p:nvSpPr>
          <p:spPr>
            <a:xfrm>
              <a:off x="6637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10602;p128">
              <a:extLst>
                <a:ext uri="{FF2B5EF4-FFF2-40B4-BE49-F238E27FC236}">
                  <a16:creationId xmlns:a16="http://schemas.microsoft.com/office/drawing/2014/main" id="{03408AC1-1680-0D18-A8F1-85CD725368E7}"/>
                </a:ext>
              </a:extLst>
            </p:cNvPr>
            <p:cNvSpPr/>
            <p:nvPr/>
          </p:nvSpPr>
          <p:spPr>
            <a:xfrm>
              <a:off x="70940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10603;p128">
              <a:extLst>
                <a:ext uri="{FF2B5EF4-FFF2-40B4-BE49-F238E27FC236}">
                  <a16:creationId xmlns:a16="http://schemas.microsoft.com/office/drawing/2014/main" id="{D5A51D8E-5D94-594B-9AD3-8CDD67F627F2}"/>
                </a:ext>
              </a:extLst>
            </p:cNvPr>
            <p:cNvSpPr/>
            <p:nvPr/>
          </p:nvSpPr>
          <p:spPr>
            <a:xfrm>
              <a:off x="67132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0604;p128">
              <a:extLst>
                <a:ext uri="{FF2B5EF4-FFF2-40B4-BE49-F238E27FC236}">
                  <a16:creationId xmlns:a16="http://schemas.microsoft.com/office/drawing/2014/main" id="{F58786AC-E4C9-F67A-2DFB-7B4AA09BDD66}"/>
                </a:ext>
              </a:extLst>
            </p:cNvPr>
            <p:cNvSpPr/>
            <p:nvPr/>
          </p:nvSpPr>
          <p:spPr>
            <a:xfrm>
              <a:off x="678922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0605;p128">
              <a:extLst>
                <a:ext uri="{FF2B5EF4-FFF2-40B4-BE49-F238E27FC236}">
                  <a16:creationId xmlns:a16="http://schemas.microsoft.com/office/drawing/2014/main" id="{15BF97F0-FA7C-043C-DFCA-C63FA3E635BC}"/>
                </a:ext>
              </a:extLst>
            </p:cNvPr>
            <p:cNvSpPr/>
            <p:nvPr/>
          </p:nvSpPr>
          <p:spPr>
            <a:xfrm>
              <a:off x="68656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0606;p128">
              <a:extLst>
                <a:ext uri="{FF2B5EF4-FFF2-40B4-BE49-F238E27FC236}">
                  <a16:creationId xmlns:a16="http://schemas.microsoft.com/office/drawing/2014/main" id="{24086B5B-EEF4-954A-6CA7-1B2715D5A09E}"/>
                </a:ext>
              </a:extLst>
            </p:cNvPr>
            <p:cNvSpPr/>
            <p:nvPr/>
          </p:nvSpPr>
          <p:spPr>
            <a:xfrm>
              <a:off x="701787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0607;p128">
              <a:extLst>
                <a:ext uri="{FF2B5EF4-FFF2-40B4-BE49-F238E27FC236}">
                  <a16:creationId xmlns:a16="http://schemas.microsoft.com/office/drawing/2014/main" id="{9E079ECE-1FCB-1FA4-14DB-186D7DF4B2A3}"/>
                </a:ext>
              </a:extLst>
            </p:cNvPr>
            <p:cNvSpPr/>
            <p:nvPr/>
          </p:nvSpPr>
          <p:spPr>
            <a:xfrm>
              <a:off x="69418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0608;p128">
              <a:extLst>
                <a:ext uri="{FF2B5EF4-FFF2-40B4-BE49-F238E27FC236}">
                  <a16:creationId xmlns:a16="http://schemas.microsoft.com/office/drawing/2014/main" id="{E1797DF6-3C48-8316-AFB1-CA5E02A8889A}"/>
                </a:ext>
              </a:extLst>
            </p:cNvPr>
            <p:cNvSpPr/>
            <p:nvPr/>
          </p:nvSpPr>
          <p:spPr>
            <a:xfrm>
              <a:off x="68656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10609;p128">
              <a:extLst>
                <a:ext uri="{FF2B5EF4-FFF2-40B4-BE49-F238E27FC236}">
                  <a16:creationId xmlns:a16="http://schemas.microsoft.com/office/drawing/2014/main" id="{2791670F-3642-4253-AAFA-23441BD08596}"/>
                </a:ext>
              </a:extLst>
            </p:cNvPr>
            <p:cNvSpPr/>
            <p:nvPr/>
          </p:nvSpPr>
          <p:spPr>
            <a:xfrm>
              <a:off x="67892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10610;p128">
              <a:extLst>
                <a:ext uri="{FF2B5EF4-FFF2-40B4-BE49-F238E27FC236}">
                  <a16:creationId xmlns:a16="http://schemas.microsoft.com/office/drawing/2014/main" id="{264CA4DC-9351-2F8D-C9C3-47F3EE9E0A1D}"/>
                </a:ext>
              </a:extLst>
            </p:cNvPr>
            <p:cNvSpPr/>
            <p:nvPr/>
          </p:nvSpPr>
          <p:spPr>
            <a:xfrm>
              <a:off x="67132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0611;p128">
              <a:extLst>
                <a:ext uri="{FF2B5EF4-FFF2-40B4-BE49-F238E27FC236}">
                  <a16:creationId xmlns:a16="http://schemas.microsoft.com/office/drawing/2014/main" id="{3E911778-2863-1A73-A9EB-E60DCEB57957}"/>
                </a:ext>
              </a:extLst>
            </p:cNvPr>
            <p:cNvSpPr/>
            <p:nvPr/>
          </p:nvSpPr>
          <p:spPr>
            <a:xfrm>
              <a:off x="66370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0612;p128">
              <a:extLst>
                <a:ext uri="{FF2B5EF4-FFF2-40B4-BE49-F238E27FC236}">
                  <a16:creationId xmlns:a16="http://schemas.microsoft.com/office/drawing/2014/main" id="{35E61241-BFDF-86F9-A0A1-FEF4C85DDBED}"/>
                </a:ext>
              </a:extLst>
            </p:cNvPr>
            <p:cNvSpPr/>
            <p:nvPr/>
          </p:nvSpPr>
          <p:spPr>
            <a:xfrm>
              <a:off x="66370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0613;p128">
              <a:extLst>
                <a:ext uri="{FF2B5EF4-FFF2-40B4-BE49-F238E27FC236}">
                  <a16:creationId xmlns:a16="http://schemas.microsoft.com/office/drawing/2014/main" id="{07D952D4-1489-7479-E4BD-8F408AF97CF6}"/>
                </a:ext>
              </a:extLst>
            </p:cNvPr>
            <p:cNvSpPr/>
            <p:nvPr/>
          </p:nvSpPr>
          <p:spPr>
            <a:xfrm>
              <a:off x="65608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0614;p128">
              <a:extLst>
                <a:ext uri="{FF2B5EF4-FFF2-40B4-BE49-F238E27FC236}">
                  <a16:creationId xmlns:a16="http://schemas.microsoft.com/office/drawing/2014/main" id="{882DFC8C-5FCC-0F2F-ADF6-E5A2E573A1DE}"/>
                </a:ext>
              </a:extLst>
            </p:cNvPr>
            <p:cNvSpPr/>
            <p:nvPr/>
          </p:nvSpPr>
          <p:spPr>
            <a:xfrm>
              <a:off x="64845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0615;p128">
              <a:extLst>
                <a:ext uri="{FF2B5EF4-FFF2-40B4-BE49-F238E27FC236}">
                  <a16:creationId xmlns:a16="http://schemas.microsoft.com/office/drawing/2014/main" id="{9553ED28-7FBC-E081-3516-51E468AFA4D2}"/>
                </a:ext>
              </a:extLst>
            </p:cNvPr>
            <p:cNvSpPr/>
            <p:nvPr/>
          </p:nvSpPr>
          <p:spPr>
            <a:xfrm>
              <a:off x="64083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0616;p128">
              <a:extLst>
                <a:ext uri="{FF2B5EF4-FFF2-40B4-BE49-F238E27FC236}">
                  <a16:creationId xmlns:a16="http://schemas.microsoft.com/office/drawing/2014/main" id="{65372812-A5FB-5661-1208-92BE83DBC3B3}"/>
                </a:ext>
              </a:extLst>
            </p:cNvPr>
            <p:cNvSpPr/>
            <p:nvPr/>
          </p:nvSpPr>
          <p:spPr>
            <a:xfrm>
              <a:off x="63323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0617;p128">
              <a:extLst>
                <a:ext uri="{FF2B5EF4-FFF2-40B4-BE49-F238E27FC236}">
                  <a16:creationId xmlns:a16="http://schemas.microsoft.com/office/drawing/2014/main" id="{3F8F3AEE-B5E8-9288-8F64-DF3CABC7CE81}"/>
                </a:ext>
              </a:extLst>
            </p:cNvPr>
            <p:cNvSpPr/>
            <p:nvPr/>
          </p:nvSpPr>
          <p:spPr>
            <a:xfrm>
              <a:off x="58752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0618;p128">
              <a:extLst>
                <a:ext uri="{FF2B5EF4-FFF2-40B4-BE49-F238E27FC236}">
                  <a16:creationId xmlns:a16="http://schemas.microsoft.com/office/drawing/2014/main" id="{9449BBE8-FC5B-C0C9-B11A-DAE01E87B531}"/>
                </a:ext>
              </a:extLst>
            </p:cNvPr>
            <p:cNvSpPr/>
            <p:nvPr/>
          </p:nvSpPr>
          <p:spPr>
            <a:xfrm>
              <a:off x="58752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0619;p128">
              <a:extLst>
                <a:ext uri="{FF2B5EF4-FFF2-40B4-BE49-F238E27FC236}">
                  <a16:creationId xmlns:a16="http://schemas.microsoft.com/office/drawing/2014/main" id="{232963B5-3A29-08F1-2466-6C4D40A62EFD}"/>
                </a:ext>
              </a:extLst>
            </p:cNvPr>
            <p:cNvSpPr/>
            <p:nvPr/>
          </p:nvSpPr>
          <p:spPr>
            <a:xfrm>
              <a:off x="59514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0620;p128">
              <a:extLst>
                <a:ext uri="{FF2B5EF4-FFF2-40B4-BE49-F238E27FC236}">
                  <a16:creationId xmlns:a16="http://schemas.microsoft.com/office/drawing/2014/main" id="{D2EA027D-1D2D-130B-D201-875EAE9E1BD6}"/>
                </a:ext>
              </a:extLst>
            </p:cNvPr>
            <p:cNvSpPr/>
            <p:nvPr/>
          </p:nvSpPr>
          <p:spPr>
            <a:xfrm>
              <a:off x="5951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0621;p128">
              <a:extLst>
                <a:ext uri="{FF2B5EF4-FFF2-40B4-BE49-F238E27FC236}">
                  <a16:creationId xmlns:a16="http://schemas.microsoft.com/office/drawing/2014/main" id="{17A73F23-E3C2-7D2A-C725-94FAFD0D8FC8}"/>
                </a:ext>
              </a:extLst>
            </p:cNvPr>
            <p:cNvSpPr/>
            <p:nvPr/>
          </p:nvSpPr>
          <p:spPr>
            <a:xfrm>
              <a:off x="5951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10622;p128">
              <a:extLst>
                <a:ext uri="{FF2B5EF4-FFF2-40B4-BE49-F238E27FC236}">
                  <a16:creationId xmlns:a16="http://schemas.microsoft.com/office/drawing/2014/main" id="{45653079-FADB-9497-DC00-8AE652576EE6}"/>
                </a:ext>
              </a:extLst>
            </p:cNvPr>
            <p:cNvSpPr/>
            <p:nvPr/>
          </p:nvSpPr>
          <p:spPr>
            <a:xfrm>
              <a:off x="5951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0623;p128">
              <a:extLst>
                <a:ext uri="{FF2B5EF4-FFF2-40B4-BE49-F238E27FC236}">
                  <a16:creationId xmlns:a16="http://schemas.microsoft.com/office/drawing/2014/main" id="{5C02B418-23E4-ED0B-CABC-D0BA976910B2}"/>
                </a:ext>
              </a:extLst>
            </p:cNvPr>
            <p:cNvSpPr/>
            <p:nvPr/>
          </p:nvSpPr>
          <p:spPr>
            <a:xfrm>
              <a:off x="5951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0624;p128">
              <a:extLst>
                <a:ext uri="{FF2B5EF4-FFF2-40B4-BE49-F238E27FC236}">
                  <a16:creationId xmlns:a16="http://schemas.microsoft.com/office/drawing/2014/main" id="{EF5C71C0-997B-03EC-512E-10E4D5658D46}"/>
                </a:ext>
              </a:extLst>
            </p:cNvPr>
            <p:cNvSpPr/>
            <p:nvPr/>
          </p:nvSpPr>
          <p:spPr>
            <a:xfrm>
              <a:off x="5951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0625;p128">
              <a:extLst>
                <a:ext uri="{FF2B5EF4-FFF2-40B4-BE49-F238E27FC236}">
                  <a16:creationId xmlns:a16="http://schemas.microsoft.com/office/drawing/2014/main" id="{9C33F33A-9256-2647-109E-6D56B03DEE76}"/>
                </a:ext>
              </a:extLst>
            </p:cNvPr>
            <p:cNvSpPr/>
            <p:nvPr/>
          </p:nvSpPr>
          <p:spPr>
            <a:xfrm>
              <a:off x="5951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0626;p128">
              <a:extLst>
                <a:ext uri="{FF2B5EF4-FFF2-40B4-BE49-F238E27FC236}">
                  <a16:creationId xmlns:a16="http://schemas.microsoft.com/office/drawing/2014/main" id="{DE26EEFF-8D4E-B4FF-4A29-DD32D5D16B76}"/>
                </a:ext>
              </a:extLst>
            </p:cNvPr>
            <p:cNvSpPr/>
            <p:nvPr/>
          </p:nvSpPr>
          <p:spPr>
            <a:xfrm>
              <a:off x="5951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0627;p128">
              <a:extLst>
                <a:ext uri="{FF2B5EF4-FFF2-40B4-BE49-F238E27FC236}">
                  <a16:creationId xmlns:a16="http://schemas.microsoft.com/office/drawing/2014/main" id="{1C37F885-F9FE-8A49-536B-A12C50D4F13A}"/>
                </a:ext>
              </a:extLst>
            </p:cNvPr>
            <p:cNvSpPr/>
            <p:nvPr/>
          </p:nvSpPr>
          <p:spPr>
            <a:xfrm>
              <a:off x="5951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0628;p128">
              <a:extLst>
                <a:ext uri="{FF2B5EF4-FFF2-40B4-BE49-F238E27FC236}">
                  <a16:creationId xmlns:a16="http://schemas.microsoft.com/office/drawing/2014/main" id="{8BDF017B-DF56-E0E4-9DE8-D2B37A39114D}"/>
                </a:ext>
              </a:extLst>
            </p:cNvPr>
            <p:cNvSpPr/>
            <p:nvPr/>
          </p:nvSpPr>
          <p:spPr>
            <a:xfrm>
              <a:off x="60275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0629;p128">
              <a:extLst>
                <a:ext uri="{FF2B5EF4-FFF2-40B4-BE49-F238E27FC236}">
                  <a16:creationId xmlns:a16="http://schemas.microsoft.com/office/drawing/2014/main" id="{CFEA661C-2478-34A7-BE1E-CB4722691F17}"/>
                </a:ext>
              </a:extLst>
            </p:cNvPr>
            <p:cNvSpPr/>
            <p:nvPr/>
          </p:nvSpPr>
          <p:spPr>
            <a:xfrm>
              <a:off x="60275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0630;p128">
              <a:extLst>
                <a:ext uri="{FF2B5EF4-FFF2-40B4-BE49-F238E27FC236}">
                  <a16:creationId xmlns:a16="http://schemas.microsoft.com/office/drawing/2014/main" id="{970B5DE9-0389-C453-221F-A29208471303}"/>
                </a:ext>
              </a:extLst>
            </p:cNvPr>
            <p:cNvSpPr/>
            <p:nvPr/>
          </p:nvSpPr>
          <p:spPr>
            <a:xfrm>
              <a:off x="60275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0631;p128">
              <a:extLst>
                <a:ext uri="{FF2B5EF4-FFF2-40B4-BE49-F238E27FC236}">
                  <a16:creationId xmlns:a16="http://schemas.microsoft.com/office/drawing/2014/main" id="{804810BC-30FE-1E48-59DD-8329F05C6538}"/>
                </a:ext>
              </a:extLst>
            </p:cNvPr>
            <p:cNvSpPr/>
            <p:nvPr/>
          </p:nvSpPr>
          <p:spPr>
            <a:xfrm>
              <a:off x="60275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0632;p128">
              <a:extLst>
                <a:ext uri="{FF2B5EF4-FFF2-40B4-BE49-F238E27FC236}">
                  <a16:creationId xmlns:a16="http://schemas.microsoft.com/office/drawing/2014/main" id="{3BDE8258-EB40-E254-7FEF-1B18AF625AA6}"/>
                </a:ext>
              </a:extLst>
            </p:cNvPr>
            <p:cNvSpPr/>
            <p:nvPr/>
          </p:nvSpPr>
          <p:spPr>
            <a:xfrm>
              <a:off x="60275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0633;p128">
              <a:extLst>
                <a:ext uri="{FF2B5EF4-FFF2-40B4-BE49-F238E27FC236}">
                  <a16:creationId xmlns:a16="http://schemas.microsoft.com/office/drawing/2014/main" id="{724158A0-001B-E13D-EFAE-B1D1A01FCD12}"/>
                </a:ext>
              </a:extLst>
            </p:cNvPr>
            <p:cNvSpPr/>
            <p:nvPr/>
          </p:nvSpPr>
          <p:spPr>
            <a:xfrm>
              <a:off x="60275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0634;p128">
              <a:extLst>
                <a:ext uri="{FF2B5EF4-FFF2-40B4-BE49-F238E27FC236}">
                  <a16:creationId xmlns:a16="http://schemas.microsoft.com/office/drawing/2014/main" id="{11BA90AB-882B-D1DA-65B5-B320B115D935}"/>
                </a:ext>
              </a:extLst>
            </p:cNvPr>
            <p:cNvSpPr/>
            <p:nvPr/>
          </p:nvSpPr>
          <p:spPr>
            <a:xfrm>
              <a:off x="60275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0635;p128">
              <a:extLst>
                <a:ext uri="{FF2B5EF4-FFF2-40B4-BE49-F238E27FC236}">
                  <a16:creationId xmlns:a16="http://schemas.microsoft.com/office/drawing/2014/main" id="{D3AD2F4B-2152-72A0-9A4C-6CCD9ABF2BDD}"/>
                </a:ext>
              </a:extLst>
            </p:cNvPr>
            <p:cNvSpPr/>
            <p:nvPr/>
          </p:nvSpPr>
          <p:spPr>
            <a:xfrm>
              <a:off x="60275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9" y="481"/>
                    <a:pt x="0" y="1074"/>
                  </a:cubicBezTo>
                  <a:cubicBezTo>
                    <a:pt x="0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0636;p128">
              <a:extLst>
                <a:ext uri="{FF2B5EF4-FFF2-40B4-BE49-F238E27FC236}">
                  <a16:creationId xmlns:a16="http://schemas.microsoft.com/office/drawing/2014/main" id="{DD25348B-5955-7B6B-5621-6772BD6FF54C}"/>
                </a:ext>
              </a:extLst>
            </p:cNvPr>
            <p:cNvSpPr/>
            <p:nvPr/>
          </p:nvSpPr>
          <p:spPr>
            <a:xfrm>
              <a:off x="61037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0637;p128">
              <a:extLst>
                <a:ext uri="{FF2B5EF4-FFF2-40B4-BE49-F238E27FC236}">
                  <a16:creationId xmlns:a16="http://schemas.microsoft.com/office/drawing/2014/main" id="{CBE14DC9-C769-8C1D-21F5-5FFA118524EA}"/>
                </a:ext>
              </a:extLst>
            </p:cNvPr>
            <p:cNvSpPr/>
            <p:nvPr/>
          </p:nvSpPr>
          <p:spPr>
            <a:xfrm>
              <a:off x="61037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0638;p128">
              <a:extLst>
                <a:ext uri="{FF2B5EF4-FFF2-40B4-BE49-F238E27FC236}">
                  <a16:creationId xmlns:a16="http://schemas.microsoft.com/office/drawing/2014/main" id="{533BC04F-6EAD-33FC-91B6-4F36354343BD}"/>
                </a:ext>
              </a:extLst>
            </p:cNvPr>
            <p:cNvSpPr/>
            <p:nvPr/>
          </p:nvSpPr>
          <p:spPr>
            <a:xfrm>
              <a:off x="61037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0639;p128">
              <a:extLst>
                <a:ext uri="{FF2B5EF4-FFF2-40B4-BE49-F238E27FC236}">
                  <a16:creationId xmlns:a16="http://schemas.microsoft.com/office/drawing/2014/main" id="{71B718B5-3781-D0EE-063E-120E483773E9}"/>
                </a:ext>
              </a:extLst>
            </p:cNvPr>
            <p:cNvSpPr/>
            <p:nvPr/>
          </p:nvSpPr>
          <p:spPr>
            <a:xfrm>
              <a:off x="61037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0640;p128">
              <a:extLst>
                <a:ext uri="{FF2B5EF4-FFF2-40B4-BE49-F238E27FC236}">
                  <a16:creationId xmlns:a16="http://schemas.microsoft.com/office/drawing/2014/main" id="{6F6F016B-F048-6DB8-F9CC-43AB34AEF66A}"/>
                </a:ext>
              </a:extLst>
            </p:cNvPr>
            <p:cNvSpPr/>
            <p:nvPr/>
          </p:nvSpPr>
          <p:spPr>
            <a:xfrm>
              <a:off x="61037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0641;p128">
              <a:extLst>
                <a:ext uri="{FF2B5EF4-FFF2-40B4-BE49-F238E27FC236}">
                  <a16:creationId xmlns:a16="http://schemas.microsoft.com/office/drawing/2014/main" id="{B23F701C-3E51-7D35-CCCF-A0D9019C6A2C}"/>
                </a:ext>
              </a:extLst>
            </p:cNvPr>
            <p:cNvSpPr/>
            <p:nvPr/>
          </p:nvSpPr>
          <p:spPr>
            <a:xfrm>
              <a:off x="61037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0642;p128">
              <a:extLst>
                <a:ext uri="{FF2B5EF4-FFF2-40B4-BE49-F238E27FC236}">
                  <a16:creationId xmlns:a16="http://schemas.microsoft.com/office/drawing/2014/main" id="{0F81FCCA-F9DD-0D1F-5A49-6F6050161621}"/>
                </a:ext>
              </a:extLst>
            </p:cNvPr>
            <p:cNvSpPr/>
            <p:nvPr/>
          </p:nvSpPr>
          <p:spPr>
            <a:xfrm>
              <a:off x="61037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0643;p128">
              <a:extLst>
                <a:ext uri="{FF2B5EF4-FFF2-40B4-BE49-F238E27FC236}">
                  <a16:creationId xmlns:a16="http://schemas.microsoft.com/office/drawing/2014/main" id="{B6B719E8-FFC7-6F6B-1420-78A367C15E4B}"/>
                </a:ext>
              </a:extLst>
            </p:cNvPr>
            <p:cNvSpPr/>
            <p:nvPr/>
          </p:nvSpPr>
          <p:spPr>
            <a:xfrm>
              <a:off x="61037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0644;p128">
              <a:extLst>
                <a:ext uri="{FF2B5EF4-FFF2-40B4-BE49-F238E27FC236}">
                  <a16:creationId xmlns:a16="http://schemas.microsoft.com/office/drawing/2014/main" id="{08344565-55B2-49D7-C12B-C10E9968ED02}"/>
                </a:ext>
              </a:extLst>
            </p:cNvPr>
            <p:cNvSpPr/>
            <p:nvPr/>
          </p:nvSpPr>
          <p:spPr>
            <a:xfrm>
              <a:off x="6179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0645;p128">
              <a:extLst>
                <a:ext uri="{FF2B5EF4-FFF2-40B4-BE49-F238E27FC236}">
                  <a16:creationId xmlns:a16="http://schemas.microsoft.com/office/drawing/2014/main" id="{642A806E-16DD-2FA7-B856-8D53B7FB75A6}"/>
                </a:ext>
              </a:extLst>
            </p:cNvPr>
            <p:cNvSpPr/>
            <p:nvPr/>
          </p:nvSpPr>
          <p:spPr>
            <a:xfrm>
              <a:off x="6179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0646;p128">
              <a:extLst>
                <a:ext uri="{FF2B5EF4-FFF2-40B4-BE49-F238E27FC236}">
                  <a16:creationId xmlns:a16="http://schemas.microsoft.com/office/drawing/2014/main" id="{182C3D6D-1DA4-3D28-5326-705292E7AF6D}"/>
                </a:ext>
              </a:extLst>
            </p:cNvPr>
            <p:cNvSpPr/>
            <p:nvPr/>
          </p:nvSpPr>
          <p:spPr>
            <a:xfrm>
              <a:off x="6179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0647;p128">
              <a:extLst>
                <a:ext uri="{FF2B5EF4-FFF2-40B4-BE49-F238E27FC236}">
                  <a16:creationId xmlns:a16="http://schemas.microsoft.com/office/drawing/2014/main" id="{E744E1DC-39BA-1E6A-4E48-AE87EF23AEB7}"/>
                </a:ext>
              </a:extLst>
            </p:cNvPr>
            <p:cNvSpPr/>
            <p:nvPr/>
          </p:nvSpPr>
          <p:spPr>
            <a:xfrm>
              <a:off x="62561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0648;p128">
              <a:extLst>
                <a:ext uri="{FF2B5EF4-FFF2-40B4-BE49-F238E27FC236}">
                  <a16:creationId xmlns:a16="http://schemas.microsoft.com/office/drawing/2014/main" id="{27D798DE-5831-1C29-38D1-DB0BFAFDEFA1}"/>
                </a:ext>
              </a:extLst>
            </p:cNvPr>
            <p:cNvSpPr/>
            <p:nvPr/>
          </p:nvSpPr>
          <p:spPr>
            <a:xfrm>
              <a:off x="62561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0649;p128">
              <a:extLst>
                <a:ext uri="{FF2B5EF4-FFF2-40B4-BE49-F238E27FC236}">
                  <a16:creationId xmlns:a16="http://schemas.microsoft.com/office/drawing/2014/main" id="{5E1CB2E6-0F33-96CB-50DF-BDBF6FB7F56C}"/>
                </a:ext>
              </a:extLst>
            </p:cNvPr>
            <p:cNvSpPr/>
            <p:nvPr/>
          </p:nvSpPr>
          <p:spPr>
            <a:xfrm>
              <a:off x="62561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0650;p128">
              <a:extLst>
                <a:ext uri="{FF2B5EF4-FFF2-40B4-BE49-F238E27FC236}">
                  <a16:creationId xmlns:a16="http://schemas.microsoft.com/office/drawing/2014/main" id="{BEB83884-D1D8-DF55-1330-8F32ACC07943}"/>
                </a:ext>
              </a:extLst>
            </p:cNvPr>
            <p:cNvSpPr/>
            <p:nvPr/>
          </p:nvSpPr>
          <p:spPr>
            <a:xfrm>
              <a:off x="62561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0651;p128">
              <a:extLst>
                <a:ext uri="{FF2B5EF4-FFF2-40B4-BE49-F238E27FC236}">
                  <a16:creationId xmlns:a16="http://schemas.microsoft.com/office/drawing/2014/main" id="{3EF011CB-071B-1C88-B0CE-5194AA48D1D8}"/>
                </a:ext>
              </a:extLst>
            </p:cNvPr>
            <p:cNvSpPr/>
            <p:nvPr/>
          </p:nvSpPr>
          <p:spPr>
            <a:xfrm>
              <a:off x="61799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0652;p128">
              <a:extLst>
                <a:ext uri="{FF2B5EF4-FFF2-40B4-BE49-F238E27FC236}">
                  <a16:creationId xmlns:a16="http://schemas.microsoft.com/office/drawing/2014/main" id="{305EF6DB-DC1F-9FC8-DC23-7549AAFB8EC4}"/>
                </a:ext>
              </a:extLst>
            </p:cNvPr>
            <p:cNvSpPr/>
            <p:nvPr/>
          </p:nvSpPr>
          <p:spPr>
            <a:xfrm>
              <a:off x="61799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0653;p128">
              <a:extLst>
                <a:ext uri="{FF2B5EF4-FFF2-40B4-BE49-F238E27FC236}">
                  <a16:creationId xmlns:a16="http://schemas.microsoft.com/office/drawing/2014/main" id="{DC0901A3-7B5D-D4ED-D27E-0BF4A48B4A74}"/>
                </a:ext>
              </a:extLst>
            </p:cNvPr>
            <p:cNvSpPr/>
            <p:nvPr/>
          </p:nvSpPr>
          <p:spPr>
            <a:xfrm>
              <a:off x="61799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0654;p128">
              <a:extLst>
                <a:ext uri="{FF2B5EF4-FFF2-40B4-BE49-F238E27FC236}">
                  <a16:creationId xmlns:a16="http://schemas.microsoft.com/office/drawing/2014/main" id="{7CAF498B-F344-9AD7-A5E9-1D758DE711F6}"/>
                </a:ext>
              </a:extLst>
            </p:cNvPr>
            <p:cNvSpPr/>
            <p:nvPr/>
          </p:nvSpPr>
          <p:spPr>
            <a:xfrm>
              <a:off x="61799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0655;p128">
              <a:extLst>
                <a:ext uri="{FF2B5EF4-FFF2-40B4-BE49-F238E27FC236}">
                  <a16:creationId xmlns:a16="http://schemas.microsoft.com/office/drawing/2014/main" id="{83BE9B35-65AC-2DD5-E70B-74FA09053296}"/>
                </a:ext>
              </a:extLst>
            </p:cNvPr>
            <p:cNvSpPr/>
            <p:nvPr/>
          </p:nvSpPr>
          <p:spPr>
            <a:xfrm>
              <a:off x="61799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0656;p128">
              <a:extLst>
                <a:ext uri="{FF2B5EF4-FFF2-40B4-BE49-F238E27FC236}">
                  <a16:creationId xmlns:a16="http://schemas.microsoft.com/office/drawing/2014/main" id="{68288FB9-EBCD-2AB3-A04E-B0D58A096AB1}"/>
                </a:ext>
              </a:extLst>
            </p:cNvPr>
            <p:cNvSpPr/>
            <p:nvPr/>
          </p:nvSpPr>
          <p:spPr>
            <a:xfrm>
              <a:off x="61799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0657;p128">
              <a:extLst>
                <a:ext uri="{FF2B5EF4-FFF2-40B4-BE49-F238E27FC236}">
                  <a16:creationId xmlns:a16="http://schemas.microsoft.com/office/drawing/2014/main" id="{60B242B9-1251-A313-DAEF-C586AD19A0FE}"/>
                </a:ext>
              </a:extLst>
            </p:cNvPr>
            <p:cNvSpPr/>
            <p:nvPr/>
          </p:nvSpPr>
          <p:spPr>
            <a:xfrm>
              <a:off x="61037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0658;p128">
              <a:extLst>
                <a:ext uri="{FF2B5EF4-FFF2-40B4-BE49-F238E27FC236}">
                  <a16:creationId xmlns:a16="http://schemas.microsoft.com/office/drawing/2014/main" id="{21CDFB9A-14E3-58C6-3DBC-64DD3F75FA38}"/>
                </a:ext>
              </a:extLst>
            </p:cNvPr>
            <p:cNvSpPr/>
            <p:nvPr/>
          </p:nvSpPr>
          <p:spPr>
            <a:xfrm>
              <a:off x="60275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0659;p128">
              <a:extLst>
                <a:ext uri="{FF2B5EF4-FFF2-40B4-BE49-F238E27FC236}">
                  <a16:creationId xmlns:a16="http://schemas.microsoft.com/office/drawing/2014/main" id="{56194786-7815-1D60-A674-C6CDA96D20E8}"/>
                </a:ext>
              </a:extLst>
            </p:cNvPr>
            <p:cNvSpPr/>
            <p:nvPr/>
          </p:nvSpPr>
          <p:spPr>
            <a:xfrm>
              <a:off x="60275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0660;p128">
              <a:extLst>
                <a:ext uri="{FF2B5EF4-FFF2-40B4-BE49-F238E27FC236}">
                  <a16:creationId xmlns:a16="http://schemas.microsoft.com/office/drawing/2014/main" id="{41342979-AB39-3626-E368-C41236448070}"/>
                </a:ext>
              </a:extLst>
            </p:cNvPr>
            <p:cNvSpPr/>
            <p:nvPr/>
          </p:nvSpPr>
          <p:spPr>
            <a:xfrm>
              <a:off x="5951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0661;p128">
              <a:extLst>
                <a:ext uri="{FF2B5EF4-FFF2-40B4-BE49-F238E27FC236}">
                  <a16:creationId xmlns:a16="http://schemas.microsoft.com/office/drawing/2014/main" id="{5A336A7D-3139-7A13-522D-3FC46F9A160B}"/>
                </a:ext>
              </a:extLst>
            </p:cNvPr>
            <p:cNvSpPr/>
            <p:nvPr/>
          </p:nvSpPr>
          <p:spPr>
            <a:xfrm>
              <a:off x="54944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0662;p128">
              <a:extLst>
                <a:ext uri="{FF2B5EF4-FFF2-40B4-BE49-F238E27FC236}">
                  <a16:creationId xmlns:a16="http://schemas.microsoft.com/office/drawing/2014/main" id="{FFAFB96E-302F-F986-E336-AB2DCE15A24F}"/>
                </a:ext>
              </a:extLst>
            </p:cNvPr>
            <p:cNvSpPr/>
            <p:nvPr/>
          </p:nvSpPr>
          <p:spPr>
            <a:xfrm>
              <a:off x="54944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0663;p128">
              <a:extLst>
                <a:ext uri="{FF2B5EF4-FFF2-40B4-BE49-F238E27FC236}">
                  <a16:creationId xmlns:a16="http://schemas.microsoft.com/office/drawing/2014/main" id="{651B8AD7-9C6E-A378-7D19-5660E2E54425}"/>
                </a:ext>
              </a:extLst>
            </p:cNvPr>
            <p:cNvSpPr/>
            <p:nvPr/>
          </p:nvSpPr>
          <p:spPr>
            <a:xfrm>
              <a:off x="54944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0664;p128">
              <a:extLst>
                <a:ext uri="{FF2B5EF4-FFF2-40B4-BE49-F238E27FC236}">
                  <a16:creationId xmlns:a16="http://schemas.microsoft.com/office/drawing/2014/main" id="{747C13A0-D257-606F-3C43-8597FF9EDD84}"/>
                </a:ext>
              </a:extLst>
            </p:cNvPr>
            <p:cNvSpPr/>
            <p:nvPr/>
          </p:nvSpPr>
          <p:spPr>
            <a:xfrm>
              <a:off x="54944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5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0665;p128">
              <a:extLst>
                <a:ext uri="{FF2B5EF4-FFF2-40B4-BE49-F238E27FC236}">
                  <a16:creationId xmlns:a16="http://schemas.microsoft.com/office/drawing/2014/main" id="{8C85DDD8-67AF-F829-CD7E-91FC26E478ED}"/>
                </a:ext>
              </a:extLst>
            </p:cNvPr>
            <p:cNvSpPr/>
            <p:nvPr/>
          </p:nvSpPr>
          <p:spPr>
            <a:xfrm>
              <a:off x="54944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0666;p128">
              <a:extLst>
                <a:ext uri="{FF2B5EF4-FFF2-40B4-BE49-F238E27FC236}">
                  <a16:creationId xmlns:a16="http://schemas.microsoft.com/office/drawing/2014/main" id="{E8E86FE3-5A0E-964F-FAF1-A851ACB87A98}"/>
                </a:ext>
              </a:extLst>
            </p:cNvPr>
            <p:cNvSpPr/>
            <p:nvPr/>
          </p:nvSpPr>
          <p:spPr>
            <a:xfrm>
              <a:off x="54944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0667;p128">
              <a:extLst>
                <a:ext uri="{FF2B5EF4-FFF2-40B4-BE49-F238E27FC236}">
                  <a16:creationId xmlns:a16="http://schemas.microsoft.com/office/drawing/2014/main" id="{DECEDB64-7B4C-00B3-98B2-C1273DC0F413}"/>
                </a:ext>
              </a:extLst>
            </p:cNvPr>
            <p:cNvSpPr/>
            <p:nvPr/>
          </p:nvSpPr>
          <p:spPr>
            <a:xfrm>
              <a:off x="54944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0668;p128">
              <a:extLst>
                <a:ext uri="{FF2B5EF4-FFF2-40B4-BE49-F238E27FC236}">
                  <a16:creationId xmlns:a16="http://schemas.microsoft.com/office/drawing/2014/main" id="{C8ECA123-239A-8E5E-B592-E49058BAB334}"/>
                </a:ext>
              </a:extLst>
            </p:cNvPr>
            <p:cNvSpPr/>
            <p:nvPr/>
          </p:nvSpPr>
          <p:spPr>
            <a:xfrm>
              <a:off x="54944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0669;p128">
              <a:extLst>
                <a:ext uri="{FF2B5EF4-FFF2-40B4-BE49-F238E27FC236}">
                  <a16:creationId xmlns:a16="http://schemas.microsoft.com/office/drawing/2014/main" id="{2BCE6546-89A7-33EF-519E-B1C597F31574}"/>
                </a:ext>
              </a:extLst>
            </p:cNvPr>
            <p:cNvSpPr/>
            <p:nvPr/>
          </p:nvSpPr>
          <p:spPr>
            <a:xfrm>
              <a:off x="54944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0670;p128">
              <a:extLst>
                <a:ext uri="{FF2B5EF4-FFF2-40B4-BE49-F238E27FC236}">
                  <a16:creationId xmlns:a16="http://schemas.microsoft.com/office/drawing/2014/main" id="{87BBF30F-8742-BB6C-2187-211D03262243}"/>
                </a:ext>
              </a:extLst>
            </p:cNvPr>
            <p:cNvSpPr/>
            <p:nvPr/>
          </p:nvSpPr>
          <p:spPr>
            <a:xfrm>
              <a:off x="54944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0671;p128">
              <a:extLst>
                <a:ext uri="{FF2B5EF4-FFF2-40B4-BE49-F238E27FC236}">
                  <a16:creationId xmlns:a16="http://schemas.microsoft.com/office/drawing/2014/main" id="{8D953A4B-93F6-FFA6-4AD6-B4B07005C02A}"/>
                </a:ext>
              </a:extLst>
            </p:cNvPr>
            <p:cNvSpPr/>
            <p:nvPr/>
          </p:nvSpPr>
          <p:spPr>
            <a:xfrm>
              <a:off x="54944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0672;p128">
              <a:extLst>
                <a:ext uri="{FF2B5EF4-FFF2-40B4-BE49-F238E27FC236}">
                  <a16:creationId xmlns:a16="http://schemas.microsoft.com/office/drawing/2014/main" id="{D6DBCDA9-E3A7-5FD8-0975-29A710DA9E47}"/>
                </a:ext>
              </a:extLst>
            </p:cNvPr>
            <p:cNvSpPr/>
            <p:nvPr/>
          </p:nvSpPr>
          <p:spPr>
            <a:xfrm>
              <a:off x="54944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2" y="2137"/>
                    <a:pt x="1067" y="2137"/>
                  </a:cubicBezTo>
                  <a:cubicBezTo>
                    <a:pt x="1329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0673;p128">
              <a:extLst>
                <a:ext uri="{FF2B5EF4-FFF2-40B4-BE49-F238E27FC236}">
                  <a16:creationId xmlns:a16="http://schemas.microsoft.com/office/drawing/2014/main" id="{4E0FD806-251B-1669-5A0D-E8DC0AC5086E}"/>
                </a:ext>
              </a:extLst>
            </p:cNvPr>
            <p:cNvSpPr/>
            <p:nvPr/>
          </p:nvSpPr>
          <p:spPr>
            <a:xfrm>
              <a:off x="54944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0674;p128">
              <a:extLst>
                <a:ext uri="{FF2B5EF4-FFF2-40B4-BE49-F238E27FC236}">
                  <a16:creationId xmlns:a16="http://schemas.microsoft.com/office/drawing/2014/main" id="{4EC83E29-C673-2026-B141-EB440DB3BF59}"/>
                </a:ext>
              </a:extLst>
            </p:cNvPr>
            <p:cNvSpPr/>
            <p:nvPr/>
          </p:nvSpPr>
          <p:spPr>
            <a:xfrm>
              <a:off x="54944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0675;p128">
              <a:extLst>
                <a:ext uri="{FF2B5EF4-FFF2-40B4-BE49-F238E27FC236}">
                  <a16:creationId xmlns:a16="http://schemas.microsoft.com/office/drawing/2014/main" id="{5A95C1B3-A4EB-2FD9-BF01-21B6869B236E}"/>
                </a:ext>
              </a:extLst>
            </p:cNvPr>
            <p:cNvSpPr/>
            <p:nvPr/>
          </p:nvSpPr>
          <p:spPr>
            <a:xfrm>
              <a:off x="54944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0676;p128">
              <a:extLst>
                <a:ext uri="{FF2B5EF4-FFF2-40B4-BE49-F238E27FC236}">
                  <a16:creationId xmlns:a16="http://schemas.microsoft.com/office/drawing/2014/main" id="{912400CE-18E0-5B52-4D2A-CEF020B44E2F}"/>
                </a:ext>
              </a:extLst>
            </p:cNvPr>
            <p:cNvSpPr/>
            <p:nvPr/>
          </p:nvSpPr>
          <p:spPr>
            <a:xfrm>
              <a:off x="55706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0677;p128">
              <a:extLst>
                <a:ext uri="{FF2B5EF4-FFF2-40B4-BE49-F238E27FC236}">
                  <a16:creationId xmlns:a16="http://schemas.microsoft.com/office/drawing/2014/main" id="{DAF41EFB-9F1E-B129-FA6E-34D66515F45B}"/>
                </a:ext>
              </a:extLst>
            </p:cNvPr>
            <p:cNvSpPr/>
            <p:nvPr/>
          </p:nvSpPr>
          <p:spPr>
            <a:xfrm>
              <a:off x="55706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0678;p128">
              <a:extLst>
                <a:ext uri="{FF2B5EF4-FFF2-40B4-BE49-F238E27FC236}">
                  <a16:creationId xmlns:a16="http://schemas.microsoft.com/office/drawing/2014/main" id="{78225CCC-0150-8EAF-3E36-89C132B6D313}"/>
                </a:ext>
              </a:extLst>
            </p:cNvPr>
            <p:cNvSpPr/>
            <p:nvPr/>
          </p:nvSpPr>
          <p:spPr>
            <a:xfrm>
              <a:off x="55706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0679;p128">
              <a:extLst>
                <a:ext uri="{FF2B5EF4-FFF2-40B4-BE49-F238E27FC236}">
                  <a16:creationId xmlns:a16="http://schemas.microsoft.com/office/drawing/2014/main" id="{FC19C12D-9AF1-B04A-CE2D-027A22D2480D}"/>
                </a:ext>
              </a:extLst>
            </p:cNvPr>
            <p:cNvSpPr/>
            <p:nvPr/>
          </p:nvSpPr>
          <p:spPr>
            <a:xfrm>
              <a:off x="55706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0680;p128">
              <a:extLst>
                <a:ext uri="{FF2B5EF4-FFF2-40B4-BE49-F238E27FC236}">
                  <a16:creationId xmlns:a16="http://schemas.microsoft.com/office/drawing/2014/main" id="{3C74CE4F-340A-826B-731F-0C01D4959DEA}"/>
                </a:ext>
              </a:extLst>
            </p:cNvPr>
            <p:cNvSpPr/>
            <p:nvPr/>
          </p:nvSpPr>
          <p:spPr>
            <a:xfrm>
              <a:off x="5570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0681;p128">
              <a:extLst>
                <a:ext uri="{FF2B5EF4-FFF2-40B4-BE49-F238E27FC236}">
                  <a16:creationId xmlns:a16="http://schemas.microsoft.com/office/drawing/2014/main" id="{0FE775E2-8D05-A547-B401-9104FD92DA8F}"/>
                </a:ext>
              </a:extLst>
            </p:cNvPr>
            <p:cNvSpPr/>
            <p:nvPr/>
          </p:nvSpPr>
          <p:spPr>
            <a:xfrm>
              <a:off x="5570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0682;p128">
              <a:extLst>
                <a:ext uri="{FF2B5EF4-FFF2-40B4-BE49-F238E27FC236}">
                  <a16:creationId xmlns:a16="http://schemas.microsoft.com/office/drawing/2014/main" id="{1622FE34-590B-6172-FC65-5F53C517F906}"/>
                </a:ext>
              </a:extLst>
            </p:cNvPr>
            <p:cNvSpPr/>
            <p:nvPr/>
          </p:nvSpPr>
          <p:spPr>
            <a:xfrm>
              <a:off x="5570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0683;p128">
              <a:extLst>
                <a:ext uri="{FF2B5EF4-FFF2-40B4-BE49-F238E27FC236}">
                  <a16:creationId xmlns:a16="http://schemas.microsoft.com/office/drawing/2014/main" id="{21E47EED-795C-D117-895B-D492287C1435}"/>
                </a:ext>
              </a:extLst>
            </p:cNvPr>
            <p:cNvSpPr/>
            <p:nvPr/>
          </p:nvSpPr>
          <p:spPr>
            <a:xfrm>
              <a:off x="5570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0684;p128">
              <a:extLst>
                <a:ext uri="{FF2B5EF4-FFF2-40B4-BE49-F238E27FC236}">
                  <a16:creationId xmlns:a16="http://schemas.microsoft.com/office/drawing/2014/main" id="{EF5F2A70-8881-83D4-0949-C0E5125F1D8B}"/>
                </a:ext>
              </a:extLst>
            </p:cNvPr>
            <p:cNvSpPr/>
            <p:nvPr/>
          </p:nvSpPr>
          <p:spPr>
            <a:xfrm>
              <a:off x="5570625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0685;p128">
              <a:extLst>
                <a:ext uri="{FF2B5EF4-FFF2-40B4-BE49-F238E27FC236}">
                  <a16:creationId xmlns:a16="http://schemas.microsoft.com/office/drawing/2014/main" id="{A644F7A5-92CF-88D5-D3C5-E4A4CF4C4AE9}"/>
                </a:ext>
              </a:extLst>
            </p:cNvPr>
            <p:cNvSpPr/>
            <p:nvPr/>
          </p:nvSpPr>
          <p:spPr>
            <a:xfrm>
              <a:off x="5570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0686;p128">
              <a:extLst>
                <a:ext uri="{FF2B5EF4-FFF2-40B4-BE49-F238E27FC236}">
                  <a16:creationId xmlns:a16="http://schemas.microsoft.com/office/drawing/2014/main" id="{804ED64B-CDEB-E33D-73E8-6B3634D84A73}"/>
                </a:ext>
              </a:extLst>
            </p:cNvPr>
            <p:cNvSpPr/>
            <p:nvPr/>
          </p:nvSpPr>
          <p:spPr>
            <a:xfrm>
              <a:off x="55706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0687;p128">
              <a:extLst>
                <a:ext uri="{FF2B5EF4-FFF2-40B4-BE49-F238E27FC236}">
                  <a16:creationId xmlns:a16="http://schemas.microsoft.com/office/drawing/2014/main" id="{223983B8-45FF-4CEE-154E-7025A623BD76}"/>
                </a:ext>
              </a:extLst>
            </p:cNvPr>
            <p:cNvSpPr/>
            <p:nvPr/>
          </p:nvSpPr>
          <p:spPr>
            <a:xfrm>
              <a:off x="55706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0688;p128">
              <a:extLst>
                <a:ext uri="{FF2B5EF4-FFF2-40B4-BE49-F238E27FC236}">
                  <a16:creationId xmlns:a16="http://schemas.microsoft.com/office/drawing/2014/main" id="{6CF513FE-4F4E-E2C5-2227-13E19FC525B7}"/>
                </a:ext>
              </a:extLst>
            </p:cNvPr>
            <p:cNvSpPr/>
            <p:nvPr/>
          </p:nvSpPr>
          <p:spPr>
            <a:xfrm>
              <a:off x="55706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10689;p128">
              <a:extLst>
                <a:ext uri="{FF2B5EF4-FFF2-40B4-BE49-F238E27FC236}">
                  <a16:creationId xmlns:a16="http://schemas.microsoft.com/office/drawing/2014/main" id="{1B0EDFBB-CE03-AC5F-0BC5-733E837545B1}"/>
                </a:ext>
              </a:extLst>
            </p:cNvPr>
            <p:cNvSpPr/>
            <p:nvPr/>
          </p:nvSpPr>
          <p:spPr>
            <a:xfrm>
              <a:off x="5570625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0690;p128">
              <a:extLst>
                <a:ext uri="{FF2B5EF4-FFF2-40B4-BE49-F238E27FC236}">
                  <a16:creationId xmlns:a16="http://schemas.microsoft.com/office/drawing/2014/main" id="{F3CFC627-1CD2-87F7-A2D3-231566313ECC}"/>
                </a:ext>
              </a:extLst>
            </p:cNvPr>
            <p:cNvSpPr/>
            <p:nvPr/>
          </p:nvSpPr>
          <p:spPr>
            <a:xfrm>
              <a:off x="55706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0691;p128">
              <a:extLst>
                <a:ext uri="{FF2B5EF4-FFF2-40B4-BE49-F238E27FC236}">
                  <a16:creationId xmlns:a16="http://schemas.microsoft.com/office/drawing/2014/main" id="{AF559225-FD53-4D1A-969C-22CD54BA7EB6}"/>
                </a:ext>
              </a:extLst>
            </p:cNvPr>
            <p:cNvSpPr/>
            <p:nvPr/>
          </p:nvSpPr>
          <p:spPr>
            <a:xfrm>
              <a:off x="55706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0692;p128">
              <a:extLst>
                <a:ext uri="{FF2B5EF4-FFF2-40B4-BE49-F238E27FC236}">
                  <a16:creationId xmlns:a16="http://schemas.microsoft.com/office/drawing/2014/main" id="{8BA5394C-C752-4B7C-2AE6-73A0812BDCD6}"/>
                </a:ext>
              </a:extLst>
            </p:cNvPr>
            <p:cNvSpPr/>
            <p:nvPr/>
          </p:nvSpPr>
          <p:spPr>
            <a:xfrm>
              <a:off x="55706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0693;p128">
              <a:extLst>
                <a:ext uri="{FF2B5EF4-FFF2-40B4-BE49-F238E27FC236}">
                  <a16:creationId xmlns:a16="http://schemas.microsoft.com/office/drawing/2014/main" id="{4EB7E96E-104E-6ADE-8D31-6D2BFDEDE26E}"/>
                </a:ext>
              </a:extLst>
            </p:cNvPr>
            <p:cNvSpPr/>
            <p:nvPr/>
          </p:nvSpPr>
          <p:spPr>
            <a:xfrm>
              <a:off x="55706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0694;p128">
              <a:extLst>
                <a:ext uri="{FF2B5EF4-FFF2-40B4-BE49-F238E27FC236}">
                  <a16:creationId xmlns:a16="http://schemas.microsoft.com/office/drawing/2014/main" id="{B8881808-A481-BAD8-B420-D045D0A7429D}"/>
                </a:ext>
              </a:extLst>
            </p:cNvPr>
            <p:cNvSpPr/>
            <p:nvPr/>
          </p:nvSpPr>
          <p:spPr>
            <a:xfrm>
              <a:off x="55706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0695;p128">
              <a:extLst>
                <a:ext uri="{FF2B5EF4-FFF2-40B4-BE49-F238E27FC236}">
                  <a16:creationId xmlns:a16="http://schemas.microsoft.com/office/drawing/2014/main" id="{D6244CEB-CB07-BABF-F601-30E8D1310B60}"/>
                </a:ext>
              </a:extLst>
            </p:cNvPr>
            <p:cNvSpPr/>
            <p:nvPr/>
          </p:nvSpPr>
          <p:spPr>
            <a:xfrm>
              <a:off x="55706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0696;p128">
              <a:extLst>
                <a:ext uri="{FF2B5EF4-FFF2-40B4-BE49-F238E27FC236}">
                  <a16:creationId xmlns:a16="http://schemas.microsoft.com/office/drawing/2014/main" id="{A159F2EF-9F72-39F2-E76B-0F1324B43477}"/>
                </a:ext>
              </a:extLst>
            </p:cNvPr>
            <p:cNvSpPr/>
            <p:nvPr/>
          </p:nvSpPr>
          <p:spPr>
            <a:xfrm>
              <a:off x="55706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0697;p128">
              <a:extLst>
                <a:ext uri="{FF2B5EF4-FFF2-40B4-BE49-F238E27FC236}">
                  <a16:creationId xmlns:a16="http://schemas.microsoft.com/office/drawing/2014/main" id="{A944CDCC-6E7E-26CA-5206-CC8E3A292F74}"/>
                </a:ext>
              </a:extLst>
            </p:cNvPr>
            <p:cNvSpPr/>
            <p:nvPr/>
          </p:nvSpPr>
          <p:spPr>
            <a:xfrm>
              <a:off x="56468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0698;p128">
              <a:extLst>
                <a:ext uri="{FF2B5EF4-FFF2-40B4-BE49-F238E27FC236}">
                  <a16:creationId xmlns:a16="http://schemas.microsoft.com/office/drawing/2014/main" id="{FB8F3C5E-E356-5C3D-C62D-FCC9CC567FCB}"/>
                </a:ext>
              </a:extLst>
            </p:cNvPr>
            <p:cNvSpPr/>
            <p:nvPr/>
          </p:nvSpPr>
          <p:spPr>
            <a:xfrm>
              <a:off x="56468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0699;p128">
              <a:extLst>
                <a:ext uri="{FF2B5EF4-FFF2-40B4-BE49-F238E27FC236}">
                  <a16:creationId xmlns:a16="http://schemas.microsoft.com/office/drawing/2014/main" id="{2378ADD2-5CAC-6842-7981-A0048D944D4B}"/>
                </a:ext>
              </a:extLst>
            </p:cNvPr>
            <p:cNvSpPr/>
            <p:nvPr/>
          </p:nvSpPr>
          <p:spPr>
            <a:xfrm>
              <a:off x="5646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0700;p128">
              <a:extLst>
                <a:ext uri="{FF2B5EF4-FFF2-40B4-BE49-F238E27FC236}">
                  <a16:creationId xmlns:a16="http://schemas.microsoft.com/office/drawing/2014/main" id="{9B28380B-5725-3225-40D0-1B1A7DE2F0CC}"/>
                </a:ext>
              </a:extLst>
            </p:cNvPr>
            <p:cNvSpPr/>
            <p:nvPr/>
          </p:nvSpPr>
          <p:spPr>
            <a:xfrm>
              <a:off x="5646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0701;p128">
              <a:extLst>
                <a:ext uri="{FF2B5EF4-FFF2-40B4-BE49-F238E27FC236}">
                  <a16:creationId xmlns:a16="http://schemas.microsoft.com/office/drawing/2014/main" id="{C69A739F-AB65-7803-3FD4-806EA4D53E94}"/>
                </a:ext>
              </a:extLst>
            </p:cNvPr>
            <p:cNvSpPr/>
            <p:nvPr/>
          </p:nvSpPr>
          <p:spPr>
            <a:xfrm>
              <a:off x="5646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0702;p128">
              <a:extLst>
                <a:ext uri="{FF2B5EF4-FFF2-40B4-BE49-F238E27FC236}">
                  <a16:creationId xmlns:a16="http://schemas.microsoft.com/office/drawing/2014/main" id="{6F8C75CB-B6EC-0CAE-C178-14479CEB663E}"/>
                </a:ext>
              </a:extLst>
            </p:cNvPr>
            <p:cNvSpPr/>
            <p:nvPr/>
          </p:nvSpPr>
          <p:spPr>
            <a:xfrm>
              <a:off x="5646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0703;p128">
              <a:extLst>
                <a:ext uri="{FF2B5EF4-FFF2-40B4-BE49-F238E27FC236}">
                  <a16:creationId xmlns:a16="http://schemas.microsoft.com/office/drawing/2014/main" id="{D3F3A14C-D325-3734-8737-BF88D020DA18}"/>
                </a:ext>
              </a:extLst>
            </p:cNvPr>
            <p:cNvSpPr/>
            <p:nvPr/>
          </p:nvSpPr>
          <p:spPr>
            <a:xfrm>
              <a:off x="5646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0704;p128">
              <a:extLst>
                <a:ext uri="{FF2B5EF4-FFF2-40B4-BE49-F238E27FC236}">
                  <a16:creationId xmlns:a16="http://schemas.microsoft.com/office/drawing/2014/main" id="{79DD489F-AC52-2B23-B88C-5FC38301EAB2}"/>
                </a:ext>
              </a:extLst>
            </p:cNvPr>
            <p:cNvSpPr/>
            <p:nvPr/>
          </p:nvSpPr>
          <p:spPr>
            <a:xfrm>
              <a:off x="5646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0705;p128">
              <a:extLst>
                <a:ext uri="{FF2B5EF4-FFF2-40B4-BE49-F238E27FC236}">
                  <a16:creationId xmlns:a16="http://schemas.microsoft.com/office/drawing/2014/main" id="{AC759623-8228-C854-24C1-22C20457A176}"/>
                </a:ext>
              </a:extLst>
            </p:cNvPr>
            <p:cNvSpPr/>
            <p:nvPr/>
          </p:nvSpPr>
          <p:spPr>
            <a:xfrm>
              <a:off x="5646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0706;p128">
              <a:extLst>
                <a:ext uri="{FF2B5EF4-FFF2-40B4-BE49-F238E27FC236}">
                  <a16:creationId xmlns:a16="http://schemas.microsoft.com/office/drawing/2014/main" id="{FF035422-44AC-4FF3-EF42-ED2678319DE9}"/>
                </a:ext>
              </a:extLst>
            </p:cNvPr>
            <p:cNvSpPr/>
            <p:nvPr/>
          </p:nvSpPr>
          <p:spPr>
            <a:xfrm>
              <a:off x="56468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0707;p128">
              <a:extLst>
                <a:ext uri="{FF2B5EF4-FFF2-40B4-BE49-F238E27FC236}">
                  <a16:creationId xmlns:a16="http://schemas.microsoft.com/office/drawing/2014/main" id="{6BE1885B-B931-5C58-42AC-8E120D5E036F}"/>
                </a:ext>
              </a:extLst>
            </p:cNvPr>
            <p:cNvSpPr/>
            <p:nvPr/>
          </p:nvSpPr>
          <p:spPr>
            <a:xfrm>
              <a:off x="56468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0708;p128">
              <a:extLst>
                <a:ext uri="{FF2B5EF4-FFF2-40B4-BE49-F238E27FC236}">
                  <a16:creationId xmlns:a16="http://schemas.microsoft.com/office/drawing/2014/main" id="{0E52EFC7-C514-0EF7-DED1-1A1C8C79BE70}"/>
                </a:ext>
              </a:extLst>
            </p:cNvPr>
            <p:cNvSpPr/>
            <p:nvPr/>
          </p:nvSpPr>
          <p:spPr>
            <a:xfrm>
              <a:off x="56468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0709;p128">
              <a:extLst>
                <a:ext uri="{FF2B5EF4-FFF2-40B4-BE49-F238E27FC236}">
                  <a16:creationId xmlns:a16="http://schemas.microsoft.com/office/drawing/2014/main" id="{74204EBD-1260-DB0C-846D-0A34F53A31AF}"/>
                </a:ext>
              </a:extLst>
            </p:cNvPr>
            <p:cNvSpPr/>
            <p:nvPr/>
          </p:nvSpPr>
          <p:spPr>
            <a:xfrm>
              <a:off x="56468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10710;p128">
              <a:extLst>
                <a:ext uri="{FF2B5EF4-FFF2-40B4-BE49-F238E27FC236}">
                  <a16:creationId xmlns:a16="http://schemas.microsoft.com/office/drawing/2014/main" id="{CF38D806-5F39-3755-338B-B6E3E28811BE}"/>
                </a:ext>
              </a:extLst>
            </p:cNvPr>
            <p:cNvSpPr/>
            <p:nvPr/>
          </p:nvSpPr>
          <p:spPr>
            <a:xfrm>
              <a:off x="56468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0711;p128">
              <a:extLst>
                <a:ext uri="{FF2B5EF4-FFF2-40B4-BE49-F238E27FC236}">
                  <a16:creationId xmlns:a16="http://schemas.microsoft.com/office/drawing/2014/main" id="{6068277F-61BB-4F4A-0E6F-70C8592F33CF}"/>
                </a:ext>
              </a:extLst>
            </p:cNvPr>
            <p:cNvSpPr/>
            <p:nvPr/>
          </p:nvSpPr>
          <p:spPr>
            <a:xfrm>
              <a:off x="56468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10712;p128">
              <a:extLst>
                <a:ext uri="{FF2B5EF4-FFF2-40B4-BE49-F238E27FC236}">
                  <a16:creationId xmlns:a16="http://schemas.microsoft.com/office/drawing/2014/main" id="{C92F72C0-9EC1-8B22-56D7-23AC5B476CF5}"/>
                </a:ext>
              </a:extLst>
            </p:cNvPr>
            <p:cNvSpPr/>
            <p:nvPr/>
          </p:nvSpPr>
          <p:spPr>
            <a:xfrm>
              <a:off x="56468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10713;p128">
              <a:extLst>
                <a:ext uri="{FF2B5EF4-FFF2-40B4-BE49-F238E27FC236}">
                  <a16:creationId xmlns:a16="http://schemas.microsoft.com/office/drawing/2014/main" id="{C66B744C-7915-0A9B-244E-91F72DAED8C2}"/>
                </a:ext>
              </a:extLst>
            </p:cNvPr>
            <p:cNvSpPr/>
            <p:nvPr/>
          </p:nvSpPr>
          <p:spPr>
            <a:xfrm>
              <a:off x="56468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10714;p128">
              <a:extLst>
                <a:ext uri="{FF2B5EF4-FFF2-40B4-BE49-F238E27FC236}">
                  <a16:creationId xmlns:a16="http://schemas.microsoft.com/office/drawing/2014/main" id="{6EEAD209-A19C-959B-7251-563F450C90C5}"/>
                </a:ext>
              </a:extLst>
            </p:cNvPr>
            <p:cNvSpPr/>
            <p:nvPr/>
          </p:nvSpPr>
          <p:spPr>
            <a:xfrm>
              <a:off x="57230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10715;p128">
              <a:extLst>
                <a:ext uri="{FF2B5EF4-FFF2-40B4-BE49-F238E27FC236}">
                  <a16:creationId xmlns:a16="http://schemas.microsoft.com/office/drawing/2014/main" id="{A6DB0ED3-7524-942D-F139-A50FBE2ECB1B}"/>
                </a:ext>
              </a:extLst>
            </p:cNvPr>
            <p:cNvSpPr/>
            <p:nvPr/>
          </p:nvSpPr>
          <p:spPr>
            <a:xfrm>
              <a:off x="57230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10716;p128">
              <a:extLst>
                <a:ext uri="{FF2B5EF4-FFF2-40B4-BE49-F238E27FC236}">
                  <a16:creationId xmlns:a16="http://schemas.microsoft.com/office/drawing/2014/main" id="{44CD0B57-4060-9A83-5401-4B399B765393}"/>
                </a:ext>
              </a:extLst>
            </p:cNvPr>
            <p:cNvSpPr/>
            <p:nvPr/>
          </p:nvSpPr>
          <p:spPr>
            <a:xfrm>
              <a:off x="57230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6" y="1149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5" name="Google Shape;10717;p128">
              <a:extLst>
                <a:ext uri="{FF2B5EF4-FFF2-40B4-BE49-F238E27FC236}">
                  <a16:creationId xmlns:a16="http://schemas.microsoft.com/office/drawing/2014/main" id="{4ADA137C-CEB5-BC71-05C5-13E7F2723088}"/>
                </a:ext>
              </a:extLst>
            </p:cNvPr>
            <p:cNvSpPr/>
            <p:nvPr/>
          </p:nvSpPr>
          <p:spPr>
            <a:xfrm>
              <a:off x="57230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6" name="Google Shape;10718;p128">
              <a:extLst>
                <a:ext uri="{FF2B5EF4-FFF2-40B4-BE49-F238E27FC236}">
                  <a16:creationId xmlns:a16="http://schemas.microsoft.com/office/drawing/2014/main" id="{57F06090-4756-AC2A-5FB2-80A7D0C338CD}"/>
                </a:ext>
              </a:extLst>
            </p:cNvPr>
            <p:cNvSpPr/>
            <p:nvPr/>
          </p:nvSpPr>
          <p:spPr>
            <a:xfrm>
              <a:off x="57230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7" name="Google Shape;10719;p128">
              <a:extLst>
                <a:ext uri="{FF2B5EF4-FFF2-40B4-BE49-F238E27FC236}">
                  <a16:creationId xmlns:a16="http://schemas.microsoft.com/office/drawing/2014/main" id="{62DA76D3-A845-1A94-51B8-3B70E72E4875}"/>
                </a:ext>
              </a:extLst>
            </p:cNvPr>
            <p:cNvSpPr/>
            <p:nvPr/>
          </p:nvSpPr>
          <p:spPr>
            <a:xfrm>
              <a:off x="57230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10720;p128">
              <a:extLst>
                <a:ext uri="{FF2B5EF4-FFF2-40B4-BE49-F238E27FC236}">
                  <a16:creationId xmlns:a16="http://schemas.microsoft.com/office/drawing/2014/main" id="{91C666A9-C8BC-52F1-F690-3F41378508CF}"/>
                </a:ext>
              </a:extLst>
            </p:cNvPr>
            <p:cNvSpPr/>
            <p:nvPr/>
          </p:nvSpPr>
          <p:spPr>
            <a:xfrm>
              <a:off x="57230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10721;p128">
              <a:extLst>
                <a:ext uri="{FF2B5EF4-FFF2-40B4-BE49-F238E27FC236}">
                  <a16:creationId xmlns:a16="http://schemas.microsoft.com/office/drawing/2014/main" id="{BC24D003-E178-5255-9AF7-2A029482FC0B}"/>
                </a:ext>
              </a:extLst>
            </p:cNvPr>
            <p:cNvSpPr/>
            <p:nvPr/>
          </p:nvSpPr>
          <p:spPr>
            <a:xfrm>
              <a:off x="57230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0" name="Google Shape;10722;p128">
              <a:extLst>
                <a:ext uri="{FF2B5EF4-FFF2-40B4-BE49-F238E27FC236}">
                  <a16:creationId xmlns:a16="http://schemas.microsoft.com/office/drawing/2014/main" id="{EBBF69FD-3750-75B3-81B6-6BDF70AE1BE7}"/>
                </a:ext>
              </a:extLst>
            </p:cNvPr>
            <p:cNvSpPr/>
            <p:nvPr/>
          </p:nvSpPr>
          <p:spPr>
            <a:xfrm>
              <a:off x="57230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1" name="Google Shape;10723;p128">
              <a:extLst>
                <a:ext uri="{FF2B5EF4-FFF2-40B4-BE49-F238E27FC236}">
                  <a16:creationId xmlns:a16="http://schemas.microsoft.com/office/drawing/2014/main" id="{D64A2B09-C417-5E71-9B75-A6D92A2FFE60}"/>
                </a:ext>
              </a:extLst>
            </p:cNvPr>
            <p:cNvSpPr/>
            <p:nvPr/>
          </p:nvSpPr>
          <p:spPr>
            <a:xfrm>
              <a:off x="57230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2" name="Google Shape;10724;p128">
              <a:extLst>
                <a:ext uri="{FF2B5EF4-FFF2-40B4-BE49-F238E27FC236}">
                  <a16:creationId xmlns:a16="http://schemas.microsoft.com/office/drawing/2014/main" id="{F4176751-129A-9F8D-CCFB-306317EDDB30}"/>
                </a:ext>
              </a:extLst>
            </p:cNvPr>
            <p:cNvSpPr/>
            <p:nvPr/>
          </p:nvSpPr>
          <p:spPr>
            <a:xfrm>
              <a:off x="57230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3" name="Google Shape;10725;p128">
              <a:extLst>
                <a:ext uri="{FF2B5EF4-FFF2-40B4-BE49-F238E27FC236}">
                  <a16:creationId xmlns:a16="http://schemas.microsoft.com/office/drawing/2014/main" id="{55A73DDC-EA51-9F9A-44DF-AFBEA1D12AF6}"/>
                </a:ext>
              </a:extLst>
            </p:cNvPr>
            <p:cNvSpPr/>
            <p:nvPr/>
          </p:nvSpPr>
          <p:spPr>
            <a:xfrm>
              <a:off x="5723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4" name="Google Shape;10726;p128">
              <a:extLst>
                <a:ext uri="{FF2B5EF4-FFF2-40B4-BE49-F238E27FC236}">
                  <a16:creationId xmlns:a16="http://schemas.microsoft.com/office/drawing/2014/main" id="{F452600B-B3A1-5C07-2C08-081338E11FC0}"/>
                </a:ext>
              </a:extLst>
            </p:cNvPr>
            <p:cNvSpPr/>
            <p:nvPr/>
          </p:nvSpPr>
          <p:spPr>
            <a:xfrm>
              <a:off x="57230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5" name="Google Shape;10727;p128">
              <a:extLst>
                <a:ext uri="{FF2B5EF4-FFF2-40B4-BE49-F238E27FC236}">
                  <a16:creationId xmlns:a16="http://schemas.microsoft.com/office/drawing/2014/main" id="{FD07BAE7-CF07-3D79-9FA7-24084A5DF82B}"/>
                </a:ext>
              </a:extLst>
            </p:cNvPr>
            <p:cNvSpPr/>
            <p:nvPr/>
          </p:nvSpPr>
          <p:spPr>
            <a:xfrm>
              <a:off x="57228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0728;p128">
              <a:extLst>
                <a:ext uri="{FF2B5EF4-FFF2-40B4-BE49-F238E27FC236}">
                  <a16:creationId xmlns:a16="http://schemas.microsoft.com/office/drawing/2014/main" id="{420721C0-879B-AC9C-F24C-DDCDC1149195}"/>
                </a:ext>
              </a:extLst>
            </p:cNvPr>
            <p:cNvSpPr/>
            <p:nvPr/>
          </p:nvSpPr>
          <p:spPr>
            <a:xfrm>
              <a:off x="57230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0729;p128">
              <a:extLst>
                <a:ext uri="{FF2B5EF4-FFF2-40B4-BE49-F238E27FC236}">
                  <a16:creationId xmlns:a16="http://schemas.microsoft.com/office/drawing/2014/main" id="{804C960B-8D59-725E-4EF5-D51FCED6E8A1}"/>
                </a:ext>
              </a:extLst>
            </p:cNvPr>
            <p:cNvSpPr/>
            <p:nvPr/>
          </p:nvSpPr>
          <p:spPr>
            <a:xfrm>
              <a:off x="57228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8" name="Google Shape;10730;p128">
              <a:extLst>
                <a:ext uri="{FF2B5EF4-FFF2-40B4-BE49-F238E27FC236}">
                  <a16:creationId xmlns:a16="http://schemas.microsoft.com/office/drawing/2014/main" id="{FF2C15EE-423F-775F-6558-D07D60EC49D7}"/>
                </a:ext>
              </a:extLst>
            </p:cNvPr>
            <p:cNvSpPr/>
            <p:nvPr/>
          </p:nvSpPr>
          <p:spPr>
            <a:xfrm>
              <a:off x="57992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10731;p128">
              <a:extLst>
                <a:ext uri="{FF2B5EF4-FFF2-40B4-BE49-F238E27FC236}">
                  <a16:creationId xmlns:a16="http://schemas.microsoft.com/office/drawing/2014/main" id="{9965A6CA-CE71-E17B-CAC7-F9B7FD53FFF4}"/>
                </a:ext>
              </a:extLst>
            </p:cNvPr>
            <p:cNvSpPr/>
            <p:nvPr/>
          </p:nvSpPr>
          <p:spPr>
            <a:xfrm>
              <a:off x="5799275" y="14952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0"/>
                    <a:pt x="1067" y="2130"/>
                  </a:cubicBezTo>
                  <a:cubicBezTo>
                    <a:pt x="1329" y="2130"/>
                    <a:pt x="1596" y="2032"/>
                    <a:pt x="1813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0732;p128">
              <a:extLst>
                <a:ext uri="{FF2B5EF4-FFF2-40B4-BE49-F238E27FC236}">
                  <a16:creationId xmlns:a16="http://schemas.microsoft.com/office/drawing/2014/main" id="{72E2BB60-08C7-4EA6-595F-5D4FA504154C}"/>
                </a:ext>
              </a:extLst>
            </p:cNvPr>
            <p:cNvSpPr/>
            <p:nvPr/>
          </p:nvSpPr>
          <p:spPr>
            <a:xfrm>
              <a:off x="5799275" y="15714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1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10733;p128">
              <a:extLst>
                <a:ext uri="{FF2B5EF4-FFF2-40B4-BE49-F238E27FC236}">
                  <a16:creationId xmlns:a16="http://schemas.microsoft.com/office/drawing/2014/main" id="{7B051B7F-E9CE-0CA6-97D2-293E44FB9A24}"/>
                </a:ext>
              </a:extLst>
            </p:cNvPr>
            <p:cNvSpPr/>
            <p:nvPr/>
          </p:nvSpPr>
          <p:spPr>
            <a:xfrm>
              <a:off x="57992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2" name="Google Shape;10734;p128">
              <a:extLst>
                <a:ext uri="{FF2B5EF4-FFF2-40B4-BE49-F238E27FC236}">
                  <a16:creationId xmlns:a16="http://schemas.microsoft.com/office/drawing/2014/main" id="{E2C81EB5-308D-AE94-B25A-E161196E01C1}"/>
                </a:ext>
              </a:extLst>
            </p:cNvPr>
            <p:cNvSpPr/>
            <p:nvPr/>
          </p:nvSpPr>
          <p:spPr>
            <a:xfrm>
              <a:off x="57992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3" name="Google Shape;10735;p128">
              <a:extLst>
                <a:ext uri="{FF2B5EF4-FFF2-40B4-BE49-F238E27FC236}">
                  <a16:creationId xmlns:a16="http://schemas.microsoft.com/office/drawing/2014/main" id="{412DE7DE-EDD4-9EAA-9CA9-BA6ADE69C706}"/>
                </a:ext>
              </a:extLst>
            </p:cNvPr>
            <p:cNvSpPr/>
            <p:nvPr/>
          </p:nvSpPr>
          <p:spPr>
            <a:xfrm>
              <a:off x="5799275" y="17998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1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5" y="1150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4" name="Google Shape;10736;p128">
              <a:extLst>
                <a:ext uri="{FF2B5EF4-FFF2-40B4-BE49-F238E27FC236}">
                  <a16:creationId xmlns:a16="http://schemas.microsoft.com/office/drawing/2014/main" id="{F1E9E9CB-03D2-A622-7483-A957A927CA0F}"/>
                </a:ext>
              </a:extLst>
            </p:cNvPr>
            <p:cNvSpPr/>
            <p:nvPr/>
          </p:nvSpPr>
          <p:spPr>
            <a:xfrm>
              <a:off x="5799275" y="18760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5" name="Google Shape;10737;p128">
              <a:extLst>
                <a:ext uri="{FF2B5EF4-FFF2-40B4-BE49-F238E27FC236}">
                  <a16:creationId xmlns:a16="http://schemas.microsoft.com/office/drawing/2014/main" id="{FB3E530B-2F29-EB75-25E1-C02527763715}"/>
                </a:ext>
              </a:extLst>
            </p:cNvPr>
            <p:cNvSpPr/>
            <p:nvPr/>
          </p:nvSpPr>
          <p:spPr>
            <a:xfrm>
              <a:off x="5799275" y="1952050"/>
              <a:ext cx="62200" cy="53500"/>
            </a:xfrm>
            <a:custGeom>
              <a:avLst/>
              <a:gdLst/>
              <a:ahLst/>
              <a:cxnLst/>
              <a:rect l="l" t="t" r="r" b="b"/>
              <a:pathLst>
                <a:path w="2488" h="2140" extrusionOk="0">
                  <a:moveTo>
                    <a:pt x="1057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6"/>
                    <a:pt x="522" y="2139"/>
                    <a:pt x="1069" y="2139"/>
                  </a:cubicBezTo>
                  <a:cubicBezTo>
                    <a:pt x="1333" y="2139"/>
                    <a:pt x="1602" y="2041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6" name="Google Shape;10738;p128">
              <a:extLst>
                <a:ext uri="{FF2B5EF4-FFF2-40B4-BE49-F238E27FC236}">
                  <a16:creationId xmlns:a16="http://schemas.microsoft.com/office/drawing/2014/main" id="{FF1FE655-3D42-158D-6DB1-66F96D21D28C}"/>
                </a:ext>
              </a:extLst>
            </p:cNvPr>
            <p:cNvSpPr/>
            <p:nvPr/>
          </p:nvSpPr>
          <p:spPr>
            <a:xfrm>
              <a:off x="57992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0739;p128">
              <a:extLst>
                <a:ext uri="{FF2B5EF4-FFF2-40B4-BE49-F238E27FC236}">
                  <a16:creationId xmlns:a16="http://schemas.microsoft.com/office/drawing/2014/main" id="{696F5B0A-DA11-87B5-5D6D-9DF080EE5A2A}"/>
                </a:ext>
              </a:extLst>
            </p:cNvPr>
            <p:cNvSpPr/>
            <p:nvPr/>
          </p:nvSpPr>
          <p:spPr>
            <a:xfrm>
              <a:off x="5875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0740;p128">
              <a:extLst>
                <a:ext uri="{FF2B5EF4-FFF2-40B4-BE49-F238E27FC236}">
                  <a16:creationId xmlns:a16="http://schemas.microsoft.com/office/drawing/2014/main" id="{A23A1D37-7D92-B445-E2C1-97296750148D}"/>
                </a:ext>
              </a:extLst>
            </p:cNvPr>
            <p:cNvSpPr/>
            <p:nvPr/>
          </p:nvSpPr>
          <p:spPr>
            <a:xfrm>
              <a:off x="5875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0741;p128">
              <a:extLst>
                <a:ext uri="{FF2B5EF4-FFF2-40B4-BE49-F238E27FC236}">
                  <a16:creationId xmlns:a16="http://schemas.microsoft.com/office/drawing/2014/main" id="{1D559A97-70D5-3CFB-3BA6-4214FDE299AB}"/>
                </a:ext>
              </a:extLst>
            </p:cNvPr>
            <p:cNvSpPr/>
            <p:nvPr/>
          </p:nvSpPr>
          <p:spPr>
            <a:xfrm>
              <a:off x="5875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0742;p128">
              <a:extLst>
                <a:ext uri="{FF2B5EF4-FFF2-40B4-BE49-F238E27FC236}">
                  <a16:creationId xmlns:a16="http://schemas.microsoft.com/office/drawing/2014/main" id="{9A6775BF-BA78-D4ED-D93B-D324CFEB8FEE}"/>
                </a:ext>
              </a:extLst>
            </p:cNvPr>
            <p:cNvSpPr/>
            <p:nvPr/>
          </p:nvSpPr>
          <p:spPr>
            <a:xfrm>
              <a:off x="5875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0743;p128">
              <a:extLst>
                <a:ext uri="{FF2B5EF4-FFF2-40B4-BE49-F238E27FC236}">
                  <a16:creationId xmlns:a16="http://schemas.microsoft.com/office/drawing/2014/main" id="{44E02EFC-BD3E-2AFC-B112-7D944942A4A5}"/>
                </a:ext>
              </a:extLst>
            </p:cNvPr>
            <p:cNvSpPr/>
            <p:nvPr/>
          </p:nvSpPr>
          <p:spPr>
            <a:xfrm>
              <a:off x="58752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0744;p128">
              <a:extLst>
                <a:ext uri="{FF2B5EF4-FFF2-40B4-BE49-F238E27FC236}">
                  <a16:creationId xmlns:a16="http://schemas.microsoft.com/office/drawing/2014/main" id="{0FA0A0C9-DC47-A434-B8F8-D2938D7D6714}"/>
                </a:ext>
              </a:extLst>
            </p:cNvPr>
            <p:cNvSpPr/>
            <p:nvPr/>
          </p:nvSpPr>
          <p:spPr>
            <a:xfrm>
              <a:off x="58752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3" name="Google Shape;10745;p128">
              <a:extLst>
                <a:ext uri="{FF2B5EF4-FFF2-40B4-BE49-F238E27FC236}">
                  <a16:creationId xmlns:a16="http://schemas.microsoft.com/office/drawing/2014/main" id="{0366B88A-C5F9-A06D-7C30-3EF59E272E2E}"/>
                </a:ext>
              </a:extLst>
            </p:cNvPr>
            <p:cNvSpPr/>
            <p:nvPr/>
          </p:nvSpPr>
          <p:spPr>
            <a:xfrm>
              <a:off x="587527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0746;p128">
              <a:extLst>
                <a:ext uri="{FF2B5EF4-FFF2-40B4-BE49-F238E27FC236}">
                  <a16:creationId xmlns:a16="http://schemas.microsoft.com/office/drawing/2014/main" id="{D9398834-62CF-1818-055F-078D91A7890B}"/>
                </a:ext>
              </a:extLst>
            </p:cNvPr>
            <p:cNvSpPr/>
            <p:nvPr/>
          </p:nvSpPr>
          <p:spPr>
            <a:xfrm>
              <a:off x="58752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5" name="Google Shape;10747;p128">
              <a:extLst>
                <a:ext uri="{FF2B5EF4-FFF2-40B4-BE49-F238E27FC236}">
                  <a16:creationId xmlns:a16="http://schemas.microsoft.com/office/drawing/2014/main" id="{BA026C71-CF5C-9C8F-48C5-BE1812EDA58E}"/>
                </a:ext>
              </a:extLst>
            </p:cNvPr>
            <p:cNvSpPr/>
            <p:nvPr/>
          </p:nvSpPr>
          <p:spPr>
            <a:xfrm>
              <a:off x="58752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6" name="Google Shape;10748;p128">
              <a:extLst>
                <a:ext uri="{FF2B5EF4-FFF2-40B4-BE49-F238E27FC236}">
                  <a16:creationId xmlns:a16="http://schemas.microsoft.com/office/drawing/2014/main" id="{536EB95E-BEC7-C96D-ACAC-27521C71468A}"/>
                </a:ext>
              </a:extLst>
            </p:cNvPr>
            <p:cNvSpPr/>
            <p:nvPr/>
          </p:nvSpPr>
          <p:spPr>
            <a:xfrm>
              <a:off x="58752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0749;p128">
              <a:extLst>
                <a:ext uri="{FF2B5EF4-FFF2-40B4-BE49-F238E27FC236}">
                  <a16:creationId xmlns:a16="http://schemas.microsoft.com/office/drawing/2014/main" id="{4F3F8539-D99C-96EE-2ABA-B7F165D671A8}"/>
                </a:ext>
              </a:extLst>
            </p:cNvPr>
            <p:cNvSpPr/>
            <p:nvPr/>
          </p:nvSpPr>
          <p:spPr>
            <a:xfrm>
              <a:off x="57992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8" name="Google Shape;10750;p128">
              <a:extLst>
                <a:ext uri="{FF2B5EF4-FFF2-40B4-BE49-F238E27FC236}">
                  <a16:creationId xmlns:a16="http://schemas.microsoft.com/office/drawing/2014/main" id="{D04DBABE-DFA5-CBCE-6B7C-DCBAA302782F}"/>
                </a:ext>
              </a:extLst>
            </p:cNvPr>
            <p:cNvSpPr/>
            <p:nvPr/>
          </p:nvSpPr>
          <p:spPr>
            <a:xfrm>
              <a:off x="5799275" y="21807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10751;p128">
              <a:extLst>
                <a:ext uri="{FF2B5EF4-FFF2-40B4-BE49-F238E27FC236}">
                  <a16:creationId xmlns:a16="http://schemas.microsoft.com/office/drawing/2014/main" id="{85E091BF-979A-EDE7-13F8-957091BB98C4}"/>
                </a:ext>
              </a:extLst>
            </p:cNvPr>
            <p:cNvSpPr/>
            <p:nvPr/>
          </p:nvSpPr>
          <p:spPr>
            <a:xfrm>
              <a:off x="5799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3" y="1149"/>
                    <a:pt x="2019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0" name="Google Shape;10752;p128">
              <a:extLst>
                <a:ext uri="{FF2B5EF4-FFF2-40B4-BE49-F238E27FC236}">
                  <a16:creationId xmlns:a16="http://schemas.microsoft.com/office/drawing/2014/main" id="{02AF3D77-03C3-3642-C40A-4D7833512C40}"/>
                </a:ext>
              </a:extLst>
            </p:cNvPr>
            <p:cNvSpPr/>
            <p:nvPr/>
          </p:nvSpPr>
          <p:spPr>
            <a:xfrm>
              <a:off x="57992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1" name="Google Shape;10753;p128">
              <a:extLst>
                <a:ext uri="{FF2B5EF4-FFF2-40B4-BE49-F238E27FC236}">
                  <a16:creationId xmlns:a16="http://schemas.microsoft.com/office/drawing/2014/main" id="{330711A5-2508-6083-7FBF-82B5CD883ED3}"/>
                </a:ext>
              </a:extLst>
            </p:cNvPr>
            <p:cNvSpPr/>
            <p:nvPr/>
          </p:nvSpPr>
          <p:spPr>
            <a:xfrm>
              <a:off x="57990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2" name="Google Shape;10754;p128">
              <a:extLst>
                <a:ext uri="{FF2B5EF4-FFF2-40B4-BE49-F238E27FC236}">
                  <a16:creationId xmlns:a16="http://schemas.microsoft.com/office/drawing/2014/main" id="{198FEDEA-B788-DBA9-CA51-7D85C10B0A73}"/>
                </a:ext>
              </a:extLst>
            </p:cNvPr>
            <p:cNvSpPr/>
            <p:nvPr/>
          </p:nvSpPr>
          <p:spPr>
            <a:xfrm>
              <a:off x="57992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57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10755;p128">
              <a:extLst>
                <a:ext uri="{FF2B5EF4-FFF2-40B4-BE49-F238E27FC236}">
                  <a16:creationId xmlns:a16="http://schemas.microsoft.com/office/drawing/2014/main" id="{FC6DE093-2E4E-498E-232E-1E923FAD5D4A}"/>
                </a:ext>
              </a:extLst>
            </p:cNvPr>
            <p:cNvSpPr/>
            <p:nvPr/>
          </p:nvSpPr>
          <p:spPr>
            <a:xfrm>
              <a:off x="57990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0756;p128">
              <a:extLst>
                <a:ext uri="{FF2B5EF4-FFF2-40B4-BE49-F238E27FC236}">
                  <a16:creationId xmlns:a16="http://schemas.microsoft.com/office/drawing/2014/main" id="{0DC37BF1-F6E8-14D3-36A2-657FB3F5F1DF}"/>
                </a:ext>
              </a:extLst>
            </p:cNvPr>
            <p:cNvSpPr/>
            <p:nvPr/>
          </p:nvSpPr>
          <p:spPr>
            <a:xfrm>
              <a:off x="5799275" y="24093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10757;p128">
              <a:extLst>
                <a:ext uri="{FF2B5EF4-FFF2-40B4-BE49-F238E27FC236}">
                  <a16:creationId xmlns:a16="http://schemas.microsoft.com/office/drawing/2014/main" id="{387C0266-5DE3-BFE4-899C-BE8EB6181DF0}"/>
                </a:ext>
              </a:extLst>
            </p:cNvPr>
            <p:cNvSpPr/>
            <p:nvPr/>
          </p:nvSpPr>
          <p:spPr>
            <a:xfrm>
              <a:off x="57230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10758;p128">
              <a:extLst>
                <a:ext uri="{FF2B5EF4-FFF2-40B4-BE49-F238E27FC236}">
                  <a16:creationId xmlns:a16="http://schemas.microsoft.com/office/drawing/2014/main" id="{432113F8-C3D4-BE2D-9210-ED653974C310}"/>
                </a:ext>
              </a:extLst>
            </p:cNvPr>
            <p:cNvSpPr/>
            <p:nvPr/>
          </p:nvSpPr>
          <p:spPr>
            <a:xfrm>
              <a:off x="56468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0759;p128">
              <a:extLst>
                <a:ext uri="{FF2B5EF4-FFF2-40B4-BE49-F238E27FC236}">
                  <a16:creationId xmlns:a16="http://schemas.microsoft.com/office/drawing/2014/main" id="{9B6FFD4E-F110-909E-D411-A027882154EA}"/>
                </a:ext>
              </a:extLst>
            </p:cNvPr>
            <p:cNvSpPr/>
            <p:nvPr/>
          </p:nvSpPr>
          <p:spPr>
            <a:xfrm>
              <a:off x="55706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10760;p128">
              <a:extLst>
                <a:ext uri="{FF2B5EF4-FFF2-40B4-BE49-F238E27FC236}">
                  <a16:creationId xmlns:a16="http://schemas.microsoft.com/office/drawing/2014/main" id="{F1A5EAB1-94E3-1023-BA3F-28D085B5169C}"/>
                </a:ext>
              </a:extLst>
            </p:cNvPr>
            <p:cNvSpPr/>
            <p:nvPr/>
          </p:nvSpPr>
          <p:spPr>
            <a:xfrm>
              <a:off x="54944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10761;p128">
              <a:extLst>
                <a:ext uri="{FF2B5EF4-FFF2-40B4-BE49-F238E27FC236}">
                  <a16:creationId xmlns:a16="http://schemas.microsoft.com/office/drawing/2014/main" id="{E32574C3-706F-B001-796D-D66C328E2096}"/>
                </a:ext>
              </a:extLst>
            </p:cNvPr>
            <p:cNvSpPr/>
            <p:nvPr/>
          </p:nvSpPr>
          <p:spPr>
            <a:xfrm>
              <a:off x="54182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10762;p128">
              <a:extLst>
                <a:ext uri="{FF2B5EF4-FFF2-40B4-BE49-F238E27FC236}">
                  <a16:creationId xmlns:a16="http://schemas.microsoft.com/office/drawing/2014/main" id="{8E30700A-A0DE-1D01-31B7-95B5397F04CF}"/>
                </a:ext>
              </a:extLst>
            </p:cNvPr>
            <p:cNvSpPr/>
            <p:nvPr/>
          </p:nvSpPr>
          <p:spPr>
            <a:xfrm>
              <a:off x="53419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10763;p128">
              <a:extLst>
                <a:ext uri="{FF2B5EF4-FFF2-40B4-BE49-F238E27FC236}">
                  <a16:creationId xmlns:a16="http://schemas.microsoft.com/office/drawing/2014/main" id="{509B2BBD-15AB-035A-A72A-2D086B08D843}"/>
                </a:ext>
              </a:extLst>
            </p:cNvPr>
            <p:cNvSpPr/>
            <p:nvPr/>
          </p:nvSpPr>
          <p:spPr>
            <a:xfrm>
              <a:off x="60275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0764;p128">
              <a:extLst>
                <a:ext uri="{FF2B5EF4-FFF2-40B4-BE49-F238E27FC236}">
                  <a16:creationId xmlns:a16="http://schemas.microsoft.com/office/drawing/2014/main" id="{13ACE1F3-65C0-F840-847B-975106F664C7}"/>
                </a:ext>
              </a:extLst>
            </p:cNvPr>
            <p:cNvSpPr/>
            <p:nvPr/>
          </p:nvSpPr>
          <p:spPr>
            <a:xfrm>
              <a:off x="60275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0765;p128">
              <a:extLst>
                <a:ext uri="{FF2B5EF4-FFF2-40B4-BE49-F238E27FC236}">
                  <a16:creationId xmlns:a16="http://schemas.microsoft.com/office/drawing/2014/main" id="{301795B3-7010-F16A-AC09-A626376A1CAA}"/>
                </a:ext>
              </a:extLst>
            </p:cNvPr>
            <p:cNvSpPr/>
            <p:nvPr/>
          </p:nvSpPr>
          <p:spPr>
            <a:xfrm>
              <a:off x="610370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4" name="Google Shape;10766;p128">
              <a:extLst>
                <a:ext uri="{FF2B5EF4-FFF2-40B4-BE49-F238E27FC236}">
                  <a16:creationId xmlns:a16="http://schemas.microsoft.com/office/drawing/2014/main" id="{8208A2C1-08E6-5D69-F9F8-DFAC6383C923}"/>
                </a:ext>
              </a:extLst>
            </p:cNvPr>
            <p:cNvSpPr/>
            <p:nvPr/>
          </p:nvSpPr>
          <p:spPr>
            <a:xfrm>
              <a:off x="61037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5" name="Google Shape;10767;p128">
              <a:extLst>
                <a:ext uri="{FF2B5EF4-FFF2-40B4-BE49-F238E27FC236}">
                  <a16:creationId xmlns:a16="http://schemas.microsoft.com/office/drawing/2014/main" id="{4ECF7CF7-AC24-9444-30C6-41F48C9C0C1E}"/>
                </a:ext>
              </a:extLst>
            </p:cNvPr>
            <p:cNvSpPr/>
            <p:nvPr/>
          </p:nvSpPr>
          <p:spPr>
            <a:xfrm>
              <a:off x="59514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6" name="Google Shape;10768;p128">
              <a:extLst>
                <a:ext uri="{FF2B5EF4-FFF2-40B4-BE49-F238E27FC236}">
                  <a16:creationId xmlns:a16="http://schemas.microsoft.com/office/drawing/2014/main" id="{83C4386E-4143-47E4-7AE3-215AEF646415}"/>
                </a:ext>
              </a:extLst>
            </p:cNvPr>
            <p:cNvSpPr/>
            <p:nvPr/>
          </p:nvSpPr>
          <p:spPr>
            <a:xfrm>
              <a:off x="59514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7" name="Google Shape;10769;p128">
              <a:extLst>
                <a:ext uri="{FF2B5EF4-FFF2-40B4-BE49-F238E27FC236}">
                  <a16:creationId xmlns:a16="http://schemas.microsoft.com/office/drawing/2014/main" id="{BDD64140-4D4F-B323-9AC0-46CA982CFD16}"/>
                </a:ext>
              </a:extLst>
            </p:cNvPr>
            <p:cNvSpPr/>
            <p:nvPr/>
          </p:nvSpPr>
          <p:spPr>
            <a:xfrm>
              <a:off x="587527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8" name="Google Shape;10770;p128">
              <a:extLst>
                <a:ext uri="{FF2B5EF4-FFF2-40B4-BE49-F238E27FC236}">
                  <a16:creationId xmlns:a16="http://schemas.microsoft.com/office/drawing/2014/main" id="{65DA80AE-5BBB-2732-3B17-909A4A27C66E}"/>
                </a:ext>
              </a:extLst>
            </p:cNvPr>
            <p:cNvSpPr/>
            <p:nvPr/>
          </p:nvSpPr>
          <p:spPr>
            <a:xfrm>
              <a:off x="587527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9" name="Google Shape;10771;p128">
              <a:extLst>
                <a:ext uri="{FF2B5EF4-FFF2-40B4-BE49-F238E27FC236}">
                  <a16:creationId xmlns:a16="http://schemas.microsoft.com/office/drawing/2014/main" id="{684000DF-A0A9-D736-5B97-5B82766E459F}"/>
                </a:ext>
              </a:extLst>
            </p:cNvPr>
            <p:cNvSpPr/>
            <p:nvPr/>
          </p:nvSpPr>
          <p:spPr>
            <a:xfrm>
              <a:off x="58752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0" name="Google Shape;10772;p128">
              <a:extLst>
                <a:ext uri="{FF2B5EF4-FFF2-40B4-BE49-F238E27FC236}">
                  <a16:creationId xmlns:a16="http://schemas.microsoft.com/office/drawing/2014/main" id="{F98CB831-BC59-68C1-455B-B4ADE32B7654}"/>
                </a:ext>
              </a:extLst>
            </p:cNvPr>
            <p:cNvSpPr/>
            <p:nvPr/>
          </p:nvSpPr>
          <p:spPr>
            <a:xfrm>
              <a:off x="5799125" y="3399500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63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47"/>
                    <a:pt x="2014" y="1"/>
                    <a:pt x="10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1" name="Google Shape;10773;p128">
              <a:extLst>
                <a:ext uri="{FF2B5EF4-FFF2-40B4-BE49-F238E27FC236}">
                  <a16:creationId xmlns:a16="http://schemas.microsoft.com/office/drawing/2014/main" id="{3E2B1344-711A-AE74-96EE-056062AE9F33}"/>
                </a:ext>
              </a:extLst>
            </p:cNvPr>
            <p:cNvSpPr/>
            <p:nvPr/>
          </p:nvSpPr>
          <p:spPr>
            <a:xfrm>
              <a:off x="57991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2" name="Google Shape;10774;p128">
              <a:extLst>
                <a:ext uri="{FF2B5EF4-FFF2-40B4-BE49-F238E27FC236}">
                  <a16:creationId xmlns:a16="http://schemas.microsoft.com/office/drawing/2014/main" id="{8245E3F4-2E86-E13B-0AF2-7FE804974D1E}"/>
                </a:ext>
              </a:extLst>
            </p:cNvPr>
            <p:cNvSpPr/>
            <p:nvPr/>
          </p:nvSpPr>
          <p:spPr>
            <a:xfrm>
              <a:off x="602750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3" name="Google Shape;10775;p128">
              <a:extLst>
                <a:ext uri="{FF2B5EF4-FFF2-40B4-BE49-F238E27FC236}">
                  <a16:creationId xmlns:a16="http://schemas.microsoft.com/office/drawing/2014/main" id="{4B052B8B-F5BE-46BA-EA50-8E5669CACB75}"/>
                </a:ext>
              </a:extLst>
            </p:cNvPr>
            <p:cNvSpPr/>
            <p:nvPr/>
          </p:nvSpPr>
          <p:spPr>
            <a:xfrm>
              <a:off x="59514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4" name="Google Shape;10776;p128">
              <a:extLst>
                <a:ext uri="{FF2B5EF4-FFF2-40B4-BE49-F238E27FC236}">
                  <a16:creationId xmlns:a16="http://schemas.microsoft.com/office/drawing/2014/main" id="{A256C66C-59F7-E033-85DB-67D7FCED5A16}"/>
                </a:ext>
              </a:extLst>
            </p:cNvPr>
            <p:cNvSpPr/>
            <p:nvPr/>
          </p:nvSpPr>
          <p:spPr>
            <a:xfrm>
              <a:off x="58752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5" name="Google Shape;10777;p128">
              <a:extLst>
                <a:ext uri="{FF2B5EF4-FFF2-40B4-BE49-F238E27FC236}">
                  <a16:creationId xmlns:a16="http://schemas.microsoft.com/office/drawing/2014/main" id="{01E16EEE-DEB0-1D9B-F527-66AB342620E0}"/>
                </a:ext>
              </a:extLst>
            </p:cNvPr>
            <p:cNvSpPr/>
            <p:nvPr/>
          </p:nvSpPr>
          <p:spPr>
            <a:xfrm>
              <a:off x="5799050" y="3551925"/>
              <a:ext cx="62375" cy="53300"/>
            </a:xfrm>
            <a:custGeom>
              <a:avLst/>
              <a:gdLst/>
              <a:ahLst/>
              <a:cxnLst/>
              <a:rect l="l" t="t" r="r" b="b"/>
              <a:pathLst>
                <a:path w="2495" h="2132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80"/>
                    <a:pt x="9" y="1066"/>
                  </a:cubicBezTo>
                  <a:cubicBezTo>
                    <a:pt x="9" y="1708"/>
                    <a:pt x="531" y="2131"/>
                    <a:pt x="1078" y="2131"/>
                  </a:cubicBezTo>
                  <a:cubicBezTo>
                    <a:pt x="1342" y="2131"/>
                    <a:pt x="1611" y="2033"/>
                    <a:pt x="1830" y="1814"/>
                  </a:cubicBezTo>
                  <a:cubicBezTo>
                    <a:pt x="2494" y="1141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6" name="Google Shape;10778;p128">
              <a:extLst>
                <a:ext uri="{FF2B5EF4-FFF2-40B4-BE49-F238E27FC236}">
                  <a16:creationId xmlns:a16="http://schemas.microsoft.com/office/drawing/2014/main" id="{39DBD337-6EE9-CE61-83C8-6389F70E1160}"/>
                </a:ext>
              </a:extLst>
            </p:cNvPr>
            <p:cNvSpPr/>
            <p:nvPr/>
          </p:nvSpPr>
          <p:spPr>
            <a:xfrm>
              <a:off x="5723050" y="35519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6" y="1141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7" name="Google Shape;10779;p128">
              <a:extLst>
                <a:ext uri="{FF2B5EF4-FFF2-40B4-BE49-F238E27FC236}">
                  <a16:creationId xmlns:a16="http://schemas.microsoft.com/office/drawing/2014/main" id="{48051C01-02F8-8A23-AF97-BA816D8B9B4E}"/>
                </a:ext>
              </a:extLst>
            </p:cNvPr>
            <p:cNvSpPr/>
            <p:nvPr/>
          </p:nvSpPr>
          <p:spPr>
            <a:xfrm>
              <a:off x="57230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8" name="Google Shape;10780;p128">
              <a:extLst>
                <a:ext uri="{FF2B5EF4-FFF2-40B4-BE49-F238E27FC236}">
                  <a16:creationId xmlns:a16="http://schemas.microsoft.com/office/drawing/2014/main" id="{F439B8CC-A210-DE00-E9C8-35BDD64905C8}"/>
                </a:ext>
              </a:extLst>
            </p:cNvPr>
            <p:cNvSpPr/>
            <p:nvPr/>
          </p:nvSpPr>
          <p:spPr>
            <a:xfrm>
              <a:off x="56468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9" name="Google Shape;10781;p128">
              <a:extLst>
                <a:ext uri="{FF2B5EF4-FFF2-40B4-BE49-F238E27FC236}">
                  <a16:creationId xmlns:a16="http://schemas.microsoft.com/office/drawing/2014/main" id="{49DE80C8-1D35-EECA-ADB4-8F35AC37152F}"/>
                </a:ext>
              </a:extLst>
            </p:cNvPr>
            <p:cNvSpPr/>
            <p:nvPr/>
          </p:nvSpPr>
          <p:spPr>
            <a:xfrm>
              <a:off x="5646700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77" y="1"/>
                    <a:pt x="6" y="480"/>
                    <a:pt x="6" y="1066"/>
                  </a:cubicBezTo>
                  <a:cubicBezTo>
                    <a:pt x="0" y="1709"/>
                    <a:pt x="528" y="2134"/>
                    <a:pt x="1076" y="2134"/>
                  </a:cubicBezTo>
                  <a:cubicBezTo>
                    <a:pt x="1337" y="2134"/>
                    <a:pt x="1603" y="2037"/>
                    <a:pt x="1819" y="1822"/>
                  </a:cubicBezTo>
                  <a:cubicBezTo>
                    <a:pt x="2494" y="1147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0" name="Google Shape;10782;p128">
              <a:extLst>
                <a:ext uri="{FF2B5EF4-FFF2-40B4-BE49-F238E27FC236}">
                  <a16:creationId xmlns:a16="http://schemas.microsoft.com/office/drawing/2014/main" id="{5FD8E4F8-6507-330F-88A1-F5741E078E2D}"/>
                </a:ext>
              </a:extLst>
            </p:cNvPr>
            <p:cNvSpPr/>
            <p:nvPr/>
          </p:nvSpPr>
          <p:spPr>
            <a:xfrm>
              <a:off x="5570475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86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1" name="Google Shape;10783;p128">
              <a:extLst>
                <a:ext uri="{FF2B5EF4-FFF2-40B4-BE49-F238E27FC236}">
                  <a16:creationId xmlns:a16="http://schemas.microsoft.com/office/drawing/2014/main" id="{3DA71B32-84B2-9B7A-7EA7-D1DD2B9C45CF}"/>
                </a:ext>
              </a:extLst>
            </p:cNvPr>
            <p:cNvSpPr/>
            <p:nvPr/>
          </p:nvSpPr>
          <p:spPr>
            <a:xfrm>
              <a:off x="5570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2" name="Google Shape;10784;p128">
              <a:extLst>
                <a:ext uri="{FF2B5EF4-FFF2-40B4-BE49-F238E27FC236}">
                  <a16:creationId xmlns:a16="http://schemas.microsoft.com/office/drawing/2014/main" id="{B5E4168C-BFB8-85B9-9312-D1408CC8B2D0}"/>
                </a:ext>
              </a:extLst>
            </p:cNvPr>
            <p:cNvSpPr/>
            <p:nvPr/>
          </p:nvSpPr>
          <p:spPr>
            <a:xfrm>
              <a:off x="54942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3" y="1154"/>
                    <a:pt x="2022" y="8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3" name="Google Shape;10785;p128">
              <a:extLst>
                <a:ext uri="{FF2B5EF4-FFF2-40B4-BE49-F238E27FC236}">
                  <a16:creationId xmlns:a16="http://schemas.microsoft.com/office/drawing/2014/main" id="{AA5982B4-D706-98BF-C3D6-4AD6C6F1A868}"/>
                </a:ext>
              </a:extLst>
            </p:cNvPr>
            <p:cNvSpPr/>
            <p:nvPr/>
          </p:nvSpPr>
          <p:spPr>
            <a:xfrm>
              <a:off x="5494275" y="3247075"/>
              <a:ext cx="62350" cy="53500"/>
            </a:xfrm>
            <a:custGeom>
              <a:avLst/>
              <a:gdLst/>
              <a:ahLst/>
              <a:cxnLst/>
              <a:rect l="l" t="t" r="r" b="b"/>
              <a:pathLst>
                <a:path w="2494" h="2140" extrusionOk="0">
                  <a:moveTo>
                    <a:pt x="1071" y="1"/>
                  </a:moveTo>
                  <a:cubicBezTo>
                    <a:pt x="485" y="1"/>
                    <a:pt x="6" y="480"/>
                    <a:pt x="6" y="1066"/>
                  </a:cubicBezTo>
                  <a:cubicBezTo>
                    <a:pt x="0" y="1711"/>
                    <a:pt x="527" y="2140"/>
                    <a:pt x="1077" y="2140"/>
                  </a:cubicBezTo>
                  <a:cubicBezTo>
                    <a:pt x="1337" y="2140"/>
                    <a:pt x="1602" y="2044"/>
                    <a:pt x="1819" y="1830"/>
                  </a:cubicBezTo>
                  <a:cubicBezTo>
                    <a:pt x="2493" y="1155"/>
                    <a:pt x="2022" y="9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4" name="Google Shape;10786;p128">
              <a:extLst>
                <a:ext uri="{FF2B5EF4-FFF2-40B4-BE49-F238E27FC236}">
                  <a16:creationId xmlns:a16="http://schemas.microsoft.com/office/drawing/2014/main" id="{7362CDD6-6B2D-0686-77ED-FFFCA4C5A0C9}"/>
                </a:ext>
              </a:extLst>
            </p:cNvPr>
            <p:cNvSpPr/>
            <p:nvPr/>
          </p:nvSpPr>
          <p:spPr>
            <a:xfrm>
              <a:off x="5646700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5" name="Google Shape;10787;p128">
              <a:extLst>
                <a:ext uri="{FF2B5EF4-FFF2-40B4-BE49-F238E27FC236}">
                  <a16:creationId xmlns:a16="http://schemas.microsoft.com/office/drawing/2014/main" id="{81619F38-D06F-A66F-2702-24BD7630E8DA}"/>
                </a:ext>
              </a:extLst>
            </p:cNvPr>
            <p:cNvSpPr/>
            <p:nvPr/>
          </p:nvSpPr>
          <p:spPr>
            <a:xfrm>
              <a:off x="5570625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6" name="Google Shape;10788;p128">
              <a:extLst>
                <a:ext uri="{FF2B5EF4-FFF2-40B4-BE49-F238E27FC236}">
                  <a16:creationId xmlns:a16="http://schemas.microsoft.com/office/drawing/2014/main" id="{F291717D-7986-A040-8CEE-5A224D77D071}"/>
                </a:ext>
              </a:extLst>
            </p:cNvPr>
            <p:cNvSpPr/>
            <p:nvPr/>
          </p:nvSpPr>
          <p:spPr>
            <a:xfrm>
              <a:off x="54944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7" name="Google Shape;10789;p128">
              <a:extLst>
                <a:ext uri="{FF2B5EF4-FFF2-40B4-BE49-F238E27FC236}">
                  <a16:creationId xmlns:a16="http://schemas.microsoft.com/office/drawing/2014/main" id="{D5571C8D-8CF4-BC9B-34CB-998581C34471}"/>
                </a:ext>
              </a:extLst>
            </p:cNvPr>
            <p:cNvSpPr/>
            <p:nvPr/>
          </p:nvSpPr>
          <p:spPr>
            <a:xfrm>
              <a:off x="732252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8" name="Google Shape;10790;p128">
              <a:extLst>
                <a:ext uri="{FF2B5EF4-FFF2-40B4-BE49-F238E27FC236}">
                  <a16:creationId xmlns:a16="http://schemas.microsoft.com/office/drawing/2014/main" id="{85D4D1B8-69E2-5AD3-4173-26DDFD232720}"/>
                </a:ext>
              </a:extLst>
            </p:cNvPr>
            <p:cNvSpPr/>
            <p:nvPr/>
          </p:nvSpPr>
          <p:spPr>
            <a:xfrm>
              <a:off x="7246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9" name="Google Shape;10791;p128">
              <a:extLst>
                <a:ext uri="{FF2B5EF4-FFF2-40B4-BE49-F238E27FC236}">
                  <a16:creationId xmlns:a16="http://schemas.microsoft.com/office/drawing/2014/main" id="{173ECE01-BC6D-8362-5E76-54C8F5F5E1DD}"/>
                </a:ext>
              </a:extLst>
            </p:cNvPr>
            <p:cNvSpPr/>
            <p:nvPr/>
          </p:nvSpPr>
          <p:spPr>
            <a:xfrm>
              <a:off x="7246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0" name="Google Shape;10792;p128">
              <a:extLst>
                <a:ext uri="{FF2B5EF4-FFF2-40B4-BE49-F238E27FC236}">
                  <a16:creationId xmlns:a16="http://schemas.microsoft.com/office/drawing/2014/main" id="{4F28A4AE-9270-346C-3821-32F0B8683ED8}"/>
                </a:ext>
              </a:extLst>
            </p:cNvPr>
            <p:cNvSpPr/>
            <p:nvPr/>
          </p:nvSpPr>
          <p:spPr>
            <a:xfrm>
              <a:off x="71703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1" name="Google Shape;10793;p128">
              <a:extLst>
                <a:ext uri="{FF2B5EF4-FFF2-40B4-BE49-F238E27FC236}">
                  <a16:creationId xmlns:a16="http://schemas.microsoft.com/office/drawing/2014/main" id="{99B2740D-C9F8-AFDF-50A0-2DD1A90A511A}"/>
                </a:ext>
              </a:extLst>
            </p:cNvPr>
            <p:cNvSpPr/>
            <p:nvPr/>
          </p:nvSpPr>
          <p:spPr>
            <a:xfrm>
              <a:off x="71703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2" name="Google Shape;10794;p128">
              <a:extLst>
                <a:ext uri="{FF2B5EF4-FFF2-40B4-BE49-F238E27FC236}">
                  <a16:creationId xmlns:a16="http://schemas.microsoft.com/office/drawing/2014/main" id="{60EF5D6D-5AE7-6573-3C7C-536F64431C73}"/>
                </a:ext>
              </a:extLst>
            </p:cNvPr>
            <p:cNvSpPr/>
            <p:nvPr/>
          </p:nvSpPr>
          <p:spPr>
            <a:xfrm>
              <a:off x="70940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3" name="Google Shape;10795;p128">
              <a:extLst>
                <a:ext uri="{FF2B5EF4-FFF2-40B4-BE49-F238E27FC236}">
                  <a16:creationId xmlns:a16="http://schemas.microsoft.com/office/drawing/2014/main" id="{9FF78AF1-287B-2DB1-EFD6-29466EF3EEF1}"/>
                </a:ext>
              </a:extLst>
            </p:cNvPr>
            <p:cNvSpPr/>
            <p:nvPr/>
          </p:nvSpPr>
          <p:spPr>
            <a:xfrm>
              <a:off x="70940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4" name="Google Shape;10796;p128">
              <a:extLst>
                <a:ext uri="{FF2B5EF4-FFF2-40B4-BE49-F238E27FC236}">
                  <a16:creationId xmlns:a16="http://schemas.microsoft.com/office/drawing/2014/main" id="{F466D30A-EC96-DC8A-1AD6-70EB4180AE58}"/>
                </a:ext>
              </a:extLst>
            </p:cNvPr>
            <p:cNvSpPr/>
            <p:nvPr/>
          </p:nvSpPr>
          <p:spPr>
            <a:xfrm>
              <a:off x="70178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8" y="2129"/>
                    <a:pt x="1076" y="2129"/>
                  </a:cubicBezTo>
                  <a:cubicBezTo>
                    <a:pt x="1339" y="2129"/>
                    <a:pt x="1605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5" name="Google Shape;10797;p128">
              <a:extLst>
                <a:ext uri="{FF2B5EF4-FFF2-40B4-BE49-F238E27FC236}">
                  <a16:creationId xmlns:a16="http://schemas.microsoft.com/office/drawing/2014/main" id="{EBD80DE9-A100-822A-7C5C-EE1724912B49}"/>
                </a:ext>
              </a:extLst>
            </p:cNvPr>
            <p:cNvSpPr/>
            <p:nvPr/>
          </p:nvSpPr>
          <p:spPr>
            <a:xfrm>
              <a:off x="7017875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6" name="Google Shape;10798;p128">
              <a:extLst>
                <a:ext uri="{FF2B5EF4-FFF2-40B4-BE49-F238E27FC236}">
                  <a16:creationId xmlns:a16="http://schemas.microsoft.com/office/drawing/2014/main" id="{FF187D3C-1F35-CBD7-0975-5B37FF11AD9D}"/>
                </a:ext>
              </a:extLst>
            </p:cNvPr>
            <p:cNvSpPr/>
            <p:nvPr/>
          </p:nvSpPr>
          <p:spPr>
            <a:xfrm>
              <a:off x="69418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7" name="Google Shape;10799;p128">
              <a:extLst>
                <a:ext uri="{FF2B5EF4-FFF2-40B4-BE49-F238E27FC236}">
                  <a16:creationId xmlns:a16="http://schemas.microsoft.com/office/drawing/2014/main" id="{84834A65-47C8-A35D-A71C-325F71857B93}"/>
                </a:ext>
              </a:extLst>
            </p:cNvPr>
            <p:cNvSpPr/>
            <p:nvPr/>
          </p:nvSpPr>
          <p:spPr>
            <a:xfrm>
              <a:off x="69418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8" name="Google Shape;10800;p128">
              <a:extLst>
                <a:ext uri="{FF2B5EF4-FFF2-40B4-BE49-F238E27FC236}">
                  <a16:creationId xmlns:a16="http://schemas.microsoft.com/office/drawing/2014/main" id="{B0A26928-53BA-A605-099D-90818617C0C4}"/>
                </a:ext>
              </a:extLst>
            </p:cNvPr>
            <p:cNvSpPr/>
            <p:nvPr/>
          </p:nvSpPr>
          <p:spPr>
            <a:xfrm>
              <a:off x="69418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9" name="Google Shape;10801;p128">
              <a:extLst>
                <a:ext uri="{FF2B5EF4-FFF2-40B4-BE49-F238E27FC236}">
                  <a16:creationId xmlns:a16="http://schemas.microsoft.com/office/drawing/2014/main" id="{EE020AAE-1B68-6ABE-70F2-7B2ACFA8DA4A}"/>
                </a:ext>
              </a:extLst>
            </p:cNvPr>
            <p:cNvSpPr/>
            <p:nvPr/>
          </p:nvSpPr>
          <p:spPr>
            <a:xfrm>
              <a:off x="69418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0" name="Google Shape;10802;p128">
              <a:extLst>
                <a:ext uri="{FF2B5EF4-FFF2-40B4-BE49-F238E27FC236}">
                  <a16:creationId xmlns:a16="http://schemas.microsoft.com/office/drawing/2014/main" id="{DC23FFFC-B621-B7B6-E038-67F8406D1068}"/>
                </a:ext>
              </a:extLst>
            </p:cNvPr>
            <p:cNvSpPr/>
            <p:nvPr/>
          </p:nvSpPr>
          <p:spPr>
            <a:xfrm>
              <a:off x="68656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1" name="Google Shape;10803;p128">
              <a:extLst>
                <a:ext uri="{FF2B5EF4-FFF2-40B4-BE49-F238E27FC236}">
                  <a16:creationId xmlns:a16="http://schemas.microsoft.com/office/drawing/2014/main" id="{964DF1A2-C0B9-8129-4D9D-E914D097F911}"/>
                </a:ext>
              </a:extLst>
            </p:cNvPr>
            <p:cNvSpPr/>
            <p:nvPr/>
          </p:nvSpPr>
          <p:spPr>
            <a:xfrm>
              <a:off x="68656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2" name="Google Shape;10804;p128">
              <a:extLst>
                <a:ext uri="{FF2B5EF4-FFF2-40B4-BE49-F238E27FC236}">
                  <a16:creationId xmlns:a16="http://schemas.microsoft.com/office/drawing/2014/main" id="{9164BC3F-32D9-EBAD-528D-F090927EF33B}"/>
                </a:ext>
              </a:extLst>
            </p:cNvPr>
            <p:cNvSpPr/>
            <p:nvPr/>
          </p:nvSpPr>
          <p:spPr>
            <a:xfrm>
              <a:off x="68656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3" name="Google Shape;10805;p128">
              <a:extLst>
                <a:ext uri="{FF2B5EF4-FFF2-40B4-BE49-F238E27FC236}">
                  <a16:creationId xmlns:a16="http://schemas.microsoft.com/office/drawing/2014/main" id="{CB2014D4-2E9F-B02C-B9DD-19A08D67D5D5}"/>
                </a:ext>
              </a:extLst>
            </p:cNvPr>
            <p:cNvSpPr/>
            <p:nvPr/>
          </p:nvSpPr>
          <p:spPr>
            <a:xfrm>
              <a:off x="68656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4" name="Google Shape;10806;p128">
              <a:extLst>
                <a:ext uri="{FF2B5EF4-FFF2-40B4-BE49-F238E27FC236}">
                  <a16:creationId xmlns:a16="http://schemas.microsoft.com/office/drawing/2014/main" id="{96EF42E0-3F85-D72C-247F-BB5E29D70E4D}"/>
                </a:ext>
              </a:extLst>
            </p:cNvPr>
            <p:cNvSpPr/>
            <p:nvPr/>
          </p:nvSpPr>
          <p:spPr>
            <a:xfrm>
              <a:off x="67892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5" name="Google Shape;10807;p128">
              <a:extLst>
                <a:ext uri="{FF2B5EF4-FFF2-40B4-BE49-F238E27FC236}">
                  <a16:creationId xmlns:a16="http://schemas.microsoft.com/office/drawing/2014/main" id="{C85C1127-89EA-3051-7145-9D3088A3F69F}"/>
                </a:ext>
              </a:extLst>
            </p:cNvPr>
            <p:cNvSpPr/>
            <p:nvPr/>
          </p:nvSpPr>
          <p:spPr>
            <a:xfrm>
              <a:off x="67892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6" name="Google Shape;10808;p128">
              <a:extLst>
                <a:ext uri="{FF2B5EF4-FFF2-40B4-BE49-F238E27FC236}">
                  <a16:creationId xmlns:a16="http://schemas.microsoft.com/office/drawing/2014/main" id="{6638784A-3625-0404-31D0-8FAE9DBC6CEB}"/>
                </a:ext>
              </a:extLst>
            </p:cNvPr>
            <p:cNvSpPr/>
            <p:nvPr/>
          </p:nvSpPr>
          <p:spPr>
            <a:xfrm>
              <a:off x="67892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7" name="Google Shape;10809;p128">
              <a:extLst>
                <a:ext uri="{FF2B5EF4-FFF2-40B4-BE49-F238E27FC236}">
                  <a16:creationId xmlns:a16="http://schemas.microsoft.com/office/drawing/2014/main" id="{84986AB4-24FC-7C6D-612F-080FA4AA696F}"/>
                </a:ext>
              </a:extLst>
            </p:cNvPr>
            <p:cNvSpPr/>
            <p:nvPr/>
          </p:nvSpPr>
          <p:spPr>
            <a:xfrm>
              <a:off x="67892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8" name="Google Shape;10810;p128">
              <a:extLst>
                <a:ext uri="{FF2B5EF4-FFF2-40B4-BE49-F238E27FC236}">
                  <a16:creationId xmlns:a16="http://schemas.microsoft.com/office/drawing/2014/main" id="{379B29CD-1675-A3D1-3F61-63B7DA0E2F53}"/>
                </a:ext>
              </a:extLst>
            </p:cNvPr>
            <p:cNvSpPr/>
            <p:nvPr/>
          </p:nvSpPr>
          <p:spPr>
            <a:xfrm>
              <a:off x="67132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9" name="Google Shape;10811;p128">
              <a:extLst>
                <a:ext uri="{FF2B5EF4-FFF2-40B4-BE49-F238E27FC236}">
                  <a16:creationId xmlns:a16="http://schemas.microsoft.com/office/drawing/2014/main" id="{D55597D7-F594-E058-D308-F621B7B238D5}"/>
                </a:ext>
              </a:extLst>
            </p:cNvPr>
            <p:cNvSpPr/>
            <p:nvPr/>
          </p:nvSpPr>
          <p:spPr>
            <a:xfrm>
              <a:off x="67132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0" name="Google Shape;10812;p128">
              <a:extLst>
                <a:ext uri="{FF2B5EF4-FFF2-40B4-BE49-F238E27FC236}">
                  <a16:creationId xmlns:a16="http://schemas.microsoft.com/office/drawing/2014/main" id="{4442C295-17E5-7AE4-6361-41FB2C7A3DCF}"/>
                </a:ext>
              </a:extLst>
            </p:cNvPr>
            <p:cNvSpPr/>
            <p:nvPr/>
          </p:nvSpPr>
          <p:spPr>
            <a:xfrm>
              <a:off x="67132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1" name="Google Shape;10813;p128">
              <a:extLst>
                <a:ext uri="{FF2B5EF4-FFF2-40B4-BE49-F238E27FC236}">
                  <a16:creationId xmlns:a16="http://schemas.microsoft.com/office/drawing/2014/main" id="{D7E21825-925C-EA62-97EC-8836CA939601}"/>
                </a:ext>
              </a:extLst>
            </p:cNvPr>
            <p:cNvSpPr/>
            <p:nvPr/>
          </p:nvSpPr>
          <p:spPr>
            <a:xfrm>
              <a:off x="67132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2" name="Google Shape;10814;p128">
              <a:extLst>
                <a:ext uri="{FF2B5EF4-FFF2-40B4-BE49-F238E27FC236}">
                  <a16:creationId xmlns:a16="http://schemas.microsoft.com/office/drawing/2014/main" id="{0BE86DA8-3F63-EAA3-144F-B24E595149A0}"/>
                </a:ext>
              </a:extLst>
            </p:cNvPr>
            <p:cNvSpPr/>
            <p:nvPr/>
          </p:nvSpPr>
          <p:spPr>
            <a:xfrm>
              <a:off x="67132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3" name="Google Shape;10815;p128">
              <a:extLst>
                <a:ext uri="{FF2B5EF4-FFF2-40B4-BE49-F238E27FC236}">
                  <a16:creationId xmlns:a16="http://schemas.microsoft.com/office/drawing/2014/main" id="{5E932B9C-38A6-F85B-36DD-FF1C4C52F219}"/>
                </a:ext>
              </a:extLst>
            </p:cNvPr>
            <p:cNvSpPr/>
            <p:nvPr/>
          </p:nvSpPr>
          <p:spPr>
            <a:xfrm>
              <a:off x="6637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4" name="Google Shape;10816;p128">
              <a:extLst>
                <a:ext uri="{FF2B5EF4-FFF2-40B4-BE49-F238E27FC236}">
                  <a16:creationId xmlns:a16="http://schemas.microsoft.com/office/drawing/2014/main" id="{9D160B77-0B94-6F53-B3B6-FE2F4808A327}"/>
                </a:ext>
              </a:extLst>
            </p:cNvPr>
            <p:cNvSpPr/>
            <p:nvPr/>
          </p:nvSpPr>
          <p:spPr>
            <a:xfrm>
              <a:off x="66370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5" name="Google Shape;10817;p128">
              <a:extLst>
                <a:ext uri="{FF2B5EF4-FFF2-40B4-BE49-F238E27FC236}">
                  <a16:creationId xmlns:a16="http://schemas.microsoft.com/office/drawing/2014/main" id="{15475D74-BF32-9C2A-459A-9A3F15F34D69}"/>
                </a:ext>
              </a:extLst>
            </p:cNvPr>
            <p:cNvSpPr/>
            <p:nvPr/>
          </p:nvSpPr>
          <p:spPr>
            <a:xfrm>
              <a:off x="6560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6" name="Google Shape;10818;p128">
              <a:extLst>
                <a:ext uri="{FF2B5EF4-FFF2-40B4-BE49-F238E27FC236}">
                  <a16:creationId xmlns:a16="http://schemas.microsoft.com/office/drawing/2014/main" id="{FEF23E53-D439-B8A6-9510-D1377F8E1385}"/>
                </a:ext>
              </a:extLst>
            </p:cNvPr>
            <p:cNvSpPr/>
            <p:nvPr/>
          </p:nvSpPr>
          <p:spPr>
            <a:xfrm>
              <a:off x="656080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7" name="Google Shape;10819;p128">
              <a:extLst>
                <a:ext uri="{FF2B5EF4-FFF2-40B4-BE49-F238E27FC236}">
                  <a16:creationId xmlns:a16="http://schemas.microsoft.com/office/drawing/2014/main" id="{0E4A240F-CFF7-3DDB-33A1-AD536DE51EB3}"/>
                </a:ext>
              </a:extLst>
            </p:cNvPr>
            <p:cNvSpPr/>
            <p:nvPr/>
          </p:nvSpPr>
          <p:spPr>
            <a:xfrm>
              <a:off x="656080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8" name="Google Shape;10820;p128">
              <a:extLst>
                <a:ext uri="{FF2B5EF4-FFF2-40B4-BE49-F238E27FC236}">
                  <a16:creationId xmlns:a16="http://schemas.microsoft.com/office/drawing/2014/main" id="{270C16F8-7F0D-BC25-E8BC-CF8B849A0CBD}"/>
                </a:ext>
              </a:extLst>
            </p:cNvPr>
            <p:cNvSpPr/>
            <p:nvPr/>
          </p:nvSpPr>
          <p:spPr>
            <a:xfrm>
              <a:off x="64845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9" name="Google Shape;10821;p128">
              <a:extLst>
                <a:ext uri="{FF2B5EF4-FFF2-40B4-BE49-F238E27FC236}">
                  <a16:creationId xmlns:a16="http://schemas.microsoft.com/office/drawing/2014/main" id="{4812DDE9-5420-E382-89CB-58FA9E6D01A0}"/>
                </a:ext>
              </a:extLst>
            </p:cNvPr>
            <p:cNvSpPr/>
            <p:nvPr/>
          </p:nvSpPr>
          <p:spPr>
            <a:xfrm>
              <a:off x="64845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0" name="Google Shape;10822;p128">
              <a:extLst>
                <a:ext uri="{FF2B5EF4-FFF2-40B4-BE49-F238E27FC236}">
                  <a16:creationId xmlns:a16="http://schemas.microsoft.com/office/drawing/2014/main" id="{4BB3E705-8890-67F2-802A-44C394CBB408}"/>
                </a:ext>
              </a:extLst>
            </p:cNvPr>
            <p:cNvSpPr/>
            <p:nvPr/>
          </p:nvSpPr>
          <p:spPr>
            <a:xfrm>
              <a:off x="64083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1" name="Google Shape;10823;p128">
              <a:extLst>
                <a:ext uri="{FF2B5EF4-FFF2-40B4-BE49-F238E27FC236}">
                  <a16:creationId xmlns:a16="http://schemas.microsoft.com/office/drawing/2014/main" id="{27712D3C-A84A-9956-9ED4-19F4C14FD4D1}"/>
                </a:ext>
              </a:extLst>
            </p:cNvPr>
            <p:cNvSpPr/>
            <p:nvPr/>
          </p:nvSpPr>
          <p:spPr>
            <a:xfrm>
              <a:off x="64083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2" name="Google Shape;10824;p128">
              <a:extLst>
                <a:ext uri="{FF2B5EF4-FFF2-40B4-BE49-F238E27FC236}">
                  <a16:creationId xmlns:a16="http://schemas.microsoft.com/office/drawing/2014/main" id="{86D02A97-15ED-2DFF-FE58-0BB73DBC189F}"/>
                </a:ext>
              </a:extLst>
            </p:cNvPr>
            <p:cNvSpPr/>
            <p:nvPr/>
          </p:nvSpPr>
          <p:spPr>
            <a:xfrm>
              <a:off x="64083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3" name="Google Shape;10825;p128">
              <a:extLst>
                <a:ext uri="{FF2B5EF4-FFF2-40B4-BE49-F238E27FC236}">
                  <a16:creationId xmlns:a16="http://schemas.microsoft.com/office/drawing/2014/main" id="{0A4EDB79-7A6F-61C1-7E8F-B9A6510E3BA3}"/>
                </a:ext>
              </a:extLst>
            </p:cNvPr>
            <p:cNvSpPr/>
            <p:nvPr/>
          </p:nvSpPr>
          <p:spPr>
            <a:xfrm>
              <a:off x="64083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4" name="Google Shape;10826;p128">
              <a:extLst>
                <a:ext uri="{FF2B5EF4-FFF2-40B4-BE49-F238E27FC236}">
                  <a16:creationId xmlns:a16="http://schemas.microsoft.com/office/drawing/2014/main" id="{9AB59D7E-C610-5D75-E7DB-12B1C1EDAFAF}"/>
                </a:ext>
              </a:extLst>
            </p:cNvPr>
            <p:cNvSpPr/>
            <p:nvPr/>
          </p:nvSpPr>
          <p:spPr>
            <a:xfrm>
              <a:off x="64083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5" name="Google Shape;10827;p128">
              <a:extLst>
                <a:ext uri="{FF2B5EF4-FFF2-40B4-BE49-F238E27FC236}">
                  <a16:creationId xmlns:a16="http://schemas.microsoft.com/office/drawing/2014/main" id="{517C9494-7B22-93B6-A036-7B86138765D3}"/>
                </a:ext>
              </a:extLst>
            </p:cNvPr>
            <p:cNvSpPr/>
            <p:nvPr/>
          </p:nvSpPr>
          <p:spPr>
            <a:xfrm>
              <a:off x="64083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6" name="Google Shape;10828;p128">
              <a:extLst>
                <a:ext uri="{FF2B5EF4-FFF2-40B4-BE49-F238E27FC236}">
                  <a16:creationId xmlns:a16="http://schemas.microsoft.com/office/drawing/2014/main" id="{BDEFE1E8-D4CF-5DDD-F3C8-A7C4CBA1D189}"/>
                </a:ext>
              </a:extLst>
            </p:cNvPr>
            <p:cNvSpPr/>
            <p:nvPr/>
          </p:nvSpPr>
          <p:spPr>
            <a:xfrm>
              <a:off x="64083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7" name="Google Shape;10829;p128">
              <a:extLst>
                <a:ext uri="{FF2B5EF4-FFF2-40B4-BE49-F238E27FC236}">
                  <a16:creationId xmlns:a16="http://schemas.microsoft.com/office/drawing/2014/main" id="{E42E051D-488E-256C-F364-B841EE435441}"/>
                </a:ext>
              </a:extLst>
            </p:cNvPr>
            <p:cNvSpPr/>
            <p:nvPr/>
          </p:nvSpPr>
          <p:spPr>
            <a:xfrm>
              <a:off x="63323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8" name="Google Shape;10830;p128">
              <a:extLst>
                <a:ext uri="{FF2B5EF4-FFF2-40B4-BE49-F238E27FC236}">
                  <a16:creationId xmlns:a16="http://schemas.microsoft.com/office/drawing/2014/main" id="{C966DE26-30C5-AB68-4DB4-687177934224}"/>
                </a:ext>
              </a:extLst>
            </p:cNvPr>
            <p:cNvSpPr/>
            <p:nvPr/>
          </p:nvSpPr>
          <p:spPr>
            <a:xfrm>
              <a:off x="63323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10831;p128">
              <a:extLst>
                <a:ext uri="{FF2B5EF4-FFF2-40B4-BE49-F238E27FC236}">
                  <a16:creationId xmlns:a16="http://schemas.microsoft.com/office/drawing/2014/main" id="{7438B117-DFF5-CC45-6DE2-D618571FD40D}"/>
                </a:ext>
              </a:extLst>
            </p:cNvPr>
            <p:cNvSpPr/>
            <p:nvPr/>
          </p:nvSpPr>
          <p:spPr>
            <a:xfrm>
              <a:off x="63323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0" name="Google Shape;10832;p128">
              <a:extLst>
                <a:ext uri="{FF2B5EF4-FFF2-40B4-BE49-F238E27FC236}">
                  <a16:creationId xmlns:a16="http://schemas.microsoft.com/office/drawing/2014/main" id="{F9BB2BE8-C890-3C36-4632-22FADEBCC9DD}"/>
                </a:ext>
              </a:extLst>
            </p:cNvPr>
            <p:cNvSpPr/>
            <p:nvPr/>
          </p:nvSpPr>
          <p:spPr>
            <a:xfrm>
              <a:off x="63323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1" name="Google Shape;10833;p128">
              <a:extLst>
                <a:ext uri="{FF2B5EF4-FFF2-40B4-BE49-F238E27FC236}">
                  <a16:creationId xmlns:a16="http://schemas.microsoft.com/office/drawing/2014/main" id="{F4A81A37-4A45-4465-0E36-25E381B3CBCB}"/>
                </a:ext>
              </a:extLst>
            </p:cNvPr>
            <p:cNvSpPr/>
            <p:nvPr/>
          </p:nvSpPr>
          <p:spPr>
            <a:xfrm>
              <a:off x="63323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2" name="Google Shape;10834;p128">
              <a:extLst>
                <a:ext uri="{FF2B5EF4-FFF2-40B4-BE49-F238E27FC236}">
                  <a16:creationId xmlns:a16="http://schemas.microsoft.com/office/drawing/2014/main" id="{C052D7CD-C4BF-B040-F665-D97FA2E968ED}"/>
                </a:ext>
              </a:extLst>
            </p:cNvPr>
            <p:cNvSpPr/>
            <p:nvPr/>
          </p:nvSpPr>
          <p:spPr>
            <a:xfrm>
              <a:off x="63323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3" name="Google Shape;10835;p128">
              <a:extLst>
                <a:ext uri="{FF2B5EF4-FFF2-40B4-BE49-F238E27FC236}">
                  <a16:creationId xmlns:a16="http://schemas.microsoft.com/office/drawing/2014/main" id="{6A813C05-F5E7-B788-C5DF-FBB0563D1A0F}"/>
                </a:ext>
              </a:extLst>
            </p:cNvPr>
            <p:cNvSpPr/>
            <p:nvPr/>
          </p:nvSpPr>
          <p:spPr>
            <a:xfrm>
              <a:off x="63323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4" name="Google Shape;10836;p128">
              <a:extLst>
                <a:ext uri="{FF2B5EF4-FFF2-40B4-BE49-F238E27FC236}">
                  <a16:creationId xmlns:a16="http://schemas.microsoft.com/office/drawing/2014/main" id="{47526EC9-F6EC-C44B-30BB-86C519ACF0D1}"/>
                </a:ext>
              </a:extLst>
            </p:cNvPr>
            <p:cNvSpPr/>
            <p:nvPr/>
          </p:nvSpPr>
          <p:spPr>
            <a:xfrm>
              <a:off x="62561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5" name="Google Shape;10837;p128">
              <a:extLst>
                <a:ext uri="{FF2B5EF4-FFF2-40B4-BE49-F238E27FC236}">
                  <a16:creationId xmlns:a16="http://schemas.microsoft.com/office/drawing/2014/main" id="{510175FC-6020-657B-4B4D-03491F622B9D}"/>
                </a:ext>
              </a:extLst>
            </p:cNvPr>
            <p:cNvSpPr/>
            <p:nvPr/>
          </p:nvSpPr>
          <p:spPr>
            <a:xfrm>
              <a:off x="62561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6" name="Google Shape;10838;p128">
              <a:extLst>
                <a:ext uri="{FF2B5EF4-FFF2-40B4-BE49-F238E27FC236}">
                  <a16:creationId xmlns:a16="http://schemas.microsoft.com/office/drawing/2014/main" id="{42DB2FD8-4723-32B6-84FB-EB043751AFE7}"/>
                </a:ext>
              </a:extLst>
            </p:cNvPr>
            <p:cNvSpPr/>
            <p:nvPr/>
          </p:nvSpPr>
          <p:spPr>
            <a:xfrm>
              <a:off x="62561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7" name="Google Shape;10839;p128">
              <a:extLst>
                <a:ext uri="{FF2B5EF4-FFF2-40B4-BE49-F238E27FC236}">
                  <a16:creationId xmlns:a16="http://schemas.microsoft.com/office/drawing/2014/main" id="{D34C9476-6FCE-A599-9994-A4A9E0938F60}"/>
                </a:ext>
              </a:extLst>
            </p:cNvPr>
            <p:cNvSpPr/>
            <p:nvPr/>
          </p:nvSpPr>
          <p:spPr>
            <a:xfrm>
              <a:off x="62561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8" name="Google Shape;10840;p128">
              <a:extLst>
                <a:ext uri="{FF2B5EF4-FFF2-40B4-BE49-F238E27FC236}">
                  <a16:creationId xmlns:a16="http://schemas.microsoft.com/office/drawing/2014/main" id="{5AD753EB-85A2-8012-0273-C568AA357058}"/>
                </a:ext>
              </a:extLst>
            </p:cNvPr>
            <p:cNvSpPr/>
            <p:nvPr/>
          </p:nvSpPr>
          <p:spPr>
            <a:xfrm>
              <a:off x="62561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9" name="Google Shape;10841;p128">
              <a:extLst>
                <a:ext uri="{FF2B5EF4-FFF2-40B4-BE49-F238E27FC236}">
                  <a16:creationId xmlns:a16="http://schemas.microsoft.com/office/drawing/2014/main" id="{7D7A7077-DBA1-B217-61C6-E46877F4C5B0}"/>
                </a:ext>
              </a:extLst>
            </p:cNvPr>
            <p:cNvSpPr/>
            <p:nvPr/>
          </p:nvSpPr>
          <p:spPr>
            <a:xfrm>
              <a:off x="62561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0" name="Google Shape;10842;p128">
              <a:extLst>
                <a:ext uri="{FF2B5EF4-FFF2-40B4-BE49-F238E27FC236}">
                  <a16:creationId xmlns:a16="http://schemas.microsoft.com/office/drawing/2014/main" id="{E3E98628-8DF9-05D7-5803-409470B63423}"/>
                </a:ext>
              </a:extLst>
            </p:cNvPr>
            <p:cNvSpPr/>
            <p:nvPr/>
          </p:nvSpPr>
          <p:spPr>
            <a:xfrm>
              <a:off x="62561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1" name="Google Shape;10843;p128">
              <a:extLst>
                <a:ext uri="{FF2B5EF4-FFF2-40B4-BE49-F238E27FC236}">
                  <a16:creationId xmlns:a16="http://schemas.microsoft.com/office/drawing/2014/main" id="{77AAFE77-6321-2F1F-AD6C-01EB5FEFB2A4}"/>
                </a:ext>
              </a:extLst>
            </p:cNvPr>
            <p:cNvSpPr/>
            <p:nvPr/>
          </p:nvSpPr>
          <p:spPr>
            <a:xfrm>
              <a:off x="62561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2" name="Google Shape;10844;p128">
              <a:extLst>
                <a:ext uri="{FF2B5EF4-FFF2-40B4-BE49-F238E27FC236}">
                  <a16:creationId xmlns:a16="http://schemas.microsoft.com/office/drawing/2014/main" id="{0CE9DB02-09AA-514F-6520-F6FE1A2F1A83}"/>
                </a:ext>
              </a:extLst>
            </p:cNvPr>
            <p:cNvSpPr/>
            <p:nvPr/>
          </p:nvSpPr>
          <p:spPr>
            <a:xfrm>
              <a:off x="61799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3" name="Google Shape;10845;p128">
              <a:extLst>
                <a:ext uri="{FF2B5EF4-FFF2-40B4-BE49-F238E27FC236}">
                  <a16:creationId xmlns:a16="http://schemas.microsoft.com/office/drawing/2014/main" id="{9EF5B357-6BD2-D675-D905-D2B13904E504}"/>
                </a:ext>
              </a:extLst>
            </p:cNvPr>
            <p:cNvSpPr/>
            <p:nvPr/>
          </p:nvSpPr>
          <p:spPr>
            <a:xfrm>
              <a:off x="61799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4" name="Google Shape;10846;p128">
              <a:extLst>
                <a:ext uri="{FF2B5EF4-FFF2-40B4-BE49-F238E27FC236}">
                  <a16:creationId xmlns:a16="http://schemas.microsoft.com/office/drawing/2014/main" id="{DD8DC898-227F-0862-EE1C-5CC516C5D4BA}"/>
                </a:ext>
              </a:extLst>
            </p:cNvPr>
            <p:cNvSpPr/>
            <p:nvPr/>
          </p:nvSpPr>
          <p:spPr>
            <a:xfrm>
              <a:off x="61799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5" name="Google Shape;10847;p128">
              <a:extLst>
                <a:ext uri="{FF2B5EF4-FFF2-40B4-BE49-F238E27FC236}">
                  <a16:creationId xmlns:a16="http://schemas.microsoft.com/office/drawing/2014/main" id="{98C8480B-B849-A83D-DBC2-C148FE3A704C}"/>
                </a:ext>
              </a:extLst>
            </p:cNvPr>
            <p:cNvSpPr/>
            <p:nvPr/>
          </p:nvSpPr>
          <p:spPr>
            <a:xfrm>
              <a:off x="6179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6" name="Google Shape;10848;p128">
              <a:extLst>
                <a:ext uri="{FF2B5EF4-FFF2-40B4-BE49-F238E27FC236}">
                  <a16:creationId xmlns:a16="http://schemas.microsoft.com/office/drawing/2014/main" id="{3999E625-F90B-B84E-3DE1-CAB8BA83E72B}"/>
                </a:ext>
              </a:extLst>
            </p:cNvPr>
            <p:cNvSpPr/>
            <p:nvPr/>
          </p:nvSpPr>
          <p:spPr>
            <a:xfrm>
              <a:off x="61037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7" name="Google Shape;10849;p128">
              <a:extLst>
                <a:ext uri="{FF2B5EF4-FFF2-40B4-BE49-F238E27FC236}">
                  <a16:creationId xmlns:a16="http://schemas.microsoft.com/office/drawing/2014/main" id="{D8020A77-0F7A-91CA-FE62-52618769A404}"/>
                </a:ext>
              </a:extLst>
            </p:cNvPr>
            <p:cNvSpPr/>
            <p:nvPr/>
          </p:nvSpPr>
          <p:spPr>
            <a:xfrm>
              <a:off x="61037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8" name="Google Shape;10850;p128">
              <a:extLst>
                <a:ext uri="{FF2B5EF4-FFF2-40B4-BE49-F238E27FC236}">
                  <a16:creationId xmlns:a16="http://schemas.microsoft.com/office/drawing/2014/main" id="{37621C65-B51A-B5B9-8948-E87C43E62A94}"/>
                </a:ext>
              </a:extLst>
            </p:cNvPr>
            <p:cNvSpPr/>
            <p:nvPr/>
          </p:nvSpPr>
          <p:spPr>
            <a:xfrm>
              <a:off x="61037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9" name="Google Shape;10851;p128">
              <a:extLst>
                <a:ext uri="{FF2B5EF4-FFF2-40B4-BE49-F238E27FC236}">
                  <a16:creationId xmlns:a16="http://schemas.microsoft.com/office/drawing/2014/main" id="{190B275A-5BA1-ED75-509E-8F4818236E0E}"/>
                </a:ext>
              </a:extLst>
            </p:cNvPr>
            <p:cNvSpPr/>
            <p:nvPr/>
          </p:nvSpPr>
          <p:spPr>
            <a:xfrm>
              <a:off x="61037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0" name="Google Shape;10852;p128">
              <a:extLst>
                <a:ext uri="{FF2B5EF4-FFF2-40B4-BE49-F238E27FC236}">
                  <a16:creationId xmlns:a16="http://schemas.microsoft.com/office/drawing/2014/main" id="{187B15CB-8F5F-2459-3DF1-067A560F6205}"/>
                </a:ext>
              </a:extLst>
            </p:cNvPr>
            <p:cNvSpPr/>
            <p:nvPr/>
          </p:nvSpPr>
          <p:spPr>
            <a:xfrm>
              <a:off x="61037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1" name="Google Shape;10853;p128">
              <a:extLst>
                <a:ext uri="{FF2B5EF4-FFF2-40B4-BE49-F238E27FC236}">
                  <a16:creationId xmlns:a16="http://schemas.microsoft.com/office/drawing/2014/main" id="{C39FCDB1-4975-5768-1193-37ED701DC28E}"/>
                </a:ext>
              </a:extLst>
            </p:cNvPr>
            <p:cNvSpPr/>
            <p:nvPr/>
          </p:nvSpPr>
          <p:spPr>
            <a:xfrm>
              <a:off x="60275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2" name="Google Shape;10854;p128">
              <a:extLst>
                <a:ext uri="{FF2B5EF4-FFF2-40B4-BE49-F238E27FC236}">
                  <a16:creationId xmlns:a16="http://schemas.microsoft.com/office/drawing/2014/main" id="{4CC72528-9E1C-39FA-F0FD-8AA83FD19500}"/>
                </a:ext>
              </a:extLst>
            </p:cNvPr>
            <p:cNvSpPr/>
            <p:nvPr/>
          </p:nvSpPr>
          <p:spPr>
            <a:xfrm>
              <a:off x="60275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3" name="Google Shape;10855;p128">
              <a:extLst>
                <a:ext uri="{FF2B5EF4-FFF2-40B4-BE49-F238E27FC236}">
                  <a16:creationId xmlns:a16="http://schemas.microsoft.com/office/drawing/2014/main" id="{C03598E5-0DCA-B725-4DCA-09B9EE23C4A6}"/>
                </a:ext>
              </a:extLst>
            </p:cNvPr>
            <p:cNvSpPr/>
            <p:nvPr/>
          </p:nvSpPr>
          <p:spPr>
            <a:xfrm>
              <a:off x="5951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4" name="Google Shape;10856;p128">
              <a:extLst>
                <a:ext uri="{FF2B5EF4-FFF2-40B4-BE49-F238E27FC236}">
                  <a16:creationId xmlns:a16="http://schemas.microsoft.com/office/drawing/2014/main" id="{BBA6DE9C-6475-C84F-B9CF-A1678D105CDB}"/>
                </a:ext>
              </a:extLst>
            </p:cNvPr>
            <p:cNvSpPr/>
            <p:nvPr/>
          </p:nvSpPr>
          <p:spPr>
            <a:xfrm>
              <a:off x="5951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5" name="Google Shape;10857;p128">
              <a:extLst>
                <a:ext uri="{FF2B5EF4-FFF2-40B4-BE49-F238E27FC236}">
                  <a16:creationId xmlns:a16="http://schemas.microsoft.com/office/drawing/2014/main" id="{ACBB6830-97F0-183E-ACF9-341F8F29E554}"/>
                </a:ext>
              </a:extLst>
            </p:cNvPr>
            <p:cNvSpPr/>
            <p:nvPr/>
          </p:nvSpPr>
          <p:spPr>
            <a:xfrm>
              <a:off x="5951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6" name="Google Shape;10858;p128">
              <a:extLst>
                <a:ext uri="{FF2B5EF4-FFF2-40B4-BE49-F238E27FC236}">
                  <a16:creationId xmlns:a16="http://schemas.microsoft.com/office/drawing/2014/main" id="{047A4DAA-455C-FBBF-7E5B-0487622657D2}"/>
                </a:ext>
              </a:extLst>
            </p:cNvPr>
            <p:cNvSpPr/>
            <p:nvPr/>
          </p:nvSpPr>
          <p:spPr>
            <a:xfrm>
              <a:off x="5951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7" name="Google Shape;10859;p128">
              <a:extLst>
                <a:ext uri="{FF2B5EF4-FFF2-40B4-BE49-F238E27FC236}">
                  <a16:creationId xmlns:a16="http://schemas.microsoft.com/office/drawing/2014/main" id="{FDCFC4F3-5A42-5987-4230-F27848ADD394}"/>
                </a:ext>
              </a:extLst>
            </p:cNvPr>
            <p:cNvSpPr/>
            <p:nvPr/>
          </p:nvSpPr>
          <p:spPr>
            <a:xfrm>
              <a:off x="59514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8" name="Google Shape;10860;p128">
              <a:extLst>
                <a:ext uri="{FF2B5EF4-FFF2-40B4-BE49-F238E27FC236}">
                  <a16:creationId xmlns:a16="http://schemas.microsoft.com/office/drawing/2014/main" id="{9437B9B5-0350-CA26-BD60-148C3A2F74FC}"/>
                </a:ext>
              </a:extLst>
            </p:cNvPr>
            <p:cNvSpPr/>
            <p:nvPr/>
          </p:nvSpPr>
          <p:spPr>
            <a:xfrm>
              <a:off x="58752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9" name="Google Shape;10861;p128">
              <a:extLst>
                <a:ext uri="{FF2B5EF4-FFF2-40B4-BE49-F238E27FC236}">
                  <a16:creationId xmlns:a16="http://schemas.microsoft.com/office/drawing/2014/main" id="{EF8FF8C3-1830-4E04-3F35-AB23825856F6}"/>
                </a:ext>
              </a:extLst>
            </p:cNvPr>
            <p:cNvSpPr/>
            <p:nvPr/>
          </p:nvSpPr>
          <p:spPr>
            <a:xfrm>
              <a:off x="58752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0" name="Google Shape;10862;p128">
              <a:extLst>
                <a:ext uri="{FF2B5EF4-FFF2-40B4-BE49-F238E27FC236}">
                  <a16:creationId xmlns:a16="http://schemas.microsoft.com/office/drawing/2014/main" id="{9EA8FF2B-E0DF-D78E-3375-B824B3147D01}"/>
                </a:ext>
              </a:extLst>
            </p:cNvPr>
            <p:cNvSpPr/>
            <p:nvPr/>
          </p:nvSpPr>
          <p:spPr>
            <a:xfrm>
              <a:off x="58752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1" name="Google Shape;10863;p128">
              <a:extLst>
                <a:ext uri="{FF2B5EF4-FFF2-40B4-BE49-F238E27FC236}">
                  <a16:creationId xmlns:a16="http://schemas.microsoft.com/office/drawing/2014/main" id="{17FA3AE7-9447-7AFE-0D98-C1BCD0227B2E}"/>
                </a:ext>
              </a:extLst>
            </p:cNvPr>
            <p:cNvSpPr/>
            <p:nvPr/>
          </p:nvSpPr>
          <p:spPr>
            <a:xfrm>
              <a:off x="58752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2" name="Google Shape;10864;p128">
              <a:extLst>
                <a:ext uri="{FF2B5EF4-FFF2-40B4-BE49-F238E27FC236}">
                  <a16:creationId xmlns:a16="http://schemas.microsoft.com/office/drawing/2014/main" id="{D193505F-968A-0011-92EA-AF1081ED41ED}"/>
                </a:ext>
              </a:extLst>
            </p:cNvPr>
            <p:cNvSpPr/>
            <p:nvPr/>
          </p:nvSpPr>
          <p:spPr>
            <a:xfrm>
              <a:off x="58752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3" name="Google Shape;10865;p128">
              <a:extLst>
                <a:ext uri="{FF2B5EF4-FFF2-40B4-BE49-F238E27FC236}">
                  <a16:creationId xmlns:a16="http://schemas.microsoft.com/office/drawing/2014/main" id="{2CADAEF0-3A83-733F-0634-0530EFD6DE12}"/>
                </a:ext>
              </a:extLst>
            </p:cNvPr>
            <p:cNvSpPr/>
            <p:nvPr/>
          </p:nvSpPr>
          <p:spPr>
            <a:xfrm>
              <a:off x="5875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4" name="Google Shape;10866;p128">
              <a:extLst>
                <a:ext uri="{FF2B5EF4-FFF2-40B4-BE49-F238E27FC236}">
                  <a16:creationId xmlns:a16="http://schemas.microsoft.com/office/drawing/2014/main" id="{528B8A7B-9186-0083-8D3B-082CE5B6A12F}"/>
                </a:ext>
              </a:extLst>
            </p:cNvPr>
            <p:cNvSpPr/>
            <p:nvPr/>
          </p:nvSpPr>
          <p:spPr>
            <a:xfrm>
              <a:off x="5875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5" name="Google Shape;10867;p128">
              <a:extLst>
                <a:ext uri="{FF2B5EF4-FFF2-40B4-BE49-F238E27FC236}">
                  <a16:creationId xmlns:a16="http://schemas.microsoft.com/office/drawing/2014/main" id="{6F80FE8F-7CD1-5130-5AB8-873DCB68A996}"/>
                </a:ext>
              </a:extLst>
            </p:cNvPr>
            <p:cNvSpPr/>
            <p:nvPr/>
          </p:nvSpPr>
          <p:spPr>
            <a:xfrm>
              <a:off x="57992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6" name="Google Shape;10868;p128">
              <a:extLst>
                <a:ext uri="{FF2B5EF4-FFF2-40B4-BE49-F238E27FC236}">
                  <a16:creationId xmlns:a16="http://schemas.microsoft.com/office/drawing/2014/main" id="{534E6CD8-9C2A-8090-2A85-E15421B7DC4B}"/>
                </a:ext>
              </a:extLst>
            </p:cNvPr>
            <p:cNvSpPr/>
            <p:nvPr/>
          </p:nvSpPr>
          <p:spPr>
            <a:xfrm>
              <a:off x="57992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7" name="Google Shape;10869;p128">
              <a:extLst>
                <a:ext uri="{FF2B5EF4-FFF2-40B4-BE49-F238E27FC236}">
                  <a16:creationId xmlns:a16="http://schemas.microsoft.com/office/drawing/2014/main" id="{CF7F0E73-B976-A9BB-7907-4F7A4346B8F3}"/>
                </a:ext>
              </a:extLst>
            </p:cNvPr>
            <p:cNvSpPr/>
            <p:nvPr/>
          </p:nvSpPr>
          <p:spPr>
            <a:xfrm>
              <a:off x="5799125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8" name="Google Shape;10870;p128">
              <a:extLst>
                <a:ext uri="{FF2B5EF4-FFF2-40B4-BE49-F238E27FC236}">
                  <a16:creationId xmlns:a16="http://schemas.microsoft.com/office/drawing/2014/main" id="{68F2EE3E-8888-A76A-1E55-86293F418B20}"/>
                </a:ext>
              </a:extLst>
            </p:cNvPr>
            <p:cNvSpPr/>
            <p:nvPr/>
          </p:nvSpPr>
          <p:spPr>
            <a:xfrm>
              <a:off x="57230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9" name="Google Shape;10871;p128">
              <a:extLst>
                <a:ext uri="{FF2B5EF4-FFF2-40B4-BE49-F238E27FC236}">
                  <a16:creationId xmlns:a16="http://schemas.microsoft.com/office/drawing/2014/main" id="{41210478-FF32-4459-A306-E7DEE16E061C}"/>
                </a:ext>
              </a:extLst>
            </p:cNvPr>
            <p:cNvSpPr/>
            <p:nvPr/>
          </p:nvSpPr>
          <p:spPr>
            <a:xfrm>
              <a:off x="57230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0" name="Google Shape;10872;p128">
              <a:extLst>
                <a:ext uri="{FF2B5EF4-FFF2-40B4-BE49-F238E27FC236}">
                  <a16:creationId xmlns:a16="http://schemas.microsoft.com/office/drawing/2014/main" id="{8A486090-6FA2-F1EF-9ECD-A7ECDABF1231}"/>
                </a:ext>
              </a:extLst>
            </p:cNvPr>
            <p:cNvSpPr/>
            <p:nvPr/>
          </p:nvSpPr>
          <p:spPr>
            <a:xfrm>
              <a:off x="57230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1" name="Google Shape;10873;p128">
              <a:extLst>
                <a:ext uri="{FF2B5EF4-FFF2-40B4-BE49-F238E27FC236}">
                  <a16:creationId xmlns:a16="http://schemas.microsoft.com/office/drawing/2014/main" id="{C4628A43-C829-C90A-758E-27BB25A56315}"/>
                </a:ext>
              </a:extLst>
            </p:cNvPr>
            <p:cNvSpPr/>
            <p:nvPr/>
          </p:nvSpPr>
          <p:spPr>
            <a:xfrm>
              <a:off x="57230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2" name="Google Shape;10874;p128">
              <a:extLst>
                <a:ext uri="{FF2B5EF4-FFF2-40B4-BE49-F238E27FC236}">
                  <a16:creationId xmlns:a16="http://schemas.microsoft.com/office/drawing/2014/main" id="{EDF2F266-D115-90A5-8233-C6BF78D4E77B}"/>
                </a:ext>
              </a:extLst>
            </p:cNvPr>
            <p:cNvSpPr/>
            <p:nvPr/>
          </p:nvSpPr>
          <p:spPr>
            <a:xfrm>
              <a:off x="57230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3" name="Google Shape;10875;p128">
              <a:extLst>
                <a:ext uri="{FF2B5EF4-FFF2-40B4-BE49-F238E27FC236}">
                  <a16:creationId xmlns:a16="http://schemas.microsoft.com/office/drawing/2014/main" id="{FCC627EA-B0CF-0878-DE89-E8E5F0FAE0F5}"/>
                </a:ext>
              </a:extLst>
            </p:cNvPr>
            <p:cNvSpPr/>
            <p:nvPr/>
          </p:nvSpPr>
          <p:spPr>
            <a:xfrm>
              <a:off x="5722900" y="119055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46"/>
                    <a:pt x="2014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4" name="Google Shape;10876;p128">
              <a:extLst>
                <a:ext uri="{FF2B5EF4-FFF2-40B4-BE49-F238E27FC236}">
                  <a16:creationId xmlns:a16="http://schemas.microsoft.com/office/drawing/2014/main" id="{4CCAD27F-3C39-B60E-F8DB-6EA1EF5AB8C6}"/>
                </a:ext>
              </a:extLst>
            </p:cNvPr>
            <p:cNvSpPr/>
            <p:nvPr/>
          </p:nvSpPr>
          <p:spPr>
            <a:xfrm>
              <a:off x="56468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5" name="Google Shape;10877;p128">
              <a:extLst>
                <a:ext uri="{FF2B5EF4-FFF2-40B4-BE49-F238E27FC236}">
                  <a16:creationId xmlns:a16="http://schemas.microsoft.com/office/drawing/2014/main" id="{A04DCF42-AEFC-64CD-357E-39A9724798C2}"/>
                </a:ext>
              </a:extLst>
            </p:cNvPr>
            <p:cNvSpPr/>
            <p:nvPr/>
          </p:nvSpPr>
          <p:spPr>
            <a:xfrm>
              <a:off x="56468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6" name="Google Shape;10878;p128">
              <a:extLst>
                <a:ext uri="{FF2B5EF4-FFF2-40B4-BE49-F238E27FC236}">
                  <a16:creationId xmlns:a16="http://schemas.microsoft.com/office/drawing/2014/main" id="{D2EA012F-8A77-0960-2003-623D55C34029}"/>
                </a:ext>
              </a:extLst>
            </p:cNvPr>
            <p:cNvSpPr/>
            <p:nvPr/>
          </p:nvSpPr>
          <p:spPr>
            <a:xfrm>
              <a:off x="56468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10879;p128">
              <a:extLst>
                <a:ext uri="{FF2B5EF4-FFF2-40B4-BE49-F238E27FC236}">
                  <a16:creationId xmlns:a16="http://schemas.microsoft.com/office/drawing/2014/main" id="{DBE9DD2B-60A5-42A0-C2E5-068D5A9E9620}"/>
                </a:ext>
              </a:extLst>
            </p:cNvPr>
            <p:cNvSpPr/>
            <p:nvPr/>
          </p:nvSpPr>
          <p:spPr>
            <a:xfrm>
              <a:off x="56468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8" name="Google Shape;10880;p128">
              <a:extLst>
                <a:ext uri="{FF2B5EF4-FFF2-40B4-BE49-F238E27FC236}">
                  <a16:creationId xmlns:a16="http://schemas.microsoft.com/office/drawing/2014/main" id="{D1945262-6BFC-EC1E-287A-171286DDDF0D}"/>
                </a:ext>
              </a:extLst>
            </p:cNvPr>
            <p:cNvSpPr/>
            <p:nvPr/>
          </p:nvSpPr>
          <p:spPr>
            <a:xfrm>
              <a:off x="56468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9" name="Google Shape;10881;p128">
              <a:extLst>
                <a:ext uri="{FF2B5EF4-FFF2-40B4-BE49-F238E27FC236}">
                  <a16:creationId xmlns:a16="http://schemas.microsoft.com/office/drawing/2014/main" id="{16C67D1D-F9CF-C167-6D20-6EED1DE14C49}"/>
                </a:ext>
              </a:extLst>
            </p:cNvPr>
            <p:cNvSpPr/>
            <p:nvPr/>
          </p:nvSpPr>
          <p:spPr>
            <a:xfrm>
              <a:off x="5646700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0" name="Google Shape;10882;p128">
              <a:extLst>
                <a:ext uri="{FF2B5EF4-FFF2-40B4-BE49-F238E27FC236}">
                  <a16:creationId xmlns:a16="http://schemas.microsoft.com/office/drawing/2014/main" id="{8488FB14-D213-8C0D-1196-81240A7AEF5D}"/>
                </a:ext>
              </a:extLst>
            </p:cNvPr>
            <p:cNvSpPr/>
            <p:nvPr/>
          </p:nvSpPr>
          <p:spPr>
            <a:xfrm>
              <a:off x="55706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1" name="Google Shape;10883;p128">
              <a:extLst>
                <a:ext uri="{FF2B5EF4-FFF2-40B4-BE49-F238E27FC236}">
                  <a16:creationId xmlns:a16="http://schemas.microsoft.com/office/drawing/2014/main" id="{1AB154CC-A08D-2EE5-4CFB-43A8A5312337}"/>
                </a:ext>
              </a:extLst>
            </p:cNvPr>
            <p:cNvSpPr/>
            <p:nvPr/>
          </p:nvSpPr>
          <p:spPr>
            <a:xfrm>
              <a:off x="55706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2" name="Google Shape;10884;p128">
              <a:extLst>
                <a:ext uri="{FF2B5EF4-FFF2-40B4-BE49-F238E27FC236}">
                  <a16:creationId xmlns:a16="http://schemas.microsoft.com/office/drawing/2014/main" id="{C1ACA483-F587-799E-3044-367DF482657D}"/>
                </a:ext>
              </a:extLst>
            </p:cNvPr>
            <p:cNvSpPr/>
            <p:nvPr/>
          </p:nvSpPr>
          <p:spPr>
            <a:xfrm>
              <a:off x="55704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6" y="0"/>
                    <a:pt x="6" y="472"/>
                    <a:pt x="6" y="1065"/>
                  </a:cubicBezTo>
                  <a:cubicBezTo>
                    <a:pt x="1" y="1709"/>
                    <a:pt x="524" y="2133"/>
                    <a:pt x="1073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3" name="Google Shape;10885;p128">
              <a:extLst>
                <a:ext uri="{FF2B5EF4-FFF2-40B4-BE49-F238E27FC236}">
                  <a16:creationId xmlns:a16="http://schemas.microsoft.com/office/drawing/2014/main" id="{9573C555-05BE-ECAC-CEED-AF0F806B5584}"/>
                </a:ext>
              </a:extLst>
            </p:cNvPr>
            <p:cNvSpPr/>
            <p:nvPr/>
          </p:nvSpPr>
          <p:spPr>
            <a:xfrm>
              <a:off x="54944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4" name="Google Shape;10886;p128">
              <a:extLst>
                <a:ext uri="{FF2B5EF4-FFF2-40B4-BE49-F238E27FC236}">
                  <a16:creationId xmlns:a16="http://schemas.microsoft.com/office/drawing/2014/main" id="{2D27D293-3099-CC96-43D4-956DC2A33469}"/>
                </a:ext>
              </a:extLst>
            </p:cNvPr>
            <p:cNvSpPr/>
            <p:nvPr/>
          </p:nvSpPr>
          <p:spPr>
            <a:xfrm>
              <a:off x="54944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5" name="Google Shape;10887;p128">
              <a:extLst>
                <a:ext uri="{FF2B5EF4-FFF2-40B4-BE49-F238E27FC236}">
                  <a16:creationId xmlns:a16="http://schemas.microsoft.com/office/drawing/2014/main" id="{15A47E64-5141-5445-D6F4-C6C08B185B94}"/>
                </a:ext>
              </a:extLst>
            </p:cNvPr>
            <p:cNvSpPr/>
            <p:nvPr/>
          </p:nvSpPr>
          <p:spPr>
            <a:xfrm>
              <a:off x="54942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5" y="0"/>
                    <a:pt x="6" y="472"/>
                    <a:pt x="6" y="1065"/>
                  </a:cubicBezTo>
                  <a:cubicBezTo>
                    <a:pt x="0" y="1709"/>
                    <a:pt x="524" y="2133"/>
                    <a:pt x="1072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6" name="Google Shape;10888;p128">
              <a:extLst>
                <a:ext uri="{FF2B5EF4-FFF2-40B4-BE49-F238E27FC236}">
                  <a16:creationId xmlns:a16="http://schemas.microsoft.com/office/drawing/2014/main" id="{0A28BC76-C912-18A4-0490-DD5FD7B6051A}"/>
                </a:ext>
              </a:extLst>
            </p:cNvPr>
            <p:cNvSpPr/>
            <p:nvPr/>
          </p:nvSpPr>
          <p:spPr>
            <a:xfrm>
              <a:off x="541820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7" name="Google Shape;10889;p128">
              <a:extLst>
                <a:ext uri="{FF2B5EF4-FFF2-40B4-BE49-F238E27FC236}">
                  <a16:creationId xmlns:a16="http://schemas.microsoft.com/office/drawing/2014/main" id="{23C65004-729A-19D6-66C6-477166234B5A}"/>
                </a:ext>
              </a:extLst>
            </p:cNvPr>
            <p:cNvSpPr/>
            <p:nvPr/>
          </p:nvSpPr>
          <p:spPr>
            <a:xfrm>
              <a:off x="54182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8" name="Google Shape;10890;p128">
              <a:extLst>
                <a:ext uri="{FF2B5EF4-FFF2-40B4-BE49-F238E27FC236}">
                  <a16:creationId xmlns:a16="http://schemas.microsoft.com/office/drawing/2014/main" id="{D2657DC3-7E9A-DEA1-D549-996C99D1EFE6}"/>
                </a:ext>
              </a:extLst>
            </p:cNvPr>
            <p:cNvSpPr/>
            <p:nvPr/>
          </p:nvSpPr>
          <p:spPr>
            <a:xfrm>
              <a:off x="541820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9" name="Google Shape;10891;p128">
              <a:extLst>
                <a:ext uri="{FF2B5EF4-FFF2-40B4-BE49-F238E27FC236}">
                  <a16:creationId xmlns:a16="http://schemas.microsoft.com/office/drawing/2014/main" id="{AEF835B6-CA1D-C7AE-4C63-8657DDAB9889}"/>
                </a:ext>
              </a:extLst>
            </p:cNvPr>
            <p:cNvSpPr/>
            <p:nvPr/>
          </p:nvSpPr>
          <p:spPr>
            <a:xfrm>
              <a:off x="5418200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0" name="Google Shape;10892;p128">
              <a:extLst>
                <a:ext uri="{FF2B5EF4-FFF2-40B4-BE49-F238E27FC236}">
                  <a16:creationId xmlns:a16="http://schemas.microsoft.com/office/drawing/2014/main" id="{90E44672-97C2-701F-056A-92A47D2CA626}"/>
                </a:ext>
              </a:extLst>
            </p:cNvPr>
            <p:cNvSpPr/>
            <p:nvPr/>
          </p:nvSpPr>
          <p:spPr>
            <a:xfrm>
              <a:off x="53419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1" name="Google Shape;10893;p128">
              <a:extLst>
                <a:ext uri="{FF2B5EF4-FFF2-40B4-BE49-F238E27FC236}">
                  <a16:creationId xmlns:a16="http://schemas.microsoft.com/office/drawing/2014/main" id="{5C30B8C8-403C-8717-1FB6-6BFBF38726D7}"/>
                </a:ext>
              </a:extLst>
            </p:cNvPr>
            <p:cNvSpPr/>
            <p:nvPr/>
          </p:nvSpPr>
          <p:spPr>
            <a:xfrm>
              <a:off x="53419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2" name="Google Shape;10894;p128">
              <a:extLst>
                <a:ext uri="{FF2B5EF4-FFF2-40B4-BE49-F238E27FC236}">
                  <a16:creationId xmlns:a16="http://schemas.microsoft.com/office/drawing/2014/main" id="{0BAA697E-8C7D-EAB5-D805-5FB792E2893B}"/>
                </a:ext>
              </a:extLst>
            </p:cNvPr>
            <p:cNvSpPr/>
            <p:nvPr/>
          </p:nvSpPr>
          <p:spPr>
            <a:xfrm>
              <a:off x="52657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3" name="Google Shape;10895;p128">
              <a:extLst>
                <a:ext uri="{FF2B5EF4-FFF2-40B4-BE49-F238E27FC236}">
                  <a16:creationId xmlns:a16="http://schemas.microsoft.com/office/drawing/2014/main" id="{5F4CC220-DE63-47E5-DD4C-6D980AA18D67}"/>
                </a:ext>
              </a:extLst>
            </p:cNvPr>
            <p:cNvSpPr/>
            <p:nvPr/>
          </p:nvSpPr>
          <p:spPr>
            <a:xfrm>
              <a:off x="52657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4" name="Google Shape;10896;p128">
              <a:extLst>
                <a:ext uri="{FF2B5EF4-FFF2-40B4-BE49-F238E27FC236}">
                  <a16:creationId xmlns:a16="http://schemas.microsoft.com/office/drawing/2014/main" id="{B46194AA-4B34-D008-C0D5-977493E9383B}"/>
                </a:ext>
              </a:extLst>
            </p:cNvPr>
            <p:cNvSpPr/>
            <p:nvPr/>
          </p:nvSpPr>
          <p:spPr>
            <a:xfrm>
              <a:off x="52657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0"/>
                    <a:pt x="0" y="480"/>
                    <a:pt x="0" y="1074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5" name="Google Shape;10897;p128">
              <a:extLst>
                <a:ext uri="{FF2B5EF4-FFF2-40B4-BE49-F238E27FC236}">
                  <a16:creationId xmlns:a16="http://schemas.microsoft.com/office/drawing/2014/main" id="{2482C99D-D926-E5CB-3760-27BA8FD49846}"/>
                </a:ext>
              </a:extLst>
            </p:cNvPr>
            <p:cNvSpPr/>
            <p:nvPr/>
          </p:nvSpPr>
          <p:spPr>
            <a:xfrm>
              <a:off x="51895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6" name="Google Shape;10898;p128">
              <a:extLst>
                <a:ext uri="{FF2B5EF4-FFF2-40B4-BE49-F238E27FC236}">
                  <a16:creationId xmlns:a16="http://schemas.microsoft.com/office/drawing/2014/main" id="{A3DEA83B-E914-DE61-BA1D-7A843FA06703}"/>
                </a:ext>
              </a:extLst>
            </p:cNvPr>
            <p:cNvSpPr/>
            <p:nvPr/>
          </p:nvSpPr>
          <p:spPr>
            <a:xfrm>
              <a:off x="51895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7" name="Google Shape;10899;p128">
              <a:extLst>
                <a:ext uri="{FF2B5EF4-FFF2-40B4-BE49-F238E27FC236}">
                  <a16:creationId xmlns:a16="http://schemas.microsoft.com/office/drawing/2014/main" id="{5889E1BE-EA51-AB67-2B92-C3754C8885D6}"/>
                </a:ext>
              </a:extLst>
            </p:cNvPr>
            <p:cNvSpPr/>
            <p:nvPr/>
          </p:nvSpPr>
          <p:spPr>
            <a:xfrm>
              <a:off x="5189550" y="13427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8" name="Google Shape;10900;p128">
              <a:extLst>
                <a:ext uri="{FF2B5EF4-FFF2-40B4-BE49-F238E27FC236}">
                  <a16:creationId xmlns:a16="http://schemas.microsoft.com/office/drawing/2014/main" id="{B0BEB5C3-F7F4-CB6C-937B-7B6D4518FAC9}"/>
                </a:ext>
              </a:extLst>
            </p:cNvPr>
            <p:cNvSpPr/>
            <p:nvPr/>
          </p:nvSpPr>
          <p:spPr>
            <a:xfrm>
              <a:off x="5113350" y="30948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9" name="Google Shape;10901;p128">
              <a:extLst>
                <a:ext uri="{FF2B5EF4-FFF2-40B4-BE49-F238E27FC236}">
                  <a16:creationId xmlns:a16="http://schemas.microsoft.com/office/drawing/2014/main" id="{C27C021B-B579-43F6-4D3E-3866155A435D}"/>
                </a:ext>
              </a:extLst>
            </p:cNvPr>
            <p:cNvSpPr/>
            <p:nvPr/>
          </p:nvSpPr>
          <p:spPr>
            <a:xfrm>
              <a:off x="5113350" y="30186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0" name="Google Shape;10902;p128">
              <a:extLst>
                <a:ext uri="{FF2B5EF4-FFF2-40B4-BE49-F238E27FC236}">
                  <a16:creationId xmlns:a16="http://schemas.microsoft.com/office/drawing/2014/main" id="{6F3E2968-FBFA-F30F-7209-138FF24FDED0}"/>
                </a:ext>
              </a:extLst>
            </p:cNvPr>
            <p:cNvSpPr/>
            <p:nvPr/>
          </p:nvSpPr>
          <p:spPr>
            <a:xfrm>
              <a:off x="5113350" y="29424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1" name="Google Shape;10903;p128">
              <a:extLst>
                <a:ext uri="{FF2B5EF4-FFF2-40B4-BE49-F238E27FC236}">
                  <a16:creationId xmlns:a16="http://schemas.microsoft.com/office/drawing/2014/main" id="{ACBB354B-21D3-CB25-77BA-1805CDC0E109}"/>
                </a:ext>
              </a:extLst>
            </p:cNvPr>
            <p:cNvSpPr/>
            <p:nvPr/>
          </p:nvSpPr>
          <p:spPr>
            <a:xfrm>
              <a:off x="5113350" y="2866425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73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2" name="Google Shape;10904;p128">
              <a:extLst>
                <a:ext uri="{FF2B5EF4-FFF2-40B4-BE49-F238E27FC236}">
                  <a16:creationId xmlns:a16="http://schemas.microsoft.com/office/drawing/2014/main" id="{C4FE44AD-6716-80A0-0467-4B0EB820610D}"/>
                </a:ext>
              </a:extLst>
            </p:cNvPr>
            <p:cNvSpPr/>
            <p:nvPr/>
          </p:nvSpPr>
          <p:spPr>
            <a:xfrm>
              <a:off x="5113350" y="27902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3" name="Google Shape;10905;p128">
              <a:extLst>
                <a:ext uri="{FF2B5EF4-FFF2-40B4-BE49-F238E27FC236}">
                  <a16:creationId xmlns:a16="http://schemas.microsoft.com/office/drawing/2014/main" id="{C93149CB-6562-3E4F-5DF3-8632B3AEDB65}"/>
                </a:ext>
              </a:extLst>
            </p:cNvPr>
            <p:cNvSpPr/>
            <p:nvPr/>
          </p:nvSpPr>
          <p:spPr>
            <a:xfrm>
              <a:off x="5113350" y="2714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4" name="Google Shape;10906;p128">
              <a:extLst>
                <a:ext uri="{FF2B5EF4-FFF2-40B4-BE49-F238E27FC236}">
                  <a16:creationId xmlns:a16="http://schemas.microsoft.com/office/drawing/2014/main" id="{93C15DAD-153D-4187-02EB-B3FBA536B131}"/>
                </a:ext>
              </a:extLst>
            </p:cNvPr>
            <p:cNvSpPr/>
            <p:nvPr/>
          </p:nvSpPr>
          <p:spPr>
            <a:xfrm>
              <a:off x="511335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5" name="Google Shape;10907;p128">
              <a:extLst>
                <a:ext uri="{FF2B5EF4-FFF2-40B4-BE49-F238E27FC236}">
                  <a16:creationId xmlns:a16="http://schemas.microsoft.com/office/drawing/2014/main" id="{5F0EA343-3A46-E087-3D1E-8798AE237255}"/>
                </a:ext>
              </a:extLst>
            </p:cNvPr>
            <p:cNvSpPr/>
            <p:nvPr/>
          </p:nvSpPr>
          <p:spPr>
            <a:xfrm>
              <a:off x="511335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10908;p128">
              <a:extLst>
                <a:ext uri="{FF2B5EF4-FFF2-40B4-BE49-F238E27FC236}">
                  <a16:creationId xmlns:a16="http://schemas.microsoft.com/office/drawing/2014/main" id="{5B164148-921F-E7B2-CD33-3462A0FAE915}"/>
                </a:ext>
              </a:extLst>
            </p:cNvPr>
            <p:cNvSpPr/>
            <p:nvPr/>
          </p:nvSpPr>
          <p:spPr>
            <a:xfrm>
              <a:off x="50373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10909;p128">
              <a:extLst>
                <a:ext uri="{FF2B5EF4-FFF2-40B4-BE49-F238E27FC236}">
                  <a16:creationId xmlns:a16="http://schemas.microsoft.com/office/drawing/2014/main" id="{6E66696A-38A3-FE3C-0C5B-4BD3261FB186}"/>
                </a:ext>
              </a:extLst>
            </p:cNvPr>
            <p:cNvSpPr/>
            <p:nvPr/>
          </p:nvSpPr>
          <p:spPr>
            <a:xfrm>
              <a:off x="50373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10910;p128">
              <a:extLst>
                <a:ext uri="{FF2B5EF4-FFF2-40B4-BE49-F238E27FC236}">
                  <a16:creationId xmlns:a16="http://schemas.microsoft.com/office/drawing/2014/main" id="{2453D797-4BC6-B8F0-8CFF-B1393C1FA824}"/>
                </a:ext>
              </a:extLst>
            </p:cNvPr>
            <p:cNvSpPr/>
            <p:nvPr/>
          </p:nvSpPr>
          <p:spPr>
            <a:xfrm>
              <a:off x="50373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10911;p128">
              <a:extLst>
                <a:ext uri="{FF2B5EF4-FFF2-40B4-BE49-F238E27FC236}">
                  <a16:creationId xmlns:a16="http://schemas.microsoft.com/office/drawing/2014/main" id="{094035C7-D04F-2BCF-AF13-DA07C150ED86}"/>
                </a:ext>
              </a:extLst>
            </p:cNvPr>
            <p:cNvSpPr/>
            <p:nvPr/>
          </p:nvSpPr>
          <p:spPr>
            <a:xfrm>
              <a:off x="50373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0" name="Google Shape;10912;p128">
              <a:extLst>
                <a:ext uri="{FF2B5EF4-FFF2-40B4-BE49-F238E27FC236}">
                  <a16:creationId xmlns:a16="http://schemas.microsoft.com/office/drawing/2014/main" id="{77470064-0A2A-C64C-C679-EF2A172A3835}"/>
                </a:ext>
              </a:extLst>
            </p:cNvPr>
            <p:cNvSpPr/>
            <p:nvPr/>
          </p:nvSpPr>
          <p:spPr>
            <a:xfrm>
              <a:off x="50373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1" name="Google Shape;10913;p128">
              <a:extLst>
                <a:ext uri="{FF2B5EF4-FFF2-40B4-BE49-F238E27FC236}">
                  <a16:creationId xmlns:a16="http://schemas.microsoft.com/office/drawing/2014/main" id="{F2440359-04EA-7658-596C-FD2D7E00201A}"/>
                </a:ext>
              </a:extLst>
            </p:cNvPr>
            <p:cNvSpPr/>
            <p:nvPr/>
          </p:nvSpPr>
          <p:spPr>
            <a:xfrm>
              <a:off x="50373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10914;p128">
              <a:extLst>
                <a:ext uri="{FF2B5EF4-FFF2-40B4-BE49-F238E27FC236}">
                  <a16:creationId xmlns:a16="http://schemas.microsoft.com/office/drawing/2014/main" id="{2E3BC62C-B309-7EC3-9F0A-4C9910D0672B}"/>
                </a:ext>
              </a:extLst>
            </p:cNvPr>
            <p:cNvSpPr/>
            <p:nvPr/>
          </p:nvSpPr>
          <p:spPr>
            <a:xfrm>
              <a:off x="50373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3" name="Google Shape;10915;p128">
              <a:extLst>
                <a:ext uri="{FF2B5EF4-FFF2-40B4-BE49-F238E27FC236}">
                  <a16:creationId xmlns:a16="http://schemas.microsoft.com/office/drawing/2014/main" id="{D3DBBBA8-1362-D40E-D3F2-57A14AA4E55E}"/>
                </a:ext>
              </a:extLst>
            </p:cNvPr>
            <p:cNvSpPr/>
            <p:nvPr/>
          </p:nvSpPr>
          <p:spPr>
            <a:xfrm>
              <a:off x="49611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4" name="Google Shape;10916;p128">
              <a:extLst>
                <a:ext uri="{FF2B5EF4-FFF2-40B4-BE49-F238E27FC236}">
                  <a16:creationId xmlns:a16="http://schemas.microsoft.com/office/drawing/2014/main" id="{AF54E334-F5D4-C207-AEE5-0C527FE711FF}"/>
                </a:ext>
              </a:extLst>
            </p:cNvPr>
            <p:cNvSpPr/>
            <p:nvPr/>
          </p:nvSpPr>
          <p:spPr>
            <a:xfrm>
              <a:off x="49611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5" name="Google Shape;10917;p128">
              <a:extLst>
                <a:ext uri="{FF2B5EF4-FFF2-40B4-BE49-F238E27FC236}">
                  <a16:creationId xmlns:a16="http://schemas.microsoft.com/office/drawing/2014/main" id="{7618049A-9B3D-D05B-1E1C-DE36AD8F48C7}"/>
                </a:ext>
              </a:extLst>
            </p:cNvPr>
            <p:cNvSpPr/>
            <p:nvPr/>
          </p:nvSpPr>
          <p:spPr>
            <a:xfrm>
              <a:off x="49611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6" name="Google Shape;10918;p128">
              <a:extLst>
                <a:ext uri="{FF2B5EF4-FFF2-40B4-BE49-F238E27FC236}">
                  <a16:creationId xmlns:a16="http://schemas.microsoft.com/office/drawing/2014/main" id="{26AA5E6D-B3B7-A36F-7E13-55DD5F93621F}"/>
                </a:ext>
              </a:extLst>
            </p:cNvPr>
            <p:cNvSpPr/>
            <p:nvPr/>
          </p:nvSpPr>
          <p:spPr>
            <a:xfrm>
              <a:off x="49611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" name="Google Shape;10919;p128">
              <a:extLst>
                <a:ext uri="{FF2B5EF4-FFF2-40B4-BE49-F238E27FC236}">
                  <a16:creationId xmlns:a16="http://schemas.microsoft.com/office/drawing/2014/main" id="{A5A85C25-B2A4-0B58-54F6-E30B4758DCAC}"/>
                </a:ext>
              </a:extLst>
            </p:cNvPr>
            <p:cNvSpPr/>
            <p:nvPr/>
          </p:nvSpPr>
          <p:spPr>
            <a:xfrm>
              <a:off x="49611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" name="Google Shape;10920;p128">
              <a:extLst>
                <a:ext uri="{FF2B5EF4-FFF2-40B4-BE49-F238E27FC236}">
                  <a16:creationId xmlns:a16="http://schemas.microsoft.com/office/drawing/2014/main" id="{D93EF370-671E-A89C-D9CA-3F105C922794}"/>
                </a:ext>
              </a:extLst>
            </p:cNvPr>
            <p:cNvSpPr/>
            <p:nvPr/>
          </p:nvSpPr>
          <p:spPr>
            <a:xfrm>
              <a:off x="49611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" name="Google Shape;10921;p128">
              <a:extLst>
                <a:ext uri="{FF2B5EF4-FFF2-40B4-BE49-F238E27FC236}">
                  <a16:creationId xmlns:a16="http://schemas.microsoft.com/office/drawing/2014/main" id="{91B51CCE-BD30-0140-5877-05374243B576}"/>
                </a:ext>
              </a:extLst>
            </p:cNvPr>
            <p:cNvSpPr/>
            <p:nvPr/>
          </p:nvSpPr>
          <p:spPr>
            <a:xfrm>
              <a:off x="4884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" name="Google Shape;10922;p128">
              <a:extLst>
                <a:ext uri="{FF2B5EF4-FFF2-40B4-BE49-F238E27FC236}">
                  <a16:creationId xmlns:a16="http://schemas.microsoft.com/office/drawing/2014/main" id="{26A3343D-63D7-3FD8-4D1D-82D73CC52840}"/>
                </a:ext>
              </a:extLst>
            </p:cNvPr>
            <p:cNvSpPr/>
            <p:nvPr/>
          </p:nvSpPr>
          <p:spPr>
            <a:xfrm>
              <a:off x="48849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" name="Google Shape;10923;p128">
              <a:extLst>
                <a:ext uri="{FF2B5EF4-FFF2-40B4-BE49-F238E27FC236}">
                  <a16:creationId xmlns:a16="http://schemas.microsoft.com/office/drawing/2014/main" id="{93DBECD4-9028-95FA-A032-AD18F0DD8604}"/>
                </a:ext>
              </a:extLst>
            </p:cNvPr>
            <p:cNvSpPr/>
            <p:nvPr/>
          </p:nvSpPr>
          <p:spPr>
            <a:xfrm>
              <a:off x="48849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10924;p128">
              <a:extLst>
                <a:ext uri="{FF2B5EF4-FFF2-40B4-BE49-F238E27FC236}">
                  <a16:creationId xmlns:a16="http://schemas.microsoft.com/office/drawing/2014/main" id="{0C939807-3E6B-8BAA-B0FE-525CEE177886}"/>
                </a:ext>
              </a:extLst>
            </p:cNvPr>
            <p:cNvSpPr/>
            <p:nvPr/>
          </p:nvSpPr>
          <p:spPr>
            <a:xfrm>
              <a:off x="48849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3" name="Google Shape;10925;p128">
              <a:extLst>
                <a:ext uri="{FF2B5EF4-FFF2-40B4-BE49-F238E27FC236}">
                  <a16:creationId xmlns:a16="http://schemas.microsoft.com/office/drawing/2014/main" id="{3FC41A0E-1485-BACD-356D-2D37E9C375D5}"/>
                </a:ext>
              </a:extLst>
            </p:cNvPr>
            <p:cNvSpPr/>
            <p:nvPr/>
          </p:nvSpPr>
          <p:spPr>
            <a:xfrm>
              <a:off x="480870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4" name="Google Shape;10926;p128">
              <a:extLst>
                <a:ext uri="{FF2B5EF4-FFF2-40B4-BE49-F238E27FC236}">
                  <a16:creationId xmlns:a16="http://schemas.microsoft.com/office/drawing/2014/main" id="{1710F235-DF07-48A7-B5C2-8719310053F7}"/>
                </a:ext>
              </a:extLst>
            </p:cNvPr>
            <p:cNvSpPr/>
            <p:nvPr/>
          </p:nvSpPr>
          <p:spPr>
            <a:xfrm>
              <a:off x="480870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" name="Google Shape;10927;p128">
              <a:extLst>
                <a:ext uri="{FF2B5EF4-FFF2-40B4-BE49-F238E27FC236}">
                  <a16:creationId xmlns:a16="http://schemas.microsoft.com/office/drawing/2014/main" id="{358252A7-B1F3-2524-082B-31A50EBAF43B}"/>
                </a:ext>
              </a:extLst>
            </p:cNvPr>
            <p:cNvSpPr/>
            <p:nvPr/>
          </p:nvSpPr>
          <p:spPr>
            <a:xfrm>
              <a:off x="48087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" name="Google Shape;10928;p128">
              <a:extLst>
                <a:ext uri="{FF2B5EF4-FFF2-40B4-BE49-F238E27FC236}">
                  <a16:creationId xmlns:a16="http://schemas.microsoft.com/office/drawing/2014/main" id="{0291EA34-23D0-7AC7-5EC1-0C8E06010DD7}"/>
                </a:ext>
              </a:extLst>
            </p:cNvPr>
            <p:cNvSpPr/>
            <p:nvPr/>
          </p:nvSpPr>
          <p:spPr>
            <a:xfrm>
              <a:off x="48087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" name="Google Shape;10929;p128">
              <a:extLst>
                <a:ext uri="{FF2B5EF4-FFF2-40B4-BE49-F238E27FC236}">
                  <a16:creationId xmlns:a16="http://schemas.microsoft.com/office/drawing/2014/main" id="{4DB8DA16-3D17-D41C-72B7-A4781AA2DB06}"/>
                </a:ext>
              </a:extLst>
            </p:cNvPr>
            <p:cNvSpPr/>
            <p:nvPr/>
          </p:nvSpPr>
          <p:spPr>
            <a:xfrm>
              <a:off x="48087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" name="Google Shape;10930;p128">
              <a:extLst>
                <a:ext uri="{FF2B5EF4-FFF2-40B4-BE49-F238E27FC236}">
                  <a16:creationId xmlns:a16="http://schemas.microsoft.com/office/drawing/2014/main" id="{69FBAA2D-28B5-2FA6-2D82-BFAA46C21F5E}"/>
                </a:ext>
              </a:extLst>
            </p:cNvPr>
            <p:cNvSpPr/>
            <p:nvPr/>
          </p:nvSpPr>
          <p:spPr>
            <a:xfrm>
              <a:off x="48087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" name="Google Shape;10931;p128">
              <a:extLst>
                <a:ext uri="{FF2B5EF4-FFF2-40B4-BE49-F238E27FC236}">
                  <a16:creationId xmlns:a16="http://schemas.microsoft.com/office/drawing/2014/main" id="{2D2F21F9-9CF0-695F-F5E8-5E31EDE04339}"/>
                </a:ext>
              </a:extLst>
            </p:cNvPr>
            <p:cNvSpPr/>
            <p:nvPr/>
          </p:nvSpPr>
          <p:spPr>
            <a:xfrm>
              <a:off x="47324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" name="Google Shape;10932;p128">
              <a:extLst>
                <a:ext uri="{FF2B5EF4-FFF2-40B4-BE49-F238E27FC236}">
                  <a16:creationId xmlns:a16="http://schemas.microsoft.com/office/drawing/2014/main" id="{2AFD2D82-93EA-5E0B-0A9B-24DBBF79B73F}"/>
                </a:ext>
              </a:extLst>
            </p:cNvPr>
            <p:cNvSpPr/>
            <p:nvPr/>
          </p:nvSpPr>
          <p:spPr>
            <a:xfrm>
              <a:off x="47324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" name="Google Shape;10933;p128">
              <a:extLst>
                <a:ext uri="{FF2B5EF4-FFF2-40B4-BE49-F238E27FC236}">
                  <a16:creationId xmlns:a16="http://schemas.microsoft.com/office/drawing/2014/main" id="{3ED33C5D-752F-E6E6-C152-E6A4240542DB}"/>
                </a:ext>
              </a:extLst>
            </p:cNvPr>
            <p:cNvSpPr/>
            <p:nvPr/>
          </p:nvSpPr>
          <p:spPr>
            <a:xfrm>
              <a:off x="47324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" name="Google Shape;10934;p128">
              <a:extLst>
                <a:ext uri="{FF2B5EF4-FFF2-40B4-BE49-F238E27FC236}">
                  <a16:creationId xmlns:a16="http://schemas.microsoft.com/office/drawing/2014/main" id="{4CC681B4-862D-E524-775A-788DF31A3611}"/>
                </a:ext>
              </a:extLst>
            </p:cNvPr>
            <p:cNvSpPr/>
            <p:nvPr/>
          </p:nvSpPr>
          <p:spPr>
            <a:xfrm>
              <a:off x="47324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" name="Google Shape;10935;p128">
              <a:extLst>
                <a:ext uri="{FF2B5EF4-FFF2-40B4-BE49-F238E27FC236}">
                  <a16:creationId xmlns:a16="http://schemas.microsoft.com/office/drawing/2014/main" id="{8FF50542-3243-3976-8B91-CF4D86894791}"/>
                </a:ext>
              </a:extLst>
            </p:cNvPr>
            <p:cNvSpPr/>
            <p:nvPr/>
          </p:nvSpPr>
          <p:spPr>
            <a:xfrm>
              <a:off x="47324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" name="Google Shape;10936;p128">
              <a:extLst>
                <a:ext uri="{FF2B5EF4-FFF2-40B4-BE49-F238E27FC236}">
                  <a16:creationId xmlns:a16="http://schemas.microsoft.com/office/drawing/2014/main" id="{6C69AE6D-4842-CC31-1C06-2154CCD833F1}"/>
                </a:ext>
              </a:extLst>
            </p:cNvPr>
            <p:cNvSpPr/>
            <p:nvPr/>
          </p:nvSpPr>
          <p:spPr>
            <a:xfrm>
              <a:off x="465647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" name="Google Shape;10937;p128">
              <a:extLst>
                <a:ext uri="{FF2B5EF4-FFF2-40B4-BE49-F238E27FC236}">
                  <a16:creationId xmlns:a16="http://schemas.microsoft.com/office/drawing/2014/main" id="{9B7B9E70-C72C-A483-5138-ED81F6E6CFCD}"/>
                </a:ext>
              </a:extLst>
            </p:cNvPr>
            <p:cNvSpPr/>
            <p:nvPr/>
          </p:nvSpPr>
          <p:spPr>
            <a:xfrm>
              <a:off x="46564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" name="Google Shape;10938;p128">
              <a:extLst>
                <a:ext uri="{FF2B5EF4-FFF2-40B4-BE49-F238E27FC236}">
                  <a16:creationId xmlns:a16="http://schemas.microsoft.com/office/drawing/2014/main" id="{262DAA38-0BEF-2E00-76C6-1CF31BC53516}"/>
                </a:ext>
              </a:extLst>
            </p:cNvPr>
            <p:cNvSpPr/>
            <p:nvPr/>
          </p:nvSpPr>
          <p:spPr>
            <a:xfrm>
              <a:off x="46564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" name="Google Shape;10939;p128">
              <a:extLst>
                <a:ext uri="{FF2B5EF4-FFF2-40B4-BE49-F238E27FC236}">
                  <a16:creationId xmlns:a16="http://schemas.microsoft.com/office/drawing/2014/main" id="{64BDD160-311F-F6C2-12B5-F884CC0A062A}"/>
                </a:ext>
              </a:extLst>
            </p:cNvPr>
            <p:cNvSpPr/>
            <p:nvPr/>
          </p:nvSpPr>
          <p:spPr>
            <a:xfrm>
              <a:off x="465647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" name="Google Shape;10940;p128">
              <a:extLst>
                <a:ext uri="{FF2B5EF4-FFF2-40B4-BE49-F238E27FC236}">
                  <a16:creationId xmlns:a16="http://schemas.microsoft.com/office/drawing/2014/main" id="{71F16B9D-1297-C898-DC6E-24832279C1CE}"/>
                </a:ext>
              </a:extLst>
            </p:cNvPr>
            <p:cNvSpPr/>
            <p:nvPr/>
          </p:nvSpPr>
          <p:spPr>
            <a:xfrm>
              <a:off x="46564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" name="Google Shape;10941;p128">
              <a:extLst>
                <a:ext uri="{FF2B5EF4-FFF2-40B4-BE49-F238E27FC236}">
                  <a16:creationId xmlns:a16="http://schemas.microsoft.com/office/drawing/2014/main" id="{7D2517AA-1B26-0D2C-1F40-F9F7EE632976}"/>
                </a:ext>
              </a:extLst>
            </p:cNvPr>
            <p:cNvSpPr/>
            <p:nvPr/>
          </p:nvSpPr>
          <p:spPr>
            <a:xfrm>
              <a:off x="46564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" name="Google Shape;10942;p128">
              <a:extLst>
                <a:ext uri="{FF2B5EF4-FFF2-40B4-BE49-F238E27FC236}">
                  <a16:creationId xmlns:a16="http://schemas.microsoft.com/office/drawing/2014/main" id="{8C0DFB57-EAF5-E564-32DD-3CC367C6AB60}"/>
                </a:ext>
              </a:extLst>
            </p:cNvPr>
            <p:cNvSpPr/>
            <p:nvPr/>
          </p:nvSpPr>
          <p:spPr>
            <a:xfrm>
              <a:off x="46564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" name="Google Shape;10943;p128">
              <a:extLst>
                <a:ext uri="{FF2B5EF4-FFF2-40B4-BE49-F238E27FC236}">
                  <a16:creationId xmlns:a16="http://schemas.microsoft.com/office/drawing/2014/main" id="{8CA4FE37-9B78-0E79-9C21-65B50210C1BF}"/>
                </a:ext>
              </a:extLst>
            </p:cNvPr>
            <p:cNvSpPr/>
            <p:nvPr/>
          </p:nvSpPr>
          <p:spPr>
            <a:xfrm>
              <a:off x="46564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10944;p128">
              <a:extLst>
                <a:ext uri="{FF2B5EF4-FFF2-40B4-BE49-F238E27FC236}">
                  <a16:creationId xmlns:a16="http://schemas.microsoft.com/office/drawing/2014/main" id="{15854E23-D45C-EF40-C30C-6525ED56514F}"/>
                </a:ext>
              </a:extLst>
            </p:cNvPr>
            <p:cNvSpPr/>
            <p:nvPr/>
          </p:nvSpPr>
          <p:spPr>
            <a:xfrm>
              <a:off x="45802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10945;p128">
              <a:extLst>
                <a:ext uri="{FF2B5EF4-FFF2-40B4-BE49-F238E27FC236}">
                  <a16:creationId xmlns:a16="http://schemas.microsoft.com/office/drawing/2014/main" id="{2E283683-3A92-818E-CAD9-255674DE03D0}"/>
                </a:ext>
              </a:extLst>
            </p:cNvPr>
            <p:cNvSpPr/>
            <p:nvPr/>
          </p:nvSpPr>
          <p:spPr>
            <a:xfrm>
              <a:off x="45802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" name="Google Shape;10946;p128">
              <a:extLst>
                <a:ext uri="{FF2B5EF4-FFF2-40B4-BE49-F238E27FC236}">
                  <a16:creationId xmlns:a16="http://schemas.microsoft.com/office/drawing/2014/main" id="{7DB04D00-3253-4592-B93E-786BF884B809}"/>
                </a:ext>
              </a:extLst>
            </p:cNvPr>
            <p:cNvSpPr/>
            <p:nvPr/>
          </p:nvSpPr>
          <p:spPr>
            <a:xfrm>
              <a:off x="45802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" name="Google Shape;10947;p128">
              <a:extLst>
                <a:ext uri="{FF2B5EF4-FFF2-40B4-BE49-F238E27FC236}">
                  <a16:creationId xmlns:a16="http://schemas.microsoft.com/office/drawing/2014/main" id="{EF397044-743B-F931-E694-C367B6B683CF}"/>
                </a:ext>
              </a:extLst>
            </p:cNvPr>
            <p:cNvSpPr/>
            <p:nvPr/>
          </p:nvSpPr>
          <p:spPr>
            <a:xfrm>
              <a:off x="45802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6" name="Google Shape;10948;p128">
              <a:extLst>
                <a:ext uri="{FF2B5EF4-FFF2-40B4-BE49-F238E27FC236}">
                  <a16:creationId xmlns:a16="http://schemas.microsoft.com/office/drawing/2014/main" id="{89CEB8E9-6F72-574F-9FCD-0149BA857051}"/>
                </a:ext>
              </a:extLst>
            </p:cNvPr>
            <p:cNvSpPr/>
            <p:nvPr/>
          </p:nvSpPr>
          <p:spPr>
            <a:xfrm>
              <a:off x="45802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" name="Google Shape;10949;p128">
              <a:extLst>
                <a:ext uri="{FF2B5EF4-FFF2-40B4-BE49-F238E27FC236}">
                  <a16:creationId xmlns:a16="http://schemas.microsoft.com/office/drawing/2014/main" id="{C9C0CB7C-BCA7-1D1E-35DA-6ED5937672A7}"/>
                </a:ext>
              </a:extLst>
            </p:cNvPr>
            <p:cNvSpPr/>
            <p:nvPr/>
          </p:nvSpPr>
          <p:spPr>
            <a:xfrm>
              <a:off x="45802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" name="Google Shape;10950;p128">
              <a:extLst>
                <a:ext uri="{FF2B5EF4-FFF2-40B4-BE49-F238E27FC236}">
                  <a16:creationId xmlns:a16="http://schemas.microsoft.com/office/drawing/2014/main" id="{705D01BC-0088-BB1B-BDA6-E4D8A7DEBCCB}"/>
                </a:ext>
              </a:extLst>
            </p:cNvPr>
            <p:cNvSpPr/>
            <p:nvPr/>
          </p:nvSpPr>
          <p:spPr>
            <a:xfrm>
              <a:off x="45802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" name="Google Shape;10951;p128">
              <a:extLst>
                <a:ext uri="{FF2B5EF4-FFF2-40B4-BE49-F238E27FC236}">
                  <a16:creationId xmlns:a16="http://schemas.microsoft.com/office/drawing/2014/main" id="{4D44212E-BD3F-3C61-94D6-5A86EF88875C}"/>
                </a:ext>
              </a:extLst>
            </p:cNvPr>
            <p:cNvSpPr/>
            <p:nvPr/>
          </p:nvSpPr>
          <p:spPr>
            <a:xfrm>
              <a:off x="45802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10952;p128">
              <a:extLst>
                <a:ext uri="{FF2B5EF4-FFF2-40B4-BE49-F238E27FC236}">
                  <a16:creationId xmlns:a16="http://schemas.microsoft.com/office/drawing/2014/main" id="{C321B0E0-5388-9D63-2F68-A805E5E4C0FD}"/>
                </a:ext>
              </a:extLst>
            </p:cNvPr>
            <p:cNvSpPr/>
            <p:nvPr/>
          </p:nvSpPr>
          <p:spPr>
            <a:xfrm>
              <a:off x="45040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10953;p128">
              <a:extLst>
                <a:ext uri="{FF2B5EF4-FFF2-40B4-BE49-F238E27FC236}">
                  <a16:creationId xmlns:a16="http://schemas.microsoft.com/office/drawing/2014/main" id="{4C60A5EA-F09C-127D-EB86-28C0329C7067}"/>
                </a:ext>
              </a:extLst>
            </p:cNvPr>
            <p:cNvSpPr/>
            <p:nvPr/>
          </p:nvSpPr>
          <p:spPr>
            <a:xfrm>
              <a:off x="45040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" name="Google Shape;10954;p128">
              <a:extLst>
                <a:ext uri="{FF2B5EF4-FFF2-40B4-BE49-F238E27FC236}">
                  <a16:creationId xmlns:a16="http://schemas.microsoft.com/office/drawing/2014/main" id="{251692B2-8ABF-6E61-44DC-15395D5874C1}"/>
                </a:ext>
              </a:extLst>
            </p:cNvPr>
            <p:cNvSpPr/>
            <p:nvPr/>
          </p:nvSpPr>
          <p:spPr>
            <a:xfrm>
              <a:off x="45040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" name="Google Shape;10955;p128">
              <a:extLst>
                <a:ext uri="{FF2B5EF4-FFF2-40B4-BE49-F238E27FC236}">
                  <a16:creationId xmlns:a16="http://schemas.microsoft.com/office/drawing/2014/main" id="{78ADCD3E-CBF5-D9E2-8595-C8FDBE0B17CF}"/>
                </a:ext>
              </a:extLst>
            </p:cNvPr>
            <p:cNvSpPr/>
            <p:nvPr/>
          </p:nvSpPr>
          <p:spPr>
            <a:xfrm>
              <a:off x="45040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" name="Google Shape;10956;p128">
              <a:extLst>
                <a:ext uri="{FF2B5EF4-FFF2-40B4-BE49-F238E27FC236}">
                  <a16:creationId xmlns:a16="http://schemas.microsoft.com/office/drawing/2014/main" id="{92378805-8B87-4110-6B8F-6B595EBCEA86}"/>
                </a:ext>
              </a:extLst>
            </p:cNvPr>
            <p:cNvSpPr/>
            <p:nvPr/>
          </p:nvSpPr>
          <p:spPr>
            <a:xfrm>
              <a:off x="45040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" name="Google Shape;10957;p128">
              <a:extLst>
                <a:ext uri="{FF2B5EF4-FFF2-40B4-BE49-F238E27FC236}">
                  <a16:creationId xmlns:a16="http://schemas.microsoft.com/office/drawing/2014/main" id="{AAFF8129-A655-5943-C530-C3075BA09962}"/>
                </a:ext>
              </a:extLst>
            </p:cNvPr>
            <p:cNvSpPr/>
            <p:nvPr/>
          </p:nvSpPr>
          <p:spPr>
            <a:xfrm>
              <a:off x="45040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" name="Google Shape;10958;p128">
              <a:extLst>
                <a:ext uri="{FF2B5EF4-FFF2-40B4-BE49-F238E27FC236}">
                  <a16:creationId xmlns:a16="http://schemas.microsoft.com/office/drawing/2014/main" id="{82CE1662-419E-3998-43CF-7CB858146F73}"/>
                </a:ext>
              </a:extLst>
            </p:cNvPr>
            <p:cNvSpPr/>
            <p:nvPr/>
          </p:nvSpPr>
          <p:spPr>
            <a:xfrm>
              <a:off x="44278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" name="Google Shape;10959;p128">
              <a:extLst>
                <a:ext uri="{FF2B5EF4-FFF2-40B4-BE49-F238E27FC236}">
                  <a16:creationId xmlns:a16="http://schemas.microsoft.com/office/drawing/2014/main" id="{4F0C76F3-0BE9-2937-B245-09A8384302FB}"/>
                </a:ext>
              </a:extLst>
            </p:cNvPr>
            <p:cNvSpPr/>
            <p:nvPr/>
          </p:nvSpPr>
          <p:spPr>
            <a:xfrm>
              <a:off x="44278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6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" name="Google Shape;10960;p128">
              <a:extLst>
                <a:ext uri="{FF2B5EF4-FFF2-40B4-BE49-F238E27FC236}">
                  <a16:creationId xmlns:a16="http://schemas.microsoft.com/office/drawing/2014/main" id="{EE466B30-8CBD-E856-E578-0F07B5A495B8}"/>
                </a:ext>
              </a:extLst>
            </p:cNvPr>
            <p:cNvSpPr/>
            <p:nvPr/>
          </p:nvSpPr>
          <p:spPr>
            <a:xfrm>
              <a:off x="44278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9" name="Google Shape;10961;p128">
              <a:extLst>
                <a:ext uri="{FF2B5EF4-FFF2-40B4-BE49-F238E27FC236}">
                  <a16:creationId xmlns:a16="http://schemas.microsoft.com/office/drawing/2014/main" id="{70CB3105-F7BF-F1F1-8407-0996B2AC8F7F}"/>
                </a:ext>
              </a:extLst>
            </p:cNvPr>
            <p:cNvSpPr/>
            <p:nvPr/>
          </p:nvSpPr>
          <p:spPr>
            <a:xfrm>
              <a:off x="44278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0" name="Google Shape;10962;p128">
              <a:extLst>
                <a:ext uri="{FF2B5EF4-FFF2-40B4-BE49-F238E27FC236}">
                  <a16:creationId xmlns:a16="http://schemas.microsoft.com/office/drawing/2014/main" id="{6458C708-D385-5CCC-BD66-78CB80D9EAA6}"/>
                </a:ext>
              </a:extLst>
            </p:cNvPr>
            <p:cNvSpPr/>
            <p:nvPr/>
          </p:nvSpPr>
          <p:spPr>
            <a:xfrm>
              <a:off x="44278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" name="Google Shape;10963;p128">
              <a:extLst>
                <a:ext uri="{FF2B5EF4-FFF2-40B4-BE49-F238E27FC236}">
                  <a16:creationId xmlns:a16="http://schemas.microsoft.com/office/drawing/2014/main" id="{BE4F72B7-A6CF-D905-3F20-908F19E4D2E4}"/>
                </a:ext>
              </a:extLst>
            </p:cNvPr>
            <p:cNvSpPr/>
            <p:nvPr/>
          </p:nvSpPr>
          <p:spPr>
            <a:xfrm>
              <a:off x="44278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" name="Google Shape;10964;p128">
              <a:extLst>
                <a:ext uri="{FF2B5EF4-FFF2-40B4-BE49-F238E27FC236}">
                  <a16:creationId xmlns:a16="http://schemas.microsoft.com/office/drawing/2014/main" id="{40382FBC-CD1F-12C2-4ABD-0511B483DEDE}"/>
                </a:ext>
              </a:extLst>
            </p:cNvPr>
            <p:cNvSpPr/>
            <p:nvPr/>
          </p:nvSpPr>
          <p:spPr>
            <a:xfrm>
              <a:off x="43516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" name="Google Shape;10965;p128">
              <a:extLst>
                <a:ext uri="{FF2B5EF4-FFF2-40B4-BE49-F238E27FC236}">
                  <a16:creationId xmlns:a16="http://schemas.microsoft.com/office/drawing/2014/main" id="{7033149D-53BF-13ED-9C01-F108D1073513}"/>
                </a:ext>
              </a:extLst>
            </p:cNvPr>
            <p:cNvSpPr/>
            <p:nvPr/>
          </p:nvSpPr>
          <p:spPr>
            <a:xfrm>
              <a:off x="43516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" name="Google Shape;10966;p128">
              <a:extLst>
                <a:ext uri="{FF2B5EF4-FFF2-40B4-BE49-F238E27FC236}">
                  <a16:creationId xmlns:a16="http://schemas.microsoft.com/office/drawing/2014/main" id="{6BAF3A14-723F-3A29-445A-3A8EEFBB1A17}"/>
                </a:ext>
              </a:extLst>
            </p:cNvPr>
            <p:cNvSpPr/>
            <p:nvPr/>
          </p:nvSpPr>
          <p:spPr>
            <a:xfrm>
              <a:off x="43516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" name="Google Shape;10967;p128">
              <a:extLst>
                <a:ext uri="{FF2B5EF4-FFF2-40B4-BE49-F238E27FC236}">
                  <a16:creationId xmlns:a16="http://schemas.microsoft.com/office/drawing/2014/main" id="{0DA8C61B-8CCD-E4A2-DC59-332E9BB90299}"/>
                </a:ext>
              </a:extLst>
            </p:cNvPr>
            <p:cNvSpPr/>
            <p:nvPr/>
          </p:nvSpPr>
          <p:spPr>
            <a:xfrm>
              <a:off x="43516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" name="Google Shape;10968;p128">
              <a:extLst>
                <a:ext uri="{FF2B5EF4-FFF2-40B4-BE49-F238E27FC236}">
                  <a16:creationId xmlns:a16="http://schemas.microsoft.com/office/drawing/2014/main" id="{714ABAEC-0D86-84C7-AB0E-FAA6FA840517}"/>
                </a:ext>
              </a:extLst>
            </p:cNvPr>
            <p:cNvSpPr/>
            <p:nvPr/>
          </p:nvSpPr>
          <p:spPr>
            <a:xfrm>
              <a:off x="42756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" name="Google Shape;10969;p128">
              <a:extLst>
                <a:ext uri="{FF2B5EF4-FFF2-40B4-BE49-F238E27FC236}">
                  <a16:creationId xmlns:a16="http://schemas.microsoft.com/office/drawing/2014/main" id="{C1B400EF-DC2F-8265-BE94-FC98CAB18080}"/>
                </a:ext>
              </a:extLst>
            </p:cNvPr>
            <p:cNvSpPr/>
            <p:nvPr/>
          </p:nvSpPr>
          <p:spPr>
            <a:xfrm>
              <a:off x="42756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10970;p128">
              <a:extLst>
                <a:ext uri="{FF2B5EF4-FFF2-40B4-BE49-F238E27FC236}">
                  <a16:creationId xmlns:a16="http://schemas.microsoft.com/office/drawing/2014/main" id="{C6BFD405-1E26-3762-BB6E-9695C8DC2001}"/>
                </a:ext>
              </a:extLst>
            </p:cNvPr>
            <p:cNvSpPr/>
            <p:nvPr/>
          </p:nvSpPr>
          <p:spPr>
            <a:xfrm>
              <a:off x="42756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10971;p128">
              <a:extLst>
                <a:ext uri="{FF2B5EF4-FFF2-40B4-BE49-F238E27FC236}">
                  <a16:creationId xmlns:a16="http://schemas.microsoft.com/office/drawing/2014/main" id="{E93F9753-00DB-18FF-06EC-DBA519C113AA}"/>
                </a:ext>
              </a:extLst>
            </p:cNvPr>
            <p:cNvSpPr/>
            <p:nvPr/>
          </p:nvSpPr>
          <p:spPr>
            <a:xfrm>
              <a:off x="42756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10972;p128">
              <a:extLst>
                <a:ext uri="{FF2B5EF4-FFF2-40B4-BE49-F238E27FC236}">
                  <a16:creationId xmlns:a16="http://schemas.microsoft.com/office/drawing/2014/main" id="{B26E06C2-5E30-C811-B479-DA43B2C6F089}"/>
                </a:ext>
              </a:extLst>
            </p:cNvPr>
            <p:cNvSpPr/>
            <p:nvPr/>
          </p:nvSpPr>
          <p:spPr>
            <a:xfrm>
              <a:off x="42756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10973;p128">
              <a:extLst>
                <a:ext uri="{FF2B5EF4-FFF2-40B4-BE49-F238E27FC236}">
                  <a16:creationId xmlns:a16="http://schemas.microsoft.com/office/drawing/2014/main" id="{B1AE8BAC-75E4-23F3-826D-06CBCBD8F7A8}"/>
                </a:ext>
              </a:extLst>
            </p:cNvPr>
            <p:cNvSpPr/>
            <p:nvPr/>
          </p:nvSpPr>
          <p:spPr>
            <a:xfrm>
              <a:off x="42756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" name="Google Shape;10974;p128">
              <a:extLst>
                <a:ext uri="{FF2B5EF4-FFF2-40B4-BE49-F238E27FC236}">
                  <a16:creationId xmlns:a16="http://schemas.microsoft.com/office/drawing/2014/main" id="{007AD976-E127-6879-78A1-71DC2FD02842}"/>
                </a:ext>
              </a:extLst>
            </p:cNvPr>
            <p:cNvSpPr/>
            <p:nvPr/>
          </p:nvSpPr>
          <p:spPr>
            <a:xfrm>
              <a:off x="41994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3" name="Google Shape;10975;p128">
              <a:extLst>
                <a:ext uri="{FF2B5EF4-FFF2-40B4-BE49-F238E27FC236}">
                  <a16:creationId xmlns:a16="http://schemas.microsoft.com/office/drawing/2014/main" id="{8F0C9DD0-8887-85E8-91FD-173CE540BA1D}"/>
                </a:ext>
              </a:extLst>
            </p:cNvPr>
            <p:cNvSpPr/>
            <p:nvPr/>
          </p:nvSpPr>
          <p:spPr>
            <a:xfrm>
              <a:off x="41994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4" name="Google Shape;10976;p128">
              <a:extLst>
                <a:ext uri="{FF2B5EF4-FFF2-40B4-BE49-F238E27FC236}">
                  <a16:creationId xmlns:a16="http://schemas.microsoft.com/office/drawing/2014/main" id="{53B8E5C3-CE65-45E7-5BA6-70EC2004B94F}"/>
                </a:ext>
              </a:extLst>
            </p:cNvPr>
            <p:cNvSpPr/>
            <p:nvPr/>
          </p:nvSpPr>
          <p:spPr>
            <a:xfrm>
              <a:off x="41994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19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5" name="Google Shape;10977;p128">
              <a:extLst>
                <a:ext uri="{FF2B5EF4-FFF2-40B4-BE49-F238E27FC236}">
                  <a16:creationId xmlns:a16="http://schemas.microsoft.com/office/drawing/2014/main" id="{87C42CEC-97D3-4384-3113-41AF3B8DC46A}"/>
                </a:ext>
              </a:extLst>
            </p:cNvPr>
            <p:cNvSpPr/>
            <p:nvPr/>
          </p:nvSpPr>
          <p:spPr>
            <a:xfrm>
              <a:off x="41231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" name="Google Shape;10978;p128">
              <a:extLst>
                <a:ext uri="{FF2B5EF4-FFF2-40B4-BE49-F238E27FC236}">
                  <a16:creationId xmlns:a16="http://schemas.microsoft.com/office/drawing/2014/main" id="{8F747B4D-9F2E-7070-7F36-C359739BD277}"/>
                </a:ext>
              </a:extLst>
            </p:cNvPr>
            <p:cNvSpPr/>
            <p:nvPr/>
          </p:nvSpPr>
          <p:spPr>
            <a:xfrm>
              <a:off x="41231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97" name="Google Shape;10979;p128">
            <a:extLst>
              <a:ext uri="{FF2B5EF4-FFF2-40B4-BE49-F238E27FC236}">
                <a16:creationId xmlns:a16="http://schemas.microsoft.com/office/drawing/2014/main" id="{7156C18C-A5E0-6A45-4B19-F5EF5E737A12}"/>
              </a:ext>
            </a:extLst>
          </p:cNvPr>
          <p:cNvGrpSpPr/>
          <p:nvPr/>
        </p:nvGrpSpPr>
        <p:grpSpPr>
          <a:xfrm>
            <a:off x="7068026" y="2446873"/>
            <a:ext cx="2659342" cy="1416729"/>
            <a:chOff x="233350" y="949250"/>
            <a:chExt cx="7137300" cy="3802300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2098" name="Google Shape;10980;p128">
              <a:extLst>
                <a:ext uri="{FF2B5EF4-FFF2-40B4-BE49-F238E27FC236}">
                  <a16:creationId xmlns:a16="http://schemas.microsoft.com/office/drawing/2014/main" id="{DE1C6843-B4F2-8ADE-42F0-FBD6EB7C2CD8}"/>
                </a:ext>
              </a:extLst>
            </p:cNvPr>
            <p:cNvSpPr/>
            <p:nvPr/>
          </p:nvSpPr>
          <p:spPr>
            <a:xfrm>
              <a:off x="4428450" y="2808675"/>
              <a:ext cx="1478900" cy="330100"/>
            </a:xfrm>
            <a:custGeom>
              <a:avLst/>
              <a:gdLst/>
              <a:ahLst/>
              <a:cxnLst/>
              <a:rect l="l" t="t" r="r" b="b"/>
              <a:pathLst>
                <a:path w="59156" h="13204" extrusionOk="0">
                  <a:moveTo>
                    <a:pt x="1" y="0"/>
                  </a:moveTo>
                  <a:lnTo>
                    <a:pt x="1" y="0"/>
                  </a:lnTo>
                  <a:close/>
                  <a:moveTo>
                    <a:pt x="59155" y="13203"/>
                  </a:move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10981;p128">
              <a:extLst>
                <a:ext uri="{FF2B5EF4-FFF2-40B4-BE49-F238E27FC236}">
                  <a16:creationId xmlns:a16="http://schemas.microsoft.com/office/drawing/2014/main" id="{DB018E09-C833-30EC-5A19-5667D6C1EC7D}"/>
                </a:ext>
              </a:extLst>
            </p:cNvPr>
            <p:cNvSpPr/>
            <p:nvPr/>
          </p:nvSpPr>
          <p:spPr>
            <a:xfrm>
              <a:off x="2909400" y="1076125"/>
              <a:ext cx="4118650" cy="3109225"/>
            </a:xfrm>
            <a:custGeom>
              <a:avLst/>
              <a:gdLst/>
              <a:ahLst/>
              <a:cxnLst/>
              <a:rect l="l" t="t" r="r" b="b"/>
              <a:pathLst>
                <a:path w="164746" h="124369" extrusionOk="0">
                  <a:moveTo>
                    <a:pt x="49520" y="11070"/>
                  </a:moveTo>
                  <a:cubicBezTo>
                    <a:pt x="49737" y="11070"/>
                    <a:pt x="49861" y="11136"/>
                    <a:pt x="49875" y="11358"/>
                  </a:cubicBezTo>
                  <a:cubicBezTo>
                    <a:pt x="49875" y="11575"/>
                    <a:pt x="49818" y="11698"/>
                    <a:pt x="49684" y="11698"/>
                  </a:cubicBezTo>
                  <a:cubicBezTo>
                    <a:pt x="49636" y="11698"/>
                    <a:pt x="49580" y="11683"/>
                    <a:pt x="49512" y="11651"/>
                  </a:cubicBezTo>
                  <a:cubicBezTo>
                    <a:pt x="49305" y="11565"/>
                    <a:pt x="49115" y="11444"/>
                    <a:pt x="48925" y="11323"/>
                  </a:cubicBezTo>
                  <a:lnTo>
                    <a:pt x="49339" y="11081"/>
                  </a:lnTo>
                  <a:cubicBezTo>
                    <a:pt x="49405" y="11074"/>
                    <a:pt x="49465" y="11070"/>
                    <a:pt x="49520" y="11070"/>
                  </a:cubicBezTo>
                  <a:close/>
                  <a:moveTo>
                    <a:pt x="46983" y="11081"/>
                  </a:moveTo>
                  <a:cubicBezTo>
                    <a:pt x="47014" y="11081"/>
                    <a:pt x="47051" y="11087"/>
                    <a:pt x="47093" y="11098"/>
                  </a:cubicBezTo>
                  <a:cubicBezTo>
                    <a:pt x="47369" y="11185"/>
                    <a:pt x="47870" y="11168"/>
                    <a:pt x="47767" y="11686"/>
                  </a:cubicBezTo>
                  <a:cubicBezTo>
                    <a:pt x="47732" y="11893"/>
                    <a:pt x="47888" y="12274"/>
                    <a:pt x="47490" y="12343"/>
                  </a:cubicBezTo>
                  <a:cubicBezTo>
                    <a:pt x="47110" y="12222"/>
                    <a:pt x="46834" y="11893"/>
                    <a:pt x="46799" y="11496"/>
                  </a:cubicBezTo>
                  <a:cubicBezTo>
                    <a:pt x="46784" y="11302"/>
                    <a:pt x="46782" y="11081"/>
                    <a:pt x="46983" y="11081"/>
                  </a:cubicBezTo>
                  <a:close/>
                  <a:moveTo>
                    <a:pt x="38158" y="11530"/>
                  </a:moveTo>
                  <a:cubicBezTo>
                    <a:pt x="38279" y="11530"/>
                    <a:pt x="38417" y="11703"/>
                    <a:pt x="38642" y="11876"/>
                  </a:cubicBezTo>
                  <a:cubicBezTo>
                    <a:pt x="38366" y="12118"/>
                    <a:pt x="38089" y="12360"/>
                    <a:pt x="37778" y="12585"/>
                  </a:cubicBezTo>
                  <a:cubicBezTo>
                    <a:pt x="35549" y="13967"/>
                    <a:pt x="35514" y="15903"/>
                    <a:pt x="37692" y="17268"/>
                  </a:cubicBezTo>
                  <a:cubicBezTo>
                    <a:pt x="38003" y="17458"/>
                    <a:pt x="38227" y="17631"/>
                    <a:pt x="38158" y="18080"/>
                  </a:cubicBezTo>
                  <a:cubicBezTo>
                    <a:pt x="38106" y="18529"/>
                    <a:pt x="37951" y="18599"/>
                    <a:pt x="37553" y="18737"/>
                  </a:cubicBezTo>
                  <a:cubicBezTo>
                    <a:pt x="36568" y="19117"/>
                    <a:pt x="36309" y="19981"/>
                    <a:pt x="36378" y="20949"/>
                  </a:cubicBezTo>
                  <a:cubicBezTo>
                    <a:pt x="36427" y="21679"/>
                    <a:pt x="36279" y="22143"/>
                    <a:pt x="35819" y="22143"/>
                  </a:cubicBezTo>
                  <a:cubicBezTo>
                    <a:pt x="35625" y="22143"/>
                    <a:pt x="35377" y="22061"/>
                    <a:pt x="35065" y="21882"/>
                  </a:cubicBezTo>
                  <a:cubicBezTo>
                    <a:pt x="34913" y="21798"/>
                    <a:pt x="34745" y="21754"/>
                    <a:pt x="34578" y="21754"/>
                  </a:cubicBezTo>
                  <a:cubicBezTo>
                    <a:pt x="34403" y="21754"/>
                    <a:pt x="34230" y="21802"/>
                    <a:pt x="34080" y="21899"/>
                  </a:cubicBezTo>
                  <a:cubicBezTo>
                    <a:pt x="33134" y="22372"/>
                    <a:pt x="32094" y="22613"/>
                    <a:pt x="31041" y="22613"/>
                  </a:cubicBezTo>
                  <a:cubicBezTo>
                    <a:pt x="30747" y="22613"/>
                    <a:pt x="30451" y="22594"/>
                    <a:pt x="30157" y="22556"/>
                  </a:cubicBezTo>
                  <a:cubicBezTo>
                    <a:pt x="29915" y="22521"/>
                    <a:pt x="29759" y="22608"/>
                    <a:pt x="29829" y="22262"/>
                  </a:cubicBezTo>
                  <a:lnTo>
                    <a:pt x="29829" y="22262"/>
                  </a:lnTo>
                  <a:lnTo>
                    <a:pt x="29829" y="22279"/>
                  </a:lnTo>
                  <a:cubicBezTo>
                    <a:pt x="29898" y="21986"/>
                    <a:pt x="29984" y="21882"/>
                    <a:pt x="30364" y="21830"/>
                  </a:cubicBezTo>
                  <a:cubicBezTo>
                    <a:pt x="31505" y="21675"/>
                    <a:pt x="32836" y="21467"/>
                    <a:pt x="33354" y="20361"/>
                  </a:cubicBezTo>
                  <a:cubicBezTo>
                    <a:pt x="33821" y="19342"/>
                    <a:pt x="33872" y="18184"/>
                    <a:pt x="34927" y="17458"/>
                  </a:cubicBezTo>
                  <a:cubicBezTo>
                    <a:pt x="35238" y="17216"/>
                    <a:pt x="34978" y="16836"/>
                    <a:pt x="34667" y="16594"/>
                  </a:cubicBezTo>
                  <a:cubicBezTo>
                    <a:pt x="33216" y="15436"/>
                    <a:pt x="33907" y="14572"/>
                    <a:pt x="35099" y="13846"/>
                  </a:cubicBezTo>
                  <a:cubicBezTo>
                    <a:pt x="35860" y="13380"/>
                    <a:pt x="36724" y="13086"/>
                    <a:pt x="37018" y="12066"/>
                  </a:cubicBezTo>
                  <a:cubicBezTo>
                    <a:pt x="37156" y="11582"/>
                    <a:pt x="37709" y="11548"/>
                    <a:pt x="38158" y="11530"/>
                  </a:cubicBezTo>
                  <a:close/>
                  <a:moveTo>
                    <a:pt x="46802" y="32066"/>
                  </a:moveTo>
                  <a:cubicBezTo>
                    <a:pt x="47245" y="32066"/>
                    <a:pt x="47720" y="32469"/>
                    <a:pt x="47888" y="33080"/>
                  </a:cubicBezTo>
                  <a:cubicBezTo>
                    <a:pt x="48059" y="33754"/>
                    <a:pt x="48393" y="34225"/>
                    <a:pt x="48918" y="34225"/>
                  </a:cubicBezTo>
                  <a:cubicBezTo>
                    <a:pt x="49080" y="34225"/>
                    <a:pt x="49261" y="34181"/>
                    <a:pt x="49460" y="34083"/>
                  </a:cubicBezTo>
                  <a:cubicBezTo>
                    <a:pt x="50103" y="33764"/>
                    <a:pt x="50701" y="33627"/>
                    <a:pt x="51269" y="33627"/>
                  </a:cubicBezTo>
                  <a:cubicBezTo>
                    <a:pt x="52489" y="33627"/>
                    <a:pt x="53566" y="34260"/>
                    <a:pt x="54628" y="35085"/>
                  </a:cubicBezTo>
                  <a:cubicBezTo>
                    <a:pt x="54818" y="35223"/>
                    <a:pt x="55008" y="35396"/>
                    <a:pt x="55163" y="35586"/>
                  </a:cubicBezTo>
                  <a:cubicBezTo>
                    <a:pt x="55543" y="36053"/>
                    <a:pt x="56684" y="36070"/>
                    <a:pt x="56321" y="36917"/>
                  </a:cubicBezTo>
                  <a:lnTo>
                    <a:pt x="56321" y="36934"/>
                  </a:lnTo>
                  <a:cubicBezTo>
                    <a:pt x="56149" y="37350"/>
                    <a:pt x="55751" y="37415"/>
                    <a:pt x="55318" y="37415"/>
                  </a:cubicBezTo>
                  <a:cubicBezTo>
                    <a:pt x="55122" y="37415"/>
                    <a:pt x="54919" y="37401"/>
                    <a:pt x="54727" y="37401"/>
                  </a:cubicBezTo>
                  <a:cubicBezTo>
                    <a:pt x="54620" y="37401"/>
                    <a:pt x="54517" y="37405"/>
                    <a:pt x="54420" y="37418"/>
                  </a:cubicBezTo>
                  <a:cubicBezTo>
                    <a:pt x="54278" y="37432"/>
                    <a:pt x="54136" y="37440"/>
                    <a:pt x="53995" y="37440"/>
                  </a:cubicBezTo>
                  <a:cubicBezTo>
                    <a:pt x="53292" y="37440"/>
                    <a:pt x="52602" y="37262"/>
                    <a:pt x="51983" y="36917"/>
                  </a:cubicBezTo>
                  <a:cubicBezTo>
                    <a:pt x="51332" y="36539"/>
                    <a:pt x="50680" y="36418"/>
                    <a:pt x="50028" y="36418"/>
                  </a:cubicBezTo>
                  <a:cubicBezTo>
                    <a:pt x="48867" y="36418"/>
                    <a:pt x="47706" y="36802"/>
                    <a:pt x="46545" y="36802"/>
                  </a:cubicBezTo>
                  <a:cubicBezTo>
                    <a:pt x="46302" y="36802"/>
                    <a:pt x="46058" y="36785"/>
                    <a:pt x="45814" y="36744"/>
                  </a:cubicBezTo>
                  <a:cubicBezTo>
                    <a:pt x="44881" y="36588"/>
                    <a:pt x="44552" y="36105"/>
                    <a:pt x="44673" y="35241"/>
                  </a:cubicBezTo>
                  <a:cubicBezTo>
                    <a:pt x="44846" y="34083"/>
                    <a:pt x="45537" y="33115"/>
                    <a:pt x="46263" y="32320"/>
                  </a:cubicBezTo>
                  <a:cubicBezTo>
                    <a:pt x="46417" y="32145"/>
                    <a:pt x="46607" y="32066"/>
                    <a:pt x="46802" y="32066"/>
                  </a:cubicBezTo>
                  <a:close/>
                  <a:moveTo>
                    <a:pt x="64554" y="31370"/>
                  </a:moveTo>
                  <a:cubicBezTo>
                    <a:pt x="64860" y="31370"/>
                    <a:pt x="65185" y="31437"/>
                    <a:pt x="65532" y="31594"/>
                  </a:cubicBezTo>
                  <a:cubicBezTo>
                    <a:pt x="65878" y="31767"/>
                    <a:pt x="65930" y="32251"/>
                    <a:pt x="65636" y="32493"/>
                  </a:cubicBezTo>
                  <a:cubicBezTo>
                    <a:pt x="64063" y="34065"/>
                    <a:pt x="64184" y="35085"/>
                    <a:pt x="65895" y="36588"/>
                  </a:cubicBezTo>
                  <a:cubicBezTo>
                    <a:pt x="67243" y="37815"/>
                    <a:pt x="67762" y="39544"/>
                    <a:pt x="68211" y="41237"/>
                  </a:cubicBezTo>
                  <a:cubicBezTo>
                    <a:pt x="68364" y="41802"/>
                    <a:pt x="68057" y="41990"/>
                    <a:pt x="67435" y="41990"/>
                  </a:cubicBezTo>
                  <a:cubicBezTo>
                    <a:pt x="67353" y="41990"/>
                    <a:pt x="67266" y="41986"/>
                    <a:pt x="67174" y="41980"/>
                  </a:cubicBezTo>
                  <a:cubicBezTo>
                    <a:pt x="66517" y="41064"/>
                    <a:pt x="64271" y="41825"/>
                    <a:pt x="64547" y="39146"/>
                  </a:cubicBezTo>
                  <a:lnTo>
                    <a:pt x="64547" y="39146"/>
                  </a:lnTo>
                  <a:lnTo>
                    <a:pt x="64547" y="39181"/>
                  </a:lnTo>
                  <a:cubicBezTo>
                    <a:pt x="64685" y="37885"/>
                    <a:pt x="63113" y="36295"/>
                    <a:pt x="62076" y="35050"/>
                  </a:cubicBezTo>
                  <a:cubicBezTo>
                    <a:pt x="61281" y="34100"/>
                    <a:pt x="61385" y="33288"/>
                    <a:pt x="62076" y="32683"/>
                  </a:cubicBezTo>
                  <a:cubicBezTo>
                    <a:pt x="62786" y="32052"/>
                    <a:pt x="63577" y="31370"/>
                    <a:pt x="64554" y="31370"/>
                  </a:cubicBezTo>
                  <a:close/>
                  <a:moveTo>
                    <a:pt x="30705" y="33465"/>
                  </a:moveTo>
                  <a:cubicBezTo>
                    <a:pt x="30874" y="33465"/>
                    <a:pt x="31043" y="33637"/>
                    <a:pt x="31090" y="33720"/>
                  </a:cubicBezTo>
                  <a:cubicBezTo>
                    <a:pt x="31920" y="35120"/>
                    <a:pt x="33579" y="35258"/>
                    <a:pt x="34719" y="36226"/>
                  </a:cubicBezTo>
                  <a:cubicBezTo>
                    <a:pt x="36205" y="37487"/>
                    <a:pt x="36275" y="39354"/>
                    <a:pt x="37191" y="40822"/>
                  </a:cubicBezTo>
                  <a:cubicBezTo>
                    <a:pt x="37484" y="41289"/>
                    <a:pt x="37571" y="41980"/>
                    <a:pt x="37968" y="42274"/>
                  </a:cubicBezTo>
                  <a:cubicBezTo>
                    <a:pt x="38403" y="42594"/>
                    <a:pt x="39075" y="43217"/>
                    <a:pt x="39556" y="43217"/>
                  </a:cubicBezTo>
                  <a:cubicBezTo>
                    <a:pt x="39725" y="43217"/>
                    <a:pt x="39870" y="43141"/>
                    <a:pt x="39973" y="42948"/>
                  </a:cubicBezTo>
                  <a:cubicBezTo>
                    <a:pt x="40336" y="42274"/>
                    <a:pt x="41234" y="41289"/>
                    <a:pt x="40543" y="40183"/>
                  </a:cubicBezTo>
                  <a:cubicBezTo>
                    <a:pt x="40301" y="39803"/>
                    <a:pt x="39610" y="39215"/>
                    <a:pt x="40284" y="38904"/>
                  </a:cubicBezTo>
                  <a:cubicBezTo>
                    <a:pt x="40592" y="38765"/>
                    <a:pt x="41024" y="38302"/>
                    <a:pt x="41439" y="38302"/>
                  </a:cubicBezTo>
                  <a:cubicBezTo>
                    <a:pt x="41746" y="38302"/>
                    <a:pt x="42043" y="38557"/>
                    <a:pt x="42271" y="39388"/>
                  </a:cubicBezTo>
                  <a:cubicBezTo>
                    <a:pt x="42782" y="41200"/>
                    <a:pt x="43748" y="43327"/>
                    <a:pt x="46038" y="43327"/>
                  </a:cubicBezTo>
                  <a:cubicBezTo>
                    <a:pt x="46150" y="43327"/>
                    <a:pt x="46266" y="43321"/>
                    <a:pt x="46384" y="43311"/>
                  </a:cubicBezTo>
                  <a:cubicBezTo>
                    <a:pt x="46463" y="43304"/>
                    <a:pt x="46542" y="43300"/>
                    <a:pt x="46620" y="43300"/>
                  </a:cubicBezTo>
                  <a:cubicBezTo>
                    <a:pt x="47585" y="43300"/>
                    <a:pt x="48526" y="43802"/>
                    <a:pt x="49487" y="43802"/>
                  </a:cubicBezTo>
                  <a:cubicBezTo>
                    <a:pt x="49955" y="43802"/>
                    <a:pt x="50429" y="43683"/>
                    <a:pt x="50912" y="43328"/>
                  </a:cubicBezTo>
                  <a:cubicBezTo>
                    <a:pt x="51106" y="43191"/>
                    <a:pt x="51242" y="43135"/>
                    <a:pt x="51336" y="43135"/>
                  </a:cubicBezTo>
                  <a:cubicBezTo>
                    <a:pt x="51643" y="43135"/>
                    <a:pt x="51508" y="43736"/>
                    <a:pt x="51534" y="44054"/>
                  </a:cubicBezTo>
                  <a:cubicBezTo>
                    <a:pt x="51845" y="45488"/>
                    <a:pt x="50843" y="46629"/>
                    <a:pt x="50618" y="47942"/>
                  </a:cubicBezTo>
                  <a:cubicBezTo>
                    <a:pt x="50585" y="48144"/>
                    <a:pt x="50240" y="48444"/>
                    <a:pt x="50046" y="48444"/>
                  </a:cubicBezTo>
                  <a:cubicBezTo>
                    <a:pt x="50041" y="48444"/>
                    <a:pt x="50036" y="48444"/>
                    <a:pt x="50031" y="48444"/>
                  </a:cubicBezTo>
                  <a:cubicBezTo>
                    <a:pt x="49523" y="48389"/>
                    <a:pt x="49010" y="48372"/>
                    <a:pt x="48494" y="48372"/>
                  </a:cubicBezTo>
                  <a:cubicBezTo>
                    <a:pt x="47534" y="48372"/>
                    <a:pt x="46564" y="48433"/>
                    <a:pt x="45600" y="48433"/>
                  </a:cubicBezTo>
                  <a:cubicBezTo>
                    <a:pt x="43779" y="48433"/>
                    <a:pt x="41984" y="48215"/>
                    <a:pt x="40336" y="46957"/>
                  </a:cubicBezTo>
                  <a:cubicBezTo>
                    <a:pt x="40033" y="46726"/>
                    <a:pt x="39675" y="46623"/>
                    <a:pt x="39308" y="46623"/>
                  </a:cubicBezTo>
                  <a:cubicBezTo>
                    <a:pt x="38250" y="46623"/>
                    <a:pt x="37116" y="47478"/>
                    <a:pt x="37000" y="48582"/>
                  </a:cubicBezTo>
                  <a:cubicBezTo>
                    <a:pt x="36972" y="48947"/>
                    <a:pt x="36796" y="49426"/>
                    <a:pt x="36527" y="49426"/>
                  </a:cubicBezTo>
                  <a:cubicBezTo>
                    <a:pt x="36465" y="49426"/>
                    <a:pt x="36398" y="49400"/>
                    <a:pt x="36326" y="49342"/>
                  </a:cubicBezTo>
                  <a:cubicBezTo>
                    <a:pt x="35376" y="48582"/>
                    <a:pt x="34045" y="48772"/>
                    <a:pt x="33147" y="47752"/>
                  </a:cubicBezTo>
                  <a:cubicBezTo>
                    <a:pt x="32334" y="46819"/>
                    <a:pt x="30900" y="46785"/>
                    <a:pt x="29673" y="46525"/>
                  </a:cubicBezTo>
                  <a:cubicBezTo>
                    <a:pt x="28913" y="46370"/>
                    <a:pt x="27807" y="46422"/>
                    <a:pt x="28567" y="44953"/>
                  </a:cubicBezTo>
                  <a:cubicBezTo>
                    <a:pt x="28982" y="44158"/>
                    <a:pt x="29034" y="43000"/>
                    <a:pt x="28515" y="42257"/>
                  </a:cubicBezTo>
                  <a:cubicBezTo>
                    <a:pt x="28230" y="41853"/>
                    <a:pt x="27848" y="41722"/>
                    <a:pt x="27412" y="41722"/>
                  </a:cubicBezTo>
                  <a:cubicBezTo>
                    <a:pt x="27028" y="41722"/>
                    <a:pt x="26602" y="41823"/>
                    <a:pt x="26165" y="41928"/>
                  </a:cubicBezTo>
                  <a:cubicBezTo>
                    <a:pt x="25497" y="42091"/>
                    <a:pt x="24818" y="42128"/>
                    <a:pt x="24133" y="42128"/>
                  </a:cubicBezTo>
                  <a:cubicBezTo>
                    <a:pt x="23569" y="42128"/>
                    <a:pt x="23001" y="42103"/>
                    <a:pt x="22432" y="42103"/>
                  </a:cubicBezTo>
                  <a:cubicBezTo>
                    <a:pt x="21707" y="42103"/>
                    <a:pt x="20980" y="42143"/>
                    <a:pt x="20255" y="42326"/>
                  </a:cubicBezTo>
                  <a:cubicBezTo>
                    <a:pt x="19287" y="42585"/>
                    <a:pt x="18319" y="42862"/>
                    <a:pt x="17559" y="43380"/>
                  </a:cubicBezTo>
                  <a:cubicBezTo>
                    <a:pt x="17082" y="43705"/>
                    <a:pt x="16613" y="43798"/>
                    <a:pt x="16149" y="43798"/>
                  </a:cubicBezTo>
                  <a:cubicBezTo>
                    <a:pt x="15538" y="43798"/>
                    <a:pt x="14935" y="43638"/>
                    <a:pt x="14326" y="43638"/>
                  </a:cubicBezTo>
                  <a:cubicBezTo>
                    <a:pt x="14292" y="43638"/>
                    <a:pt x="14258" y="43638"/>
                    <a:pt x="14223" y="43639"/>
                  </a:cubicBezTo>
                  <a:cubicBezTo>
                    <a:pt x="14120" y="43622"/>
                    <a:pt x="14016" y="43570"/>
                    <a:pt x="13930" y="43466"/>
                  </a:cubicBezTo>
                  <a:cubicBezTo>
                    <a:pt x="14043" y="43169"/>
                    <a:pt x="14308" y="43115"/>
                    <a:pt x="14562" y="43115"/>
                  </a:cubicBezTo>
                  <a:cubicBezTo>
                    <a:pt x="14617" y="43115"/>
                    <a:pt x="14672" y="43118"/>
                    <a:pt x="14725" y="43121"/>
                  </a:cubicBezTo>
                  <a:cubicBezTo>
                    <a:pt x="14838" y="43129"/>
                    <a:pt x="14949" y="43134"/>
                    <a:pt x="15058" y="43134"/>
                  </a:cubicBezTo>
                  <a:cubicBezTo>
                    <a:pt x="16723" y="43134"/>
                    <a:pt x="17967" y="42165"/>
                    <a:pt x="18388" y="40771"/>
                  </a:cubicBezTo>
                  <a:cubicBezTo>
                    <a:pt x="18976" y="38921"/>
                    <a:pt x="20808" y="38282"/>
                    <a:pt x="21482" y="37090"/>
                  </a:cubicBezTo>
                  <a:cubicBezTo>
                    <a:pt x="22174" y="35865"/>
                    <a:pt x="22770" y="35535"/>
                    <a:pt x="23579" y="35535"/>
                  </a:cubicBezTo>
                  <a:cubicBezTo>
                    <a:pt x="23899" y="35535"/>
                    <a:pt x="24254" y="35587"/>
                    <a:pt x="24661" y="35655"/>
                  </a:cubicBezTo>
                  <a:cubicBezTo>
                    <a:pt x="24682" y="35658"/>
                    <a:pt x="24703" y="35660"/>
                    <a:pt x="24725" y="35660"/>
                  </a:cubicBezTo>
                  <a:cubicBezTo>
                    <a:pt x="25065" y="35660"/>
                    <a:pt x="25513" y="35293"/>
                    <a:pt x="25854" y="35033"/>
                  </a:cubicBezTo>
                  <a:cubicBezTo>
                    <a:pt x="26267" y="34730"/>
                    <a:pt x="26584" y="34570"/>
                    <a:pt x="26849" y="34570"/>
                  </a:cubicBezTo>
                  <a:cubicBezTo>
                    <a:pt x="27249" y="34570"/>
                    <a:pt x="27529" y="34935"/>
                    <a:pt x="27841" y="35724"/>
                  </a:cubicBezTo>
                  <a:cubicBezTo>
                    <a:pt x="28325" y="36969"/>
                    <a:pt x="29742" y="37574"/>
                    <a:pt x="30952" y="38161"/>
                  </a:cubicBezTo>
                  <a:cubicBezTo>
                    <a:pt x="31712" y="38524"/>
                    <a:pt x="32732" y="38852"/>
                    <a:pt x="32680" y="39716"/>
                  </a:cubicBezTo>
                  <a:cubicBezTo>
                    <a:pt x="32594" y="40753"/>
                    <a:pt x="31488" y="40546"/>
                    <a:pt x="30710" y="40615"/>
                  </a:cubicBezTo>
                  <a:cubicBezTo>
                    <a:pt x="30312" y="40650"/>
                    <a:pt x="29794" y="40598"/>
                    <a:pt x="29673" y="41134"/>
                  </a:cubicBezTo>
                  <a:cubicBezTo>
                    <a:pt x="29552" y="41669"/>
                    <a:pt x="30036" y="41825"/>
                    <a:pt x="30382" y="42032"/>
                  </a:cubicBezTo>
                  <a:cubicBezTo>
                    <a:pt x="30898" y="42336"/>
                    <a:pt x="31474" y="42934"/>
                    <a:pt x="32011" y="42934"/>
                  </a:cubicBezTo>
                  <a:cubicBezTo>
                    <a:pt x="32175" y="42934"/>
                    <a:pt x="32336" y="42878"/>
                    <a:pt x="32490" y="42741"/>
                  </a:cubicBezTo>
                  <a:cubicBezTo>
                    <a:pt x="33354" y="41963"/>
                    <a:pt x="33890" y="40788"/>
                    <a:pt x="34512" y="39751"/>
                  </a:cubicBezTo>
                  <a:cubicBezTo>
                    <a:pt x="34586" y="39617"/>
                    <a:pt x="34289" y="39329"/>
                    <a:pt x="34602" y="39329"/>
                  </a:cubicBezTo>
                  <a:cubicBezTo>
                    <a:pt x="34653" y="39329"/>
                    <a:pt x="34719" y="39337"/>
                    <a:pt x="34806" y="39354"/>
                  </a:cubicBezTo>
                  <a:cubicBezTo>
                    <a:pt x="34890" y="39373"/>
                    <a:pt x="34965" y="39381"/>
                    <a:pt x="35031" y="39381"/>
                  </a:cubicBezTo>
                  <a:cubicBezTo>
                    <a:pt x="35567" y="39381"/>
                    <a:pt x="35557" y="38814"/>
                    <a:pt x="35341" y="38507"/>
                  </a:cubicBezTo>
                  <a:cubicBezTo>
                    <a:pt x="34806" y="37781"/>
                    <a:pt x="34546" y="36658"/>
                    <a:pt x="33561" y="36468"/>
                  </a:cubicBezTo>
                  <a:cubicBezTo>
                    <a:pt x="32248" y="36208"/>
                    <a:pt x="31591" y="35206"/>
                    <a:pt x="30727" y="34411"/>
                  </a:cubicBezTo>
                  <a:cubicBezTo>
                    <a:pt x="30468" y="34169"/>
                    <a:pt x="30278" y="33910"/>
                    <a:pt x="30485" y="33599"/>
                  </a:cubicBezTo>
                  <a:cubicBezTo>
                    <a:pt x="30551" y="33501"/>
                    <a:pt x="30628" y="33465"/>
                    <a:pt x="30705" y="33465"/>
                  </a:cubicBezTo>
                  <a:close/>
                  <a:moveTo>
                    <a:pt x="65829" y="50622"/>
                  </a:moveTo>
                  <a:cubicBezTo>
                    <a:pt x="66138" y="50622"/>
                    <a:pt x="66376" y="50877"/>
                    <a:pt x="66569" y="51209"/>
                  </a:cubicBezTo>
                  <a:cubicBezTo>
                    <a:pt x="67601" y="52923"/>
                    <a:pt x="68767" y="54401"/>
                    <a:pt x="70703" y="54401"/>
                  </a:cubicBezTo>
                  <a:cubicBezTo>
                    <a:pt x="71167" y="54401"/>
                    <a:pt x="71676" y="54316"/>
                    <a:pt x="72237" y="54129"/>
                  </a:cubicBezTo>
                  <a:cubicBezTo>
                    <a:pt x="72263" y="54119"/>
                    <a:pt x="72291" y="54114"/>
                    <a:pt x="72320" y="54114"/>
                  </a:cubicBezTo>
                  <a:cubicBezTo>
                    <a:pt x="72487" y="54114"/>
                    <a:pt x="72701" y="54260"/>
                    <a:pt x="72877" y="54319"/>
                  </a:cubicBezTo>
                  <a:cubicBezTo>
                    <a:pt x="72687" y="54406"/>
                    <a:pt x="72514" y="54527"/>
                    <a:pt x="72358" y="54665"/>
                  </a:cubicBezTo>
                  <a:lnTo>
                    <a:pt x="72358" y="54682"/>
                  </a:lnTo>
                  <a:cubicBezTo>
                    <a:pt x="71675" y="55659"/>
                    <a:pt x="71022" y="56681"/>
                    <a:pt x="69648" y="56681"/>
                  </a:cubicBezTo>
                  <a:cubicBezTo>
                    <a:pt x="69564" y="56681"/>
                    <a:pt x="69476" y="56678"/>
                    <a:pt x="69386" y="56669"/>
                  </a:cubicBezTo>
                  <a:cubicBezTo>
                    <a:pt x="69196" y="56600"/>
                    <a:pt x="68850" y="56549"/>
                    <a:pt x="68850" y="56445"/>
                  </a:cubicBezTo>
                  <a:cubicBezTo>
                    <a:pt x="68660" y="54216"/>
                    <a:pt x="66258" y="53559"/>
                    <a:pt x="65532" y="51727"/>
                  </a:cubicBezTo>
                  <a:cubicBezTo>
                    <a:pt x="65394" y="51381"/>
                    <a:pt x="64945" y="50932"/>
                    <a:pt x="65584" y="50673"/>
                  </a:cubicBezTo>
                  <a:cubicBezTo>
                    <a:pt x="65670" y="50638"/>
                    <a:pt x="65752" y="50622"/>
                    <a:pt x="65829" y="50622"/>
                  </a:cubicBezTo>
                  <a:close/>
                  <a:moveTo>
                    <a:pt x="50497" y="52695"/>
                  </a:moveTo>
                  <a:lnTo>
                    <a:pt x="50497" y="52695"/>
                  </a:lnTo>
                  <a:cubicBezTo>
                    <a:pt x="51016" y="52885"/>
                    <a:pt x="51863" y="52937"/>
                    <a:pt x="52001" y="53265"/>
                  </a:cubicBezTo>
                  <a:cubicBezTo>
                    <a:pt x="53055" y="55840"/>
                    <a:pt x="55734" y="57464"/>
                    <a:pt x="56114" y="60420"/>
                  </a:cubicBezTo>
                  <a:cubicBezTo>
                    <a:pt x="56252" y="61439"/>
                    <a:pt x="57323" y="61802"/>
                    <a:pt x="57859" y="62580"/>
                  </a:cubicBezTo>
                  <a:cubicBezTo>
                    <a:pt x="59294" y="64654"/>
                    <a:pt x="60106" y="66952"/>
                    <a:pt x="60763" y="69337"/>
                  </a:cubicBezTo>
                  <a:cubicBezTo>
                    <a:pt x="58533" y="67643"/>
                    <a:pt x="56615" y="65656"/>
                    <a:pt x="55336" y="63133"/>
                  </a:cubicBezTo>
                  <a:cubicBezTo>
                    <a:pt x="55198" y="62874"/>
                    <a:pt x="55008" y="62614"/>
                    <a:pt x="55008" y="62355"/>
                  </a:cubicBezTo>
                  <a:cubicBezTo>
                    <a:pt x="54990" y="58916"/>
                    <a:pt x="52139" y="56739"/>
                    <a:pt x="51189" y="53697"/>
                  </a:cubicBezTo>
                  <a:cubicBezTo>
                    <a:pt x="51085" y="53334"/>
                    <a:pt x="50739" y="53040"/>
                    <a:pt x="50497" y="52695"/>
                  </a:cubicBezTo>
                  <a:close/>
                  <a:moveTo>
                    <a:pt x="87976" y="1"/>
                  </a:moveTo>
                  <a:cubicBezTo>
                    <a:pt x="87018" y="1"/>
                    <a:pt x="85745" y="1010"/>
                    <a:pt x="84455" y="1127"/>
                  </a:cubicBezTo>
                  <a:cubicBezTo>
                    <a:pt x="83776" y="1176"/>
                    <a:pt x="83111" y="1512"/>
                    <a:pt x="82448" y="1512"/>
                  </a:cubicBezTo>
                  <a:cubicBezTo>
                    <a:pt x="82403" y="1512"/>
                    <a:pt x="82358" y="1511"/>
                    <a:pt x="82313" y="1507"/>
                  </a:cubicBezTo>
                  <a:cubicBezTo>
                    <a:pt x="82281" y="1506"/>
                    <a:pt x="82250" y="1506"/>
                    <a:pt x="82218" y="1506"/>
                  </a:cubicBezTo>
                  <a:cubicBezTo>
                    <a:pt x="80376" y="1506"/>
                    <a:pt x="79245" y="3375"/>
                    <a:pt x="77443" y="3375"/>
                  </a:cubicBezTo>
                  <a:cubicBezTo>
                    <a:pt x="77340" y="3375"/>
                    <a:pt x="77235" y="3369"/>
                    <a:pt x="77128" y="3356"/>
                  </a:cubicBezTo>
                  <a:cubicBezTo>
                    <a:pt x="77026" y="3344"/>
                    <a:pt x="76928" y="3335"/>
                    <a:pt x="76837" y="3335"/>
                  </a:cubicBezTo>
                  <a:cubicBezTo>
                    <a:pt x="76434" y="3335"/>
                    <a:pt x="76136" y="3491"/>
                    <a:pt x="75953" y="4082"/>
                  </a:cubicBezTo>
                  <a:cubicBezTo>
                    <a:pt x="75843" y="4459"/>
                    <a:pt x="75132" y="4980"/>
                    <a:pt x="74758" y="4980"/>
                  </a:cubicBezTo>
                  <a:cubicBezTo>
                    <a:pt x="74720" y="4980"/>
                    <a:pt x="74687" y="4974"/>
                    <a:pt x="74657" y="4964"/>
                  </a:cubicBezTo>
                  <a:cubicBezTo>
                    <a:pt x="73910" y="4715"/>
                    <a:pt x="73366" y="4590"/>
                    <a:pt x="73013" y="4590"/>
                  </a:cubicBezTo>
                  <a:cubicBezTo>
                    <a:pt x="72190" y="4590"/>
                    <a:pt x="72409" y="5268"/>
                    <a:pt x="73534" y="6623"/>
                  </a:cubicBezTo>
                  <a:cubicBezTo>
                    <a:pt x="73585" y="6692"/>
                    <a:pt x="73499" y="6882"/>
                    <a:pt x="73482" y="7003"/>
                  </a:cubicBezTo>
                  <a:cubicBezTo>
                    <a:pt x="73413" y="6968"/>
                    <a:pt x="73292" y="6951"/>
                    <a:pt x="73240" y="6882"/>
                  </a:cubicBezTo>
                  <a:cubicBezTo>
                    <a:pt x="72877" y="6381"/>
                    <a:pt x="72324" y="5914"/>
                    <a:pt x="72220" y="5344"/>
                  </a:cubicBezTo>
                  <a:cubicBezTo>
                    <a:pt x="72065" y="4531"/>
                    <a:pt x="71961" y="3840"/>
                    <a:pt x="71010" y="3650"/>
                  </a:cubicBezTo>
                  <a:cubicBezTo>
                    <a:pt x="70839" y="3615"/>
                    <a:pt x="70680" y="3599"/>
                    <a:pt x="70533" y="3599"/>
                  </a:cubicBezTo>
                  <a:cubicBezTo>
                    <a:pt x="69359" y="3599"/>
                    <a:pt x="68898" y="4626"/>
                    <a:pt x="68315" y="5517"/>
                  </a:cubicBezTo>
                  <a:cubicBezTo>
                    <a:pt x="67865" y="6208"/>
                    <a:pt x="68349" y="6536"/>
                    <a:pt x="68729" y="6934"/>
                  </a:cubicBezTo>
                  <a:cubicBezTo>
                    <a:pt x="68798" y="7003"/>
                    <a:pt x="68850" y="7089"/>
                    <a:pt x="68902" y="7176"/>
                  </a:cubicBezTo>
                  <a:cubicBezTo>
                    <a:pt x="68817" y="7188"/>
                    <a:pt x="68731" y="7200"/>
                    <a:pt x="68645" y="7200"/>
                  </a:cubicBezTo>
                  <a:cubicBezTo>
                    <a:pt x="68610" y="7200"/>
                    <a:pt x="68575" y="7198"/>
                    <a:pt x="68539" y="7193"/>
                  </a:cubicBezTo>
                  <a:cubicBezTo>
                    <a:pt x="67376" y="7024"/>
                    <a:pt x="66212" y="6691"/>
                    <a:pt x="65033" y="6691"/>
                  </a:cubicBezTo>
                  <a:cubicBezTo>
                    <a:pt x="65003" y="6691"/>
                    <a:pt x="64974" y="6691"/>
                    <a:pt x="64945" y="6692"/>
                  </a:cubicBezTo>
                  <a:cubicBezTo>
                    <a:pt x="64584" y="6692"/>
                    <a:pt x="63909" y="6196"/>
                    <a:pt x="63437" y="6196"/>
                  </a:cubicBezTo>
                  <a:cubicBezTo>
                    <a:pt x="63072" y="6196"/>
                    <a:pt x="62827" y="6492"/>
                    <a:pt x="62940" y="7538"/>
                  </a:cubicBezTo>
                  <a:cubicBezTo>
                    <a:pt x="62940" y="7608"/>
                    <a:pt x="62525" y="7711"/>
                    <a:pt x="62283" y="7798"/>
                  </a:cubicBezTo>
                  <a:cubicBezTo>
                    <a:pt x="61879" y="7955"/>
                    <a:pt x="61464" y="8005"/>
                    <a:pt x="61043" y="8005"/>
                  </a:cubicBezTo>
                  <a:cubicBezTo>
                    <a:pt x="60325" y="8005"/>
                    <a:pt x="59591" y="7860"/>
                    <a:pt x="58870" y="7860"/>
                  </a:cubicBezTo>
                  <a:cubicBezTo>
                    <a:pt x="58295" y="7860"/>
                    <a:pt x="57729" y="7952"/>
                    <a:pt x="57185" y="8282"/>
                  </a:cubicBezTo>
                  <a:cubicBezTo>
                    <a:pt x="56736" y="8610"/>
                    <a:pt x="56304" y="8938"/>
                    <a:pt x="55837" y="9267"/>
                  </a:cubicBezTo>
                  <a:cubicBezTo>
                    <a:pt x="55671" y="9381"/>
                    <a:pt x="55417" y="9527"/>
                    <a:pt x="55226" y="9527"/>
                  </a:cubicBezTo>
                  <a:cubicBezTo>
                    <a:pt x="55100" y="9527"/>
                    <a:pt x="55001" y="9463"/>
                    <a:pt x="54973" y="9284"/>
                  </a:cubicBezTo>
                  <a:cubicBezTo>
                    <a:pt x="54819" y="8258"/>
                    <a:pt x="54209" y="8003"/>
                    <a:pt x="53545" y="8003"/>
                  </a:cubicBezTo>
                  <a:cubicBezTo>
                    <a:pt x="53313" y="8003"/>
                    <a:pt x="53075" y="8034"/>
                    <a:pt x="52848" y="8074"/>
                  </a:cubicBezTo>
                  <a:cubicBezTo>
                    <a:pt x="51897" y="8264"/>
                    <a:pt x="52416" y="9232"/>
                    <a:pt x="52295" y="9854"/>
                  </a:cubicBezTo>
                  <a:cubicBezTo>
                    <a:pt x="52156" y="10615"/>
                    <a:pt x="51344" y="10096"/>
                    <a:pt x="50998" y="10545"/>
                  </a:cubicBezTo>
                  <a:cubicBezTo>
                    <a:pt x="50949" y="10609"/>
                    <a:pt x="50910" y="10635"/>
                    <a:pt x="50880" y="10635"/>
                  </a:cubicBezTo>
                  <a:cubicBezTo>
                    <a:pt x="50805" y="10635"/>
                    <a:pt x="50789" y="10469"/>
                    <a:pt x="50826" y="10321"/>
                  </a:cubicBezTo>
                  <a:cubicBezTo>
                    <a:pt x="51033" y="8990"/>
                    <a:pt x="50221" y="8541"/>
                    <a:pt x="49115" y="8161"/>
                  </a:cubicBezTo>
                  <a:cubicBezTo>
                    <a:pt x="46903" y="7400"/>
                    <a:pt x="44535" y="7176"/>
                    <a:pt x="42392" y="6070"/>
                  </a:cubicBezTo>
                  <a:cubicBezTo>
                    <a:pt x="41667" y="5697"/>
                    <a:pt x="40852" y="5536"/>
                    <a:pt x="40032" y="5536"/>
                  </a:cubicBezTo>
                  <a:cubicBezTo>
                    <a:pt x="39367" y="5536"/>
                    <a:pt x="38699" y="5642"/>
                    <a:pt x="38072" y="5828"/>
                  </a:cubicBezTo>
                  <a:cubicBezTo>
                    <a:pt x="36033" y="6432"/>
                    <a:pt x="33838" y="6502"/>
                    <a:pt x="31989" y="7642"/>
                  </a:cubicBezTo>
                  <a:cubicBezTo>
                    <a:pt x="31263" y="8074"/>
                    <a:pt x="29206" y="7296"/>
                    <a:pt x="30226" y="9457"/>
                  </a:cubicBezTo>
                  <a:cubicBezTo>
                    <a:pt x="30278" y="9578"/>
                    <a:pt x="29984" y="9854"/>
                    <a:pt x="29863" y="10079"/>
                  </a:cubicBezTo>
                  <a:cubicBezTo>
                    <a:pt x="28653" y="12412"/>
                    <a:pt x="26234" y="13224"/>
                    <a:pt x="24229" y="14555"/>
                  </a:cubicBezTo>
                  <a:cubicBezTo>
                    <a:pt x="22536" y="15661"/>
                    <a:pt x="23486" y="17112"/>
                    <a:pt x="24022" y="18236"/>
                  </a:cubicBezTo>
                  <a:cubicBezTo>
                    <a:pt x="24328" y="18880"/>
                    <a:pt x="24972" y="19241"/>
                    <a:pt x="25627" y="19241"/>
                  </a:cubicBezTo>
                  <a:cubicBezTo>
                    <a:pt x="26008" y="19241"/>
                    <a:pt x="26393" y="19119"/>
                    <a:pt x="26718" y="18858"/>
                  </a:cubicBezTo>
                  <a:cubicBezTo>
                    <a:pt x="27228" y="18470"/>
                    <a:pt x="27609" y="18306"/>
                    <a:pt x="27903" y="18306"/>
                  </a:cubicBezTo>
                  <a:cubicBezTo>
                    <a:pt x="28524" y="18306"/>
                    <a:pt x="28748" y="19042"/>
                    <a:pt x="28947" y="19946"/>
                  </a:cubicBezTo>
                  <a:cubicBezTo>
                    <a:pt x="28982" y="20223"/>
                    <a:pt x="28999" y="20499"/>
                    <a:pt x="28982" y="20776"/>
                  </a:cubicBezTo>
                  <a:cubicBezTo>
                    <a:pt x="28774" y="20551"/>
                    <a:pt x="28446" y="20396"/>
                    <a:pt x="28342" y="20119"/>
                  </a:cubicBezTo>
                  <a:cubicBezTo>
                    <a:pt x="28124" y="19474"/>
                    <a:pt x="27849" y="19234"/>
                    <a:pt x="27528" y="19234"/>
                  </a:cubicBezTo>
                  <a:cubicBezTo>
                    <a:pt x="27212" y="19234"/>
                    <a:pt x="26853" y="19465"/>
                    <a:pt x="26459" y="19774"/>
                  </a:cubicBezTo>
                  <a:cubicBezTo>
                    <a:pt x="25646" y="20379"/>
                    <a:pt x="25958" y="21260"/>
                    <a:pt x="26130" y="21899"/>
                  </a:cubicBezTo>
                  <a:cubicBezTo>
                    <a:pt x="26459" y="23092"/>
                    <a:pt x="25802" y="23420"/>
                    <a:pt x="24938" y="23627"/>
                  </a:cubicBezTo>
                  <a:cubicBezTo>
                    <a:pt x="23901" y="23852"/>
                    <a:pt x="23072" y="24267"/>
                    <a:pt x="22553" y="25269"/>
                  </a:cubicBezTo>
                  <a:cubicBezTo>
                    <a:pt x="22273" y="25790"/>
                    <a:pt x="21682" y="26043"/>
                    <a:pt x="21157" y="26043"/>
                  </a:cubicBezTo>
                  <a:cubicBezTo>
                    <a:pt x="21003" y="26043"/>
                    <a:pt x="20855" y="26021"/>
                    <a:pt x="20721" y="25978"/>
                  </a:cubicBezTo>
                  <a:cubicBezTo>
                    <a:pt x="20116" y="25788"/>
                    <a:pt x="20963" y="25390"/>
                    <a:pt x="20946" y="24993"/>
                  </a:cubicBezTo>
                  <a:cubicBezTo>
                    <a:pt x="20929" y="24543"/>
                    <a:pt x="20738" y="24129"/>
                    <a:pt x="20410" y="23835"/>
                  </a:cubicBezTo>
                  <a:cubicBezTo>
                    <a:pt x="19477" y="22798"/>
                    <a:pt x="18354" y="21709"/>
                    <a:pt x="18215" y="20327"/>
                  </a:cubicBezTo>
                  <a:cubicBezTo>
                    <a:pt x="18098" y="19205"/>
                    <a:pt x="17332" y="17921"/>
                    <a:pt x="16200" y="17921"/>
                  </a:cubicBezTo>
                  <a:cubicBezTo>
                    <a:pt x="16163" y="17921"/>
                    <a:pt x="16127" y="17922"/>
                    <a:pt x="16090" y="17925"/>
                  </a:cubicBezTo>
                  <a:cubicBezTo>
                    <a:pt x="15105" y="17976"/>
                    <a:pt x="14068" y="18391"/>
                    <a:pt x="13930" y="19221"/>
                  </a:cubicBezTo>
                  <a:cubicBezTo>
                    <a:pt x="13670" y="20430"/>
                    <a:pt x="14137" y="21709"/>
                    <a:pt x="15122" y="22470"/>
                  </a:cubicBezTo>
                  <a:cubicBezTo>
                    <a:pt x="15952" y="23109"/>
                    <a:pt x="15952" y="23161"/>
                    <a:pt x="15589" y="23489"/>
                  </a:cubicBezTo>
                  <a:cubicBezTo>
                    <a:pt x="14448" y="24526"/>
                    <a:pt x="14915" y="26116"/>
                    <a:pt x="14292" y="27377"/>
                  </a:cubicBezTo>
                  <a:cubicBezTo>
                    <a:pt x="14143" y="27687"/>
                    <a:pt x="14420" y="27822"/>
                    <a:pt x="14760" y="27822"/>
                  </a:cubicBezTo>
                  <a:cubicBezTo>
                    <a:pt x="14932" y="27822"/>
                    <a:pt x="15121" y="27787"/>
                    <a:pt x="15278" y="27723"/>
                  </a:cubicBezTo>
                  <a:cubicBezTo>
                    <a:pt x="16510" y="27249"/>
                    <a:pt x="17772" y="26919"/>
                    <a:pt x="19089" y="26919"/>
                  </a:cubicBezTo>
                  <a:cubicBezTo>
                    <a:pt x="19212" y="26919"/>
                    <a:pt x="19336" y="26922"/>
                    <a:pt x="19460" y="26928"/>
                  </a:cubicBezTo>
                  <a:lnTo>
                    <a:pt x="19874" y="26928"/>
                  </a:lnTo>
                  <a:cubicBezTo>
                    <a:pt x="19840" y="26997"/>
                    <a:pt x="19823" y="27136"/>
                    <a:pt x="19753" y="27153"/>
                  </a:cubicBezTo>
                  <a:cubicBezTo>
                    <a:pt x="18630" y="27585"/>
                    <a:pt x="17507" y="28138"/>
                    <a:pt x="16349" y="28414"/>
                  </a:cubicBezTo>
                  <a:cubicBezTo>
                    <a:pt x="15692" y="28570"/>
                    <a:pt x="14915" y="28432"/>
                    <a:pt x="14707" y="29209"/>
                  </a:cubicBezTo>
                  <a:cubicBezTo>
                    <a:pt x="14500" y="30004"/>
                    <a:pt x="15260" y="30194"/>
                    <a:pt x="15813" y="30505"/>
                  </a:cubicBezTo>
                  <a:cubicBezTo>
                    <a:pt x="17161" y="31318"/>
                    <a:pt x="17369" y="32493"/>
                    <a:pt x="16867" y="33910"/>
                  </a:cubicBezTo>
                  <a:cubicBezTo>
                    <a:pt x="16664" y="34503"/>
                    <a:pt x="16349" y="34660"/>
                    <a:pt x="15995" y="34660"/>
                  </a:cubicBezTo>
                  <a:cubicBezTo>
                    <a:pt x="15626" y="34660"/>
                    <a:pt x="15216" y="34489"/>
                    <a:pt x="14846" y="34463"/>
                  </a:cubicBezTo>
                  <a:cubicBezTo>
                    <a:pt x="13916" y="34396"/>
                    <a:pt x="12987" y="34203"/>
                    <a:pt x="12042" y="34203"/>
                  </a:cubicBezTo>
                  <a:cubicBezTo>
                    <a:pt x="12003" y="34203"/>
                    <a:pt x="11964" y="34203"/>
                    <a:pt x="11925" y="34204"/>
                  </a:cubicBezTo>
                  <a:cubicBezTo>
                    <a:pt x="10957" y="34221"/>
                    <a:pt x="9834" y="34446"/>
                    <a:pt x="9989" y="35759"/>
                  </a:cubicBezTo>
                  <a:cubicBezTo>
                    <a:pt x="10128" y="37072"/>
                    <a:pt x="9834" y="38196"/>
                    <a:pt x="9592" y="39440"/>
                  </a:cubicBezTo>
                  <a:cubicBezTo>
                    <a:pt x="9385" y="40425"/>
                    <a:pt x="8693" y="42136"/>
                    <a:pt x="10542" y="42464"/>
                  </a:cubicBezTo>
                  <a:cubicBezTo>
                    <a:pt x="12305" y="42758"/>
                    <a:pt x="12668" y="43173"/>
                    <a:pt x="11735" y="44693"/>
                  </a:cubicBezTo>
                  <a:cubicBezTo>
                    <a:pt x="11389" y="45298"/>
                    <a:pt x="10888" y="45817"/>
                    <a:pt x="10300" y="46180"/>
                  </a:cubicBezTo>
                  <a:cubicBezTo>
                    <a:pt x="9108" y="46871"/>
                    <a:pt x="8175" y="47752"/>
                    <a:pt x="8313" y="49342"/>
                  </a:cubicBezTo>
                  <a:cubicBezTo>
                    <a:pt x="8365" y="49964"/>
                    <a:pt x="8140" y="50707"/>
                    <a:pt x="7535" y="50967"/>
                  </a:cubicBezTo>
                  <a:cubicBezTo>
                    <a:pt x="5168" y="52021"/>
                    <a:pt x="3768" y="53991"/>
                    <a:pt x="2662" y="56168"/>
                  </a:cubicBezTo>
                  <a:cubicBezTo>
                    <a:pt x="1781" y="57931"/>
                    <a:pt x="122" y="59469"/>
                    <a:pt x="1279" y="61888"/>
                  </a:cubicBezTo>
                  <a:cubicBezTo>
                    <a:pt x="1936" y="63236"/>
                    <a:pt x="1573" y="64792"/>
                    <a:pt x="830" y="66209"/>
                  </a:cubicBezTo>
                  <a:cubicBezTo>
                    <a:pt x="1" y="67781"/>
                    <a:pt x="744" y="70477"/>
                    <a:pt x="2126" y="71687"/>
                  </a:cubicBezTo>
                  <a:cubicBezTo>
                    <a:pt x="2420" y="71946"/>
                    <a:pt x="2662" y="72240"/>
                    <a:pt x="2818" y="72586"/>
                  </a:cubicBezTo>
                  <a:cubicBezTo>
                    <a:pt x="4027" y="75040"/>
                    <a:pt x="5462" y="77303"/>
                    <a:pt x="7881" y="78755"/>
                  </a:cubicBezTo>
                  <a:cubicBezTo>
                    <a:pt x="8455" y="79100"/>
                    <a:pt x="9053" y="79742"/>
                    <a:pt x="9645" y="79742"/>
                  </a:cubicBezTo>
                  <a:cubicBezTo>
                    <a:pt x="9766" y="79742"/>
                    <a:pt x="9887" y="79715"/>
                    <a:pt x="10007" y="79654"/>
                  </a:cubicBezTo>
                  <a:cubicBezTo>
                    <a:pt x="12824" y="78254"/>
                    <a:pt x="16142" y="79844"/>
                    <a:pt x="18889" y="77874"/>
                  </a:cubicBezTo>
                  <a:cubicBezTo>
                    <a:pt x="19326" y="77562"/>
                    <a:pt x="19938" y="77352"/>
                    <a:pt x="20558" y="77352"/>
                  </a:cubicBezTo>
                  <a:cubicBezTo>
                    <a:pt x="21313" y="77352"/>
                    <a:pt x="22079" y="77663"/>
                    <a:pt x="22553" y="78479"/>
                  </a:cubicBezTo>
                  <a:cubicBezTo>
                    <a:pt x="23034" y="79313"/>
                    <a:pt x="23538" y="79650"/>
                    <a:pt x="24283" y="79650"/>
                  </a:cubicBezTo>
                  <a:cubicBezTo>
                    <a:pt x="24448" y="79650"/>
                    <a:pt x="24626" y="79633"/>
                    <a:pt x="24817" y="79602"/>
                  </a:cubicBezTo>
                  <a:cubicBezTo>
                    <a:pt x="24994" y="79574"/>
                    <a:pt x="25161" y="79561"/>
                    <a:pt x="25317" y="79561"/>
                  </a:cubicBezTo>
                  <a:cubicBezTo>
                    <a:pt x="26715" y="79561"/>
                    <a:pt x="27271" y="80640"/>
                    <a:pt x="26960" y="82194"/>
                  </a:cubicBezTo>
                  <a:cubicBezTo>
                    <a:pt x="26683" y="83611"/>
                    <a:pt x="25750" y="85218"/>
                    <a:pt x="26545" y="86480"/>
                  </a:cubicBezTo>
                  <a:cubicBezTo>
                    <a:pt x="27461" y="87966"/>
                    <a:pt x="28515" y="89400"/>
                    <a:pt x="29206" y="90973"/>
                  </a:cubicBezTo>
                  <a:cubicBezTo>
                    <a:pt x="30416" y="93721"/>
                    <a:pt x="31298" y="96641"/>
                    <a:pt x="29777" y="99631"/>
                  </a:cubicBezTo>
                  <a:cubicBezTo>
                    <a:pt x="28809" y="101515"/>
                    <a:pt x="28619" y="103502"/>
                    <a:pt x="29535" y="105369"/>
                  </a:cubicBezTo>
                  <a:cubicBezTo>
                    <a:pt x="30503" y="107321"/>
                    <a:pt x="31228" y="109274"/>
                    <a:pt x="31488" y="111469"/>
                  </a:cubicBezTo>
                  <a:cubicBezTo>
                    <a:pt x="31712" y="113456"/>
                    <a:pt x="31695" y="115599"/>
                    <a:pt x="33371" y="117172"/>
                  </a:cubicBezTo>
                  <a:cubicBezTo>
                    <a:pt x="34322" y="118088"/>
                    <a:pt x="34581" y="119436"/>
                    <a:pt x="35013" y="120645"/>
                  </a:cubicBezTo>
                  <a:cubicBezTo>
                    <a:pt x="35393" y="121717"/>
                    <a:pt x="34546" y="123065"/>
                    <a:pt x="35843" y="123998"/>
                  </a:cubicBezTo>
                  <a:cubicBezTo>
                    <a:pt x="36206" y="124270"/>
                    <a:pt x="36549" y="124368"/>
                    <a:pt x="36881" y="124368"/>
                  </a:cubicBezTo>
                  <a:cubicBezTo>
                    <a:pt x="37735" y="124368"/>
                    <a:pt x="38515" y="123721"/>
                    <a:pt x="39372" y="123721"/>
                  </a:cubicBezTo>
                  <a:cubicBezTo>
                    <a:pt x="39388" y="123721"/>
                    <a:pt x="39404" y="123721"/>
                    <a:pt x="39420" y="123721"/>
                  </a:cubicBezTo>
                  <a:cubicBezTo>
                    <a:pt x="39526" y="123724"/>
                    <a:pt x="39630" y="123725"/>
                    <a:pt x="39734" y="123725"/>
                  </a:cubicBezTo>
                  <a:cubicBezTo>
                    <a:pt x="44937" y="123725"/>
                    <a:pt x="47636" y="120353"/>
                    <a:pt x="49754" y="116100"/>
                  </a:cubicBezTo>
                  <a:cubicBezTo>
                    <a:pt x="50186" y="115236"/>
                    <a:pt x="49720" y="113957"/>
                    <a:pt x="50826" y="113508"/>
                  </a:cubicBezTo>
                  <a:cubicBezTo>
                    <a:pt x="52761" y="112713"/>
                    <a:pt x="53193" y="111175"/>
                    <a:pt x="52692" y="109499"/>
                  </a:cubicBezTo>
                  <a:cubicBezTo>
                    <a:pt x="51949" y="107028"/>
                    <a:pt x="53297" y="106112"/>
                    <a:pt x="55181" y="105282"/>
                  </a:cubicBezTo>
                  <a:cubicBezTo>
                    <a:pt x="57773" y="104107"/>
                    <a:pt x="59449" y="98370"/>
                    <a:pt x="57963" y="96071"/>
                  </a:cubicBezTo>
                  <a:cubicBezTo>
                    <a:pt x="56770" y="94239"/>
                    <a:pt x="57099" y="92217"/>
                    <a:pt x="57444" y="90316"/>
                  </a:cubicBezTo>
                  <a:cubicBezTo>
                    <a:pt x="57911" y="87621"/>
                    <a:pt x="59933" y="85823"/>
                    <a:pt x="61851" y="84164"/>
                  </a:cubicBezTo>
                  <a:cubicBezTo>
                    <a:pt x="65601" y="80915"/>
                    <a:pt x="68055" y="76992"/>
                    <a:pt x="69109" y="72171"/>
                  </a:cubicBezTo>
                  <a:cubicBezTo>
                    <a:pt x="69271" y="71459"/>
                    <a:pt x="69266" y="70656"/>
                    <a:pt x="68371" y="70656"/>
                  </a:cubicBezTo>
                  <a:cubicBezTo>
                    <a:pt x="68311" y="70656"/>
                    <a:pt x="68246" y="70660"/>
                    <a:pt x="68176" y="70667"/>
                  </a:cubicBezTo>
                  <a:cubicBezTo>
                    <a:pt x="67157" y="70788"/>
                    <a:pt x="66154" y="71151"/>
                    <a:pt x="65152" y="71462"/>
                  </a:cubicBezTo>
                  <a:cubicBezTo>
                    <a:pt x="63960" y="71826"/>
                    <a:pt x="63201" y="72060"/>
                    <a:pt x="62664" y="72060"/>
                  </a:cubicBezTo>
                  <a:cubicBezTo>
                    <a:pt x="61727" y="72060"/>
                    <a:pt x="61469" y="71346"/>
                    <a:pt x="60772" y="69363"/>
                  </a:cubicBezTo>
                  <a:lnTo>
                    <a:pt x="60772" y="69363"/>
                  </a:lnTo>
                  <a:cubicBezTo>
                    <a:pt x="61180" y="69747"/>
                    <a:pt x="61467" y="70422"/>
                    <a:pt x="62074" y="70422"/>
                  </a:cubicBezTo>
                  <a:cubicBezTo>
                    <a:pt x="62180" y="70422"/>
                    <a:pt x="62295" y="70402"/>
                    <a:pt x="62422" y="70356"/>
                  </a:cubicBezTo>
                  <a:cubicBezTo>
                    <a:pt x="63925" y="69769"/>
                    <a:pt x="65359" y="68957"/>
                    <a:pt x="66897" y="68455"/>
                  </a:cubicBezTo>
                  <a:cubicBezTo>
                    <a:pt x="68660" y="67868"/>
                    <a:pt x="69732" y="66209"/>
                    <a:pt x="71391" y="65639"/>
                  </a:cubicBezTo>
                  <a:cubicBezTo>
                    <a:pt x="73706" y="64844"/>
                    <a:pt x="76713" y="61716"/>
                    <a:pt x="76852" y="59383"/>
                  </a:cubicBezTo>
                  <a:cubicBezTo>
                    <a:pt x="76834" y="59072"/>
                    <a:pt x="76713" y="58778"/>
                    <a:pt x="76506" y="58553"/>
                  </a:cubicBezTo>
                  <a:cubicBezTo>
                    <a:pt x="75918" y="57810"/>
                    <a:pt x="75279" y="57153"/>
                    <a:pt x="74294" y="56894"/>
                  </a:cubicBezTo>
                  <a:cubicBezTo>
                    <a:pt x="73724" y="56739"/>
                    <a:pt x="73378" y="56151"/>
                    <a:pt x="73516" y="55581"/>
                  </a:cubicBezTo>
                  <a:cubicBezTo>
                    <a:pt x="73547" y="55481"/>
                    <a:pt x="73596" y="55443"/>
                    <a:pt x="73658" y="55443"/>
                  </a:cubicBezTo>
                  <a:cubicBezTo>
                    <a:pt x="73842" y="55443"/>
                    <a:pt x="74139" y="55775"/>
                    <a:pt x="74398" y="55788"/>
                  </a:cubicBezTo>
                  <a:cubicBezTo>
                    <a:pt x="75366" y="55855"/>
                    <a:pt x="76333" y="56083"/>
                    <a:pt x="77301" y="56083"/>
                  </a:cubicBezTo>
                  <a:cubicBezTo>
                    <a:pt x="77336" y="56083"/>
                    <a:pt x="77370" y="56083"/>
                    <a:pt x="77405" y="56082"/>
                  </a:cubicBezTo>
                  <a:cubicBezTo>
                    <a:pt x="77727" y="56077"/>
                    <a:pt x="78047" y="56073"/>
                    <a:pt x="78365" y="56073"/>
                  </a:cubicBezTo>
                  <a:cubicBezTo>
                    <a:pt x="81373" y="56073"/>
                    <a:pt x="84145" y="56432"/>
                    <a:pt x="85786" y="59746"/>
                  </a:cubicBezTo>
                  <a:cubicBezTo>
                    <a:pt x="86136" y="60461"/>
                    <a:pt x="86996" y="61297"/>
                    <a:pt x="88011" y="61297"/>
                  </a:cubicBezTo>
                  <a:cubicBezTo>
                    <a:pt x="88148" y="61297"/>
                    <a:pt x="88288" y="61282"/>
                    <a:pt x="88430" y="61249"/>
                  </a:cubicBezTo>
                  <a:cubicBezTo>
                    <a:pt x="88585" y="61214"/>
                    <a:pt x="88707" y="61197"/>
                    <a:pt x="88805" y="61197"/>
                  </a:cubicBezTo>
                  <a:cubicBezTo>
                    <a:pt x="89186" y="61197"/>
                    <a:pt x="89184" y="61451"/>
                    <a:pt x="89225" y="61837"/>
                  </a:cubicBezTo>
                  <a:cubicBezTo>
                    <a:pt x="89830" y="66554"/>
                    <a:pt x="91990" y="70685"/>
                    <a:pt x="94133" y="74832"/>
                  </a:cubicBezTo>
                  <a:cubicBezTo>
                    <a:pt x="94475" y="75487"/>
                    <a:pt x="94875" y="75911"/>
                    <a:pt x="95290" y="75911"/>
                  </a:cubicBezTo>
                  <a:cubicBezTo>
                    <a:pt x="95652" y="75911"/>
                    <a:pt x="96025" y="75588"/>
                    <a:pt x="96380" y="74815"/>
                  </a:cubicBezTo>
                  <a:cubicBezTo>
                    <a:pt x="96622" y="74297"/>
                    <a:pt x="97036" y="73847"/>
                    <a:pt x="97382" y="73381"/>
                  </a:cubicBezTo>
                  <a:lnTo>
                    <a:pt x="97538" y="73225"/>
                  </a:lnTo>
                  <a:cubicBezTo>
                    <a:pt x="98212" y="71618"/>
                    <a:pt x="98056" y="69993"/>
                    <a:pt x="97831" y="68317"/>
                  </a:cubicBezTo>
                  <a:cubicBezTo>
                    <a:pt x="97762" y="67833"/>
                    <a:pt x="97589" y="67211"/>
                    <a:pt x="98194" y="67073"/>
                  </a:cubicBezTo>
                  <a:cubicBezTo>
                    <a:pt x="99784" y="66693"/>
                    <a:pt x="100268" y="65258"/>
                    <a:pt x="101149" y="64187"/>
                  </a:cubicBezTo>
                  <a:cubicBezTo>
                    <a:pt x="102117" y="63029"/>
                    <a:pt x="103137" y="61629"/>
                    <a:pt x="104243" y="60903"/>
                  </a:cubicBezTo>
                  <a:cubicBezTo>
                    <a:pt x="104825" y="60515"/>
                    <a:pt x="105739" y="59942"/>
                    <a:pt x="106690" y="59942"/>
                  </a:cubicBezTo>
                  <a:cubicBezTo>
                    <a:pt x="107432" y="59942"/>
                    <a:pt x="108196" y="60292"/>
                    <a:pt x="108840" y="61353"/>
                  </a:cubicBezTo>
                  <a:cubicBezTo>
                    <a:pt x="109600" y="62632"/>
                    <a:pt x="110965" y="63565"/>
                    <a:pt x="111017" y="65258"/>
                  </a:cubicBezTo>
                  <a:cubicBezTo>
                    <a:pt x="111034" y="65777"/>
                    <a:pt x="110793" y="66433"/>
                    <a:pt x="111536" y="66693"/>
                  </a:cubicBezTo>
                  <a:cubicBezTo>
                    <a:pt x="111822" y="66788"/>
                    <a:pt x="112112" y="66862"/>
                    <a:pt x="112391" y="66862"/>
                  </a:cubicBezTo>
                  <a:cubicBezTo>
                    <a:pt x="112769" y="66862"/>
                    <a:pt x="113129" y="66727"/>
                    <a:pt x="113437" y="66330"/>
                  </a:cubicBezTo>
                  <a:cubicBezTo>
                    <a:pt x="113540" y="66205"/>
                    <a:pt x="113700" y="66031"/>
                    <a:pt x="113856" y="66031"/>
                  </a:cubicBezTo>
                  <a:cubicBezTo>
                    <a:pt x="113960" y="66031"/>
                    <a:pt x="114062" y="66109"/>
                    <a:pt x="114145" y="66330"/>
                  </a:cubicBezTo>
                  <a:cubicBezTo>
                    <a:pt x="114543" y="67470"/>
                    <a:pt x="114802" y="68663"/>
                    <a:pt x="115286" y="69769"/>
                  </a:cubicBezTo>
                  <a:cubicBezTo>
                    <a:pt x="116271" y="72033"/>
                    <a:pt x="114940" y="74677"/>
                    <a:pt x="116858" y="76871"/>
                  </a:cubicBezTo>
                  <a:cubicBezTo>
                    <a:pt x="118241" y="78461"/>
                    <a:pt x="118362" y="80915"/>
                    <a:pt x="119900" y="82540"/>
                  </a:cubicBezTo>
                  <a:cubicBezTo>
                    <a:pt x="120401" y="82799"/>
                    <a:pt x="120885" y="83058"/>
                    <a:pt x="121386" y="83300"/>
                  </a:cubicBezTo>
                  <a:cubicBezTo>
                    <a:pt x="121538" y="83368"/>
                    <a:pt x="121699" y="83403"/>
                    <a:pt x="121846" y="83403"/>
                  </a:cubicBezTo>
                  <a:cubicBezTo>
                    <a:pt x="122184" y="83403"/>
                    <a:pt x="122445" y="83219"/>
                    <a:pt x="122337" y="82834"/>
                  </a:cubicBezTo>
                  <a:cubicBezTo>
                    <a:pt x="121818" y="80915"/>
                    <a:pt x="121991" y="78790"/>
                    <a:pt x="119969" y="77355"/>
                  </a:cubicBezTo>
                  <a:cubicBezTo>
                    <a:pt x="118414" y="76249"/>
                    <a:pt x="117239" y="74521"/>
                    <a:pt x="117463" y="72378"/>
                  </a:cubicBezTo>
                  <a:cubicBezTo>
                    <a:pt x="117528" y="71821"/>
                    <a:pt x="116912" y="70437"/>
                    <a:pt x="117695" y="70437"/>
                  </a:cubicBezTo>
                  <a:cubicBezTo>
                    <a:pt x="117955" y="70437"/>
                    <a:pt x="118371" y="70590"/>
                    <a:pt x="119019" y="70979"/>
                  </a:cubicBezTo>
                  <a:cubicBezTo>
                    <a:pt x="120194" y="71704"/>
                    <a:pt x="121386" y="72655"/>
                    <a:pt x="121749" y="73605"/>
                  </a:cubicBezTo>
                  <a:cubicBezTo>
                    <a:pt x="122096" y="74553"/>
                    <a:pt x="122434" y="74868"/>
                    <a:pt x="122776" y="74868"/>
                  </a:cubicBezTo>
                  <a:cubicBezTo>
                    <a:pt x="123251" y="74868"/>
                    <a:pt x="123732" y="74261"/>
                    <a:pt x="124255" y="73899"/>
                  </a:cubicBezTo>
                  <a:cubicBezTo>
                    <a:pt x="124531" y="73709"/>
                    <a:pt x="124721" y="73363"/>
                    <a:pt x="125015" y="73208"/>
                  </a:cubicBezTo>
                  <a:cubicBezTo>
                    <a:pt x="126743" y="72292"/>
                    <a:pt x="127210" y="70961"/>
                    <a:pt x="126743" y="69043"/>
                  </a:cubicBezTo>
                  <a:cubicBezTo>
                    <a:pt x="126294" y="67159"/>
                    <a:pt x="125292" y="65725"/>
                    <a:pt x="123892" y="64533"/>
                  </a:cubicBezTo>
                  <a:cubicBezTo>
                    <a:pt x="122596" y="63409"/>
                    <a:pt x="122285" y="62459"/>
                    <a:pt x="123546" y="61059"/>
                  </a:cubicBezTo>
                  <a:cubicBezTo>
                    <a:pt x="123952" y="60621"/>
                    <a:pt x="124332" y="60388"/>
                    <a:pt x="124705" y="60388"/>
                  </a:cubicBezTo>
                  <a:cubicBezTo>
                    <a:pt x="124936" y="60388"/>
                    <a:pt x="125164" y="60477"/>
                    <a:pt x="125395" y="60661"/>
                  </a:cubicBezTo>
                  <a:cubicBezTo>
                    <a:pt x="126000" y="61145"/>
                    <a:pt x="125810" y="61750"/>
                    <a:pt x="125119" y="62234"/>
                  </a:cubicBezTo>
                  <a:cubicBezTo>
                    <a:pt x="124618" y="62580"/>
                    <a:pt x="124445" y="63219"/>
                    <a:pt x="125050" y="63651"/>
                  </a:cubicBezTo>
                  <a:cubicBezTo>
                    <a:pt x="125442" y="63952"/>
                    <a:pt x="125858" y="64171"/>
                    <a:pt x="126268" y="64171"/>
                  </a:cubicBezTo>
                  <a:cubicBezTo>
                    <a:pt x="126635" y="64171"/>
                    <a:pt x="126996" y="63996"/>
                    <a:pt x="127331" y="63547"/>
                  </a:cubicBezTo>
                  <a:cubicBezTo>
                    <a:pt x="127694" y="63046"/>
                    <a:pt x="128247" y="62407"/>
                    <a:pt x="127469" y="61940"/>
                  </a:cubicBezTo>
                  <a:cubicBezTo>
                    <a:pt x="126398" y="61318"/>
                    <a:pt x="127037" y="61042"/>
                    <a:pt x="127590" y="60696"/>
                  </a:cubicBezTo>
                  <a:cubicBezTo>
                    <a:pt x="130061" y="59210"/>
                    <a:pt x="133449" y="59106"/>
                    <a:pt x="134693" y="55788"/>
                  </a:cubicBezTo>
                  <a:cubicBezTo>
                    <a:pt x="135298" y="54146"/>
                    <a:pt x="136093" y="52591"/>
                    <a:pt x="135851" y="50725"/>
                  </a:cubicBezTo>
                  <a:cubicBezTo>
                    <a:pt x="135522" y="48288"/>
                    <a:pt x="133932" y="46629"/>
                    <a:pt x="132498" y="44918"/>
                  </a:cubicBezTo>
                  <a:cubicBezTo>
                    <a:pt x="131772" y="44054"/>
                    <a:pt x="131859" y="43622"/>
                    <a:pt x="132775" y="43173"/>
                  </a:cubicBezTo>
                  <a:cubicBezTo>
                    <a:pt x="133120" y="43017"/>
                    <a:pt x="133397" y="42793"/>
                    <a:pt x="133362" y="42378"/>
                  </a:cubicBezTo>
                  <a:cubicBezTo>
                    <a:pt x="133345" y="41980"/>
                    <a:pt x="133051" y="41635"/>
                    <a:pt x="132671" y="41548"/>
                  </a:cubicBezTo>
                  <a:cubicBezTo>
                    <a:pt x="132227" y="41462"/>
                    <a:pt x="131713" y="41297"/>
                    <a:pt x="131292" y="41297"/>
                  </a:cubicBezTo>
                  <a:cubicBezTo>
                    <a:pt x="131122" y="41297"/>
                    <a:pt x="130968" y="41323"/>
                    <a:pt x="130839" y="41393"/>
                  </a:cubicBezTo>
                  <a:cubicBezTo>
                    <a:pt x="130667" y="41486"/>
                    <a:pt x="130517" y="41524"/>
                    <a:pt x="130385" y="41524"/>
                  </a:cubicBezTo>
                  <a:cubicBezTo>
                    <a:pt x="129751" y="41524"/>
                    <a:pt x="129496" y="40648"/>
                    <a:pt x="128935" y="40648"/>
                  </a:cubicBezTo>
                  <a:cubicBezTo>
                    <a:pt x="128871" y="40648"/>
                    <a:pt x="128804" y="40659"/>
                    <a:pt x="128731" y="40684"/>
                  </a:cubicBezTo>
                  <a:cubicBezTo>
                    <a:pt x="129025" y="40425"/>
                    <a:pt x="129336" y="40166"/>
                    <a:pt x="129612" y="39889"/>
                  </a:cubicBezTo>
                  <a:cubicBezTo>
                    <a:pt x="129699" y="39786"/>
                    <a:pt x="129768" y="39647"/>
                    <a:pt x="129802" y="39509"/>
                  </a:cubicBezTo>
                  <a:cubicBezTo>
                    <a:pt x="129896" y="39229"/>
                    <a:pt x="130059" y="38963"/>
                    <a:pt x="130355" y="38963"/>
                  </a:cubicBezTo>
                  <a:cubicBezTo>
                    <a:pt x="130388" y="38963"/>
                    <a:pt x="130423" y="38966"/>
                    <a:pt x="130459" y="38973"/>
                  </a:cubicBezTo>
                  <a:cubicBezTo>
                    <a:pt x="130822" y="39025"/>
                    <a:pt x="130718" y="39405"/>
                    <a:pt x="130753" y="39665"/>
                  </a:cubicBezTo>
                  <a:cubicBezTo>
                    <a:pt x="130885" y="40368"/>
                    <a:pt x="131150" y="40680"/>
                    <a:pt x="131522" y="40680"/>
                  </a:cubicBezTo>
                  <a:cubicBezTo>
                    <a:pt x="131781" y="40680"/>
                    <a:pt x="132092" y="40529"/>
                    <a:pt x="132446" y="40252"/>
                  </a:cubicBezTo>
                  <a:cubicBezTo>
                    <a:pt x="132816" y="39963"/>
                    <a:pt x="133198" y="39825"/>
                    <a:pt x="133552" y="39825"/>
                  </a:cubicBezTo>
                  <a:cubicBezTo>
                    <a:pt x="134190" y="39825"/>
                    <a:pt x="134735" y="40276"/>
                    <a:pt x="134935" y="41099"/>
                  </a:cubicBezTo>
                  <a:cubicBezTo>
                    <a:pt x="135004" y="41410"/>
                    <a:pt x="135246" y="41911"/>
                    <a:pt x="135436" y="41928"/>
                  </a:cubicBezTo>
                  <a:cubicBezTo>
                    <a:pt x="136836" y="42067"/>
                    <a:pt x="137130" y="43259"/>
                    <a:pt x="137441" y="44192"/>
                  </a:cubicBezTo>
                  <a:cubicBezTo>
                    <a:pt x="137757" y="45176"/>
                    <a:pt x="138205" y="45491"/>
                    <a:pt x="138710" y="45491"/>
                  </a:cubicBezTo>
                  <a:cubicBezTo>
                    <a:pt x="139226" y="45491"/>
                    <a:pt x="139803" y="45163"/>
                    <a:pt x="140361" y="44884"/>
                  </a:cubicBezTo>
                  <a:cubicBezTo>
                    <a:pt x="141813" y="44175"/>
                    <a:pt x="140586" y="43363"/>
                    <a:pt x="140327" y="42654"/>
                  </a:cubicBezTo>
                  <a:cubicBezTo>
                    <a:pt x="140188" y="42188"/>
                    <a:pt x="139739" y="41773"/>
                    <a:pt x="139324" y="41479"/>
                  </a:cubicBezTo>
                  <a:cubicBezTo>
                    <a:pt x="137717" y="40356"/>
                    <a:pt x="137648" y="38921"/>
                    <a:pt x="138305" y="37245"/>
                  </a:cubicBezTo>
                  <a:cubicBezTo>
                    <a:pt x="138533" y="36644"/>
                    <a:pt x="138753" y="36160"/>
                    <a:pt x="139216" y="36160"/>
                  </a:cubicBezTo>
                  <a:cubicBezTo>
                    <a:pt x="139418" y="36160"/>
                    <a:pt x="139666" y="36252"/>
                    <a:pt x="139981" y="36468"/>
                  </a:cubicBezTo>
                  <a:cubicBezTo>
                    <a:pt x="140121" y="36569"/>
                    <a:pt x="140268" y="36617"/>
                    <a:pt x="140413" y="36617"/>
                  </a:cubicBezTo>
                  <a:cubicBezTo>
                    <a:pt x="140661" y="36617"/>
                    <a:pt x="140902" y="36477"/>
                    <a:pt x="141087" y="36226"/>
                  </a:cubicBezTo>
                  <a:cubicBezTo>
                    <a:pt x="142573" y="34255"/>
                    <a:pt x="142850" y="29797"/>
                    <a:pt x="141640" y="27706"/>
                  </a:cubicBezTo>
                  <a:cubicBezTo>
                    <a:pt x="141485" y="27447"/>
                    <a:pt x="141104" y="27187"/>
                    <a:pt x="141398" y="26807"/>
                  </a:cubicBezTo>
                  <a:lnTo>
                    <a:pt x="141398" y="26807"/>
                  </a:lnTo>
                  <a:cubicBezTo>
                    <a:pt x="141623" y="26997"/>
                    <a:pt x="141917" y="27153"/>
                    <a:pt x="142072" y="27395"/>
                  </a:cubicBezTo>
                  <a:cubicBezTo>
                    <a:pt x="142988" y="28812"/>
                    <a:pt x="143869" y="30229"/>
                    <a:pt x="144733" y="31663"/>
                  </a:cubicBezTo>
                  <a:cubicBezTo>
                    <a:pt x="144984" y="32062"/>
                    <a:pt x="145261" y="32460"/>
                    <a:pt x="145713" y="32460"/>
                  </a:cubicBezTo>
                  <a:cubicBezTo>
                    <a:pt x="145790" y="32460"/>
                    <a:pt x="145872" y="32449"/>
                    <a:pt x="145960" y="32424"/>
                  </a:cubicBezTo>
                  <a:cubicBezTo>
                    <a:pt x="146323" y="32320"/>
                    <a:pt x="146825" y="32043"/>
                    <a:pt x="146928" y="31750"/>
                  </a:cubicBezTo>
                  <a:cubicBezTo>
                    <a:pt x="147118" y="31197"/>
                    <a:pt x="146496" y="30972"/>
                    <a:pt x="146151" y="30644"/>
                  </a:cubicBezTo>
                  <a:cubicBezTo>
                    <a:pt x="145805" y="30298"/>
                    <a:pt x="144889" y="29935"/>
                    <a:pt x="145511" y="29348"/>
                  </a:cubicBezTo>
                  <a:cubicBezTo>
                    <a:pt x="146220" y="28674"/>
                    <a:pt x="145701" y="28363"/>
                    <a:pt x="145373" y="27982"/>
                  </a:cubicBezTo>
                  <a:cubicBezTo>
                    <a:pt x="144924" y="27464"/>
                    <a:pt x="144353" y="27049"/>
                    <a:pt x="143904" y="26513"/>
                  </a:cubicBezTo>
                  <a:cubicBezTo>
                    <a:pt x="142452" y="24803"/>
                    <a:pt x="140309" y="24008"/>
                    <a:pt x="138927" y="23455"/>
                  </a:cubicBezTo>
                  <a:cubicBezTo>
                    <a:pt x="137233" y="22781"/>
                    <a:pt x="135350" y="23368"/>
                    <a:pt x="133794" y="22349"/>
                  </a:cubicBezTo>
                  <a:cubicBezTo>
                    <a:pt x="133621" y="22228"/>
                    <a:pt x="133120" y="22141"/>
                    <a:pt x="133379" y="21934"/>
                  </a:cubicBezTo>
                  <a:cubicBezTo>
                    <a:pt x="134416" y="21156"/>
                    <a:pt x="134192" y="19843"/>
                    <a:pt x="134814" y="18910"/>
                  </a:cubicBezTo>
                  <a:cubicBezTo>
                    <a:pt x="135183" y="18357"/>
                    <a:pt x="137525" y="17996"/>
                    <a:pt x="139389" y="17996"/>
                  </a:cubicBezTo>
                  <a:cubicBezTo>
                    <a:pt x="140321" y="17996"/>
                    <a:pt x="141133" y="18086"/>
                    <a:pt x="141519" y="18287"/>
                  </a:cubicBezTo>
                  <a:cubicBezTo>
                    <a:pt x="141913" y="18491"/>
                    <a:pt x="142318" y="18567"/>
                    <a:pt x="142722" y="18567"/>
                  </a:cubicBezTo>
                  <a:cubicBezTo>
                    <a:pt x="143310" y="18567"/>
                    <a:pt x="143896" y="18407"/>
                    <a:pt x="144440" y="18253"/>
                  </a:cubicBezTo>
                  <a:cubicBezTo>
                    <a:pt x="145183" y="18028"/>
                    <a:pt x="144301" y="17320"/>
                    <a:pt x="144440" y="16905"/>
                  </a:cubicBezTo>
                  <a:cubicBezTo>
                    <a:pt x="144595" y="16473"/>
                    <a:pt x="144232" y="15764"/>
                    <a:pt x="144803" y="15626"/>
                  </a:cubicBezTo>
                  <a:cubicBezTo>
                    <a:pt x="144894" y="15602"/>
                    <a:pt x="144986" y="15590"/>
                    <a:pt x="145078" y="15590"/>
                  </a:cubicBezTo>
                  <a:cubicBezTo>
                    <a:pt x="145503" y="15590"/>
                    <a:pt x="145922" y="15838"/>
                    <a:pt x="146306" y="16179"/>
                  </a:cubicBezTo>
                  <a:cubicBezTo>
                    <a:pt x="146709" y="16532"/>
                    <a:pt x="147171" y="16997"/>
                    <a:pt x="147617" y="16997"/>
                  </a:cubicBezTo>
                  <a:cubicBezTo>
                    <a:pt x="147935" y="16997"/>
                    <a:pt x="148244" y="16760"/>
                    <a:pt x="148518" y="16075"/>
                  </a:cubicBezTo>
                  <a:cubicBezTo>
                    <a:pt x="148584" y="15900"/>
                    <a:pt x="148692" y="15801"/>
                    <a:pt x="148828" y="15801"/>
                  </a:cubicBezTo>
                  <a:cubicBezTo>
                    <a:pt x="148906" y="15801"/>
                    <a:pt x="148994" y="15833"/>
                    <a:pt x="149088" y="15903"/>
                  </a:cubicBezTo>
                  <a:cubicBezTo>
                    <a:pt x="149348" y="16110"/>
                    <a:pt x="149348" y="16335"/>
                    <a:pt x="149192" y="16646"/>
                  </a:cubicBezTo>
                  <a:cubicBezTo>
                    <a:pt x="148743" y="17596"/>
                    <a:pt x="147965" y="18547"/>
                    <a:pt x="147965" y="19497"/>
                  </a:cubicBezTo>
                  <a:cubicBezTo>
                    <a:pt x="147931" y="21122"/>
                    <a:pt x="148708" y="22677"/>
                    <a:pt x="150022" y="23627"/>
                  </a:cubicBezTo>
                  <a:cubicBezTo>
                    <a:pt x="151231" y="24561"/>
                    <a:pt x="152631" y="25269"/>
                    <a:pt x="153582" y="26513"/>
                  </a:cubicBezTo>
                  <a:cubicBezTo>
                    <a:pt x="153835" y="26852"/>
                    <a:pt x="154112" y="27339"/>
                    <a:pt x="154580" y="27339"/>
                  </a:cubicBezTo>
                  <a:cubicBezTo>
                    <a:pt x="154686" y="27339"/>
                    <a:pt x="154802" y="27314"/>
                    <a:pt x="154930" y="27257"/>
                  </a:cubicBezTo>
                  <a:cubicBezTo>
                    <a:pt x="155621" y="26928"/>
                    <a:pt x="155673" y="26271"/>
                    <a:pt x="155604" y="25615"/>
                  </a:cubicBezTo>
                  <a:cubicBezTo>
                    <a:pt x="155448" y="24025"/>
                    <a:pt x="155863" y="22435"/>
                    <a:pt x="154739" y="20845"/>
                  </a:cubicBezTo>
                  <a:cubicBezTo>
                    <a:pt x="154065" y="19877"/>
                    <a:pt x="153772" y="18823"/>
                    <a:pt x="152406" y="18737"/>
                  </a:cubicBezTo>
                  <a:cubicBezTo>
                    <a:pt x="152044" y="18720"/>
                    <a:pt x="151940" y="18478"/>
                    <a:pt x="151888" y="18201"/>
                  </a:cubicBezTo>
                  <a:cubicBezTo>
                    <a:pt x="151820" y="17931"/>
                    <a:pt x="151918" y="17578"/>
                    <a:pt x="152229" y="17578"/>
                  </a:cubicBezTo>
                  <a:cubicBezTo>
                    <a:pt x="152236" y="17578"/>
                    <a:pt x="152243" y="17579"/>
                    <a:pt x="152251" y="17579"/>
                  </a:cubicBezTo>
                  <a:cubicBezTo>
                    <a:pt x="152284" y="17581"/>
                    <a:pt x="152317" y="17582"/>
                    <a:pt x="152350" y="17582"/>
                  </a:cubicBezTo>
                  <a:cubicBezTo>
                    <a:pt x="153000" y="17582"/>
                    <a:pt x="153628" y="17254"/>
                    <a:pt x="154277" y="17254"/>
                  </a:cubicBezTo>
                  <a:cubicBezTo>
                    <a:pt x="154558" y="17254"/>
                    <a:pt x="154844" y="17316"/>
                    <a:pt x="155137" y="17493"/>
                  </a:cubicBezTo>
                  <a:cubicBezTo>
                    <a:pt x="155393" y="17649"/>
                    <a:pt x="155627" y="17726"/>
                    <a:pt x="155836" y="17726"/>
                  </a:cubicBezTo>
                  <a:cubicBezTo>
                    <a:pt x="156249" y="17726"/>
                    <a:pt x="156566" y="17427"/>
                    <a:pt x="156761" y="16853"/>
                  </a:cubicBezTo>
                  <a:cubicBezTo>
                    <a:pt x="157072" y="15920"/>
                    <a:pt x="157954" y="15505"/>
                    <a:pt x="158662" y="15039"/>
                  </a:cubicBezTo>
                  <a:cubicBezTo>
                    <a:pt x="158771" y="14969"/>
                    <a:pt x="158912" y="14953"/>
                    <a:pt x="159064" y="14953"/>
                  </a:cubicBezTo>
                  <a:cubicBezTo>
                    <a:pt x="159192" y="14953"/>
                    <a:pt x="159327" y="14964"/>
                    <a:pt x="159458" y="14964"/>
                  </a:cubicBezTo>
                  <a:cubicBezTo>
                    <a:pt x="159792" y="14964"/>
                    <a:pt x="160100" y="14892"/>
                    <a:pt x="160183" y="14382"/>
                  </a:cubicBezTo>
                  <a:cubicBezTo>
                    <a:pt x="160304" y="13501"/>
                    <a:pt x="159475" y="13310"/>
                    <a:pt x="158887" y="12965"/>
                  </a:cubicBezTo>
                  <a:cubicBezTo>
                    <a:pt x="158662" y="12827"/>
                    <a:pt x="158334" y="12550"/>
                    <a:pt x="158351" y="12395"/>
                  </a:cubicBezTo>
                  <a:cubicBezTo>
                    <a:pt x="158404" y="12154"/>
                    <a:pt x="158582" y="12097"/>
                    <a:pt x="158776" y="12097"/>
                  </a:cubicBezTo>
                  <a:cubicBezTo>
                    <a:pt x="158903" y="12097"/>
                    <a:pt x="159037" y="12122"/>
                    <a:pt x="159146" y="12135"/>
                  </a:cubicBezTo>
                  <a:cubicBezTo>
                    <a:pt x="160460" y="12308"/>
                    <a:pt x="161652" y="12999"/>
                    <a:pt x="163017" y="12999"/>
                  </a:cubicBezTo>
                  <a:cubicBezTo>
                    <a:pt x="163570" y="12999"/>
                    <a:pt x="163795" y="12913"/>
                    <a:pt x="164002" y="12274"/>
                  </a:cubicBezTo>
                  <a:cubicBezTo>
                    <a:pt x="164745" y="10182"/>
                    <a:pt x="163311" y="10010"/>
                    <a:pt x="161998" y="9923"/>
                  </a:cubicBezTo>
                  <a:cubicBezTo>
                    <a:pt x="160218" y="9820"/>
                    <a:pt x="158438" y="9543"/>
                    <a:pt x="156710" y="9076"/>
                  </a:cubicBezTo>
                  <a:cubicBezTo>
                    <a:pt x="153313" y="8169"/>
                    <a:pt x="149984" y="6872"/>
                    <a:pt x="146431" y="6872"/>
                  </a:cubicBezTo>
                  <a:cubicBezTo>
                    <a:pt x="145249" y="6872"/>
                    <a:pt x="144041" y="7016"/>
                    <a:pt x="142798" y="7366"/>
                  </a:cubicBezTo>
                  <a:cubicBezTo>
                    <a:pt x="142441" y="7468"/>
                    <a:pt x="142044" y="7507"/>
                    <a:pt x="141624" y="7507"/>
                  </a:cubicBezTo>
                  <a:cubicBezTo>
                    <a:pt x="140475" y="7507"/>
                    <a:pt x="139148" y="7211"/>
                    <a:pt x="137959" y="7072"/>
                  </a:cubicBezTo>
                  <a:cubicBezTo>
                    <a:pt x="135760" y="6810"/>
                    <a:pt x="133765" y="5577"/>
                    <a:pt x="131513" y="5577"/>
                  </a:cubicBezTo>
                  <a:cubicBezTo>
                    <a:pt x="131235" y="5577"/>
                    <a:pt x="130953" y="5596"/>
                    <a:pt x="130666" y="5637"/>
                  </a:cubicBezTo>
                  <a:cubicBezTo>
                    <a:pt x="130197" y="5701"/>
                    <a:pt x="129713" y="5752"/>
                    <a:pt x="129231" y="5752"/>
                  </a:cubicBezTo>
                  <a:cubicBezTo>
                    <a:pt x="128525" y="5752"/>
                    <a:pt x="127823" y="5641"/>
                    <a:pt x="127175" y="5292"/>
                  </a:cubicBezTo>
                  <a:cubicBezTo>
                    <a:pt x="124583" y="3857"/>
                    <a:pt x="121352" y="4808"/>
                    <a:pt x="118811" y="3097"/>
                  </a:cubicBezTo>
                  <a:cubicBezTo>
                    <a:pt x="118623" y="2965"/>
                    <a:pt x="118385" y="2894"/>
                    <a:pt x="118144" y="2894"/>
                  </a:cubicBezTo>
                  <a:cubicBezTo>
                    <a:pt x="117786" y="2894"/>
                    <a:pt x="117421" y="3050"/>
                    <a:pt x="117204" y="3391"/>
                  </a:cubicBezTo>
                  <a:cubicBezTo>
                    <a:pt x="116737" y="4117"/>
                    <a:pt x="117601" y="4134"/>
                    <a:pt x="117930" y="4462"/>
                  </a:cubicBezTo>
                  <a:cubicBezTo>
                    <a:pt x="118103" y="4670"/>
                    <a:pt x="118154" y="4946"/>
                    <a:pt x="118068" y="5188"/>
                  </a:cubicBezTo>
                  <a:cubicBezTo>
                    <a:pt x="117958" y="5398"/>
                    <a:pt x="116241" y="5510"/>
                    <a:pt x="114740" y="5510"/>
                  </a:cubicBezTo>
                  <a:cubicBezTo>
                    <a:pt x="113645" y="5510"/>
                    <a:pt x="112664" y="5450"/>
                    <a:pt x="112503" y="5326"/>
                  </a:cubicBezTo>
                  <a:cubicBezTo>
                    <a:pt x="111242" y="4410"/>
                    <a:pt x="109825" y="3719"/>
                    <a:pt x="108321" y="3287"/>
                  </a:cubicBezTo>
                  <a:cubicBezTo>
                    <a:pt x="108108" y="3224"/>
                    <a:pt x="107902" y="3198"/>
                    <a:pt x="107703" y="3198"/>
                  </a:cubicBezTo>
                  <a:cubicBezTo>
                    <a:pt x="106742" y="3198"/>
                    <a:pt x="105934" y="3807"/>
                    <a:pt x="105084" y="3807"/>
                  </a:cubicBezTo>
                  <a:cubicBezTo>
                    <a:pt x="105000" y="3807"/>
                    <a:pt x="104915" y="3801"/>
                    <a:pt x="104830" y="3788"/>
                  </a:cubicBezTo>
                  <a:cubicBezTo>
                    <a:pt x="102083" y="3391"/>
                    <a:pt x="99266" y="3909"/>
                    <a:pt x="96760" y="1559"/>
                  </a:cubicBezTo>
                  <a:cubicBezTo>
                    <a:pt x="95295" y="185"/>
                    <a:pt x="93272" y="50"/>
                    <a:pt x="91223" y="50"/>
                  </a:cubicBezTo>
                  <a:cubicBezTo>
                    <a:pt x="90718" y="50"/>
                    <a:pt x="90212" y="58"/>
                    <a:pt x="89713" y="58"/>
                  </a:cubicBezTo>
                  <a:cubicBezTo>
                    <a:pt x="89152" y="58"/>
                    <a:pt x="88600" y="48"/>
                    <a:pt x="88067" y="4"/>
                  </a:cubicBezTo>
                  <a:cubicBezTo>
                    <a:pt x="88037" y="2"/>
                    <a:pt x="88007" y="1"/>
                    <a:pt x="879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10982;p128">
              <a:extLst>
                <a:ext uri="{FF2B5EF4-FFF2-40B4-BE49-F238E27FC236}">
                  <a16:creationId xmlns:a16="http://schemas.microsoft.com/office/drawing/2014/main" id="{5CCD7BBF-7D43-55B8-AE7B-519E1B630CFB}"/>
                </a:ext>
              </a:extLst>
            </p:cNvPr>
            <p:cNvSpPr/>
            <p:nvPr/>
          </p:nvSpPr>
          <p:spPr>
            <a:xfrm>
              <a:off x="5913800" y="3523050"/>
              <a:ext cx="1109075" cy="813875"/>
            </a:xfrm>
            <a:custGeom>
              <a:avLst/>
              <a:gdLst/>
              <a:ahLst/>
              <a:cxnLst/>
              <a:rect l="l" t="t" r="r" b="b"/>
              <a:pathLst>
                <a:path w="44363" h="32555" extrusionOk="0">
                  <a:moveTo>
                    <a:pt x="28245" y="1"/>
                  </a:moveTo>
                  <a:cubicBezTo>
                    <a:pt x="27747" y="1"/>
                    <a:pt x="27602" y="373"/>
                    <a:pt x="27634" y="804"/>
                  </a:cubicBezTo>
                  <a:cubicBezTo>
                    <a:pt x="27737" y="2117"/>
                    <a:pt x="27979" y="3482"/>
                    <a:pt x="27996" y="4778"/>
                  </a:cubicBezTo>
                  <a:cubicBezTo>
                    <a:pt x="28014" y="5660"/>
                    <a:pt x="28567" y="7094"/>
                    <a:pt x="27634" y="7267"/>
                  </a:cubicBezTo>
                  <a:cubicBezTo>
                    <a:pt x="27521" y="7286"/>
                    <a:pt x="27406" y="7295"/>
                    <a:pt x="27290" y="7295"/>
                  </a:cubicBezTo>
                  <a:cubicBezTo>
                    <a:pt x="25431" y="7295"/>
                    <a:pt x="23230" y="4918"/>
                    <a:pt x="23555" y="3275"/>
                  </a:cubicBezTo>
                  <a:cubicBezTo>
                    <a:pt x="23754" y="2264"/>
                    <a:pt x="23333" y="1317"/>
                    <a:pt x="22034" y="1317"/>
                  </a:cubicBezTo>
                  <a:cubicBezTo>
                    <a:pt x="21978" y="1317"/>
                    <a:pt x="21920" y="1318"/>
                    <a:pt x="21862" y="1322"/>
                  </a:cubicBezTo>
                  <a:cubicBezTo>
                    <a:pt x="21814" y="1325"/>
                    <a:pt x="21765" y="1327"/>
                    <a:pt x="21716" y="1327"/>
                  </a:cubicBezTo>
                  <a:cubicBezTo>
                    <a:pt x="20777" y="1327"/>
                    <a:pt x="19668" y="752"/>
                    <a:pt x="18692" y="752"/>
                  </a:cubicBezTo>
                  <a:cubicBezTo>
                    <a:pt x="18107" y="752"/>
                    <a:pt x="17570" y="958"/>
                    <a:pt x="17144" y="1616"/>
                  </a:cubicBezTo>
                  <a:cubicBezTo>
                    <a:pt x="16642" y="2376"/>
                    <a:pt x="15295" y="2826"/>
                    <a:pt x="15191" y="4035"/>
                  </a:cubicBezTo>
                  <a:cubicBezTo>
                    <a:pt x="15162" y="4430"/>
                    <a:pt x="15144" y="4616"/>
                    <a:pt x="15002" y="4616"/>
                  </a:cubicBezTo>
                  <a:cubicBezTo>
                    <a:pt x="14889" y="4616"/>
                    <a:pt x="14698" y="4499"/>
                    <a:pt x="14361" y="4277"/>
                  </a:cubicBezTo>
                  <a:cubicBezTo>
                    <a:pt x="13724" y="3844"/>
                    <a:pt x="13113" y="3612"/>
                    <a:pt x="12606" y="3612"/>
                  </a:cubicBezTo>
                  <a:cubicBezTo>
                    <a:pt x="12042" y="3612"/>
                    <a:pt x="11607" y="3900"/>
                    <a:pt x="11406" y="4519"/>
                  </a:cubicBezTo>
                  <a:cubicBezTo>
                    <a:pt x="10784" y="6334"/>
                    <a:pt x="8710" y="7215"/>
                    <a:pt x="8624" y="9392"/>
                  </a:cubicBezTo>
                  <a:cubicBezTo>
                    <a:pt x="8607" y="10153"/>
                    <a:pt x="7933" y="10619"/>
                    <a:pt x="7086" y="10879"/>
                  </a:cubicBezTo>
                  <a:cubicBezTo>
                    <a:pt x="5669" y="11311"/>
                    <a:pt x="4355" y="11864"/>
                    <a:pt x="3007" y="12382"/>
                  </a:cubicBezTo>
                  <a:cubicBezTo>
                    <a:pt x="1003" y="13160"/>
                    <a:pt x="0" y="16910"/>
                    <a:pt x="1538" y="19018"/>
                  </a:cubicBezTo>
                  <a:cubicBezTo>
                    <a:pt x="2835" y="20798"/>
                    <a:pt x="3128" y="22595"/>
                    <a:pt x="3992" y="24375"/>
                  </a:cubicBezTo>
                  <a:cubicBezTo>
                    <a:pt x="4494" y="25360"/>
                    <a:pt x="4424" y="26276"/>
                    <a:pt x="3750" y="26950"/>
                  </a:cubicBezTo>
                  <a:cubicBezTo>
                    <a:pt x="3353" y="27348"/>
                    <a:pt x="3509" y="27797"/>
                    <a:pt x="4148" y="28298"/>
                  </a:cubicBezTo>
                  <a:cubicBezTo>
                    <a:pt x="5020" y="28962"/>
                    <a:pt x="5824" y="29302"/>
                    <a:pt x="6549" y="29302"/>
                  </a:cubicBezTo>
                  <a:cubicBezTo>
                    <a:pt x="7089" y="29302"/>
                    <a:pt x="7586" y="29114"/>
                    <a:pt x="8036" y="28730"/>
                  </a:cubicBezTo>
                  <a:cubicBezTo>
                    <a:pt x="8740" y="28095"/>
                    <a:pt x="9643" y="27747"/>
                    <a:pt x="10576" y="27747"/>
                  </a:cubicBezTo>
                  <a:cubicBezTo>
                    <a:pt x="10811" y="27747"/>
                    <a:pt x="11049" y="27769"/>
                    <a:pt x="11285" y="27814"/>
                  </a:cubicBezTo>
                  <a:cubicBezTo>
                    <a:pt x="11420" y="27836"/>
                    <a:pt x="11551" y="27846"/>
                    <a:pt x="11676" y="27846"/>
                  </a:cubicBezTo>
                  <a:cubicBezTo>
                    <a:pt x="12065" y="27846"/>
                    <a:pt x="12402" y="27743"/>
                    <a:pt x="12650" y="27521"/>
                  </a:cubicBezTo>
                  <a:cubicBezTo>
                    <a:pt x="14551" y="25793"/>
                    <a:pt x="17368" y="25343"/>
                    <a:pt x="20047" y="24790"/>
                  </a:cubicBezTo>
                  <a:cubicBezTo>
                    <a:pt x="20247" y="24746"/>
                    <a:pt x="20464" y="24721"/>
                    <a:pt x="20691" y="24721"/>
                  </a:cubicBezTo>
                  <a:cubicBezTo>
                    <a:pt x="21623" y="24721"/>
                    <a:pt x="22712" y="25150"/>
                    <a:pt x="23365" y="26484"/>
                  </a:cubicBezTo>
                  <a:cubicBezTo>
                    <a:pt x="23667" y="27105"/>
                    <a:pt x="23855" y="28198"/>
                    <a:pt x="25083" y="28198"/>
                  </a:cubicBezTo>
                  <a:cubicBezTo>
                    <a:pt x="25120" y="28198"/>
                    <a:pt x="25158" y="28197"/>
                    <a:pt x="25197" y="28195"/>
                  </a:cubicBezTo>
                  <a:cubicBezTo>
                    <a:pt x="25345" y="28183"/>
                    <a:pt x="25455" y="28022"/>
                    <a:pt x="25593" y="28022"/>
                  </a:cubicBezTo>
                  <a:cubicBezTo>
                    <a:pt x="25664" y="28022"/>
                    <a:pt x="25742" y="28065"/>
                    <a:pt x="25836" y="28195"/>
                  </a:cubicBezTo>
                  <a:cubicBezTo>
                    <a:pt x="25923" y="28298"/>
                    <a:pt x="25767" y="28592"/>
                    <a:pt x="25612" y="28713"/>
                  </a:cubicBezTo>
                  <a:cubicBezTo>
                    <a:pt x="25318" y="28938"/>
                    <a:pt x="24903" y="29128"/>
                    <a:pt x="25283" y="29646"/>
                  </a:cubicBezTo>
                  <a:cubicBezTo>
                    <a:pt x="25508" y="29871"/>
                    <a:pt x="25802" y="30026"/>
                    <a:pt x="26113" y="30078"/>
                  </a:cubicBezTo>
                  <a:cubicBezTo>
                    <a:pt x="26172" y="30086"/>
                    <a:pt x="26229" y="30090"/>
                    <a:pt x="26283" y="30090"/>
                  </a:cubicBezTo>
                  <a:cubicBezTo>
                    <a:pt x="26710" y="30090"/>
                    <a:pt x="27006" y="29856"/>
                    <a:pt x="27098" y="29473"/>
                  </a:cubicBezTo>
                  <a:cubicBezTo>
                    <a:pt x="27115" y="29335"/>
                    <a:pt x="27098" y="29197"/>
                    <a:pt x="27029" y="29076"/>
                  </a:cubicBezTo>
                  <a:cubicBezTo>
                    <a:pt x="26976" y="28903"/>
                    <a:pt x="26992" y="28848"/>
                    <a:pt x="27041" y="28848"/>
                  </a:cubicBezTo>
                  <a:cubicBezTo>
                    <a:pt x="27105" y="28848"/>
                    <a:pt x="27225" y="28941"/>
                    <a:pt x="27322" y="28990"/>
                  </a:cubicBezTo>
                  <a:cubicBezTo>
                    <a:pt x="27824" y="29266"/>
                    <a:pt x="28463" y="29473"/>
                    <a:pt x="28169" y="30113"/>
                  </a:cubicBezTo>
                  <a:cubicBezTo>
                    <a:pt x="27945" y="30597"/>
                    <a:pt x="28117" y="31029"/>
                    <a:pt x="28809" y="31461"/>
                  </a:cubicBezTo>
                  <a:cubicBezTo>
                    <a:pt x="30199" y="32318"/>
                    <a:pt x="31628" y="32554"/>
                    <a:pt x="32898" y="32554"/>
                  </a:cubicBezTo>
                  <a:cubicBezTo>
                    <a:pt x="33522" y="32554"/>
                    <a:pt x="34108" y="32497"/>
                    <a:pt x="34633" y="32429"/>
                  </a:cubicBezTo>
                  <a:cubicBezTo>
                    <a:pt x="36672" y="32135"/>
                    <a:pt x="39299" y="31824"/>
                    <a:pt x="39299" y="29145"/>
                  </a:cubicBezTo>
                  <a:cubicBezTo>
                    <a:pt x="39299" y="28938"/>
                    <a:pt x="39541" y="28799"/>
                    <a:pt x="39592" y="28575"/>
                  </a:cubicBezTo>
                  <a:cubicBezTo>
                    <a:pt x="40024" y="26968"/>
                    <a:pt x="41804" y="26363"/>
                    <a:pt x="42496" y="24998"/>
                  </a:cubicBezTo>
                  <a:cubicBezTo>
                    <a:pt x="44224" y="21559"/>
                    <a:pt x="44362" y="17722"/>
                    <a:pt x="40232" y="13661"/>
                  </a:cubicBezTo>
                  <a:cubicBezTo>
                    <a:pt x="38953" y="12399"/>
                    <a:pt x="38037" y="10671"/>
                    <a:pt x="36309" y="9859"/>
                  </a:cubicBezTo>
                  <a:cubicBezTo>
                    <a:pt x="34494" y="9012"/>
                    <a:pt x="34080" y="7716"/>
                    <a:pt x="33509" y="6472"/>
                  </a:cubicBezTo>
                  <a:cubicBezTo>
                    <a:pt x="33388" y="5608"/>
                    <a:pt x="33008" y="4761"/>
                    <a:pt x="32213" y="4346"/>
                  </a:cubicBezTo>
                  <a:cubicBezTo>
                    <a:pt x="30658" y="3465"/>
                    <a:pt x="30278" y="2100"/>
                    <a:pt x="29414" y="942"/>
                  </a:cubicBezTo>
                  <a:cubicBezTo>
                    <a:pt x="29120" y="544"/>
                    <a:pt x="28947" y="78"/>
                    <a:pt x="28377" y="9"/>
                  </a:cubicBezTo>
                  <a:cubicBezTo>
                    <a:pt x="28330" y="3"/>
                    <a:pt x="28287" y="1"/>
                    <a:pt x="2824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10983;p128">
              <a:extLst>
                <a:ext uri="{FF2B5EF4-FFF2-40B4-BE49-F238E27FC236}">
                  <a16:creationId xmlns:a16="http://schemas.microsoft.com/office/drawing/2014/main" id="{8B61CEBC-AEE1-778F-21C8-CC9F887C1E02}"/>
                </a:ext>
              </a:extLst>
            </p:cNvPr>
            <p:cNvSpPr/>
            <p:nvPr/>
          </p:nvSpPr>
          <p:spPr>
            <a:xfrm>
              <a:off x="6442175" y="3238700"/>
              <a:ext cx="571625" cy="311800"/>
            </a:xfrm>
            <a:custGeom>
              <a:avLst/>
              <a:gdLst/>
              <a:ahLst/>
              <a:cxnLst/>
              <a:rect l="l" t="t" r="r" b="b"/>
              <a:pathLst>
                <a:path w="22865" h="12472" extrusionOk="0">
                  <a:moveTo>
                    <a:pt x="3070" y="1"/>
                  </a:moveTo>
                  <a:cubicBezTo>
                    <a:pt x="2939" y="1"/>
                    <a:pt x="2792" y="15"/>
                    <a:pt x="2627" y="46"/>
                  </a:cubicBezTo>
                  <a:cubicBezTo>
                    <a:pt x="1833" y="202"/>
                    <a:pt x="830" y="29"/>
                    <a:pt x="415" y="927"/>
                  </a:cubicBezTo>
                  <a:cubicBezTo>
                    <a:pt x="1" y="1826"/>
                    <a:pt x="934" y="1861"/>
                    <a:pt x="1400" y="2189"/>
                  </a:cubicBezTo>
                  <a:cubicBezTo>
                    <a:pt x="1504" y="2258"/>
                    <a:pt x="1366" y="2569"/>
                    <a:pt x="1435" y="2742"/>
                  </a:cubicBezTo>
                  <a:cubicBezTo>
                    <a:pt x="1757" y="3623"/>
                    <a:pt x="1963" y="4886"/>
                    <a:pt x="3062" y="4886"/>
                  </a:cubicBezTo>
                  <a:cubicBezTo>
                    <a:pt x="3084" y="4886"/>
                    <a:pt x="3106" y="4886"/>
                    <a:pt x="3129" y="4885"/>
                  </a:cubicBezTo>
                  <a:cubicBezTo>
                    <a:pt x="3207" y="4880"/>
                    <a:pt x="3284" y="4878"/>
                    <a:pt x="3360" y="4878"/>
                  </a:cubicBezTo>
                  <a:cubicBezTo>
                    <a:pt x="4698" y="4878"/>
                    <a:pt x="5731" y="5570"/>
                    <a:pt x="6810" y="6077"/>
                  </a:cubicBezTo>
                  <a:cubicBezTo>
                    <a:pt x="7328" y="6319"/>
                    <a:pt x="8019" y="7322"/>
                    <a:pt x="7207" y="8203"/>
                  </a:cubicBezTo>
                  <a:cubicBezTo>
                    <a:pt x="6913" y="8531"/>
                    <a:pt x="6948" y="8911"/>
                    <a:pt x="7121" y="9292"/>
                  </a:cubicBezTo>
                  <a:cubicBezTo>
                    <a:pt x="7274" y="9613"/>
                    <a:pt x="7597" y="9810"/>
                    <a:pt x="7934" y="9810"/>
                  </a:cubicBezTo>
                  <a:cubicBezTo>
                    <a:pt x="8014" y="9810"/>
                    <a:pt x="8095" y="9799"/>
                    <a:pt x="8175" y="9775"/>
                  </a:cubicBezTo>
                  <a:cubicBezTo>
                    <a:pt x="8275" y="9755"/>
                    <a:pt x="8368" y="9745"/>
                    <a:pt x="8457" y="9745"/>
                  </a:cubicBezTo>
                  <a:cubicBezTo>
                    <a:pt x="8811" y="9745"/>
                    <a:pt x="9087" y="9900"/>
                    <a:pt x="9419" y="10121"/>
                  </a:cubicBezTo>
                  <a:cubicBezTo>
                    <a:pt x="10079" y="10569"/>
                    <a:pt x="10930" y="10787"/>
                    <a:pt x="11688" y="10787"/>
                  </a:cubicBezTo>
                  <a:cubicBezTo>
                    <a:pt x="12538" y="10787"/>
                    <a:pt x="13270" y="10513"/>
                    <a:pt x="13480" y="9983"/>
                  </a:cubicBezTo>
                  <a:cubicBezTo>
                    <a:pt x="13648" y="9563"/>
                    <a:pt x="13555" y="9014"/>
                    <a:pt x="14230" y="9014"/>
                  </a:cubicBezTo>
                  <a:cubicBezTo>
                    <a:pt x="14250" y="9014"/>
                    <a:pt x="14271" y="9014"/>
                    <a:pt x="14293" y="9015"/>
                  </a:cubicBezTo>
                  <a:cubicBezTo>
                    <a:pt x="15036" y="9050"/>
                    <a:pt x="15381" y="9516"/>
                    <a:pt x="15450" y="10138"/>
                  </a:cubicBezTo>
                  <a:cubicBezTo>
                    <a:pt x="15640" y="11486"/>
                    <a:pt x="16522" y="11953"/>
                    <a:pt x="17697" y="11988"/>
                  </a:cubicBezTo>
                  <a:cubicBezTo>
                    <a:pt x="18224" y="11988"/>
                    <a:pt x="18870" y="12472"/>
                    <a:pt x="19366" y="12472"/>
                  </a:cubicBezTo>
                  <a:cubicBezTo>
                    <a:pt x="19602" y="12472"/>
                    <a:pt x="19804" y="12362"/>
                    <a:pt x="19944" y="12039"/>
                  </a:cubicBezTo>
                  <a:cubicBezTo>
                    <a:pt x="20289" y="11210"/>
                    <a:pt x="19287" y="10398"/>
                    <a:pt x="18596" y="9758"/>
                  </a:cubicBezTo>
                  <a:cubicBezTo>
                    <a:pt x="18164" y="9361"/>
                    <a:pt x="17420" y="8825"/>
                    <a:pt x="17749" y="8272"/>
                  </a:cubicBezTo>
                  <a:cubicBezTo>
                    <a:pt x="17984" y="7884"/>
                    <a:pt x="18253" y="7197"/>
                    <a:pt x="18937" y="7197"/>
                  </a:cubicBezTo>
                  <a:cubicBezTo>
                    <a:pt x="19107" y="7197"/>
                    <a:pt x="19302" y="7239"/>
                    <a:pt x="19529" y="7339"/>
                  </a:cubicBezTo>
                  <a:cubicBezTo>
                    <a:pt x="19732" y="7429"/>
                    <a:pt x="19935" y="7468"/>
                    <a:pt x="20135" y="7468"/>
                  </a:cubicBezTo>
                  <a:cubicBezTo>
                    <a:pt x="20854" y="7468"/>
                    <a:pt x="21544" y="6970"/>
                    <a:pt x="22138" y="6578"/>
                  </a:cubicBezTo>
                  <a:cubicBezTo>
                    <a:pt x="22795" y="6146"/>
                    <a:pt x="22864" y="5248"/>
                    <a:pt x="22311" y="4643"/>
                  </a:cubicBezTo>
                  <a:cubicBezTo>
                    <a:pt x="22115" y="4425"/>
                    <a:pt x="21948" y="4340"/>
                    <a:pt x="21799" y="4340"/>
                  </a:cubicBezTo>
                  <a:cubicBezTo>
                    <a:pt x="21465" y="4340"/>
                    <a:pt x="21227" y="4774"/>
                    <a:pt x="20963" y="5110"/>
                  </a:cubicBezTo>
                  <a:cubicBezTo>
                    <a:pt x="20756" y="5334"/>
                    <a:pt x="20479" y="5472"/>
                    <a:pt x="20168" y="5507"/>
                  </a:cubicBezTo>
                  <a:cubicBezTo>
                    <a:pt x="20112" y="5512"/>
                    <a:pt x="20051" y="5514"/>
                    <a:pt x="19986" y="5514"/>
                  </a:cubicBezTo>
                  <a:cubicBezTo>
                    <a:pt x="18639" y="5514"/>
                    <a:pt x="15548" y="4518"/>
                    <a:pt x="14344" y="3727"/>
                  </a:cubicBezTo>
                  <a:cubicBezTo>
                    <a:pt x="13999" y="3485"/>
                    <a:pt x="13636" y="3295"/>
                    <a:pt x="13238" y="3139"/>
                  </a:cubicBezTo>
                  <a:cubicBezTo>
                    <a:pt x="11925" y="2690"/>
                    <a:pt x="10473" y="2465"/>
                    <a:pt x="9298" y="1774"/>
                  </a:cubicBezTo>
                  <a:cubicBezTo>
                    <a:pt x="8770" y="1458"/>
                    <a:pt x="8301" y="1322"/>
                    <a:pt x="7877" y="1322"/>
                  </a:cubicBezTo>
                  <a:cubicBezTo>
                    <a:pt x="7093" y="1322"/>
                    <a:pt x="6459" y="1787"/>
                    <a:pt x="5876" y="2448"/>
                  </a:cubicBezTo>
                  <a:cubicBezTo>
                    <a:pt x="5497" y="2886"/>
                    <a:pt x="5240" y="3062"/>
                    <a:pt x="5050" y="3062"/>
                  </a:cubicBezTo>
                  <a:cubicBezTo>
                    <a:pt x="4739" y="3062"/>
                    <a:pt x="4614" y="2586"/>
                    <a:pt x="4442" y="2016"/>
                  </a:cubicBezTo>
                  <a:cubicBezTo>
                    <a:pt x="4193" y="1191"/>
                    <a:pt x="4266" y="1"/>
                    <a:pt x="30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10984;p128">
              <a:extLst>
                <a:ext uri="{FF2B5EF4-FFF2-40B4-BE49-F238E27FC236}">
                  <a16:creationId xmlns:a16="http://schemas.microsoft.com/office/drawing/2014/main" id="{43678F90-2AE9-371E-C6F3-2339A83041E5}"/>
                </a:ext>
              </a:extLst>
            </p:cNvPr>
            <p:cNvSpPr/>
            <p:nvPr/>
          </p:nvSpPr>
          <p:spPr>
            <a:xfrm>
              <a:off x="5898675" y="3029225"/>
              <a:ext cx="282150" cy="318450"/>
            </a:xfrm>
            <a:custGeom>
              <a:avLst/>
              <a:gdLst/>
              <a:ahLst/>
              <a:cxnLst/>
              <a:rect l="l" t="t" r="r" b="b"/>
              <a:pathLst>
                <a:path w="11286" h="12738" extrusionOk="0">
                  <a:moveTo>
                    <a:pt x="8163" y="0"/>
                  </a:moveTo>
                  <a:cubicBezTo>
                    <a:pt x="7646" y="0"/>
                    <a:pt x="7307" y="634"/>
                    <a:pt x="7121" y="1115"/>
                  </a:cubicBezTo>
                  <a:cubicBezTo>
                    <a:pt x="6498" y="2618"/>
                    <a:pt x="5081" y="3362"/>
                    <a:pt x="4027" y="4450"/>
                  </a:cubicBezTo>
                  <a:cubicBezTo>
                    <a:pt x="3562" y="4916"/>
                    <a:pt x="2753" y="5709"/>
                    <a:pt x="2170" y="5709"/>
                  </a:cubicBezTo>
                  <a:cubicBezTo>
                    <a:pt x="2125" y="5709"/>
                    <a:pt x="2082" y="5704"/>
                    <a:pt x="2040" y="5695"/>
                  </a:cubicBezTo>
                  <a:cubicBezTo>
                    <a:pt x="1767" y="5631"/>
                    <a:pt x="1536" y="5602"/>
                    <a:pt x="1339" y="5602"/>
                  </a:cubicBezTo>
                  <a:cubicBezTo>
                    <a:pt x="150" y="5602"/>
                    <a:pt x="215" y="6659"/>
                    <a:pt x="52" y="7475"/>
                  </a:cubicBezTo>
                  <a:cubicBezTo>
                    <a:pt x="1" y="9410"/>
                    <a:pt x="1625" y="11518"/>
                    <a:pt x="3267" y="12123"/>
                  </a:cubicBezTo>
                  <a:cubicBezTo>
                    <a:pt x="3638" y="12262"/>
                    <a:pt x="4019" y="12277"/>
                    <a:pt x="4389" y="12277"/>
                  </a:cubicBezTo>
                  <a:cubicBezTo>
                    <a:pt x="4488" y="12277"/>
                    <a:pt x="4586" y="12276"/>
                    <a:pt x="4683" y="12276"/>
                  </a:cubicBezTo>
                  <a:cubicBezTo>
                    <a:pt x="5034" y="12276"/>
                    <a:pt x="5369" y="12290"/>
                    <a:pt x="5669" y="12417"/>
                  </a:cubicBezTo>
                  <a:cubicBezTo>
                    <a:pt x="6156" y="12630"/>
                    <a:pt x="6559" y="12738"/>
                    <a:pt x="6895" y="12738"/>
                  </a:cubicBezTo>
                  <a:cubicBezTo>
                    <a:pt x="7678" y="12738"/>
                    <a:pt x="8093" y="12148"/>
                    <a:pt x="8348" y="10914"/>
                  </a:cubicBezTo>
                  <a:cubicBezTo>
                    <a:pt x="8572" y="9773"/>
                    <a:pt x="9073" y="8235"/>
                    <a:pt x="9937" y="7786"/>
                  </a:cubicBezTo>
                  <a:cubicBezTo>
                    <a:pt x="11268" y="7094"/>
                    <a:pt x="10577" y="6697"/>
                    <a:pt x="10231" y="6023"/>
                  </a:cubicBezTo>
                  <a:cubicBezTo>
                    <a:pt x="9782" y="5124"/>
                    <a:pt x="8797" y="4278"/>
                    <a:pt x="10058" y="3189"/>
                  </a:cubicBezTo>
                  <a:cubicBezTo>
                    <a:pt x="10404" y="2895"/>
                    <a:pt x="11285" y="2618"/>
                    <a:pt x="10853" y="1945"/>
                  </a:cubicBezTo>
                  <a:cubicBezTo>
                    <a:pt x="10266" y="1063"/>
                    <a:pt x="9402" y="286"/>
                    <a:pt x="8348" y="26"/>
                  </a:cubicBezTo>
                  <a:cubicBezTo>
                    <a:pt x="8284" y="9"/>
                    <a:pt x="8222" y="0"/>
                    <a:pt x="81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10985;p128">
              <a:extLst>
                <a:ext uri="{FF2B5EF4-FFF2-40B4-BE49-F238E27FC236}">
                  <a16:creationId xmlns:a16="http://schemas.microsoft.com/office/drawing/2014/main" id="{0015C140-0552-4492-E815-3FFE6814D7F7}"/>
                </a:ext>
              </a:extLst>
            </p:cNvPr>
            <p:cNvSpPr/>
            <p:nvPr/>
          </p:nvSpPr>
          <p:spPr>
            <a:xfrm>
              <a:off x="5544400" y="3065225"/>
              <a:ext cx="541800" cy="430700"/>
            </a:xfrm>
            <a:custGeom>
              <a:avLst/>
              <a:gdLst/>
              <a:ahLst/>
              <a:cxnLst/>
              <a:rect l="l" t="t" r="r" b="b"/>
              <a:pathLst>
                <a:path w="21672" h="17228" extrusionOk="0">
                  <a:moveTo>
                    <a:pt x="7484" y="4583"/>
                  </a:moveTo>
                  <a:lnTo>
                    <a:pt x="7484" y="4583"/>
                  </a:lnTo>
                  <a:cubicBezTo>
                    <a:pt x="7486" y="4586"/>
                    <a:pt x="7488" y="4589"/>
                    <a:pt x="7491" y="4592"/>
                  </a:cubicBezTo>
                  <a:lnTo>
                    <a:pt x="7491" y="4592"/>
                  </a:lnTo>
                  <a:cubicBezTo>
                    <a:pt x="7494" y="4595"/>
                    <a:pt x="7498" y="4597"/>
                    <a:pt x="7501" y="4600"/>
                  </a:cubicBezTo>
                  <a:lnTo>
                    <a:pt x="7484" y="4583"/>
                  </a:lnTo>
                  <a:close/>
                  <a:moveTo>
                    <a:pt x="1210" y="0"/>
                  </a:moveTo>
                  <a:cubicBezTo>
                    <a:pt x="910" y="0"/>
                    <a:pt x="646" y="84"/>
                    <a:pt x="415" y="314"/>
                  </a:cubicBezTo>
                  <a:cubicBezTo>
                    <a:pt x="1" y="712"/>
                    <a:pt x="260" y="1127"/>
                    <a:pt x="571" y="1403"/>
                  </a:cubicBezTo>
                  <a:cubicBezTo>
                    <a:pt x="1833" y="2561"/>
                    <a:pt x="2939" y="3874"/>
                    <a:pt x="3872" y="5309"/>
                  </a:cubicBezTo>
                  <a:cubicBezTo>
                    <a:pt x="5894" y="8264"/>
                    <a:pt x="6948" y="12014"/>
                    <a:pt x="10663" y="13552"/>
                  </a:cubicBezTo>
                  <a:cubicBezTo>
                    <a:pt x="10715" y="13587"/>
                    <a:pt x="10733" y="13656"/>
                    <a:pt x="10733" y="13725"/>
                  </a:cubicBezTo>
                  <a:cubicBezTo>
                    <a:pt x="10007" y="15522"/>
                    <a:pt x="11579" y="15401"/>
                    <a:pt x="12478" y="15660"/>
                  </a:cubicBezTo>
                  <a:cubicBezTo>
                    <a:pt x="14932" y="16334"/>
                    <a:pt x="17420" y="16801"/>
                    <a:pt x="19961" y="17043"/>
                  </a:cubicBezTo>
                  <a:cubicBezTo>
                    <a:pt x="20276" y="17079"/>
                    <a:pt x="20618" y="17227"/>
                    <a:pt x="20904" y="17227"/>
                  </a:cubicBezTo>
                  <a:cubicBezTo>
                    <a:pt x="21167" y="17227"/>
                    <a:pt x="21382" y="17101"/>
                    <a:pt x="21482" y="16645"/>
                  </a:cubicBezTo>
                  <a:cubicBezTo>
                    <a:pt x="21672" y="15816"/>
                    <a:pt x="20842" y="15626"/>
                    <a:pt x="20306" y="15280"/>
                  </a:cubicBezTo>
                  <a:cubicBezTo>
                    <a:pt x="18129" y="13932"/>
                    <a:pt x="15502" y="14347"/>
                    <a:pt x="13204" y="13448"/>
                  </a:cubicBezTo>
                  <a:cubicBezTo>
                    <a:pt x="13103" y="13410"/>
                    <a:pt x="12986" y="13400"/>
                    <a:pt x="12863" y="13400"/>
                  </a:cubicBezTo>
                  <a:cubicBezTo>
                    <a:pt x="12726" y="13400"/>
                    <a:pt x="12582" y="13412"/>
                    <a:pt x="12448" y="13412"/>
                  </a:cubicBezTo>
                  <a:cubicBezTo>
                    <a:pt x="12162" y="13412"/>
                    <a:pt x="11919" y="13355"/>
                    <a:pt x="11873" y="12999"/>
                  </a:cubicBezTo>
                  <a:cubicBezTo>
                    <a:pt x="11769" y="12221"/>
                    <a:pt x="11614" y="11288"/>
                    <a:pt x="12409" y="10666"/>
                  </a:cubicBezTo>
                  <a:cubicBezTo>
                    <a:pt x="12979" y="10199"/>
                    <a:pt x="12806" y="9836"/>
                    <a:pt x="12478" y="9249"/>
                  </a:cubicBezTo>
                  <a:cubicBezTo>
                    <a:pt x="11908" y="8195"/>
                    <a:pt x="10352" y="8558"/>
                    <a:pt x="10076" y="7849"/>
                  </a:cubicBezTo>
                  <a:cubicBezTo>
                    <a:pt x="9542" y="6419"/>
                    <a:pt x="8354" y="5659"/>
                    <a:pt x="7491" y="4592"/>
                  </a:cubicBezTo>
                  <a:lnTo>
                    <a:pt x="7491" y="4592"/>
                  </a:lnTo>
                  <a:cubicBezTo>
                    <a:pt x="6993" y="4179"/>
                    <a:pt x="6512" y="3733"/>
                    <a:pt x="5980" y="3339"/>
                  </a:cubicBezTo>
                  <a:cubicBezTo>
                    <a:pt x="4563" y="2285"/>
                    <a:pt x="3682" y="522"/>
                    <a:pt x="1763" y="72"/>
                  </a:cubicBezTo>
                  <a:cubicBezTo>
                    <a:pt x="1567" y="28"/>
                    <a:pt x="1383" y="0"/>
                    <a:pt x="12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10986;p128">
              <a:extLst>
                <a:ext uri="{FF2B5EF4-FFF2-40B4-BE49-F238E27FC236}">
                  <a16:creationId xmlns:a16="http://schemas.microsoft.com/office/drawing/2014/main" id="{07388C86-8F16-C741-790D-2EA789092A2B}"/>
                </a:ext>
              </a:extLst>
            </p:cNvPr>
            <p:cNvSpPr/>
            <p:nvPr/>
          </p:nvSpPr>
          <p:spPr>
            <a:xfrm>
              <a:off x="4388700" y="3530600"/>
              <a:ext cx="227275" cy="395425"/>
            </a:xfrm>
            <a:custGeom>
              <a:avLst/>
              <a:gdLst/>
              <a:ahLst/>
              <a:cxnLst/>
              <a:rect l="l" t="t" r="r" b="b"/>
              <a:pathLst>
                <a:path w="9091" h="15817" extrusionOk="0">
                  <a:moveTo>
                    <a:pt x="7622" y="0"/>
                  </a:moveTo>
                  <a:cubicBezTo>
                    <a:pt x="7155" y="0"/>
                    <a:pt x="6965" y="363"/>
                    <a:pt x="6740" y="761"/>
                  </a:cubicBezTo>
                  <a:cubicBezTo>
                    <a:pt x="5963" y="2212"/>
                    <a:pt x="5323" y="3802"/>
                    <a:pt x="3405" y="4200"/>
                  </a:cubicBezTo>
                  <a:cubicBezTo>
                    <a:pt x="2645" y="4338"/>
                    <a:pt x="2247" y="4891"/>
                    <a:pt x="2109" y="5738"/>
                  </a:cubicBezTo>
                  <a:cubicBezTo>
                    <a:pt x="1781" y="7587"/>
                    <a:pt x="1971" y="9471"/>
                    <a:pt x="917" y="11285"/>
                  </a:cubicBezTo>
                  <a:cubicBezTo>
                    <a:pt x="1" y="12910"/>
                    <a:pt x="1660" y="15813"/>
                    <a:pt x="3077" y="15813"/>
                  </a:cubicBezTo>
                  <a:cubicBezTo>
                    <a:pt x="3125" y="15815"/>
                    <a:pt x="3172" y="15816"/>
                    <a:pt x="3219" y="15816"/>
                  </a:cubicBezTo>
                  <a:cubicBezTo>
                    <a:pt x="4640" y="15816"/>
                    <a:pt x="5279" y="14808"/>
                    <a:pt x="5496" y="13670"/>
                  </a:cubicBezTo>
                  <a:cubicBezTo>
                    <a:pt x="6049" y="11095"/>
                    <a:pt x="7034" y="8676"/>
                    <a:pt x="8002" y="6256"/>
                  </a:cubicBezTo>
                  <a:cubicBezTo>
                    <a:pt x="8745" y="4373"/>
                    <a:pt x="9091" y="2645"/>
                    <a:pt x="8192" y="778"/>
                  </a:cubicBezTo>
                  <a:cubicBezTo>
                    <a:pt x="8054" y="467"/>
                    <a:pt x="8106" y="18"/>
                    <a:pt x="76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10987;p128">
              <a:extLst>
                <a:ext uri="{FF2B5EF4-FFF2-40B4-BE49-F238E27FC236}">
                  <a16:creationId xmlns:a16="http://schemas.microsoft.com/office/drawing/2014/main" id="{36E06CDD-072F-6384-C3DF-B32996CE6AE8}"/>
                </a:ext>
              </a:extLst>
            </p:cNvPr>
            <p:cNvSpPr/>
            <p:nvPr/>
          </p:nvSpPr>
          <p:spPr>
            <a:xfrm>
              <a:off x="6438300" y="1893850"/>
              <a:ext cx="267450" cy="418275"/>
            </a:xfrm>
            <a:custGeom>
              <a:avLst/>
              <a:gdLst/>
              <a:ahLst/>
              <a:cxnLst/>
              <a:rect l="l" t="t" r="r" b="b"/>
              <a:pathLst>
                <a:path w="10698" h="16731" extrusionOk="0">
                  <a:moveTo>
                    <a:pt x="4909" y="1"/>
                  </a:moveTo>
                  <a:cubicBezTo>
                    <a:pt x="4667" y="1"/>
                    <a:pt x="4504" y="61"/>
                    <a:pt x="4562" y="216"/>
                  </a:cubicBezTo>
                  <a:cubicBezTo>
                    <a:pt x="5064" y="1633"/>
                    <a:pt x="3992" y="3465"/>
                    <a:pt x="5444" y="4502"/>
                  </a:cubicBezTo>
                  <a:cubicBezTo>
                    <a:pt x="6654" y="5366"/>
                    <a:pt x="6515" y="6627"/>
                    <a:pt x="6913" y="7647"/>
                  </a:cubicBezTo>
                  <a:cubicBezTo>
                    <a:pt x="6804" y="8207"/>
                    <a:pt x="6835" y="9062"/>
                    <a:pt x="6426" y="9062"/>
                  </a:cubicBezTo>
                  <a:cubicBezTo>
                    <a:pt x="6380" y="9062"/>
                    <a:pt x="6330" y="9052"/>
                    <a:pt x="6273" y="9029"/>
                  </a:cubicBezTo>
                  <a:cubicBezTo>
                    <a:pt x="6019" y="8928"/>
                    <a:pt x="5817" y="8884"/>
                    <a:pt x="5657" y="8884"/>
                  </a:cubicBezTo>
                  <a:cubicBezTo>
                    <a:pt x="5131" y="8884"/>
                    <a:pt x="5047" y="9360"/>
                    <a:pt x="4995" y="9876"/>
                  </a:cubicBezTo>
                  <a:cubicBezTo>
                    <a:pt x="4925" y="10533"/>
                    <a:pt x="4614" y="10757"/>
                    <a:pt x="4044" y="10896"/>
                  </a:cubicBezTo>
                  <a:cubicBezTo>
                    <a:pt x="726" y="11673"/>
                    <a:pt x="0" y="13229"/>
                    <a:pt x="1659" y="16028"/>
                  </a:cubicBezTo>
                  <a:cubicBezTo>
                    <a:pt x="1834" y="16314"/>
                    <a:pt x="1935" y="16730"/>
                    <a:pt x="2351" y="16730"/>
                  </a:cubicBezTo>
                  <a:cubicBezTo>
                    <a:pt x="2389" y="16730"/>
                    <a:pt x="2429" y="16727"/>
                    <a:pt x="2471" y="16720"/>
                  </a:cubicBezTo>
                  <a:cubicBezTo>
                    <a:pt x="3007" y="16633"/>
                    <a:pt x="3197" y="16236"/>
                    <a:pt x="3301" y="15752"/>
                  </a:cubicBezTo>
                  <a:cubicBezTo>
                    <a:pt x="3405" y="15251"/>
                    <a:pt x="3301" y="14784"/>
                    <a:pt x="4009" y="14542"/>
                  </a:cubicBezTo>
                  <a:cubicBezTo>
                    <a:pt x="5651" y="13955"/>
                    <a:pt x="7241" y="13194"/>
                    <a:pt x="8866" y="12555"/>
                  </a:cubicBezTo>
                  <a:cubicBezTo>
                    <a:pt x="9298" y="12399"/>
                    <a:pt x="9643" y="12261"/>
                    <a:pt x="9799" y="11829"/>
                  </a:cubicBezTo>
                  <a:cubicBezTo>
                    <a:pt x="10300" y="10308"/>
                    <a:pt x="8866" y="5746"/>
                    <a:pt x="7604" y="4709"/>
                  </a:cubicBezTo>
                  <a:cubicBezTo>
                    <a:pt x="7397" y="4536"/>
                    <a:pt x="6809" y="4571"/>
                    <a:pt x="7016" y="4139"/>
                  </a:cubicBezTo>
                  <a:cubicBezTo>
                    <a:pt x="7082" y="4008"/>
                    <a:pt x="7166" y="3963"/>
                    <a:pt x="7262" y="3963"/>
                  </a:cubicBezTo>
                  <a:cubicBezTo>
                    <a:pt x="7468" y="3963"/>
                    <a:pt x="7725" y="4173"/>
                    <a:pt x="7950" y="4173"/>
                  </a:cubicBezTo>
                  <a:cubicBezTo>
                    <a:pt x="7979" y="4174"/>
                    <a:pt x="8009" y="4175"/>
                    <a:pt x="8039" y="4175"/>
                  </a:cubicBezTo>
                  <a:cubicBezTo>
                    <a:pt x="9008" y="4175"/>
                    <a:pt x="9913" y="3634"/>
                    <a:pt x="10265" y="2946"/>
                  </a:cubicBezTo>
                  <a:cubicBezTo>
                    <a:pt x="10697" y="2117"/>
                    <a:pt x="9695" y="1667"/>
                    <a:pt x="8987" y="1581"/>
                  </a:cubicBezTo>
                  <a:cubicBezTo>
                    <a:pt x="7811" y="1443"/>
                    <a:pt x="6930" y="786"/>
                    <a:pt x="5962" y="250"/>
                  </a:cubicBezTo>
                  <a:cubicBezTo>
                    <a:pt x="5704" y="111"/>
                    <a:pt x="5235" y="1"/>
                    <a:pt x="49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" name="Google Shape;10988;p128">
              <a:extLst>
                <a:ext uri="{FF2B5EF4-FFF2-40B4-BE49-F238E27FC236}">
                  <a16:creationId xmlns:a16="http://schemas.microsoft.com/office/drawing/2014/main" id="{5D55AD93-EBDD-970E-FDD0-5BD13F7A67E6}"/>
                </a:ext>
              </a:extLst>
            </p:cNvPr>
            <p:cNvSpPr/>
            <p:nvPr/>
          </p:nvSpPr>
          <p:spPr>
            <a:xfrm>
              <a:off x="6901875" y="4220725"/>
              <a:ext cx="468775" cy="354550"/>
            </a:xfrm>
            <a:custGeom>
              <a:avLst/>
              <a:gdLst/>
              <a:ahLst/>
              <a:cxnLst/>
              <a:rect l="l" t="t" r="r" b="b"/>
              <a:pathLst>
                <a:path w="18751" h="14182" extrusionOk="0">
                  <a:moveTo>
                    <a:pt x="15666" y="0"/>
                  </a:moveTo>
                  <a:cubicBezTo>
                    <a:pt x="15588" y="0"/>
                    <a:pt x="15504" y="9"/>
                    <a:pt x="15415" y="28"/>
                  </a:cubicBezTo>
                  <a:cubicBezTo>
                    <a:pt x="14690" y="184"/>
                    <a:pt x="14759" y="772"/>
                    <a:pt x="14897" y="1290"/>
                  </a:cubicBezTo>
                  <a:cubicBezTo>
                    <a:pt x="15294" y="2845"/>
                    <a:pt x="14880" y="4038"/>
                    <a:pt x="13463" y="4850"/>
                  </a:cubicBezTo>
                  <a:cubicBezTo>
                    <a:pt x="13013" y="5109"/>
                    <a:pt x="12823" y="5472"/>
                    <a:pt x="13065" y="5991"/>
                  </a:cubicBezTo>
                  <a:cubicBezTo>
                    <a:pt x="13324" y="6578"/>
                    <a:pt x="12823" y="6803"/>
                    <a:pt x="12512" y="7097"/>
                  </a:cubicBezTo>
                  <a:cubicBezTo>
                    <a:pt x="12410" y="7191"/>
                    <a:pt x="12303" y="7233"/>
                    <a:pt x="12200" y="7233"/>
                  </a:cubicBezTo>
                  <a:cubicBezTo>
                    <a:pt x="12041" y="7233"/>
                    <a:pt x="11891" y="7133"/>
                    <a:pt x="11786" y="6976"/>
                  </a:cubicBezTo>
                  <a:cubicBezTo>
                    <a:pt x="11531" y="6610"/>
                    <a:pt x="11284" y="6477"/>
                    <a:pt x="11039" y="6477"/>
                  </a:cubicBezTo>
                  <a:cubicBezTo>
                    <a:pt x="10705" y="6477"/>
                    <a:pt x="10373" y="6726"/>
                    <a:pt x="10024" y="6976"/>
                  </a:cubicBezTo>
                  <a:cubicBezTo>
                    <a:pt x="8797" y="7891"/>
                    <a:pt x="7811" y="9188"/>
                    <a:pt x="6308" y="9637"/>
                  </a:cubicBezTo>
                  <a:cubicBezTo>
                    <a:pt x="4303" y="10242"/>
                    <a:pt x="2696" y="11572"/>
                    <a:pt x="812" y="12385"/>
                  </a:cubicBezTo>
                  <a:cubicBezTo>
                    <a:pt x="242" y="12627"/>
                    <a:pt x="0" y="13214"/>
                    <a:pt x="692" y="13577"/>
                  </a:cubicBezTo>
                  <a:cubicBezTo>
                    <a:pt x="1262" y="13888"/>
                    <a:pt x="1936" y="13992"/>
                    <a:pt x="2610" y="14182"/>
                  </a:cubicBezTo>
                  <a:cubicBezTo>
                    <a:pt x="3819" y="13854"/>
                    <a:pt x="4943" y="13249"/>
                    <a:pt x="5893" y="12436"/>
                  </a:cubicBezTo>
                  <a:cubicBezTo>
                    <a:pt x="7829" y="10743"/>
                    <a:pt x="10144" y="9447"/>
                    <a:pt x="12357" y="8496"/>
                  </a:cubicBezTo>
                  <a:cubicBezTo>
                    <a:pt x="14396" y="7615"/>
                    <a:pt x="15847" y="6042"/>
                    <a:pt x="17817" y="5213"/>
                  </a:cubicBezTo>
                  <a:cubicBezTo>
                    <a:pt x="18301" y="4988"/>
                    <a:pt x="18751" y="4452"/>
                    <a:pt x="18612" y="3848"/>
                  </a:cubicBezTo>
                  <a:cubicBezTo>
                    <a:pt x="18539" y="3538"/>
                    <a:pt x="18402" y="3442"/>
                    <a:pt x="18239" y="3442"/>
                  </a:cubicBezTo>
                  <a:cubicBezTo>
                    <a:pt x="18019" y="3442"/>
                    <a:pt x="17752" y="3615"/>
                    <a:pt x="17524" y="3675"/>
                  </a:cubicBezTo>
                  <a:cubicBezTo>
                    <a:pt x="17487" y="3682"/>
                    <a:pt x="17451" y="3686"/>
                    <a:pt x="17417" y="3686"/>
                  </a:cubicBezTo>
                  <a:cubicBezTo>
                    <a:pt x="17207" y="3686"/>
                    <a:pt x="17050" y="3554"/>
                    <a:pt x="17109" y="3346"/>
                  </a:cubicBezTo>
                  <a:cubicBezTo>
                    <a:pt x="17385" y="2431"/>
                    <a:pt x="16625" y="1791"/>
                    <a:pt x="16556" y="962"/>
                  </a:cubicBezTo>
                  <a:cubicBezTo>
                    <a:pt x="16526" y="461"/>
                    <a:pt x="16229" y="0"/>
                    <a:pt x="156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" name="Google Shape;10989;p128">
              <a:extLst>
                <a:ext uri="{FF2B5EF4-FFF2-40B4-BE49-F238E27FC236}">
                  <a16:creationId xmlns:a16="http://schemas.microsoft.com/office/drawing/2014/main" id="{D4EB315F-6FBF-C495-E2B6-3EE7B515C2CE}"/>
                </a:ext>
              </a:extLst>
            </p:cNvPr>
            <p:cNvSpPr/>
            <p:nvPr/>
          </p:nvSpPr>
          <p:spPr>
            <a:xfrm>
              <a:off x="6306100" y="2654825"/>
              <a:ext cx="232875" cy="385425"/>
            </a:xfrm>
            <a:custGeom>
              <a:avLst/>
              <a:gdLst/>
              <a:ahLst/>
              <a:cxnLst/>
              <a:rect l="l" t="t" r="r" b="b"/>
              <a:pathLst>
                <a:path w="9315" h="15417" extrusionOk="0">
                  <a:moveTo>
                    <a:pt x="6907" y="9941"/>
                  </a:moveTo>
                  <a:cubicBezTo>
                    <a:pt x="6738" y="10523"/>
                    <a:pt x="6645" y="11167"/>
                    <a:pt x="5910" y="11304"/>
                  </a:cubicBezTo>
                  <a:cubicBezTo>
                    <a:pt x="5905" y="11305"/>
                    <a:pt x="5899" y="11305"/>
                    <a:pt x="5892" y="11305"/>
                  </a:cubicBezTo>
                  <a:cubicBezTo>
                    <a:pt x="5767" y="11305"/>
                    <a:pt x="5547" y="11146"/>
                    <a:pt x="5547" y="11097"/>
                  </a:cubicBezTo>
                  <a:cubicBezTo>
                    <a:pt x="5616" y="10270"/>
                    <a:pt x="6304" y="10147"/>
                    <a:pt x="6907" y="9941"/>
                  </a:cubicBezTo>
                  <a:close/>
                  <a:moveTo>
                    <a:pt x="2345" y="1"/>
                  </a:moveTo>
                  <a:cubicBezTo>
                    <a:pt x="2049" y="1"/>
                    <a:pt x="1708" y="93"/>
                    <a:pt x="1419" y="93"/>
                  </a:cubicBezTo>
                  <a:cubicBezTo>
                    <a:pt x="1383" y="93"/>
                    <a:pt x="1348" y="92"/>
                    <a:pt x="1313" y="88"/>
                  </a:cubicBezTo>
                  <a:cubicBezTo>
                    <a:pt x="1306" y="88"/>
                    <a:pt x="1299" y="88"/>
                    <a:pt x="1292" y="88"/>
                  </a:cubicBezTo>
                  <a:cubicBezTo>
                    <a:pt x="885" y="88"/>
                    <a:pt x="504" y="561"/>
                    <a:pt x="639" y="883"/>
                  </a:cubicBezTo>
                  <a:cubicBezTo>
                    <a:pt x="1244" y="2283"/>
                    <a:pt x="0" y="3977"/>
                    <a:pt x="1348" y="5273"/>
                  </a:cubicBezTo>
                  <a:cubicBezTo>
                    <a:pt x="1538" y="5446"/>
                    <a:pt x="1383" y="5964"/>
                    <a:pt x="1538" y="6241"/>
                  </a:cubicBezTo>
                  <a:cubicBezTo>
                    <a:pt x="1851" y="6738"/>
                    <a:pt x="1941" y="7889"/>
                    <a:pt x="2501" y="7889"/>
                  </a:cubicBezTo>
                  <a:cubicBezTo>
                    <a:pt x="2623" y="7889"/>
                    <a:pt x="2766" y="7836"/>
                    <a:pt x="2938" y="7710"/>
                  </a:cubicBezTo>
                  <a:cubicBezTo>
                    <a:pt x="3345" y="7411"/>
                    <a:pt x="3664" y="7306"/>
                    <a:pt x="3951" y="7306"/>
                  </a:cubicBezTo>
                  <a:cubicBezTo>
                    <a:pt x="4345" y="7306"/>
                    <a:pt x="4678" y="7505"/>
                    <a:pt x="5098" y="7675"/>
                  </a:cubicBezTo>
                  <a:cubicBezTo>
                    <a:pt x="5375" y="7796"/>
                    <a:pt x="5651" y="7848"/>
                    <a:pt x="5668" y="8176"/>
                  </a:cubicBezTo>
                  <a:cubicBezTo>
                    <a:pt x="5668" y="8297"/>
                    <a:pt x="5547" y="8401"/>
                    <a:pt x="5478" y="8504"/>
                  </a:cubicBezTo>
                  <a:cubicBezTo>
                    <a:pt x="5288" y="8384"/>
                    <a:pt x="5098" y="8263"/>
                    <a:pt x="4908" y="8107"/>
                  </a:cubicBezTo>
                  <a:cubicBezTo>
                    <a:pt x="4670" y="7869"/>
                    <a:pt x="4349" y="7740"/>
                    <a:pt x="4020" y="7740"/>
                  </a:cubicBezTo>
                  <a:cubicBezTo>
                    <a:pt x="3895" y="7740"/>
                    <a:pt x="3770" y="7758"/>
                    <a:pt x="3646" y="7796"/>
                  </a:cubicBezTo>
                  <a:cubicBezTo>
                    <a:pt x="3059" y="7951"/>
                    <a:pt x="3284" y="8470"/>
                    <a:pt x="3249" y="8850"/>
                  </a:cubicBezTo>
                  <a:cubicBezTo>
                    <a:pt x="3180" y="10008"/>
                    <a:pt x="4701" y="11270"/>
                    <a:pt x="4580" y="11408"/>
                  </a:cubicBezTo>
                  <a:cubicBezTo>
                    <a:pt x="3042" y="13170"/>
                    <a:pt x="4251" y="13205"/>
                    <a:pt x="5599" y="13758"/>
                  </a:cubicBezTo>
                  <a:cubicBezTo>
                    <a:pt x="6014" y="13948"/>
                    <a:pt x="6429" y="15244"/>
                    <a:pt x="7379" y="15400"/>
                  </a:cubicBezTo>
                  <a:cubicBezTo>
                    <a:pt x="7454" y="15411"/>
                    <a:pt x="7523" y="15417"/>
                    <a:pt x="7586" y="15417"/>
                  </a:cubicBezTo>
                  <a:cubicBezTo>
                    <a:pt x="8462" y="15417"/>
                    <a:pt x="8316" y="14362"/>
                    <a:pt x="8606" y="13879"/>
                  </a:cubicBezTo>
                  <a:cubicBezTo>
                    <a:pt x="9315" y="12687"/>
                    <a:pt x="8554" y="11529"/>
                    <a:pt x="8105" y="10423"/>
                  </a:cubicBezTo>
                  <a:cubicBezTo>
                    <a:pt x="7967" y="10058"/>
                    <a:pt x="7709" y="9812"/>
                    <a:pt x="7353" y="9812"/>
                  </a:cubicBezTo>
                  <a:cubicBezTo>
                    <a:pt x="7222" y="9812"/>
                    <a:pt x="7078" y="9845"/>
                    <a:pt x="6922" y="9917"/>
                  </a:cubicBezTo>
                  <a:lnTo>
                    <a:pt x="6922" y="9917"/>
                  </a:lnTo>
                  <a:cubicBezTo>
                    <a:pt x="7290" y="9072"/>
                    <a:pt x="8114" y="7913"/>
                    <a:pt x="7103" y="7433"/>
                  </a:cubicBezTo>
                  <a:cubicBezTo>
                    <a:pt x="5789" y="6828"/>
                    <a:pt x="5530" y="5048"/>
                    <a:pt x="3854" y="4927"/>
                  </a:cubicBezTo>
                  <a:cubicBezTo>
                    <a:pt x="3335" y="4893"/>
                    <a:pt x="2886" y="4167"/>
                    <a:pt x="3318" y="3424"/>
                  </a:cubicBezTo>
                  <a:cubicBezTo>
                    <a:pt x="3975" y="2318"/>
                    <a:pt x="3353" y="1298"/>
                    <a:pt x="2955" y="348"/>
                  </a:cubicBezTo>
                  <a:cubicBezTo>
                    <a:pt x="2833" y="73"/>
                    <a:pt x="2607" y="1"/>
                    <a:pt x="234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" name="Google Shape;10990;p128">
              <a:extLst>
                <a:ext uri="{FF2B5EF4-FFF2-40B4-BE49-F238E27FC236}">
                  <a16:creationId xmlns:a16="http://schemas.microsoft.com/office/drawing/2014/main" id="{B8263B92-A15F-1A55-68A1-CE952F053ABA}"/>
                </a:ext>
              </a:extLst>
            </p:cNvPr>
            <p:cNvSpPr/>
            <p:nvPr/>
          </p:nvSpPr>
          <p:spPr>
            <a:xfrm>
              <a:off x="6139750" y="3178550"/>
              <a:ext cx="185375" cy="227425"/>
            </a:xfrm>
            <a:custGeom>
              <a:avLst/>
              <a:gdLst/>
              <a:ahLst/>
              <a:cxnLst/>
              <a:rect l="l" t="t" r="r" b="b"/>
              <a:pathLst>
                <a:path w="7415" h="9097" extrusionOk="0">
                  <a:moveTo>
                    <a:pt x="6576" y="0"/>
                  </a:moveTo>
                  <a:cubicBezTo>
                    <a:pt x="6440" y="0"/>
                    <a:pt x="6314" y="46"/>
                    <a:pt x="6222" y="154"/>
                  </a:cubicBezTo>
                  <a:cubicBezTo>
                    <a:pt x="5928" y="483"/>
                    <a:pt x="5611" y="592"/>
                    <a:pt x="5290" y="592"/>
                  </a:cubicBezTo>
                  <a:cubicBezTo>
                    <a:pt x="4988" y="592"/>
                    <a:pt x="4683" y="496"/>
                    <a:pt x="4390" y="396"/>
                  </a:cubicBezTo>
                  <a:cubicBezTo>
                    <a:pt x="3964" y="242"/>
                    <a:pt x="3597" y="173"/>
                    <a:pt x="3279" y="173"/>
                  </a:cubicBezTo>
                  <a:cubicBezTo>
                    <a:pt x="1986" y="173"/>
                    <a:pt x="1492" y="1318"/>
                    <a:pt x="1020" y="2608"/>
                  </a:cubicBezTo>
                  <a:cubicBezTo>
                    <a:pt x="364" y="4353"/>
                    <a:pt x="1" y="6064"/>
                    <a:pt x="796" y="7360"/>
                  </a:cubicBezTo>
                  <a:cubicBezTo>
                    <a:pt x="847" y="8362"/>
                    <a:pt x="761" y="8984"/>
                    <a:pt x="1470" y="9088"/>
                  </a:cubicBezTo>
                  <a:cubicBezTo>
                    <a:pt x="1519" y="9094"/>
                    <a:pt x="1568" y="9097"/>
                    <a:pt x="1614" y="9097"/>
                  </a:cubicBezTo>
                  <a:cubicBezTo>
                    <a:pt x="2117" y="9097"/>
                    <a:pt x="2435" y="8762"/>
                    <a:pt x="2593" y="8224"/>
                  </a:cubicBezTo>
                  <a:cubicBezTo>
                    <a:pt x="2634" y="8075"/>
                    <a:pt x="2578" y="7743"/>
                    <a:pt x="2746" y="7743"/>
                  </a:cubicBezTo>
                  <a:cubicBezTo>
                    <a:pt x="2792" y="7743"/>
                    <a:pt x="2854" y="7768"/>
                    <a:pt x="2938" y="7827"/>
                  </a:cubicBezTo>
                  <a:cubicBezTo>
                    <a:pt x="3173" y="7995"/>
                    <a:pt x="3380" y="8062"/>
                    <a:pt x="3567" y="8062"/>
                  </a:cubicBezTo>
                  <a:cubicBezTo>
                    <a:pt x="4013" y="8062"/>
                    <a:pt x="4340" y="7677"/>
                    <a:pt x="4632" y="7360"/>
                  </a:cubicBezTo>
                  <a:cubicBezTo>
                    <a:pt x="5116" y="6842"/>
                    <a:pt x="4563" y="6358"/>
                    <a:pt x="4373" y="5839"/>
                  </a:cubicBezTo>
                  <a:cubicBezTo>
                    <a:pt x="4183" y="5321"/>
                    <a:pt x="3491" y="4750"/>
                    <a:pt x="4442" y="4249"/>
                  </a:cubicBezTo>
                  <a:cubicBezTo>
                    <a:pt x="4943" y="3990"/>
                    <a:pt x="5790" y="3852"/>
                    <a:pt x="5427" y="3057"/>
                  </a:cubicBezTo>
                  <a:cubicBezTo>
                    <a:pt x="5274" y="2713"/>
                    <a:pt x="5030" y="2616"/>
                    <a:pt x="4752" y="2616"/>
                  </a:cubicBezTo>
                  <a:cubicBezTo>
                    <a:pt x="4400" y="2616"/>
                    <a:pt x="3994" y="2771"/>
                    <a:pt x="3647" y="2780"/>
                  </a:cubicBezTo>
                  <a:cubicBezTo>
                    <a:pt x="3388" y="2815"/>
                    <a:pt x="3129" y="2850"/>
                    <a:pt x="2887" y="2919"/>
                  </a:cubicBezTo>
                  <a:cubicBezTo>
                    <a:pt x="2887" y="2746"/>
                    <a:pt x="2800" y="2487"/>
                    <a:pt x="2887" y="2435"/>
                  </a:cubicBezTo>
                  <a:cubicBezTo>
                    <a:pt x="3111" y="2262"/>
                    <a:pt x="3405" y="2037"/>
                    <a:pt x="3664" y="2037"/>
                  </a:cubicBezTo>
                  <a:cubicBezTo>
                    <a:pt x="4321" y="2055"/>
                    <a:pt x="4995" y="2262"/>
                    <a:pt x="5634" y="2262"/>
                  </a:cubicBezTo>
                  <a:cubicBezTo>
                    <a:pt x="6481" y="2262"/>
                    <a:pt x="6861" y="1553"/>
                    <a:pt x="7242" y="931"/>
                  </a:cubicBezTo>
                  <a:cubicBezTo>
                    <a:pt x="7414" y="689"/>
                    <a:pt x="7328" y="344"/>
                    <a:pt x="7086" y="188"/>
                  </a:cubicBezTo>
                  <a:cubicBezTo>
                    <a:pt x="6932" y="73"/>
                    <a:pt x="6746" y="0"/>
                    <a:pt x="65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" name="Google Shape;10991;p128">
              <a:extLst>
                <a:ext uri="{FF2B5EF4-FFF2-40B4-BE49-F238E27FC236}">
                  <a16:creationId xmlns:a16="http://schemas.microsoft.com/office/drawing/2014/main" id="{91DA9EEC-BB31-4245-0E78-F81D1DBA2C8B}"/>
                </a:ext>
              </a:extLst>
            </p:cNvPr>
            <p:cNvSpPr/>
            <p:nvPr/>
          </p:nvSpPr>
          <p:spPr>
            <a:xfrm>
              <a:off x="4320000" y="1079225"/>
              <a:ext cx="260125" cy="163000"/>
            </a:xfrm>
            <a:custGeom>
              <a:avLst/>
              <a:gdLst/>
              <a:ahLst/>
              <a:cxnLst/>
              <a:rect l="l" t="t" r="r" b="b"/>
              <a:pathLst>
                <a:path w="10405" h="6520" extrusionOk="0">
                  <a:moveTo>
                    <a:pt x="8970" y="1"/>
                  </a:moveTo>
                  <a:cubicBezTo>
                    <a:pt x="6620" y="778"/>
                    <a:pt x="3786" y="294"/>
                    <a:pt x="1764" y="2576"/>
                  </a:cubicBezTo>
                  <a:cubicBezTo>
                    <a:pt x="502" y="3993"/>
                    <a:pt x="1" y="5410"/>
                    <a:pt x="1038" y="5876"/>
                  </a:cubicBezTo>
                  <a:cubicBezTo>
                    <a:pt x="2057" y="6274"/>
                    <a:pt x="3146" y="6499"/>
                    <a:pt x="4252" y="6516"/>
                  </a:cubicBezTo>
                  <a:cubicBezTo>
                    <a:pt x="4303" y="6518"/>
                    <a:pt x="4355" y="6520"/>
                    <a:pt x="4406" y="6520"/>
                  </a:cubicBezTo>
                  <a:cubicBezTo>
                    <a:pt x="4717" y="6520"/>
                    <a:pt x="5012" y="6455"/>
                    <a:pt x="5116" y="6084"/>
                  </a:cubicBezTo>
                  <a:cubicBezTo>
                    <a:pt x="5237" y="5652"/>
                    <a:pt x="4892" y="5479"/>
                    <a:pt x="4563" y="5323"/>
                  </a:cubicBezTo>
                  <a:cubicBezTo>
                    <a:pt x="3094" y="4598"/>
                    <a:pt x="3630" y="3924"/>
                    <a:pt x="4598" y="3198"/>
                  </a:cubicBezTo>
                  <a:cubicBezTo>
                    <a:pt x="5980" y="2144"/>
                    <a:pt x="7726" y="2126"/>
                    <a:pt x="9264" y="1487"/>
                  </a:cubicBezTo>
                  <a:cubicBezTo>
                    <a:pt x="9696" y="1331"/>
                    <a:pt x="10404" y="1556"/>
                    <a:pt x="10352" y="796"/>
                  </a:cubicBezTo>
                  <a:cubicBezTo>
                    <a:pt x="10301" y="35"/>
                    <a:pt x="9627" y="70"/>
                    <a:pt x="89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" name="Google Shape;10992;p128">
              <a:extLst>
                <a:ext uri="{FF2B5EF4-FFF2-40B4-BE49-F238E27FC236}">
                  <a16:creationId xmlns:a16="http://schemas.microsoft.com/office/drawing/2014/main" id="{D2E9CC9D-95A3-5997-7E08-F8CBB6CC4546}"/>
                </a:ext>
              </a:extLst>
            </p:cNvPr>
            <p:cNvSpPr/>
            <p:nvPr/>
          </p:nvSpPr>
          <p:spPr>
            <a:xfrm>
              <a:off x="3605850" y="1017225"/>
              <a:ext cx="246275" cy="88775"/>
            </a:xfrm>
            <a:custGeom>
              <a:avLst/>
              <a:gdLst/>
              <a:ahLst/>
              <a:cxnLst/>
              <a:rect l="l" t="t" r="r" b="b"/>
              <a:pathLst>
                <a:path w="9851" h="3551" extrusionOk="0">
                  <a:moveTo>
                    <a:pt x="3896" y="1"/>
                  </a:moveTo>
                  <a:cubicBezTo>
                    <a:pt x="2951" y="1"/>
                    <a:pt x="1998" y="113"/>
                    <a:pt x="1055" y="130"/>
                  </a:cubicBezTo>
                  <a:cubicBezTo>
                    <a:pt x="674" y="130"/>
                    <a:pt x="260" y="217"/>
                    <a:pt x="121" y="649"/>
                  </a:cubicBezTo>
                  <a:cubicBezTo>
                    <a:pt x="0" y="1046"/>
                    <a:pt x="173" y="1461"/>
                    <a:pt x="536" y="1651"/>
                  </a:cubicBezTo>
                  <a:cubicBezTo>
                    <a:pt x="1487" y="2256"/>
                    <a:pt x="2489" y="2792"/>
                    <a:pt x="3474" y="3345"/>
                  </a:cubicBezTo>
                  <a:cubicBezTo>
                    <a:pt x="3715" y="3472"/>
                    <a:pt x="3939" y="3551"/>
                    <a:pt x="4149" y="3551"/>
                  </a:cubicBezTo>
                  <a:cubicBezTo>
                    <a:pt x="4450" y="3551"/>
                    <a:pt x="4723" y="3389"/>
                    <a:pt x="4978" y="2982"/>
                  </a:cubicBezTo>
                  <a:cubicBezTo>
                    <a:pt x="5203" y="2650"/>
                    <a:pt x="5511" y="2104"/>
                    <a:pt x="5931" y="2104"/>
                  </a:cubicBezTo>
                  <a:cubicBezTo>
                    <a:pt x="6058" y="2104"/>
                    <a:pt x="6195" y="2153"/>
                    <a:pt x="6343" y="2273"/>
                  </a:cubicBezTo>
                  <a:cubicBezTo>
                    <a:pt x="6982" y="2809"/>
                    <a:pt x="7673" y="2826"/>
                    <a:pt x="8365" y="2895"/>
                  </a:cubicBezTo>
                  <a:cubicBezTo>
                    <a:pt x="8588" y="2920"/>
                    <a:pt x="8869" y="3004"/>
                    <a:pt x="9118" y="3004"/>
                  </a:cubicBezTo>
                  <a:cubicBezTo>
                    <a:pt x="9390" y="3004"/>
                    <a:pt x="9623" y="2904"/>
                    <a:pt x="9695" y="2515"/>
                  </a:cubicBezTo>
                  <a:cubicBezTo>
                    <a:pt x="9851" y="1789"/>
                    <a:pt x="9142" y="1668"/>
                    <a:pt x="8641" y="1478"/>
                  </a:cubicBezTo>
                  <a:lnTo>
                    <a:pt x="6585" y="493"/>
                  </a:lnTo>
                  <a:cubicBezTo>
                    <a:pt x="5704" y="104"/>
                    <a:pt x="4803" y="1"/>
                    <a:pt x="389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1" name="Google Shape;10993;p128">
              <a:extLst>
                <a:ext uri="{FF2B5EF4-FFF2-40B4-BE49-F238E27FC236}">
                  <a16:creationId xmlns:a16="http://schemas.microsoft.com/office/drawing/2014/main" id="{FEA781F2-4D4E-0C57-2781-F5C2C72F243B}"/>
                </a:ext>
              </a:extLst>
            </p:cNvPr>
            <p:cNvSpPr/>
            <p:nvPr/>
          </p:nvSpPr>
          <p:spPr>
            <a:xfrm>
              <a:off x="3161275" y="1612775"/>
              <a:ext cx="115825" cy="115825"/>
            </a:xfrm>
            <a:custGeom>
              <a:avLst/>
              <a:gdLst/>
              <a:ahLst/>
              <a:cxnLst/>
              <a:rect l="l" t="t" r="r" b="b"/>
              <a:pathLst>
                <a:path w="4633" h="4633" extrusionOk="0">
                  <a:moveTo>
                    <a:pt x="2966" y="1"/>
                  </a:moveTo>
                  <a:cubicBezTo>
                    <a:pt x="2951" y="1"/>
                    <a:pt x="2936" y="1"/>
                    <a:pt x="2921" y="1"/>
                  </a:cubicBezTo>
                  <a:cubicBezTo>
                    <a:pt x="1729" y="36"/>
                    <a:pt x="1" y="2421"/>
                    <a:pt x="139" y="3803"/>
                  </a:cubicBezTo>
                  <a:cubicBezTo>
                    <a:pt x="139" y="4252"/>
                    <a:pt x="502" y="4615"/>
                    <a:pt x="951" y="4633"/>
                  </a:cubicBezTo>
                  <a:cubicBezTo>
                    <a:pt x="2956" y="4581"/>
                    <a:pt x="4632" y="3026"/>
                    <a:pt x="4529" y="1297"/>
                  </a:cubicBezTo>
                  <a:cubicBezTo>
                    <a:pt x="4478" y="482"/>
                    <a:pt x="3809" y="1"/>
                    <a:pt x="29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2" name="Google Shape;10994;p128">
              <a:extLst>
                <a:ext uri="{FF2B5EF4-FFF2-40B4-BE49-F238E27FC236}">
                  <a16:creationId xmlns:a16="http://schemas.microsoft.com/office/drawing/2014/main" id="{12B7B15A-687C-55CF-FFB0-467A0B47D9B1}"/>
                </a:ext>
              </a:extLst>
            </p:cNvPr>
            <p:cNvSpPr/>
            <p:nvPr/>
          </p:nvSpPr>
          <p:spPr>
            <a:xfrm>
              <a:off x="6082850" y="3458350"/>
              <a:ext cx="215350" cy="82375"/>
            </a:xfrm>
            <a:custGeom>
              <a:avLst/>
              <a:gdLst/>
              <a:ahLst/>
              <a:cxnLst/>
              <a:rect l="l" t="t" r="r" b="b"/>
              <a:pathLst>
                <a:path w="8614" h="3295" extrusionOk="0">
                  <a:moveTo>
                    <a:pt x="8412" y="834"/>
                  </a:moveTo>
                  <a:lnTo>
                    <a:pt x="8412" y="834"/>
                  </a:lnTo>
                  <a:cubicBezTo>
                    <a:pt x="8408" y="835"/>
                    <a:pt x="8404" y="836"/>
                    <a:pt x="8401" y="837"/>
                  </a:cubicBezTo>
                  <a:lnTo>
                    <a:pt x="8401" y="837"/>
                  </a:lnTo>
                  <a:cubicBezTo>
                    <a:pt x="8399" y="842"/>
                    <a:pt x="8396" y="846"/>
                    <a:pt x="8394" y="851"/>
                  </a:cubicBezTo>
                  <a:lnTo>
                    <a:pt x="8412" y="834"/>
                  </a:lnTo>
                  <a:close/>
                  <a:moveTo>
                    <a:pt x="6441" y="1"/>
                  </a:moveTo>
                  <a:cubicBezTo>
                    <a:pt x="5426" y="1"/>
                    <a:pt x="4424" y="103"/>
                    <a:pt x="3504" y="557"/>
                  </a:cubicBezTo>
                  <a:cubicBezTo>
                    <a:pt x="3268" y="683"/>
                    <a:pt x="3156" y="756"/>
                    <a:pt x="3064" y="756"/>
                  </a:cubicBezTo>
                  <a:cubicBezTo>
                    <a:pt x="2968" y="756"/>
                    <a:pt x="2895" y="675"/>
                    <a:pt x="2726" y="488"/>
                  </a:cubicBezTo>
                  <a:cubicBezTo>
                    <a:pt x="2440" y="160"/>
                    <a:pt x="2158" y="41"/>
                    <a:pt x="1882" y="41"/>
                  </a:cubicBezTo>
                  <a:cubicBezTo>
                    <a:pt x="1373" y="41"/>
                    <a:pt x="881" y="443"/>
                    <a:pt x="410" y="678"/>
                  </a:cubicBezTo>
                  <a:cubicBezTo>
                    <a:pt x="0" y="866"/>
                    <a:pt x="164" y="1612"/>
                    <a:pt x="452" y="1612"/>
                  </a:cubicBezTo>
                  <a:cubicBezTo>
                    <a:pt x="455" y="1612"/>
                    <a:pt x="459" y="1612"/>
                    <a:pt x="462" y="1612"/>
                  </a:cubicBezTo>
                  <a:cubicBezTo>
                    <a:pt x="518" y="1607"/>
                    <a:pt x="572" y="1605"/>
                    <a:pt x="625" y="1605"/>
                  </a:cubicBezTo>
                  <a:cubicBezTo>
                    <a:pt x="1895" y="1605"/>
                    <a:pt x="2508" y="2753"/>
                    <a:pt x="3504" y="3184"/>
                  </a:cubicBezTo>
                  <a:cubicBezTo>
                    <a:pt x="3665" y="3259"/>
                    <a:pt x="3818" y="3295"/>
                    <a:pt x="3955" y="3295"/>
                  </a:cubicBezTo>
                  <a:cubicBezTo>
                    <a:pt x="4389" y="3295"/>
                    <a:pt x="4667" y="2934"/>
                    <a:pt x="4575" y="2303"/>
                  </a:cubicBezTo>
                  <a:cubicBezTo>
                    <a:pt x="4523" y="1905"/>
                    <a:pt x="4541" y="1784"/>
                    <a:pt x="4973" y="1698"/>
                  </a:cubicBezTo>
                  <a:cubicBezTo>
                    <a:pt x="6127" y="1457"/>
                    <a:pt x="7264" y="1130"/>
                    <a:pt x="8401" y="837"/>
                  </a:cubicBezTo>
                  <a:lnTo>
                    <a:pt x="8401" y="837"/>
                  </a:lnTo>
                  <a:cubicBezTo>
                    <a:pt x="8535" y="525"/>
                    <a:pt x="8613" y="56"/>
                    <a:pt x="8256" y="56"/>
                  </a:cubicBezTo>
                  <a:cubicBezTo>
                    <a:pt x="7656" y="37"/>
                    <a:pt x="7046" y="1"/>
                    <a:pt x="64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3" name="Google Shape;10995;p128">
              <a:extLst>
                <a:ext uri="{FF2B5EF4-FFF2-40B4-BE49-F238E27FC236}">
                  <a16:creationId xmlns:a16="http://schemas.microsoft.com/office/drawing/2014/main" id="{EB8300BF-0959-0491-95FD-DB05313606A1}"/>
                </a:ext>
              </a:extLst>
            </p:cNvPr>
            <p:cNvSpPr/>
            <p:nvPr/>
          </p:nvSpPr>
          <p:spPr>
            <a:xfrm>
              <a:off x="5726825" y="1103850"/>
              <a:ext cx="262175" cy="54825"/>
            </a:xfrm>
            <a:custGeom>
              <a:avLst/>
              <a:gdLst/>
              <a:ahLst/>
              <a:cxnLst/>
              <a:rect l="l" t="t" r="r" b="b"/>
              <a:pathLst>
                <a:path w="10487" h="2193" extrusionOk="0">
                  <a:moveTo>
                    <a:pt x="2675" y="1"/>
                  </a:moveTo>
                  <a:cubicBezTo>
                    <a:pt x="2260" y="122"/>
                    <a:pt x="1984" y="208"/>
                    <a:pt x="1707" y="260"/>
                  </a:cubicBezTo>
                  <a:cubicBezTo>
                    <a:pt x="1625" y="276"/>
                    <a:pt x="1533" y="281"/>
                    <a:pt x="1436" y="281"/>
                  </a:cubicBezTo>
                  <a:cubicBezTo>
                    <a:pt x="1238" y="281"/>
                    <a:pt x="1018" y="259"/>
                    <a:pt x="814" y="259"/>
                  </a:cubicBezTo>
                  <a:cubicBezTo>
                    <a:pt x="370" y="259"/>
                    <a:pt x="1" y="367"/>
                    <a:pt x="83" y="1055"/>
                  </a:cubicBezTo>
                  <a:cubicBezTo>
                    <a:pt x="160" y="1671"/>
                    <a:pt x="629" y="1783"/>
                    <a:pt x="1147" y="1783"/>
                  </a:cubicBezTo>
                  <a:cubicBezTo>
                    <a:pt x="1443" y="1783"/>
                    <a:pt x="1754" y="1746"/>
                    <a:pt x="2018" y="1746"/>
                  </a:cubicBezTo>
                  <a:cubicBezTo>
                    <a:pt x="3176" y="1729"/>
                    <a:pt x="4334" y="1625"/>
                    <a:pt x="5488" y="1625"/>
                  </a:cubicBezTo>
                  <a:cubicBezTo>
                    <a:pt x="6641" y="1625"/>
                    <a:pt x="7790" y="1729"/>
                    <a:pt x="8931" y="2126"/>
                  </a:cubicBezTo>
                  <a:cubicBezTo>
                    <a:pt x="9064" y="2171"/>
                    <a:pt x="9201" y="2192"/>
                    <a:pt x="9336" y="2192"/>
                  </a:cubicBezTo>
                  <a:cubicBezTo>
                    <a:pt x="9780" y="2192"/>
                    <a:pt x="10194" y="1955"/>
                    <a:pt x="10314" y="1504"/>
                  </a:cubicBezTo>
                  <a:cubicBezTo>
                    <a:pt x="10486" y="813"/>
                    <a:pt x="9761" y="744"/>
                    <a:pt x="9294" y="606"/>
                  </a:cubicBezTo>
                  <a:cubicBezTo>
                    <a:pt x="8746" y="426"/>
                    <a:pt x="8189" y="370"/>
                    <a:pt x="7630" y="370"/>
                  </a:cubicBezTo>
                  <a:cubicBezTo>
                    <a:pt x="6715" y="370"/>
                    <a:pt x="5795" y="519"/>
                    <a:pt x="4900" y="519"/>
                  </a:cubicBezTo>
                  <a:cubicBezTo>
                    <a:pt x="4133" y="519"/>
                    <a:pt x="3384" y="409"/>
                    <a:pt x="26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4" name="Google Shape;10996;p128">
              <a:extLst>
                <a:ext uri="{FF2B5EF4-FFF2-40B4-BE49-F238E27FC236}">
                  <a16:creationId xmlns:a16="http://schemas.microsoft.com/office/drawing/2014/main" id="{48D0F42E-437C-B060-3F28-2593EC2EC4A8}"/>
                </a:ext>
              </a:extLst>
            </p:cNvPr>
            <p:cNvSpPr/>
            <p:nvPr/>
          </p:nvSpPr>
          <p:spPr>
            <a:xfrm>
              <a:off x="6497925" y="4391525"/>
              <a:ext cx="125725" cy="97375"/>
            </a:xfrm>
            <a:custGeom>
              <a:avLst/>
              <a:gdLst/>
              <a:ahLst/>
              <a:cxnLst/>
              <a:rect l="l" t="t" r="r" b="b"/>
              <a:pathLst>
                <a:path w="5029" h="3895" extrusionOk="0">
                  <a:moveTo>
                    <a:pt x="4062" y="0"/>
                  </a:moveTo>
                  <a:cubicBezTo>
                    <a:pt x="3557" y="0"/>
                    <a:pt x="2937" y="491"/>
                    <a:pt x="2445" y="491"/>
                  </a:cubicBezTo>
                  <a:cubicBezTo>
                    <a:pt x="2234" y="491"/>
                    <a:pt x="2046" y="401"/>
                    <a:pt x="1901" y="144"/>
                  </a:cubicBezTo>
                  <a:cubicBezTo>
                    <a:pt x="0" y="403"/>
                    <a:pt x="570" y="1975"/>
                    <a:pt x="225" y="2960"/>
                  </a:cubicBezTo>
                  <a:cubicBezTo>
                    <a:pt x="38" y="3485"/>
                    <a:pt x="566" y="3894"/>
                    <a:pt x="1172" y="3894"/>
                  </a:cubicBezTo>
                  <a:cubicBezTo>
                    <a:pt x="1185" y="3894"/>
                    <a:pt x="1197" y="3894"/>
                    <a:pt x="1210" y="3894"/>
                  </a:cubicBezTo>
                  <a:cubicBezTo>
                    <a:pt x="2298" y="3876"/>
                    <a:pt x="5029" y="1630"/>
                    <a:pt x="4804" y="783"/>
                  </a:cubicBezTo>
                  <a:cubicBezTo>
                    <a:pt x="4638" y="185"/>
                    <a:pt x="4372" y="0"/>
                    <a:pt x="40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" name="Google Shape;10997;p128">
              <a:extLst>
                <a:ext uri="{FF2B5EF4-FFF2-40B4-BE49-F238E27FC236}">
                  <a16:creationId xmlns:a16="http://schemas.microsoft.com/office/drawing/2014/main" id="{87BEDA1C-CEFB-1BCF-0124-283AF99142A1}"/>
                </a:ext>
              </a:extLst>
            </p:cNvPr>
            <p:cNvSpPr/>
            <p:nvPr/>
          </p:nvSpPr>
          <p:spPr>
            <a:xfrm>
              <a:off x="5334875" y="2906300"/>
              <a:ext cx="82100" cy="128050"/>
            </a:xfrm>
            <a:custGeom>
              <a:avLst/>
              <a:gdLst/>
              <a:ahLst/>
              <a:cxnLst/>
              <a:rect l="l" t="t" r="r" b="b"/>
              <a:pathLst>
                <a:path w="3284" h="5122" extrusionOk="0">
                  <a:moveTo>
                    <a:pt x="519" y="1"/>
                  </a:moveTo>
                  <a:lnTo>
                    <a:pt x="380" y="139"/>
                  </a:lnTo>
                  <a:cubicBezTo>
                    <a:pt x="104" y="1452"/>
                    <a:pt x="0" y="2766"/>
                    <a:pt x="380" y="4062"/>
                  </a:cubicBezTo>
                  <a:cubicBezTo>
                    <a:pt x="534" y="4660"/>
                    <a:pt x="796" y="5122"/>
                    <a:pt x="1420" y="5122"/>
                  </a:cubicBezTo>
                  <a:cubicBezTo>
                    <a:pt x="1500" y="5122"/>
                    <a:pt x="1585" y="5114"/>
                    <a:pt x="1676" y="5099"/>
                  </a:cubicBezTo>
                  <a:cubicBezTo>
                    <a:pt x="2471" y="4978"/>
                    <a:pt x="3284" y="4408"/>
                    <a:pt x="3111" y="3734"/>
                  </a:cubicBezTo>
                  <a:cubicBezTo>
                    <a:pt x="2748" y="2213"/>
                    <a:pt x="2108" y="744"/>
                    <a:pt x="51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" name="Google Shape;10998;p128">
              <a:extLst>
                <a:ext uri="{FF2B5EF4-FFF2-40B4-BE49-F238E27FC236}">
                  <a16:creationId xmlns:a16="http://schemas.microsoft.com/office/drawing/2014/main" id="{7CEB3D23-D5FD-A239-6365-F3847A93DC39}"/>
                </a:ext>
              </a:extLst>
            </p:cNvPr>
            <p:cNvSpPr/>
            <p:nvPr/>
          </p:nvSpPr>
          <p:spPr>
            <a:xfrm>
              <a:off x="4869125" y="997550"/>
              <a:ext cx="160750" cy="66150"/>
            </a:xfrm>
            <a:custGeom>
              <a:avLst/>
              <a:gdLst/>
              <a:ahLst/>
              <a:cxnLst/>
              <a:rect l="l" t="t" r="r" b="b"/>
              <a:pathLst>
                <a:path w="6430" h="2646" extrusionOk="0">
                  <a:moveTo>
                    <a:pt x="1040" y="1"/>
                  </a:moveTo>
                  <a:cubicBezTo>
                    <a:pt x="589" y="1"/>
                    <a:pt x="239" y="358"/>
                    <a:pt x="104" y="814"/>
                  </a:cubicBezTo>
                  <a:cubicBezTo>
                    <a:pt x="1" y="1108"/>
                    <a:pt x="191" y="1419"/>
                    <a:pt x="502" y="1470"/>
                  </a:cubicBezTo>
                  <a:cubicBezTo>
                    <a:pt x="1971" y="1885"/>
                    <a:pt x="3440" y="2283"/>
                    <a:pt x="4736" y="2646"/>
                  </a:cubicBezTo>
                  <a:cubicBezTo>
                    <a:pt x="5427" y="2611"/>
                    <a:pt x="5928" y="2611"/>
                    <a:pt x="6239" y="2127"/>
                  </a:cubicBezTo>
                  <a:cubicBezTo>
                    <a:pt x="6429" y="1851"/>
                    <a:pt x="6308" y="1470"/>
                    <a:pt x="6066" y="1419"/>
                  </a:cubicBezTo>
                  <a:cubicBezTo>
                    <a:pt x="4373" y="1021"/>
                    <a:pt x="2852" y="36"/>
                    <a:pt x="1072" y="2"/>
                  </a:cubicBezTo>
                  <a:cubicBezTo>
                    <a:pt x="1061" y="1"/>
                    <a:pt x="1051" y="1"/>
                    <a:pt x="10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7" name="Google Shape;10999;p128">
              <a:extLst>
                <a:ext uri="{FF2B5EF4-FFF2-40B4-BE49-F238E27FC236}">
                  <a16:creationId xmlns:a16="http://schemas.microsoft.com/office/drawing/2014/main" id="{459EB4E1-8107-FC62-3CAE-464C779BC20F}"/>
                </a:ext>
              </a:extLst>
            </p:cNvPr>
            <p:cNvSpPr/>
            <p:nvPr/>
          </p:nvSpPr>
          <p:spPr>
            <a:xfrm>
              <a:off x="3763550" y="998475"/>
              <a:ext cx="117975" cy="55725"/>
            </a:xfrm>
            <a:custGeom>
              <a:avLst/>
              <a:gdLst/>
              <a:ahLst/>
              <a:cxnLst/>
              <a:rect l="l" t="t" r="r" b="b"/>
              <a:pathLst>
                <a:path w="4719" h="2229" extrusionOk="0">
                  <a:moveTo>
                    <a:pt x="747" y="0"/>
                  </a:moveTo>
                  <a:cubicBezTo>
                    <a:pt x="407" y="0"/>
                    <a:pt x="65" y="161"/>
                    <a:pt x="18" y="690"/>
                  </a:cubicBezTo>
                  <a:cubicBezTo>
                    <a:pt x="0" y="863"/>
                    <a:pt x="190" y="1053"/>
                    <a:pt x="277" y="1243"/>
                  </a:cubicBezTo>
                  <a:lnTo>
                    <a:pt x="2333" y="2228"/>
                  </a:lnTo>
                  <a:cubicBezTo>
                    <a:pt x="2437" y="2220"/>
                    <a:pt x="2541" y="2220"/>
                    <a:pt x="2644" y="2220"/>
                  </a:cubicBezTo>
                  <a:cubicBezTo>
                    <a:pt x="2748" y="2220"/>
                    <a:pt x="2852" y="2220"/>
                    <a:pt x="2955" y="2211"/>
                  </a:cubicBezTo>
                  <a:cubicBezTo>
                    <a:pt x="3647" y="2142"/>
                    <a:pt x="4718" y="2090"/>
                    <a:pt x="4511" y="1261"/>
                  </a:cubicBezTo>
                  <a:cubicBezTo>
                    <a:pt x="4255" y="308"/>
                    <a:pt x="3582" y="187"/>
                    <a:pt x="2842" y="187"/>
                  </a:cubicBezTo>
                  <a:cubicBezTo>
                    <a:pt x="2589" y="187"/>
                    <a:pt x="2328" y="201"/>
                    <a:pt x="2074" y="201"/>
                  </a:cubicBezTo>
                  <a:cubicBezTo>
                    <a:pt x="1762" y="201"/>
                    <a:pt x="1460" y="180"/>
                    <a:pt x="1193" y="85"/>
                  </a:cubicBezTo>
                  <a:cubicBezTo>
                    <a:pt x="1066" y="36"/>
                    <a:pt x="907" y="0"/>
                    <a:pt x="7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8" name="Google Shape;11000;p128">
              <a:extLst>
                <a:ext uri="{FF2B5EF4-FFF2-40B4-BE49-F238E27FC236}">
                  <a16:creationId xmlns:a16="http://schemas.microsoft.com/office/drawing/2014/main" id="{BF9860E7-632C-5C40-17CD-239D827822FE}"/>
                </a:ext>
              </a:extLst>
            </p:cNvPr>
            <p:cNvSpPr/>
            <p:nvPr/>
          </p:nvSpPr>
          <p:spPr>
            <a:xfrm>
              <a:off x="6244750" y="3463175"/>
              <a:ext cx="127900" cy="76650"/>
            </a:xfrm>
            <a:custGeom>
              <a:avLst/>
              <a:gdLst/>
              <a:ahLst/>
              <a:cxnLst/>
              <a:rect l="l" t="t" r="r" b="b"/>
              <a:pathLst>
                <a:path w="5116" h="3066" extrusionOk="0">
                  <a:moveTo>
                    <a:pt x="4184" y="1"/>
                  </a:moveTo>
                  <a:cubicBezTo>
                    <a:pt x="4093" y="1"/>
                    <a:pt x="4000" y="13"/>
                    <a:pt x="3906" y="36"/>
                  </a:cubicBezTo>
                  <a:cubicBezTo>
                    <a:pt x="3232" y="209"/>
                    <a:pt x="2575" y="416"/>
                    <a:pt x="1918" y="641"/>
                  </a:cubicBezTo>
                  <a:lnTo>
                    <a:pt x="1936" y="641"/>
                  </a:lnTo>
                  <a:cubicBezTo>
                    <a:pt x="1659" y="848"/>
                    <a:pt x="1383" y="1038"/>
                    <a:pt x="1089" y="1194"/>
                  </a:cubicBezTo>
                  <a:cubicBezTo>
                    <a:pt x="432" y="1505"/>
                    <a:pt x="0" y="2093"/>
                    <a:pt x="311" y="2680"/>
                  </a:cubicBezTo>
                  <a:cubicBezTo>
                    <a:pt x="460" y="2964"/>
                    <a:pt x="650" y="3065"/>
                    <a:pt x="856" y="3065"/>
                  </a:cubicBezTo>
                  <a:cubicBezTo>
                    <a:pt x="1178" y="3065"/>
                    <a:pt x="1537" y="2818"/>
                    <a:pt x="1832" y="2628"/>
                  </a:cubicBezTo>
                  <a:cubicBezTo>
                    <a:pt x="2558" y="2093"/>
                    <a:pt x="3370" y="1695"/>
                    <a:pt x="4234" y="1436"/>
                  </a:cubicBezTo>
                  <a:cubicBezTo>
                    <a:pt x="4631" y="1332"/>
                    <a:pt x="5115" y="1108"/>
                    <a:pt x="4994" y="606"/>
                  </a:cubicBezTo>
                  <a:cubicBezTo>
                    <a:pt x="4883" y="203"/>
                    <a:pt x="4559" y="1"/>
                    <a:pt x="41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" name="Google Shape;11001;p128">
              <a:extLst>
                <a:ext uri="{FF2B5EF4-FFF2-40B4-BE49-F238E27FC236}">
                  <a16:creationId xmlns:a16="http://schemas.microsoft.com/office/drawing/2014/main" id="{CCB01406-F4CE-AF1F-FE91-242014F9A4EF}"/>
                </a:ext>
              </a:extLst>
            </p:cNvPr>
            <p:cNvSpPr/>
            <p:nvPr/>
          </p:nvSpPr>
          <p:spPr>
            <a:xfrm>
              <a:off x="6286725" y="2464325"/>
              <a:ext cx="67775" cy="93850"/>
            </a:xfrm>
            <a:custGeom>
              <a:avLst/>
              <a:gdLst/>
              <a:ahLst/>
              <a:cxnLst/>
              <a:rect l="l" t="t" r="r" b="b"/>
              <a:pathLst>
                <a:path w="2711" h="3754" extrusionOk="0">
                  <a:moveTo>
                    <a:pt x="1532" y="0"/>
                  </a:moveTo>
                  <a:cubicBezTo>
                    <a:pt x="1516" y="0"/>
                    <a:pt x="1500" y="0"/>
                    <a:pt x="1484" y="1"/>
                  </a:cubicBezTo>
                  <a:cubicBezTo>
                    <a:pt x="187" y="53"/>
                    <a:pt x="239" y="1332"/>
                    <a:pt x="101" y="2265"/>
                  </a:cubicBezTo>
                  <a:cubicBezTo>
                    <a:pt x="1" y="3066"/>
                    <a:pt x="465" y="3754"/>
                    <a:pt x="1243" y="3754"/>
                  </a:cubicBezTo>
                  <a:cubicBezTo>
                    <a:pt x="1271" y="3754"/>
                    <a:pt x="1299" y="3753"/>
                    <a:pt x="1328" y="3751"/>
                  </a:cubicBezTo>
                  <a:cubicBezTo>
                    <a:pt x="2711" y="3682"/>
                    <a:pt x="1967" y="2403"/>
                    <a:pt x="2313" y="1815"/>
                  </a:cubicBezTo>
                  <a:cubicBezTo>
                    <a:pt x="2228" y="1050"/>
                    <a:pt x="2528" y="0"/>
                    <a:pt x="15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" name="Google Shape;11002;p128">
              <a:extLst>
                <a:ext uri="{FF2B5EF4-FFF2-40B4-BE49-F238E27FC236}">
                  <a16:creationId xmlns:a16="http://schemas.microsoft.com/office/drawing/2014/main" id="{1F07C8D1-F0B4-4B58-6506-0DA59CDB6FFA}"/>
                </a:ext>
              </a:extLst>
            </p:cNvPr>
            <p:cNvSpPr/>
            <p:nvPr/>
          </p:nvSpPr>
          <p:spPr>
            <a:xfrm>
              <a:off x="6279300" y="2861375"/>
              <a:ext cx="75625" cy="97275"/>
            </a:xfrm>
            <a:custGeom>
              <a:avLst/>
              <a:gdLst/>
              <a:ahLst/>
              <a:cxnLst/>
              <a:rect l="l" t="t" r="r" b="b"/>
              <a:pathLst>
                <a:path w="3025" h="3891" extrusionOk="0">
                  <a:moveTo>
                    <a:pt x="2403" y="1"/>
                  </a:moveTo>
                  <a:cubicBezTo>
                    <a:pt x="2178" y="1"/>
                    <a:pt x="1971" y="104"/>
                    <a:pt x="1850" y="277"/>
                  </a:cubicBezTo>
                  <a:cubicBezTo>
                    <a:pt x="1504" y="1193"/>
                    <a:pt x="882" y="1884"/>
                    <a:pt x="277" y="2610"/>
                  </a:cubicBezTo>
                  <a:cubicBezTo>
                    <a:pt x="35" y="2869"/>
                    <a:pt x="1" y="3284"/>
                    <a:pt x="208" y="3578"/>
                  </a:cubicBezTo>
                  <a:cubicBezTo>
                    <a:pt x="326" y="3766"/>
                    <a:pt x="507" y="3890"/>
                    <a:pt x="682" y="3890"/>
                  </a:cubicBezTo>
                  <a:cubicBezTo>
                    <a:pt x="764" y="3890"/>
                    <a:pt x="845" y="3863"/>
                    <a:pt x="916" y="3802"/>
                  </a:cubicBezTo>
                  <a:cubicBezTo>
                    <a:pt x="1815" y="3128"/>
                    <a:pt x="2731" y="2420"/>
                    <a:pt x="3025" y="1452"/>
                  </a:cubicBezTo>
                  <a:cubicBezTo>
                    <a:pt x="2973" y="744"/>
                    <a:pt x="2921" y="225"/>
                    <a:pt x="240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" name="Google Shape;11003;p128">
              <a:extLst>
                <a:ext uri="{FF2B5EF4-FFF2-40B4-BE49-F238E27FC236}">
                  <a16:creationId xmlns:a16="http://schemas.microsoft.com/office/drawing/2014/main" id="{13AD4EF0-7E04-78F3-6B4B-20BEE13AB53A}"/>
                </a:ext>
              </a:extLst>
            </p:cNvPr>
            <p:cNvSpPr/>
            <p:nvPr/>
          </p:nvSpPr>
          <p:spPr>
            <a:xfrm>
              <a:off x="4145025" y="994975"/>
              <a:ext cx="111500" cy="47325"/>
            </a:xfrm>
            <a:custGeom>
              <a:avLst/>
              <a:gdLst/>
              <a:ahLst/>
              <a:cxnLst/>
              <a:rect l="l" t="t" r="r" b="b"/>
              <a:pathLst>
                <a:path w="4460" h="1893" extrusionOk="0">
                  <a:moveTo>
                    <a:pt x="1539" y="105"/>
                  </a:moveTo>
                  <a:cubicBezTo>
                    <a:pt x="969" y="243"/>
                    <a:pt x="139" y="1"/>
                    <a:pt x="70" y="744"/>
                  </a:cubicBezTo>
                  <a:cubicBezTo>
                    <a:pt x="1" y="1418"/>
                    <a:pt x="813" y="1418"/>
                    <a:pt x="1332" y="1556"/>
                  </a:cubicBezTo>
                  <a:cubicBezTo>
                    <a:pt x="1764" y="1677"/>
                    <a:pt x="2213" y="1764"/>
                    <a:pt x="2645" y="1815"/>
                  </a:cubicBezTo>
                  <a:cubicBezTo>
                    <a:pt x="2898" y="1847"/>
                    <a:pt x="3179" y="1893"/>
                    <a:pt x="3440" y="1893"/>
                  </a:cubicBezTo>
                  <a:cubicBezTo>
                    <a:pt x="3890" y="1893"/>
                    <a:pt x="4279" y="1756"/>
                    <a:pt x="4356" y="1176"/>
                  </a:cubicBezTo>
                  <a:cubicBezTo>
                    <a:pt x="4459" y="346"/>
                    <a:pt x="3561" y="416"/>
                    <a:pt x="2956" y="329"/>
                  </a:cubicBezTo>
                  <a:lnTo>
                    <a:pt x="1539" y="10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" name="Google Shape;11004;p128">
              <a:extLst>
                <a:ext uri="{FF2B5EF4-FFF2-40B4-BE49-F238E27FC236}">
                  <a16:creationId xmlns:a16="http://schemas.microsoft.com/office/drawing/2014/main" id="{1E7FF7DA-5538-1227-350B-E72980BECDA4}"/>
                </a:ext>
              </a:extLst>
            </p:cNvPr>
            <p:cNvSpPr/>
            <p:nvPr/>
          </p:nvSpPr>
          <p:spPr>
            <a:xfrm>
              <a:off x="7213625" y="3803350"/>
              <a:ext cx="74075" cy="80050"/>
            </a:xfrm>
            <a:custGeom>
              <a:avLst/>
              <a:gdLst/>
              <a:ahLst/>
              <a:cxnLst/>
              <a:rect l="l" t="t" r="r" b="b"/>
              <a:pathLst>
                <a:path w="2963" h="3202" extrusionOk="0">
                  <a:moveTo>
                    <a:pt x="573" y="1"/>
                  </a:moveTo>
                  <a:cubicBezTo>
                    <a:pt x="233" y="1"/>
                    <a:pt x="0" y="333"/>
                    <a:pt x="59" y="704"/>
                  </a:cubicBezTo>
                  <a:cubicBezTo>
                    <a:pt x="284" y="1965"/>
                    <a:pt x="1096" y="2777"/>
                    <a:pt x="2289" y="3175"/>
                  </a:cubicBezTo>
                  <a:cubicBezTo>
                    <a:pt x="2343" y="3193"/>
                    <a:pt x="2395" y="3202"/>
                    <a:pt x="2445" y="3202"/>
                  </a:cubicBezTo>
                  <a:cubicBezTo>
                    <a:pt x="2729" y="3202"/>
                    <a:pt x="2933" y="2914"/>
                    <a:pt x="2963" y="2414"/>
                  </a:cubicBezTo>
                  <a:cubicBezTo>
                    <a:pt x="2341" y="1619"/>
                    <a:pt x="1960" y="427"/>
                    <a:pt x="751" y="30"/>
                  </a:cubicBezTo>
                  <a:cubicBezTo>
                    <a:pt x="689" y="10"/>
                    <a:pt x="630" y="1"/>
                    <a:pt x="5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" name="Google Shape;11005;p128">
              <a:extLst>
                <a:ext uri="{FF2B5EF4-FFF2-40B4-BE49-F238E27FC236}">
                  <a16:creationId xmlns:a16="http://schemas.microsoft.com/office/drawing/2014/main" id="{5F3D270D-2720-1636-474A-C245167BDE05}"/>
                </a:ext>
              </a:extLst>
            </p:cNvPr>
            <p:cNvSpPr/>
            <p:nvPr/>
          </p:nvSpPr>
          <p:spPr>
            <a:xfrm>
              <a:off x="6542025" y="3118350"/>
              <a:ext cx="66075" cy="79800"/>
            </a:xfrm>
            <a:custGeom>
              <a:avLst/>
              <a:gdLst/>
              <a:ahLst/>
              <a:cxnLst/>
              <a:rect l="l" t="t" r="r" b="b"/>
              <a:pathLst>
                <a:path w="2643" h="3192" extrusionOk="0">
                  <a:moveTo>
                    <a:pt x="1295" y="1"/>
                  </a:moveTo>
                  <a:cubicBezTo>
                    <a:pt x="1273" y="1"/>
                    <a:pt x="1250" y="2"/>
                    <a:pt x="1226" y="4"/>
                  </a:cubicBezTo>
                  <a:cubicBezTo>
                    <a:pt x="275" y="108"/>
                    <a:pt x="51" y="954"/>
                    <a:pt x="33" y="1732"/>
                  </a:cubicBezTo>
                  <a:cubicBezTo>
                    <a:pt x="1" y="2354"/>
                    <a:pt x="200" y="3192"/>
                    <a:pt x="910" y="3192"/>
                  </a:cubicBezTo>
                  <a:cubicBezTo>
                    <a:pt x="950" y="3192"/>
                    <a:pt x="992" y="3189"/>
                    <a:pt x="1036" y="3184"/>
                  </a:cubicBezTo>
                  <a:cubicBezTo>
                    <a:pt x="2643" y="2959"/>
                    <a:pt x="1640" y="1767"/>
                    <a:pt x="1640" y="1110"/>
                  </a:cubicBezTo>
                  <a:cubicBezTo>
                    <a:pt x="1740" y="547"/>
                    <a:pt x="1792" y="1"/>
                    <a:pt x="129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" name="Google Shape;11006;p128">
              <a:extLst>
                <a:ext uri="{FF2B5EF4-FFF2-40B4-BE49-F238E27FC236}">
                  <a16:creationId xmlns:a16="http://schemas.microsoft.com/office/drawing/2014/main" id="{BC0F6337-112D-2FAF-5B27-C7828A2236BD}"/>
                </a:ext>
              </a:extLst>
            </p:cNvPr>
            <p:cNvSpPr/>
            <p:nvPr/>
          </p:nvSpPr>
          <p:spPr>
            <a:xfrm>
              <a:off x="4278100" y="987200"/>
              <a:ext cx="87225" cy="50150"/>
            </a:xfrm>
            <a:custGeom>
              <a:avLst/>
              <a:gdLst/>
              <a:ahLst/>
              <a:cxnLst/>
              <a:rect l="l" t="t" r="r" b="b"/>
              <a:pathLst>
                <a:path w="3489" h="2006" extrusionOk="0">
                  <a:moveTo>
                    <a:pt x="2519" y="46"/>
                  </a:moveTo>
                  <a:cubicBezTo>
                    <a:pt x="2407" y="46"/>
                    <a:pt x="2296" y="60"/>
                    <a:pt x="2195" y="87"/>
                  </a:cubicBezTo>
                  <a:cubicBezTo>
                    <a:pt x="1435" y="312"/>
                    <a:pt x="191" y="1"/>
                    <a:pt x="87" y="1107"/>
                  </a:cubicBezTo>
                  <a:cubicBezTo>
                    <a:pt x="1" y="1798"/>
                    <a:pt x="986" y="1746"/>
                    <a:pt x="1642" y="1781"/>
                  </a:cubicBezTo>
                  <a:cubicBezTo>
                    <a:pt x="2299" y="1556"/>
                    <a:pt x="3422" y="2005"/>
                    <a:pt x="3474" y="813"/>
                  </a:cubicBezTo>
                  <a:cubicBezTo>
                    <a:pt x="3488" y="284"/>
                    <a:pt x="2986" y="46"/>
                    <a:pt x="2519" y="4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" name="Google Shape;11007;p128">
              <a:extLst>
                <a:ext uri="{FF2B5EF4-FFF2-40B4-BE49-F238E27FC236}">
                  <a16:creationId xmlns:a16="http://schemas.microsoft.com/office/drawing/2014/main" id="{DE836C74-47E2-825A-508D-E38C64F74F1A}"/>
                </a:ext>
              </a:extLst>
            </p:cNvPr>
            <p:cNvSpPr/>
            <p:nvPr/>
          </p:nvSpPr>
          <p:spPr>
            <a:xfrm>
              <a:off x="6595650" y="1204100"/>
              <a:ext cx="81075" cy="41800"/>
            </a:xfrm>
            <a:custGeom>
              <a:avLst/>
              <a:gdLst/>
              <a:ahLst/>
              <a:cxnLst/>
              <a:rect l="l" t="t" r="r" b="b"/>
              <a:pathLst>
                <a:path w="3243" h="1672" extrusionOk="0">
                  <a:moveTo>
                    <a:pt x="1466" y="121"/>
                  </a:moveTo>
                  <a:cubicBezTo>
                    <a:pt x="1366" y="163"/>
                    <a:pt x="1241" y="173"/>
                    <a:pt x="1106" y="173"/>
                  </a:cubicBezTo>
                  <a:cubicBezTo>
                    <a:pt x="987" y="173"/>
                    <a:pt x="861" y="165"/>
                    <a:pt x="738" y="165"/>
                  </a:cubicBezTo>
                  <a:cubicBezTo>
                    <a:pt x="371" y="165"/>
                    <a:pt x="34" y="234"/>
                    <a:pt x="14" y="778"/>
                  </a:cubicBezTo>
                  <a:cubicBezTo>
                    <a:pt x="0" y="1593"/>
                    <a:pt x="628" y="1660"/>
                    <a:pt x="1232" y="1660"/>
                  </a:cubicBezTo>
                  <a:cubicBezTo>
                    <a:pt x="1352" y="1660"/>
                    <a:pt x="1472" y="1658"/>
                    <a:pt x="1585" y="1658"/>
                  </a:cubicBezTo>
                  <a:cubicBezTo>
                    <a:pt x="1627" y="1658"/>
                    <a:pt x="1668" y="1658"/>
                    <a:pt x="1708" y="1659"/>
                  </a:cubicBezTo>
                  <a:cubicBezTo>
                    <a:pt x="1826" y="1666"/>
                    <a:pt x="1954" y="1672"/>
                    <a:pt x="2085" y="1672"/>
                  </a:cubicBezTo>
                  <a:cubicBezTo>
                    <a:pt x="2644" y="1672"/>
                    <a:pt x="3242" y="1563"/>
                    <a:pt x="3228" y="933"/>
                  </a:cubicBezTo>
                  <a:cubicBezTo>
                    <a:pt x="3194" y="0"/>
                    <a:pt x="2209" y="207"/>
                    <a:pt x="1466" y="12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" name="Google Shape;11008;p128">
              <a:extLst>
                <a:ext uri="{FF2B5EF4-FFF2-40B4-BE49-F238E27FC236}">
                  <a16:creationId xmlns:a16="http://schemas.microsoft.com/office/drawing/2014/main" id="{C2E4FE07-89EC-EC9A-3323-49D679153D3C}"/>
                </a:ext>
              </a:extLst>
            </p:cNvPr>
            <p:cNvSpPr/>
            <p:nvPr/>
          </p:nvSpPr>
          <p:spPr>
            <a:xfrm>
              <a:off x="5040350" y="1034625"/>
              <a:ext cx="81550" cy="46975"/>
            </a:xfrm>
            <a:custGeom>
              <a:avLst/>
              <a:gdLst/>
              <a:ahLst/>
              <a:cxnLst/>
              <a:rect l="l" t="t" r="r" b="b"/>
              <a:pathLst>
                <a:path w="3262" h="1879" extrusionOk="0">
                  <a:moveTo>
                    <a:pt x="1625" y="1"/>
                  </a:moveTo>
                  <a:cubicBezTo>
                    <a:pt x="803" y="1"/>
                    <a:pt x="279" y="461"/>
                    <a:pt x="99" y="1249"/>
                  </a:cubicBezTo>
                  <a:cubicBezTo>
                    <a:pt x="0" y="1616"/>
                    <a:pt x="339" y="1879"/>
                    <a:pt x="645" y="1879"/>
                  </a:cubicBezTo>
                  <a:cubicBezTo>
                    <a:pt x="714" y="1879"/>
                    <a:pt x="781" y="1865"/>
                    <a:pt x="842" y="1837"/>
                  </a:cubicBezTo>
                  <a:cubicBezTo>
                    <a:pt x="1620" y="1474"/>
                    <a:pt x="2829" y="1750"/>
                    <a:pt x="3106" y="800"/>
                  </a:cubicBezTo>
                  <a:cubicBezTo>
                    <a:pt x="3261" y="229"/>
                    <a:pt x="2363" y="22"/>
                    <a:pt x="1758" y="5"/>
                  </a:cubicBezTo>
                  <a:cubicBezTo>
                    <a:pt x="1713" y="2"/>
                    <a:pt x="1668" y="1"/>
                    <a:pt x="16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" name="Google Shape;11009;p128">
              <a:extLst>
                <a:ext uri="{FF2B5EF4-FFF2-40B4-BE49-F238E27FC236}">
                  <a16:creationId xmlns:a16="http://schemas.microsoft.com/office/drawing/2014/main" id="{8E248D64-49C4-FA83-C28F-C4FEF2D1A6E5}"/>
                </a:ext>
              </a:extLst>
            </p:cNvPr>
            <p:cNvSpPr/>
            <p:nvPr/>
          </p:nvSpPr>
          <p:spPr>
            <a:xfrm>
              <a:off x="6380950" y="3302475"/>
              <a:ext cx="77800" cy="40225"/>
            </a:xfrm>
            <a:custGeom>
              <a:avLst/>
              <a:gdLst/>
              <a:ahLst/>
              <a:cxnLst/>
              <a:rect l="l" t="t" r="r" b="b"/>
              <a:pathLst>
                <a:path w="3112" h="1609" extrusionOk="0">
                  <a:moveTo>
                    <a:pt x="843" y="80"/>
                  </a:moveTo>
                  <a:cubicBezTo>
                    <a:pt x="352" y="80"/>
                    <a:pt x="1" y="466"/>
                    <a:pt x="65" y="882"/>
                  </a:cubicBezTo>
                  <a:cubicBezTo>
                    <a:pt x="161" y="1545"/>
                    <a:pt x="602" y="1578"/>
                    <a:pt x="1054" y="1578"/>
                  </a:cubicBezTo>
                  <a:cubicBezTo>
                    <a:pt x="1103" y="1578"/>
                    <a:pt x="1152" y="1577"/>
                    <a:pt x="1201" y="1577"/>
                  </a:cubicBezTo>
                  <a:cubicBezTo>
                    <a:pt x="1347" y="1577"/>
                    <a:pt x="1491" y="1581"/>
                    <a:pt x="1620" y="1608"/>
                  </a:cubicBezTo>
                  <a:cubicBezTo>
                    <a:pt x="1746" y="1549"/>
                    <a:pt x="1903" y="1535"/>
                    <a:pt x="2065" y="1535"/>
                  </a:cubicBezTo>
                  <a:cubicBezTo>
                    <a:pt x="2212" y="1535"/>
                    <a:pt x="2363" y="1547"/>
                    <a:pt x="2502" y="1547"/>
                  </a:cubicBezTo>
                  <a:cubicBezTo>
                    <a:pt x="2845" y="1547"/>
                    <a:pt x="3112" y="1478"/>
                    <a:pt x="3037" y="1003"/>
                  </a:cubicBezTo>
                  <a:cubicBezTo>
                    <a:pt x="2882" y="1"/>
                    <a:pt x="1741" y="191"/>
                    <a:pt x="963" y="87"/>
                  </a:cubicBezTo>
                  <a:cubicBezTo>
                    <a:pt x="923" y="82"/>
                    <a:pt x="882" y="80"/>
                    <a:pt x="843" y="8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" name="Google Shape;11010;p128">
              <a:extLst>
                <a:ext uri="{FF2B5EF4-FFF2-40B4-BE49-F238E27FC236}">
                  <a16:creationId xmlns:a16="http://schemas.microsoft.com/office/drawing/2014/main" id="{13E025E1-2FA8-D927-8442-D13911621B3A}"/>
                </a:ext>
              </a:extLst>
            </p:cNvPr>
            <p:cNvSpPr/>
            <p:nvPr/>
          </p:nvSpPr>
          <p:spPr>
            <a:xfrm>
              <a:off x="4384825" y="996700"/>
              <a:ext cx="62025" cy="39775"/>
            </a:xfrm>
            <a:custGeom>
              <a:avLst/>
              <a:gdLst/>
              <a:ahLst/>
              <a:cxnLst/>
              <a:rect l="l" t="t" r="r" b="b"/>
              <a:pathLst>
                <a:path w="2481" h="1591" extrusionOk="0">
                  <a:moveTo>
                    <a:pt x="1811" y="155"/>
                  </a:moveTo>
                  <a:cubicBezTo>
                    <a:pt x="1713" y="155"/>
                    <a:pt x="1613" y="168"/>
                    <a:pt x="1521" y="191"/>
                  </a:cubicBezTo>
                  <a:cubicBezTo>
                    <a:pt x="985" y="312"/>
                    <a:pt x="121" y="1"/>
                    <a:pt x="52" y="917"/>
                  </a:cubicBezTo>
                  <a:cubicBezTo>
                    <a:pt x="0" y="1487"/>
                    <a:pt x="536" y="1574"/>
                    <a:pt x="1054" y="1591"/>
                  </a:cubicBezTo>
                  <a:cubicBezTo>
                    <a:pt x="1573" y="1418"/>
                    <a:pt x="2385" y="1556"/>
                    <a:pt x="2454" y="727"/>
                  </a:cubicBezTo>
                  <a:cubicBezTo>
                    <a:pt x="2481" y="311"/>
                    <a:pt x="2153" y="155"/>
                    <a:pt x="1811" y="15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" name="Google Shape;11011;p128">
              <a:extLst>
                <a:ext uri="{FF2B5EF4-FFF2-40B4-BE49-F238E27FC236}">
                  <a16:creationId xmlns:a16="http://schemas.microsoft.com/office/drawing/2014/main" id="{2637662C-2F30-DD73-8ADB-DAA846125D1C}"/>
                </a:ext>
              </a:extLst>
            </p:cNvPr>
            <p:cNvSpPr/>
            <p:nvPr/>
          </p:nvSpPr>
          <p:spPr>
            <a:xfrm>
              <a:off x="2100625" y="1004500"/>
              <a:ext cx="520200" cy="95050"/>
            </a:xfrm>
            <a:custGeom>
              <a:avLst/>
              <a:gdLst/>
              <a:ahLst/>
              <a:cxnLst/>
              <a:rect l="l" t="t" r="r" b="b"/>
              <a:pathLst>
                <a:path w="20808" h="3802" extrusionOk="0">
                  <a:moveTo>
                    <a:pt x="20756" y="0"/>
                  </a:moveTo>
                  <a:lnTo>
                    <a:pt x="20738" y="17"/>
                  </a:lnTo>
                  <a:lnTo>
                    <a:pt x="20773" y="17"/>
                  </a:lnTo>
                  <a:lnTo>
                    <a:pt x="20808" y="0"/>
                  </a:lnTo>
                  <a:close/>
                  <a:moveTo>
                    <a:pt x="1" y="3785"/>
                  </a:moveTo>
                  <a:lnTo>
                    <a:pt x="1" y="3802"/>
                  </a:lnTo>
                  <a:lnTo>
                    <a:pt x="18" y="3802"/>
                  </a:lnTo>
                  <a:lnTo>
                    <a:pt x="18" y="378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" name="Google Shape;11012;p128">
              <a:extLst>
                <a:ext uri="{FF2B5EF4-FFF2-40B4-BE49-F238E27FC236}">
                  <a16:creationId xmlns:a16="http://schemas.microsoft.com/office/drawing/2014/main" id="{B0FD4F0F-6F50-5B08-24C6-33C4F9DA4CC2}"/>
                </a:ext>
              </a:extLst>
            </p:cNvPr>
            <p:cNvSpPr/>
            <p:nvPr/>
          </p:nvSpPr>
          <p:spPr>
            <a:xfrm>
              <a:off x="233350" y="949250"/>
              <a:ext cx="3232550" cy="3802300"/>
            </a:xfrm>
            <a:custGeom>
              <a:avLst/>
              <a:gdLst/>
              <a:ahLst/>
              <a:cxnLst/>
              <a:rect l="l" t="t" r="r" b="b"/>
              <a:pathLst>
                <a:path w="129302" h="152092" extrusionOk="0">
                  <a:moveTo>
                    <a:pt x="97270" y="1644"/>
                  </a:moveTo>
                  <a:cubicBezTo>
                    <a:pt x="97347" y="1644"/>
                    <a:pt x="97424" y="1648"/>
                    <a:pt x="97503" y="1657"/>
                  </a:cubicBezTo>
                  <a:cubicBezTo>
                    <a:pt x="97555" y="1674"/>
                    <a:pt x="97607" y="1692"/>
                    <a:pt x="97642" y="1709"/>
                  </a:cubicBezTo>
                  <a:lnTo>
                    <a:pt x="95601" y="2170"/>
                  </a:lnTo>
                  <a:lnTo>
                    <a:pt x="95601" y="2170"/>
                  </a:lnTo>
                  <a:cubicBezTo>
                    <a:pt x="96129" y="1917"/>
                    <a:pt x="96661" y="1644"/>
                    <a:pt x="97270" y="1644"/>
                  </a:cubicBezTo>
                  <a:close/>
                  <a:moveTo>
                    <a:pt x="95473" y="2210"/>
                  </a:moveTo>
                  <a:lnTo>
                    <a:pt x="95447" y="2227"/>
                  </a:lnTo>
                  <a:lnTo>
                    <a:pt x="95429" y="2227"/>
                  </a:lnTo>
                  <a:lnTo>
                    <a:pt x="95464" y="2210"/>
                  </a:lnTo>
                  <a:close/>
                  <a:moveTo>
                    <a:pt x="68358" y="8951"/>
                  </a:moveTo>
                  <a:cubicBezTo>
                    <a:pt x="68553" y="8951"/>
                    <a:pt x="68761" y="9049"/>
                    <a:pt x="68989" y="9313"/>
                  </a:cubicBezTo>
                  <a:cubicBezTo>
                    <a:pt x="69208" y="9280"/>
                    <a:pt x="69420" y="9268"/>
                    <a:pt x="69634" y="9268"/>
                  </a:cubicBezTo>
                  <a:cubicBezTo>
                    <a:pt x="69758" y="9268"/>
                    <a:pt x="69882" y="9272"/>
                    <a:pt x="70008" y="9278"/>
                  </a:cubicBezTo>
                  <a:cubicBezTo>
                    <a:pt x="70061" y="9286"/>
                    <a:pt x="70117" y="9289"/>
                    <a:pt x="70177" y="9289"/>
                  </a:cubicBezTo>
                  <a:cubicBezTo>
                    <a:pt x="70522" y="9289"/>
                    <a:pt x="70965" y="9176"/>
                    <a:pt x="71318" y="9176"/>
                  </a:cubicBezTo>
                  <a:cubicBezTo>
                    <a:pt x="71841" y="9176"/>
                    <a:pt x="72167" y="9425"/>
                    <a:pt x="71685" y="10661"/>
                  </a:cubicBezTo>
                  <a:cubicBezTo>
                    <a:pt x="71581" y="10937"/>
                    <a:pt x="71823" y="11265"/>
                    <a:pt x="72151" y="11386"/>
                  </a:cubicBezTo>
                  <a:cubicBezTo>
                    <a:pt x="72428" y="11438"/>
                    <a:pt x="72722" y="11490"/>
                    <a:pt x="72998" y="11507"/>
                  </a:cubicBezTo>
                  <a:cubicBezTo>
                    <a:pt x="72652" y="11922"/>
                    <a:pt x="72359" y="12406"/>
                    <a:pt x="71927" y="12717"/>
                  </a:cubicBezTo>
                  <a:cubicBezTo>
                    <a:pt x="71831" y="12786"/>
                    <a:pt x="71741" y="12813"/>
                    <a:pt x="71654" y="12813"/>
                  </a:cubicBezTo>
                  <a:cubicBezTo>
                    <a:pt x="71349" y="12813"/>
                    <a:pt x="71090" y="12473"/>
                    <a:pt x="70821" y="12406"/>
                  </a:cubicBezTo>
                  <a:cubicBezTo>
                    <a:pt x="69127" y="11939"/>
                    <a:pt x="69334" y="10488"/>
                    <a:pt x="68989" y="9313"/>
                  </a:cubicBezTo>
                  <a:lnTo>
                    <a:pt x="67330" y="9520"/>
                  </a:lnTo>
                  <a:cubicBezTo>
                    <a:pt x="67668" y="9295"/>
                    <a:pt x="67992" y="8951"/>
                    <a:pt x="68358" y="8951"/>
                  </a:cubicBezTo>
                  <a:close/>
                  <a:moveTo>
                    <a:pt x="51546" y="12467"/>
                  </a:moveTo>
                  <a:cubicBezTo>
                    <a:pt x="51593" y="12467"/>
                    <a:pt x="51647" y="12470"/>
                    <a:pt x="51707" y="12475"/>
                  </a:cubicBezTo>
                  <a:cubicBezTo>
                    <a:pt x="51897" y="12648"/>
                    <a:pt x="52157" y="12890"/>
                    <a:pt x="52433" y="13115"/>
                  </a:cubicBezTo>
                  <a:cubicBezTo>
                    <a:pt x="52260" y="13270"/>
                    <a:pt x="52053" y="13374"/>
                    <a:pt x="51845" y="13460"/>
                  </a:cubicBezTo>
                  <a:cubicBezTo>
                    <a:pt x="51802" y="13467"/>
                    <a:pt x="51764" y="13470"/>
                    <a:pt x="51729" y="13470"/>
                  </a:cubicBezTo>
                  <a:cubicBezTo>
                    <a:pt x="51300" y="13470"/>
                    <a:pt x="51439" y="13007"/>
                    <a:pt x="51327" y="12752"/>
                  </a:cubicBezTo>
                  <a:cubicBezTo>
                    <a:pt x="51225" y="12548"/>
                    <a:pt x="51295" y="12467"/>
                    <a:pt x="51546" y="12467"/>
                  </a:cubicBezTo>
                  <a:close/>
                  <a:moveTo>
                    <a:pt x="55481" y="12549"/>
                  </a:moveTo>
                  <a:cubicBezTo>
                    <a:pt x="55526" y="12549"/>
                    <a:pt x="55570" y="12553"/>
                    <a:pt x="55613" y="12562"/>
                  </a:cubicBezTo>
                  <a:lnTo>
                    <a:pt x="54576" y="13789"/>
                  </a:lnTo>
                  <a:lnTo>
                    <a:pt x="53954" y="13184"/>
                  </a:lnTo>
                  <a:cubicBezTo>
                    <a:pt x="54420" y="12976"/>
                    <a:pt x="54870" y="12752"/>
                    <a:pt x="55336" y="12562"/>
                  </a:cubicBezTo>
                  <a:cubicBezTo>
                    <a:pt x="55388" y="12553"/>
                    <a:pt x="55436" y="12549"/>
                    <a:pt x="55481" y="12549"/>
                  </a:cubicBezTo>
                  <a:close/>
                  <a:moveTo>
                    <a:pt x="116966" y="0"/>
                  </a:moveTo>
                  <a:cubicBezTo>
                    <a:pt x="112339" y="0"/>
                    <a:pt x="107712" y="747"/>
                    <a:pt x="103085" y="1035"/>
                  </a:cubicBezTo>
                  <a:cubicBezTo>
                    <a:pt x="101910" y="1104"/>
                    <a:pt x="100735" y="983"/>
                    <a:pt x="99542" y="1260"/>
                  </a:cubicBezTo>
                  <a:cubicBezTo>
                    <a:pt x="99533" y="1262"/>
                    <a:pt x="99523" y="1263"/>
                    <a:pt x="99512" y="1263"/>
                  </a:cubicBezTo>
                  <a:cubicBezTo>
                    <a:pt x="99194" y="1263"/>
                    <a:pt x="98389" y="307"/>
                    <a:pt x="97503" y="240"/>
                  </a:cubicBezTo>
                  <a:cubicBezTo>
                    <a:pt x="96554" y="172"/>
                    <a:pt x="95607" y="143"/>
                    <a:pt x="94661" y="143"/>
                  </a:cubicBezTo>
                  <a:cubicBezTo>
                    <a:pt x="91541" y="143"/>
                    <a:pt x="88432" y="459"/>
                    <a:pt x="85303" y="724"/>
                  </a:cubicBezTo>
                  <a:cubicBezTo>
                    <a:pt x="83379" y="875"/>
                    <a:pt x="81549" y="1637"/>
                    <a:pt x="79578" y="1637"/>
                  </a:cubicBezTo>
                  <a:cubicBezTo>
                    <a:pt x="79300" y="1637"/>
                    <a:pt x="79020" y="1622"/>
                    <a:pt x="78736" y="1588"/>
                  </a:cubicBezTo>
                  <a:cubicBezTo>
                    <a:pt x="78573" y="1568"/>
                    <a:pt x="78403" y="1557"/>
                    <a:pt x="78229" y="1557"/>
                  </a:cubicBezTo>
                  <a:cubicBezTo>
                    <a:pt x="77349" y="1557"/>
                    <a:pt x="76386" y="1840"/>
                    <a:pt x="75953" y="2677"/>
                  </a:cubicBezTo>
                  <a:cubicBezTo>
                    <a:pt x="75538" y="3489"/>
                    <a:pt x="76333" y="4163"/>
                    <a:pt x="76956" y="4750"/>
                  </a:cubicBezTo>
                  <a:cubicBezTo>
                    <a:pt x="77215" y="4992"/>
                    <a:pt x="77232" y="5511"/>
                    <a:pt x="77370" y="5891"/>
                  </a:cubicBezTo>
                  <a:cubicBezTo>
                    <a:pt x="77348" y="5890"/>
                    <a:pt x="77325" y="5889"/>
                    <a:pt x="77301" y="5889"/>
                  </a:cubicBezTo>
                  <a:cubicBezTo>
                    <a:pt x="77154" y="5889"/>
                    <a:pt x="76988" y="5912"/>
                    <a:pt x="76844" y="5912"/>
                  </a:cubicBezTo>
                  <a:cubicBezTo>
                    <a:pt x="76726" y="5912"/>
                    <a:pt x="76623" y="5896"/>
                    <a:pt x="76558" y="5839"/>
                  </a:cubicBezTo>
                  <a:cubicBezTo>
                    <a:pt x="76285" y="5586"/>
                    <a:pt x="76034" y="5489"/>
                    <a:pt x="75796" y="5489"/>
                  </a:cubicBezTo>
                  <a:cubicBezTo>
                    <a:pt x="75417" y="5489"/>
                    <a:pt x="75070" y="5733"/>
                    <a:pt x="74709" y="5977"/>
                  </a:cubicBezTo>
                  <a:lnTo>
                    <a:pt x="74709" y="5995"/>
                  </a:lnTo>
                  <a:lnTo>
                    <a:pt x="74692" y="5995"/>
                  </a:lnTo>
                  <a:cubicBezTo>
                    <a:pt x="74415" y="6358"/>
                    <a:pt x="73707" y="6479"/>
                    <a:pt x="73897" y="7066"/>
                  </a:cubicBezTo>
                  <a:cubicBezTo>
                    <a:pt x="74104" y="7654"/>
                    <a:pt x="74761" y="7671"/>
                    <a:pt x="75331" y="7723"/>
                  </a:cubicBezTo>
                  <a:lnTo>
                    <a:pt x="75625" y="7723"/>
                  </a:lnTo>
                  <a:lnTo>
                    <a:pt x="77146" y="7982"/>
                  </a:lnTo>
                  <a:cubicBezTo>
                    <a:pt x="76904" y="8068"/>
                    <a:pt x="76662" y="8120"/>
                    <a:pt x="76403" y="8120"/>
                  </a:cubicBezTo>
                  <a:cubicBezTo>
                    <a:pt x="76178" y="8103"/>
                    <a:pt x="75970" y="7930"/>
                    <a:pt x="75729" y="7861"/>
                  </a:cubicBezTo>
                  <a:cubicBezTo>
                    <a:pt x="75594" y="7823"/>
                    <a:pt x="75464" y="7807"/>
                    <a:pt x="75337" y="7807"/>
                  </a:cubicBezTo>
                  <a:cubicBezTo>
                    <a:pt x="74777" y="7807"/>
                    <a:pt x="74273" y="8116"/>
                    <a:pt x="73724" y="8172"/>
                  </a:cubicBezTo>
                  <a:cubicBezTo>
                    <a:pt x="73717" y="8173"/>
                    <a:pt x="73710" y="8174"/>
                    <a:pt x="73702" y="8174"/>
                  </a:cubicBezTo>
                  <a:cubicBezTo>
                    <a:pt x="73450" y="8174"/>
                    <a:pt x="72913" y="7613"/>
                    <a:pt x="72946" y="7394"/>
                  </a:cubicBezTo>
                  <a:cubicBezTo>
                    <a:pt x="73102" y="6479"/>
                    <a:pt x="73810" y="6098"/>
                    <a:pt x="74674" y="5995"/>
                  </a:cubicBezTo>
                  <a:lnTo>
                    <a:pt x="74674" y="5977"/>
                  </a:lnTo>
                  <a:cubicBezTo>
                    <a:pt x="74726" y="5545"/>
                    <a:pt x="74830" y="5113"/>
                    <a:pt x="74951" y="4681"/>
                  </a:cubicBezTo>
                  <a:cubicBezTo>
                    <a:pt x="75072" y="4370"/>
                    <a:pt x="75435" y="4076"/>
                    <a:pt x="75124" y="3748"/>
                  </a:cubicBezTo>
                  <a:cubicBezTo>
                    <a:pt x="74832" y="3467"/>
                    <a:pt x="74483" y="3396"/>
                    <a:pt x="74119" y="3396"/>
                  </a:cubicBezTo>
                  <a:cubicBezTo>
                    <a:pt x="73856" y="3396"/>
                    <a:pt x="73587" y="3433"/>
                    <a:pt x="73326" y="3454"/>
                  </a:cubicBezTo>
                  <a:cubicBezTo>
                    <a:pt x="72946" y="3506"/>
                    <a:pt x="72756" y="3748"/>
                    <a:pt x="72704" y="4180"/>
                  </a:cubicBezTo>
                  <a:cubicBezTo>
                    <a:pt x="72601" y="5252"/>
                    <a:pt x="72134" y="6098"/>
                    <a:pt x="70959" y="6340"/>
                  </a:cubicBezTo>
                  <a:cubicBezTo>
                    <a:pt x="70855" y="6427"/>
                    <a:pt x="70769" y="6513"/>
                    <a:pt x="70665" y="6617"/>
                  </a:cubicBezTo>
                  <a:cubicBezTo>
                    <a:pt x="70786" y="6859"/>
                    <a:pt x="70924" y="7083"/>
                    <a:pt x="71097" y="7291"/>
                  </a:cubicBezTo>
                  <a:cubicBezTo>
                    <a:pt x="71304" y="7412"/>
                    <a:pt x="71546" y="7515"/>
                    <a:pt x="71788" y="7567"/>
                  </a:cubicBezTo>
                  <a:cubicBezTo>
                    <a:pt x="71650" y="7550"/>
                    <a:pt x="71512" y="7541"/>
                    <a:pt x="71374" y="7541"/>
                  </a:cubicBezTo>
                  <a:cubicBezTo>
                    <a:pt x="71235" y="7541"/>
                    <a:pt x="71097" y="7550"/>
                    <a:pt x="70959" y="7567"/>
                  </a:cubicBezTo>
                  <a:cubicBezTo>
                    <a:pt x="70569" y="7671"/>
                    <a:pt x="70173" y="7708"/>
                    <a:pt x="69775" y="7708"/>
                  </a:cubicBezTo>
                  <a:cubicBezTo>
                    <a:pt x="68812" y="7708"/>
                    <a:pt x="67832" y="7494"/>
                    <a:pt x="66868" y="7494"/>
                  </a:cubicBezTo>
                  <a:cubicBezTo>
                    <a:pt x="66108" y="7494"/>
                    <a:pt x="65357" y="7627"/>
                    <a:pt x="64634" y="8103"/>
                  </a:cubicBezTo>
                  <a:cubicBezTo>
                    <a:pt x="64271" y="8345"/>
                    <a:pt x="63580" y="8379"/>
                    <a:pt x="63666" y="8863"/>
                  </a:cubicBezTo>
                  <a:cubicBezTo>
                    <a:pt x="63752" y="9382"/>
                    <a:pt x="64167" y="9900"/>
                    <a:pt x="64547" y="10315"/>
                  </a:cubicBezTo>
                  <a:cubicBezTo>
                    <a:pt x="64666" y="10447"/>
                    <a:pt x="64798" y="10498"/>
                    <a:pt x="64939" y="10498"/>
                  </a:cubicBezTo>
                  <a:cubicBezTo>
                    <a:pt x="65148" y="10498"/>
                    <a:pt x="65375" y="10387"/>
                    <a:pt x="65602" y="10263"/>
                  </a:cubicBezTo>
                  <a:cubicBezTo>
                    <a:pt x="66124" y="9977"/>
                    <a:pt x="66711" y="9789"/>
                    <a:pt x="67269" y="9556"/>
                  </a:cubicBezTo>
                  <a:lnTo>
                    <a:pt x="67269" y="9556"/>
                  </a:lnTo>
                  <a:cubicBezTo>
                    <a:pt x="66173" y="11022"/>
                    <a:pt x="64072" y="10911"/>
                    <a:pt x="62975" y="11974"/>
                  </a:cubicBezTo>
                  <a:cubicBezTo>
                    <a:pt x="62086" y="12850"/>
                    <a:pt x="61268" y="13162"/>
                    <a:pt x="60357" y="13162"/>
                  </a:cubicBezTo>
                  <a:cubicBezTo>
                    <a:pt x="59993" y="13162"/>
                    <a:pt x="59613" y="13112"/>
                    <a:pt x="59207" y="13028"/>
                  </a:cubicBezTo>
                  <a:cubicBezTo>
                    <a:pt x="58430" y="12873"/>
                    <a:pt x="57687" y="12510"/>
                    <a:pt x="56926" y="12233"/>
                  </a:cubicBezTo>
                  <a:cubicBezTo>
                    <a:pt x="57173" y="12050"/>
                    <a:pt x="57402" y="11981"/>
                    <a:pt x="57619" y="11981"/>
                  </a:cubicBezTo>
                  <a:cubicBezTo>
                    <a:pt x="58162" y="11981"/>
                    <a:pt x="58632" y="12416"/>
                    <a:pt x="59138" y="12613"/>
                  </a:cubicBezTo>
                  <a:cubicBezTo>
                    <a:pt x="59332" y="12687"/>
                    <a:pt x="59512" y="12718"/>
                    <a:pt x="59680" y="12718"/>
                  </a:cubicBezTo>
                  <a:cubicBezTo>
                    <a:pt x="60502" y="12718"/>
                    <a:pt x="61062" y="11967"/>
                    <a:pt x="61765" y="11680"/>
                  </a:cubicBezTo>
                  <a:cubicBezTo>
                    <a:pt x="62404" y="11421"/>
                    <a:pt x="61903" y="10851"/>
                    <a:pt x="61661" y="10384"/>
                  </a:cubicBezTo>
                  <a:cubicBezTo>
                    <a:pt x="61454" y="9987"/>
                    <a:pt x="61921" y="9745"/>
                    <a:pt x="62249" y="9537"/>
                  </a:cubicBezTo>
                  <a:cubicBezTo>
                    <a:pt x="62664" y="9295"/>
                    <a:pt x="63441" y="9226"/>
                    <a:pt x="63182" y="8518"/>
                  </a:cubicBezTo>
                  <a:cubicBezTo>
                    <a:pt x="63018" y="8098"/>
                    <a:pt x="62703" y="8030"/>
                    <a:pt x="62354" y="8030"/>
                  </a:cubicBezTo>
                  <a:cubicBezTo>
                    <a:pt x="62187" y="8030"/>
                    <a:pt x="62013" y="8045"/>
                    <a:pt x="61845" y="8045"/>
                  </a:cubicBezTo>
                  <a:cubicBezTo>
                    <a:pt x="61771" y="8045"/>
                    <a:pt x="61698" y="8042"/>
                    <a:pt x="61627" y="8034"/>
                  </a:cubicBezTo>
                  <a:cubicBezTo>
                    <a:pt x="61564" y="8027"/>
                    <a:pt x="61502" y="8024"/>
                    <a:pt x="61440" y="8024"/>
                  </a:cubicBezTo>
                  <a:cubicBezTo>
                    <a:pt x="60620" y="8024"/>
                    <a:pt x="59973" y="8583"/>
                    <a:pt x="59080" y="8583"/>
                  </a:cubicBezTo>
                  <a:cubicBezTo>
                    <a:pt x="59004" y="8583"/>
                    <a:pt x="58925" y="8579"/>
                    <a:pt x="58844" y="8570"/>
                  </a:cubicBezTo>
                  <a:cubicBezTo>
                    <a:pt x="57410" y="8414"/>
                    <a:pt x="56391" y="7671"/>
                    <a:pt x="55181" y="7187"/>
                  </a:cubicBezTo>
                  <a:cubicBezTo>
                    <a:pt x="54440" y="6892"/>
                    <a:pt x="53723" y="6767"/>
                    <a:pt x="53025" y="6767"/>
                  </a:cubicBezTo>
                  <a:cubicBezTo>
                    <a:pt x="51022" y="6767"/>
                    <a:pt x="49177" y="7799"/>
                    <a:pt x="47370" y="8812"/>
                  </a:cubicBezTo>
                  <a:cubicBezTo>
                    <a:pt x="46903" y="9071"/>
                    <a:pt x="46765" y="9434"/>
                    <a:pt x="46972" y="9969"/>
                  </a:cubicBezTo>
                  <a:cubicBezTo>
                    <a:pt x="47155" y="10426"/>
                    <a:pt x="47351" y="10748"/>
                    <a:pt x="47819" y="10748"/>
                  </a:cubicBezTo>
                  <a:cubicBezTo>
                    <a:pt x="47883" y="10748"/>
                    <a:pt x="47952" y="10742"/>
                    <a:pt x="48026" y="10730"/>
                  </a:cubicBezTo>
                  <a:lnTo>
                    <a:pt x="50498" y="10280"/>
                  </a:lnTo>
                  <a:cubicBezTo>
                    <a:pt x="50618" y="10263"/>
                    <a:pt x="50739" y="10229"/>
                    <a:pt x="50878" y="10194"/>
                  </a:cubicBezTo>
                  <a:lnTo>
                    <a:pt x="50878" y="10194"/>
                  </a:lnTo>
                  <a:cubicBezTo>
                    <a:pt x="50878" y="10298"/>
                    <a:pt x="50860" y="10401"/>
                    <a:pt x="50860" y="10505"/>
                  </a:cubicBezTo>
                  <a:cubicBezTo>
                    <a:pt x="50614" y="11663"/>
                    <a:pt x="50148" y="12321"/>
                    <a:pt x="49280" y="12321"/>
                  </a:cubicBezTo>
                  <a:cubicBezTo>
                    <a:pt x="48931" y="12321"/>
                    <a:pt x="48517" y="12214"/>
                    <a:pt x="48026" y="11991"/>
                  </a:cubicBezTo>
                  <a:cubicBezTo>
                    <a:pt x="46374" y="11254"/>
                    <a:pt x="44693" y="10979"/>
                    <a:pt x="42955" y="10979"/>
                  </a:cubicBezTo>
                  <a:cubicBezTo>
                    <a:pt x="42002" y="10979"/>
                    <a:pt x="41033" y="11062"/>
                    <a:pt x="40042" y="11196"/>
                  </a:cubicBezTo>
                  <a:cubicBezTo>
                    <a:pt x="38536" y="11404"/>
                    <a:pt x="37062" y="12285"/>
                    <a:pt x="35569" y="12285"/>
                  </a:cubicBezTo>
                  <a:cubicBezTo>
                    <a:pt x="35195" y="12285"/>
                    <a:pt x="34820" y="12230"/>
                    <a:pt x="34443" y="12095"/>
                  </a:cubicBezTo>
                  <a:cubicBezTo>
                    <a:pt x="32698" y="11490"/>
                    <a:pt x="30900" y="11110"/>
                    <a:pt x="29068" y="10920"/>
                  </a:cubicBezTo>
                  <a:cubicBezTo>
                    <a:pt x="27080" y="10698"/>
                    <a:pt x="25171" y="10202"/>
                    <a:pt x="23146" y="10202"/>
                  </a:cubicBezTo>
                  <a:cubicBezTo>
                    <a:pt x="22337" y="10202"/>
                    <a:pt x="21510" y="10281"/>
                    <a:pt x="20652" y="10488"/>
                  </a:cubicBezTo>
                  <a:cubicBezTo>
                    <a:pt x="18383" y="11055"/>
                    <a:pt x="16215" y="12269"/>
                    <a:pt x="13793" y="12269"/>
                  </a:cubicBezTo>
                  <a:cubicBezTo>
                    <a:pt x="13559" y="12269"/>
                    <a:pt x="13322" y="12258"/>
                    <a:pt x="13083" y="12233"/>
                  </a:cubicBezTo>
                  <a:cubicBezTo>
                    <a:pt x="13049" y="12230"/>
                    <a:pt x="13015" y="12229"/>
                    <a:pt x="12982" y="12229"/>
                  </a:cubicBezTo>
                  <a:cubicBezTo>
                    <a:pt x="12473" y="12229"/>
                    <a:pt x="12176" y="12605"/>
                    <a:pt x="12323" y="13287"/>
                  </a:cubicBezTo>
                  <a:cubicBezTo>
                    <a:pt x="12498" y="14071"/>
                    <a:pt x="12325" y="14707"/>
                    <a:pt x="11687" y="14707"/>
                  </a:cubicBezTo>
                  <a:cubicBezTo>
                    <a:pt x="11510" y="14707"/>
                    <a:pt x="11296" y="14658"/>
                    <a:pt x="11044" y="14549"/>
                  </a:cubicBezTo>
                  <a:cubicBezTo>
                    <a:pt x="10655" y="14378"/>
                    <a:pt x="10292" y="14308"/>
                    <a:pt x="9947" y="14308"/>
                  </a:cubicBezTo>
                  <a:cubicBezTo>
                    <a:pt x="9034" y="14308"/>
                    <a:pt x="8242" y="14801"/>
                    <a:pt x="7415" y="15240"/>
                  </a:cubicBezTo>
                  <a:cubicBezTo>
                    <a:pt x="6965" y="15482"/>
                    <a:pt x="6672" y="15914"/>
                    <a:pt x="6879" y="16467"/>
                  </a:cubicBezTo>
                  <a:cubicBezTo>
                    <a:pt x="7027" y="16886"/>
                    <a:pt x="7334" y="16988"/>
                    <a:pt x="7700" y="16988"/>
                  </a:cubicBezTo>
                  <a:cubicBezTo>
                    <a:pt x="7802" y="16988"/>
                    <a:pt x="7910" y="16980"/>
                    <a:pt x="8020" y="16968"/>
                  </a:cubicBezTo>
                  <a:cubicBezTo>
                    <a:pt x="8305" y="16929"/>
                    <a:pt x="8590" y="16910"/>
                    <a:pt x="8875" y="16910"/>
                  </a:cubicBezTo>
                  <a:cubicBezTo>
                    <a:pt x="8970" y="16910"/>
                    <a:pt x="9065" y="16912"/>
                    <a:pt x="9160" y="16917"/>
                  </a:cubicBezTo>
                  <a:cubicBezTo>
                    <a:pt x="9186" y="16919"/>
                    <a:pt x="9214" y="16920"/>
                    <a:pt x="9242" y="16920"/>
                  </a:cubicBezTo>
                  <a:cubicBezTo>
                    <a:pt x="9458" y="16920"/>
                    <a:pt x="9735" y="16862"/>
                    <a:pt x="9947" y="16862"/>
                  </a:cubicBezTo>
                  <a:cubicBezTo>
                    <a:pt x="10131" y="16862"/>
                    <a:pt x="10266" y="16906"/>
                    <a:pt x="10266" y="17072"/>
                  </a:cubicBezTo>
                  <a:cubicBezTo>
                    <a:pt x="10266" y="17498"/>
                    <a:pt x="9728" y="17637"/>
                    <a:pt x="9291" y="17637"/>
                  </a:cubicBezTo>
                  <a:cubicBezTo>
                    <a:pt x="9214" y="17637"/>
                    <a:pt x="9141" y="17633"/>
                    <a:pt x="9074" y="17625"/>
                  </a:cubicBezTo>
                  <a:cubicBezTo>
                    <a:pt x="8873" y="17604"/>
                    <a:pt x="8677" y="17594"/>
                    <a:pt x="8484" y="17594"/>
                  </a:cubicBezTo>
                  <a:cubicBezTo>
                    <a:pt x="6314" y="17594"/>
                    <a:pt x="4587" y="18859"/>
                    <a:pt x="2714" y="19716"/>
                  </a:cubicBezTo>
                  <a:cubicBezTo>
                    <a:pt x="1193" y="20407"/>
                    <a:pt x="2351" y="21548"/>
                    <a:pt x="2282" y="22429"/>
                  </a:cubicBezTo>
                  <a:cubicBezTo>
                    <a:pt x="2264" y="22814"/>
                    <a:pt x="2455" y="22907"/>
                    <a:pt x="2706" y="22907"/>
                  </a:cubicBezTo>
                  <a:cubicBezTo>
                    <a:pt x="2939" y="22907"/>
                    <a:pt x="3223" y="22827"/>
                    <a:pt x="3440" y="22827"/>
                  </a:cubicBezTo>
                  <a:cubicBezTo>
                    <a:pt x="3665" y="22827"/>
                    <a:pt x="3872" y="22982"/>
                    <a:pt x="4079" y="23069"/>
                  </a:cubicBezTo>
                  <a:cubicBezTo>
                    <a:pt x="3924" y="23242"/>
                    <a:pt x="3751" y="23380"/>
                    <a:pt x="3544" y="23501"/>
                  </a:cubicBezTo>
                  <a:cubicBezTo>
                    <a:pt x="2610" y="23881"/>
                    <a:pt x="1643" y="24192"/>
                    <a:pt x="709" y="24589"/>
                  </a:cubicBezTo>
                  <a:cubicBezTo>
                    <a:pt x="329" y="24745"/>
                    <a:pt x="1" y="25142"/>
                    <a:pt x="226" y="25609"/>
                  </a:cubicBezTo>
                  <a:cubicBezTo>
                    <a:pt x="325" y="25816"/>
                    <a:pt x="462" y="25880"/>
                    <a:pt x="615" y="25880"/>
                  </a:cubicBezTo>
                  <a:cubicBezTo>
                    <a:pt x="807" y="25880"/>
                    <a:pt x="1026" y="25778"/>
                    <a:pt x="1228" y="25730"/>
                  </a:cubicBezTo>
                  <a:cubicBezTo>
                    <a:pt x="2248" y="25454"/>
                    <a:pt x="3354" y="25350"/>
                    <a:pt x="4252" y="24866"/>
                  </a:cubicBezTo>
                  <a:cubicBezTo>
                    <a:pt x="4601" y="24679"/>
                    <a:pt x="4965" y="24620"/>
                    <a:pt x="5336" y="24620"/>
                  </a:cubicBezTo>
                  <a:cubicBezTo>
                    <a:pt x="5952" y="24620"/>
                    <a:pt x="6585" y="24782"/>
                    <a:pt x="7191" y="24782"/>
                  </a:cubicBezTo>
                  <a:cubicBezTo>
                    <a:pt x="7702" y="24782"/>
                    <a:pt x="8195" y="24667"/>
                    <a:pt x="8642" y="24244"/>
                  </a:cubicBezTo>
                  <a:cubicBezTo>
                    <a:pt x="9143" y="23760"/>
                    <a:pt x="9627" y="23276"/>
                    <a:pt x="10128" y="22809"/>
                  </a:cubicBezTo>
                  <a:cubicBezTo>
                    <a:pt x="10518" y="22438"/>
                    <a:pt x="10935" y="22335"/>
                    <a:pt x="11366" y="22335"/>
                  </a:cubicBezTo>
                  <a:cubicBezTo>
                    <a:pt x="11904" y="22335"/>
                    <a:pt x="12465" y="22495"/>
                    <a:pt x="13026" y="22495"/>
                  </a:cubicBezTo>
                  <a:cubicBezTo>
                    <a:pt x="13270" y="22495"/>
                    <a:pt x="13515" y="22465"/>
                    <a:pt x="13757" y="22377"/>
                  </a:cubicBezTo>
                  <a:cubicBezTo>
                    <a:pt x="14876" y="21972"/>
                    <a:pt x="15968" y="21278"/>
                    <a:pt x="17215" y="21278"/>
                  </a:cubicBezTo>
                  <a:cubicBezTo>
                    <a:pt x="17721" y="21278"/>
                    <a:pt x="18252" y="21392"/>
                    <a:pt x="18820" y="21686"/>
                  </a:cubicBezTo>
                  <a:cubicBezTo>
                    <a:pt x="20272" y="22429"/>
                    <a:pt x="22242" y="22343"/>
                    <a:pt x="21966" y="24780"/>
                  </a:cubicBezTo>
                  <a:cubicBezTo>
                    <a:pt x="21914" y="25212"/>
                    <a:pt x="22104" y="25868"/>
                    <a:pt x="22415" y="26127"/>
                  </a:cubicBezTo>
                  <a:cubicBezTo>
                    <a:pt x="23746" y="27251"/>
                    <a:pt x="23659" y="29411"/>
                    <a:pt x="23210" y="29981"/>
                  </a:cubicBezTo>
                  <a:cubicBezTo>
                    <a:pt x="22052" y="31485"/>
                    <a:pt x="22484" y="32573"/>
                    <a:pt x="22985" y="33973"/>
                  </a:cubicBezTo>
                  <a:cubicBezTo>
                    <a:pt x="23124" y="34405"/>
                    <a:pt x="22795" y="35045"/>
                    <a:pt x="22553" y="35529"/>
                  </a:cubicBezTo>
                  <a:cubicBezTo>
                    <a:pt x="21447" y="37844"/>
                    <a:pt x="19356" y="39469"/>
                    <a:pt x="18233" y="41802"/>
                  </a:cubicBezTo>
                  <a:cubicBezTo>
                    <a:pt x="17455" y="43409"/>
                    <a:pt x="17058" y="48783"/>
                    <a:pt x="18354" y="49734"/>
                  </a:cubicBezTo>
                  <a:cubicBezTo>
                    <a:pt x="20220" y="51116"/>
                    <a:pt x="19927" y="52862"/>
                    <a:pt x="20238" y="54659"/>
                  </a:cubicBezTo>
                  <a:cubicBezTo>
                    <a:pt x="20428" y="55748"/>
                    <a:pt x="20410" y="57528"/>
                    <a:pt x="20687" y="57752"/>
                  </a:cubicBezTo>
                  <a:cubicBezTo>
                    <a:pt x="22380" y="59083"/>
                    <a:pt x="22242" y="61364"/>
                    <a:pt x="23625" y="62764"/>
                  </a:cubicBezTo>
                  <a:cubicBezTo>
                    <a:pt x="23915" y="63066"/>
                    <a:pt x="24197" y="63258"/>
                    <a:pt x="24508" y="63258"/>
                  </a:cubicBezTo>
                  <a:cubicBezTo>
                    <a:pt x="24660" y="63258"/>
                    <a:pt x="24820" y="63212"/>
                    <a:pt x="24990" y="63110"/>
                  </a:cubicBezTo>
                  <a:cubicBezTo>
                    <a:pt x="25508" y="62816"/>
                    <a:pt x="25526" y="62246"/>
                    <a:pt x="25197" y="61831"/>
                  </a:cubicBezTo>
                  <a:cubicBezTo>
                    <a:pt x="23607" y="59671"/>
                    <a:pt x="23746" y="56888"/>
                    <a:pt x="22536" y="54590"/>
                  </a:cubicBezTo>
                  <a:cubicBezTo>
                    <a:pt x="22415" y="54348"/>
                    <a:pt x="22605" y="53933"/>
                    <a:pt x="22692" y="53605"/>
                  </a:cubicBezTo>
                  <a:cubicBezTo>
                    <a:pt x="22704" y="53568"/>
                    <a:pt x="22878" y="53539"/>
                    <a:pt x="22981" y="53539"/>
                  </a:cubicBezTo>
                  <a:cubicBezTo>
                    <a:pt x="23021" y="53539"/>
                    <a:pt x="23050" y="53543"/>
                    <a:pt x="23054" y="53553"/>
                  </a:cubicBezTo>
                  <a:cubicBezTo>
                    <a:pt x="23175" y="53812"/>
                    <a:pt x="23366" y="54106"/>
                    <a:pt x="23366" y="54400"/>
                  </a:cubicBezTo>
                  <a:cubicBezTo>
                    <a:pt x="23383" y="56819"/>
                    <a:pt x="24973" y="58617"/>
                    <a:pt x="26027" y="60569"/>
                  </a:cubicBezTo>
                  <a:cubicBezTo>
                    <a:pt x="26977" y="62297"/>
                    <a:pt x="28654" y="63663"/>
                    <a:pt x="27720" y="65978"/>
                  </a:cubicBezTo>
                  <a:cubicBezTo>
                    <a:pt x="27530" y="66445"/>
                    <a:pt x="27928" y="66791"/>
                    <a:pt x="28273" y="67136"/>
                  </a:cubicBezTo>
                  <a:cubicBezTo>
                    <a:pt x="29138" y="68000"/>
                    <a:pt x="30226" y="68536"/>
                    <a:pt x="31246" y="69193"/>
                  </a:cubicBezTo>
                  <a:cubicBezTo>
                    <a:pt x="32910" y="70222"/>
                    <a:pt x="34447" y="71516"/>
                    <a:pt x="36422" y="71516"/>
                  </a:cubicBezTo>
                  <a:cubicBezTo>
                    <a:pt x="36867" y="71516"/>
                    <a:pt x="37334" y="71451"/>
                    <a:pt x="37830" y="71301"/>
                  </a:cubicBezTo>
                  <a:cubicBezTo>
                    <a:pt x="37930" y="71272"/>
                    <a:pt x="38022" y="71258"/>
                    <a:pt x="38107" y="71258"/>
                  </a:cubicBezTo>
                  <a:cubicBezTo>
                    <a:pt x="38527" y="71258"/>
                    <a:pt x="38793" y="71582"/>
                    <a:pt x="39023" y="71941"/>
                  </a:cubicBezTo>
                  <a:cubicBezTo>
                    <a:pt x="39748" y="73098"/>
                    <a:pt x="40768" y="73721"/>
                    <a:pt x="42116" y="74032"/>
                  </a:cubicBezTo>
                  <a:cubicBezTo>
                    <a:pt x="43585" y="74360"/>
                    <a:pt x="45296" y="74775"/>
                    <a:pt x="45745" y="76399"/>
                  </a:cubicBezTo>
                  <a:cubicBezTo>
                    <a:pt x="46194" y="78110"/>
                    <a:pt x="47439" y="79112"/>
                    <a:pt x="48648" y="79907"/>
                  </a:cubicBezTo>
                  <a:cubicBezTo>
                    <a:pt x="49237" y="80296"/>
                    <a:pt x="50039" y="81326"/>
                    <a:pt x="50895" y="81326"/>
                  </a:cubicBezTo>
                  <a:cubicBezTo>
                    <a:pt x="51372" y="81326"/>
                    <a:pt x="51865" y="81007"/>
                    <a:pt x="52347" y="80080"/>
                  </a:cubicBezTo>
                  <a:cubicBezTo>
                    <a:pt x="52462" y="79850"/>
                    <a:pt x="52631" y="79714"/>
                    <a:pt x="52813" y="79714"/>
                  </a:cubicBezTo>
                  <a:cubicBezTo>
                    <a:pt x="53013" y="79714"/>
                    <a:pt x="53228" y="79880"/>
                    <a:pt x="53401" y="80270"/>
                  </a:cubicBezTo>
                  <a:cubicBezTo>
                    <a:pt x="54593" y="83156"/>
                    <a:pt x="53919" y="85697"/>
                    <a:pt x="51621" y="87943"/>
                  </a:cubicBezTo>
                  <a:cubicBezTo>
                    <a:pt x="50498" y="89049"/>
                    <a:pt x="49806" y="90604"/>
                    <a:pt x="50774" y="92194"/>
                  </a:cubicBezTo>
                  <a:cubicBezTo>
                    <a:pt x="51085" y="92730"/>
                    <a:pt x="51068" y="92886"/>
                    <a:pt x="50688" y="93283"/>
                  </a:cubicBezTo>
                  <a:cubicBezTo>
                    <a:pt x="49685" y="94337"/>
                    <a:pt x="49703" y="95875"/>
                    <a:pt x="50567" y="96636"/>
                  </a:cubicBezTo>
                  <a:cubicBezTo>
                    <a:pt x="52208" y="98087"/>
                    <a:pt x="52986" y="99971"/>
                    <a:pt x="53971" y="101803"/>
                  </a:cubicBezTo>
                  <a:cubicBezTo>
                    <a:pt x="55440" y="104516"/>
                    <a:pt x="56771" y="107281"/>
                    <a:pt x="59933" y="108629"/>
                  </a:cubicBezTo>
                  <a:cubicBezTo>
                    <a:pt x="61661" y="109372"/>
                    <a:pt x="62629" y="111014"/>
                    <a:pt x="62664" y="113122"/>
                  </a:cubicBezTo>
                  <a:cubicBezTo>
                    <a:pt x="62716" y="116319"/>
                    <a:pt x="62871" y="119516"/>
                    <a:pt x="63096" y="122713"/>
                  </a:cubicBezTo>
                  <a:cubicBezTo>
                    <a:pt x="63251" y="125115"/>
                    <a:pt x="64426" y="127431"/>
                    <a:pt x="63631" y="129920"/>
                  </a:cubicBezTo>
                  <a:cubicBezTo>
                    <a:pt x="63303" y="130922"/>
                    <a:pt x="63459" y="131907"/>
                    <a:pt x="63839" y="132875"/>
                  </a:cubicBezTo>
                  <a:cubicBezTo>
                    <a:pt x="64323" y="134067"/>
                    <a:pt x="64461" y="135363"/>
                    <a:pt x="64288" y="136642"/>
                  </a:cubicBezTo>
                  <a:cubicBezTo>
                    <a:pt x="64184" y="137593"/>
                    <a:pt x="64582" y="138664"/>
                    <a:pt x="65653" y="139148"/>
                  </a:cubicBezTo>
                  <a:cubicBezTo>
                    <a:pt x="65680" y="139159"/>
                    <a:pt x="65711" y="139163"/>
                    <a:pt x="65743" y="139163"/>
                  </a:cubicBezTo>
                  <a:cubicBezTo>
                    <a:pt x="65886" y="139163"/>
                    <a:pt x="66069" y="139076"/>
                    <a:pt x="66205" y="139076"/>
                  </a:cubicBezTo>
                  <a:cubicBezTo>
                    <a:pt x="66332" y="139076"/>
                    <a:pt x="66419" y="139151"/>
                    <a:pt x="66397" y="139442"/>
                  </a:cubicBezTo>
                  <a:cubicBezTo>
                    <a:pt x="66362" y="139995"/>
                    <a:pt x="67071" y="140565"/>
                    <a:pt x="66293" y="141135"/>
                  </a:cubicBezTo>
                  <a:cubicBezTo>
                    <a:pt x="65895" y="141412"/>
                    <a:pt x="65360" y="142259"/>
                    <a:pt x="65774" y="142414"/>
                  </a:cubicBezTo>
                  <a:cubicBezTo>
                    <a:pt x="66898" y="142846"/>
                    <a:pt x="66500" y="143797"/>
                    <a:pt x="66777" y="144488"/>
                  </a:cubicBezTo>
                  <a:cubicBezTo>
                    <a:pt x="67468" y="146164"/>
                    <a:pt x="68505" y="147668"/>
                    <a:pt x="69801" y="148929"/>
                  </a:cubicBezTo>
                  <a:cubicBezTo>
                    <a:pt x="71823" y="150906"/>
                    <a:pt x="74091" y="152091"/>
                    <a:pt x="76808" y="152091"/>
                  </a:cubicBezTo>
                  <a:cubicBezTo>
                    <a:pt x="77226" y="152091"/>
                    <a:pt x="77656" y="152063"/>
                    <a:pt x="78096" y="152005"/>
                  </a:cubicBezTo>
                  <a:cubicBezTo>
                    <a:pt x="78355" y="151953"/>
                    <a:pt x="78580" y="151781"/>
                    <a:pt x="78718" y="151556"/>
                  </a:cubicBezTo>
                  <a:cubicBezTo>
                    <a:pt x="78874" y="151262"/>
                    <a:pt x="78615" y="151038"/>
                    <a:pt x="78355" y="150882"/>
                  </a:cubicBezTo>
                  <a:cubicBezTo>
                    <a:pt x="77595" y="150415"/>
                    <a:pt x="76835" y="149914"/>
                    <a:pt x="76040" y="149482"/>
                  </a:cubicBezTo>
                  <a:cubicBezTo>
                    <a:pt x="73914" y="148342"/>
                    <a:pt x="73551" y="146648"/>
                    <a:pt x="74899" y="144695"/>
                  </a:cubicBezTo>
                  <a:cubicBezTo>
                    <a:pt x="75608" y="143658"/>
                    <a:pt x="75694" y="142570"/>
                    <a:pt x="74173" y="142017"/>
                  </a:cubicBezTo>
                  <a:cubicBezTo>
                    <a:pt x="73707" y="141861"/>
                    <a:pt x="72929" y="141550"/>
                    <a:pt x="73551" y="140997"/>
                  </a:cubicBezTo>
                  <a:cubicBezTo>
                    <a:pt x="74260" y="140340"/>
                    <a:pt x="74260" y="139597"/>
                    <a:pt x="74415" y="138837"/>
                  </a:cubicBezTo>
                  <a:cubicBezTo>
                    <a:pt x="74605" y="137783"/>
                    <a:pt x="73534" y="136193"/>
                    <a:pt x="75677" y="135985"/>
                  </a:cubicBezTo>
                  <a:cubicBezTo>
                    <a:pt x="75746" y="135985"/>
                    <a:pt x="75850" y="135588"/>
                    <a:pt x="75798" y="135432"/>
                  </a:cubicBezTo>
                  <a:cubicBezTo>
                    <a:pt x="75444" y="134260"/>
                    <a:pt x="75867" y="133923"/>
                    <a:pt x="76900" y="133923"/>
                  </a:cubicBezTo>
                  <a:cubicBezTo>
                    <a:pt x="76978" y="133923"/>
                    <a:pt x="77060" y="133925"/>
                    <a:pt x="77146" y="133929"/>
                  </a:cubicBezTo>
                  <a:cubicBezTo>
                    <a:pt x="77188" y="133931"/>
                    <a:pt x="77231" y="133932"/>
                    <a:pt x="77272" y="133932"/>
                  </a:cubicBezTo>
                  <a:cubicBezTo>
                    <a:pt x="78202" y="133932"/>
                    <a:pt x="78980" y="133388"/>
                    <a:pt x="79427" y="132512"/>
                  </a:cubicBezTo>
                  <a:cubicBezTo>
                    <a:pt x="79859" y="131648"/>
                    <a:pt x="79738" y="130836"/>
                    <a:pt x="79047" y="130110"/>
                  </a:cubicBezTo>
                  <a:cubicBezTo>
                    <a:pt x="78857" y="129902"/>
                    <a:pt x="78822" y="129557"/>
                    <a:pt x="78701" y="129280"/>
                  </a:cubicBezTo>
                  <a:lnTo>
                    <a:pt x="78701" y="129280"/>
                  </a:lnTo>
                  <a:cubicBezTo>
                    <a:pt x="78977" y="129298"/>
                    <a:pt x="79237" y="129332"/>
                    <a:pt x="79513" y="129384"/>
                  </a:cubicBezTo>
                  <a:cubicBezTo>
                    <a:pt x="79669" y="129427"/>
                    <a:pt x="79830" y="129448"/>
                    <a:pt x="79991" y="129448"/>
                  </a:cubicBezTo>
                  <a:cubicBezTo>
                    <a:pt x="80347" y="129448"/>
                    <a:pt x="80702" y="129344"/>
                    <a:pt x="80999" y="129142"/>
                  </a:cubicBezTo>
                  <a:cubicBezTo>
                    <a:pt x="82900" y="128001"/>
                    <a:pt x="83350" y="125841"/>
                    <a:pt x="84473" y="124148"/>
                  </a:cubicBezTo>
                  <a:cubicBezTo>
                    <a:pt x="85216" y="123024"/>
                    <a:pt x="86149" y="121815"/>
                    <a:pt x="85544" y="120225"/>
                  </a:cubicBezTo>
                  <a:cubicBezTo>
                    <a:pt x="85026" y="118808"/>
                    <a:pt x="85959" y="118186"/>
                    <a:pt x="86927" y="117356"/>
                  </a:cubicBezTo>
                  <a:cubicBezTo>
                    <a:pt x="88258" y="116233"/>
                    <a:pt x="90314" y="116371"/>
                    <a:pt x="91230" y="115213"/>
                  </a:cubicBezTo>
                  <a:cubicBezTo>
                    <a:pt x="93096" y="112846"/>
                    <a:pt x="93788" y="109908"/>
                    <a:pt x="93874" y="106866"/>
                  </a:cubicBezTo>
                  <a:cubicBezTo>
                    <a:pt x="93909" y="105743"/>
                    <a:pt x="93563" y="104637"/>
                    <a:pt x="94635" y="103635"/>
                  </a:cubicBezTo>
                  <a:cubicBezTo>
                    <a:pt x="95637" y="102650"/>
                    <a:pt x="96432" y="101492"/>
                    <a:pt x="97002" y="100213"/>
                  </a:cubicBezTo>
                  <a:cubicBezTo>
                    <a:pt x="98350" y="97189"/>
                    <a:pt x="97555" y="95668"/>
                    <a:pt x="93770" y="93404"/>
                  </a:cubicBezTo>
                  <a:cubicBezTo>
                    <a:pt x="92864" y="92866"/>
                    <a:pt x="92012" y="92178"/>
                    <a:pt x="90923" y="92178"/>
                  </a:cubicBezTo>
                  <a:cubicBezTo>
                    <a:pt x="90787" y="92178"/>
                    <a:pt x="90648" y="92189"/>
                    <a:pt x="90504" y="92212"/>
                  </a:cubicBezTo>
                  <a:cubicBezTo>
                    <a:pt x="90375" y="92232"/>
                    <a:pt x="90250" y="92241"/>
                    <a:pt x="90128" y="92241"/>
                  </a:cubicBezTo>
                  <a:cubicBezTo>
                    <a:pt x="89316" y="92241"/>
                    <a:pt x="88640" y="91827"/>
                    <a:pt x="87964" y="91451"/>
                  </a:cubicBezTo>
                  <a:cubicBezTo>
                    <a:pt x="86720" y="90760"/>
                    <a:pt x="85423" y="90190"/>
                    <a:pt x="84076" y="89740"/>
                  </a:cubicBezTo>
                  <a:cubicBezTo>
                    <a:pt x="83419" y="89533"/>
                    <a:pt x="82365" y="89412"/>
                    <a:pt x="82226" y="88306"/>
                  </a:cubicBezTo>
                  <a:cubicBezTo>
                    <a:pt x="81898" y="85511"/>
                    <a:pt x="80349" y="82231"/>
                    <a:pt x="77208" y="82231"/>
                  </a:cubicBezTo>
                  <a:cubicBezTo>
                    <a:pt x="77047" y="82231"/>
                    <a:pt x="76883" y="82240"/>
                    <a:pt x="76714" y="82258"/>
                  </a:cubicBezTo>
                  <a:cubicBezTo>
                    <a:pt x="76610" y="82274"/>
                    <a:pt x="76507" y="82282"/>
                    <a:pt x="76405" y="82282"/>
                  </a:cubicBezTo>
                  <a:cubicBezTo>
                    <a:pt x="75873" y="82282"/>
                    <a:pt x="75365" y="82061"/>
                    <a:pt x="75003" y="81670"/>
                  </a:cubicBezTo>
                  <a:cubicBezTo>
                    <a:pt x="73810" y="80478"/>
                    <a:pt x="72722" y="79147"/>
                    <a:pt x="71356" y="78179"/>
                  </a:cubicBezTo>
                  <a:cubicBezTo>
                    <a:pt x="70652" y="77672"/>
                    <a:pt x="69937" y="76844"/>
                    <a:pt x="68958" y="76844"/>
                  </a:cubicBezTo>
                  <a:cubicBezTo>
                    <a:pt x="68735" y="76844"/>
                    <a:pt x="68499" y="76887"/>
                    <a:pt x="68246" y="76987"/>
                  </a:cubicBezTo>
                  <a:cubicBezTo>
                    <a:pt x="68013" y="77081"/>
                    <a:pt x="67785" y="77113"/>
                    <a:pt x="67562" y="77113"/>
                  </a:cubicBezTo>
                  <a:cubicBezTo>
                    <a:pt x="67089" y="77113"/>
                    <a:pt x="66635" y="76969"/>
                    <a:pt x="66189" y="76969"/>
                  </a:cubicBezTo>
                  <a:cubicBezTo>
                    <a:pt x="64783" y="76969"/>
                    <a:pt x="63941" y="75706"/>
                    <a:pt x="62605" y="75706"/>
                  </a:cubicBezTo>
                  <a:cubicBezTo>
                    <a:pt x="62579" y="75706"/>
                    <a:pt x="62552" y="75707"/>
                    <a:pt x="62525" y="75708"/>
                  </a:cubicBezTo>
                  <a:cubicBezTo>
                    <a:pt x="62280" y="75708"/>
                    <a:pt x="61828" y="76012"/>
                    <a:pt x="61511" y="76012"/>
                  </a:cubicBezTo>
                  <a:cubicBezTo>
                    <a:pt x="61248" y="76012"/>
                    <a:pt x="61077" y="75802"/>
                    <a:pt x="61195" y="75034"/>
                  </a:cubicBezTo>
                  <a:cubicBezTo>
                    <a:pt x="61232" y="74788"/>
                    <a:pt x="60883" y="74612"/>
                    <a:pt x="60617" y="74612"/>
                  </a:cubicBezTo>
                  <a:cubicBezTo>
                    <a:pt x="60509" y="74612"/>
                    <a:pt x="60415" y="74641"/>
                    <a:pt x="60365" y="74706"/>
                  </a:cubicBezTo>
                  <a:cubicBezTo>
                    <a:pt x="59225" y="76088"/>
                    <a:pt x="57099" y="76071"/>
                    <a:pt x="56166" y="77747"/>
                  </a:cubicBezTo>
                  <a:cubicBezTo>
                    <a:pt x="55842" y="78325"/>
                    <a:pt x="55457" y="78771"/>
                    <a:pt x="54917" y="78771"/>
                  </a:cubicBezTo>
                  <a:cubicBezTo>
                    <a:pt x="54649" y="78771"/>
                    <a:pt x="54343" y="78661"/>
                    <a:pt x="53988" y="78404"/>
                  </a:cubicBezTo>
                  <a:cubicBezTo>
                    <a:pt x="53637" y="78125"/>
                    <a:pt x="53206" y="77982"/>
                    <a:pt x="52772" y="77982"/>
                  </a:cubicBezTo>
                  <a:cubicBezTo>
                    <a:pt x="52480" y="77982"/>
                    <a:pt x="52186" y="78047"/>
                    <a:pt x="51915" y="78179"/>
                  </a:cubicBezTo>
                  <a:cubicBezTo>
                    <a:pt x="51373" y="78410"/>
                    <a:pt x="50918" y="78527"/>
                    <a:pt x="50541" y="78527"/>
                  </a:cubicBezTo>
                  <a:cubicBezTo>
                    <a:pt x="49618" y="78527"/>
                    <a:pt x="49166" y="77825"/>
                    <a:pt x="49080" y="76365"/>
                  </a:cubicBezTo>
                  <a:cubicBezTo>
                    <a:pt x="49046" y="75397"/>
                    <a:pt x="49184" y="74446"/>
                    <a:pt x="49478" y="73530"/>
                  </a:cubicBezTo>
                  <a:cubicBezTo>
                    <a:pt x="50012" y="71861"/>
                    <a:pt x="49095" y="70692"/>
                    <a:pt x="47366" y="70692"/>
                  </a:cubicBezTo>
                  <a:cubicBezTo>
                    <a:pt x="47305" y="70692"/>
                    <a:pt x="47243" y="70693"/>
                    <a:pt x="47179" y="70696"/>
                  </a:cubicBezTo>
                  <a:cubicBezTo>
                    <a:pt x="46730" y="70714"/>
                    <a:pt x="46281" y="70765"/>
                    <a:pt x="45814" y="70783"/>
                  </a:cubicBezTo>
                  <a:cubicBezTo>
                    <a:pt x="45755" y="70784"/>
                    <a:pt x="45699" y="70786"/>
                    <a:pt x="45645" y="70786"/>
                  </a:cubicBezTo>
                  <a:cubicBezTo>
                    <a:pt x="45148" y="70786"/>
                    <a:pt x="44886" y="70683"/>
                    <a:pt x="45088" y="69919"/>
                  </a:cubicBezTo>
                  <a:cubicBezTo>
                    <a:pt x="45469" y="68484"/>
                    <a:pt x="46143" y="67240"/>
                    <a:pt x="46886" y="65996"/>
                  </a:cubicBezTo>
                  <a:cubicBezTo>
                    <a:pt x="47214" y="65443"/>
                    <a:pt x="47231" y="64993"/>
                    <a:pt x="46747" y="64613"/>
                  </a:cubicBezTo>
                  <a:cubicBezTo>
                    <a:pt x="46406" y="64334"/>
                    <a:pt x="45929" y="64209"/>
                    <a:pt x="45417" y="64209"/>
                  </a:cubicBezTo>
                  <a:cubicBezTo>
                    <a:pt x="44221" y="64209"/>
                    <a:pt x="42833" y="64889"/>
                    <a:pt x="42531" y="65857"/>
                  </a:cubicBezTo>
                  <a:cubicBezTo>
                    <a:pt x="42161" y="67044"/>
                    <a:pt x="40793" y="67929"/>
                    <a:pt x="39553" y="67929"/>
                  </a:cubicBezTo>
                  <a:cubicBezTo>
                    <a:pt x="39113" y="67929"/>
                    <a:pt x="38689" y="67817"/>
                    <a:pt x="38331" y="67568"/>
                  </a:cubicBezTo>
                  <a:cubicBezTo>
                    <a:pt x="36966" y="66601"/>
                    <a:pt x="35998" y="64872"/>
                    <a:pt x="36517" y="63455"/>
                  </a:cubicBezTo>
                  <a:cubicBezTo>
                    <a:pt x="37571" y="60569"/>
                    <a:pt x="37986" y="56802"/>
                    <a:pt x="41822" y="56093"/>
                  </a:cubicBezTo>
                  <a:cubicBezTo>
                    <a:pt x="44259" y="55627"/>
                    <a:pt x="46696" y="55299"/>
                    <a:pt x="49167" y="55126"/>
                  </a:cubicBezTo>
                  <a:cubicBezTo>
                    <a:pt x="49252" y="55120"/>
                    <a:pt x="49338" y="55117"/>
                    <a:pt x="49425" y="55117"/>
                  </a:cubicBezTo>
                  <a:cubicBezTo>
                    <a:pt x="50819" y="55117"/>
                    <a:pt x="52364" y="55920"/>
                    <a:pt x="51811" y="58133"/>
                  </a:cubicBezTo>
                  <a:cubicBezTo>
                    <a:pt x="51707" y="58582"/>
                    <a:pt x="52087" y="59204"/>
                    <a:pt x="52329" y="59688"/>
                  </a:cubicBezTo>
                  <a:cubicBezTo>
                    <a:pt x="52602" y="60250"/>
                    <a:pt x="52992" y="60846"/>
                    <a:pt x="53666" y="60846"/>
                  </a:cubicBezTo>
                  <a:cubicBezTo>
                    <a:pt x="53675" y="60846"/>
                    <a:pt x="53685" y="60846"/>
                    <a:pt x="53695" y="60846"/>
                  </a:cubicBezTo>
                  <a:cubicBezTo>
                    <a:pt x="54455" y="60811"/>
                    <a:pt x="54628" y="60085"/>
                    <a:pt x="54852" y="59498"/>
                  </a:cubicBezTo>
                  <a:cubicBezTo>
                    <a:pt x="55146" y="58703"/>
                    <a:pt x="55146" y="57822"/>
                    <a:pt x="54887" y="57027"/>
                  </a:cubicBezTo>
                  <a:cubicBezTo>
                    <a:pt x="54127" y="54642"/>
                    <a:pt x="54922" y="53017"/>
                    <a:pt x="57116" y="51894"/>
                  </a:cubicBezTo>
                  <a:cubicBezTo>
                    <a:pt x="58291" y="51307"/>
                    <a:pt x="59328" y="50442"/>
                    <a:pt x="60469" y="49786"/>
                  </a:cubicBezTo>
                  <a:cubicBezTo>
                    <a:pt x="62128" y="48818"/>
                    <a:pt x="61575" y="46641"/>
                    <a:pt x="63096" y="45448"/>
                  </a:cubicBezTo>
                  <a:cubicBezTo>
                    <a:pt x="64720" y="44169"/>
                    <a:pt x="65757" y="42113"/>
                    <a:pt x="68194" y="42061"/>
                  </a:cubicBezTo>
                  <a:cubicBezTo>
                    <a:pt x="68574" y="42044"/>
                    <a:pt x="69006" y="41888"/>
                    <a:pt x="69075" y="41456"/>
                  </a:cubicBezTo>
                  <a:cubicBezTo>
                    <a:pt x="69369" y="39711"/>
                    <a:pt x="70924" y="39417"/>
                    <a:pt x="72151" y="38760"/>
                  </a:cubicBezTo>
                  <a:cubicBezTo>
                    <a:pt x="72321" y="38667"/>
                    <a:pt x="72565" y="38512"/>
                    <a:pt x="72753" y="38512"/>
                  </a:cubicBezTo>
                  <a:cubicBezTo>
                    <a:pt x="72950" y="38512"/>
                    <a:pt x="73086" y="38680"/>
                    <a:pt x="73015" y="39261"/>
                  </a:cubicBezTo>
                  <a:cubicBezTo>
                    <a:pt x="72956" y="39796"/>
                    <a:pt x="73330" y="40078"/>
                    <a:pt x="73743" y="40078"/>
                  </a:cubicBezTo>
                  <a:cubicBezTo>
                    <a:pt x="73931" y="40078"/>
                    <a:pt x="74127" y="40020"/>
                    <a:pt x="74294" y="39901"/>
                  </a:cubicBezTo>
                  <a:cubicBezTo>
                    <a:pt x="75746" y="38898"/>
                    <a:pt x="77457" y="38501"/>
                    <a:pt x="78995" y="37723"/>
                  </a:cubicBezTo>
                  <a:cubicBezTo>
                    <a:pt x="79738" y="37326"/>
                    <a:pt x="80291" y="36773"/>
                    <a:pt x="79790" y="35995"/>
                  </a:cubicBezTo>
                  <a:cubicBezTo>
                    <a:pt x="79597" y="35708"/>
                    <a:pt x="79414" y="35603"/>
                    <a:pt x="79239" y="35603"/>
                  </a:cubicBezTo>
                  <a:cubicBezTo>
                    <a:pt x="78865" y="35603"/>
                    <a:pt x="78524" y="36083"/>
                    <a:pt x="78183" y="36306"/>
                  </a:cubicBezTo>
                  <a:cubicBezTo>
                    <a:pt x="77820" y="36545"/>
                    <a:pt x="77447" y="36741"/>
                    <a:pt x="77083" y="36741"/>
                  </a:cubicBezTo>
                  <a:cubicBezTo>
                    <a:pt x="76789" y="36741"/>
                    <a:pt x="76501" y="36612"/>
                    <a:pt x="76230" y="36272"/>
                  </a:cubicBezTo>
                  <a:cubicBezTo>
                    <a:pt x="75677" y="35563"/>
                    <a:pt x="76126" y="35148"/>
                    <a:pt x="76731" y="34751"/>
                  </a:cubicBezTo>
                  <a:cubicBezTo>
                    <a:pt x="77318" y="34371"/>
                    <a:pt x="77284" y="33818"/>
                    <a:pt x="77025" y="33196"/>
                  </a:cubicBezTo>
                  <a:cubicBezTo>
                    <a:pt x="76921" y="32919"/>
                    <a:pt x="76161" y="33023"/>
                    <a:pt x="76593" y="32643"/>
                  </a:cubicBezTo>
                  <a:cubicBezTo>
                    <a:pt x="76708" y="32536"/>
                    <a:pt x="76805" y="32492"/>
                    <a:pt x="76888" y="32492"/>
                  </a:cubicBezTo>
                  <a:cubicBezTo>
                    <a:pt x="77143" y="32492"/>
                    <a:pt x="77279" y="32892"/>
                    <a:pt x="77474" y="33126"/>
                  </a:cubicBezTo>
                  <a:cubicBezTo>
                    <a:pt x="77830" y="33563"/>
                    <a:pt x="78559" y="33892"/>
                    <a:pt x="79019" y="33892"/>
                  </a:cubicBezTo>
                  <a:cubicBezTo>
                    <a:pt x="79251" y="33892"/>
                    <a:pt x="79415" y="33808"/>
                    <a:pt x="79427" y="33610"/>
                  </a:cubicBezTo>
                  <a:cubicBezTo>
                    <a:pt x="79485" y="32639"/>
                    <a:pt x="79866" y="32465"/>
                    <a:pt x="80317" y="32465"/>
                  </a:cubicBezTo>
                  <a:cubicBezTo>
                    <a:pt x="80569" y="32465"/>
                    <a:pt x="80843" y="32519"/>
                    <a:pt x="81095" y="32519"/>
                  </a:cubicBezTo>
                  <a:cubicBezTo>
                    <a:pt x="81194" y="32519"/>
                    <a:pt x="81290" y="32511"/>
                    <a:pt x="81380" y="32487"/>
                  </a:cubicBezTo>
                  <a:cubicBezTo>
                    <a:pt x="81894" y="32340"/>
                    <a:pt x="82271" y="31830"/>
                    <a:pt x="82830" y="31830"/>
                  </a:cubicBezTo>
                  <a:cubicBezTo>
                    <a:pt x="82928" y="31830"/>
                    <a:pt x="83031" y="31846"/>
                    <a:pt x="83142" y="31882"/>
                  </a:cubicBezTo>
                  <a:cubicBezTo>
                    <a:pt x="82658" y="32470"/>
                    <a:pt x="82192" y="33075"/>
                    <a:pt x="81708" y="33679"/>
                  </a:cubicBezTo>
                  <a:cubicBezTo>
                    <a:pt x="81604" y="33766"/>
                    <a:pt x="81483" y="33835"/>
                    <a:pt x="81362" y="33904"/>
                  </a:cubicBezTo>
                  <a:cubicBezTo>
                    <a:pt x="81034" y="34129"/>
                    <a:pt x="80775" y="34423"/>
                    <a:pt x="80878" y="34872"/>
                  </a:cubicBezTo>
                  <a:cubicBezTo>
                    <a:pt x="80999" y="35304"/>
                    <a:pt x="81380" y="35252"/>
                    <a:pt x="81673" y="35425"/>
                  </a:cubicBezTo>
                  <a:cubicBezTo>
                    <a:pt x="81973" y="35596"/>
                    <a:pt x="82292" y="35648"/>
                    <a:pt x="82615" y="35648"/>
                  </a:cubicBezTo>
                  <a:cubicBezTo>
                    <a:pt x="83130" y="35648"/>
                    <a:pt x="83658" y="35514"/>
                    <a:pt x="84141" y="35514"/>
                  </a:cubicBezTo>
                  <a:cubicBezTo>
                    <a:pt x="84489" y="35514"/>
                    <a:pt x="84814" y="35584"/>
                    <a:pt x="85095" y="35822"/>
                  </a:cubicBezTo>
                  <a:cubicBezTo>
                    <a:pt x="85535" y="36187"/>
                    <a:pt x="85875" y="36332"/>
                    <a:pt x="86134" y="36332"/>
                  </a:cubicBezTo>
                  <a:cubicBezTo>
                    <a:pt x="86710" y="36332"/>
                    <a:pt x="86887" y="35618"/>
                    <a:pt x="86875" y="35010"/>
                  </a:cubicBezTo>
                  <a:cubicBezTo>
                    <a:pt x="86858" y="34215"/>
                    <a:pt x="87601" y="32729"/>
                    <a:pt x="85665" y="32625"/>
                  </a:cubicBezTo>
                  <a:cubicBezTo>
                    <a:pt x="84991" y="32591"/>
                    <a:pt x="85130" y="31986"/>
                    <a:pt x="85596" y="31485"/>
                  </a:cubicBezTo>
                  <a:cubicBezTo>
                    <a:pt x="87186" y="29791"/>
                    <a:pt x="86650" y="27527"/>
                    <a:pt x="84508" y="26767"/>
                  </a:cubicBezTo>
                  <a:cubicBezTo>
                    <a:pt x="84006" y="26594"/>
                    <a:pt x="83557" y="26214"/>
                    <a:pt x="83661" y="25834"/>
                  </a:cubicBezTo>
                  <a:cubicBezTo>
                    <a:pt x="83972" y="24503"/>
                    <a:pt x="83039" y="23432"/>
                    <a:pt x="83090" y="22170"/>
                  </a:cubicBezTo>
                  <a:cubicBezTo>
                    <a:pt x="83108" y="21773"/>
                    <a:pt x="83073" y="21375"/>
                    <a:pt x="82624" y="21220"/>
                  </a:cubicBezTo>
                  <a:cubicBezTo>
                    <a:pt x="82529" y="21188"/>
                    <a:pt x="82437" y="21174"/>
                    <a:pt x="82348" y="21174"/>
                  </a:cubicBezTo>
                  <a:cubicBezTo>
                    <a:pt x="82049" y="21174"/>
                    <a:pt x="81787" y="21339"/>
                    <a:pt x="81587" y="21565"/>
                  </a:cubicBezTo>
                  <a:cubicBezTo>
                    <a:pt x="81086" y="22135"/>
                    <a:pt x="80464" y="22602"/>
                    <a:pt x="79755" y="22913"/>
                  </a:cubicBezTo>
                  <a:cubicBezTo>
                    <a:pt x="79583" y="22995"/>
                    <a:pt x="79411" y="23071"/>
                    <a:pt x="79247" y="23071"/>
                  </a:cubicBezTo>
                  <a:cubicBezTo>
                    <a:pt x="79097" y="23071"/>
                    <a:pt x="78954" y="23008"/>
                    <a:pt x="78822" y="22827"/>
                  </a:cubicBezTo>
                  <a:cubicBezTo>
                    <a:pt x="78563" y="22498"/>
                    <a:pt x="78753" y="22274"/>
                    <a:pt x="78960" y="22015"/>
                  </a:cubicBezTo>
                  <a:cubicBezTo>
                    <a:pt x="79496" y="21254"/>
                    <a:pt x="79254" y="20736"/>
                    <a:pt x="78459" y="20338"/>
                  </a:cubicBezTo>
                  <a:cubicBezTo>
                    <a:pt x="78131" y="20165"/>
                    <a:pt x="77837" y="19941"/>
                    <a:pt x="77578" y="19664"/>
                  </a:cubicBezTo>
                  <a:cubicBezTo>
                    <a:pt x="77168" y="19146"/>
                    <a:pt x="76356" y="18913"/>
                    <a:pt x="75491" y="18913"/>
                  </a:cubicBezTo>
                  <a:cubicBezTo>
                    <a:pt x="74278" y="18913"/>
                    <a:pt x="72961" y="19371"/>
                    <a:pt x="72497" y="20148"/>
                  </a:cubicBezTo>
                  <a:cubicBezTo>
                    <a:pt x="72065" y="20874"/>
                    <a:pt x="71788" y="21824"/>
                    <a:pt x="70803" y="22170"/>
                  </a:cubicBezTo>
                  <a:cubicBezTo>
                    <a:pt x="70354" y="22326"/>
                    <a:pt x="70043" y="22792"/>
                    <a:pt x="70337" y="23276"/>
                  </a:cubicBezTo>
                  <a:cubicBezTo>
                    <a:pt x="71356" y="25004"/>
                    <a:pt x="70043" y="25488"/>
                    <a:pt x="68902" y="26024"/>
                  </a:cubicBezTo>
                  <a:cubicBezTo>
                    <a:pt x="67693" y="26577"/>
                    <a:pt x="66241" y="26801"/>
                    <a:pt x="66345" y="28685"/>
                  </a:cubicBezTo>
                  <a:cubicBezTo>
                    <a:pt x="66379" y="29117"/>
                    <a:pt x="65895" y="29601"/>
                    <a:pt x="65584" y="30016"/>
                  </a:cubicBezTo>
                  <a:cubicBezTo>
                    <a:pt x="65442" y="30197"/>
                    <a:pt x="65232" y="30465"/>
                    <a:pt x="64983" y="30465"/>
                  </a:cubicBezTo>
                  <a:cubicBezTo>
                    <a:pt x="64899" y="30465"/>
                    <a:pt x="64811" y="30435"/>
                    <a:pt x="64720" y="30361"/>
                  </a:cubicBezTo>
                  <a:cubicBezTo>
                    <a:pt x="64409" y="30120"/>
                    <a:pt x="64288" y="29705"/>
                    <a:pt x="64409" y="29342"/>
                  </a:cubicBezTo>
                  <a:cubicBezTo>
                    <a:pt x="64893" y="27596"/>
                    <a:pt x="65083" y="25989"/>
                    <a:pt x="62508" y="25903"/>
                  </a:cubicBezTo>
                  <a:cubicBezTo>
                    <a:pt x="62249" y="25903"/>
                    <a:pt x="61938" y="25644"/>
                    <a:pt x="61748" y="25436"/>
                  </a:cubicBezTo>
                  <a:cubicBezTo>
                    <a:pt x="61084" y="24759"/>
                    <a:pt x="60400" y="24243"/>
                    <a:pt x="59552" y="24243"/>
                  </a:cubicBezTo>
                  <a:cubicBezTo>
                    <a:pt x="59252" y="24243"/>
                    <a:pt x="58932" y="24307"/>
                    <a:pt x="58585" y="24451"/>
                  </a:cubicBezTo>
                  <a:cubicBezTo>
                    <a:pt x="58566" y="24457"/>
                    <a:pt x="58545" y="24459"/>
                    <a:pt x="58523" y="24459"/>
                  </a:cubicBezTo>
                  <a:cubicBezTo>
                    <a:pt x="58409" y="24459"/>
                    <a:pt x="58269" y="24394"/>
                    <a:pt x="58153" y="24365"/>
                  </a:cubicBezTo>
                  <a:cubicBezTo>
                    <a:pt x="58758" y="23501"/>
                    <a:pt x="57687" y="22429"/>
                    <a:pt x="58827" y="21462"/>
                  </a:cubicBezTo>
                  <a:cubicBezTo>
                    <a:pt x="61800" y="18990"/>
                    <a:pt x="65757" y="18558"/>
                    <a:pt x="68781" y="16294"/>
                  </a:cubicBezTo>
                  <a:lnTo>
                    <a:pt x="69455" y="15828"/>
                  </a:lnTo>
                  <a:cubicBezTo>
                    <a:pt x="70337" y="15586"/>
                    <a:pt x="71218" y="15206"/>
                    <a:pt x="72117" y="15119"/>
                  </a:cubicBezTo>
                  <a:cubicBezTo>
                    <a:pt x="74346" y="14912"/>
                    <a:pt x="75331" y="13910"/>
                    <a:pt x="75262" y="11767"/>
                  </a:cubicBezTo>
                  <a:cubicBezTo>
                    <a:pt x="75262" y="11596"/>
                    <a:pt x="75299" y="11543"/>
                    <a:pt x="75353" y="11543"/>
                  </a:cubicBezTo>
                  <a:cubicBezTo>
                    <a:pt x="75441" y="11543"/>
                    <a:pt x="75574" y="11687"/>
                    <a:pt x="75659" y="11698"/>
                  </a:cubicBezTo>
                  <a:cubicBezTo>
                    <a:pt x="76835" y="11749"/>
                    <a:pt x="77733" y="12683"/>
                    <a:pt x="78943" y="12752"/>
                  </a:cubicBezTo>
                  <a:cubicBezTo>
                    <a:pt x="79461" y="12769"/>
                    <a:pt x="79945" y="13391"/>
                    <a:pt x="80412" y="13789"/>
                  </a:cubicBezTo>
                  <a:cubicBezTo>
                    <a:pt x="80395" y="13944"/>
                    <a:pt x="80325" y="14082"/>
                    <a:pt x="80204" y="14203"/>
                  </a:cubicBezTo>
                  <a:cubicBezTo>
                    <a:pt x="79099" y="14649"/>
                    <a:pt x="78211" y="15599"/>
                    <a:pt x="76924" y="15599"/>
                  </a:cubicBezTo>
                  <a:cubicBezTo>
                    <a:pt x="76763" y="15599"/>
                    <a:pt x="76595" y="15584"/>
                    <a:pt x="76420" y="15551"/>
                  </a:cubicBezTo>
                  <a:cubicBezTo>
                    <a:pt x="76325" y="15534"/>
                    <a:pt x="76229" y="15525"/>
                    <a:pt x="76135" y="15525"/>
                  </a:cubicBezTo>
                  <a:cubicBezTo>
                    <a:pt x="75478" y="15525"/>
                    <a:pt x="74895" y="15947"/>
                    <a:pt x="74985" y="16778"/>
                  </a:cubicBezTo>
                  <a:cubicBezTo>
                    <a:pt x="75041" y="17437"/>
                    <a:pt x="75422" y="17620"/>
                    <a:pt x="75866" y="17620"/>
                  </a:cubicBezTo>
                  <a:cubicBezTo>
                    <a:pt x="76109" y="17620"/>
                    <a:pt x="76372" y="17565"/>
                    <a:pt x="76610" y="17504"/>
                  </a:cubicBezTo>
                  <a:cubicBezTo>
                    <a:pt x="76822" y="17451"/>
                    <a:pt x="77015" y="17425"/>
                    <a:pt x="77193" y="17425"/>
                  </a:cubicBezTo>
                  <a:cubicBezTo>
                    <a:pt x="77828" y="17425"/>
                    <a:pt x="78286" y="17750"/>
                    <a:pt x="78839" y="18316"/>
                  </a:cubicBezTo>
                  <a:cubicBezTo>
                    <a:pt x="79617" y="19094"/>
                    <a:pt x="80723" y="19612"/>
                    <a:pt x="81794" y="19993"/>
                  </a:cubicBezTo>
                  <a:cubicBezTo>
                    <a:pt x="81906" y="20034"/>
                    <a:pt x="82005" y="20053"/>
                    <a:pt x="82094" y="20053"/>
                  </a:cubicBezTo>
                  <a:cubicBezTo>
                    <a:pt x="82595" y="20053"/>
                    <a:pt x="82747" y="19445"/>
                    <a:pt x="82762" y="18887"/>
                  </a:cubicBezTo>
                  <a:cubicBezTo>
                    <a:pt x="82805" y="18878"/>
                    <a:pt x="82849" y="18874"/>
                    <a:pt x="82892" y="18874"/>
                  </a:cubicBezTo>
                  <a:cubicBezTo>
                    <a:pt x="82935" y="18874"/>
                    <a:pt x="82978" y="18878"/>
                    <a:pt x="83021" y="18887"/>
                  </a:cubicBezTo>
                  <a:cubicBezTo>
                    <a:pt x="83375" y="18985"/>
                    <a:pt x="83662" y="19030"/>
                    <a:pt x="83892" y="19030"/>
                  </a:cubicBezTo>
                  <a:cubicBezTo>
                    <a:pt x="85038" y="19030"/>
                    <a:pt x="84816" y="17932"/>
                    <a:pt x="84629" y="16882"/>
                  </a:cubicBezTo>
                  <a:cubicBezTo>
                    <a:pt x="84577" y="16588"/>
                    <a:pt x="84404" y="16122"/>
                    <a:pt x="84525" y="16018"/>
                  </a:cubicBezTo>
                  <a:cubicBezTo>
                    <a:pt x="84606" y="15948"/>
                    <a:pt x="84680" y="15920"/>
                    <a:pt x="84749" y="15920"/>
                  </a:cubicBezTo>
                  <a:cubicBezTo>
                    <a:pt x="84985" y="15920"/>
                    <a:pt x="85161" y="16252"/>
                    <a:pt x="85389" y="16346"/>
                  </a:cubicBezTo>
                  <a:cubicBezTo>
                    <a:pt x="85637" y="16436"/>
                    <a:pt x="85876" y="16474"/>
                    <a:pt x="86110" y="16474"/>
                  </a:cubicBezTo>
                  <a:cubicBezTo>
                    <a:pt x="86771" y="16474"/>
                    <a:pt x="87381" y="16174"/>
                    <a:pt x="87981" y="15931"/>
                  </a:cubicBezTo>
                  <a:cubicBezTo>
                    <a:pt x="88344" y="15793"/>
                    <a:pt x="88500" y="15275"/>
                    <a:pt x="88258" y="15033"/>
                  </a:cubicBezTo>
                  <a:cubicBezTo>
                    <a:pt x="87065" y="13754"/>
                    <a:pt x="85976" y="12406"/>
                    <a:pt x="84819" y="11110"/>
                  </a:cubicBezTo>
                  <a:cubicBezTo>
                    <a:pt x="84162" y="10350"/>
                    <a:pt x="83160" y="9779"/>
                    <a:pt x="82537" y="8915"/>
                  </a:cubicBezTo>
                  <a:cubicBezTo>
                    <a:pt x="82209" y="8379"/>
                    <a:pt x="81639" y="8034"/>
                    <a:pt x="81017" y="7999"/>
                  </a:cubicBezTo>
                  <a:cubicBezTo>
                    <a:pt x="80983" y="7995"/>
                    <a:pt x="80950" y="7994"/>
                    <a:pt x="80916" y="7994"/>
                  </a:cubicBezTo>
                  <a:cubicBezTo>
                    <a:pt x="80688" y="7994"/>
                    <a:pt x="80453" y="8074"/>
                    <a:pt x="80228" y="8074"/>
                  </a:cubicBezTo>
                  <a:cubicBezTo>
                    <a:pt x="80056" y="8074"/>
                    <a:pt x="79890" y="8027"/>
                    <a:pt x="79738" y="7861"/>
                  </a:cubicBezTo>
                  <a:cubicBezTo>
                    <a:pt x="80170" y="7757"/>
                    <a:pt x="80602" y="7654"/>
                    <a:pt x="81017" y="7585"/>
                  </a:cubicBezTo>
                  <a:cubicBezTo>
                    <a:pt x="81518" y="7481"/>
                    <a:pt x="82192" y="7567"/>
                    <a:pt x="82226" y="6859"/>
                  </a:cubicBezTo>
                  <a:cubicBezTo>
                    <a:pt x="82278" y="6202"/>
                    <a:pt x="81673" y="6167"/>
                    <a:pt x="81207" y="6046"/>
                  </a:cubicBezTo>
                  <a:cubicBezTo>
                    <a:pt x="81086" y="6012"/>
                    <a:pt x="80948" y="5960"/>
                    <a:pt x="80844" y="5891"/>
                  </a:cubicBezTo>
                  <a:cubicBezTo>
                    <a:pt x="80958" y="5878"/>
                    <a:pt x="81101" y="5837"/>
                    <a:pt x="81223" y="5837"/>
                  </a:cubicBezTo>
                  <a:cubicBezTo>
                    <a:pt x="81267" y="5837"/>
                    <a:pt x="81309" y="5843"/>
                    <a:pt x="81345" y="5856"/>
                  </a:cubicBezTo>
                  <a:cubicBezTo>
                    <a:pt x="81816" y="6065"/>
                    <a:pt x="82272" y="6151"/>
                    <a:pt x="82714" y="6151"/>
                  </a:cubicBezTo>
                  <a:cubicBezTo>
                    <a:pt x="83993" y="6151"/>
                    <a:pt x="85157" y="5437"/>
                    <a:pt x="86236" y="4923"/>
                  </a:cubicBezTo>
                  <a:cubicBezTo>
                    <a:pt x="89182" y="3528"/>
                    <a:pt x="92334" y="3094"/>
                    <a:pt x="95401" y="2235"/>
                  </a:cubicBezTo>
                  <a:lnTo>
                    <a:pt x="95401" y="2235"/>
                  </a:lnTo>
                  <a:cubicBezTo>
                    <a:pt x="93986" y="3267"/>
                    <a:pt x="92263" y="3834"/>
                    <a:pt x="90504" y="3834"/>
                  </a:cubicBezTo>
                  <a:cubicBezTo>
                    <a:pt x="90401" y="3834"/>
                    <a:pt x="90295" y="3831"/>
                    <a:pt x="90191" y="3831"/>
                  </a:cubicBezTo>
                  <a:cubicBezTo>
                    <a:pt x="89827" y="3831"/>
                    <a:pt x="89479" y="3873"/>
                    <a:pt x="89277" y="4249"/>
                  </a:cubicBezTo>
                  <a:cubicBezTo>
                    <a:pt x="89018" y="4802"/>
                    <a:pt x="89467" y="5113"/>
                    <a:pt x="89744" y="5528"/>
                  </a:cubicBezTo>
                  <a:cubicBezTo>
                    <a:pt x="90251" y="6307"/>
                    <a:pt x="90887" y="6586"/>
                    <a:pt x="91608" y="6586"/>
                  </a:cubicBezTo>
                  <a:cubicBezTo>
                    <a:pt x="91943" y="6586"/>
                    <a:pt x="92297" y="6525"/>
                    <a:pt x="92664" y="6427"/>
                  </a:cubicBezTo>
                  <a:cubicBezTo>
                    <a:pt x="93037" y="6322"/>
                    <a:pt x="93404" y="6272"/>
                    <a:pt x="93755" y="6272"/>
                  </a:cubicBezTo>
                  <a:cubicBezTo>
                    <a:pt x="95314" y="6272"/>
                    <a:pt x="96561" y="7243"/>
                    <a:pt x="96518" y="8639"/>
                  </a:cubicBezTo>
                  <a:cubicBezTo>
                    <a:pt x="96501" y="9123"/>
                    <a:pt x="96000" y="9710"/>
                    <a:pt x="96155" y="10073"/>
                  </a:cubicBezTo>
                  <a:cubicBezTo>
                    <a:pt x="96656" y="11300"/>
                    <a:pt x="95758" y="12302"/>
                    <a:pt x="95378" y="13045"/>
                  </a:cubicBezTo>
                  <a:cubicBezTo>
                    <a:pt x="94393" y="15016"/>
                    <a:pt x="93649" y="16709"/>
                    <a:pt x="95412" y="18541"/>
                  </a:cubicBezTo>
                  <a:cubicBezTo>
                    <a:pt x="95602" y="18714"/>
                    <a:pt x="95723" y="18938"/>
                    <a:pt x="95758" y="19180"/>
                  </a:cubicBezTo>
                  <a:cubicBezTo>
                    <a:pt x="95810" y="21358"/>
                    <a:pt x="97901" y="20788"/>
                    <a:pt x="99007" y="21479"/>
                  </a:cubicBezTo>
                  <a:cubicBezTo>
                    <a:pt x="99192" y="21597"/>
                    <a:pt x="99367" y="21648"/>
                    <a:pt x="99531" y="21648"/>
                  </a:cubicBezTo>
                  <a:cubicBezTo>
                    <a:pt x="100207" y="21648"/>
                    <a:pt x="100708" y="20784"/>
                    <a:pt x="101098" y="20200"/>
                  </a:cubicBezTo>
                  <a:cubicBezTo>
                    <a:pt x="102256" y="18472"/>
                    <a:pt x="104088" y="17055"/>
                    <a:pt x="105729" y="16536"/>
                  </a:cubicBezTo>
                  <a:cubicBezTo>
                    <a:pt x="109220" y="15396"/>
                    <a:pt x="112486" y="13547"/>
                    <a:pt x="116254" y="13115"/>
                  </a:cubicBezTo>
                  <a:cubicBezTo>
                    <a:pt x="117965" y="12907"/>
                    <a:pt x="119935" y="12320"/>
                    <a:pt x="120021" y="9883"/>
                  </a:cubicBezTo>
                  <a:cubicBezTo>
                    <a:pt x="120021" y="9693"/>
                    <a:pt x="120349" y="9485"/>
                    <a:pt x="120557" y="9330"/>
                  </a:cubicBezTo>
                  <a:cubicBezTo>
                    <a:pt x="121663" y="8552"/>
                    <a:pt x="123132" y="8034"/>
                    <a:pt x="122631" y="6202"/>
                  </a:cubicBezTo>
                  <a:cubicBezTo>
                    <a:pt x="122594" y="6055"/>
                    <a:pt x="122626" y="6020"/>
                    <a:pt x="122682" y="6020"/>
                  </a:cubicBezTo>
                  <a:cubicBezTo>
                    <a:pt x="122731" y="6020"/>
                    <a:pt x="122799" y="6046"/>
                    <a:pt x="122855" y="6046"/>
                  </a:cubicBezTo>
                  <a:cubicBezTo>
                    <a:pt x="122928" y="6051"/>
                    <a:pt x="122998" y="6053"/>
                    <a:pt x="123064" y="6053"/>
                  </a:cubicBezTo>
                  <a:cubicBezTo>
                    <a:pt x="124269" y="6053"/>
                    <a:pt x="124381" y="5321"/>
                    <a:pt x="123840" y="4387"/>
                  </a:cubicBezTo>
                  <a:cubicBezTo>
                    <a:pt x="123581" y="3921"/>
                    <a:pt x="123875" y="3955"/>
                    <a:pt x="124048" y="3817"/>
                  </a:cubicBezTo>
                  <a:cubicBezTo>
                    <a:pt x="125240" y="2867"/>
                    <a:pt x="126640" y="2728"/>
                    <a:pt x="128092" y="2659"/>
                  </a:cubicBezTo>
                  <a:cubicBezTo>
                    <a:pt x="128575" y="2625"/>
                    <a:pt x="129180" y="2521"/>
                    <a:pt x="129249" y="1934"/>
                  </a:cubicBezTo>
                  <a:cubicBezTo>
                    <a:pt x="129301" y="1363"/>
                    <a:pt x="128714" y="1242"/>
                    <a:pt x="128299" y="1190"/>
                  </a:cubicBezTo>
                  <a:cubicBezTo>
                    <a:pt x="125707" y="948"/>
                    <a:pt x="123132" y="430"/>
                    <a:pt x="120557" y="171"/>
                  </a:cubicBezTo>
                  <a:cubicBezTo>
                    <a:pt x="119360" y="50"/>
                    <a:pt x="118163" y="0"/>
                    <a:pt x="1169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" name="Google Shape;11013;p128">
              <a:extLst>
                <a:ext uri="{FF2B5EF4-FFF2-40B4-BE49-F238E27FC236}">
                  <a16:creationId xmlns:a16="http://schemas.microsoft.com/office/drawing/2014/main" id="{E005C0D9-90A4-98EE-23BC-C08C4239BB59}"/>
                </a:ext>
              </a:extLst>
            </p:cNvPr>
            <p:cNvSpPr/>
            <p:nvPr/>
          </p:nvSpPr>
          <p:spPr>
            <a:xfrm>
              <a:off x="1581325" y="1051125"/>
              <a:ext cx="283000" cy="91675"/>
            </a:xfrm>
            <a:custGeom>
              <a:avLst/>
              <a:gdLst/>
              <a:ahLst/>
              <a:cxnLst/>
              <a:rect l="l" t="t" r="r" b="b"/>
              <a:pathLst>
                <a:path w="11320" h="3667" extrusionOk="0">
                  <a:moveTo>
                    <a:pt x="6214" y="0"/>
                  </a:moveTo>
                  <a:cubicBezTo>
                    <a:pt x="5926" y="0"/>
                    <a:pt x="5584" y="48"/>
                    <a:pt x="5219" y="71"/>
                  </a:cubicBezTo>
                  <a:cubicBezTo>
                    <a:pt x="5082" y="56"/>
                    <a:pt x="4943" y="49"/>
                    <a:pt x="4804" y="49"/>
                  </a:cubicBezTo>
                  <a:cubicBezTo>
                    <a:pt x="3493" y="49"/>
                    <a:pt x="2115" y="667"/>
                    <a:pt x="709" y="1073"/>
                  </a:cubicBezTo>
                  <a:cubicBezTo>
                    <a:pt x="432" y="1177"/>
                    <a:pt x="208" y="1401"/>
                    <a:pt x="69" y="1678"/>
                  </a:cubicBezTo>
                  <a:cubicBezTo>
                    <a:pt x="0" y="1781"/>
                    <a:pt x="242" y="2213"/>
                    <a:pt x="363" y="2231"/>
                  </a:cubicBezTo>
                  <a:cubicBezTo>
                    <a:pt x="2163" y="2438"/>
                    <a:pt x="3786" y="3667"/>
                    <a:pt x="5640" y="3667"/>
                  </a:cubicBezTo>
                  <a:cubicBezTo>
                    <a:pt x="6100" y="3667"/>
                    <a:pt x="6574" y="3591"/>
                    <a:pt x="7068" y="3406"/>
                  </a:cubicBezTo>
                  <a:cubicBezTo>
                    <a:pt x="7396" y="3281"/>
                    <a:pt x="7767" y="3236"/>
                    <a:pt x="8142" y="3236"/>
                  </a:cubicBezTo>
                  <a:cubicBezTo>
                    <a:pt x="8439" y="3236"/>
                    <a:pt x="8738" y="3264"/>
                    <a:pt x="9021" y="3302"/>
                  </a:cubicBezTo>
                  <a:cubicBezTo>
                    <a:pt x="9277" y="3340"/>
                    <a:pt x="9523" y="3370"/>
                    <a:pt x="9759" y="3370"/>
                  </a:cubicBezTo>
                  <a:cubicBezTo>
                    <a:pt x="10271" y="3370"/>
                    <a:pt x="10728" y="3229"/>
                    <a:pt x="11095" y="2732"/>
                  </a:cubicBezTo>
                  <a:cubicBezTo>
                    <a:pt x="11320" y="2473"/>
                    <a:pt x="11268" y="2075"/>
                    <a:pt x="10991" y="1885"/>
                  </a:cubicBezTo>
                  <a:cubicBezTo>
                    <a:pt x="10479" y="1524"/>
                    <a:pt x="10006" y="1077"/>
                    <a:pt x="9430" y="1077"/>
                  </a:cubicBezTo>
                  <a:cubicBezTo>
                    <a:pt x="9151" y="1077"/>
                    <a:pt x="8847" y="1182"/>
                    <a:pt x="8503" y="1453"/>
                  </a:cubicBezTo>
                  <a:cubicBezTo>
                    <a:pt x="8280" y="1626"/>
                    <a:pt x="7919" y="1737"/>
                    <a:pt x="7612" y="1737"/>
                  </a:cubicBezTo>
                  <a:cubicBezTo>
                    <a:pt x="7277" y="1737"/>
                    <a:pt x="7006" y="1605"/>
                    <a:pt x="7051" y="1280"/>
                  </a:cubicBezTo>
                  <a:cubicBezTo>
                    <a:pt x="7179" y="207"/>
                    <a:pt x="6812" y="0"/>
                    <a:pt x="62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" name="Google Shape;11014;p128">
              <a:extLst>
                <a:ext uri="{FF2B5EF4-FFF2-40B4-BE49-F238E27FC236}">
                  <a16:creationId xmlns:a16="http://schemas.microsoft.com/office/drawing/2014/main" id="{E3BA4694-AC83-A374-13C4-8EAA930D4797}"/>
                </a:ext>
              </a:extLst>
            </p:cNvPr>
            <p:cNvSpPr/>
            <p:nvPr/>
          </p:nvSpPr>
          <p:spPr>
            <a:xfrm>
              <a:off x="3144425" y="1319375"/>
              <a:ext cx="213450" cy="95575"/>
            </a:xfrm>
            <a:custGeom>
              <a:avLst/>
              <a:gdLst/>
              <a:ahLst/>
              <a:cxnLst/>
              <a:rect l="l" t="t" r="r" b="b"/>
              <a:pathLst>
                <a:path w="8538" h="3823" extrusionOk="0">
                  <a:moveTo>
                    <a:pt x="6155" y="1"/>
                  </a:moveTo>
                  <a:cubicBezTo>
                    <a:pt x="6054" y="1"/>
                    <a:pt x="5950" y="7"/>
                    <a:pt x="5842" y="20"/>
                  </a:cubicBezTo>
                  <a:cubicBezTo>
                    <a:pt x="4846" y="139"/>
                    <a:pt x="3874" y="469"/>
                    <a:pt x="2859" y="469"/>
                  </a:cubicBezTo>
                  <a:cubicBezTo>
                    <a:pt x="2396" y="469"/>
                    <a:pt x="1923" y="400"/>
                    <a:pt x="1435" y="211"/>
                  </a:cubicBezTo>
                  <a:cubicBezTo>
                    <a:pt x="1292" y="150"/>
                    <a:pt x="1133" y="113"/>
                    <a:pt x="974" y="113"/>
                  </a:cubicBezTo>
                  <a:cubicBezTo>
                    <a:pt x="501" y="113"/>
                    <a:pt x="35" y="441"/>
                    <a:pt x="35" y="1438"/>
                  </a:cubicBezTo>
                  <a:cubicBezTo>
                    <a:pt x="1" y="3771"/>
                    <a:pt x="1573" y="3580"/>
                    <a:pt x="3025" y="3822"/>
                  </a:cubicBezTo>
                  <a:cubicBezTo>
                    <a:pt x="4338" y="3753"/>
                    <a:pt x="5617" y="3408"/>
                    <a:pt x="6792" y="2837"/>
                  </a:cubicBezTo>
                  <a:cubicBezTo>
                    <a:pt x="7415" y="2526"/>
                    <a:pt x="8538" y="2474"/>
                    <a:pt x="8192" y="1541"/>
                  </a:cubicBezTo>
                  <a:cubicBezTo>
                    <a:pt x="7892" y="720"/>
                    <a:pt x="7218" y="1"/>
                    <a:pt x="615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" name="Google Shape;11015;p128">
              <a:extLst>
                <a:ext uri="{FF2B5EF4-FFF2-40B4-BE49-F238E27FC236}">
                  <a16:creationId xmlns:a16="http://schemas.microsoft.com/office/drawing/2014/main" id="{787FD880-39E3-D057-00DF-244249E826A3}"/>
                </a:ext>
              </a:extLst>
            </p:cNvPr>
            <p:cNvSpPr/>
            <p:nvPr/>
          </p:nvSpPr>
          <p:spPr>
            <a:xfrm>
              <a:off x="1453000" y="2509000"/>
              <a:ext cx="263575" cy="113100"/>
            </a:xfrm>
            <a:custGeom>
              <a:avLst/>
              <a:gdLst/>
              <a:ahLst/>
              <a:cxnLst/>
              <a:rect l="l" t="t" r="r" b="b"/>
              <a:pathLst>
                <a:path w="10543" h="4524" extrusionOk="0">
                  <a:moveTo>
                    <a:pt x="3451" y="1"/>
                  </a:moveTo>
                  <a:cubicBezTo>
                    <a:pt x="2445" y="1"/>
                    <a:pt x="1486" y="228"/>
                    <a:pt x="761" y="702"/>
                  </a:cubicBezTo>
                  <a:cubicBezTo>
                    <a:pt x="398" y="927"/>
                    <a:pt x="1" y="1186"/>
                    <a:pt x="243" y="1687"/>
                  </a:cubicBezTo>
                  <a:cubicBezTo>
                    <a:pt x="390" y="1972"/>
                    <a:pt x="609" y="2083"/>
                    <a:pt x="855" y="2083"/>
                  </a:cubicBezTo>
                  <a:cubicBezTo>
                    <a:pt x="1012" y="2083"/>
                    <a:pt x="1180" y="2038"/>
                    <a:pt x="1349" y="1964"/>
                  </a:cubicBezTo>
                  <a:cubicBezTo>
                    <a:pt x="1677" y="1828"/>
                    <a:pt x="1990" y="1776"/>
                    <a:pt x="2298" y="1776"/>
                  </a:cubicBezTo>
                  <a:cubicBezTo>
                    <a:pt x="2932" y="1776"/>
                    <a:pt x="3543" y="1997"/>
                    <a:pt x="4217" y="2171"/>
                  </a:cubicBezTo>
                  <a:cubicBezTo>
                    <a:pt x="5708" y="2540"/>
                    <a:pt x="6405" y="4523"/>
                    <a:pt x="7868" y="4523"/>
                  </a:cubicBezTo>
                  <a:cubicBezTo>
                    <a:pt x="8118" y="4523"/>
                    <a:pt x="8391" y="4465"/>
                    <a:pt x="8693" y="4332"/>
                  </a:cubicBezTo>
                  <a:cubicBezTo>
                    <a:pt x="8824" y="4337"/>
                    <a:pt x="8947" y="4340"/>
                    <a:pt x="9062" y="4340"/>
                  </a:cubicBezTo>
                  <a:cubicBezTo>
                    <a:pt x="10032" y="4340"/>
                    <a:pt x="10475" y="4144"/>
                    <a:pt x="10491" y="3727"/>
                  </a:cubicBezTo>
                  <a:cubicBezTo>
                    <a:pt x="10542" y="2897"/>
                    <a:pt x="9817" y="2724"/>
                    <a:pt x="9264" y="2517"/>
                  </a:cubicBezTo>
                  <a:cubicBezTo>
                    <a:pt x="8711" y="2292"/>
                    <a:pt x="8209" y="1964"/>
                    <a:pt x="7777" y="1567"/>
                  </a:cubicBezTo>
                  <a:cubicBezTo>
                    <a:pt x="6685" y="547"/>
                    <a:pt x="5011" y="1"/>
                    <a:pt x="345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" name="Google Shape;11016;p128">
              <a:extLst>
                <a:ext uri="{FF2B5EF4-FFF2-40B4-BE49-F238E27FC236}">
                  <a16:creationId xmlns:a16="http://schemas.microsoft.com/office/drawing/2014/main" id="{16DAD7E7-4B6E-5E0D-16FF-78D69596857F}"/>
                </a:ext>
              </a:extLst>
            </p:cNvPr>
            <p:cNvSpPr/>
            <p:nvPr/>
          </p:nvSpPr>
          <p:spPr>
            <a:xfrm>
              <a:off x="1880725" y="1020350"/>
              <a:ext cx="162025" cy="112025"/>
            </a:xfrm>
            <a:custGeom>
              <a:avLst/>
              <a:gdLst/>
              <a:ahLst/>
              <a:cxnLst/>
              <a:rect l="l" t="t" r="r" b="b"/>
              <a:pathLst>
                <a:path w="6481" h="4481" extrusionOk="0">
                  <a:moveTo>
                    <a:pt x="4294" y="0"/>
                  </a:moveTo>
                  <a:cubicBezTo>
                    <a:pt x="4062" y="0"/>
                    <a:pt x="3818" y="44"/>
                    <a:pt x="3560" y="144"/>
                  </a:cubicBezTo>
                  <a:cubicBezTo>
                    <a:pt x="3094" y="317"/>
                    <a:pt x="2593" y="541"/>
                    <a:pt x="2886" y="1198"/>
                  </a:cubicBezTo>
                  <a:cubicBezTo>
                    <a:pt x="3042" y="1509"/>
                    <a:pt x="3232" y="1820"/>
                    <a:pt x="3457" y="2114"/>
                  </a:cubicBezTo>
                  <a:cubicBezTo>
                    <a:pt x="3147" y="2260"/>
                    <a:pt x="2851" y="2348"/>
                    <a:pt x="2545" y="2348"/>
                  </a:cubicBezTo>
                  <a:cubicBezTo>
                    <a:pt x="2270" y="2348"/>
                    <a:pt x="1987" y="2277"/>
                    <a:pt x="1677" y="2114"/>
                  </a:cubicBezTo>
                  <a:cubicBezTo>
                    <a:pt x="1531" y="2037"/>
                    <a:pt x="1393" y="2002"/>
                    <a:pt x="1262" y="2002"/>
                  </a:cubicBezTo>
                  <a:cubicBezTo>
                    <a:pt x="867" y="2002"/>
                    <a:pt x="545" y="2320"/>
                    <a:pt x="311" y="2736"/>
                  </a:cubicBezTo>
                  <a:cubicBezTo>
                    <a:pt x="0" y="3289"/>
                    <a:pt x="467" y="3479"/>
                    <a:pt x="813" y="3807"/>
                  </a:cubicBezTo>
                  <a:cubicBezTo>
                    <a:pt x="1327" y="4309"/>
                    <a:pt x="1837" y="4480"/>
                    <a:pt x="2344" y="4480"/>
                  </a:cubicBezTo>
                  <a:cubicBezTo>
                    <a:pt x="3164" y="4480"/>
                    <a:pt x="3976" y="4032"/>
                    <a:pt x="4787" y="3807"/>
                  </a:cubicBezTo>
                  <a:lnTo>
                    <a:pt x="5081" y="3514"/>
                  </a:lnTo>
                  <a:cubicBezTo>
                    <a:pt x="5237" y="2788"/>
                    <a:pt x="5098" y="1924"/>
                    <a:pt x="6204" y="1734"/>
                  </a:cubicBezTo>
                  <a:cubicBezTo>
                    <a:pt x="6464" y="1699"/>
                    <a:pt x="6481" y="1129"/>
                    <a:pt x="6222" y="921"/>
                  </a:cubicBezTo>
                  <a:cubicBezTo>
                    <a:pt x="5644" y="436"/>
                    <a:pt x="5027" y="0"/>
                    <a:pt x="42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" name="Google Shape;11017;p128">
              <a:extLst>
                <a:ext uri="{FF2B5EF4-FFF2-40B4-BE49-F238E27FC236}">
                  <a16:creationId xmlns:a16="http://schemas.microsoft.com/office/drawing/2014/main" id="{E3392F69-4981-04C1-C673-9964E5F1130D}"/>
                </a:ext>
              </a:extLst>
            </p:cNvPr>
            <p:cNvSpPr/>
            <p:nvPr/>
          </p:nvSpPr>
          <p:spPr>
            <a:xfrm>
              <a:off x="1688900" y="2603450"/>
              <a:ext cx="165050" cy="73950"/>
            </a:xfrm>
            <a:custGeom>
              <a:avLst/>
              <a:gdLst/>
              <a:ahLst/>
              <a:cxnLst/>
              <a:rect l="l" t="t" r="r" b="b"/>
              <a:pathLst>
                <a:path w="6602" h="2958" extrusionOk="0">
                  <a:moveTo>
                    <a:pt x="2842" y="0"/>
                  </a:moveTo>
                  <a:cubicBezTo>
                    <a:pt x="2588" y="0"/>
                    <a:pt x="2332" y="28"/>
                    <a:pt x="2074" y="87"/>
                  </a:cubicBezTo>
                  <a:cubicBezTo>
                    <a:pt x="1452" y="225"/>
                    <a:pt x="1055" y="1331"/>
                    <a:pt x="225" y="1694"/>
                  </a:cubicBezTo>
                  <a:cubicBezTo>
                    <a:pt x="0" y="1798"/>
                    <a:pt x="277" y="2247"/>
                    <a:pt x="536" y="2454"/>
                  </a:cubicBezTo>
                  <a:cubicBezTo>
                    <a:pt x="957" y="2789"/>
                    <a:pt x="2162" y="2958"/>
                    <a:pt x="3373" y="2958"/>
                  </a:cubicBezTo>
                  <a:cubicBezTo>
                    <a:pt x="4599" y="2958"/>
                    <a:pt x="5830" y="2785"/>
                    <a:pt x="6256" y="2437"/>
                  </a:cubicBezTo>
                  <a:cubicBezTo>
                    <a:pt x="6395" y="2282"/>
                    <a:pt x="6515" y="2109"/>
                    <a:pt x="6602" y="1919"/>
                  </a:cubicBezTo>
                  <a:cubicBezTo>
                    <a:pt x="6481" y="1711"/>
                    <a:pt x="6429" y="1469"/>
                    <a:pt x="6291" y="1366"/>
                  </a:cubicBezTo>
                  <a:cubicBezTo>
                    <a:pt x="5231" y="636"/>
                    <a:pt x="4065" y="0"/>
                    <a:pt x="284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" name="Google Shape;11018;p128">
              <a:extLst>
                <a:ext uri="{FF2B5EF4-FFF2-40B4-BE49-F238E27FC236}">
                  <a16:creationId xmlns:a16="http://schemas.microsoft.com/office/drawing/2014/main" id="{9EDE7AE3-68EB-20A8-A3FD-1A470893BED8}"/>
                </a:ext>
              </a:extLst>
            </p:cNvPr>
            <p:cNvSpPr/>
            <p:nvPr/>
          </p:nvSpPr>
          <p:spPr>
            <a:xfrm>
              <a:off x="1922200" y="1344925"/>
              <a:ext cx="129625" cy="64525"/>
            </a:xfrm>
            <a:custGeom>
              <a:avLst/>
              <a:gdLst/>
              <a:ahLst/>
              <a:cxnLst/>
              <a:rect l="l" t="t" r="r" b="b"/>
              <a:pathLst>
                <a:path w="5185" h="2581" extrusionOk="0">
                  <a:moveTo>
                    <a:pt x="1901" y="1"/>
                  </a:moveTo>
                  <a:lnTo>
                    <a:pt x="1227" y="467"/>
                  </a:lnTo>
                  <a:cubicBezTo>
                    <a:pt x="934" y="1020"/>
                    <a:pt x="0" y="1383"/>
                    <a:pt x="415" y="2144"/>
                  </a:cubicBezTo>
                  <a:cubicBezTo>
                    <a:pt x="602" y="2475"/>
                    <a:pt x="838" y="2581"/>
                    <a:pt x="1096" y="2581"/>
                  </a:cubicBezTo>
                  <a:cubicBezTo>
                    <a:pt x="1482" y="2581"/>
                    <a:pt x="1915" y="2344"/>
                    <a:pt x="2299" y="2282"/>
                  </a:cubicBezTo>
                  <a:cubicBezTo>
                    <a:pt x="2552" y="2236"/>
                    <a:pt x="2806" y="2213"/>
                    <a:pt x="3064" y="2213"/>
                  </a:cubicBezTo>
                  <a:cubicBezTo>
                    <a:pt x="3194" y="2213"/>
                    <a:pt x="3324" y="2219"/>
                    <a:pt x="3457" y="2230"/>
                  </a:cubicBezTo>
                  <a:cubicBezTo>
                    <a:pt x="3730" y="2245"/>
                    <a:pt x="4039" y="2324"/>
                    <a:pt x="4314" y="2324"/>
                  </a:cubicBezTo>
                  <a:cubicBezTo>
                    <a:pt x="4665" y="2324"/>
                    <a:pt x="4959" y="2195"/>
                    <a:pt x="5047" y="1643"/>
                  </a:cubicBezTo>
                  <a:cubicBezTo>
                    <a:pt x="5185" y="744"/>
                    <a:pt x="4563" y="277"/>
                    <a:pt x="3768" y="122"/>
                  </a:cubicBezTo>
                  <a:cubicBezTo>
                    <a:pt x="3146" y="35"/>
                    <a:pt x="2523" y="1"/>
                    <a:pt x="190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" name="Google Shape;11019;p128">
              <a:extLst>
                <a:ext uri="{FF2B5EF4-FFF2-40B4-BE49-F238E27FC236}">
                  <a16:creationId xmlns:a16="http://schemas.microsoft.com/office/drawing/2014/main" id="{A3A044A4-DB3C-B1AB-80EE-176AC70F5BCB}"/>
                </a:ext>
              </a:extLst>
            </p:cNvPr>
            <p:cNvSpPr/>
            <p:nvPr/>
          </p:nvSpPr>
          <p:spPr>
            <a:xfrm>
              <a:off x="1787825" y="1030550"/>
              <a:ext cx="94250" cy="44825"/>
            </a:xfrm>
            <a:custGeom>
              <a:avLst/>
              <a:gdLst/>
              <a:ahLst/>
              <a:cxnLst/>
              <a:rect l="l" t="t" r="r" b="b"/>
              <a:pathLst>
                <a:path w="3770" h="1793" extrusionOk="0">
                  <a:moveTo>
                    <a:pt x="2929" y="0"/>
                  </a:moveTo>
                  <a:cubicBezTo>
                    <a:pt x="2800" y="0"/>
                    <a:pt x="2676" y="17"/>
                    <a:pt x="2576" y="47"/>
                  </a:cubicBezTo>
                  <a:cubicBezTo>
                    <a:pt x="2412" y="93"/>
                    <a:pt x="2229" y="105"/>
                    <a:pt x="2039" y="105"/>
                  </a:cubicBezTo>
                  <a:cubicBezTo>
                    <a:pt x="1817" y="105"/>
                    <a:pt x="1584" y="88"/>
                    <a:pt x="1360" y="88"/>
                  </a:cubicBezTo>
                  <a:cubicBezTo>
                    <a:pt x="763" y="88"/>
                    <a:pt x="227" y="208"/>
                    <a:pt x="105" y="1084"/>
                  </a:cubicBezTo>
                  <a:cubicBezTo>
                    <a:pt x="1" y="1792"/>
                    <a:pt x="865" y="1688"/>
                    <a:pt x="1504" y="1740"/>
                  </a:cubicBezTo>
                  <a:cubicBezTo>
                    <a:pt x="2265" y="1568"/>
                    <a:pt x="3405" y="1792"/>
                    <a:pt x="3665" y="652"/>
                  </a:cubicBezTo>
                  <a:cubicBezTo>
                    <a:pt x="3769" y="167"/>
                    <a:pt x="3329" y="0"/>
                    <a:pt x="29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" name="Google Shape;11020;p128">
              <a:extLst>
                <a:ext uri="{FF2B5EF4-FFF2-40B4-BE49-F238E27FC236}">
                  <a16:creationId xmlns:a16="http://schemas.microsoft.com/office/drawing/2014/main" id="{55879490-2ECB-598A-9ED6-1CD620775B63}"/>
                </a:ext>
              </a:extLst>
            </p:cNvPr>
            <p:cNvSpPr/>
            <p:nvPr/>
          </p:nvSpPr>
          <p:spPr>
            <a:xfrm>
              <a:off x="1870350" y="2639275"/>
              <a:ext cx="59225" cy="44325"/>
            </a:xfrm>
            <a:custGeom>
              <a:avLst/>
              <a:gdLst/>
              <a:ahLst/>
              <a:cxnLst/>
              <a:rect l="l" t="t" r="r" b="b"/>
              <a:pathLst>
                <a:path w="2369" h="1773" extrusionOk="0">
                  <a:moveTo>
                    <a:pt x="922" y="1"/>
                  </a:moveTo>
                  <a:cubicBezTo>
                    <a:pt x="435" y="1"/>
                    <a:pt x="1" y="156"/>
                    <a:pt x="1" y="762"/>
                  </a:cubicBezTo>
                  <a:cubicBezTo>
                    <a:pt x="1" y="1414"/>
                    <a:pt x="337" y="1773"/>
                    <a:pt x="982" y="1773"/>
                  </a:cubicBezTo>
                  <a:cubicBezTo>
                    <a:pt x="1038" y="1773"/>
                    <a:pt x="1097" y="1770"/>
                    <a:pt x="1158" y="1765"/>
                  </a:cubicBezTo>
                  <a:cubicBezTo>
                    <a:pt x="1711" y="1730"/>
                    <a:pt x="2368" y="1678"/>
                    <a:pt x="2299" y="901"/>
                  </a:cubicBezTo>
                  <a:cubicBezTo>
                    <a:pt x="2264" y="175"/>
                    <a:pt x="1642" y="2"/>
                    <a:pt x="1003" y="2"/>
                  </a:cubicBezTo>
                  <a:cubicBezTo>
                    <a:pt x="976" y="1"/>
                    <a:pt x="949" y="1"/>
                    <a:pt x="92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9" name="Google Shape;11021;p128">
              <a:extLst>
                <a:ext uri="{FF2B5EF4-FFF2-40B4-BE49-F238E27FC236}">
                  <a16:creationId xmlns:a16="http://schemas.microsoft.com/office/drawing/2014/main" id="{F68AE840-9942-7CE6-906D-9856582D8ABD}"/>
                </a:ext>
              </a:extLst>
            </p:cNvPr>
            <p:cNvSpPr/>
            <p:nvPr/>
          </p:nvSpPr>
          <p:spPr>
            <a:xfrm>
              <a:off x="2264800" y="4630125"/>
              <a:ext cx="62675" cy="39225"/>
            </a:xfrm>
            <a:custGeom>
              <a:avLst/>
              <a:gdLst/>
              <a:ahLst/>
              <a:cxnLst/>
              <a:rect l="l" t="t" r="r" b="b"/>
              <a:pathLst>
                <a:path w="2507" h="1569" extrusionOk="0">
                  <a:moveTo>
                    <a:pt x="1176" y="52"/>
                  </a:moveTo>
                  <a:cubicBezTo>
                    <a:pt x="675" y="87"/>
                    <a:pt x="1" y="1"/>
                    <a:pt x="1" y="813"/>
                  </a:cubicBezTo>
                  <a:cubicBezTo>
                    <a:pt x="1" y="1241"/>
                    <a:pt x="341" y="1568"/>
                    <a:pt x="742" y="1568"/>
                  </a:cubicBezTo>
                  <a:cubicBezTo>
                    <a:pt x="811" y="1568"/>
                    <a:pt x="881" y="1559"/>
                    <a:pt x="951" y="1539"/>
                  </a:cubicBezTo>
                  <a:cubicBezTo>
                    <a:pt x="1077" y="1515"/>
                    <a:pt x="1221" y="1513"/>
                    <a:pt x="1369" y="1513"/>
                  </a:cubicBezTo>
                  <a:cubicBezTo>
                    <a:pt x="1403" y="1513"/>
                    <a:pt x="1437" y="1513"/>
                    <a:pt x="1471" y="1513"/>
                  </a:cubicBezTo>
                  <a:cubicBezTo>
                    <a:pt x="1947" y="1513"/>
                    <a:pt x="2434" y="1491"/>
                    <a:pt x="2472" y="830"/>
                  </a:cubicBezTo>
                  <a:cubicBezTo>
                    <a:pt x="2506" y="52"/>
                    <a:pt x="1781" y="87"/>
                    <a:pt x="1176" y="5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" name="Google Shape;11022;p128">
              <a:extLst>
                <a:ext uri="{FF2B5EF4-FFF2-40B4-BE49-F238E27FC236}">
                  <a16:creationId xmlns:a16="http://schemas.microsoft.com/office/drawing/2014/main" id="{E81EF41A-55C3-D9AF-E041-0FECFFF8DB59}"/>
                </a:ext>
              </a:extLst>
            </p:cNvPr>
            <p:cNvSpPr/>
            <p:nvPr/>
          </p:nvSpPr>
          <p:spPr>
            <a:xfrm>
              <a:off x="1604225" y="2645350"/>
              <a:ext cx="56175" cy="38275"/>
            </a:xfrm>
            <a:custGeom>
              <a:avLst/>
              <a:gdLst/>
              <a:ahLst/>
              <a:cxnLst/>
              <a:rect l="l" t="t" r="r" b="b"/>
              <a:pathLst>
                <a:path w="2247" h="1531" extrusionOk="0">
                  <a:moveTo>
                    <a:pt x="1003" y="1"/>
                  </a:moveTo>
                  <a:cubicBezTo>
                    <a:pt x="536" y="35"/>
                    <a:pt x="0" y="1"/>
                    <a:pt x="17" y="554"/>
                  </a:cubicBezTo>
                  <a:cubicBezTo>
                    <a:pt x="17" y="1297"/>
                    <a:pt x="640" y="1452"/>
                    <a:pt x="1262" y="1522"/>
                  </a:cubicBezTo>
                  <a:cubicBezTo>
                    <a:pt x="1319" y="1528"/>
                    <a:pt x="1377" y="1531"/>
                    <a:pt x="1434" y="1531"/>
                  </a:cubicBezTo>
                  <a:cubicBezTo>
                    <a:pt x="1857" y="1531"/>
                    <a:pt x="2247" y="1352"/>
                    <a:pt x="2247" y="865"/>
                  </a:cubicBezTo>
                  <a:cubicBezTo>
                    <a:pt x="2247" y="18"/>
                    <a:pt x="1504" y="139"/>
                    <a:pt x="100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" name="Google Shape;11023;p128">
              <a:extLst>
                <a:ext uri="{FF2B5EF4-FFF2-40B4-BE49-F238E27FC236}">
                  <a16:creationId xmlns:a16="http://schemas.microsoft.com/office/drawing/2014/main" id="{4FB89326-DC18-1943-FDEF-0AFCBE6320A3}"/>
                </a:ext>
              </a:extLst>
            </p:cNvPr>
            <p:cNvSpPr/>
            <p:nvPr/>
          </p:nvSpPr>
          <p:spPr>
            <a:xfrm>
              <a:off x="7045475" y="3384250"/>
              <a:ext cx="47375" cy="53550"/>
            </a:xfrm>
            <a:custGeom>
              <a:avLst/>
              <a:gdLst/>
              <a:ahLst/>
              <a:cxnLst/>
              <a:rect l="l" t="t" r="r" b="b"/>
              <a:pathLst>
                <a:path w="1895" h="2142" extrusionOk="0">
                  <a:moveTo>
                    <a:pt x="416" y="1"/>
                  </a:moveTo>
                  <a:cubicBezTo>
                    <a:pt x="93" y="1"/>
                    <a:pt x="0" y="338"/>
                    <a:pt x="63" y="618"/>
                  </a:cubicBezTo>
                  <a:cubicBezTo>
                    <a:pt x="201" y="1292"/>
                    <a:pt x="339" y="2035"/>
                    <a:pt x="1203" y="2139"/>
                  </a:cubicBezTo>
                  <a:cubicBezTo>
                    <a:pt x="1224" y="2141"/>
                    <a:pt x="1245" y="2142"/>
                    <a:pt x="1265" y="2142"/>
                  </a:cubicBezTo>
                  <a:cubicBezTo>
                    <a:pt x="1645" y="2142"/>
                    <a:pt x="1895" y="1835"/>
                    <a:pt x="1895" y="1327"/>
                  </a:cubicBezTo>
                  <a:cubicBezTo>
                    <a:pt x="1670" y="705"/>
                    <a:pt x="1273" y="169"/>
                    <a:pt x="529" y="13"/>
                  </a:cubicBezTo>
                  <a:cubicBezTo>
                    <a:pt x="489" y="5"/>
                    <a:pt x="451" y="1"/>
                    <a:pt x="4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" name="Google Shape;11024;p128">
              <a:extLst>
                <a:ext uri="{FF2B5EF4-FFF2-40B4-BE49-F238E27FC236}">
                  <a16:creationId xmlns:a16="http://schemas.microsoft.com/office/drawing/2014/main" id="{109E0BE8-60F9-EB6B-C200-EB613111AB6D}"/>
                </a:ext>
              </a:extLst>
            </p:cNvPr>
            <p:cNvSpPr/>
            <p:nvPr/>
          </p:nvSpPr>
          <p:spPr>
            <a:xfrm>
              <a:off x="4291500" y="1250400"/>
              <a:ext cx="54900" cy="37900"/>
            </a:xfrm>
            <a:custGeom>
              <a:avLst/>
              <a:gdLst/>
              <a:ahLst/>
              <a:cxnLst/>
              <a:rect l="l" t="t" r="r" b="b"/>
              <a:pathLst>
                <a:path w="2196" h="1516" extrusionOk="0">
                  <a:moveTo>
                    <a:pt x="1013" y="0"/>
                  </a:moveTo>
                  <a:cubicBezTo>
                    <a:pt x="676" y="0"/>
                    <a:pt x="369" y="181"/>
                    <a:pt x="190" y="464"/>
                  </a:cubicBezTo>
                  <a:cubicBezTo>
                    <a:pt x="0" y="706"/>
                    <a:pt x="35" y="1034"/>
                    <a:pt x="259" y="1224"/>
                  </a:cubicBezTo>
                  <a:cubicBezTo>
                    <a:pt x="466" y="1444"/>
                    <a:pt x="678" y="1515"/>
                    <a:pt x="892" y="1515"/>
                  </a:cubicBezTo>
                  <a:cubicBezTo>
                    <a:pt x="1233" y="1515"/>
                    <a:pt x="1579" y="1336"/>
                    <a:pt x="1919" y="1293"/>
                  </a:cubicBezTo>
                  <a:cubicBezTo>
                    <a:pt x="2195" y="567"/>
                    <a:pt x="1901" y="153"/>
                    <a:pt x="1175" y="14"/>
                  </a:cubicBezTo>
                  <a:cubicBezTo>
                    <a:pt x="1121" y="5"/>
                    <a:pt x="1066" y="0"/>
                    <a:pt x="10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3" name="Google Shape;11025;p128">
              <a:extLst>
                <a:ext uri="{FF2B5EF4-FFF2-40B4-BE49-F238E27FC236}">
                  <a16:creationId xmlns:a16="http://schemas.microsoft.com/office/drawing/2014/main" id="{C6E7CF15-13C1-BA31-CB34-739F3246946F}"/>
                </a:ext>
              </a:extLst>
            </p:cNvPr>
            <p:cNvSpPr/>
            <p:nvPr/>
          </p:nvSpPr>
          <p:spPr>
            <a:xfrm>
              <a:off x="6323375" y="3314875"/>
              <a:ext cx="50125" cy="37325"/>
            </a:xfrm>
            <a:custGeom>
              <a:avLst/>
              <a:gdLst/>
              <a:ahLst/>
              <a:cxnLst/>
              <a:rect l="l" t="t" r="r" b="b"/>
              <a:pathLst>
                <a:path w="2005" h="1493" extrusionOk="0">
                  <a:moveTo>
                    <a:pt x="754" y="1"/>
                  </a:moveTo>
                  <a:cubicBezTo>
                    <a:pt x="409" y="1"/>
                    <a:pt x="93" y="129"/>
                    <a:pt x="52" y="542"/>
                  </a:cubicBezTo>
                  <a:cubicBezTo>
                    <a:pt x="0" y="1198"/>
                    <a:pt x="536" y="1371"/>
                    <a:pt x="1106" y="1492"/>
                  </a:cubicBezTo>
                  <a:cubicBezTo>
                    <a:pt x="1504" y="1475"/>
                    <a:pt x="1988" y="1440"/>
                    <a:pt x="1988" y="905"/>
                  </a:cubicBezTo>
                  <a:cubicBezTo>
                    <a:pt x="2005" y="317"/>
                    <a:pt x="1504" y="110"/>
                    <a:pt x="1020" y="23"/>
                  </a:cubicBezTo>
                  <a:cubicBezTo>
                    <a:pt x="932" y="9"/>
                    <a:pt x="842" y="1"/>
                    <a:pt x="7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4" name="Google Shape;11026;p128">
              <a:extLst>
                <a:ext uri="{FF2B5EF4-FFF2-40B4-BE49-F238E27FC236}">
                  <a16:creationId xmlns:a16="http://schemas.microsoft.com/office/drawing/2014/main" id="{548D66E0-0DBF-75E0-29C2-D8746C1E2E92}"/>
                </a:ext>
              </a:extLst>
            </p:cNvPr>
            <p:cNvSpPr/>
            <p:nvPr/>
          </p:nvSpPr>
          <p:spPr>
            <a:xfrm>
              <a:off x="6680225" y="1890750"/>
              <a:ext cx="46075" cy="42200"/>
            </a:xfrm>
            <a:custGeom>
              <a:avLst/>
              <a:gdLst/>
              <a:ahLst/>
              <a:cxnLst/>
              <a:rect l="l" t="t" r="r" b="b"/>
              <a:pathLst>
                <a:path w="1843" h="1688" extrusionOk="0">
                  <a:moveTo>
                    <a:pt x="1376" y="1"/>
                  </a:moveTo>
                  <a:cubicBezTo>
                    <a:pt x="1345" y="1"/>
                    <a:pt x="1312" y="4"/>
                    <a:pt x="1280" y="11"/>
                  </a:cubicBezTo>
                  <a:cubicBezTo>
                    <a:pt x="675" y="29"/>
                    <a:pt x="156" y="478"/>
                    <a:pt x="70" y="1083"/>
                  </a:cubicBezTo>
                  <a:cubicBezTo>
                    <a:pt x="1" y="1446"/>
                    <a:pt x="208" y="1670"/>
                    <a:pt x="675" y="1688"/>
                  </a:cubicBezTo>
                  <a:cubicBezTo>
                    <a:pt x="1193" y="1480"/>
                    <a:pt x="1643" y="1135"/>
                    <a:pt x="1781" y="513"/>
                  </a:cubicBezTo>
                  <a:cubicBezTo>
                    <a:pt x="1843" y="250"/>
                    <a:pt x="1642" y="1"/>
                    <a:pt x="13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5" name="Google Shape;11027;p128">
              <a:extLst>
                <a:ext uri="{FF2B5EF4-FFF2-40B4-BE49-F238E27FC236}">
                  <a16:creationId xmlns:a16="http://schemas.microsoft.com/office/drawing/2014/main" id="{E61E0479-91C3-E130-9313-D1F6DDC6C968}"/>
                </a:ext>
              </a:extLst>
            </p:cNvPr>
            <p:cNvSpPr/>
            <p:nvPr/>
          </p:nvSpPr>
          <p:spPr>
            <a:xfrm>
              <a:off x="3550975" y="1955400"/>
              <a:ext cx="53600" cy="126175"/>
            </a:xfrm>
            <a:custGeom>
              <a:avLst/>
              <a:gdLst/>
              <a:ahLst/>
              <a:cxnLst/>
              <a:rect l="l" t="t" r="r" b="b"/>
              <a:pathLst>
                <a:path w="2144" h="5047" extrusionOk="0">
                  <a:moveTo>
                    <a:pt x="1297" y="0"/>
                  </a:moveTo>
                  <a:cubicBezTo>
                    <a:pt x="778" y="0"/>
                    <a:pt x="260" y="363"/>
                    <a:pt x="364" y="795"/>
                  </a:cubicBezTo>
                  <a:cubicBezTo>
                    <a:pt x="640" y="1850"/>
                    <a:pt x="122" y="2731"/>
                    <a:pt x="1" y="3491"/>
                  </a:cubicBezTo>
                  <a:cubicBezTo>
                    <a:pt x="70" y="4338"/>
                    <a:pt x="1" y="5047"/>
                    <a:pt x="951" y="5047"/>
                  </a:cubicBezTo>
                  <a:cubicBezTo>
                    <a:pt x="1781" y="5047"/>
                    <a:pt x="1971" y="4476"/>
                    <a:pt x="2040" y="3785"/>
                  </a:cubicBezTo>
                  <a:cubicBezTo>
                    <a:pt x="2144" y="2748"/>
                    <a:pt x="1642" y="1746"/>
                    <a:pt x="1936" y="692"/>
                  </a:cubicBezTo>
                  <a:cubicBezTo>
                    <a:pt x="2023" y="381"/>
                    <a:pt x="1712" y="0"/>
                    <a:pt x="129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6" name="Google Shape;11028;p128">
              <a:extLst>
                <a:ext uri="{FF2B5EF4-FFF2-40B4-BE49-F238E27FC236}">
                  <a16:creationId xmlns:a16="http://schemas.microsoft.com/office/drawing/2014/main" id="{2C6EF58D-F18B-FFF5-437B-320346206D38}"/>
                </a:ext>
              </a:extLst>
            </p:cNvPr>
            <p:cNvSpPr/>
            <p:nvPr/>
          </p:nvSpPr>
          <p:spPr>
            <a:xfrm>
              <a:off x="3910000" y="2161475"/>
              <a:ext cx="93775" cy="45400"/>
            </a:xfrm>
            <a:custGeom>
              <a:avLst/>
              <a:gdLst/>
              <a:ahLst/>
              <a:cxnLst/>
              <a:rect l="l" t="t" r="r" b="b"/>
              <a:pathLst>
                <a:path w="3751" h="1816" extrusionOk="0">
                  <a:moveTo>
                    <a:pt x="1383" y="1"/>
                  </a:moveTo>
                  <a:cubicBezTo>
                    <a:pt x="778" y="87"/>
                    <a:pt x="1" y="18"/>
                    <a:pt x="122" y="640"/>
                  </a:cubicBezTo>
                  <a:cubicBezTo>
                    <a:pt x="329" y="1625"/>
                    <a:pt x="1297" y="1815"/>
                    <a:pt x="2195" y="1815"/>
                  </a:cubicBezTo>
                  <a:cubicBezTo>
                    <a:pt x="2835" y="1815"/>
                    <a:pt x="3751" y="1712"/>
                    <a:pt x="3613" y="951"/>
                  </a:cubicBezTo>
                  <a:cubicBezTo>
                    <a:pt x="3466" y="240"/>
                    <a:pt x="2970" y="188"/>
                    <a:pt x="2455" y="188"/>
                  </a:cubicBezTo>
                  <a:cubicBezTo>
                    <a:pt x="2366" y="188"/>
                    <a:pt x="2276" y="189"/>
                    <a:pt x="2187" y="189"/>
                  </a:cubicBezTo>
                  <a:cubicBezTo>
                    <a:pt x="1880" y="189"/>
                    <a:pt x="1588" y="170"/>
                    <a:pt x="13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7" name="Google Shape;11029;p128">
              <a:extLst>
                <a:ext uri="{FF2B5EF4-FFF2-40B4-BE49-F238E27FC236}">
                  <a16:creationId xmlns:a16="http://schemas.microsoft.com/office/drawing/2014/main" id="{98541F6E-30EF-BA08-F3C7-F026267108A9}"/>
                </a:ext>
              </a:extLst>
            </p:cNvPr>
            <p:cNvSpPr/>
            <p:nvPr/>
          </p:nvSpPr>
          <p:spPr>
            <a:xfrm>
              <a:off x="4125600" y="2173875"/>
              <a:ext cx="50575" cy="37600"/>
            </a:xfrm>
            <a:custGeom>
              <a:avLst/>
              <a:gdLst/>
              <a:ahLst/>
              <a:cxnLst/>
              <a:rect l="l" t="t" r="r" b="b"/>
              <a:pathLst>
                <a:path w="2023" h="1504" extrusionOk="0">
                  <a:moveTo>
                    <a:pt x="1294" y="1"/>
                  </a:moveTo>
                  <a:cubicBezTo>
                    <a:pt x="1249" y="1"/>
                    <a:pt x="1204" y="3"/>
                    <a:pt x="1158" y="6"/>
                  </a:cubicBezTo>
                  <a:cubicBezTo>
                    <a:pt x="691" y="144"/>
                    <a:pt x="0" y="109"/>
                    <a:pt x="17" y="904"/>
                  </a:cubicBezTo>
                  <a:cubicBezTo>
                    <a:pt x="17" y="1352"/>
                    <a:pt x="364" y="1503"/>
                    <a:pt x="748" y="1503"/>
                  </a:cubicBezTo>
                  <a:cubicBezTo>
                    <a:pt x="809" y="1503"/>
                    <a:pt x="872" y="1499"/>
                    <a:pt x="933" y="1492"/>
                  </a:cubicBezTo>
                  <a:cubicBezTo>
                    <a:pt x="1486" y="1440"/>
                    <a:pt x="2022" y="1233"/>
                    <a:pt x="2022" y="593"/>
                  </a:cubicBezTo>
                  <a:cubicBezTo>
                    <a:pt x="2022" y="156"/>
                    <a:pt x="1711" y="1"/>
                    <a:pt x="129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11030;p128">
              <a:extLst>
                <a:ext uri="{FF2B5EF4-FFF2-40B4-BE49-F238E27FC236}">
                  <a16:creationId xmlns:a16="http://schemas.microsoft.com/office/drawing/2014/main" id="{57CFC0CE-DF98-67DD-F108-FD5F50C3CF0F}"/>
                </a:ext>
              </a:extLst>
            </p:cNvPr>
            <p:cNvSpPr/>
            <p:nvPr/>
          </p:nvSpPr>
          <p:spPr>
            <a:xfrm>
              <a:off x="3415775" y="2038325"/>
              <a:ext cx="44925" cy="38175"/>
            </a:xfrm>
            <a:custGeom>
              <a:avLst/>
              <a:gdLst/>
              <a:ahLst/>
              <a:cxnLst/>
              <a:rect l="l" t="t" r="r" b="b"/>
              <a:pathLst>
                <a:path w="1797" h="1527" extrusionOk="0">
                  <a:moveTo>
                    <a:pt x="812" y="0"/>
                  </a:moveTo>
                  <a:cubicBezTo>
                    <a:pt x="383" y="0"/>
                    <a:pt x="1" y="211"/>
                    <a:pt x="34" y="710"/>
                  </a:cubicBezTo>
                  <a:cubicBezTo>
                    <a:pt x="34" y="1164"/>
                    <a:pt x="400" y="1527"/>
                    <a:pt x="845" y="1527"/>
                  </a:cubicBezTo>
                  <a:cubicBezTo>
                    <a:pt x="874" y="1527"/>
                    <a:pt x="903" y="1525"/>
                    <a:pt x="933" y="1522"/>
                  </a:cubicBezTo>
                  <a:cubicBezTo>
                    <a:pt x="1382" y="1522"/>
                    <a:pt x="1745" y="1315"/>
                    <a:pt x="1797" y="796"/>
                  </a:cubicBezTo>
                  <a:cubicBezTo>
                    <a:pt x="1745" y="226"/>
                    <a:pt x="1330" y="19"/>
                    <a:pt x="864" y="1"/>
                  </a:cubicBezTo>
                  <a:cubicBezTo>
                    <a:pt x="847" y="1"/>
                    <a:pt x="829" y="0"/>
                    <a:pt x="8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49" name="Google Shape;11031;p128">
            <a:extLst>
              <a:ext uri="{FF2B5EF4-FFF2-40B4-BE49-F238E27FC236}">
                <a16:creationId xmlns:a16="http://schemas.microsoft.com/office/drawing/2014/main" id="{CEA89EB1-EA07-1E6D-2AFA-71AFE7EC71AF}"/>
              </a:ext>
            </a:extLst>
          </p:cNvPr>
          <p:cNvGrpSpPr/>
          <p:nvPr/>
        </p:nvGrpSpPr>
        <p:grpSpPr>
          <a:xfrm>
            <a:off x="8930428" y="4545710"/>
            <a:ext cx="106987" cy="328810"/>
            <a:chOff x="7564426" y="3224343"/>
            <a:chExt cx="119985" cy="368801"/>
          </a:xfrm>
          <a:solidFill>
            <a:schemeClr val="accent1">
              <a:lumMod val="75000"/>
            </a:schemeClr>
          </a:solidFill>
        </p:grpSpPr>
        <p:sp>
          <p:nvSpPr>
            <p:cNvPr id="2150" name="Google Shape;11032;p128">
              <a:extLst>
                <a:ext uri="{FF2B5EF4-FFF2-40B4-BE49-F238E27FC236}">
                  <a16:creationId xmlns:a16="http://schemas.microsoft.com/office/drawing/2014/main" id="{26F1566D-F32A-2F47-8FC4-0CA80D003D39}"/>
                </a:ext>
              </a:extLst>
            </p:cNvPr>
            <p:cNvSpPr/>
            <p:nvPr/>
          </p:nvSpPr>
          <p:spPr>
            <a:xfrm>
              <a:off x="7564426" y="3224379"/>
              <a:ext cx="119985" cy="368765"/>
            </a:xfrm>
            <a:custGeom>
              <a:avLst/>
              <a:gdLst/>
              <a:ahLst/>
              <a:cxnLst/>
              <a:rect l="l" t="t" r="r" b="b"/>
              <a:pathLst>
                <a:path w="13196" h="40557" extrusionOk="0">
                  <a:moveTo>
                    <a:pt x="2529" y="1"/>
                  </a:moveTo>
                  <a:lnTo>
                    <a:pt x="2547" y="1348"/>
                  </a:lnTo>
                  <a:lnTo>
                    <a:pt x="10244" y="1459"/>
                  </a:lnTo>
                  <a:lnTo>
                    <a:pt x="10227" y="108"/>
                  </a:lnTo>
                  <a:lnTo>
                    <a:pt x="2529" y="1"/>
                  </a:lnTo>
                  <a:close/>
                  <a:moveTo>
                    <a:pt x="3107" y="1850"/>
                  </a:moveTo>
                  <a:lnTo>
                    <a:pt x="556" y="15262"/>
                  </a:lnTo>
                  <a:lnTo>
                    <a:pt x="12617" y="15439"/>
                  </a:lnTo>
                  <a:lnTo>
                    <a:pt x="9489" y="1872"/>
                  </a:lnTo>
                  <a:lnTo>
                    <a:pt x="3107" y="1850"/>
                  </a:lnTo>
                  <a:close/>
                  <a:moveTo>
                    <a:pt x="1" y="15688"/>
                  </a:moveTo>
                  <a:lnTo>
                    <a:pt x="23" y="17035"/>
                  </a:lnTo>
                  <a:lnTo>
                    <a:pt x="13195" y="17226"/>
                  </a:lnTo>
                  <a:lnTo>
                    <a:pt x="13177" y="15879"/>
                  </a:lnTo>
                  <a:lnTo>
                    <a:pt x="1" y="15688"/>
                  </a:lnTo>
                  <a:close/>
                  <a:moveTo>
                    <a:pt x="4658" y="17528"/>
                  </a:moveTo>
                  <a:lnTo>
                    <a:pt x="4658" y="17528"/>
                  </a:lnTo>
                  <a:cubicBezTo>
                    <a:pt x="4685" y="21359"/>
                    <a:pt x="6027" y="32838"/>
                    <a:pt x="6902" y="40557"/>
                  </a:cubicBezTo>
                  <a:cubicBezTo>
                    <a:pt x="6902" y="40557"/>
                    <a:pt x="8813" y="21274"/>
                    <a:pt x="8560" y="17586"/>
                  </a:cubicBezTo>
                  <a:lnTo>
                    <a:pt x="4658" y="1752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" name="Google Shape;11033;p128">
              <a:extLst>
                <a:ext uri="{FF2B5EF4-FFF2-40B4-BE49-F238E27FC236}">
                  <a16:creationId xmlns:a16="http://schemas.microsoft.com/office/drawing/2014/main" id="{65C08E6F-4BB0-10CA-4810-6D3ED7B17A3F}"/>
                </a:ext>
              </a:extLst>
            </p:cNvPr>
            <p:cNvSpPr/>
            <p:nvPr/>
          </p:nvSpPr>
          <p:spPr>
            <a:xfrm>
              <a:off x="7564426" y="3224343"/>
              <a:ext cx="119985" cy="368801"/>
            </a:xfrm>
            <a:custGeom>
              <a:avLst/>
              <a:gdLst/>
              <a:ahLst/>
              <a:cxnLst/>
              <a:rect l="l" t="t" r="r" b="b"/>
              <a:pathLst>
                <a:path w="13196" h="40561" extrusionOk="0">
                  <a:moveTo>
                    <a:pt x="2529" y="1"/>
                  </a:moveTo>
                  <a:lnTo>
                    <a:pt x="2529" y="5"/>
                  </a:lnTo>
                  <a:lnTo>
                    <a:pt x="2547" y="1352"/>
                  </a:lnTo>
                  <a:lnTo>
                    <a:pt x="10244" y="1463"/>
                  </a:lnTo>
                  <a:lnTo>
                    <a:pt x="10227" y="112"/>
                  </a:lnTo>
                  <a:lnTo>
                    <a:pt x="2529" y="1"/>
                  </a:lnTo>
                  <a:close/>
                  <a:moveTo>
                    <a:pt x="3107" y="1854"/>
                  </a:moveTo>
                  <a:lnTo>
                    <a:pt x="556" y="15266"/>
                  </a:lnTo>
                  <a:lnTo>
                    <a:pt x="12617" y="15443"/>
                  </a:lnTo>
                  <a:lnTo>
                    <a:pt x="9489" y="1876"/>
                  </a:lnTo>
                  <a:lnTo>
                    <a:pt x="3107" y="1854"/>
                  </a:lnTo>
                  <a:close/>
                  <a:moveTo>
                    <a:pt x="1" y="15692"/>
                  </a:moveTo>
                  <a:lnTo>
                    <a:pt x="23" y="17039"/>
                  </a:lnTo>
                  <a:lnTo>
                    <a:pt x="13195" y="17230"/>
                  </a:lnTo>
                  <a:lnTo>
                    <a:pt x="13177" y="15883"/>
                  </a:lnTo>
                  <a:lnTo>
                    <a:pt x="1" y="15692"/>
                  </a:lnTo>
                  <a:close/>
                  <a:moveTo>
                    <a:pt x="4658" y="17532"/>
                  </a:moveTo>
                  <a:lnTo>
                    <a:pt x="4658" y="17532"/>
                  </a:lnTo>
                  <a:cubicBezTo>
                    <a:pt x="4685" y="21363"/>
                    <a:pt x="6027" y="32842"/>
                    <a:pt x="6902" y="40561"/>
                  </a:cubicBezTo>
                  <a:cubicBezTo>
                    <a:pt x="6902" y="40561"/>
                    <a:pt x="8813" y="21278"/>
                    <a:pt x="8560" y="17590"/>
                  </a:cubicBezTo>
                  <a:lnTo>
                    <a:pt x="4658" y="175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52" name="Google Shape;11034;p128">
            <a:extLst>
              <a:ext uri="{FF2B5EF4-FFF2-40B4-BE49-F238E27FC236}">
                <a16:creationId xmlns:a16="http://schemas.microsoft.com/office/drawing/2014/main" id="{B7DCF04E-B4DA-5D2A-C9E4-0E8D3CA2A30D}"/>
              </a:ext>
            </a:extLst>
          </p:cNvPr>
          <p:cNvGrpSpPr/>
          <p:nvPr/>
        </p:nvGrpSpPr>
        <p:grpSpPr>
          <a:xfrm>
            <a:off x="8621972" y="4539656"/>
            <a:ext cx="194499" cy="340914"/>
            <a:chOff x="8370831" y="3202002"/>
            <a:chExt cx="218129" cy="382376"/>
          </a:xfrm>
          <a:solidFill>
            <a:schemeClr val="accent1">
              <a:lumMod val="75000"/>
            </a:schemeClr>
          </a:solidFill>
        </p:grpSpPr>
        <p:sp>
          <p:nvSpPr>
            <p:cNvPr id="2153" name="Google Shape;11035;p128">
              <a:extLst>
                <a:ext uri="{FF2B5EF4-FFF2-40B4-BE49-F238E27FC236}">
                  <a16:creationId xmlns:a16="http://schemas.microsoft.com/office/drawing/2014/main" id="{8F9CA075-1C7E-48F1-649A-9AE25ACCBA27}"/>
                </a:ext>
              </a:extLst>
            </p:cNvPr>
            <p:cNvSpPr/>
            <p:nvPr/>
          </p:nvSpPr>
          <p:spPr>
            <a:xfrm>
              <a:off x="8370831" y="3202002"/>
              <a:ext cx="218129" cy="382376"/>
            </a:xfrm>
            <a:custGeom>
              <a:avLst/>
              <a:gdLst/>
              <a:ahLst/>
              <a:cxnLst/>
              <a:rect l="l" t="t" r="r" b="b"/>
              <a:pathLst>
                <a:path w="23990" h="42054" extrusionOk="0">
                  <a:moveTo>
                    <a:pt x="11991" y="0"/>
                  </a:moveTo>
                  <a:cubicBezTo>
                    <a:pt x="11992" y="0"/>
                    <a:pt x="11992" y="0"/>
                    <a:pt x="11993" y="0"/>
                  </a:cubicBezTo>
                  <a:lnTo>
                    <a:pt x="11993" y="0"/>
                  </a:lnTo>
                  <a:cubicBezTo>
                    <a:pt x="11994" y="0"/>
                    <a:pt x="11995" y="0"/>
                    <a:pt x="11995" y="0"/>
                  </a:cubicBezTo>
                  <a:close/>
                  <a:moveTo>
                    <a:pt x="11993" y="0"/>
                  </a:moveTo>
                  <a:cubicBezTo>
                    <a:pt x="5373" y="1"/>
                    <a:pt x="1" y="4974"/>
                    <a:pt x="1" y="11110"/>
                  </a:cubicBezTo>
                  <a:cubicBezTo>
                    <a:pt x="1" y="14754"/>
                    <a:pt x="1894" y="17985"/>
                    <a:pt x="4823" y="20011"/>
                  </a:cubicBezTo>
                  <a:lnTo>
                    <a:pt x="12062" y="42054"/>
                  </a:lnTo>
                  <a:lnTo>
                    <a:pt x="18950" y="20154"/>
                  </a:lnTo>
                  <a:cubicBezTo>
                    <a:pt x="21999" y="18136"/>
                    <a:pt x="23990" y="14843"/>
                    <a:pt x="23990" y="11110"/>
                  </a:cubicBezTo>
                  <a:cubicBezTo>
                    <a:pt x="23990" y="4978"/>
                    <a:pt x="18618" y="1"/>
                    <a:pt x="1199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" name="Google Shape;11036;p128">
              <a:extLst>
                <a:ext uri="{FF2B5EF4-FFF2-40B4-BE49-F238E27FC236}">
                  <a16:creationId xmlns:a16="http://schemas.microsoft.com/office/drawing/2014/main" id="{1E7EF833-198F-868F-99B5-517AE6B6480D}"/>
                </a:ext>
              </a:extLst>
            </p:cNvPr>
            <p:cNvSpPr/>
            <p:nvPr/>
          </p:nvSpPr>
          <p:spPr>
            <a:xfrm>
              <a:off x="8397745" y="3226607"/>
              <a:ext cx="164347" cy="152181"/>
            </a:xfrm>
            <a:custGeom>
              <a:avLst/>
              <a:gdLst/>
              <a:ahLst/>
              <a:cxnLst/>
              <a:rect l="l" t="t" r="r" b="b"/>
              <a:pathLst>
                <a:path w="18075" h="16737" extrusionOk="0">
                  <a:moveTo>
                    <a:pt x="9035" y="0"/>
                  </a:moveTo>
                  <a:cubicBezTo>
                    <a:pt x="4045" y="0"/>
                    <a:pt x="1" y="3747"/>
                    <a:pt x="1" y="8368"/>
                  </a:cubicBezTo>
                  <a:cubicBezTo>
                    <a:pt x="1" y="12990"/>
                    <a:pt x="4045" y="16736"/>
                    <a:pt x="9035" y="16736"/>
                  </a:cubicBezTo>
                  <a:cubicBezTo>
                    <a:pt x="14026" y="16736"/>
                    <a:pt x="18075" y="12990"/>
                    <a:pt x="18075" y="8368"/>
                  </a:cubicBezTo>
                  <a:cubicBezTo>
                    <a:pt x="18075" y="3747"/>
                    <a:pt x="14030" y="0"/>
                    <a:pt x="90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55" name="Google Shape;11037;p128">
            <a:extLst>
              <a:ext uri="{FF2B5EF4-FFF2-40B4-BE49-F238E27FC236}">
                <a16:creationId xmlns:a16="http://schemas.microsoft.com/office/drawing/2014/main" id="{FAF35437-7575-DFD1-961A-E41174A48C06}"/>
              </a:ext>
            </a:extLst>
          </p:cNvPr>
          <p:cNvGrpSpPr/>
          <p:nvPr/>
        </p:nvGrpSpPr>
        <p:grpSpPr>
          <a:xfrm>
            <a:off x="9364488" y="4961659"/>
            <a:ext cx="317611" cy="274060"/>
            <a:chOff x="6742064" y="3750480"/>
            <a:chExt cx="399315" cy="344560"/>
          </a:xfrm>
          <a:solidFill>
            <a:schemeClr val="accent1">
              <a:lumMod val="75000"/>
            </a:schemeClr>
          </a:solidFill>
        </p:grpSpPr>
        <p:sp>
          <p:nvSpPr>
            <p:cNvPr id="2156" name="Google Shape;11038;p128">
              <a:extLst>
                <a:ext uri="{FF2B5EF4-FFF2-40B4-BE49-F238E27FC236}">
                  <a16:creationId xmlns:a16="http://schemas.microsoft.com/office/drawing/2014/main" id="{A1696A06-1280-13A3-994B-8C91C48014CF}"/>
                </a:ext>
              </a:extLst>
            </p:cNvPr>
            <p:cNvSpPr/>
            <p:nvPr/>
          </p:nvSpPr>
          <p:spPr>
            <a:xfrm>
              <a:off x="6742064" y="3750480"/>
              <a:ext cx="399315" cy="344560"/>
            </a:xfrm>
            <a:custGeom>
              <a:avLst/>
              <a:gdLst/>
              <a:ahLst/>
              <a:cxnLst/>
              <a:rect l="l" t="t" r="r" b="b"/>
              <a:pathLst>
                <a:path w="43917" h="37895" extrusionOk="0">
                  <a:moveTo>
                    <a:pt x="37846" y="1"/>
                  </a:moveTo>
                  <a:lnTo>
                    <a:pt x="6071" y="1"/>
                  </a:lnTo>
                  <a:cubicBezTo>
                    <a:pt x="2729" y="1"/>
                    <a:pt x="0" y="2734"/>
                    <a:pt x="0" y="6071"/>
                  </a:cubicBezTo>
                  <a:lnTo>
                    <a:pt x="0" y="18212"/>
                  </a:lnTo>
                  <a:cubicBezTo>
                    <a:pt x="0" y="21550"/>
                    <a:pt x="2729" y="24278"/>
                    <a:pt x="6071" y="24278"/>
                  </a:cubicBezTo>
                  <a:lnTo>
                    <a:pt x="18927" y="24278"/>
                  </a:lnTo>
                  <a:cubicBezTo>
                    <a:pt x="19332" y="24278"/>
                    <a:pt x="19754" y="24705"/>
                    <a:pt x="19821" y="25105"/>
                  </a:cubicBezTo>
                  <a:lnTo>
                    <a:pt x="21958" y="37895"/>
                  </a:lnTo>
                  <a:lnTo>
                    <a:pt x="24096" y="25101"/>
                  </a:lnTo>
                  <a:cubicBezTo>
                    <a:pt x="24162" y="24687"/>
                    <a:pt x="24629" y="24278"/>
                    <a:pt x="25051" y="24278"/>
                  </a:cubicBezTo>
                  <a:lnTo>
                    <a:pt x="37846" y="24278"/>
                  </a:lnTo>
                  <a:cubicBezTo>
                    <a:pt x="41183" y="24278"/>
                    <a:pt x="43916" y="21550"/>
                    <a:pt x="43916" y="18212"/>
                  </a:cubicBezTo>
                  <a:lnTo>
                    <a:pt x="43916" y="6071"/>
                  </a:lnTo>
                  <a:cubicBezTo>
                    <a:pt x="43916" y="2734"/>
                    <a:pt x="41183" y="1"/>
                    <a:pt x="3784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11039;p128">
              <a:extLst>
                <a:ext uri="{FF2B5EF4-FFF2-40B4-BE49-F238E27FC236}">
                  <a16:creationId xmlns:a16="http://schemas.microsoft.com/office/drawing/2014/main" id="{58BBD669-0C53-7B49-33E3-AC7798269F5B}"/>
                </a:ext>
              </a:extLst>
            </p:cNvPr>
            <p:cNvSpPr/>
            <p:nvPr/>
          </p:nvSpPr>
          <p:spPr>
            <a:xfrm>
              <a:off x="6764168" y="3772584"/>
              <a:ext cx="355108" cy="176549"/>
            </a:xfrm>
            <a:custGeom>
              <a:avLst/>
              <a:gdLst/>
              <a:ahLst/>
              <a:cxnLst/>
              <a:rect l="l" t="t" r="r" b="b"/>
              <a:pathLst>
                <a:path w="39055" h="19417" extrusionOk="0">
                  <a:moveTo>
                    <a:pt x="3755" y="1"/>
                  </a:moveTo>
                  <a:lnTo>
                    <a:pt x="35295" y="1"/>
                  </a:lnTo>
                  <a:cubicBezTo>
                    <a:pt x="37370" y="10"/>
                    <a:pt x="39045" y="1685"/>
                    <a:pt x="39054" y="3756"/>
                  </a:cubicBezTo>
                  <a:lnTo>
                    <a:pt x="39054" y="15666"/>
                  </a:lnTo>
                  <a:cubicBezTo>
                    <a:pt x="39045" y="17737"/>
                    <a:pt x="37370" y="19412"/>
                    <a:pt x="35295" y="19417"/>
                  </a:cubicBezTo>
                  <a:lnTo>
                    <a:pt x="3755" y="19417"/>
                  </a:lnTo>
                  <a:cubicBezTo>
                    <a:pt x="1680" y="19412"/>
                    <a:pt x="5" y="17737"/>
                    <a:pt x="0" y="15666"/>
                  </a:cubicBezTo>
                  <a:lnTo>
                    <a:pt x="0" y="3756"/>
                  </a:lnTo>
                  <a:cubicBezTo>
                    <a:pt x="5" y="1685"/>
                    <a:pt x="1680" y="10"/>
                    <a:pt x="375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58" name="Google Shape;11040;p128">
            <a:extLst>
              <a:ext uri="{FF2B5EF4-FFF2-40B4-BE49-F238E27FC236}">
                <a16:creationId xmlns:a16="http://schemas.microsoft.com/office/drawing/2014/main" id="{B2CB78A9-6311-F930-0259-1C40CA19EC37}"/>
              </a:ext>
            </a:extLst>
          </p:cNvPr>
          <p:cNvGrpSpPr/>
          <p:nvPr/>
        </p:nvGrpSpPr>
        <p:grpSpPr>
          <a:xfrm>
            <a:off x="8891318" y="5321987"/>
            <a:ext cx="185208" cy="289054"/>
            <a:chOff x="7248525" y="3739696"/>
            <a:chExt cx="230531" cy="359790"/>
          </a:xfrm>
          <a:solidFill>
            <a:schemeClr val="accent1">
              <a:lumMod val="75000"/>
            </a:schemeClr>
          </a:solidFill>
        </p:grpSpPr>
        <p:sp>
          <p:nvSpPr>
            <p:cNvPr id="2159" name="Google Shape;11041;p128">
              <a:extLst>
                <a:ext uri="{FF2B5EF4-FFF2-40B4-BE49-F238E27FC236}">
                  <a16:creationId xmlns:a16="http://schemas.microsoft.com/office/drawing/2014/main" id="{A5B9DAE0-9BD3-02AC-CB72-E41D477E24D1}"/>
                </a:ext>
              </a:extLst>
            </p:cNvPr>
            <p:cNvSpPr/>
            <p:nvPr/>
          </p:nvSpPr>
          <p:spPr>
            <a:xfrm>
              <a:off x="7248525" y="3739696"/>
              <a:ext cx="230531" cy="359790"/>
            </a:xfrm>
            <a:custGeom>
              <a:avLst/>
              <a:gdLst/>
              <a:ahLst/>
              <a:cxnLst/>
              <a:rect l="l" t="t" r="r" b="b"/>
              <a:pathLst>
                <a:path w="25354" h="39570" extrusionOk="0">
                  <a:moveTo>
                    <a:pt x="19434" y="18"/>
                  </a:moveTo>
                  <a:lnTo>
                    <a:pt x="6338" y="5"/>
                  </a:lnTo>
                  <a:cubicBezTo>
                    <a:pt x="2854" y="0"/>
                    <a:pt x="1" y="2858"/>
                    <a:pt x="1" y="6342"/>
                  </a:cubicBezTo>
                  <a:lnTo>
                    <a:pt x="1" y="19016"/>
                  </a:lnTo>
                  <a:cubicBezTo>
                    <a:pt x="1" y="29006"/>
                    <a:pt x="6280" y="22820"/>
                    <a:pt x="12679" y="39570"/>
                  </a:cubicBezTo>
                  <a:cubicBezTo>
                    <a:pt x="19074" y="22820"/>
                    <a:pt x="25354" y="29006"/>
                    <a:pt x="25354" y="19016"/>
                  </a:cubicBezTo>
                  <a:lnTo>
                    <a:pt x="25354" y="6342"/>
                  </a:lnTo>
                  <a:cubicBezTo>
                    <a:pt x="25354" y="2858"/>
                    <a:pt x="22923" y="18"/>
                    <a:pt x="19434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0" name="Google Shape;11042;p128">
              <a:extLst>
                <a:ext uri="{FF2B5EF4-FFF2-40B4-BE49-F238E27FC236}">
                  <a16:creationId xmlns:a16="http://schemas.microsoft.com/office/drawing/2014/main" id="{8D27D752-8B09-B887-3F69-522B8331311F}"/>
                </a:ext>
              </a:extLst>
            </p:cNvPr>
            <p:cNvSpPr/>
            <p:nvPr/>
          </p:nvSpPr>
          <p:spPr>
            <a:xfrm>
              <a:off x="7271639" y="3762810"/>
              <a:ext cx="184350" cy="184387"/>
            </a:xfrm>
            <a:custGeom>
              <a:avLst/>
              <a:gdLst/>
              <a:ahLst/>
              <a:cxnLst/>
              <a:rect l="l" t="t" r="r" b="b"/>
              <a:pathLst>
                <a:path w="20275" h="20279" extrusionOk="0">
                  <a:moveTo>
                    <a:pt x="3738" y="0"/>
                  </a:moveTo>
                  <a:lnTo>
                    <a:pt x="16532" y="0"/>
                  </a:lnTo>
                  <a:cubicBezTo>
                    <a:pt x="18594" y="5"/>
                    <a:pt x="20270" y="1680"/>
                    <a:pt x="20274" y="3742"/>
                  </a:cubicBezTo>
                  <a:lnTo>
                    <a:pt x="20274" y="16536"/>
                  </a:lnTo>
                  <a:cubicBezTo>
                    <a:pt x="20270" y="18598"/>
                    <a:pt x="18594" y="20274"/>
                    <a:pt x="16532" y="20278"/>
                  </a:cubicBezTo>
                  <a:lnTo>
                    <a:pt x="3738" y="20278"/>
                  </a:lnTo>
                  <a:cubicBezTo>
                    <a:pt x="1676" y="20274"/>
                    <a:pt x="5" y="18598"/>
                    <a:pt x="1" y="16536"/>
                  </a:cubicBezTo>
                  <a:lnTo>
                    <a:pt x="1" y="3742"/>
                  </a:lnTo>
                  <a:cubicBezTo>
                    <a:pt x="5" y="1680"/>
                    <a:pt x="1676" y="5"/>
                    <a:pt x="37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61" name="Google Shape;11043;p128">
            <a:extLst>
              <a:ext uri="{FF2B5EF4-FFF2-40B4-BE49-F238E27FC236}">
                <a16:creationId xmlns:a16="http://schemas.microsoft.com/office/drawing/2014/main" id="{7D087527-8EDB-B256-6F9E-53B6CA668BC4}"/>
              </a:ext>
            </a:extLst>
          </p:cNvPr>
          <p:cNvGrpSpPr/>
          <p:nvPr/>
        </p:nvGrpSpPr>
        <p:grpSpPr>
          <a:xfrm>
            <a:off x="9143739" y="4955778"/>
            <a:ext cx="167203" cy="286079"/>
            <a:chOff x="7601242" y="3729267"/>
            <a:chExt cx="222566" cy="380803"/>
          </a:xfrm>
          <a:solidFill>
            <a:schemeClr val="accent1">
              <a:lumMod val="75000"/>
            </a:schemeClr>
          </a:solidFill>
        </p:grpSpPr>
        <p:sp>
          <p:nvSpPr>
            <p:cNvPr id="2162" name="Google Shape;11044;p128">
              <a:extLst>
                <a:ext uri="{FF2B5EF4-FFF2-40B4-BE49-F238E27FC236}">
                  <a16:creationId xmlns:a16="http://schemas.microsoft.com/office/drawing/2014/main" id="{CCA7981E-50FD-0A0C-FDDF-C10060895EC3}"/>
                </a:ext>
              </a:extLst>
            </p:cNvPr>
            <p:cNvSpPr/>
            <p:nvPr/>
          </p:nvSpPr>
          <p:spPr>
            <a:xfrm>
              <a:off x="7601242" y="3729267"/>
              <a:ext cx="222566" cy="380803"/>
            </a:xfrm>
            <a:custGeom>
              <a:avLst/>
              <a:gdLst/>
              <a:ahLst/>
              <a:cxnLst/>
              <a:rect l="l" t="t" r="r" b="b"/>
              <a:pathLst>
                <a:path w="24478" h="41881" extrusionOk="0">
                  <a:moveTo>
                    <a:pt x="12239" y="1"/>
                  </a:moveTo>
                  <a:cubicBezTo>
                    <a:pt x="5480" y="1"/>
                    <a:pt x="0" y="5320"/>
                    <a:pt x="0" y="11875"/>
                  </a:cubicBezTo>
                  <a:cubicBezTo>
                    <a:pt x="0" y="17537"/>
                    <a:pt x="4080" y="22270"/>
                    <a:pt x="9537" y="23461"/>
                  </a:cubicBezTo>
                  <a:cubicBezTo>
                    <a:pt x="10235" y="23616"/>
                    <a:pt x="10190" y="24114"/>
                    <a:pt x="10270" y="24825"/>
                  </a:cubicBezTo>
                  <a:lnTo>
                    <a:pt x="12239" y="41881"/>
                  </a:lnTo>
                  <a:lnTo>
                    <a:pt x="14181" y="25065"/>
                  </a:lnTo>
                  <a:cubicBezTo>
                    <a:pt x="14257" y="24385"/>
                    <a:pt x="14230" y="23612"/>
                    <a:pt x="14897" y="23469"/>
                  </a:cubicBezTo>
                  <a:cubicBezTo>
                    <a:pt x="20381" y="22296"/>
                    <a:pt x="24478" y="17550"/>
                    <a:pt x="24478" y="11875"/>
                  </a:cubicBezTo>
                  <a:cubicBezTo>
                    <a:pt x="24478" y="5320"/>
                    <a:pt x="18998" y="1"/>
                    <a:pt x="122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11045;p128">
              <a:extLst>
                <a:ext uri="{FF2B5EF4-FFF2-40B4-BE49-F238E27FC236}">
                  <a16:creationId xmlns:a16="http://schemas.microsoft.com/office/drawing/2014/main" id="{5513B165-ED33-DD82-9B2D-F2C3678405D2}"/>
                </a:ext>
              </a:extLst>
            </p:cNvPr>
            <p:cNvSpPr/>
            <p:nvPr/>
          </p:nvSpPr>
          <p:spPr>
            <a:xfrm>
              <a:off x="7621200" y="3748625"/>
              <a:ext cx="182696" cy="177276"/>
            </a:xfrm>
            <a:custGeom>
              <a:avLst/>
              <a:gdLst/>
              <a:ahLst/>
              <a:cxnLst/>
              <a:rect l="l" t="t" r="r" b="b"/>
              <a:pathLst>
                <a:path w="20093" h="19497" extrusionOk="0">
                  <a:moveTo>
                    <a:pt x="10044" y="19496"/>
                  </a:moveTo>
                  <a:cubicBezTo>
                    <a:pt x="15577" y="19496"/>
                    <a:pt x="20092" y="15119"/>
                    <a:pt x="20092" y="9751"/>
                  </a:cubicBezTo>
                  <a:cubicBezTo>
                    <a:pt x="20092" y="4378"/>
                    <a:pt x="15577" y="0"/>
                    <a:pt x="10044" y="0"/>
                  </a:cubicBezTo>
                  <a:cubicBezTo>
                    <a:pt x="4511" y="0"/>
                    <a:pt x="1" y="4378"/>
                    <a:pt x="1" y="9751"/>
                  </a:cubicBezTo>
                  <a:cubicBezTo>
                    <a:pt x="1" y="15119"/>
                    <a:pt x="4511" y="19496"/>
                    <a:pt x="10044" y="1949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64" name="Google Shape;11046;p128">
            <a:extLst>
              <a:ext uri="{FF2B5EF4-FFF2-40B4-BE49-F238E27FC236}">
                <a16:creationId xmlns:a16="http://schemas.microsoft.com/office/drawing/2014/main" id="{6A277FF7-83EC-DEF3-AC6E-209EB158A590}"/>
              </a:ext>
            </a:extLst>
          </p:cNvPr>
          <p:cNvSpPr/>
          <p:nvPr/>
        </p:nvSpPr>
        <p:spPr>
          <a:xfrm>
            <a:off x="9108867" y="4557886"/>
            <a:ext cx="236948" cy="304417"/>
          </a:xfrm>
          <a:custGeom>
            <a:avLst/>
            <a:gdLst/>
            <a:ahLst/>
            <a:cxnLst/>
            <a:rect l="l" t="t" r="r" b="b"/>
            <a:pathLst>
              <a:path w="29230" h="37553" extrusionOk="0">
                <a:moveTo>
                  <a:pt x="9655" y="0"/>
                </a:moveTo>
                <a:cubicBezTo>
                  <a:pt x="7693" y="0"/>
                  <a:pt x="5983" y="1692"/>
                  <a:pt x="5974" y="3671"/>
                </a:cubicBezTo>
                <a:cubicBezTo>
                  <a:pt x="5974" y="4182"/>
                  <a:pt x="6085" y="4693"/>
                  <a:pt x="6245" y="5036"/>
                </a:cubicBezTo>
                <a:cubicBezTo>
                  <a:pt x="7169" y="7653"/>
                  <a:pt x="7369" y="9675"/>
                  <a:pt x="6863" y="11515"/>
                </a:cubicBezTo>
                <a:lnTo>
                  <a:pt x="6716" y="11933"/>
                </a:lnTo>
                <a:cubicBezTo>
                  <a:pt x="6089" y="13821"/>
                  <a:pt x="5018" y="16181"/>
                  <a:pt x="1850" y="19345"/>
                </a:cubicBezTo>
                <a:cubicBezTo>
                  <a:pt x="1" y="21194"/>
                  <a:pt x="623" y="24331"/>
                  <a:pt x="3041" y="25340"/>
                </a:cubicBezTo>
                <a:cubicBezTo>
                  <a:pt x="3475" y="25523"/>
                  <a:pt x="3948" y="25620"/>
                  <a:pt x="4422" y="25620"/>
                </a:cubicBezTo>
                <a:cubicBezTo>
                  <a:pt x="4433" y="25620"/>
                  <a:pt x="4443" y="25620"/>
                  <a:pt x="4454" y="25620"/>
                </a:cubicBezTo>
                <a:lnTo>
                  <a:pt x="12866" y="25620"/>
                </a:lnTo>
                <a:lnTo>
                  <a:pt x="14862" y="37552"/>
                </a:lnTo>
                <a:lnTo>
                  <a:pt x="16848" y="25625"/>
                </a:lnTo>
                <a:lnTo>
                  <a:pt x="25243" y="25625"/>
                </a:lnTo>
                <a:cubicBezTo>
                  <a:pt x="25254" y="25625"/>
                  <a:pt x="25264" y="25625"/>
                  <a:pt x="25275" y="25625"/>
                </a:cubicBezTo>
                <a:cubicBezTo>
                  <a:pt x="25753" y="25625"/>
                  <a:pt x="26230" y="25527"/>
                  <a:pt x="26669" y="25345"/>
                </a:cubicBezTo>
                <a:cubicBezTo>
                  <a:pt x="27576" y="24976"/>
                  <a:pt x="28292" y="24256"/>
                  <a:pt x="28660" y="23354"/>
                </a:cubicBezTo>
                <a:cubicBezTo>
                  <a:pt x="29229" y="21980"/>
                  <a:pt x="28914" y="20398"/>
                  <a:pt x="27865" y="19345"/>
                </a:cubicBezTo>
                <a:cubicBezTo>
                  <a:pt x="24701" y="16177"/>
                  <a:pt x="23630" y="13821"/>
                  <a:pt x="22999" y="11933"/>
                </a:cubicBezTo>
                <a:cubicBezTo>
                  <a:pt x="22354" y="9999"/>
                  <a:pt x="22505" y="7880"/>
                  <a:pt x="23443" y="5213"/>
                </a:cubicBezTo>
                <a:cubicBezTo>
                  <a:pt x="23661" y="4733"/>
                  <a:pt x="23772" y="4218"/>
                  <a:pt x="23772" y="3693"/>
                </a:cubicBezTo>
                <a:cubicBezTo>
                  <a:pt x="23759" y="1670"/>
                  <a:pt x="22105" y="27"/>
                  <a:pt x="20100" y="27"/>
                </a:cubicBezTo>
                <a:cubicBezTo>
                  <a:pt x="20098" y="27"/>
                  <a:pt x="20095" y="27"/>
                  <a:pt x="20092" y="27"/>
                </a:cubicBezTo>
                <a:lnTo>
                  <a:pt x="9662" y="0"/>
                </a:lnTo>
                <a:cubicBezTo>
                  <a:pt x="9660" y="0"/>
                  <a:pt x="9657" y="0"/>
                  <a:pt x="9655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374151"/>
                </a:solidFill>
                <a:latin typeface="Arial"/>
              </a:rPr>
              <a:t>1. Comprensión del negocio → Diagnóstico (Cap. 1)</a:t>
            </a:r>
            <a:endParaRPr/>
          </a:p>
          <a:p>
            <a:r>
              <a:rPr sz="1200">
                <a:solidFill>
                  <a:srgbClr val="374151"/>
                </a:solidFill>
                <a:latin typeface="Arial"/>
              </a:rPr>
              <a:t>2. Comprensión de datos → Revisión Matriz ARL (45.000 reg.)</a:t>
            </a:r>
          </a:p>
          <a:p>
            <a:r>
              <a:rPr sz="1200">
                <a:solidFill>
                  <a:srgbClr val="374151"/>
                </a:solidFill>
                <a:latin typeface="Arial"/>
              </a:rPr>
              <a:t>3. Preparación de datos → ETL: Excel → Python → Repositorio</a:t>
            </a:r>
          </a:p>
          <a:p>
            <a:r>
              <a:rPr sz="1200">
                <a:solidFill>
                  <a:srgbClr val="374151"/>
                </a:solidFill>
                <a:latin typeface="Arial"/>
              </a:rPr>
              <a:t>4. Modelado → 6 KPIs + Regresión Lineal OLS</a:t>
            </a:r>
          </a:p>
          <a:p>
            <a:r>
              <a:rPr sz="1200">
                <a:solidFill>
                  <a:srgbClr val="374151"/>
                </a:solidFill>
                <a:latin typeface="Arial"/>
              </a:rPr>
              <a:t>5. Evaluación → Validación con personal IPS</a:t>
            </a:r>
          </a:p>
          <a:p>
            <a:r>
              <a:rPr sz="1200">
                <a:solidFill>
                  <a:srgbClr val="374151"/>
                </a:solidFill>
                <a:latin typeface="Arial"/>
              </a:rPr>
              <a:t>6. Despliegue → Tablero en Render.com</a:t>
            </a:r>
          </a:p>
          <a:p>
            <a:r>
              <a:rPr sz="1200">
                <a:solidFill>
                  <a:srgbClr val="374151"/>
                </a:solidFill>
                <a:latin typeface="Arial"/>
              </a:rPr>
              <a:t/>
            </a:r>
          </a:p>
          <a:p>
            <a:r>
              <a:rPr sz="1200">
                <a:solidFill>
                  <a:srgbClr val="374151"/>
                </a:solidFill>
                <a:latin typeface="Arial"/>
              </a:rPr>
              <a:t>Enfoque: Cuantitativo · Aplicado · Descriptivo-Predictivo</a:t>
            </a:r>
          </a:p>
          <a:p>
            <a:r>
              <a:rPr sz="1200">
                <a:solidFill>
                  <a:srgbClr val="374151"/>
                </a:solidFill>
                <a:latin typeface="Arial"/>
              </a:rPr>
              <a:t>Stack: Python 3.12, Flask 3.1, Chart.js 4.4, Gunicorn, Render</a:t>
            </a:r>
          </a:p>
        </p:txBody>
      </p:sp>
      <p:grpSp>
        <p:nvGrpSpPr>
          <p:cNvPr id="2165" name="Google Shape;11047;p128">
            <a:extLst>
              <a:ext uri="{FF2B5EF4-FFF2-40B4-BE49-F238E27FC236}">
                <a16:creationId xmlns:a16="http://schemas.microsoft.com/office/drawing/2014/main" id="{71EDEB78-7F46-6945-D375-CB978FCB161E}"/>
              </a:ext>
            </a:extLst>
          </p:cNvPr>
          <p:cNvGrpSpPr/>
          <p:nvPr/>
        </p:nvGrpSpPr>
        <p:grpSpPr>
          <a:xfrm>
            <a:off x="8619891" y="4956949"/>
            <a:ext cx="198660" cy="283287"/>
            <a:chOff x="8304647" y="3738687"/>
            <a:chExt cx="225076" cy="320956"/>
          </a:xfrm>
          <a:solidFill>
            <a:schemeClr val="accent1">
              <a:lumMod val="75000"/>
            </a:schemeClr>
          </a:solidFill>
        </p:grpSpPr>
        <p:sp>
          <p:nvSpPr>
            <p:cNvPr id="2166" name="Google Shape;11048;p128">
              <a:extLst>
                <a:ext uri="{FF2B5EF4-FFF2-40B4-BE49-F238E27FC236}">
                  <a16:creationId xmlns:a16="http://schemas.microsoft.com/office/drawing/2014/main" id="{F3C97FDE-6720-D9A8-161A-392232C29AEC}"/>
                </a:ext>
              </a:extLst>
            </p:cNvPr>
            <p:cNvSpPr/>
            <p:nvPr/>
          </p:nvSpPr>
          <p:spPr>
            <a:xfrm>
              <a:off x="8335725" y="3738687"/>
              <a:ext cx="12248" cy="309245"/>
            </a:xfrm>
            <a:custGeom>
              <a:avLst/>
              <a:gdLst/>
              <a:ahLst/>
              <a:cxnLst/>
              <a:rect l="l" t="t" r="r" b="b"/>
              <a:pathLst>
                <a:path w="1347" h="34011" extrusionOk="0">
                  <a:moveTo>
                    <a:pt x="0" y="0"/>
                  </a:moveTo>
                  <a:lnTo>
                    <a:pt x="0" y="34010"/>
                  </a:lnTo>
                  <a:lnTo>
                    <a:pt x="1347" y="34010"/>
                  </a:lnTo>
                  <a:lnTo>
                    <a:pt x="13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" name="Google Shape;11049;p128">
              <a:extLst>
                <a:ext uri="{FF2B5EF4-FFF2-40B4-BE49-F238E27FC236}">
                  <a16:creationId xmlns:a16="http://schemas.microsoft.com/office/drawing/2014/main" id="{1B78BC3C-56BC-815A-5ADE-CE325AC7C840}"/>
                </a:ext>
              </a:extLst>
            </p:cNvPr>
            <p:cNvSpPr/>
            <p:nvPr/>
          </p:nvSpPr>
          <p:spPr>
            <a:xfrm>
              <a:off x="8337943" y="3738687"/>
              <a:ext cx="191779" cy="86151"/>
            </a:xfrm>
            <a:custGeom>
              <a:avLst/>
              <a:gdLst/>
              <a:ahLst/>
              <a:cxnLst/>
              <a:rect l="l" t="t" r="r" b="b"/>
              <a:pathLst>
                <a:path w="21092" h="9475" extrusionOk="0">
                  <a:moveTo>
                    <a:pt x="1" y="0"/>
                  </a:moveTo>
                  <a:lnTo>
                    <a:pt x="432" y="9475"/>
                  </a:lnTo>
                  <a:lnTo>
                    <a:pt x="21092" y="9475"/>
                  </a:lnTo>
                  <a:lnTo>
                    <a:pt x="17648" y="4524"/>
                  </a:lnTo>
                  <a:lnTo>
                    <a:pt x="2109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" name="Google Shape;11050;p128">
              <a:extLst>
                <a:ext uri="{FF2B5EF4-FFF2-40B4-BE49-F238E27FC236}">
                  <a16:creationId xmlns:a16="http://schemas.microsoft.com/office/drawing/2014/main" id="{21892807-EFE8-9979-BBD4-CFAE5B0594A4}"/>
                </a:ext>
              </a:extLst>
            </p:cNvPr>
            <p:cNvSpPr/>
            <p:nvPr/>
          </p:nvSpPr>
          <p:spPr>
            <a:xfrm>
              <a:off x="8304647" y="4044004"/>
              <a:ext cx="76341" cy="15639"/>
            </a:xfrm>
            <a:custGeom>
              <a:avLst/>
              <a:gdLst/>
              <a:ahLst/>
              <a:cxnLst/>
              <a:rect l="l" t="t" r="r" b="b"/>
              <a:pathLst>
                <a:path w="8396" h="1720" extrusionOk="0">
                  <a:moveTo>
                    <a:pt x="4200" y="0"/>
                  </a:moveTo>
                  <a:cubicBezTo>
                    <a:pt x="1881" y="0"/>
                    <a:pt x="1" y="382"/>
                    <a:pt x="1" y="862"/>
                  </a:cubicBezTo>
                  <a:cubicBezTo>
                    <a:pt x="1" y="1338"/>
                    <a:pt x="1881" y="1720"/>
                    <a:pt x="4200" y="1720"/>
                  </a:cubicBezTo>
                  <a:cubicBezTo>
                    <a:pt x="6516" y="1720"/>
                    <a:pt x="8395" y="1338"/>
                    <a:pt x="8395" y="862"/>
                  </a:cubicBezTo>
                  <a:cubicBezTo>
                    <a:pt x="8395" y="382"/>
                    <a:pt x="6516" y="0"/>
                    <a:pt x="42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69" name="Google Shape;11051;p128">
            <a:extLst>
              <a:ext uri="{FF2B5EF4-FFF2-40B4-BE49-F238E27FC236}">
                <a16:creationId xmlns:a16="http://schemas.microsoft.com/office/drawing/2014/main" id="{7EE3A82B-0F0B-B209-4D9C-E0A6C2B28DE4}"/>
              </a:ext>
            </a:extLst>
          </p:cNvPr>
          <p:cNvGrpSpPr/>
          <p:nvPr/>
        </p:nvGrpSpPr>
        <p:grpSpPr>
          <a:xfrm>
            <a:off x="8899588" y="4956949"/>
            <a:ext cx="183211" cy="283287"/>
            <a:chOff x="8615101" y="3738687"/>
            <a:chExt cx="207573" cy="320956"/>
          </a:xfrm>
          <a:solidFill>
            <a:schemeClr val="accent1">
              <a:lumMod val="75000"/>
            </a:schemeClr>
          </a:solidFill>
        </p:grpSpPr>
        <p:sp>
          <p:nvSpPr>
            <p:cNvPr id="2170" name="Google Shape;11052;p128">
              <a:extLst>
                <a:ext uri="{FF2B5EF4-FFF2-40B4-BE49-F238E27FC236}">
                  <a16:creationId xmlns:a16="http://schemas.microsoft.com/office/drawing/2014/main" id="{03667484-B2EF-530B-39CF-3D96DFA729FB}"/>
                </a:ext>
              </a:extLst>
            </p:cNvPr>
            <p:cNvSpPr/>
            <p:nvPr/>
          </p:nvSpPr>
          <p:spPr>
            <a:xfrm>
              <a:off x="8646134" y="3738687"/>
              <a:ext cx="12248" cy="309245"/>
            </a:xfrm>
            <a:custGeom>
              <a:avLst/>
              <a:gdLst/>
              <a:ahLst/>
              <a:cxnLst/>
              <a:rect l="l" t="t" r="r" b="b"/>
              <a:pathLst>
                <a:path w="1347" h="34011" extrusionOk="0">
                  <a:moveTo>
                    <a:pt x="0" y="0"/>
                  </a:moveTo>
                  <a:lnTo>
                    <a:pt x="0" y="34010"/>
                  </a:lnTo>
                  <a:lnTo>
                    <a:pt x="1347" y="34010"/>
                  </a:lnTo>
                  <a:lnTo>
                    <a:pt x="13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" name="Google Shape;11053;p128">
              <a:extLst>
                <a:ext uri="{FF2B5EF4-FFF2-40B4-BE49-F238E27FC236}">
                  <a16:creationId xmlns:a16="http://schemas.microsoft.com/office/drawing/2014/main" id="{25FED9AF-EF6D-745B-6756-76D4AD657CD6}"/>
                </a:ext>
              </a:extLst>
            </p:cNvPr>
            <p:cNvSpPr/>
            <p:nvPr/>
          </p:nvSpPr>
          <p:spPr>
            <a:xfrm>
              <a:off x="8615101" y="4044004"/>
              <a:ext cx="76332" cy="15639"/>
            </a:xfrm>
            <a:custGeom>
              <a:avLst/>
              <a:gdLst/>
              <a:ahLst/>
              <a:cxnLst/>
              <a:rect l="l" t="t" r="r" b="b"/>
              <a:pathLst>
                <a:path w="8395" h="1720" extrusionOk="0">
                  <a:moveTo>
                    <a:pt x="4195" y="0"/>
                  </a:moveTo>
                  <a:cubicBezTo>
                    <a:pt x="1875" y="0"/>
                    <a:pt x="0" y="382"/>
                    <a:pt x="0" y="862"/>
                  </a:cubicBezTo>
                  <a:cubicBezTo>
                    <a:pt x="0" y="1338"/>
                    <a:pt x="1875" y="1720"/>
                    <a:pt x="4195" y="1720"/>
                  </a:cubicBezTo>
                  <a:cubicBezTo>
                    <a:pt x="6515" y="1720"/>
                    <a:pt x="8395" y="1338"/>
                    <a:pt x="8395" y="862"/>
                  </a:cubicBezTo>
                  <a:cubicBezTo>
                    <a:pt x="8395" y="382"/>
                    <a:pt x="6515" y="0"/>
                    <a:pt x="419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" name="Google Shape;11054;p128">
              <a:extLst>
                <a:ext uri="{FF2B5EF4-FFF2-40B4-BE49-F238E27FC236}">
                  <a16:creationId xmlns:a16="http://schemas.microsoft.com/office/drawing/2014/main" id="{30B3F8B5-91BE-3B7C-D65C-D87B75A33D3C}"/>
                </a:ext>
              </a:extLst>
            </p:cNvPr>
            <p:cNvSpPr/>
            <p:nvPr/>
          </p:nvSpPr>
          <p:spPr>
            <a:xfrm>
              <a:off x="8651953" y="3738687"/>
              <a:ext cx="170721" cy="99808"/>
            </a:xfrm>
            <a:custGeom>
              <a:avLst/>
              <a:gdLst/>
              <a:ahLst/>
              <a:cxnLst/>
              <a:rect l="l" t="t" r="r" b="b"/>
              <a:pathLst>
                <a:path w="18776" h="10977" extrusionOk="0">
                  <a:moveTo>
                    <a:pt x="707" y="0"/>
                  </a:moveTo>
                  <a:lnTo>
                    <a:pt x="0" y="10977"/>
                  </a:lnTo>
                  <a:lnTo>
                    <a:pt x="18776" y="4360"/>
                  </a:lnTo>
                  <a:lnTo>
                    <a:pt x="7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73" name="Google Shape;11055;p128">
            <a:extLst>
              <a:ext uri="{FF2B5EF4-FFF2-40B4-BE49-F238E27FC236}">
                <a16:creationId xmlns:a16="http://schemas.microsoft.com/office/drawing/2014/main" id="{3A1637F3-81C0-61D0-E274-A611D0CCE3FF}"/>
              </a:ext>
            </a:extLst>
          </p:cNvPr>
          <p:cNvSpPr/>
          <p:nvPr/>
        </p:nvSpPr>
        <p:spPr>
          <a:xfrm>
            <a:off x="9409154" y="4535989"/>
            <a:ext cx="228277" cy="296327"/>
          </a:xfrm>
          <a:custGeom>
            <a:avLst/>
            <a:gdLst/>
            <a:ahLst/>
            <a:cxnLst/>
            <a:rect l="l" t="t" r="r" b="b"/>
            <a:pathLst>
              <a:path w="2810" h="3648" extrusionOk="0">
                <a:moveTo>
                  <a:pt x="1365" y="241"/>
                </a:moveTo>
                <a:cubicBezTo>
                  <a:pt x="1630" y="241"/>
                  <a:pt x="1899" y="338"/>
                  <a:pt x="2120" y="555"/>
                </a:cubicBezTo>
                <a:cubicBezTo>
                  <a:pt x="2810" y="1245"/>
                  <a:pt x="2329" y="2416"/>
                  <a:pt x="1356" y="2416"/>
                </a:cubicBezTo>
                <a:cubicBezTo>
                  <a:pt x="764" y="2416"/>
                  <a:pt x="272" y="1935"/>
                  <a:pt x="272" y="1344"/>
                </a:cubicBezTo>
                <a:cubicBezTo>
                  <a:pt x="263" y="681"/>
                  <a:pt x="802" y="241"/>
                  <a:pt x="1365" y="241"/>
                </a:cubicBezTo>
                <a:close/>
                <a:moveTo>
                  <a:pt x="1356" y="1"/>
                </a:moveTo>
                <a:cubicBezTo>
                  <a:pt x="604" y="1"/>
                  <a:pt x="0" y="604"/>
                  <a:pt x="0" y="1356"/>
                </a:cubicBezTo>
                <a:cubicBezTo>
                  <a:pt x="0" y="2391"/>
                  <a:pt x="1183" y="3512"/>
                  <a:pt x="1331" y="3648"/>
                </a:cubicBezTo>
                <a:lnTo>
                  <a:pt x="1368" y="3648"/>
                </a:lnTo>
                <a:cubicBezTo>
                  <a:pt x="1528" y="3512"/>
                  <a:pt x="2711" y="2453"/>
                  <a:pt x="2711" y="1356"/>
                </a:cubicBezTo>
                <a:cubicBezTo>
                  <a:pt x="2711" y="604"/>
                  <a:pt x="2095" y="1"/>
                  <a:pt x="1356" y="1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74" name="Google Shape;11056;p128">
            <a:extLst>
              <a:ext uri="{FF2B5EF4-FFF2-40B4-BE49-F238E27FC236}">
                <a16:creationId xmlns:a16="http://schemas.microsoft.com/office/drawing/2014/main" id="{14D31F06-FBE3-C6BF-C401-FDE1595E1EDD}"/>
              </a:ext>
            </a:extLst>
          </p:cNvPr>
          <p:cNvGrpSpPr/>
          <p:nvPr/>
        </p:nvGrpSpPr>
        <p:grpSpPr>
          <a:xfrm>
            <a:off x="7251849" y="5081650"/>
            <a:ext cx="572415" cy="524801"/>
            <a:chOff x="6015419" y="3716859"/>
            <a:chExt cx="557671" cy="511283"/>
          </a:xfrm>
        </p:grpSpPr>
        <p:sp>
          <p:nvSpPr>
            <p:cNvPr id="2175" name="Google Shape;11057;p128">
              <a:extLst>
                <a:ext uri="{FF2B5EF4-FFF2-40B4-BE49-F238E27FC236}">
                  <a16:creationId xmlns:a16="http://schemas.microsoft.com/office/drawing/2014/main" id="{C0E381A5-A65D-0F2A-FA82-B17683599B1F}"/>
                </a:ext>
              </a:extLst>
            </p:cNvPr>
            <p:cNvSpPr/>
            <p:nvPr/>
          </p:nvSpPr>
          <p:spPr>
            <a:xfrm>
              <a:off x="6015419" y="3716859"/>
              <a:ext cx="557671" cy="511283"/>
            </a:xfrm>
            <a:custGeom>
              <a:avLst/>
              <a:gdLst/>
              <a:ahLst/>
              <a:cxnLst/>
              <a:rect l="l" t="t" r="r" b="b"/>
              <a:pathLst>
                <a:path w="96650" h="88649" extrusionOk="0">
                  <a:moveTo>
                    <a:pt x="48692" y="0"/>
                  </a:moveTo>
                  <a:cubicBezTo>
                    <a:pt x="46526" y="0"/>
                    <a:pt x="44332" y="152"/>
                    <a:pt x="42124" y="465"/>
                  </a:cubicBezTo>
                  <a:cubicBezTo>
                    <a:pt x="17336" y="3960"/>
                    <a:pt x="1" y="26441"/>
                    <a:pt x="3443" y="50679"/>
                  </a:cubicBezTo>
                  <a:cubicBezTo>
                    <a:pt x="6564" y="72751"/>
                    <a:pt x="25836" y="88649"/>
                    <a:pt x="48004" y="88649"/>
                  </a:cubicBezTo>
                  <a:cubicBezTo>
                    <a:pt x="50160" y="88649"/>
                    <a:pt x="52345" y="88498"/>
                    <a:pt x="54544" y="88188"/>
                  </a:cubicBezTo>
                  <a:cubicBezTo>
                    <a:pt x="79332" y="84675"/>
                    <a:pt x="96649" y="62194"/>
                    <a:pt x="93225" y="37975"/>
                  </a:cubicBezTo>
                  <a:cubicBezTo>
                    <a:pt x="90105" y="15895"/>
                    <a:pt x="70848" y="0"/>
                    <a:pt x="48692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176" name="Google Shape;11058;p128">
              <a:extLst>
                <a:ext uri="{FF2B5EF4-FFF2-40B4-BE49-F238E27FC236}">
                  <a16:creationId xmlns:a16="http://schemas.microsoft.com/office/drawing/2014/main" id="{91DCA7BD-F671-C4C6-C76E-190788048CD4}"/>
                </a:ext>
              </a:extLst>
            </p:cNvPr>
            <p:cNvGrpSpPr/>
            <p:nvPr/>
          </p:nvGrpSpPr>
          <p:grpSpPr>
            <a:xfrm>
              <a:off x="6036094" y="3716980"/>
              <a:ext cx="529860" cy="510468"/>
              <a:chOff x="6036094" y="3716980"/>
              <a:chExt cx="529860" cy="510468"/>
            </a:xfrm>
          </p:grpSpPr>
          <p:sp>
            <p:nvSpPr>
              <p:cNvPr id="2177" name="Google Shape;11059;p128">
                <a:extLst>
                  <a:ext uri="{FF2B5EF4-FFF2-40B4-BE49-F238E27FC236}">
                    <a16:creationId xmlns:a16="http://schemas.microsoft.com/office/drawing/2014/main" id="{D0A15BA3-3871-D86A-B283-ACD281C1971A}"/>
                  </a:ext>
                </a:extLst>
              </p:cNvPr>
              <p:cNvSpPr/>
              <p:nvPr/>
            </p:nvSpPr>
            <p:spPr>
              <a:xfrm>
                <a:off x="6220140" y="3716980"/>
                <a:ext cx="80065" cy="64273"/>
              </a:xfrm>
              <a:custGeom>
                <a:avLst/>
                <a:gdLst/>
                <a:ahLst/>
                <a:cxnLst/>
                <a:rect l="l" t="t" r="r" b="b"/>
                <a:pathLst>
                  <a:path w="13876" h="11144" extrusionOk="0">
                    <a:moveTo>
                      <a:pt x="11055" y="0"/>
                    </a:moveTo>
                    <a:cubicBezTo>
                      <a:pt x="9600" y="71"/>
                      <a:pt x="8127" y="213"/>
                      <a:pt x="6654" y="426"/>
                    </a:cubicBezTo>
                    <a:cubicBezTo>
                      <a:pt x="4401" y="746"/>
                      <a:pt x="2165" y="1225"/>
                      <a:pt x="1" y="1863"/>
                    </a:cubicBezTo>
                    <a:lnTo>
                      <a:pt x="54" y="2307"/>
                    </a:lnTo>
                    <a:lnTo>
                      <a:pt x="2165" y="2396"/>
                    </a:lnTo>
                    <a:lnTo>
                      <a:pt x="1739" y="4117"/>
                    </a:lnTo>
                    <a:lnTo>
                      <a:pt x="3194" y="4401"/>
                    </a:lnTo>
                    <a:lnTo>
                      <a:pt x="1828" y="5146"/>
                    </a:lnTo>
                    <a:cubicBezTo>
                      <a:pt x="2893" y="6015"/>
                      <a:pt x="1207" y="7417"/>
                      <a:pt x="2538" y="8393"/>
                    </a:cubicBezTo>
                    <a:cubicBezTo>
                      <a:pt x="3088" y="8783"/>
                      <a:pt x="3088" y="9937"/>
                      <a:pt x="3301" y="10611"/>
                    </a:cubicBezTo>
                    <a:lnTo>
                      <a:pt x="6335" y="11143"/>
                    </a:lnTo>
                    <a:cubicBezTo>
                      <a:pt x="6583" y="10611"/>
                      <a:pt x="6832" y="10061"/>
                      <a:pt x="7098" y="9493"/>
                    </a:cubicBezTo>
                    <a:cubicBezTo>
                      <a:pt x="7670" y="8245"/>
                      <a:pt x="7649" y="6456"/>
                      <a:pt x="9632" y="6456"/>
                    </a:cubicBezTo>
                    <a:cubicBezTo>
                      <a:pt x="9679" y="6456"/>
                      <a:pt x="9728" y="6457"/>
                      <a:pt x="9777" y="6459"/>
                    </a:cubicBezTo>
                    <a:cubicBezTo>
                      <a:pt x="10380" y="5217"/>
                      <a:pt x="11410" y="4791"/>
                      <a:pt x="12723" y="4685"/>
                    </a:cubicBezTo>
                    <a:cubicBezTo>
                      <a:pt x="13113" y="4649"/>
                      <a:pt x="13450" y="3939"/>
                      <a:pt x="13876" y="3443"/>
                    </a:cubicBezTo>
                    <a:cubicBezTo>
                      <a:pt x="13166" y="2378"/>
                      <a:pt x="12687" y="1012"/>
                      <a:pt x="11729" y="391"/>
                    </a:cubicBezTo>
                    <a:cubicBezTo>
                      <a:pt x="11516" y="249"/>
                      <a:pt x="11285" y="125"/>
                      <a:pt x="11055" y="0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Google Shape;11060;p128">
                <a:extLst>
                  <a:ext uri="{FF2B5EF4-FFF2-40B4-BE49-F238E27FC236}">
                    <a16:creationId xmlns:a16="http://schemas.microsoft.com/office/drawing/2014/main" id="{98C2C683-3EEB-26F4-7F84-3509C027E1F0}"/>
                  </a:ext>
                </a:extLst>
              </p:cNvPr>
              <p:cNvSpPr/>
              <p:nvPr/>
            </p:nvSpPr>
            <p:spPr>
              <a:xfrm>
                <a:off x="6368562" y="3771936"/>
                <a:ext cx="39115" cy="36745"/>
              </a:xfrm>
              <a:custGeom>
                <a:avLst/>
                <a:gdLst/>
                <a:ahLst/>
                <a:cxnLst/>
                <a:rect l="l" t="t" r="r" b="b"/>
                <a:pathLst>
                  <a:path w="6779" h="6371" extrusionOk="0">
                    <a:moveTo>
                      <a:pt x="870" y="1"/>
                    </a:moveTo>
                    <a:lnTo>
                      <a:pt x="1" y="1154"/>
                    </a:lnTo>
                    <a:lnTo>
                      <a:pt x="1509" y="2698"/>
                    </a:lnTo>
                    <a:lnTo>
                      <a:pt x="2272" y="3283"/>
                    </a:lnTo>
                    <a:cubicBezTo>
                      <a:pt x="3567" y="3922"/>
                      <a:pt x="3301" y="5625"/>
                      <a:pt x="4436" y="6370"/>
                    </a:cubicBezTo>
                    <a:cubicBezTo>
                      <a:pt x="4880" y="5341"/>
                      <a:pt x="5838" y="5554"/>
                      <a:pt x="6654" y="5377"/>
                    </a:cubicBezTo>
                    <a:cubicBezTo>
                      <a:pt x="6778" y="4117"/>
                      <a:pt x="5732" y="3549"/>
                      <a:pt x="4933" y="3265"/>
                    </a:cubicBezTo>
                    <a:cubicBezTo>
                      <a:pt x="3762" y="2875"/>
                      <a:pt x="2928" y="2360"/>
                      <a:pt x="2325" y="1278"/>
                    </a:cubicBezTo>
                    <a:cubicBezTo>
                      <a:pt x="2023" y="746"/>
                      <a:pt x="1367" y="426"/>
                      <a:pt x="870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Google Shape;11061;p128">
                <a:extLst>
                  <a:ext uri="{FF2B5EF4-FFF2-40B4-BE49-F238E27FC236}">
                    <a16:creationId xmlns:a16="http://schemas.microsoft.com/office/drawing/2014/main" id="{D38131B9-A126-81DD-52CF-ED871D11287B}"/>
                  </a:ext>
                </a:extLst>
              </p:cNvPr>
              <p:cNvSpPr/>
              <p:nvPr/>
            </p:nvSpPr>
            <p:spPr>
              <a:xfrm>
                <a:off x="6304793" y="3747169"/>
                <a:ext cx="25088" cy="13311"/>
              </a:xfrm>
              <a:custGeom>
                <a:avLst/>
                <a:gdLst/>
                <a:ahLst/>
                <a:cxnLst/>
                <a:rect l="l" t="t" r="r" b="b"/>
                <a:pathLst>
                  <a:path w="4348" h="2308" extrusionOk="0">
                    <a:moveTo>
                      <a:pt x="3957" y="1"/>
                    </a:moveTo>
                    <a:cubicBezTo>
                      <a:pt x="2680" y="355"/>
                      <a:pt x="1296" y="143"/>
                      <a:pt x="0" y="906"/>
                    </a:cubicBezTo>
                    <a:cubicBezTo>
                      <a:pt x="728" y="1651"/>
                      <a:pt x="728" y="1615"/>
                      <a:pt x="1544" y="1757"/>
                    </a:cubicBezTo>
                    <a:cubicBezTo>
                      <a:pt x="2147" y="1917"/>
                      <a:pt x="2733" y="2094"/>
                      <a:pt x="3318" y="2307"/>
                    </a:cubicBezTo>
                    <a:lnTo>
                      <a:pt x="4348" y="639"/>
                    </a:lnTo>
                    <a:lnTo>
                      <a:pt x="3957" y="1"/>
                    </a:ln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0" name="Google Shape;11062;p128">
                <a:extLst>
                  <a:ext uri="{FF2B5EF4-FFF2-40B4-BE49-F238E27FC236}">
                    <a16:creationId xmlns:a16="http://schemas.microsoft.com/office/drawing/2014/main" id="{90E2F3D5-4D70-5424-BBFD-8B0BAF86822E}"/>
                  </a:ext>
                </a:extLst>
              </p:cNvPr>
              <p:cNvSpPr/>
              <p:nvPr/>
            </p:nvSpPr>
            <p:spPr>
              <a:xfrm>
                <a:off x="6365182" y="3787492"/>
                <a:ext cx="18025" cy="16582"/>
              </a:xfrm>
              <a:custGeom>
                <a:avLst/>
                <a:gdLst/>
                <a:ahLst/>
                <a:cxnLst/>
                <a:rect l="l" t="t" r="r" b="b"/>
                <a:pathLst>
                  <a:path w="3124" h="2875" extrusionOk="0">
                    <a:moveTo>
                      <a:pt x="2095" y="1"/>
                    </a:moveTo>
                    <a:lnTo>
                      <a:pt x="1" y="1030"/>
                    </a:lnTo>
                    <a:cubicBezTo>
                      <a:pt x="498" y="1455"/>
                      <a:pt x="782" y="1615"/>
                      <a:pt x="941" y="1864"/>
                    </a:cubicBezTo>
                    <a:cubicBezTo>
                      <a:pt x="1119" y="2112"/>
                      <a:pt x="1154" y="2449"/>
                      <a:pt x="1279" y="2875"/>
                    </a:cubicBezTo>
                    <a:lnTo>
                      <a:pt x="3124" y="2467"/>
                    </a:lnTo>
                    <a:lnTo>
                      <a:pt x="2858" y="586"/>
                    </a:lnTo>
                    <a:lnTo>
                      <a:pt x="2095" y="1"/>
                    </a:ln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1" name="Google Shape;11063;p128">
                <a:extLst>
                  <a:ext uri="{FF2B5EF4-FFF2-40B4-BE49-F238E27FC236}">
                    <a16:creationId xmlns:a16="http://schemas.microsoft.com/office/drawing/2014/main" id="{487DA560-BDFD-BFB3-0BB6-3D24956B53F1}"/>
                  </a:ext>
                </a:extLst>
              </p:cNvPr>
              <p:cNvSpPr/>
              <p:nvPr/>
            </p:nvSpPr>
            <p:spPr>
              <a:xfrm>
                <a:off x="6367131" y="3727108"/>
                <a:ext cx="198823" cy="438001"/>
              </a:xfrm>
              <a:custGeom>
                <a:avLst/>
                <a:gdLst/>
                <a:ahLst/>
                <a:cxnLst/>
                <a:rect l="l" t="t" r="r" b="b"/>
                <a:pathLst>
                  <a:path w="34458" h="75943" extrusionOk="0">
                    <a:moveTo>
                      <a:pt x="8836" y="6211"/>
                    </a:moveTo>
                    <a:cubicBezTo>
                      <a:pt x="10061" y="6371"/>
                      <a:pt x="10061" y="6371"/>
                      <a:pt x="12438" y="9352"/>
                    </a:cubicBezTo>
                    <a:lnTo>
                      <a:pt x="10930" y="10416"/>
                    </a:lnTo>
                    <a:cubicBezTo>
                      <a:pt x="10646" y="10044"/>
                      <a:pt x="9244" y="10079"/>
                      <a:pt x="10309" y="8997"/>
                    </a:cubicBezTo>
                    <a:lnTo>
                      <a:pt x="8836" y="6211"/>
                    </a:lnTo>
                    <a:close/>
                    <a:moveTo>
                      <a:pt x="13237" y="17585"/>
                    </a:moveTo>
                    <a:cubicBezTo>
                      <a:pt x="14213" y="18330"/>
                      <a:pt x="14976" y="19235"/>
                      <a:pt x="15951" y="19572"/>
                    </a:cubicBezTo>
                    <a:cubicBezTo>
                      <a:pt x="17034" y="19945"/>
                      <a:pt x="17548" y="20761"/>
                      <a:pt x="18294" y="21506"/>
                    </a:cubicBezTo>
                    <a:lnTo>
                      <a:pt x="16892" y="22216"/>
                    </a:lnTo>
                    <a:lnTo>
                      <a:pt x="19092" y="23440"/>
                    </a:lnTo>
                    <a:lnTo>
                      <a:pt x="18826" y="19359"/>
                    </a:lnTo>
                    <a:lnTo>
                      <a:pt x="18826" y="19359"/>
                    </a:lnTo>
                    <a:cubicBezTo>
                      <a:pt x="19500" y="20264"/>
                      <a:pt x="19890" y="20867"/>
                      <a:pt x="20352" y="21382"/>
                    </a:cubicBezTo>
                    <a:cubicBezTo>
                      <a:pt x="20813" y="21914"/>
                      <a:pt x="21328" y="22340"/>
                      <a:pt x="22091" y="23050"/>
                    </a:cubicBezTo>
                    <a:lnTo>
                      <a:pt x="22587" y="21346"/>
                    </a:lnTo>
                    <a:lnTo>
                      <a:pt x="25267" y="23742"/>
                    </a:lnTo>
                    <a:lnTo>
                      <a:pt x="26402" y="22713"/>
                    </a:lnTo>
                    <a:lnTo>
                      <a:pt x="27999" y="26261"/>
                    </a:lnTo>
                    <a:cubicBezTo>
                      <a:pt x="27384" y="26597"/>
                      <a:pt x="26823" y="26720"/>
                      <a:pt x="26292" y="26720"/>
                    </a:cubicBezTo>
                    <a:cubicBezTo>
                      <a:pt x="24969" y="26720"/>
                      <a:pt x="23833" y="25957"/>
                      <a:pt x="22516" y="25818"/>
                    </a:cubicBezTo>
                    <a:cubicBezTo>
                      <a:pt x="22516" y="26527"/>
                      <a:pt x="22499" y="27131"/>
                      <a:pt x="22499" y="27787"/>
                    </a:cubicBezTo>
                    <a:cubicBezTo>
                      <a:pt x="22392" y="27787"/>
                      <a:pt x="22270" y="27819"/>
                      <a:pt x="22169" y="27819"/>
                    </a:cubicBezTo>
                    <a:cubicBezTo>
                      <a:pt x="22118" y="27819"/>
                      <a:pt x="22073" y="27811"/>
                      <a:pt x="22037" y="27787"/>
                    </a:cubicBezTo>
                    <a:cubicBezTo>
                      <a:pt x="21133" y="27288"/>
                      <a:pt x="20502" y="26308"/>
                      <a:pt x="19338" y="26308"/>
                    </a:cubicBezTo>
                    <a:cubicBezTo>
                      <a:pt x="19178" y="26308"/>
                      <a:pt x="19008" y="26327"/>
                      <a:pt x="18826" y="26368"/>
                    </a:cubicBezTo>
                    <a:cubicBezTo>
                      <a:pt x="18808" y="26372"/>
                      <a:pt x="18788" y="26375"/>
                      <a:pt x="18768" y="26375"/>
                    </a:cubicBezTo>
                    <a:cubicBezTo>
                      <a:pt x="18417" y="26375"/>
                      <a:pt x="17797" y="25667"/>
                      <a:pt x="17495" y="25197"/>
                    </a:cubicBezTo>
                    <a:cubicBezTo>
                      <a:pt x="16998" y="24416"/>
                      <a:pt x="16661" y="23529"/>
                      <a:pt x="16360" y="22925"/>
                    </a:cubicBezTo>
                    <a:cubicBezTo>
                      <a:pt x="16129" y="22764"/>
                      <a:pt x="15928" y="22701"/>
                      <a:pt x="15748" y="22701"/>
                    </a:cubicBezTo>
                    <a:cubicBezTo>
                      <a:pt x="15114" y="22701"/>
                      <a:pt x="14724" y="23479"/>
                      <a:pt x="14110" y="23479"/>
                    </a:cubicBezTo>
                    <a:cubicBezTo>
                      <a:pt x="13959" y="23479"/>
                      <a:pt x="13794" y="23432"/>
                      <a:pt x="13609" y="23316"/>
                    </a:cubicBezTo>
                    <a:cubicBezTo>
                      <a:pt x="13398" y="23182"/>
                      <a:pt x="13213" y="23127"/>
                      <a:pt x="13048" y="23127"/>
                    </a:cubicBezTo>
                    <a:cubicBezTo>
                      <a:pt x="12310" y="23127"/>
                      <a:pt x="11952" y="24236"/>
                      <a:pt x="11285" y="24540"/>
                    </a:cubicBezTo>
                    <a:cubicBezTo>
                      <a:pt x="10309" y="24984"/>
                      <a:pt x="9475" y="24913"/>
                      <a:pt x="8357" y="25126"/>
                    </a:cubicBezTo>
                    <a:cubicBezTo>
                      <a:pt x="8712" y="23440"/>
                      <a:pt x="10007" y="23263"/>
                      <a:pt x="10877" y="22588"/>
                    </a:cubicBezTo>
                    <a:cubicBezTo>
                      <a:pt x="9333" y="21453"/>
                      <a:pt x="11161" y="20583"/>
                      <a:pt x="11107" y="19732"/>
                    </a:cubicBezTo>
                    <a:cubicBezTo>
                      <a:pt x="10966" y="17815"/>
                      <a:pt x="13183" y="19075"/>
                      <a:pt x="13237" y="17585"/>
                    </a:cubicBezTo>
                    <a:close/>
                    <a:moveTo>
                      <a:pt x="444" y="1"/>
                    </a:moveTo>
                    <a:lnTo>
                      <a:pt x="444" y="1"/>
                    </a:lnTo>
                    <a:cubicBezTo>
                      <a:pt x="373" y="746"/>
                      <a:pt x="0" y="1438"/>
                      <a:pt x="1278" y="1758"/>
                    </a:cubicBezTo>
                    <a:cubicBezTo>
                      <a:pt x="2147" y="1953"/>
                      <a:pt x="2662" y="2929"/>
                      <a:pt x="2857" y="3869"/>
                    </a:cubicBezTo>
                    <a:cubicBezTo>
                      <a:pt x="3034" y="4756"/>
                      <a:pt x="3123" y="5643"/>
                      <a:pt x="3247" y="6530"/>
                    </a:cubicBezTo>
                    <a:lnTo>
                      <a:pt x="3549" y="6140"/>
                    </a:lnTo>
                    <a:lnTo>
                      <a:pt x="5412" y="8145"/>
                    </a:lnTo>
                    <a:lnTo>
                      <a:pt x="6654" y="6903"/>
                    </a:lnTo>
                    <a:lnTo>
                      <a:pt x="8393" y="10505"/>
                    </a:lnTo>
                    <a:lnTo>
                      <a:pt x="6654" y="14426"/>
                    </a:lnTo>
                    <a:lnTo>
                      <a:pt x="5944" y="14036"/>
                    </a:lnTo>
                    <a:cubicBezTo>
                      <a:pt x="5678" y="14338"/>
                      <a:pt x="5447" y="14657"/>
                      <a:pt x="5252" y="14976"/>
                    </a:cubicBezTo>
                    <a:cubicBezTo>
                      <a:pt x="5163" y="15154"/>
                      <a:pt x="5217" y="15402"/>
                      <a:pt x="5199" y="15615"/>
                    </a:cubicBezTo>
                    <a:cubicBezTo>
                      <a:pt x="7346" y="16591"/>
                      <a:pt x="7701" y="17017"/>
                      <a:pt x="8162" y="19004"/>
                    </a:cubicBezTo>
                    <a:lnTo>
                      <a:pt x="4471" y="18827"/>
                    </a:lnTo>
                    <a:lnTo>
                      <a:pt x="4471" y="18827"/>
                    </a:lnTo>
                    <a:cubicBezTo>
                      <a:pt x="4755" y="21754"/>
                      <a:pt x="5057" y="22606"/>
                      <a:pt x="6193" y="24114"/>
                    </a:cubicBezTo>
                    <a:lnTo>
                      <a:pt x="7754" y="24061"/>
                    </a:lnTo>
                    <a:lnTo>
                      <a:pt x="7754" y="24061"/>
                    </a:lnTo>
                    <a:cubicBezTo>
                      <a:pt x="8073" y="25480"/>
                      <a:pt x="7914" y="26740"/>
                      <a:pt x="6920" y="27379"/>
                    </a:cubicBezTo>
                    <a:cubicBezTo>
                      <a:pt x="5518" y="28319"/>
                      <a:pt x="7026" y="29703"/>
                      <a:pt x="5962" y="30857"/>
                    </a:cubicBezTo>
                    <a:cubicBezTo>
                      <a:pt x="4241" y="32720"/>
                      <a:pt x="3850" y="35399"/>
                      <a:pt x="2644" y="37812"/>
                    </a:cubicBezTo>
                    <a:lnTo>
                      <a:pt x="4471" y="38380"/>
                    </a:lnTo>
                    <a:cubicBezTo>
                      <a:pt x="4400" y="39161"/>
                      <a:pt x="4436" y="40012"/>
                      <a:pt x="4259" y="40829"/>
                    </a:cubicBezTo>
                    <a:cubicBezTo>
                      <a:pt x="3939" y="42319"/>
                      <a:pt x="4329" y="43579"/>
                      <a:pt x="5252" y="44732"/>
                    </a:cubicBezTo>
                    <a:cubicBezTo>
                      <a:pt x="5838" y="45460"/>
                      <a:pt x="6370" y="46240"/>
                      <a:pt x="7026" y="46932"/>
                    </a:cubicBezTo>
                    <a:cubicBezTo>
                      <a:pt x="7789" y="47731"/>
                      <a:pt x="9209" y="47678"/>
                      <a:pt x="9670" y="48920"/>
                    </a:cubicBezTo>
                    <a:cubicBezTo>
                      <a:pt x="9723" y="49026"/>
                      <a:pt x="9812" y="49097"/>
                      <a:pt x="9919" y="49132"/>
                    </a:cubicBezTo>
                    <a:cubicBezTo>
                      <a:pt x="10191" y="49213"/>
                      <a:pt x="10478" y="49350"/>
                      <a:pt x="10740" y="49350"/>
                    </a:cubicBezTo>
                    <a:cubicBezTo>
                      <a:pt x="10768" y="49350"/>
                      <a:pt x="10796" y="49349"/>
                      <a:pt x="10824" y="49345"/>
                    </a:cubicBezTo>
                    <a:cubicBezTo>
                      <a:pt x="11569" y="49257"/>
                      <a:pt x="12279" y="49257"/>
                      <a:pt x="12917" y="48547"/>
                    </a:cubicBezTo>
                    <a:cubicBezTo>
                      <a:pt x="12958" y="48500"/>
                      <a:pt x="13033" y="48481"/>
                      <a:pt x="13131" y="48481"/>
                    </a:cubicBezTo>
                    <a:cubicBezTo>
                      <a:pt x="13526" y="48481"/>
                      <a:pt x="14291" y="48790"/>
                      <a:pt x="14670" y="48790"/>
                    </a:cubicBezTo>
                    <a:cubicBezTo>
                      <a:pt x="14764" y="48790"/>
                      <a:pt x="14834" y="48771"/>
                      <a:pt x="14869" y="48724"/>
                    </a:cubicBezTo>
                    <a:cubicBezTo>
                      <a:pt x="15721" y="47642"/>
                      <a:pt x="16892" y="47944"/>
                      <a:pt x="17921" y="47695"/>
                    </a:cubicBezTo>
                    <a:cubicBezTo>
                      <a:pt x="17948" y="47687"/>
                      <a:pt x="17976" y="47684"/>
                      <a:pt x="18005" y="47684"/>
                    </a:cubicBezTo>
                    <a:cubicBezTo>
                      <a:pt x="18165" y="47684"/>
                      <a:pt x="18357" y="47795"/>
                      <a:pt x="18613" y="47855"/>
                    </a:cubicBezTo>
                    <a:cubicBezTo>
                      <a:pt x="18550" y="48716"/>
                      <a:pt x="18847" y="48890"/>
                      <a:pt x="19260" y="48890"/>
                    </a:cubicBezTo>
                    <a:cubicBezTo>
                      <a:pt x="19540" y="48890"/>
                      <a:pt x="19874" y="48810"/>
                      <a:pt x="20185" y="48810"/>
                    </a:cubicBezTo>
                    <a:cubicBezTo>
                      <a:pt x="20457" y="48810"/>
                      <a:pt x="20713" y="48871"/>
                      <a:pt x="20902" y="49097"/>
                    </a:cubicBezTo>
                    <a:cubicBezTo>
                      <a:pt x="20831" y="49558"/>
                      <a:pt x="20902" y="50233"/>
                      <a:pt x="20636" y="50765"/>
                    </a:cubicBezTo>
                    <a:cubicBezTo>
                      <a:pt x="20228" y="51546"/>
                      <a:pt x="21150" y="52592"/>
                      <a:pt x="20068" y="53178"/>
                    </a:cubicBezTo>
                    <a:cubicBezTo>
                      <a:pt x="21771" y="55112"/>
                      <a:pt x="20955" y="57649"/>
                      <a:pt x="21594" y="59424"/>
                    </a:cubicBezTo>
                    <a:cubicBezTo>
                      <a:pt x="20742" y="61713"/>
                      <a:pt x="19589" y="63327"/>
                      <a:pt x="19624" y="65776"/>
                    </a:cubicBezTo>
                    <a:cubicBezTo>
                      <a:pt x="19678" y="68597"/>
                      <a:pt x="18453" y="71436"/>
                      <a:pt x="17406" y="74168"/>
                    </a:cubicBezTo>
                    <a:cubicBezTo>
                      <a:pt x="17247" y="74577"/>
                      <a:pt x="17158" y="75002"/>
                      <a:pt x="16910" y="75943"/>
                    </a:cubicBezTo>
                    <a:cubicBezTo>
                      <a:pt x="28177" y="66379"/>
                      <a:pt x="34458" y="51617"/>
                      <a:pt x="32258" y="36144"/>
                    </a:cubicBezTo>
                    <a:cubicBezTo>
                      <a:pt x="29756" y="18472"/>
                      <a:pt x="16874" y="4756"/>
                      <a:pt x="444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Google Shape;11064;p128">
                <a:extLst>
                  <a:ext uri="{FF2B5EF4-FFF2-40B4-BE49-F238E27FC236}">
                    <a16:creationId xmlns:a16="http://schemas.microsoft.com/office/drawing/2014/main" id="{F44CD6DC-94CE-3B27-46C0-43D739F8366A}"/>
                  </a:ext>
                </a:extLst>
              </p:cNvPr>
              <p:cNvSpPr/>
              <p:nvPr/>
            </p:nvSpPr>
            <p:spPr>
              <a:xfrm>
                <a:off x="6036094" y="3734681"/>
                <a:ext cx="181628" cy="303024"/>
              </a:xfrm>
              <a:custGeom>
                <a:avLst/>
                <a:gdLst/>
                <a:ahLst/>
                <a:cxnLst/>
                <a:rect l="l" t="t" r="r" b="b"/>
                <a:pathLst>
                  <a:path w="31478" h="52540" extrusionOk="0">
                    <a:moveTo>
                      <a:pt x="28337" y="1"/>
                    </a:moveTo>
                    <a:cubicBezTo>
                      <a:pt x="13326" y="5785"/>
                      <a:pt x="2556" y="18986"/>
                      <a:pt x="1" y="34405"/>
                    </a:cubicBezTo>
                    <a:cubicBezTo>
                      <a:pt x="516" y="36961"/>
                      <a:pt x="764" y="39569"/>
                      <a:pt x="1154" y="42159"/>
                    </a:cubicBezTo>
                    <a:cubicBezTo>
                      <a:pt x="1172" y="42266"/>
                      <a:pt x="1438" y="42355"/>
                      <a:pt x="1687" y="42496"/>
                    </a:cubicBezTo>
                    <a:cubicBezTo>
                      <a:pt x="1687" y="41574"/>
                      <a:pt x="1704" y="40704"/>
                      <a:pt x="1704" y="39835"/>
                    </a:cubicBezTo>
                    <a:lnTo>
                      <a:pt x="2112" y="39817"/>
                    </a:lnTo>
                    <a:lnTo>
                      <a:pt x="3905" y="45513"/>
                    </a:lnTo>
                    <a:cubicBezTo>
                      <a:pt x="4490" y="45956"/>
                      <a:pt x="5289" y="46595"/>
                      <a:pt x="6122" y="47145"/>
                    </a:cubicBezTo>
                    <a:cubicBezTo>
                      <a:pt x="6548" y="47465"/>
                      <a:pt x="7045" y="47678"/>
                      <a:pt x="7560" y="47784"/>
                    </a:cubicBezTo>
                    <a:cubicBezTo>
                      <a:pt x="9813" y="48068"/>
                      <a:pt x="12492" y="48884"/>
                      <a:pt x="13557" y="50481"/>
                    </a:cubicBezTo>
                    <a:cubicBezTo>
                      <a:pt x="14515" y="51971"/>
                      <a:pt x="15810" y="52202"/>
                      <a:pt x="16751" y="52539"/>
                    </a:cubicBezTo>
                    <a:lnTo>
                      <a:pt x="18827" y="51652"/>
                    </a:lnTo>
                    <a:cubicBezTo>
                      <a:pt x="18720" y="51475"/>
                      <a:pt x="18632" y="51155"/>
                      <a:pt x="18525" y="51138"/>
                    </a:cubicBezTo>
                    <a:cubicBezTo>
                      <a:pt x="15367" y="50960"/>
                      <a:pt x="15367" y="50978"/>
                      <a:pt x="14905" y="48015"/>
                    </a:cubicBezTo>
                    <a:cubicBezTo>
                      <a:pt x="14870" y="47695"/>
                      <a:pt x="14799" y="47376"/>
                      <a:pt x="14675" y="46755"/>
                    </a:cubicBezTo>
                    <a:lnTo>
                      <a:pt x="11818" y="46152"/>
                    </a:lnTo>
                    <a:lnTo>
                      <a:pt x="12031" y="42461"/>
                    </a:lnTo>
                    <a:cubicBezTo>
                      <a:pt x="12009" y="42460"/>
                      <a:pt x="11988" y="42460"/>
                      <a:pt x="11967" y="42460"/>
                    </a:cubicBezTo>
                    <a:cubicBezTo>
                      <a:pt x="9761" y="42460"/>
                      <a:pt x="10756" y="45214"/>
                      <a:pt x="9157" y="45531"/>
                    </a:cubicBezTo>
                    <a:cubicBezTo>
                      <a:pt x="7577" y="44537"/>
                      <a:pt x="7577" y="44537"/>
                      <a:pt x="6832" y="39036"/>
                    </a:cubicBezTo>
                    <a:cubicBezTo>
                      <a:pt x="7471" y="36162"/>
                      <a:pt x="10807" y="37120"/>
                      <a:pt x="11570" y="34867"/>
                    </a:cubicBezTo>
                    <a:lnTo>
                      <a:pt x="13876" y="35683"/>
                    </a:lnTo>
                    <a:cubicBezTo>
                      <a:pt x="13930" y="37014"/>
                      <a:pt x="14213" y="38274"/>
                      <a:pt x="15651" y="39090"/>
                    </a:cubicBezTo>
                    <a:lnTo>
                      <a:pt x="14870" y="33554"/>
                    </a:lnTo>
                    <a:cubicBezTo>
                      <a:pt x="15012" y="33305"/>
                      <a:pt x="15189" y="33092"/>
                      <a:pt x="15367" y="32880"/>
                    </a:cubicBezTo>
                    <a:cubicBezTo>
                      <a:pt x="16733" y="31584"/>
                      <a:pt x="18720" y="30662"/>
                      <a:pt x="18277" y="28231"/>
                    </a:cubicBezTo>
                    <a:cubicBezTo>
                      <a:pt x="19217" y="27148"/>
                      <a:pt x="19501" y="25569"/>
                      <a:pt x="20903" y="24824"/>
                    </a:cubicBezTo>
                    <a:cubicBezTo>
                      <a:pt x="21169" y="24664"/>
                      <a:pt x="21701" y="24540"/>
                      <a:pt x="21701" y="24416"/>
                    </a:cubicBezTo>
                    <a:cubicBezTo>
                      <a:pt x="21701" y="22606"/>
                      <a:pt x="23298" y="22375"/>
                      <a:pt x="24345" y="21453"/>
                    </a:cubicBezTo>
                    <a:cubicBezTo>
                      <a:pt x="24698" y="21969"/>
                      <a:pt x="25002" y="22149"/>
                      <a:pt x="25280" y="22149"/>
                    </a:cubicBezTo>
                    <a:cubicBezTo>
                      <a:pt x="25925" y="22149"/>
                      <a:pt x="26432" y="21185"/>
                      <a:pt x="27082" y="21185"/>
                    </a:cubicBezTo>
                    <a:cubicBezTo>
                      <a:pt x="27098" y="21185"/>
                      <a:pt x="27114" y="21185"/>
                      <a:pt x="27131" y="21187"/>
                    </a:cubicBezTo>
                    <a:cubicBezTo>
                      <a:pt x="27184" y="21187"/>
                      <a:pt x="27237" y="20867"/>
                      <a:pt x="27255" y="20832"/>
                    </a:cubicBezTo>
                    <a:lnTo>
                      <a:pt x="25250" y="19909"/>
                    </a:lnTo>
                    <a:lnTo>
                      <a:pt x="25835" y="18348"/>
                    </a:lnTo>
                    <a:lnTo>
                      <a:pt x="24274" y="17851"/>
                    </a:lnTo>
                    <a:cubicBezTo>
                      <a:pt x="25161" y="17514"/>
                      <a:pt x="26048" y="17727"/>
                      <a:pt x="26829" y="17531"/>
                    </a:cubicBezTo>
                    <a:cubicBezTo>
                      <a:pt x="27610" y="17336"/>
                      <a:pt x="28266" y="16751"/>
                      <a:pt x="28976" y="16325"/>
                    </a:cubicBezTo>
                    <a:cubicBezTo>
                      <a:pt x="29774" y="15846"/>
                      <a:pt x="30573" y="15349"/>
                      <a:pt x="31478" y="14781"/>
                    </a:cubicBezTo>
                    <a:cubicBezTo>
                      <a:pt x="30466" y="12723"/>
                      <a:pt x="27769" y="12049"/>
                      <a:pt x="27698" y="9565"/>
                    </a:cubicBezTo>
                    <a:lnTo>
                      <a:pt x="25143" y="11836"/>
                    </a:lnTo>
                    <a:cubicBezTo>
                      <a:pt x="25764" y="8571"/>
                      <a:pt x="23600" y="8908"/>
                      <a:pt x="22269" y="8465"/>
                    </a:cubicBezTo>
                    <a:cubicBezTo>
                      <a:pt x="21932" y="8855"/>
                      <a:pt x="21559" y="9032"/>
                      <a:pt x="21027" y="9316"/>
                    </a:cubicBezTo>
                    <a:lnTo>
                      <a:pt x="21825" y="10132"/>
                    </a:lnTo>
                    <a:lnTo>
                      <a:pt x="20353" y="11197"/>
                    </a:lnTo>
                    <a:cubicBezTo>
                      <a:pt x="21772" y="12244"/>
                      <a:pt x="20956" y="13628"/>
                      <a:pt x="20690" y="13734"/>
                    </a:cubicBezTo>
                    <a:cubicBezTo>
                      <a:pt x="18756" y="14444"/>
                      <a:pt x="19217" y="16396"/>
                      <a:pt x="18401" y="17620"/>
                    </a:cubicBezTo>
                    <a:lnTo>
                      <a:pt x="17460" y="16910"/>
                    </a:lnTo>
                    <a:cubicBezTo>
                      <a:pt x="17052" y="16502"/>
                      <a:pt x="17886" y="16360"/>
                      <a:pt x="17851" y="16023"/>
                    </a:cubicBezTo>
                    <a:cubicBezTo>
                      <a:pt x="17833" y="15580"/>
                      <a:pt x="17744" y="15136"/>
                      <a:pt x="17673" y="14639"/>
                    </a:cubicBezTo>
                    <a:lnTo>
                      <a:pt x="14781" y="13805"/>
                    </a:lnTo>
                    <a:cubicBezTo>
                      <a:pt x="14391" y="10558"/>
                      <a:pt x="17727" y="10026"/>
                      <a:pt x="19075" y="8056"/>
                    </a:cubicBezTo>
                    <a:cubicBezTo>
                      <a:pt x="19476" y="8451"/>
                      <a:pt x="19895" y="8555"/>
                      <a:pt x="20323" y="8555"/>
                    </a:cubicBezTo>
                    <a:cubicBezTo>
                      <a:pt x="20808" y="8555"/>
                      <a:pt x="21305" y="8420"/>
                      <a:pt x="21802" y="8420"/>
                    </a:cubicBezTo>
                    <a:cubicBezTo>
                      <a:pt x="21952" y="8420"/>
                      <a:pt x="22102" y="8433"/>
                      <a:pt x="22251" y="8465"/>
                    </a:cubicBezTo>
                    <a:cubicBezTo>
                      <a:pt x="22127" y="7702"/>
                      <a:pt x="22056" y="7152"/>
                      <a:pt x="21967" y="6495"/>
                    </a:cubicBezTo>
                    <a:cubicBezTo>
                      <a:pt x="23198" y="6481"/>
                      <a:pt x="23566" y="4540"/>
                      <a:pt x="24952" y="4540"/>
                    </a:cubicBezTo>
                    <a:cubicBezTo>
                      <a:pt x="25264" y="4540"/>
                      <a:pt x="25629" y="4639"/>
                      <a:pt x="26066" y="4880"/>
                    </a:cubicBezTo>
                    <a:cubicBezTo>
                      <a:pt x="25374" y="5963"/>
                      <a:pt x="24274" y="6335"/>
                      <a:pt x="23458" y="7010"/>
                    </a:cubicBezTo>
                    <a:lnTo>
                      <a:pt x="26243" y="8376"/>
                    </a:lnTo>
                    <a:lnTo>
                      <a:pt x="28089" y="7205"/>
                    </a:lnTo>
                    <a:lnTo>
                      <a:pt x="28160" y="5324"/>
                    </a:lnTo>
                    <a:cubicBezTo>
                      <a:pt x="28332" y="5383"/>
                      <a:pt x="28506" y="5414"/>
                      <a:pt x="28690" y="5414"/>
                    </a:cubicBezTo>
                    <a:cubicBezTo>
                      <a:pt x="29226" y="5414"/>
                      <a:pt x="29853" y="5151"/>
                      <a:pt x="30804" y="4543"/>
                    </a:cubicBezTo>
                    <a:lnTo>
                      <a:pt x="29029" y="3621"/>
                    </a:lnTo>
                    <a:lnTo>
                      <a:pt x="29561" y="2733"/>
                    </a:lnTo>
                    <a:lnTo>
                      <a:pt x="28231" y="1722"/>
                    </a:lnTo>
                    <a:cubicBezTo>
                      <a:pt x="28355" y="1190"/>
                      <a:pt x="28692" y="586"/>
                      <a:pt x="28515" y="232"/>
                    </a:cubicBezTo>
                    <a:cubicBezTo>
                      <a:pt x="28479" y="161"/>
                      <a:pt x="28408" y="72"/>
                      <a:pt x="28337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3" name="Google Shape;11065;p128">
                <a:extLst>
                  <a:ext uri="{FF2B5EF4-FFF2-40B4-BE49-F238E27FC236}">
                    <a16:creationId xmlns:a16="http://schemas.microsoft.com/office/drawing/2014/main" id="{4E6206F0-7411-39B4-B3B7-909952E97909}"/>
                  </a:ext>
                </a:extLst>
              </p:cNvPr>
              <p:cNvSpPr/>
              <p:nvPr/>
            </p:nvSpPr>
            <p:spPr>
              <a:xfrm>
                <a:off x="6143575" y="4010833"/>
                <a:ext cx="186233" cy="216616"/>
              </a:xfrm>
              <a:custGeom>
                <a:avLst/>
                <a:gdLst/>
                <a:ahLst/>
                <a:cxnLst/>
                <a:rect l="l" t="t" r="r" b="b"/>
                <a:pathLst>
                  <a:path w="32276" h="37558" extrusionOk="0">
                    <a:moveTo>
                      <a:pt x="3376" y="1"/>
                    </a:moveTo>
                    <a:cubicBezTo>
                      <a:pt x="3358" y="1"/>
                      <a:pt x="3345" y="4"/>
                      <a:pt x="3336" y="12"/>
                    </a:cubicBezTo>
                    <a:cubicBezTo>
                      <a:pt x="905" y="2621"/>
                      <a:pt x="905" y="2621"/>
                      <a:pt x="1243" y="6400"/>
                    </a:cubicBezTo>
                    <a:cubicBezTo>
                      <a:pt x="1260" y="6595"/>
                      <a:pt x="1118" y="6790"/>
                      <a:pt x="1065" y="7003"/>
                    </a:cubicBezTo>
                    <a:cubicBezTo>
                      <a:pt x="693" y="8405"/>
                      <a:pt x="338" y="9807"/>
                      <a:pt x="1" y="11155"/>
                    </a:cubicBezTo>
                    <a:lnTo>
                      <a:pt x="1118" y="14012"/>
                    </a:lnTo>
                    <a:cubicBezTo>
                      <a:pt x="2147" y="15148"/>
                      <a:pt x="3106" y="16283"/>
                      <a:pt x="4188" y="17330"/>
                    </a:cubicBezTo>
                    <a:cubicBezTo>
                      <a:pt x="5271" y="18413"/>
                      <a:pt x="5677" y="20424"/>
                      <a:pt x="7592" y="20424"/>
                    </a:cubicBezTo>
                    <a:cubicBezTo>
                      <a:pt x="7779" y="20424"/>
                      <a:pt x="7980" y="20405"/>
                      <a:pt x="8198" y="20364"/>
                    </a:cubicBezTo>
                    <a:cubicBezTo>
                      <a:pt x="9263" y="21234"/>
                      <a:pt x="10735" y="21553"/>
                      <a:pt x="11179" y="23221"/>
                    </a:cubicBezTo>
                    <a:cubicBezTo>
                      <a:pt x="11587" y="24711"/>
                      <a:pt x="12669" y="26024"/>
                      <a:pt x="13024" y="27515"/>
                    </a:cubicBezTo>
                    <a:cubicBezTo>
                      <a:pt x="13361" y="28863"/>
                      <a:pt x="14461" y="29662"/>
                      <a:pt x="14834" y="30780"/>
                    </a:cubicBezTo>
                    <a:cubicBezTo>
                      <a:pt x="15278" y="32128"/>
                      <a:pt x="15970" y="33246"/>
                      <a:pt x="16573" y="34470"/>
                    </a:cubicBezTo>
                    <a:cubicBezTo>
                      <a:pt x="17070" y="35428"/>
                      <a:pt x="18223" y="35038"/>
                      <a:pt x="18525" y="36191"/>
                    </a:cubicBezTo>
                    <a:cubicBezTo>
                      <a:pt x="18631" y="36564"/>
                      <a:pt x="18844" y="36901"/>
                      <a:pt x="19146" y="37185"/>
                    </a:cubicBezTo>
                    <a:cubicBezTo>
                      <a:pt x="20299" y="37345"/>
                      <a:pt x="21470" y="37469"/>
                      <a:pt x="22659" y="37558"/>
                    </a:cubicBezTo>
                    <a:cubicBezTo>
                      <a:pt x="22559" y="37158"/>
                      <a:pt x="22490" y="36790"/>
                      <a:pt x="21808" y="36790"/>
                    </a:cubicBezTo>
                    <a:cubicBezTo>
                      <a:pt x="21763" y="36790"/>
                      <a:pt x="21716" y="36791"/>
                      <a:pt x="21665" y="36795"/>
                    </a:cubicBezTo>
                    <a:cubicBezTo>
                      <a:pt x="21645" y="36796"/>
                      <a:pt x="21626" y="36796"/>
                      <a:pt x="21608" y="36796"/>
                    </a:cubicBezTo>
                    <a:cubicBezTo>
                      <a:pt x="20725" y="36796"/>
                      <a:pt x="22437" y="35547"/>
                      <a:pt x="21115" y="35251"/>
                    </a:cubicBezTo>
                    <a:cubicBezTo>
                      <a:pt x="20388" y="35073"/>
                      <a:pt x="22109" y="33707"/>
                      <a:pt x="20725" y="33246"/>
                    </a:cubicBezTo>
                    <a:lnTo>
                      <a:pt x="20920" y="32980"/>
                    </a:lnTo>
                    <a:lnTo>
                      <a:pt x="22783" y="32394"/>
                    </a:lnTo>
                    <a:lnTo>
                      <a:pt x="21860" y="30017"/>
                    </a:lnTo>
                    <a:lnTo>
                      <a:pt x="23191" y="29839"/>
                    </a:lnTo>
                    <a:cubicBezTo>
                      <a:pt x="23599" y="29041"/>
                      <a:pt x="24007" y="28313"/>
                      <a:pt x="24380" y="27550"/>
                    </a:cubicBezTo>
                    <a:cubicBezTo>
                      <a:pt x="24646" y="26982"/>
                      <a:pt x="25178" y="26308"/>
                      <a:pt x="25036" y="25829"/>
                    </a:cubicBezTo>
                    <a:cubicBezTo>
                      <a:pt x="24451" y="23718"/>
                      <a:pt x="26083" y="22972"/>
                      <a:pt x="27343" y="22529"/>
                    </a:cubicBezTo>
                    <a:cubicBezTo>
                      <a:pt x="28603" y="22068"/>
                      <a:pt x="29082" y="21482"/>
                      <a:pt x="29242" y="20311"/>
                    </a:cubicBezTo>
                    <a:cubicBezTo>
                      <a:pt x="29419" y="19069"/>
                      <a:pt x="29809" y="17862"/>
                      <a:pt x="29898" y="16620"/>
                    </a:cubicBezTo>
                    <a:cubicBezTo>
                      <a:pt x="29987" y="15467"/>
                      <a:pt x="30005" y="14438"/>
                      <a:pt x="31087" y="13675"/>
                    </a:cubicBezTo>
                    <a:cubicBezTo>
                      <a:pt x="31442" y="13444"/>
                      <a:pt x="31531" y="12788"/>
                      <a:pt x="31655" y="12309"/>
                    </a:cubicBezTo>
                    <a:cubicBezTo>
                      <a:pt x="32276" y="10144"/>
                      <a:pt x="31868" y="9612"/>
                      <a:pt x="29490" y="9133"/>
                    </a:cubicBezTo>
                    <a:cubicBezTo>
                      <a:pt x="29100" y="9062"/>
                      <a:pt x="28816" y="8494"/>
                      <a:pt x="28266" y="7926"/>
                    </a:cubicBezTo>
                    <a:lnTo>
                      <a:pt x="24895" y="8778"/>
                    </a:lnTo>
                    <a:cubicBezTo>
                      <a:pt x="24522" y="7678"/>
                      <a:pt x="23315" y="7678"/>
                      <a:pt x="22215" y="7465"/>
                    </a:cubicBezTo>
                    <a:lnTo>
                      <a:pt x="21647" y="8157"/>
                    </a:lnTo>
                    <a:lnTo>
                      <a:pt x="18063" y="3597"/>
                    </a:lnTo>
                    <a:cubicBezTo>
                      <a:pt x="16840" y="3528"/>
                      <a:pt x="15905" y="3374"/>
                      <a:pt x="15067" y="3374"/>
                    </a:cubicBezTo>
                    <a:cubicBezTo>
                      <a:pt x="14823" y="3374"/>
                      <a:pt x="14587" y="3387"/>
                      <a:pt x="14355" y="3419"/>
                    </a:cubicBezTo>
                    <a:cubicBezTo>
                      <a:pt x="14295" y="3427"/>
                      <a:pt x="14238" y="3430"/>
                      <a:pt x="14183" y="3430"/>
                    </a:cubicBezTo>
                    <a:cubicBezTo>
                      <a:pt x="13092" y="3430"/>
                      <a:pt x="13035" y="1981"/>
                      <a:pt x="11835" y="1964"/>
                    </a:cubicBezTo>
                    <a:cubicBezTo>
                      <a:pt x="11108" y="1964"/>
                      <a:pt x="9901" y="1467"/>
                      <a:pt x="9582" y="438"/>
                    </a:cubicBezTo>
                    <a:cubicBezTo>
                      <a:pt x="8677" y="793"/>
                      <a:pt x="7914" y="1361"/>
                      <a:pt x="7133" y="1361"/>
                    </a:cubicBezTo>
                    <a:cubicBezTo>
                      <a:pt x="7119" y="1361"/>
                      <a:pt x="7105" y="1361"/>
                      <a:pt x="7091" y="1361"/>
                    </a:cubicBezTo>
                    <a:cubicBezTo>
                      <a:pt x="6288" y="1361"/>
                      <a:pt x="5470" y="877"/>
                      <a:pt x="4703" y="616"/>
                    </a:cubicBezTo>
                    <a:lnTo>
                      <a:pt x="4170" y="1184"/>
                    </a:lnTo>
                    <a:lnTo>
                      <a:pt x="3585" y="48"/>
                    </a:lnTo>
                    <a:cubicBezTo>
                      <a:pt x="3517" y="34"/>
                      <a:pt x="3429" y="1"/>
                      <a:pt x="3376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4" name="Google Shape;11066;p128">
                <a:extLst>
                  <a:ext uri="{FF2B5EF4-FFF2-40B4-BE49-F238E27FC236}">
                    <a16:creationId xmlns:a16="http://schemas.microsoft.com/office/drawing/2014/main" id="{C05BAE3A-F0C6-1929-A4B3-FD54E8D0B981}"/>
                  </a:ext>
                </a:extLst>
              </p:cNvPr>
              <p:cNvSpPr/>
              <p:nvPr/>
            </p:nvSpPr>
            <p:spPr>
              <a:xfrm>
                <a:off x="6110513" y="3969114"/>
                <a:ext cx="33997" cy="13957"/>
              </a:xfrm>
              <a:custGeom>
                <a:avLst/>
                <a:gdLst/>
                <a:ahLst/>
                <a:cxnLst/>
                <a:rect l="l" t="t" r="r" b="b"/>
                <a:pathLst>
                  <a:path w="5892" h="2420" extrusionOk="0">
                    <a:moveTo>
                      <a:pt x="2076" y="1"/>
                    </a:moveTo>
                    <a:cubicBezTo>
                      <a:pt x="1454" y="1"/>
                      <a:pt x="791" y="230"/>
                      <a:pt x="0" y="592"/>
                    </a:cubicBezTo>
                    <a:cubicBezTo>
                      <a:pt x="564" y="957"/>
                      <a:pt x="1113" y="1415"/>
                      <a:pt x="1254" y="1415"/>
                    </a:cubicBezTo>
                    <a:cubicBezTo>
                      <a:pt x="1264" y="1415"/>
                      <a:pt x="1272" y="1412"/>
                      <a:pt x="1278" y="1408"/>
                    </a:cubicBezTo>
                    <a:cubicBezTo>
                      <a:pt x="1606" y="1108"/>
                      <a:pt x="1874" y="952"/>
                      <a:pt x="2167" y="952"/>
                    </a:cubicBezTo>
                    <a:cubicBezTo>
                      <a:pt x="2429" y="952"/>
                      <a:pt x="2710" y="1077"/>
                      <a:pt x="3070" y="1337"/>
                    </a:cubicBezTo>
                    <a:cubicBezTo>
                      <a:pt x="3815" y="1869"/>
                      <a:pt x="4773" y="2011"/>
                      <a:pt x="5838" y="2419"/>
                    </a:cubicBezTo>
                    <a:lnTo>
                      <a:pt x="5891" y="1071"/>
                    </a:lnTo>
                    <a:cubicBezTo>
                      <a:pt x="5040" y="893"/>
                      <a:pt x="4170" y="964"/>
                      <a:pt x="3656" y="574"/>
                    </a:cubicBezTo>
                    <a:cubicBezTo>
                      <a:pt x="3121" y="171"/>
                      <a:pt x="2614" y="1"/>
                      <a:pt x="2076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5" name="Google Shape;11067;p128">
                <a:extLst>
                  <a:ext uri="{FF2B5EF4-FFF2-40B4-BE49-F238E27FC236}">
                    <a16:creationId xmlns:a16="http://schemas.microsoft.com/office/drawing/2014/main" id="{5DE6A0B8-1072-5D14-0E0A-FC7115B71F44}"/>
                  </a:ext>
                </a:extLst>
              </p:cNvPr>
              <p:cNvSpPr/>
              <p:nvPr/>
            </p:nvSpPr>
            <p:spPr>
              <a:xfrm>
                <a:off x="6151865" y="3979381"/>
                <a:ext cx="35739" cy="11875"/>
              </a:xfrm>
              <a:custGeom>
                <a:avLst/>
                <a:gdLst/>
                <a:ahLst/>
                <a:cxnLst/>
                <a:rect l="l" t="t" r="r" b="b"/>
                <a:pathLst>
                  <a:path w="6194" h="2059" extrusionOk="0">
                    <a:moveTo>
                      <a:pt x="6193" y="0"/>
                    </a:moveTo>
                    <a:lnTo>
                      <a:pt x="6193" y="0"/>
                    </a:lnTo>
                    <a:cubicBezTo>
                      <a:pt x="4801" y="195"/>
                      <a:pt x="3970" y="433"/>
                      <a:pt x="3202" y="433"/>
                    </a:cubicBezTo>
                    <a:cubicBezTo>
                      <a:pt x="3128" y="433"/>
                      <a:pt x="3055" y="431"/>
                      <a:pt x="2982" y="426"/>
                    </a:cubicBezTo>
                    <a:cubicBezTo>
                      <a:pt x="2453" y="395"/>
                      <a:pt x="1944" y="74"/>
                      <a:pt x="1353" y="74"/>
                    </a:cubicBezTo>
                    <a:cubicBezTo>
                      <a:pt x="951" y="74"/>
                      <a:pt x="511" y="222"/>
                      <a:pt x="1" y="710"/>
                    </a:cubicBezTo>
                    <a:lnTo>
                      <a:pt x="1473" y="2059"/>
                    </a:lnTo>
                    <a:cubicBezTo>
                      <a:pt x="2432" y="409"/>
                      <a:pt x="4472" y="1526"/>
                      <a:pt x="6193" y="0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6" name="Google Shape;11068;p128">
                <a:extLst>
                  <a:ext uri="{FF2B5EF4-FFF2-40B4-BE49-F238E27FC236}">
                    <a16:creationId xmlns:a16="http://schemas.microsoft.com/office/drawing/2014/main" id="{FBD03D9B-27C0-86F5-73C0-5013AFD9B205}"/>
                  </a:ext>
                </a:extLst>
              </p:cNvPr>
              <p:cNvSpPr/>
              <p:nvPr/>
            </p:nvSpPr>
            <p:spPr>
              <a:xfrm>
                <a:off x="6203762" y="3831292"/>
                <a:ext cx="19768" cy="12285"/>
              </a:xfrm>
              <a:custGeom>
                <a:avLst/>
                <a:gdLst/>
                <a:ahLst/>
                <a:cxnLst/>
                <a:rect l="l" t="t" r="r" b="b"/>
                <a:pathLst>
                  <a:path w="3426" h="2130" extrusionOk="0">
                    <a:moveTo>
                      <a:pt x="1473" y="1"/>
                    </a:moveTo>
                    <a:lnTo>
                      <a:pt x="1" y="1828"/>
                    </a:lnTo>
                    <a:lnTo>
                      <a:pt x="3372" y="2130"/>
                    </a:lnTo>
                    <a:cubicBezTo>
                      <a:pt x="3407" y="1917"/>
                      <a:pt x="3425" y="1704"/>
                      <a:pt x="3425" y="1509"/>
                    </a:cubicBezTo>
                    <a:cubicBezTo>
                      <a:pt x="3390" y="1172"/>
                      <a:pt x="3301" y="870"/>
                      <a:pt x="3248" y="586"/>
                    </a:cubicBezTo>
                    <a:lnTo>
                      <a:pt x="1473" y="1"/>
                    </a:ln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187" name="Google Shape;11069;p128">
            <a:extLst>
              <a:ext uri="{FF2B5EF4-FFF2-40B4-BE49-F238E27FC236}">
                <a16:creationId xmlns:a16="http://schemas.microsoft.com/office/drawing/2014/main" id="{B6D5D78B-1090-18DC-97DF-D143DB78AA5D}"/>
              </a:ext>
            </a:extLst>
          </p:cNvPr>
          <p:cNvGrpSpPr/>
          <p:nvPr/>
        </p:nvGrpSpPr>
        <p:grpSpPr>
          <a:xfrm>
            <a:off x="7897362" y="4421411"/>
            <a:ext cx="591540" cy="525405"/>
            <a:chOff x="6644304" y="3073628"/>
            <a:chExt cx="576302" cy="511871"/>
          </a:xfrm>
        </p:grpSpPr>
        <p:sp>
          <p:nvSpPr>
            <p:cNvPr id="2188" name="Google Shape;11070;p128">
              <a:extLst>
                <a:ext uri="{FF2B5EF4-FFF2-40B4-BE49-F238E27FC236}">
                  <a16:creationId xmlns:a16="http://schemas.microsoft.com/office/drawing/2014/main" id="{C113E661-6923-533B-2071-1C26A8002E78}"/>
                </a:ext>
              </a:extLst>
            </p:cNvPr>
            <p:cNvSpPr/>
            <p:nvPr/>
          </p:nvSpPr>
          <p:spPr>
            <a:xfrm>
              <a:off x="6644304" y="3073628"/>
              <a:ext cx="576302" cy="511871"/>
            </a:xfrm>
            <a:custGeom>
              <a:avLst/>
              <a:gdLst/>
              <a:ahLst/>
              <a:cxnLst/>
              <a:rect l="l" t="t" r="r" b="b"/>
              <a:pathLst>
                <a:path w="99879" h="88751" extrusionOk="0">
                  <a:moveTo>
                    <a:pt x="50483" y="1"/>
                  </a:moveTo>
                  <a:cubicBezTo>
                    <a:pt x="46751" y="1"/>
                    <a:pt x="42953" y="456"/>
                    <a:pt x="39160" y="1409"/>
                  </a:cubicBezTo>
                  <a:cubicBezTo>
                    <a:pt x="14870" y="7513"/>
                    <a:pt x="1" y="31697"/>
                    <a:pt x="5963" y="55420"/>
                  </a:cubicBezTo>
                  <a:cubicBezTo>
                    <a:pt x="10993" y="75452"/>
                    <a:pt x="29236" y="88750"/>
                    <a:pt x="49406" y="88750"/>
                  </a:cubicBezTo>
                  <a:cubicBezTo>
                    <a:pt x="53141" y="88750"/>
                    <a:pt x="56941" y="88294"/>
                    <a:pt x="60736" y="87341"/>
                  </a:cubicBezTo>
                  <a:cubicBezTo>
                    <a:pt x="85027" y="81237"/>
                    <a:pt x="99878" y="57053"/>
                    <a:pt x="93917" y="33330"/>
                  </a:cubicBezTo>
                  <a:cubicBezTo>
                    <a:pt x="88901" y="13311"/>
                    <a:pt x="70655" y="1"/>
                    <a:pt x="50483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189" name="Google Shape;11071;p128">
              <a:extLst>
                <a:ext uri="{FF2B5EF4-FFF2-40B4-BE49-F238E27FC236}">
                  <a16:creationId xmlns:a16="http://schemas.microsoft.com/office/drawing/2014/main" id="{AEAE789B-61A4-7F2C-3DCA-D4DE629F2D89}"/>
                </a:ext>
              </a:extLst>
            </p:cNvPr>
            <p:cNvGrpSpPr/>
            <p:nvPr/>
          </p:nvGrpSpPr>
          <p:grpSpPr>
            <a:xfrm>
              <a:off x="6712169" y="3085440"/>
              <a:ext cx="481622" cy="494913"/>
              <a:chOff x="6712169" y="3085440"/>
              <a:chExt cx="481622" cy="494913"/>
            </a:xfrm>
          </p:grpSpPr>
          <p:sp>
            <p:nvSpPr>
              <p:cNvPr id="2193" name="Google Shape;11072;p128">
                <a:extLst>
                  <a:ext uri="{FF2B5EF4-FFF2-40B4-BE49-F238E27FC236}">
                    <a16:creationId xmlns:a16="http://schemas.microsoft.com/office/drawing/2014/main" id="{20376D82-6F3C-CB1D-EF2B-D0DDD8C58AEB}"/>
                  </a:ext>
                </a:extLst>
              </p:cNvPr>
              <p:cNvSpPr/>
              <p:nvPr/>
            </p:nvSpPr>
            <p:spPr>
              <a:xfrm>
                <a:off x="6712169" y="3085440"/>
                <a:ext cx="238757" cy="315615"/>
              </a:xfrm>
              <a:custGeom>
                <a:avLst/>
                <a:gdLst/>
                <a:ahLst/>
                <a:cxnLst/>
                <a:rect l="l" t="t" r="r" b="b"/>
                <a:pathLst>
                  <a:path w="41379" h="54723" extrusionOk="0">
                    <a:moveTo>
                      <a:pt x="20938" y="3904"/>
                    </a:moveTo>
                    <a:lnTo>
                      <a:pt x="22677" y="6583"/>
                    </a:lnTo>
                    <a:lnTo>
                      <a:pt x="22091" y="7097"/>
                    </a:lnTo>
                    <a:lnTo>
                      <a:pt x="18951" y="4400"/>
                    </a:lnTo>
                    <a:lnTo>
                      <a:pt x="20938" y="3904"/>
                    </a:lnTo>
                    <a:close/>
                    <a:moveTo>
                      <a:pt x="25072" y="0"/>
                    </a:moveTo>
                    <a:lnTo>
                      <a:pt x="25072" y="0"/>
                    </a:lnTo>
                    <a:cubicBezTo>
                      <a:pt x="24433" y="195"/>
                      <a:pt x="23812" y="408"/>
                      <a:pt x="23191" y="621"/>
                    </a:cubicBezTo>
                    <a:lnTo>
                      <a:pt x="23493" y="1047"/>
                    </a:lnTo>
                    <a:lnTo>
                      <a:pt x="21861" y="1136"/>
                    </a:lnTo>
                    <a:cubicBezTo>
                      <a:pt x="20920" y="1491"/>
                      <a:pt x="19980" y="1899"/>
                      <a:pt x="19075" y="2307"/>
                    </a:cubicBezTo>
                    <a:lnTo>
                      <a:pt x="17709" y="4489"/>
                    </a:lnTo>
                    <a:lnTo>
                      <a:pt x="19341" y="6778"/>
                    </a:lnTo>
                    <a:lnTo>
                      <a:pt x="19341" y="6778"/>
                    </a:lnTo>
                    <a:lnTo>
                      <a:pt x="16697" y="6086"/>
                    </a:lnTo>
                    <a:lnTo>
                      <a:pt x="17017" y="4542"/>
                    </a:lnTo>
                    <a:lnTo>
                      <a:pt x="15473" y="4205"/>
                    </a:lnTo>
                    <a:cubicBezTo>
                      <a:pt x="14124" y="4968"/>
                      <a:pt x="12811" y="5820"/>
                      <a:pt x="11552" y="6725"/>
                    </a:cubicBezTo>
                    <a:lnTo>
                      <a:pt x="12581" y="6920"/>
                    </a:lnTo>
                    <a:lnTo>
                      <a:pt x="11836" y="8091"/>
                    </a:lnTo>
                    <a:cubicBezTo>
                      <a:pt x="11392" y="7967"/>
                      <a:pt x="10842" y="7772"/>
                      <a:pt x="10363" y="7612"/>
                    </a:cubicBezTo>
                    <a:cubicBezTo>
                      <a:pt x="6300" y="10753"/>
                      <a:pt x="2804" y="14567"/>
                      <a:pt x="1" y="18897"/>
                    </a:cubicBezTo>
                    <a:cubicBezTo>
                      <a:pt x="356" y="19536"/>
                      <a:pt x="498" y="20299"/>
                      <a:pt x="373" y="21026"/>
                    </a:cubicBezTo>
                    <a:cubicBezTo>
                      <a:pt x="285" y="21895"/>
                      <a:pt x="870" y="22800"/>
                      <a:pt x="977" y="23723"/>
                    </a:cubicBezTo>
                    <a:cubicBezTo>
                      <a:pt x="1101" y="24681"/>
                      <a:pt x="835" y="25710"/>
                      <a:pt x="1048" y="26633"/>
                    </a:cubicBezTo>
                    <a:cubicBezTo>
                      <a:pt x="1580" y="28922"/>
                      <a:pt x="1651" y="28904"/>
                      <a:pt x="1314" y="30696"/>
                    </a:cubicBezTo>
                    <a:cubicBezTo>
                      <a:pt x="1260" y="30998"/>
                      <a:pt x="1243" y="31335"/>
                      <a:pt x="1189" y="31654"/>
                    </a:cubicBezTo>
                    <a:cubicBezTo>
                      <a:pt x="906" y="33943"/>
                      <a:pt x="852" y="36090"/>
                      <a:pt x="2378" y="38184"/>
                    </a:cubicBezTo>
                    <a:cubicBezTo>
                      <a:pt x="3194" y="39302"/>
                      <a:pt x="4490" y="39461"/>
                      <a:pt x="5217" y="40473"/>
                    </a:cubicBezTo>
                    <a:cubicBezTo>
                      <a:pt x="5377" y="41147"/>
                      <a:pt x="5679" y="41821"/>
                      <a:pt x="5679" y="42496"/>
                    </a:cubicBezTo>
                    <a:cubicBezTo>
                      <a:pt x="5679" y="43170"/>
                      <a:pt x="7311" y="43347"/>
                      <a:pt x="6406" y="44146"/>
                    </a:cubicBezTo>
                    <a:lnTo>
                      <a:pt x="8429" y="45122"/>
                    </a:lnTo>
                    <a:lnTo>
                      <a:pt x="8429" y="45122"/>
                    </a:lnTo>
                    <a:lnTo>
                      <a:pt x="8269" y="43170"/>
                    </a:lnTo>
                    <a:lnTo>
                      <a:pt x="8269" y="43170"/>
                    </a:lnTo>
                    <a:cubicBezTo>
                      <a:pt x="8872" y="43613"/>
                      <a:pt x="9298" y="43826"/>
                      <a:pt x="9600" y="44146"/>
                    </a:cubicBezTo>
                    <a:cubicBezTo>
                      <a:pt x="10345" y="44909"/>
                      <a:pt x="10948" y="45849"/>
                      <a:pt x="11765" y="46523"/>
                    </a:cubicBezTo>
                    <a:cubicBezTo>
                      <a:pt x="12652" y="47251"/>
                      <a:pt x="13734" y="47730"/>
                      <a:pt x="13255" y="49167"/>
                    </a:cubicBezTo>
                    <a:cubicBezTo>
                      <a:pt x="15142" y="50239"/>
                      <a:pt x="17068" y="51273"/>
                      <a:pt x="19240" y="51273"/>
                    </a:cubicBezTo>
                    <a:cubicBezTo>
                      <a:pt x="19621" y="51273"/>
                      <a:pt x="20009" y="51241"/>
                      <a:pt x="20406" y="51172"/>
                    </a:cubicBezTo>
                    <a:cubicBezTo>
                      <a:pt x="21066" y="51051"/>
                      <a:pt x="21687" y="50867"/>
                      <a:pt x="22299" y="50867"/>
                    </a:cubicBezTo>
                    <a:cubicBezTo>
                      <a:pt x="22856" y="50867"/>
                      <a:pt x="23406" y="51019"/>
                      <a:pt x="23972" y="51509"/>
                    </a:cubicBezTo>
                    <a:cubicBezTo>
                      <a:pt x="24575" y="52042"/>
                      <a:pt x="25551" y="52219"/>
                      <a:pt x="26403" y="52414"/>
                    </a:cubicBezTo>
                    <a:cubicBezTo>
                      <a:pt x="26412" y="52417"/>
                      <a:pt x="26421" y="52418"/>
                      <a:pt x="26431" y="52418"/>
                    </a:cubicBezTo>
                    <a:cubicBezTo>
                      <a:pt x="26612" y="52418"/>
                      <a:pt x="26911" y="51958"/>
                      <a:pt x="27130" y="51722"/>
                    </a:cubicBezTo>
                    <a:cubicBezTo>
                      <a:pt x="29563" y="53875"/>
                      <a:pt x="30553" y="54722"/>
                      <a:pt x="31970" y="54722"/>
                    </a:cubicBezTo>
                    <a:cubicBezTo>
                      <a:pt x="32888" y="54722"/>
                      <a:pt x="33985" y="54367"/>
                      <a:pt x="35771" y="53780"/>
                    </a:cubicBezTo>
                    <a:cubicBezTo>
                      <a:pt x="35754" y="53674"/>
                      <a:pt x="35736" y="53568"/>
                      <a:pt x="35700" y="53461"/>
                    </a:cubicBezTo>
                    <a:cubicBezTo>
                      <a:pt x="35026" y="53479"/>
                      <a:pt x="34387" y="53550"/>
                      <a:pt x="33731" y="53568"/>
                    </a:cubicBezTo>
                    <a:cubicBezTo>
                      <a:pt x="33590" y="53572"/>
                      <a:pt x="33456" y="53574"/>
                      <a:pt x="33329" y="53574"/>
                    </a:cubicBezTo>
                    <a:cubicBezTo>
                      <a:pt x="31461" y="53574"/>
                      <a:pt x="31079" y="53047"/>
                      <a:pt x="30697" y="50871"/>
                    </a:cubicBezTo>
                    <a:cubicBezTo>
                      <a:pt x="30590" y="50179"/>
                      <a:pt x="30005" y="49575"/>
                      <a:pt x="29650" y="48972"/>
                    </a:cubicBezTo>
                    <a:lnTo>
                      <a:pt x="26030" y="49628"/>
                    </a:lnTo>
                    <a:lnTo>
                      <a:pt x="26030" y="49628"/>
                    </a:lnTo>
                    <a:lnTo>
                      <a:pt x="26385" y="45406"/>
                    </a:lnTo>
                    <a:lnTo>
                      <a:pt x="24167" y="45956"/>
                    </a:lnTo>
                    <a:cubicBezTo>
                      <a:pt x="23812" y="46931"/>
                      <a:pt x="24007" y="48085"/>
                      <a:pt x="22553" y="48564"/>
                    </a:cubicBezTo>
                    <a:cubicBezTo>
                      <a:pt x="22259" y="48659"/>
                      <a:pt x="21992" y="48700"/>
                      <a:pt x="21745" y="48700"/>
                    </a:cubicBezTo>
                    <a:cubicBezTo>
                      <a:pt x="20706" y="48700"/>
                      <a:pt x="20016" y="47976"/>
                      <a:pt x="19199" y="47517"/>
                    </a:cubicBezTo>
                    <a:lnTo>
                      <a:pt x="17851" y="42123"/>
                    </a:lnTo>
                    <a:cubicBezTo>
                      <a:pt x="19459" y="40109"/>
                      <a:pt x="19754" y="39740"/>
                      <a:pt x="21393" y="39740"/>
                    </a:cubicBezTo>
                    <a:cubicBezTo>
                      <a:pt x="21761" y="39740"/>
                      <a:pt x="22197" y="39758"/>
                      <a:pt x="22730" y="39781"/>
                    </a:cubicBezTo>
                    <a:lnTo>
                      <a:pt x="22890" y="38237"/>
                    </a:lnTo>
                    <a:lnTo>
                      <a:pt x="27042" y="38113"/>
                    </a:lnTo>
                    <a:lnTo>
                      <a:pt x="30324" y="41786"/>
                    </a:lnTo>
                    <a:cubicBezTo>
                      <a:pt x="30679" y="39550"/>
                      <a:pt x="29064" y="38290"/>
                      <a:pt x="28532" y="36374"/>
                    </a:cubicBezTo>
                    <a:cubicBezTo>
                      <a:pt x="29366" y="35363"/>
                      <a:pt x="30324" y="34280"/>
                      <a:pt x="31229" y="33163"/>
                    </a:cubicBezTo>
                    <a:cubicBezTo>
                      <a:pt x="32045" y="32133"/>
                      <a:pt x="31974" y="31885"/>
                      <a:pt x="30644" y="30359"/>
                    </a:cubicBezTo>
                    <a:cubicBezTo>
                      <a:pt x="31105" y="29916"/>
                      <a:pt x="31886" y="29490"/>
                      <a:pt x="31957" y="28993"/>
                    </a:cubicBezTo>
                    <a:cubicBezTo>
                      <a:pt x="32152" y="27378"/>
                      <a:pt x="33411" y="26757"/>
                      <a:pt x="34441" y="25906"/>
                    </a:cubicBezTo>
                    <a:lnTo>
                      <a:pt x="34245" y="24273"/>
                    </a:lnTo>
                    <a:lnTo>
                      <a:pt x="36588" y="22996"/>
                    </a:lnTo>
                    <a:lnTo>
                      <a:pt x="37120" y="24096"/>
                    </a:lnTo>
                    <a:lnTo>
                      <a:pt x="40438" y="20849"/>
                    </a:lnTo>
                    <a:lnTo>
                      <a:pt x="40048" y="20387"/>
                    </a:lnTo>
                    <a:lnTo>
                      <a:pt x="38184" y="21700"/>
                    </a:lnTo>
                    <a:lnTo>
                      <a:pt x="36410" y="20547"/>
                    </a:lnTo>
                    <a:cubicBezTo>
                      <a:pt x="37315" y="19429"/>
                      <a:pt x="38309" y="18631"/>
                      <a:pt x="38752" y="17584"/>
                    </a:cubicBezTo>
                    <a:cubicBezTo>
                      <a:pt x="39285" y="16377"/>
                      <a:pt x="40686" y="16271"/>
                      <a:pt x="41378" y="15295"/>
                    </a:cubicBezTo>
                    <a:cubicBezTo>
                      <a:pt x="40314" y="14177"/>
                      <a:pt x="39285" y="13663"/>
                      <a:pt x="37989" y="13521"/>
                    </a:cubicBezTo>
                    <a:cubicBezTo>
                      <a:pt x="37031" y="13467"/>
                      <a:pt x="36162" y="12971"/>
                      <a:pt x="35647" y="12154"/>
                    </a:cubicBezTo>
                    <a:cubicBezTo>
                      <a:pt x="35257" y="11622"/>
                      <a:pt x="34813" y="11161"/>
                      <a:pt x="34281" y="10770"/>
                    </a:cubicBezTo>
                    <a:cubicBezTo>
                      <a:pt x="34068" y="10593"/>
                      <a:pt x="33678" y="10628"/>
                      <a:pt x="33323" y="10557"/>
                    </a:cubicBezTo>
                    <a:lnTo>
                      <a:pt x="32773" y="12509"/>
                    </a:lnTo>
                    <a:cubicBezTo>
                      <a:pt x="31022" y="12013"/>
                      <a:pt x="29978" y="9739"/>
                      <a:pt x="28235" y="9739"/>
                    </a:cubicBezTo>
                    <a:cubicBezTo>
                      <a:pt x="27735" y="9739"/>
                      <a:pt x="27176" y="9927"/>
                      <a:pt x="26527" y="10398"/>
                    </a:cubicBezTo>
                    <a:cubicBezTo>
                      <a:pt x="26793" y="11711"/>
                      <a:pt x="25942" y="13290"/>
                      <a:pt x="27343" y="14479"/>
                    </a:cubicBezTo>
                    <a:cubicBezTo>
                      <a:pt x="27538" y="14638"/>
                      <a:pt x="27609" y="15295"/>
                      <a:pt x="27485" y="15419"/>
                    </a:cubicBezTo>
                    <a:cubicBezTo>
                      <a:pt x="26154" y="16590"/>
                      <a:pt x="27095" y="18169"/>
                      <a:pt x="26935" y="19447"/>
                    </a:cubicBezTo>
                    <a:cubicBezTo>
                      <a:pt x="26757" y="19471"/>
                      <a:pt x="26594" y="19483"/>
                      <a:pt x="26444" y="19483"/>
                    </a:cubicBezTo>
                    <a:cubicBezTo>
                      <a:pt x="24534" y="19483"/>
                      <a:pt x="24803" y="17604"/>
                      <a:pt x="24309" y="16732"/>
                    </a:cubicBezTo>
                    <a:cubicBezTo>
                      <a:pt x="23538" y="16756"/>
                      <a:pt x="22881" y="16829"/>
                      <a:pt x="22272" y="16829"/>
                    </a:cubicBezTo>
                    <a:cubicBezTo>
                      <a:pt x="21985" y="16829"/>
                      <a:pt x="21708" y="16813"/>
                      <a:pt x="21435" y="16768"/>
                    </a:cubicBezTo>
                    <a:cubicBezTo>
                      <a:pt x="20583" y="16626"/>
                      <a:pt x="19767" y="16235"/>
                      <a:pt x="18968" y="15880"/>
                    </a:cubicBezTo>
                    <a:cubicBezTo>
                      <a:pt x="18099" y="15508"/>
                      <a:pt x="17904" y="14745"/>
                      <a:pt x="18117" y="13929"/>
                    </a:cubicBezTo>
                    <a:cubicBezTo>
                      <a:pt x="18489" y="12562"/>
                      <a:pt x="19820" y="11799"/>
                      <a:pt x="20317" y="10433"/>
                    </a:cubicBezTo>
                    <a:cubicBezTo>
                      <a:pt x="20420" y="10159"/>
                      <a:pt x="20643" y="10069"/>
                      <a:pt x="20926" y="10069"/>
                    </a:cubicBezTo>
                    <a:cubicBezTo>
                      <a:pt x="21466" y="10069"/>
                      <a:pt x="22224" y="10398"/>
                      <a:pt x="22783" y="10398"/>
                    </a:cubicBezTo>
                    <a:cubicBezTo>
                      <a:pt x="23422" y="10398"/>
                      <a:pt x="24078" y="10114"/>
                      <a:pt x="25445" y="9777"/>
                    </a:cubicBezTo>
                    <a:lnTo>
                      <a:pt x="22925" y="8836"/>
                    </a:lnTo>
                    <a:cubicBezTo>
                      <a:pt x="23351" y="8002"/>
                      <a:pt x="23759" y="7435"/>
                      <a:pt x="23972" y="6796"/>
                    </a:cubicBezTo>
                    <a:cubicBezTo>
                      <a:pt x="24489" y="5333"/>
                      <a:pt x="24808" y="4715"/>
                      <a:pt x="25467" y="4715"/>
                    </a:cubicBezTo>
                    <a:cubicBezTo>
                      <a:pt x="25870" y="4715"/>
                      <a:pt x="26401" y="4947"/>
                      <a:pt x="27184" y="5359"/>
                    </a:cubicBezTo>
                    <a:cubicBezTo>
                      <a:pt x="27485" y="5518"/>
                      <a:pt x="27787" y="5713"/>
                      <a:pt x="28177" y="5944"/>
                    </a:cubicBezTo>
                    <a:lnTo>
                      <a:pt x="26012" y="8694"/>
                    </a:lnTo>
                    <a:cubicBezTo>
                      <a:pt x="26754" y="8600"/>
                      <a:pt x="27262" y="8535"/>
                      <a:pt x="27696" y="8535"/>
                    </a:cubicBezTo>
                    <a:cubicBezTo>
                      <a:pt x="28642" y="8535"/>
                      <a:pt x="29231" y="8844"/>
                      <a:pt x="31105" y="9830"/>
                    </a:cubicBezTo>
                    <a:lnTo>
                      <a:pt x="32844" y="8304"/>
                    </a:lnTo>
                    <a:lnTo>
                      <a:pt x="31886" y="7346"/>
                    </a:lnTo>
                    <a:lnTo>
                      <a:pt x="32861" y="5341"/>
                    </a:lnTo>
                    <a:lnTo>
                      <a:pt x="25232" y="2005"/>
                    </a:lnTo>
                    <a:lnTo>
                      <a:pt x="21577" y="2733"/>
                    </a:lnTo>
                    <a:lnTo>
                      <a:pt x="21452" y="2218"/>
                    </a:lnTo>
                    <a:lnTo>
                      <a:pt x="24540" y="1437"/>
                    </a:lnTo>
                    <a:lnTo>
                      <a:pt x="25072" y="0"/>
                    </a:ln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4" name="Google Shape;11073;p128">
                <a:extLst>
                  <a:ext uri="{FF2B5EF4-FFF2-40B4-BE49-F238E27FC236}">
                    <a16:creationId xmlns:a16="http://schemas.microsoft.com/office/drawing/2014/main" id="{611D1771-9E35-E50B-C5D2-7B2FD24226DA}"/>
                  </a:ext>
                </a:extLst>
              </p:cNvPr>
              <p:cNvSpPr/>
              <p:nvPr/>
            </p:nvSpPr>
            <p:spPr>
              <a:xfrm>
                <a:off x="6913100" y="3367694"/>
                <a:ext cx="190537" cy="212659"/>
              </a:xfrm>
              <a:custGeom>
                <a:avLst/>
                <a:gdLst/>
                <a:ahLst/>
                <a:cxnLst/>
                <a:rect l="l" t="t" r="r" b="b"/>
                <a:pathLst>
                  <a:path w="33022" h="36872" extrusionOk="0">
                    <a:moveTo>
                      <a:pt x="11233" y="0"/>
                    </a:moveTo>
                    <a:cubicBezTo>
                      <a:pt x="10639" y="505"/>
                      <a:pt x="10418" y="1084"/>
                      <a:pt x="9687" y="1084"/>
                    </a:cubicBezTo>
                    <a:cubicBezTo>
                      <a:pt x="9544" y="1084"/>
                      <a:pt x="9381" y="1061"/>
                      <a:pt x="9192" y="1012"/>
                    </a:cubicBezTo>
                    <a:cubicBezTo>
                      <a:pt x="8542" y="845"/>
                      <a:pt x="7805" y="576"/>
                      <a:pt x="7089" y="576"/>
                    </a:cubicBezTo>
                    <a:cubicBezTo>
                      <a:pt x="6437" y="576"/>
                      <a:pt x="5804" y="799"/>
                      <a:pt x="5271" y="1526"/>
                    </a:cubicBezTo>
                    <a:lnTo>
                      <a:pt x="4632" y="231"/>
                    </a:lnTo>
                    <a:cubicBezTo>
                      <a:pt x="3940" y="1030"/>
                      <a:pt x="3780" y="2165"/>
                      <a:pt x="2591" y="2325"/>
                    </a:cubicBezTo>
                    <a:cubicBezTo>
                      <a:pt x="1208" y="2502"/>
                      <a:pt x="2538" y="4649"/>
                      <a:pt x="959" y="4844"/>
                    </a:cubicBezTo>
                    <a:lnTo>
                      <a:pt x="2006" y="8961"/>
                    </a:lnTo>
                    <a:lnTo>
                      <a:pt x="1" y="12190"/>
                    </a:lnTo>
                    <a:cubicBezTo>
                      <a:pt x="1190" y="12935"/>
                      <a:pt x="143" y="14302"/>
                      <a:pt x="640" y="15153"/>
                    </a:cubicBezTo>
                    <a:cubicBezTo>
                      <a:pt x="1882" y="15987"/>
                      <a:pt x="3071" y="16697"/>
                      <a:pt x="4135" y="17531"/>
                    </a:cubicBezTo>
                    <a:cubicBezTo>
                      <a:pt x="5058" y="18276"/>
                      <a:pt x="5732" y="19359"/>
                      <a:pt x="6726" y="19980"/>
                    </a:cubicBezTo>
                    <a:cubicBezTo>
                      <a:pt x="7808" y="20654"/>
                      <a:pt x="9121" y="20973"/>
                      <a:pt x="10044" y="21364"/>
                    </a:cubicBezTo>
                    <a:cubicBezTo>
                      <a:pt x="11250" y="25161"/>
                      <a:pt x="11587" y="28638"/>
                      <a:pt x="10878" y="32152"/>
                    </a:cubicBezTo>
                    <a:cubicBezTo>
                      <a:pt x="11091" y="32506"/>
                      <a:pt x="11623" y="32968"/>
                      <a:pt x="11605" y="33394"/>
                    </a:cubicBezTo>
                    <a:cubicBezTo>
                      <a:pt x="11552" y="34405"/>
                      <a:pt x="11605" y="35416"/>
                      <a:pt x="11783" y="36428"/>
                    </a:cubicBezTo>
                    <a:cubicBezTo>
                      <a:pt x="11800" y="36587"/>
                      <a:pt x="11836" y="36729"/>
                      <a:pt x="11871" y="36871"/>
                    </a:cubicBezTo>
                    <a:cubicBezTo>
                      <a:pt x="12634" y="36712"/>
                      <a:pt x="13379" y="36552"/>
                      <a:pt x="14125" y="36357"/>
                    </a:cubicBezTo>
                    <a:lnTo>
                      <a:pt x="14568" y="36233"/>
                    </a:lnTo>
                    <a:cubicBezTo>
                      <a:pt x="15172" y="34139"/>
                      <a:pt x="15828" y="32045"/>
                      <a:pt x="17798" y="30785"/>
                    </a:cubicBezTo>
                    <a:cubicBezTo>
                      <a:pt x="18543" y="30324"/>
                      <a:pt x="18951" y="29845"/>
                      <a:pt x="19235" y="29117"/>
                    </a:cubicBezTo>
                    <a:cubicBezTo>
                      <a:pt x="19377" y="28763"/>
                      <a:pt x="19465" y="28230"/>
                      <a:pt x="19732" y="28124"/>
                    </a:cubicBezTo>
                    <a:cubicBezTo>
                      <a:pt x="22233" y="27059"/>
                      <a:pt x="23334" y="24930"/>
                      <a:pt x="24008" y="22535"/>
                    </a:cubicBezTo>
                    <a:cubicBezTo>
                      <a:pt x="24345" y="21346"/>
                      <a:pt x="25232" y="20423"/>
                      <a:pt x="26403" y="20051"/>
                    </a:cubicBezTo>
                    <a:cubicBezTo>
                      <a:pt x="28550" y="19447"/>
                      <a:pt x="29065" y="17904"/>
                      <a:pt x="29615" y="16147"/>
                    </a:cubicBezTo>
                    <a:cubicBezTo>
                      <a:pt x="30449" y="13503"/>
                      <a:pt x="30999" y="10735"/>
                      <a:pt x="32844" y="8517"/>
                    </a:cubicBezTo>
                    <a:cubicBezTo>
                      <a:pt x="32933" y="8429"/>
                      <a:pt x="32986" y="8340"/>
                      <a:pt x="33021" y="8216"/>
                    </a:cubicBezTo>
                    <a:cubicBezTo>
                      <a:pt x="33021" y="7683"/>
                      <a:pt x="33021" y="7133"/>
                      <a:pt x="33021" y="6424"/>
                    </a:cubicBezTo>
                    <a:cubicBezTo>
                      <a:pt x="32898" y="6449"/>
                      <a:pt x="32778" y="6461"/>
                      <a:pt x="32662" y="6461"/>
                    </a:cubicBezTo>
                    <a:cubicBezTo>
                      <a:pt x="31610" y="6461"/>
                      <a:pt x="30838" y="5512"/>
                      <a:pt x="29835" y="5512"/>
                    </a:cubicBezTo>
                    <a:cubicBezTo>
                      <a:pt x="29647" y="5512"/>
                      <a:pt x="29450" y="5546"/>
                      <a:pt x="29242" y="5625"/>
                    </a:cubicBezTo>
                    <a:cubicBezTo>
                      <a:pt x="28763" y="5810"/>
                      <a:pt x="28295" y="5881"/>
                      <a:pt x="27833" y="5881"/>
                    </a:cubicBezTo>
                    <a:cubicBezTo>
                      <a:pt x="27010" y="5881"/>
                      <a:pt x="26203" y="5659"/>
                      <a:pt x="25374" y="5465"/>
                    </a:cubicBezTo>
                    <a:cubicBezTo>
                      <a:pt x="25322" y="5454"/>
                      <a:pt x="25270" y="5449"/>
                      <a:pt x="25215" y="5449"/>
                    </a:cubicBezTo>
                    <a:cubicBezTo>
                      <a:pt x="24767" y="5449"/>
                      <a:pt x="24231" y="5812"/>
                      <a:pt x="23582" y="6033"/>
                    </a:cubicBezTo>
                    <a:lnTo>
                      <a:pt x="20637" y="2112"/>
                    </a:lnTo>
                    <a:lnTo>
                      <a:pt x="16467" y="2201"/>
                    </a:lnTo>
                    <a:lnTo>
                      <a:pt x="11233" y="0"/>
                    </a:ln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5" name="Google Shape;11074;p128">
                <a:extLst>
                  <a:ext uri="{FF2B5EF4-FFF2-40B4-BE49-F238E27FC236}">
                    <a16:creationId xmlns:a16="http://schemas.microsoft.com/office/drawing/2014/main" id="{FDF531B8-5D2F-12D2-0B84-C940195E4C6E}"/>
                  </a:ext>
                </a:extLst>
              </p:cNvPr>
              <p:cNvSpPr/>
              <p:nvPr/>
            </p:nvSpPr>
            <p:spPr>
              <a:xfrm>
                <a:off x="7135734" y="3186037"/>
                <a:ext cx="58058" cy="152383"/>
              </a:xfrm>
              <a:custGeom>
                <a:avLst/>
                <a:gdLst/>
                <a:ahLst/>
                <a:cxnLst/>
                <a:rect l="l" t="t" r="r" b="b"/>
                <a:pathLst>
                  <a:path w="10062" h="26421" extrusionOk="0">
                    <a:moveTo>
                      <a:pt x="2520" y="1"/>
                    </a:moveTo>
                    <a:lnTo>
                      <a:pt x="2254" y="19"/>
                    </a:lnTo>
                    <a:cubicBezTo>
                      <a:pt x="2077" y="515"/>
                      <a:pt x="2041" y="1474"/>
                      <a:pt x="1545" y="1864"/>
                    </a:cubicBezTo>
                    <a:cubicBezTo>
                      <a:pt x="107" y="3035"/>
                      <a:pt x="214" y="4401"/>
                      <a:pt x="586" y="5927"/>
                    </a:cubicBezTo>
                    <a:cubicBezTo>
                      <a:pt x="746" y="6566"/>
                      <a:pt x="1012" y="7311"/>
                      <a:pt x="835" y="7897"/>
                    </a:cubicBezTo>
                    <a:cubicBezTo>
                      <a:pt x="1" y="10523"/>
                      <a:pt x="799" y="13202"/>
                      <a:pt x="72" y="15917"/>
                    </a:cubicBezTo>
                    <a:lnTo>
                      <a:pt x="1686" y="15846"/>
                    </a:lnTo>
                    <a:cubicBezTo>
                      <a:pt x="1811" y="17177"/>
                      <a:pt x="2698" y="18241"/>
                      <a:pt x="1970" y="19590"/>
                    </a:cubicBezTo>
                    <a:cubicBezTo>
                      <a:pt x="1740" y="20051"/>
                      <a:pt x="2024" y="21293"/>
                      <a:pt x="2414" y="21506"/>
                    </a:cubicBezTo>
                    <a:cubicBezTo>
                      <a:pt x="4596" y="22642"/>
                      <a:pt x="4632" y="25587"/>
                      <a:pt x="6885" y="26421"/>
                    </a:cubicBezTo>
                    <a:lnTo>
                      <a:pt x="10061" y="24079"/>
                    </a:lnTo>
                    <a:cubicBezTo>
                      <a:pt x="9973" y="15491"/>
                      <a:pt x="7364" y="7098"/>
                      <a:pt x="2520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6" name="Google Shape;11075;p128">
                <a:extLst>
                  <a:ext uri="{FF2B5EF4-FFF2-40B4-BE49-F238E27FC236}">
                    <a16:creationId xmlns:a16="http://schemas.microsoft.com/office/drawing/2014/main" id="{FBDFDFBD-9AEC-D188-5659-37BC00B2D52B}"/>
                  </a:ext>
                </a:extLst>
              </p:cNvPr>
              <p:cNvSpPr/>
              <p:nvPr/>
            </p:nvSpPr>
            <p:spPr>
              <a:xfrm>
                <a:off x="6870416" y="3332822"/>
                <a:ext cx="47510" cy="11685"/>
              </a:xfrm>
              <a:custGeom>
                <a:avLst/>
                <a:gdLst/>
                <a:ahLst/>
                <a:cxnLst/>
                <a:rect l="l" t="t" r="r" b="b"/>
                <a:pathLst>
                  <a:path w="8234" h="2026" extrusionOk="0">
                    <a:moveTo>
                      <a:pt x="3405" y="1"/>
                    </a:moveTo>
                    <a:cubicBezTo>
                      <a:pt x="2255" y="1"/>
                      <a:pt x="1201" y="655"/>
                      <a:pt x="1" y="919"/>
                    </a:cubicBezTo>
                    <a:cubicBezTo>
                      <a:pt x="371" y="1711"/>
                      <a:pt x="675" y="1974"/>
                      <a:pt x="943" y="1974"/>
                    </a:cubicBezTo>
                    <a:cubicBezTo>
                      <a:pt x="1419" y="1974"/>
                      <a:pt x="1781" y="1142"/>
                      <a:pt x="2201" y="972"/>
                    </a:cubicBezTo>
                    <a:cubicBezTo>
                      <a:pt x="2266" y="967"/>
                      <a:pt x="2330" y="964"/>
                      <a:pt x="2394" y="964"/>
                    </a:cubicBezTo>
                    <a:cubicBezTo>
                      <a:pt x="3717" y="964"/>
                      <a:pt x="4976" y="2025"/>
                      <a:pt x="6356" y="2025"/>
                    </a:cubicBezTo>
                    <a:cubicBezTo>
                      <a:pt x="6954" y="2025"/>
                      <a:pt x="7575" y="1826"/>
                      <a:pt x="8234" y="1256"/>
                    </a:cubicBezTo>
                    <a:cubicBezTo>
                      <a:pt x="7932" y="936"/>
                      <a:pt x="7684" y="440"/>
                      <a:pt x="7400" y="422"/>
                    </a:cubicBezTo>
                    <a:cubicBezTo>
                      <a:pt x="7374" y="421"/>
                      <a:pt x="7348" y="420"/>
                      <a:pt x="7322" y="420"/>
                    </a:cubicBezTo>
                    <a:cubicBezTo>
                      <a:pt x="6763" y="420"/>
                      <a:pt x="6090" y="679"/>
                      <a:pt x="5591" y="679"/>
                    </a:cubicBezTo>
                    <a:cubicBezTo>
                      <a:pt x="5418" y="679"/>
                      <a:pt x="5266" y="648"/>
                      <a:pt x="5147" y="564"/>
                    </a:cubicBezTo>
                    <a:cubicBezTo>
                      <a:pt x="4527" y="150"/>
                      <a:pt x="3955" y="1"/>
                      <a:pt x="3405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7" name="Google Shape;11076;p128">
                <a:extLst>
                  <a:ext uri="{FF2B5EF4-FFF2-40B4-BE49-F238E27FC236}">
                    <a16:creationId xmlns:a16="http://schemas.microsoft.com/office/drawing/2014/main" id="{97F2D4DD-DA19-A2A6-0204-DC173BB86881}"/>
                  </a:ext>
                </a:extLst>
              </p:cNvPr>
              <p:cNvSpPr/>
              <p:nvPr/>
            </p:nvSpPr>
            <p:spPr>
              <a:xfrm>
                <a:off x="6925590" y="3336277"/>
                <a:ext cx="38094" cy="14228"/>
              </a:xfrm>
              <a:custGeom>
                <a:avLst/>
                <a:gdLst/>
                <a:ahLst/>
                <a:cxnLst/>
                <a:rect l="l" t="t" r="r" b="b"/>
                <a:pathLst>
                  <a:path w="6602" h="2467" extrusionOk="0">
                    <a:moveTo>
                      <a:pt x="6601" y="0"/>
                    </a:moveTo>
                    <a:cubicBezTo>
                      <a:pt x="4188" y="231"/>
                      <a:pt x="2254" y="391"/>
                      <a:pt x="338" y="604"/>
                    </a:cubicBezTo>
                    <a:cubicBezTo>
                      <a:pt x="231" y="621"/>
                      <a:pt x="160" y="976"/>
                      <a:pt x="1" y="1384"/>
                    </a:cubicBezTo>
                    <a:lnTo>
                      <a:pt x="1438" y="2467"/>
                    </a:lnTo>
                    <a:cubicBezTo>
                      <a:pt x="2573" y="621"/>
                      <a:pt x="4862" y="1491"/>
                      <a:pt x="6601" y="0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190" name="Google Shape;11077;p128">
              <a:extLst>
                <a:ext uri="{FF2B5EF4-FFF2-40B4-BE49-F238E27FC236}">
                  <a16:creationId xmlns:a16="http://schemas.microsoft.com/office/drawing/2014/main" id="{BDA304B4-E9BB-A0FB-114D-A9522F67A195}"/>
                </a:ext>
              </a:extLst>
            </p:cNvPr>
            <p:cNvSpPr/>
            <p:nvPr/>
          </p:nvSpPr>
          <p:spPr>
            <a:xfrm>
              <a:off x="6867451" y="3073651"/>
              <a:ext cx="102383" cy="56919"/>
            </a:xfrm>
            <a:custGeom>
              <a:avLst/>
              <a:gdLst/>
              <a:ahLst/>
              <a:cxnLst/>
              <a:rect l="l" t="t" r="r" b="b"/>
              <a:pathLst>
                <a:path w="17744" h="9869" extrusionOk="0">
                  <a:moveTo>
                    <a:pt x="11775" y="1"/>
                  </a:moveTo>
                  <a:cubicBezTo>
                    <a:pt x="7969" y="1"/>
                    <a:pt x="4175" y="474"/>
                    <a:pt x="479" y="1405"/>
                  </a:cubicBezTo>
                  <a:lnTo>
                    <a:pt x="0" y="1530"/>
                  </a:lnTo>
                  <a:cubicBezTo>
                    <a:pt x="266" y="1749"/>
                    <a:pt x="570" y="1886"/>
                    <a:pt x="955" y="1886"/>
                  </a:cubicBezTo>
                  <a:cubicBezTo>
                    <a:pt x="1161" y="1886"/>
                    <a:pt x="1391" y="1847"/>
                    <a:pt x="1651" y="1760"/>
                  </a:cubicBezTo>
                  <a:cubicBezTo>
                    <a:pt x="2029" y="1630"/>
                    <a:pt x="2392" y="1564"/>
                    <a:pt x="2739" y="1564"/>
                  </a:cubicBezTo>
                  <a:cubicBezTo>
                    <a:pt x="3580" y="1564"/>
                    <a:pt x="4337" y="1950"/>
                    <a:pt x="5040" y="2754"/>
                  </a:cubicBezTo>
                  <a:cubicBezTo>
                    <a:pt x="5749" y="3588"/>
                    <a:pt x="7204" y="3428"/>
                    <a:pt x="7967" y="4422"/>
                  </a:cubicBezTo>
                  <a:cubicBezTo>
                    <a:pt x="8017" y="4486"/>
                    <a:pt x="8125" y="4504"/>
                    <a:pt x="8257" y="4504"/>
                  </a:cubicBezTo>
                  <a:cubicBezTo>
                    <a:pt x="8429" y="4504"/>
                    <a:pt x="8642" y="4473"/>
                    <a:pt x="8821" y="4473"/>
                  </a:cubicBezTo>
                  <a:cubicBezTo>
                    <a:pt x="8844" y="4473"/>
                    <a:pt x="8868" y="4474"/>
                    <a:pt x="8890" y="4475"/>
                  </a:cubicBezTo>
                  <a:lnTo>
                    <a:pt x="8233" y="6054"/>
                  </a:lnTo>
                  <a:cubicBezTo>
                    <a:pt x="9475" y="6533"/>
                    <a:pt x="11019" y="6640"/>
                    <a:pt x="11605" y="7420"/>
                  </a:cubicBezTo>
                  <a:cubicBezTo>
                    <a:pt x="13095" y="9479"/>
                    <a:pt x="15065" y="9745"/>
                    <a:pt x="17744" y="9869"/>
                  </a:cubicBezTo>
                  <a:cubicBezTo>
                    <a:pt x="17105" y="8982"/>
                    <a:pt x="16271" y="8325"/>
                    <a:pt x="16342" y="7828"/>
                  </a:cubicBezTo>
                  <a:cubicBezTo>
                    <a:pt x="16502" y="6888"/>
                    <a:pt x="16892" y="6125"/>
                    <a:pt x="15632" y="5717"/>
                  </a:cubicBezTo>
                  <a:lnTo>
                    <a:pt x="16857" y="4706"/>
                  </a:lnTo>
                  <a:lnTo>
                    <a:pt x="16484" y="3215"/>
                  </a:lnTo>
                  <a:cubicBezTo>
                    <a:pt x="16786" y="3073"/>
                    <a:pt x="17123" y="3002"/>
                    <a:pt x="17336" y="2772"/>
                  </a:cubicBezTo>
                  <a:cubicBezTo>
                    <a:pt x="17531" y="2559"/>
                    <a:pt x="17549" y="2222"/>
                    <a:pt x="17744" y="1689"/>
                  </a:cubicBezTo>
                  <a:cubicBezTo>
                    <a:pt x="16928" y="1441"/>
                    <a:pt x="16218" y="1281"/>
                    <a:pt x="15579" y="660"/>
                  </a:cubicBezTo>
                  <a:cubicBezTo>
                    <a:pt x="15384" y="465"/>
                    <a:pt x="15171" y="270"/>
                    <a:pt x="14940" y="110"/>
                  </a:cubicBezTo>
                  <a:cubicBezTo>
                    <a:pt x="13885" y="37"/>
                    <a:pt x="12830" y="1"/>
                    <a:pt x="11775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1" name="Google Shape;11078;p128">
              <a:extLst>
                <a:ext uri="{FF2B5EF4-FFF2-40B4-BE49-F238E27FC236}">
                  <a16:creationId xmlns:a16="http://schemas.microsoft.com/office/drawing/2014/main" id="{95DDA40B-E1AC-D934-A545-2C291CD5FFDF}"/>
                </a:ext>
              </a:extLst>
            </p:cNvPr>
            <p:cNvSpPr/>
            <p:nvPr/>
          </p:nvSpPr>
          <p:spPr>
            <a:xfrm>
              <a:off x="7069097" y="3119476"/>
              <a:ext cx="78535" cy="76898"/>
            </a:xfrm>
            <a:custGeom>
              <a:avLst/>
              <a:gdLst/>
              <a:ahLst/>
              <a:cxnLst/>
              <a:rect l="l" t="t" r="r" b="b"/>
              <a:pathLst>
                <a:path w="13611" h="13333" extrusionOk="0">
                  <a:moveTo>
                    <a:pt x="1947" y="1"/>
                  </a:moveTo>
                  <a:cubicBezTo>
                    <a:pt x="1321" y="1"/>
                    <a:pt x="678" y="263"/>
                    <a:pt x="1" y="842"/>
                  </a:cubicBezTo>
                  <a:lnTo>
                    <a:pt x="1420" y="2634"/>
                  </a:lnTo>
                  <a:lnTo>
                    <a:pt x="5856" y="2829"/>
                  </a:lnTo>
                  <a:lnTo>
                    <a:pt x="5342" y="5224"/>
                  </a:lnTo>
                  <a:lnTo>
                    <a:pt x="8802" y="7105"/>
                  </a:lnTo>
                  <a:lnTo>
                    <a:pt x="7453" y="8702"/>
                  </a:lnTo>
                  <a:lnTo>
                    <a:pt x="9884" y="12925"/>
                  </a:lnTo>
                  <a:lnTo>
                    <a:pt x="12386" y="13333"/>
                  </a:lnTo>
                  <a:cubicBezTo>
                    <a:pt x="11889" y="12109"/>
                    <a:pt x="13610" y="10813"/>
                    <a:pt x="11694" y="9891"/>
                  </a:cubicBezTo>
                  <a:cubicBezTo>
                    <a:pt x="11605" y="9181"/>
                    <a:pt x="11232" y="8436"/>
                    <a:pt x="11179" y="7726"/>
                  </a:cubicBezTo>
                  <a:cubicBezTo>
                    <a:pt x="8713" y="4852"/>
                    <a:pt x="5892" y="2297"/>
                    <a:pt x="2769" y="150"/>
                  </a:cubicBezTo>
                  <a:cubicBezTo>
                    <a:pt x="2497" y="52"/>
                    <a:pt x="2224" y="1"/>
                    <a:pt x="1947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2" name="Google Shape;11079;p128">
              <a:extLst>
                <a:ext uri="{FF2B5EF4-FFF2-40B4-BE49-F238E27FC236}">
                  <a16:creationId xmlns:a16="http://schemas.microsoft.com/office/drawing/2014/main" id="{F8DBA3EB-394B-E1F9-90B2-B55275296CAC}"/>
                </a:ext>
              </a:extLst>
            </p:cNvPr>
            <p:cNvSpPr/>
            <p:nvPr/>
          </p:nvSpPr>
          <p:spPr>
            <a:xfrm>
              <a:off x="6946266" y="3181844"/>
              <a:ext cx="21095" cy="14742"/>
            </a:xfrm>
            <a:custGeom>
              <a:avLst/>
              <a:gdLst/>
              <a:ahLst/>
              <a:cxnLst/>
              <a:rect l="l" t="t" r="r" b="b"/>
              <a:pathLst>
                <a:path w="3656" h="2556" extrusionOk="0">
                  <a:moveTo>
                    <a:pt x="498" y="0"/>
                  </a:moveTo>
                  <a:cubicBezTo>
                    <a:pt x="444" y="426"/>
                    <a:pt x="373" y="852"/>
                    <a:pt x="302" y="1278"/>
                  </a:cubicBezTo>
                  <a:cubicBezTo>
                    <a:pt x="231" y="1686"/>
                    <a:pt x="107" y="2076"/>
                    <a:pt x="1" y="2555"/>
                  </a:cubicBezTo>
                  <a:lnTo>
                    <a:pt x="3656" y="2467"/>
                  </a:lnTo>
                  <a:lnTo>
                    <a:pt x="3319" y="1100"/>
                  </a:lnTo>
                  <a:lnTo>
                    <a:pt x="498" y="0"/>
                  </a:ln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98" name="Google Shape;11080;p128">
            <a:extLst>
              <a:ext uri="{FF2B5EF4-FFF2-40B4-BE49-F238E27FC236}">
                <a16:creationId xmlns:a16="http://schemas.microsoft.com/office/drawing/2014/main" id="{EBC9D217-C43D-DCA4-753F-8733566F1708}"/>
              </a:ext>
            </a:extLst>
          </p:cNvPr>
          <p:cNvSpPr/>
          <p:nvPr/>
        </p:nvSpPr>
        <p:spPr>
          <a:xfrm>
            <a:off x="8250493" y="4438479"/>
            <a:ext cx="24911" cy="11295"/>
          </a:xfrm>
          <a:custGeom>
            <a:avLst/>
            <a:gdLst/>
            <a:ahLst/>
            <a:cxnLst/>
            <a:rect l="l" t="t" r="r" b="b"/>
            <a:pathLst>
              <a:path w="4206" h="1908" extrusionOk="0">
                <a:moveTo>
                  <a:pt x="2533" y="1"/>
                </a:moveTo>
                <a:cubicBezTo>
                  <a:pt x="1985" y="1"/>
                  <a:pt x="1354" y="226"/>
                  <a:pt x="0" y="709"/>
                </a:cubicBezTo>
                <a:cubicBezTo>
                  <a:pt x="1204" y="1500"/>
                  <a:pt x="1825" y="1908"/>
                  <a:pt x="2340" y="1908"/>
                </a:cubicBezTo>
                <a:cubicBezTo>
                  <a:pt x="2889" y="1908"/>
                  <a:pt x="3319" y="1447"/>
                  <a:pt x="4206" y="496"/>
                </a:cubicBezTo>
                <a:cubicBezTo>
                  <a:pt x="3427" y="173"/>
                  <a:pt x="3012" y="1"/>
                  <a:pt x="2533" y="1"/>
                </a:cubicBezTo>
                <a:close/>
              </a:path>
            </a:pathLst>
          </a:custGeom>
          <a:solidFill>
            <a:srgbClr val="869FB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99" name="Google Shape;11081;p128">
            <a:extLst>
              <a:ext uri="{FF2B5EF4-FFF2-40B4-BE49-F238E27FC236}">
                <a16:creationId xmlns:a16="http://schemas.microsoft.com/office/drawing/2014/main" id="{87E6C176-C52C-00D2-6281-37157DF0ABFD}"/>
              </a:ext>
            </a:extLst>
          </p:cNvPr>
          <p:cNvGrpSpPr/>
          <p:nvPr/>
        </p:nvGrpSpPr>
        <p:grpSpPr>
          <a:xfrm>
            <a:off x="7905420" y="5081407"/>
            <a:ext cx="575454" cy="524872"/>
            <a:chOff x="6652154" y="3716623"/>
            <a:chExt cx="560631" cy="511352"/>
          </a:xfrm>
        </p:grpSpPr>
        <p:sp>
          <p:nvSpPr>
            <p:cNvPr id="2200" name="Google Shape;11082;p128">
              <a:extLst>
                <a:ext uri="{FF2B5EF4-FFF2-40B4-BE49-F238E27FC236}">
                  <a16:creationId xmlns:a16="http://schemas.microsoft.com/office/drawing/2014/main" id="{4378335D-727C-F583-9690-223CA42BBBF4}"/>
                </a:ext>
              </a:extLst>
            </p:cNvPr>
            <p:cNvSpPr/>
            <p:nvPr/>
          </p:nvSpPr>
          <p:spPr>
            <a:xfrm>
              <a:off x="6652154" y="3716623"/>
              <a:ext cx="560631" cy="511352"/>
            </a:xfrm>
            <a:custGeom>
              <a:avLst/>
              <a:gdLst/>
              <a:ahLst/>
              <a:cxnLst/>
              <a:rect l="l" t="t" r="r" b="b"/>
              <a:pathLst>
                <a:path w="97163" h="88661" extrusionOk="0">
                  <a:moveTo>
                    <a:pt x="48942" y="1"/>
                  </a:moveTo>
                  <a:cubicBezTo>
                    <a:pt x="46560" y="1"/>
                    <a:pt x="44145" y="185"/>
                    <a:pt x="41715" y="565"/>
                  </a:cubicBezTo>
                  <a:cubicBezTo>
                    <a:pt x="16981" y="4433"/>
                    <a:pt x="0" y="27180"/>
                    <a:pt x="3779" y="51346"/>
                  </a:cubicBezTo>
                  <a:cubicBezTo>
                    <a:pt x="7187" y="73133"/>
                    <a:pt x="26312" y="88661"/>
                    <a:pt x="48182" y="88661"/>
                  </a:cubicBezTo>
                  <a:cubicBezTo>
                    <a:pt x="50571" y="88661"/>
                    <a:pt x="52993" y="88476"/>
                    <a:pt x="55431" y="88093"/>
                  </a:cubicBezTo>
                  <a:cubicBezTo>
                    <a:pt x="80165" y="84225"/>
                    <a:pt x="97163" y="61496"/>
                    <a:pt x="93366" y="37311"/>
                  </a:cubicBezTo>
                  <a:cubicBezTo>
                    <a:pt x="89958" y="15517"/>
                    <a:pt x="70820" y="1"/>
                    <a:pt x="48942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201" name="Google Shape;11083;p128">
              <a:extLst>
                <a:ext uri="{FF2B5EF4-FFF2-40B4-BE49-F238E27FC236}">
                  <a16:creationId xmlns:a16="http://schemas.microsoft.com/office/drawing/2014/main" id="{5C6F0AF5-16CC-94DA-0452-3D8536392FCD}"/>
                </a:ext>
              </a:extLst>
            </p:cNvPr>
            <p:cNvGrpSpPr/>
            <p:nvPr/>
          </p:nvGrpSpPr>
          <p:grpSpPr>
            <a:xfrm>
              <a:off x="6669657" y="3716715"/>
              <a:ext cx="466779" cy="464290"/>
              <a:chOff x="6669657" y="3716715"/>
              <a:chExt cx="466779" cy="464290"/>
            </a:xfrm>
          </p:grpSpPr>
          <p:sp>
            <p:nvSpPr>
              <p:cNvPr id="2202" name="Google Shape;11084;p128">
                <a:extLst>
                  <a:ext uri="{FF2B5EF4-FFF2-40B4-BE49-F238E27FC236}">
                    <a16:creationId xmlns:a16="http://schemas.microsoft.com/office/drawing/2014/main" id="{72FD3683-759F-FB10-8EC3-0A919CA8840B}"/>
                  </a:ext>
                </a:extLst>
              </p:cNvPr>
              <p:cNvSpPr/>
              <p:nvPr/>
            </p:nvSpPr>
            <p:spPr>
              <a:xfrm>
                <a:off x="6669657" y="3716715"/>
                <a:ext cx="386382" cy="464290"/>
              </a:xfrm>
              <a:custGeom>
                <a:avLst/>
                <a:gdLst/>
                <a:ahLst/>
                <a:cxnLst/>
                <a:rect l="l" t="t" r="r" b="b"/>
                <a:pathLst>
                  <a:path w="66964" h="80501" extrusionOk="0">
                    <a:moveTo>
                      <a:pt x="45863" y="0"/>
                    </a:moveTo>
                    <a:cubicBezTo>
                      <a:pt x="43461" y="0"/>
                      <a:pt x="41054" y="188"/>
                      <a:pt x="38663" y="566"/>
                    </a:cubicBezTo>
                    <a:cubicBezTo>
                      <a:pt x="20352" y="3441"/>
                      <a:pt x="6281" y="16660"/>
                      <a:pt x="1757" y="33161"/>
                    </a:cubicBezTo>
                    <a:lnTo>
                      <a:pt x="4081" y="32487"/>
                    </a:lnTo>
                    <a:lnTo>
                      <a:pt x="4081" y="32487"/>
                    </a:lnTo>
                    <a:cubicBezTo>
                      <a:pt x="4756" y="33871"/>
                      <a:pt x="3939" y="34971"/>
                      <a:pt x="3496" y="36213"/>
                    </a:cubicBezTo>
                    <a:cubicBezTo>
                      <a:pt x="3088" y="37384"/>
                      <a:pt x="2129" y="37207"/>
                      <a:pt x="1384" y="37295"/>
                    </a:cubicBezTo>
                    <a:cubicBezTo>
                      <a:pt x="1207" y="37313"/>
                      <a:pt x="1012" y="37348"/>
                      <a:pt x="816" y="37366"/>
                    </a:cubicBezTo>
                    <a:cubicBezTo>
                      <a:pt x="36" y="41997"/>
                      <a:pt x="0" y="46717"/>
                      <a:pt x="728" y="51348"/>
                    </a:cubicBezTo>
                    <a:cubicBezTo>
                      <a:pt x="2644" y="63591"/>
                      <a:pt x="9528" y="73847"/>
                      <a:pt x="19057" y="80501"/>
                    </a:cubicBezTo>
                    <a:cubicBezTo>
                      <a:pt x="18897" y="80217"/>
                      <a:pt x="18737" y="79950"/>
                      <a:pt x="18560" y="79684"/>
                    </a:cubicBezTo>
                    <a:cubicBezTo>
                      <a:pt x="18099" y="79010"/>
                      <a:pt x="17069" y="77928"/>
                      <a:pt x="17194" y="77768"/>
                    </a:cubicBezTo>
                    <a:cubicBezTo>
                      <a:pt x="18081" y="76703"/>
                      <a:pt x="16094" y="76632"/>
                      <a:pt x="16626" y="75834"/>
                    </a:cubicBezTo>
                    <a:cubicBezTo>
                      <a:pt x="15206" y="74876"/>
                      <a:pt x="14816" y="73652"/>
                      <a:pt x="15277" y="71948"/>
                    </a:cubicBezTo>
                    <a:cubicBezTo>
                      <a:pt x="15455" y="71292"/>
                      <a:pt x="15100" y="70529"/>
                      <a:pt x="14426" y="69854"/>
                    </a:cubicBezTo>
                    <a:cubicBezTo>
                      <a:pt x="13468" y="68896"/>
                      <a:pt x="12811" y="67601"/>
                      <a:pt x="12101" y="66394"/>
                    </a:cubicBezTo>
                    <a:cubicBezTo>
                      <a:pt x="11782" y="65862"/>
                      <a:pt x="11338" y="65152"/>
                      <a:pt x="11463" y="64620"/>
                    </a:cubicBezTo>
                    <a:cubicBezTo>
                      <a:pt x="11871" y="62739"/>
                      <a:pt x="12172" y="60734"/>
                      <a:pt x="13095" y="59102"/>
                    </a:cubicBezTo>
                    <a:cubicBezTo>
                      <a:pt x="14337" y="56919"/>
                      <a:pt x="14284" y="54914"/>
                      <a:pt x="13343" y="51969"/>
                    </a:cubicBezTo>
                    <a:lnTo>
                      <a:pt x="13343" y="51969"/>
                    </a:lnTo>
                    <a:cubicBezTo>
                      <a:pt x="12811" y="53619"/>
                      <a:pt x="11888" y="53229"/>
                      <a:pt x="11090" y="53353"/>
                    </a:cubicBezTo>
                    <a:cubicBezTo>
                      <a:pt x="10814" y="53401"/>
                      <a:pt x="10612" y="53439"/>
                      <a:pt x="10447" y="53439"/>
                    </a:cubicBezTo>
                    <a:cubicBezTo>
                      <a:pt x="9997" y="53439"/>
                      <a:pt x="9823" y="53151"/>
                      <a:pt x="9174" y="51969"/>
                    </a:cubicBezTo>
                    <a:cubicBezTo>
                      <a:pt x="7861" y="50763"/>
                      <a:pt x="6619" y="49485"/>
                      <a:pt x="5447" y="48136"/>
                    </a:cubicBezTo>
                    <a:cubicBezTo>
                      <a:pt x="5270" y="47853"/>
                      <a:pt x="5146" y="47551"/>
                      <a:pt x="5110" y="47214"/>
                    </a:cubicBezTo>
                    <a:cubicBezTo>
                      <a:pt x="4862" y="45759"/>
                      <a:pt x="4649" y="44304"/>
                      <a:pt x="4773" y="42796"/>
                    </a:cubicBezTo>
                    <a:lnTo>
                      <a:pt x="4773" y="42796"/>
                    </a:lnTo>
                    <a:lnTo>
                      <a:pt x="9653" y="51756"/>
                    </a:lnTo>
                    <a:cubicBezTo>
                      <a:pt x="11924" y="50745"/>
                      <a:pt x="13680" y="49201"/>
                      <a:pt x="15650" y="47995"/>
                    </a:cubicBezTo>
                    <a:cubicBezTo>
                      <a:pt x="17034" y="47161"/>
                      <a:pt x="17584" y="45954"/>
                      <a:pt x="18045" y="44606"/>
                    </a:cubicBezTo>
                    <a:cubicBezTo>
                      <a:pt x="18205" y="44109"/>
                      <a:pt x="18329" y="43594"/>
                      <a:pt x="18436" y="43080"/>
                    </a:cubicBezTo>
                    <a:lnTo>
                      <a:pt x="15597" y="40542"/>
                    </a:lnTo>
                    <a:lnTo>
                      <a:pt x="15224" y="41749"/>
                    </a:lnTo>
                    <a:cubicBezTo>
                      <a:pt x="14000" y="41092"/>
                      <a:pt x="12793" y="40507"/>
                      <a:pt x="11640" y="39833"/>
                    </a:cubicBezTo>
                    <a:cubicBezTo>
                      <a:pt x="10593" y="39212"/>
                      <a:pt x="10433" y="38395"/>
                      <a:pt x="11374" y="37082"/>
                    </a:cubicBezTo>
                    <a:lnTo>
                      <a:pt x="11374" y="37082"/>
                    </a:lnTo>
                    <a:cubicBezTo>
                      <a:pt x="12448" y="38789"/>
                      <a:pt x="13681" y="39825"/>
                      <a:pt x="15346" y="39825"/>
                    </a:cubicBezTo>
                    <a:cubicBezTo>
                      <a:pt x="15689" y="39825"/>
                      <a:pt x="16049" y="39781"/>
                      <a:pt x="16431" y="39691"/>
                    </a:cubicBezTo>
                    <a:cubicBezTo>
                      <a:pt x="16437" y="39689"/>
                      <a:pt x="16444" y="39688"/>
                      <a:pt x="16450" y="39688"/>
                    </a:cubicBezTo>
                    <a:cubicBezTo>
                      <a:pt x="16592" y="39688"/>
                      <a:pt x="16795" y="40029"/>
                      <a:pt x="16998" y="40063"/>
                    </a:cubicBezTo>
                    <a:cubicBezTo>
                      <a:pt x="17810" y="40257"/>
                      <a:pt x="18605" y="40492"/>
                      <a:pt x="19428" y="40492"/>
                    </a:cubicBezTo>
                    <a:cubicBezTo>
                      <a:pt x="19811" y="40492"/>
                      <a:pt x="20200" y="40441"/>
                      <a:pt x="20600" y="40312"/>
                    </a:cubicBezTo>
                    <a:cubicBezTo>
                      <a:pt x="21150" y="40152"/>
                      <a:pt x="21718" y="40045"/>
                      <a:pt x="22304" y="40010"/>
                    </a:cubicBezTo>
                    <a:cubicBezTo>
                      <a:pt x="24003" y="41489"/>
                      <a:pt x="25144" y="42940"/>
                      <a:pt x="27015" y="42940"/>
                    </a:cubicBezTo>
                    <a:cubicBezTo>
                      <a:pt x="27253" y="42940"/>
                      <a:pt x="27504" y="42917"/>
                      <a:pt x="27769" y="42867"/>
                    </a:cubicBezTo>
                    <a:cubicBezTo>
                      <a:pt x="27999" y="44251"/>
                      <a:pt x="27875" y="45564"/>
                      <a:pt x="28407" y="46486"/>
                    </a:cubicBezTo>
                    <a:cubicBezTo>
                      <a:pt x="29614" y="48616"/>
                      <a:pt x="31158" y="50532"/>
                      <a:pt x="32701" y="52732"/>
                    </a:cubicBezTo>
                    <a:lnTo>
                      <a:pt x="34600" y="50425"/>
                    </a:lnTo>
                    <a:lnTo>
                      <a:pt x="34103" y="47196"/>
                    </a:lnTo>
                    <a:cubicBezTo>
                      <a:pt x="34972" y="46096"/>
                      <a:pt x="36268" y="45173"/>
                      <a:pt x="36286" y="44251"/>
                    </a:cubicBezTo>
                    <a:cubicBezTo>
                      <a:pt x="36303" y="42707"/>
                      <a:pt x="38503" y="42955"/>
                      <a:pt x="38202" y="41394"/>
                    </a:cubicBezTo>
                    <a:cubicBezTo>
                      <a:pt x="38184" y="41305"/>
                      <a:pt x="39604" y="40986"/>
                      <a:pt x="40313" y="40702"/>
                    </a:cubicBezTo>
                    <a:cubicBezTo>
                      <a:pt x="40650" y="40560"/>
                      <a:pt x="40899" y="40223"/>
                      <a:pt x="41378" y="39797"/>
                    </a:cubicBezTo>
                    <a:lnTo>
                      <a:pt x="44785" y="44978"/>
                    </a:lnTo>
                    <a:lnTo>
                      <a:pt x="46630" y="43914"/>
                    </a:lnTo>
                    <a:cubicBezTo>
                      <a:pt x="47553" y="45102"/>
                      <a:pt x="46754" y="46699"/>
                      <a:pt x="48067" y="47480"/>
                    </a:cubicBezTo>
                    <a:cubicBezTo>
                      <a:pt x="47020" y="50124"/>
                      <a:pt x="48741" y="51508"/>
                      <a:pt x="50445" y="52980"/>
                    </a:cubicBezTo>
                    <a:cubicBezTo>
                      <a:pt x="50764" y="53247"/>
                      <a:pt x="50640" y="54010"/>
                      <a:pt x="50746" y="54684"/>
                    </a:cubicBezTo>
                    <a:cubicBezTo>
                      <a:pt x="49546" y="54279"/>
                      <a:pt x="48739" y="53108"/>
                      <a:pt x="47515" y="53108"/>
                    </a:cubicBezTo>
                    <a:cubicBezTo>
                      <a:pt x="47074" y="53108"/>
                      <a:pt x="46579" y="53260"/>
                      <a:pt x="45991" y="53655"/>
                    </a:cubicBezTo>
                    <a:cubicBezTo>
                      <a:pt x="46130" y="53637"/>
                      <a:pt x="46261" y="53629"/>
                      <a:pt x="46385" y="53629"/>
                    </a:cubicBezTo>
                    <a:cubicBezTo>
                      <a:pt x="47902" y="53629"/>
                      <a:pt x="48314" y="54868"/>
                      <a:pt x="48954" y="55606"/>
                    </a:cubicBezTo>
                    <a:cubicBezTo>
                      <a:pt x="49646" y="56387"/>
                      <a:pt x="51119" y="56937"/>
                      <a:pt x="50782" y="58712"/>
                    </a:cubicBezTo>
                    <a:cubicBezTo>
                      <a:pt x="50925" y="58653"/>
                      <a:pt x="51063" y="58628"/>
                      <a:pt x="51196" y="58628"/>
                    </a:cubicBezTo>
                    <a:cubicBezTo>
                      <a:pt x="52116" y="58628"/>
                      <a:pt x="52822" y="59846"/>
                      <a:pt x="53828" y="59846"/>
                    </a:cubicBezTo>
                    <a:cubicBezTo>
                      <a:pt x="54135" y="59846"/>
                      <a:pt x="54469" y="59733"/>
                      <a:pt x="54845" y="59439"/>
                    </a:cubicBezTo>
                    <a:lnTo>
                      <a:pt x="55431" y="57026"/>
                    </a:lnTo>
                    <a:cubicBezTo>
                      <a:pt x="55147" y="56955"/>
                      <a:pt x="54863" y="56902"/>
                      <a:pt x="54579" y="56849"/>
                    </a:cubicBezTo>
                    <a:cubicBezTo>
                      <a:pt x="53053" y="56760"/>
                      <a:pt x="51385" y="55819"/>
                      <a:pt x="51793" y="55269"/>
                    </a:cubicBezTo>
                    <a:lnTo>
                      <a:pt x="52787" y="54844"/>
                    </a:lnTo>
                    <a:lnTo>
                      <a:pt x="52414" y="52501"/>
                    </a:lnTo>
                    <a:cubicBezTo>
                      <a:pt x="48866" y="49893"/>
                      <a:pt x="48440" y="48917"/>
                      <a:pt x="49770" y="46291"/>
                    </a:cubicBezTo>
                    <a:lnTo>
                      <a:pt x="49770" y="46291"/>
                    </a:lnTo>
                    <a:cubicBezTo>
                      <a:pt x="50462" y="46859"/>
                      <a:pt x="51208" y="47338"/>
                      <a:pt x="51775" y="47977"/>
                    </a:cubicBezTo>
                    <a:cubicBezTo>
                      <a:pt x="52326" y="48562"/>
                      <a:pt x="52698" y="49325"/>
                      <a:pt x="53088" y="49929"/>
                    </a:cubicBezTo>
                    <a:lnTo>
                      <a:pt x="55821" y="46948"/>
                    </a:lnTo>
                    <a:lnTo>
                      <a:pt x="55200" y="42955"/>
                    </a:lnTo>
                    <a:lnTo>
                      <a:pt x="52805" y="41447"/>
                    </a:lnTo>
                    <a:lnTo>
                      <a:pt x="53585" y="38253"/>
                    </a:lnTo>
                    <a:lnTo>
                      <a:pt x="55111" y="39229"/>
                    </a:lnTo>
                    <a:cubicBezTo>
                      <a:pt x="55111" y="40045"/>
                      <a:pt x="55111" y="40542"/>
                      <a:pt x="55111" y="41039"/>
                    </a:cubicBezTo>
                    <a:lnTo>
                      <a:pt x="56300" y="41021"/>
                    </a:lnTo>
                    <a:lnTo>
                      <a:pt x="56034" y="38466"/>
                    </a:lnTo>
                    <a:cubicBezTo>
                      <a:pt x="59778" y="37011"/>
                      <a:pt x="60754" y="35876"/>
                      <a:pt x="62546" y="30925"/>
                    </a:cubicBezTo>
                    <a:lnTo>
                      <a:pt x="59370" y="25407"/>
                    </a:lnTo>
                    <a:lnTo>
                      <a:pt x="60754" y="24609"/>
                    </a:lnTo>
                    <a:cubicBezTo>
                      <a:pt x="60620" y="24079"/>
                      <a:pt x="60336" y="23926"/>
                      <a:pt x="59999" y="23926"/>
                    </a:cubicBezTo>
                    <a:cubicBezTo>
                      <a:pt x="59536" y="23926"/>
                      <a:pt x="58975" y="24215"/>
                      <a:pt x="58567" y="24215"/>
                    </a:cubicBezTo>
                    <a:cubicBezTo>
                      <a:pt x="58326" y="24215"/>
                      <a:pt x="58138" y="24114"/>
                      <a:pt x="58057" y="23792"/>
                    </a:cubicBezTo>
                    <a:lnTo>
                      <a:pt x="59316" y="21344"/>
                    </a:lnTo>
                    <a:lnTo>
                      <a:pt x="60062" y="22692"/>
                    </a:lnTo>
                    <a:lnTo>
                      <a:pt x="61286" y="21858"/>
                    </a:lnTo>
                    <a:lnTo>
                      <a:pt x="63504" y="23775"/>
                    </a:lnTo>
                    <a:lnTo>
                      <a:pt x="64178" y="27040"/>
                    </a:lnTo>
                    <a:cubicBezTo>
                      <a:pt x="64959" y="25993"/>
                      <a:pt x="65598" y="25478"/>
                      <a:pt x="65775" y="24822"/>
                    </a:cubicBezTo>
                    <a:cubicBezTo>
                      <a:pt x="66201" y="23367"/>
                      <a:pt x="64356" y="23225"/>
                      <a:pt x="64089" y="22515"/>
                    </a:cubicBezTo>
                    <a:lnTo>
                      <a:pt x="64444" y="18647"/>
                    </a:lnTo>
                    <a:cubicBezTo>
                      <a:pt x="66520" y="17955"/>
                      <a:pt x="66538" y="17902"/>
                      <a:pt x="66609" y="16305"/>
                    </a:cubicBezTo>
                    <a:cubicBezTo>
                      <a:pt x="66698" y="14229"/>
                      <a:pt x="66840" y="12171"/>
                      <a:pt x="66964" y="10059"/>
                    </a:cubicBezTo>
                    <a:cubicBezTo>
                      <a:pt x="65951" y="8994"/>
                      <a:pt x="64617" y="8884"/>
                      <a:pt x="63235" y="8884"/>
                    </a:cubicBezTo>
                    <a:cubicBezTo>
                      <a:pt x="62876" y="8884"/>
                      <a:pt x="62514" y="8891"/>
                      <a:pt x="62153" y="8891"/>
                    </a:cubicBezTo>
                    <a:cubicBezTo>
                      <a:pt x="62029" y="8891"/>
                      <a:pt x="61906" y="8890"/>
                      <a:pt x="61783" y="8888"/>
                    </a:cubicBezTo>
                    <a:cubicBezTo>
                      <a:pt x="61978" y="8001"/>
                      <a:pt x="62209" y="7362"/>
                      <a:pt x="62262" y="6741"/>
                    </a:cubicBezTo>
                    <a:cubicBezTo>
                      <a:pt x="62297" y="6102"/>
                      <a:pt x="62173" y="5464"/>
                      <a:pt x="62120" y="4701"/>
                    </a:cubicBezTo>
                    <a:lnTo>
                      <a:pt x="65119" y="4239"/>
                    </a:lnTo>
                    <a:cubicBezTo>
                      <a:pt x="59052" y="1427"/>
                      <a:pt x="52479" y="0"/>
                      <a:pt x="45863" y="0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3" name="Google Shape;11085;p128">
                <a:extLst>
                  <a:ext uri="{FF2B5EF4-FFF2-40B4-BE49-F238E27FC236}">
                    <a16:creationId xmlns:a16="http://schemas.microsoft.com/office/drawing/2014/main" id="{A2B5CDDA-97F2-A507-715C-F6E1E65C5EDD}"/>
                  </a:ext>
                </a:extLst>
              </p:cNvPr>
              <p:cNvSpPr/>
              <p:nvPr/>
            </p:nvSpPr>
            <p:spPr>
              <a:xfrm>
                <a:off x="7010819" y="4061082"/>
                <a:ext cx="117645" cy="102137"/>
              </a:xfrm>
              <a:custGeom>
                <a:avLst/>
                <a:gdLst/>
                <a:ahLst/>
                <a:cxnLst/>
                <a:rect l="l" t="t" r="r" b="b"/>
                <a:pathLst>
                  <a:path w="20389" h="17709" extrusionOk="0">
                    <a:moveTo>
                      <a:pt x="17567" y="0"/>
                    </a:moveTo>
                    <a:lnTo>
                      <a:pt x="17567" y="0"/>
                    </a:lnTo>
                    <a:cubicBezTo>
                      <a:pt x="17070" y="1331"/>
                      <a:pt x="16644" y="2697"/>
                      <a:pt x="16307" y="4081"/>
                    </a:cubicBezTo>
                    <a:cubicBezTo>
                      <a:pt x="16278" y="4199"/>
                      <a:pt x="16114" y="4268"/>
                      <a:pt x="16100" y="4268"/>
                    </a:cubicBezTo>
                    <a:cubicBezTo>
                      <a:pt x="16097" y="4268"/>
                      <a:pt x="16100" y="4265"/>
                      <a:pt x="16112" y="4259"/>
                    </a:cubicBezTo>
                    <a:lnTo>
                      <a:pt x="13912" y="3034"/>
                    </a:lnTo>
                    <a:lnTo>
                      <a:pt x="14391" y="1437"/>
                    </a:lnTo>
                    <a:lnTo>
                      <a:pt x="12617" y="337"/>
                    </a:lnTo>
                    <a:cubicBezTo>
                      <a:pt x="12563" y="2112"/>
                      <a:pt x="10416" y="1970"/>
                      <a:pt x="10523" y="3655"/>
                    </a:cubicBezTo>
                    <a:cubicBezTo>
                      <a:pt x="10523" y="3709"/>
                      <a:pt x="10239" y="3797"/>
                      <a:pt x="10079" y="3815"/>
                    </a:cubicBezTo>
                    <a:cubicBezTo>
                      <a:pt x="8287" y="4028"/>
                      <a:pt x="8553" y="4418"/>
                      <a:pt x="7276" y="5305"/>
                    </a:cubicBezTo>
                    <a:cubicBezTo>
                      <a:pt x="5785" y="6352"/>
                      <a:pt x="5466" y="8730"/>
                      <a:pt x="3017" y="8765"/>
                    </a:cubicBezTo>
                    <a:cubicBezTo>
                      <a:pt x="2166" y="8783"/>
                      <a:pt x="1154" y="9919"/>
                      <a:pt x="569" y="10770"/>
                    </a:cubicBezTo>
                    <a:cubicBezTo>
                      <a:pt x="178" y="11356"/>
                      <a:pt x="1" y="12705"/>
                      <a:pt x="374" y="13095"/>
                    </a:cubicBezTo>
                    <a:cubicBezTo>
                      <a:pt x="1687" y="14443"/>
                      <a:pt x="746" y="15810"/>
                      <a:pt x="569" y="17708"/>
                    </a:cubicBezTo>
                    <a:cubicBezTo>
                      <a:pt x="3337" y="16519"/>
                      <a:pt x="5839" y="15668"/>
                      <a:pt x="8074" y="14213"/>
                    </a:cubicBezTo>
                    <a:lnTo>
                      <a:pt x="10558" y="15934"/>
                    </a:lnTo>
                    <a:lnTo>
                      <a:pt x="9866" y="17336"/>
                    </a:lnTo>
                    <a:cubicBezTo>
                      <a:pt x="11960" y="17300"/>
                      <a:pt x="13592" y="16998"/>
                      <a:pt x="14710" y="15508"/>
                    </a:cubicBezTo>
                    <a:cubicBezTo>
                      <a:pt x="16094" y="13645"/>
                      <a:pt x="17585" y="11835"/>
                      <a:pt x="18773" y="9866"/>
                    </a:cubicBezTo>
                    <a:cubicBezTo>
                      <a:pt x="19590" y="8482"/>
                      <a:pt x="20388" y="6885"/>
                      <a:pt x="18862" y="5305"/>
                    </a:cubicBezTo>
                    <a:cubicBezTo>
                      <a:pt x="18596" y="5039"/>
                      <a:pt x="18330" y="4330"/>
                      <a:pt x="18472" y="4099"/>
                    </a:cubicBezTo>
                    <a:cubicBezTo>
                      <a:pt x="19732" y="2307"/>
                      <a:pt x="17372" y="1491"/>
                      <a:pt x="17567" y="0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4" name="Google Shape;11086;p128">
                <a:extLst>
                  <a:ext uri="{FF2B5EF4-FFF2-40B4-BE49-F238E27FC236}">
                    <a16:creationId xmlns:a16="http://schemas.microsoft.com/office/drawing/2014/main" id="{9E5C24F8-0A97-BCC2-F154-7B1588E3B278}"/>
                  </a:ext>
                </a:extLst>
              </p:cNvPr>
              <p:cNvSpPr/>
              <p:nvPr/>
            </p:nvSpPr>
            <p:spPr>
              <a:xfrm>
                <a:off x="6995058" y="4000087"/>
                <a:ext cx="41059" cy="51071"/>
              </a:xfrm>
              <a:custGeom>
                <a:avLst/>
                <a:gdLst/>
                <a:ahLst/>
                <a:cxnLst/>
                <a:rect l="l" t="t" r="r" b="b"/>
                <a:pathLst>
                  <a:path w="7116" h="8855" extrusionOk="0">
                    <a:moveTo>
                      <a:pt x="5359" y="0"/>
                    </a:moveTo>
                    <a:cubicBezTo>
                      <a:pt x="4649" y="976"/>
                      <a:pt x="3993" y="1774"/>
                      <a:pt x="3460" y="2644"/>
                    </a:cubicBezTo>
                    <a:cubicBezTo>
                      <a:pt x="2910" y="3513"/>
                      <a:pt x="1455" y="3638"/>
                      <a:pt x="1828" y="5181"/>
                    </a:cubicBezTo>
                    <a:cubicBezTo>
                      <a:pt x="1354" y="4803"/>
                      <a:pt x="1037" y="4660"/>
                      <a:pt x="815" y="4660"/>
                    </a:cubicBezTo>
                    <a:cubicBezTo>
                      <a:pt x="256" y="4660"/>
                      <a:pt x="305" y="5571"/>
                      <a:pt x="1" y="5926"/>
                    </a:cubicBezTo>
                    <a:cubicBezTo>
                      <a:pt x="1136" y="7417"/>
                      <a:pt x="1438" y="7577"/>
                      <a:pt x="5412" y="8854"/>
                    </a:cubicBezTo>
                    <a:cubicBezTo>
                      <a:pt x="5590" y="7896"/>
                      <a:pt x="5625" y="7239"/>
                      <a:pt x="5820" y="6636"/>
                    </a:cubicBezTo>
                    <a:cubicBezTo>
                      <a:pt x="6033" y="6015"/>
                      <a:pt x="6335" y="5430"/>
                      <a:pt x="6708" y="4880"/>
                    </a:cubicBezTo>
                    <a:cubicBezTo>
                      <a:pt x="7116" y="4294"/>
                      <a:pt x="5696" y="4170"/>
                      <a:pt x="6459" y="3354"/>
                    </a:cubicBezTo>
                    <a:cubicBezTo>
                      <a:pt x="6849" y="2928"/>
                      <a:pt x="6637" y="1686"/>
                      <a:pt x="6778" y="1384"/>
                    </a:cubicBezTo>
                    <a:cubicBezTo>
                      <a:pt x="6832" y="1224"/>
                      <a:pt x="6867" y="1047"/>
                      <a:pt x="6885" y="870"/>
                    </a:cubicBezTo>
                    <a:lnTo>
                      <a:pt x="5359" y="0"/>
                    </a:ln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5" name="Google Shape;11087;p128">
                <a:extLst>
                  <a:ext uri="{FF2B5EF4-FFF2-40B4-BE49-F238E27FC236}">
                    <a16:creationId xmlns:a16="http://schemas.microsoft.com/office/drawing/2014/main" id="{65176D4C-3130-CDFB-AB34-D140355CFB0D}"/>
                  </a:ext>
                </a:extLst>
              </p:cNvPr>
              <p:cNvSpPr/>
              <p:nvPr/>
            </p:nvSpPr>
            <p:spPr>
              <a:xfrm>
                <a:off x="7078892" y="4018504"/>
                <a:ext cx="57544" cy="36030"/>
              </a:xfrm>
              <a:custGeom>
                <a:avLst/>
                <a:gdLst/>
                <a:ahLst/>
                <a:cxnLst/>
                <a:rect l="l" t="t" r="r" b="b"/>
                <a:pathLst>
                  <a:path w="9973" h="6247" extrusionOk="0">
                    <a:moveTo>
                      <a:pt x="0" y="1"/>
                    </a:moveTo>
                    <a:lnTo>
                      <a:pt x="266" y="1722"/>
                    </a:lnTo>
                    <a:lnTo>
                      <a:pt x="1668" y="1970"/>
                    </a:lnTo>
                    <a:lnTo>
                      <a:pt x="870" y="3177"/>
                    </a:lnTo>
                    <a:cubicBezTo>
                      <a:pt x="1300" y="3058"/>
                      <a:pt x="1704" y="3001"/>
                      <a:pt x="2079" y="3001"/>
                    </a:cubicBezTo>
                    <a:cubicBezTo>
                      <a:pt x="3221" y="3001"/>
                      <a:pt x="4106" y="3533"/>
                      <a:pt x="4720" y="4508"/>
                    </a:cubicBezTo>
                    <a:cubicBezTo>
                      <a:pt x="5319" y="5452"/>
                      <a:pt x="5558" y="5867"/>
                      <a:pt x="5945" y="5867"/>
                    </a:cubicBezTo>
                    <a:cubicBezTo>
                      <a:pt x="6235" y="5867"/>
                      <a:pt x="6607" y="5635"/>
                      <a:pt x="7275" y="5218"/>
                    </a:cubicBezTo>
                    <a:cubicBezTo>
                      <a:pt x="7453" y="5111"/>
                      <a:pt x="7648" y="5058"/>
                      <a:pt x="7861" y="5022"/>
                    </a:cubicBezTo>
                    <a:lnTo>
                      <a:pt x="9564" y="6247"/>
                    </a:lnTo>
                    <a:lnTo>
                      <a:pt x="9972" y="5679"/>
                    </a:lnTo>
                    <a:cubicBezTo>
                      <a:pt x="9582" y="4809"/>
                      <a:pt x="9262" y="3887"/>
                      <a:pt x="8819" y="3035"/>
                    </a:cubicBezTo>
                    <a:cubicBezTo>
                      <a:pt x="8151" y="1821"/>
                      <a:pt x="7070" y="1194"/>
                      <a:pt x="5857" y="1194"/>
                    </a:cubicBezTo>
                    <a:cubicBezTo>
                      <a:pt x="5138" y="1194"/>
                      <a:pt x="4373" y="1415"/>
                      <a:pt x="3620" y="1864"/>
                    </a:cubicBezTo>
                    <a:cubicBezTo>
                      <a:pt x="3336" y="2024"/>
                      <a:pt x="3052" y="2166"/>
                      <a:pt x="2644" y="2396"/>
                    </a:cubicBezTo>
                    <a:lnTo>
                      <a:pt x="1970" y="46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6" name="Google Shape;11088;p128">
                <a:extLst>
                  <a:ext uri="{FF2B5EF4-FFF2-40B4-BE49-F238E27FC236}">
                    <a16:creationId xmlns:a16="http://schemas.microsoft.com/office/drawing/2014/main" id="{7BF3277E-CD2F-0BBE-0794-F15CF804FE0D}"/>
                  </a:ext>
                </a:extLst>
              </p:cNvPr>
              <p:cNvSpPr/>
              <p:nvPr/>
            </p:nvSpPr>
            <p:spPr>
              <a:xfrm>
                <a:off x="7051663" y="3806456"/>
                <a:ext cx="38503" cy="70819"/>
              </a:xfrm>
              <a:custGeom>
                <a:avLst/>
                <a:gdLst/>
                <a:ahLst/>
                <a:cxnLst/>
                <a:rect l="l" t="t" r="r" b="b"/>
                <a:pathLst>
                  <a:path w="6673" h="12279" extrusionOk="0">
                    <a:moveTo>
                      <a:pt x="6672" y="1"/>
                    </a:moveTo>
                    <a:lnTo>
                      <a:pt x="6672" y="1"/>
                    </a:lnTo>
                    <a:cubicBezTo>
                      <a:pt x="6223" y="198"/>
                      <a:pt x="5784" y="260"/>
                      <a:pt x="5357" y="260"/>
                    </a:cubicBezTo>
                    <a:cubicBezTo>
                      <a:pt x="4670" y="260"/>
                      <a:pt x="4013" y="100"/>
                      <a:pt x="3390" y="89"/>
                    </a:cubicBezTo>
                    <a:lnTo>
                      <a:pt x="3088" y="2786"/>
                    </a:lnTo>
                    <a:lnTo>
                      <a:pt x="4809" y="5164"/>
                    </a:lnTo>
                    <a:lnTo>
                      <a:pt x="1" y="10771"/>
                    </a:lnTo>
                    <a:lnTo>
                      <a:pt x="1083" y="12279"/>
                    </a:lnTo>
                    <a:lnTo>
                      <a:pt x="6388" y="7772"/>
                    </a:lnTo>
                    <a:cubicBezTo>
                      <a:pt x="4454" y="6495"/>
                      <a:pt x="6175" y="3709"/>
                      <a:pt x="4383" y="2502"/>
                    </a:cubicBezTo>
                    <a:lnTo>
                      <a:pt x="6672" y="1"/>
                    </a:ln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7" name="Google Shape;11089;p128">
                <a:extLst>
                  <a:ext uri="{FF2B5EF4-FFF2-40B4-BE49-F238E27FC236}">
                    <a16:creationId xmlns:a16="http://schemas.microsoft.com/office/drawing/2014/main" id="{476997D6-66DC-0F2C-435E-4CF9370A0812}"/>
                  </a:ext>
                </a:extLst>
              </p:cNvPr>
              <p:cNvSpPr/>
              <p:nvPr/>
            </p:nvSpPr>
            <p:spPr>
              <a:xfrm>
                <a:off x="6984824" y="4061618"/>
                <a:ext cx="42081" cy="8893"/>
              </a:xfrm>
              <a:custGeom>
                <a:avLst/>
                <a:gdLst/>
                <a:ahLst/>
                <a:cxnLst/>
                <a:rect l="l" t="t" r="r" b="b"/>
                <a:pathLst>
                  <a:path w="7293" h="1542" extrusionOk="0">
                    <a:moveTo>
                      <a:pt x="4286" y="0"/>
                    </a:moveTo>
                    <a:cubicBezTo>
                      <a:pt x="2949" y="0"/>
                      <a:pt x="1596" y="367"/>
                      <a:pt x="0" y="510"/>
                    </a:cubicBezTo>
                    <a:cubicBezTo>
                      <a:pt x="787" y="973"/>
                      <a:pt x="1302" y="1542"/>
                      <a:pt x="1738" y="1542"/>
                    </a:cubicBezTo>
                    <a:cubicBezTo>
                      <a:pt x="1970" y="1542"/>
                      <a:pt x="2179" y="1380"/>
                      <a:pt x="2396" y="954"/>
                    </a:cubicBezTo>
                    <a:cubicBezTo>
                      <a:pt x="2708" y="1325"/>
                      <a:pt x="3056" y="1432"/>
                      <a:pt x="3417" y="1432"/>
                    </a:cubicBezTo>
                    <a:cubicBezTo>
                      <a:pt x="3816" y="1432"/>
                      <a:pt x="4231" y="1302"/>
                      <a:pt x="4631" y="1256"/>
                    </a:cubicBezTo>
                    <a:cubicBezTo>
                      <a:pt x="5394" y="1149"/>
                      <a:pt x="6157" y="1025"/>
                      <a:pt x="7293" y="830"/>
                    </a:cubicBezTo>
                    <a:cubicBezTo>
                      <a:pt x="6240" y="198"/>
                      <a:pt x="5268" y="0"/>
                      <a:pt x="4286" y="0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8" name="Google Shape;11090;p128">
                <a:extLst>
                  <a:ext uri="{FF2B5EF4-FFF2-40B4-BE49-F238E27FC236}">
                    <a16:creationId xmlns:a16="http://schemas.microsoft.com/office/drawing/2014/main" id="{5BC42274-F79E-176F-A84D-E0310DAC1009}"/>
                  </a:ext>
                </a:extLst>
              </p:cNvPr>
              <p:cNvSpPr/>
              <p:nvPr/>
            </p:nvSpPr>
            <p:spPr>
              <a:xfrm>
                <a:off x="7035181" y="4030478"/>
                <a:ext cx="15469" cy="21703"/>
              </a:xfrm>
              <a:custGeom>
                <a:avLst/>
                <a:gdLst/>
                <a:ahLst/>
                <a:cxnLst/>
                <a:rect l="l" t="t" r="r" b="b"/>
                <a:pathLst>
                  <a:path w="2681" h="3763" extrusionOk="0">
                    <a:moveTo>
                      <a:pt x="2662" y="1"/>
                    </a:moveTo>
                    <a:cubicBezTo>
                      <a:pt x="19" y="675"/>
                      <a:pt x="1" y="764"/>
                      <a:pt x="1012" y="3763"/>
                    </a:cubicBezTo>
                    <a:lnTo>
                      <a:pt x="1491" y="2148"/>
                    </a:lnTo>
                    <a:lnTo>
                      <a:pt x="2201" y="3408"/>
                    </a:lnTo>
                    <a:lnTo>
                      <a:pt x="2680" y="3372"/>
                    </a:lnTo>
                    <a:cubicBezTo>
                      <a:pt x="2574" y="2840"/>
                      <a:pt x="2485" y="2308"/>
                      <a:pt x="2450" y="1758"/>
                    </a:cubicBezTo>
                    <a:cubicBezTo>
                      <a:pt x="2485" y="1172"/>
                      <a:pt x="2556" y="586"/>
                      <a:pt x="2662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9" name="Google Shape;11091;p128">
                <a:extLst>
                  <a:ext uri="{FF2B5EF4-FFF2-40B4-BE49-F238E27FC236}">
                    <a16:creationId xmlns:a16="http://schemas.microsoft.com/office/drawing/2014/main" id="{2D88091E-0328-54E0-7A85-1292C9C71821}"/>
                  </a:ext>
                </a:extLst>
              </p:cNvPr>
              <p:cNvSpPr/>
              <p:nvPr/>
            </p:nvSpPr>
            <p:spPr>
              <a:xfrm>
                <a:off x="7045011" y="3983609"/>
                <a:ext cx="19047" cy="18121"/>
              </a:xfrm>
              <a:custGeom>
                <a:avLst/>
                <a:gdLst/>
                <a:ahLst/>
                <a:cxnLst/>
                <a:rect l="l" t="t" r="r" b="b"/>
                <a:pathLst>
                  <a:path w="3301" h="3142" extrusionOk="0">
                    <a:moveTo>
                      <a:pt x="3301" y="0"/>
                    </a:moveTo>
                    <a:lnTo>
                      <a:pt x="0" y="1455"/>
                    </a:lnTo>
                    <a:lnTo>
                      <a:pt x="550" y="2520"/>
                    </a:lnTo>
                    <a:lnTo>
                      <a:pt x="1154" y="1793"/>
                    </a:lnTo>
                    <a:lnTo>
                      <a:pt x="2804" y="3141"/>
                    </a:lnTo>
                    <a:lnTo>
                      <a:pt x="3301" y="0"/>
                    </a:ln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0" name="Google Shape;11092;p128">
                <a:extLst>
                  <a:ext uri="{FF2B5EF4-FFF2-40B4-BE49-F238E27FC236}">
                    <a16:creationId xmlns:a16="http://schemas.microsoft.com/office/drawing/2014/main" id="{76F1C9ED-6FCD-75B5-66A9-4B9C996AE2A0}"/>
                  </a:ext>
                </a:extLst>
              </p:cNvPr>
              <p:cNvSpPr/>
              <p:nvPr/>
            </p:nvSpPr>
            <p:spPr>
              <a:xfrm>
                <a:off x="7034362" y="3943182"/>
                <a:ext cx="9734" cy="24570"/>
              </a:xfrm>
              <a:custGeom>
                <a:avLst/>
                <a:gdLst/>
                <a:ahLst/>
                <a:cxnLst/>
                <a:rect l="l" t="t" r="r" b="b"/>
                <a:pathLst>
                  <a:path w="1687" h="4260" extrusionOk="0">
                    <a:moveTo>
                      <a:pt x="249" y="1"/>
                    </a:moveTo>
                    <a:cubicBezTo>
                      <a:pt x="1" y="2627"/>
                      <a:pt x="1" y="2627"/>
                      <a:pt x="977" y="4259"/>
                    </a:cubicBezTo>
                    <a:cubicBezTo>
                      <a:pt x="1687" y="1261"/>
                      <a:pt x="1687" y="1261"/>
                      <a:pt x="249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1" name="Google Shape;11093;p128">
                <a:extLst>
                  <a:ext uri="{FF2B5EF4-FFF2-40B4-BE49-F238E27FC236}">
                    <a16:creationId xmlns:a16="http://schemas.microsoft.com/office/drawing/2014/main" id="{09FB75A1-7395-24B6-5E12-D5BC5BBC354C}"/>
                  </a:ext>
                </a:extLst>
              </p:cNvPr>
              <p:cNvSpPr/>
              <p:nvPr/>
            </p:nvSpPr>
            <p:spPr>
              <a:xfrm>
                <a:off x="6724214" y="4015234"/>
                <a:ext cx="1131" cy="513"/>
              </a:xfrm>
              <a:custGeom>
                <a:avLst/>
                <a:gdLst/>
                <a:ahLst/>
                <a:cxnLst/>
                <a:rect l="l" t="t" r="r" b="b"/>
                <a:pathLst>
                  <a:path w="196" h="89" extrusionOk="0">
                    <a:moveTo>
                      <a:pt x="196" y="0"/>
                    </a:moveTo>
                    <a:lnTo>
                      <a:pt x="1" y="89"/>
                    </a:lnTo>
                    <a:lnTo>
                      <a:pt x="1" y="89"/>
                    </a:lnTo>
                    <a:lnTo>
                      <a:pt x="196" y="18"/>
                    </a:lnTo>
                    <a:lnTo>
                      <a:pt x="196" y="0"/>
                    </a:ln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2" name="Google Shape;11094;p128">
                <a:extLst>
                  <a:ext uri="{FF2B5EF4-FFF2-40B4-BE49-F238E27FC236}">
                    <a16:creationId xmlns:a16="http://schemas.microsoft.com/office/drawing/2014/main" id="{6A53FFB1-8ACE-3409-197E-DDD524DAAE43}"/>
                  </a:ext>
                </a:extLst>
              </p:cNvPr>
              <p:cNvSpPr/>
              <p:nvPr/>
            </p:nvSpPr>
            <p:spPr>
              <a:xfrm>
                <a:off x="7071623" y="3755083"/>
                <a:ext cx="16589" cy="16380"/>
              </a:xfrm>
              <a:custGeom>
                <a:avLst/>
                <a:gdLst/>
                <a:ahLst/>
                <a:cxnLst/>
                <a:rect l="l" t="t" r="r" b="b"/>
                <a:pathLst>
                  <a:path w="2875" h="2840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835" y="1029"/>
                      <a:pt x="1739" y="1970"/>
                      <a:pt x="2733" y="2839"/>
                    </a:cubicBezTo>
                    <a:cubicBezTo>
                      <a:pt x="2840" y="2520"/>
                      <a:pt x="2875" y="2201"/>
                      <a:pt x="2822" y="1881"/>
                    </a:cubicBezTo>
                    <a:cubicBezTo>
                      <a:pt x="1899" y="1225"/>
                      <a:pt x="959" y="604"/>
                      <a:pt x="1" y="0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3" name="Google Shape;11095;p128">
                <a:extLst>
                  <a:ext uri="{FF2B5EF4-FFF2-40B4-BE49-F238E27FC236}">
                    <a16:creationId xmlns:a16="http://schemas.microsoft.com/office/drawing/2014/main" id="{829604B4-657F-94D2-8186-63101DFFB77B}"/>
                  </a:ext>
                </a:extLst>
              </p:cNvPr>
              <p:cNvSpPr/>
              <p:nvPr/>
            </p:nvSpPr>
            <p:spPr>
              <a:xfrm>
                <a:off x="6722575" y="4015741"/>
                <a:ext cx="1541" cy="727"/>
              </a:xfrm>
              <a:custGeom>
                <a:avLst/>
                <a:gdLst/>
                <a:ahLst/>
                <a:cxnLst/>
                <a:rect l="l" t="t" r="r" b="b"/>
                <a:pathLst>
                  <a:path w="267" h="126" extrusionOk="0">
                    <a:moveTo>
                      <a:pt x="267" y="1"/>
                    </a:moveTo>
                    <a:cubicBezTo>
                      <a:pt x="178" y="36"/>
                      <a:pt x="89" y="72"/>
                      <a:pt x="1" y="125"/>
                    </a:cubicBezTo>
                    <a:cubicBezTo>
                      <a:pt x="107" y="90"/>
                      <a:pt x="178" y="36"/>
                      <a:pt x="267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4" name="Google Shape;11096;p128">
                <a:extLst>
                  <a:ext uri="{FF2B5EF4-FFF2-40B4-BE49-F238E27FC236}">
                    <a16:creationId xmlns:a16="http://schemas.microsoft.com/office/drawing/2014/main" id="{8BE3BDF3-D31F-BCD4-F190-B9CF21A5E4EA}"/>
                  </a:ext>
                </a:extLst>
              </p:cNvPr>
              <p:cNvSpPr/>
              <p:nvPr/>
            </p:nvSpPr>
            <p:spPr>
              <a:xfrm>
                <a:off x="6772321" y="4116142"/>
                <a:ext cx="30927" cy="46769"/>
              </a:xfrm>
              <a:custGeom>
                <a:avLst/>
                <a:gdLst/>
                <a:ahLst/>
                <a:cxnLst/>
                <a:rect l="l" t="t" r="r" b="b"/>
                <a:pathLst>
                  <a:path w="5360" h="8109" extrusionOk="0">
                    <a:moveTo>
                      <a:pt x="1828" y="0"/>
                    </a:moveTo>
                    <a:lnTo>
                      <a:pt x="1" y="2946"/>
                    </a:lnTo>
                    <a:cubicBezTo>
                      <a:pt x="444" y="3762"/>
                      <a:pt x="1030" y="4738"/>
                      <a:pt x="1527" y="5785"/>
                    </a:cubicBezTo>
                    <a:cubicBezTo>
                      <a:pt x="2308" y="7328"/>
                      <a:pt x="3479" y="8091"/>
                      <a:pt x="5359" y="8109"/>
                    </a:cubicBezTo>
                    <a:cubicBezTo>
                      <a:pt x="4667" y="6689"/>
                      <a:pt x="3993" y="5625"/>
                      <a:pt x="3798" y="4205"/>
                    </a:cubicBezTo>
                    <a:cubicBezTo>
                      <a:pt x="3621" y="2768"/>
                      <a:pt x="2574" y="1491"/>
                      <a:pt x="1828" y="0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215" name="Google Shape;11097;p128">
            <a:extLst>
              <a:ext uri="{FF2B5EF4-FFF2-40B4-BE49-F238E27FC236}">
                <a16:creationId xmlns:a16="http://schemas.microsoft.com/office/drawing/2014/main" id="{EEEC545B-925F-5308-C88D-90F26967B697}"/>
              </a:ext>
            </a:extLst>
          </p:cNvPr>
          <p:cNvGrpSpPr/>
          <p:nvPr/>
        </p:nvGrpSpPr>
        <p:grpSpPr>
          <a:xfrm>
            <a:off x="9131083" y="5370256"/>
            <a:ext cx="192516" cy="192516"/>
            <a:chOff x="8565775" y="671075"/>
            <a:chExt cx="441000" cy="441000"/>
          </a:xfrm>
          <a:solidFill>
            <a:schemeClr val="accent1">
              <a:lumMod val="75000"/>
            </a:schemeClr>
          </a:solidFill>
        </p:grpSpPr>
        <p:sp>
          <p:nvSpPr>
            <p:cNvPr id="2216" name="Google Shape;11098;p128">
              <a:extLst>
                <a:ext uri="{FF2B5EF4-FFF2-40B4-BE49-F238E27FC236}">
                  <a16:creationId xmlns:a16="http://schemas.microsoft.com/office/drawing/2014/main" id="{BB67BBE8-D023-4AFE-B53D-A891955388B0}"/>
                </a:ext>
              </a:extLst>
            </p:cNvPr>
            <p:cNvSpPr/>
            <p:nvPr/>
          </p:nvSpPr>
          <p:spPr>
            <a:xfrm>
              <a:off x="8565775" y="671075"/>
              <a:ext cx="441000" cy="4410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7" name="Google Shape;11099;p128">
              <a:extLst>
                <a:ext uri="{FF2B5EF4-FFF2-40B4-BE49-F238E27FC236}">
                  <a16:creationId xmlns:a16="http://schemas.microsoft.com/office/drawing/2014/main" id="{50A38166-2E51-3361-A1AC-D9ECBBCA4839}"/>
                </a:ext>
              </a:extLst>
            </p:cNvPr>
            <p:cNvSpPr/>
            <p:nvPr/>
          </p:nvSpPr>
          <p:spPr>
            <a:xfrm>
              <a:off x="8706625" y="811925"/>
              <a:ext cx="159300" cy="159300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18" name="Google Shape;11100;p128">
            <a:extLst>
              <a:ext uri="{FF2B5EF4-FFF2-40B4-BE49-F238E27FC236}">
                <a16:creationId xmlns:a16="http://schemas.microsoft.com/office/drawing/2014/main" id="{18248707-AB5F-AEDA-1E5F-2B55FC145B49}"/>
              </a:ext>
            </a:extLst>
          </p:cNvPr>
          <p:cNvSpPr/>
          <p:nvPr/>
        </p:nvSpPr>
        <p:spPr>
          <a:xfrm>
            <a:off x="9440262" y="5366069"/>
            <a:ext cx="198804" cy="200891"/>
          </a:xfrm>
          <a:custGeom>
            <a:avLst/>
            <a:gdLst/>
            <a:ahLst/>
            <a:cxnLst/>
            <a:rect l="l" t="t" r="r" b="b"/>
            <a:pathLst>
              <a:path w="194168" h="196207" extrusionOk="0">
                <a:moveTo>
                  <a:pt x="11576" y="0"/>
                </a:moveTo>
                <a:cubicBezTo>
                  <a:pt x="8883" y="0"/>
                  <a:pt x="6181" y="987"/>
                  <a:pt x="4103" y="3065"/>
                </a:cubicBezTo>
                <a:cubicBezTo>
                  <a:pt x="1026" y="5799"/>
                  <a:pt x="1" y="10243"/>
                  <a:pt x="1368" y="14004"/>
                </a:cubicBezTo>
                <a:lnTo>
                  <a:pt x="65293" y="189369"/>
                </a:lnTo>
                <a:cubicBezTo>
                  <a:pt x="67002" y="193471"/>
                  <a:pt x="70762" y="196206"/>
                  <a:pt x="74864" y="196206"/>
                </a:cubicBezTo>
                <a:cubicBezTo>
                  <a:pt x="79308" y="196206"/>
                  <a:pt x="83410" y="193813"/>
                  <a:pt x="85120" y="190053"/>
                </a:cubicBezTo>
                <a:lnTo>
                  <a:pt x="114176" y="124077"/>
                </a:lnTo>
                <a:cubicBezTo>
                  <a:pt x="115202" y="121342"/>
                  <a:pt x="117595" y="119291"/>
                  <a:pt x="119988" y="118266"/>
                </a:cubicBezTo>
                <a:lnTo>
                  <a:pt x="187331" y="92286"/>
                </a:lnTo>
                <a:cubicBezTo>
                  <a:pt x="191433" y="90577"/>
                  <a:pt x="193826" y="86816"/>
                  <a:pt x="193826" y="82714"/>
                </a:cubicBezTo>
                <a:cubicBezTo>
                  <a:pt x="194168" y="78270"/>
                  <a:pt x="191433" y="74510"/>
                  <a:pt x="187673" y="72801"/>
                </a:cubicBezTo>
                <a:lnTo>
                  <a:pt x="15384" y="672"/>
                </a:lnTo>
                <a:cubicBezTo>
                  <a:pt x="14163" y="228"/>
                  <a:pt x="12871" y="0"/>
                  <a:pt x="11576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9" name="Google Shape;11101;p128">
            <a:extLst>
              <a:ext uri="{FF2B5EF4-FFF2-40B4-BE49-F238E27FC236}">
                <a16:creationId xmlns:a16="http://schemas.microsoft.com/office/drawing/2014/main" id="{98C7DFD9-DBFF-5FB9-BE87-A659B65033A3}"/>
              </a:ext>
            </a:extLst>
          </p:cNvPr>
          <p:cNvSpPr/>
          <p:nvPr/>
        </p:nvSpPr>
        <p:spPr>
          <a:xfrm flipH="1">
            <a:off x="8627566" y="5331637"/>
            <a:ext cx="183311" cy="269754"/>
          </a:xfrm>
          <a:custGeom>
            <a:avLst/>
            <a:gdLst/>
            <a:ahLst/>
            <a:cxnLst/>
            <a:rect l="l" t="t" r="r" b="b"/>
            <a:pathLst>
              <a:path w="133027" h="195758" extrusionOk="0">
                <a:moveTo>
                  <a:pt x="65846" y="26249"/>
                </a:moveTo>
                <a:cubicBezTo>
                  <a:pt x="87201" y="26249"/>
                  <a:pt x="104108" y="43156"/>
                  <a:pt x="104108" y="64511"/>
                </a:cubicBezTo>
                <a:cubicBezTo>
                  <a:pt x="104108" y="85422"/>
                  <a:pt x="87201" y="102328"/>
                  <a:pt x="65846" y="102328"/>
                </a:cubicBezTo>
                <a:cubicBezTo>
                  <a:pt x="44936" y="102328"/>
                  <a:pt x="28029" y="85422"/>
                  <a:pt x="28029" y="64511"/>
                </a:cubicBezTo>
                <a:cubicBezTo>
                  <a:pt x="28029" y="43156"/>
                  <a:pt x="44936" y="26249"/>
                  <a:pt x="65846" y="26249"/>
                </a:cubicBezTo>
                <a:close/>
                <a:moveTo>
                  <a:pt x="66291" y="0"/>
                </a:moveTo>
                <a:cubicBezTo>
                  <a:pt x="29809" y="0"/>
                  <a:pt x="0" y="29809"/>
                  <a:pt x="0" y="66291"/>
                </a:cubicBezTo>
                <a:cubicBezTo>
                  <a:pt x="0" y="84977"/>
                  <a:pt x="18241" y="118345"/>
                  <a:pt x="18241" y="118345"/>
                </a:cubicBezTo>
                <a:lnTo>
                  <a:pt x="64066" y="195758"/>
                </a:lnTo>
                <a:lnTo>
                  <a:pt x="111671" y="119234"/>
                </a:lnTo>
                <a:cubicBezTo>
                  <a:pt x="111671" y="119234"/>
                  <a:pt x="133027" y="87201"/>
                  <a:pt x="133027" y="66291"/>
                </a:cubicBezTo>
                <a:cubicBezTo>
                  <a:pt x="133027" y="29809"/>
                  <a:pt x="103218" y="0"/>
                  <a:pt x="66291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20" name="Google Shape;11102;p128">
            <a:extLst>
              <a:ext uri="{FF2B5EF4-FFF2-40B4-BE49-F238E27FC236}">
                <a16:creationId xmlns:a16="http://schemas.microsoft.com/office/drawing/2014/main" id="{37E30F21-EB04-3BD1-FF86-D3447AD7DBC4}"/>
              </a:ext>
            </a:extLst>
          </p:cNvPr>
          <p:cNvGrpSpPr/>
          <p:nvPr/>
        </p:nvGrpSpPr>
        <p:grpSpPr>
          <a:xfrm>
            <a:off x="7236126" y="4424102"/>
            <a:ext cx="603414" cy="525920"/>
            <a:chOff x="6000100" y="3076250"/>
            <a:chExt cx="587871" cy="512373"/>
          </a:xfrm>
        </p:grpSpPr>
        <p:sp>
          <p:nvSpPr>
            <p:cNvPr id="2221" name="Google Shape;11103;p128">
              <a:extLst>
                <a:ext uri="{FF2B5EF4-FFF2-40B4-BE49-F238E27FC236}">
                  <a16:creationId xmlns:a16="http://schemas.microsoft.com/office/drawing/2014/main" id="{DE62FFF6-2D9E-B26D-FE3C-E9D6D741629A}"/>
                </a:ext>
              </a:extLst>
            </p:cNvPr>
            <p:cNvSpPr/>
            <p:nvPr/>
          </p:nvSpPr>
          <p:spPr>
            <a:xfrm>
              <a:off x="6000100" y="3076250"/>
              <a:ext cx="587871" cy="512373"/>
            </a:xfrm>
            <a:custGeom>
              <a:avLst/>
              <a:gdLst/>
              <a:ahLst/>
              <a:cxnLst/>
              <a:rect l="l" t="t" r="r" b="b"/>
              <a:pathLst>
                <a:path w="101884" h="88838" extrusionOk="0">
                  <a:moveTo>
                    <a:pt x="50272" y="0"/>
                  </a:moveTo>
                  <a:cubicBezTo>
                    <a:pt x="31897" y="0"/>
                    <a:pt x="14791" y="11087"/>
                    <a:pt x="8322" y="29000"/>
                  </a:cubicBezTo>
                  <a:cubicBezTo>
                    <a:pt x="1" y="51995"/>
                    <a:pt x="12332" y="77546"/>
                    <a:pt x="35878" y="86063"/>
                  </a:cubicBezTo>
                  <a:cubicBezTo>
                    <a:pt x="41078" y="87945"/>
                    <a:pt x="46391" y="88838"/>
                    <a:pt x="51602" y="88838"/>
                  </a:cubicBezTo>
                  <a:cubicBezTo>
                    <a:pt x="69970" y="88838"/>
                    <a:pt x="87079" y="77751"/>
                    <a:pt x="93562" y="59838"/>
                  </a:cubicBezTo>
                  <a:cubicBezTo>
                    <a:pt x="101883" y="36843"/>
                    <a:pt x="89534" y="11292"/>
                    <a:pt x="66006" y="2775"/>
                  </a:cubicBezTo>
                  <a:cubicBezTo>
                    <a:pt x="60802" y="893"/>
                    <a:pt x="55486" y="0"/>
                    <a:pt x="50272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222" name="Google Shape;11104;p128">
              <a:extLst>
                <a:ext uri="{FF2B5EF4-FFF2-40B4-BE49-F238E27FC236}">
                  <a16:creationId xmlns:a16="http://schemas.microsoft.com/office/drawing/2014/main" id="{EDEEBC67-3E58-02C9-E3C2-92073FA8C6C9}"/>
                </a:ext>
              </a:extLst>
            </p:cNvPr>
            <p:cNvGrpSpPr/>
            <p:nvPr/>
          </p:nvGrpSpPr>
          <p:grpSpPr>
            <a:xfrm>
              <a:off x="6031360" y="3076713"/>
              <a:ext cx="539107" cy="480965"/>
              <a:chOff x="6031360" y="3076713"/>
              <a:chExt cx="539107" cy="480965"/>
            </a:xfrm>
          </p:grpSpPr>
          <p:sp>
            <p:nvSpPr>
              <p:cNvPr id="2223" name="Google Shape;11105;p128">
                <a:extLst>
                  <a:ext uri="{FF2B5EF4-FFF2-40B4-BE49-F238E27FC236}">
                    <a16:creationId xmlns:a16="http://schemas.microsoft.com/office/drawing/2014/main" id="{A73C47C5-9E4C-6FF2-7C11-B738EBA91502}"/>
                  </a:ext>
                </a:extLst>
              </p:cNvPr>
              <p:cNvSpPr/>
              <p:nvPr/>
            </p:nvSpPr>
            <p:spPr>
              <a:xfrm>
                <a:off x="6160232" y="3107767"/>
                <a:ext cx="410235" cy="449911"/>
              </a:xfrm>
              <a:custGeom>
                <a:avLst/>
                <a:gdLst/>
                <a:ahLst/>
                <a:cxnLst/>
                <a:rect l="l" t="t" r="r" b="b"/>
                <a:pathLst>
                  <a:path w="71098" h="78008" extrusionOk="0">
                    <a:moveTo>
                      <a:pt x="36108" y="3531"/>
                    </a:moveTo>
                    <a:lnTo>
                      <a:pt x="36835" y="4631"/>
                    </a:lnTo>
                    <a:cubicBezTo>
                      <a:pt x="36551" y="4826"/>
                      <a:pt x="36268" y="5039"/>
                      <a:pt x="35948" y="5217"/>
                    </a:cubicBezTo>
                    <a:cubicBezTo>
                      <a:pt x="35043" y="5749"/>
                      <a:pt x="34635" y="6459"/>
                      <a:pt x="35132" y="7488"/>
                    </a:cubicBezTo>
                    <a:cubicBezTo>
                      <a:pt x="35486" y="8208"/>
                      <a:pt x="35984" y="8561"/>
                      <a:pt x="36635" y="8561"/>
                    </a:cubicBezTo>
                    <a:cubicBezTo>
                      <a:pt x="36866" y="8561"/>
                      <a:pt x="37116" y="8517"/>
                      <a:pt x="37385" y="8428"/>
                    </a:cubicBezTo>
                    <a:cubicBezTo>
                      <a:pt x="37776" y="8304"/>
                      <a:pt x="38184" y="8198"/>
                      <a:pt x="38752" y="8056"/>
                    </a:cubicBezTo>
                    <a:lnTo>
                      <a:pt x="38752" y="8056"/>
                    </a:lnTo>
                    <a:cubicBezTo>
                      <a:pt x="38412" y="9075"/>
                      <a:pt x="37909" y="9331"/>
                      <a:pt x="37373" y="9331"/>
                    </a:cubicBezTo>
                    <a:cubicBezTo>
                      <a:pt x="36833" y="9331"/>
                      <a:pt x="36258" y="9072"/>
                      <a:pt x="35779" y="9072"/>
                    </a:cubicBezTo>
                    <a:cubicBezTo>
                      <a:pt x="35690" y="9072"/>
                      <a:pt x="35604" y="9081"/>
                      <a:pt x="35522" y="9102"/>
                    </a:cubicBezTo>
                    <a:lnTo>
                      <a:pt x="33162" y="11977"/>
                    </a:lnTo>
                    <a:lnTo>
                      <a:pt x="28585" y="11037"/>
                    </a:lnTo>
                    <a:lnTo>
                      <a:pt x="31832" y="10238"/>
                    </a:lnTo>
                    <a:cubicBezTo>
                      <a:pt x="32825" y="8162"/>
                      <a:pt x="33127" y="7062"/>
                      <a:pt x="32914" y="6228"/>
                    </a:cubicBezTo>
                    <a:lnTo>
                      <a:pt x="36108" y="3531"/>
                    </a:lnTo>
                    <a:close/>
                    <a:moveTo>
                      <a:pt x="38947" y="36232"/>
                    </a:moveTo>
                    <a:lnTo>
                      <a:pt x="38947" y="36232"/>
                    </a:lnTo>
                    <a:cubicBezTo>
                      <a:pt x="40402" y="36374"/>
                      <a:pt x="40561" y="37705"/>
                      <a:pt x="41253" y="38486"/>
                    </a:cubicBezTo>
                    <a:cubicBezTo>
                      <a:pt x="40278" y="40029"/>
                      <a:pt x="42194" y="41076"/>
                      <a:pt x="41963" y="42673"/>
                    </a:cubicBezTo>
                    <a:cubicBezTo>
                      <a:pt x="41786" y="43862"/>
                      <a:pt x="42833" y="45264"/>
                      <a:pt x="43241" y="46648"/>
                    </a:cubicBezTo>
                    <a:cubicBezTo>
                      <a:pt x="43560" y="47641"/>
                      <a:pt x="43507" y="48741"/>
                      <a:pt x="43046" y="49699"/>
                    </a:cubicBezTo>
                    <a:lnTo>
                      <a:pt x="40473" y="45760"/>
                    </a:lnTo>
                    <a:cubicBezTo>
                      <a:pt x="41449" y="42726"/>
                      <a:pt x="39160" y="39728"/>
                      <a:pt x="38947" y="36232"/>
                    </a:cubicBezTo>
                    <a:close/>
                    <a:moveTo>
                      <a:pt x="36430" y="1"/>
                    </a:moveTo>
                    <a:cubicBezTo>
                      <a:pt x="35873" y="1"/>
                      <a:pt x="35316" y="87"/>
                      <a:pt x="34759" y="284"/>
                    </a:cubicBezTo>
                    <a:cubicBezTo>
                      <a:pt x="33659" y="657"/>
                      <a:pt x="32346" y="870"/>
                      <a:pt x="31885" y="2005"/>
                    </a:cubicBezTo>
                    <a:cubicBezTo>
                      <a:pt x="31264" y="3567"/>
                      <a:pt x="29809" y="3549"/>
                      <a:pt x="28656" y="3992"/>
                    </a:cubicBezTo>
                    <a:cubicBezTo>
                      <a:pt x="26331" y="4826"/>
                      <a:pt x="26012" y="5465"/>
                      <a:pt x="27006" y="7683"/>
                    </a:cubicBezTo>
                    <a:lnTo>
                      <a:pt x="29791" y="7736"/>
                    </a:lnTo>
                    <a:lnTo>
                      <a:pt x="29046" y="10327"/>
                    </a:lnTo>
                    <a:lnTo>
                      <a:pt x="28425" y="7736"/>
                    </a:lnTo>
                    <a:lnTo>
                      <a:pt x="26633" y="11143"/>
                    </a:lnTo>
                    <a:cubicBezTo>
                      <a:pt x="25746" y="11374"/>
                      <a:pt x="24734" y="11391"/>
                      <a:pt x="24113" y="11870"/>
                    </a:cubicBezTo>
                    <a:cubicBezTo>
                      <a:pt x="22960" y="12775"/>
                      <a:pt x="21328" y="12509"/>
                      <a:pt x="20352" y="13680"/>
                    </a:cubicBezTo>
                    <a:lnTo>
                      <a:pt x="19695" y="12900"/>
                    </a:lnTo>
                    <a:lnTo>
                      <a:pt x="18808" y="14106"/>
                    </a:lnTo>
                    <a:cubicBezTo>
                      <a:pt x="18523" y="13971"/>
                      <a:pt x="18518" y="13452"/>
                      <a:pt x="18160" y="13452"/>
                    </a:cubicBezTo>
                    <a:cubicBezTo>
                      <a:pt x="18049" y="13452"/>
                      <a:pt x="17905" y="13501"/>
                      <a:pt x="17708" y="13627"/>
                    </a:cubicBezTo>
                    <a:lnTo>
                      <a:pt x="18560" y="17193"/>
                    </a:lnTo>
                    <a:cubicBezTo>
                      <a:pt x="17972" y="17718"/>
                      <a:pt x="17385" y="18062"/>
                      <a:pt x="16823" y="18062"/>
                    </a:cubicBezTo>
                    <a:cubicBezTo>
                      <a:pt x="16435" y="18062"/>
                      <a:pt x="16059" y="17897"/>
                      <a:pt x="15703" y="17513"/>
                    </a:cubicBezTo>
                    <a:cubicBezTo>
                      <a:pt x="14869" y="16626"/>
                      <a:pt x="13929" y="16750"/>
                      <a:pt x="13112" y="16643"/>
                    </a:cubicBezTo>
                    <a:lnTo>
                      <a:pt x="11196" y="21381"/>
                    </a:lnTo>
                    <a:cubicBezTo>
                      <a:pt x="11922" y="22616"/>
                      <a:pt x="12753" y="22986"/>
                      <a:pt x="13632" y="22986"/>
                    </a:cubicBezTo>
                    <a:cubicBezTo>
                      <a:pt x="14835" y="22986"/>
                      <a:pt x="16130" y="22292"/>
                      <a:pt x="17371" y="22179"/>
                    </a:cubicBezTo>
                    <a:lnTo>
                      <a:pt x="17868" y="20618"/>
                    </a:lnTo>
                    <a:cubicBezTo>
                      <a:pt x="19961" y="20600"/>
                      <a:pt x="19961" y="20600"/>
                      <a:pt x="21594" y="18879"/>
                    </a:cubicBezTo>
                    <a:lnTo>
                      <a:pt x="22587" y="19784"/>
                    </a:lnTo>
                    <a:lnTo>
                      <a:pt x="24646" y="19181"/>
                    </a:lnTo>
                    <a:lnTo>
                      <a:pt x="28762" y="24788"/>
                    </a:lnTo>
                    <a:lnTo>
                      <a:pt x="24930" y="23971"/>
                    </a:lnTo>
                    <a:lnTo>
                      <a:pt x="24930" y="23971"/>
                    </a:lnTo>
                    <a:lnTo>
                      <a:pt x="26544" y="25746"/>
                    </a:lnTo>
                    <a:cubicBezTo>
                      <a:pt x="28177" y="25604"/>
                      <a:pt x="29507" y="24930"/>
                      <a:pt x="30182" y="23209"/>
                    </a:cubicBezTo>
                    <a:cubicBezTo>
                      <a:pt x="29738" y="22747"/>
                      <a:pt x="29365" y="22321"/>
                      <a:pt x="28957" y="21949"/>
                    </a:cubicBezTo>
                    <a:cubicBezTo>
                      <a:pt x="28017" y="21150"/>
                      <a:pt x="27165" y="20352"/>
                      <a:pt x="27502" y="18400"/>
                    </a:cubicBezTo>
                    <a:lnTo>
                      <a:pt x="27502" y="18400"/>
                    </a:lnTo>
                    <a:cubicBezTo>
                      <a:pt x="28336" y="19678"/>
                      <a:pt x="28709" y="20902"/>
                      <a:pt x="29472" y="21239"/>
                    </a:cubicBezTo>
                    <a:cubicBezTo>
                      <a:pt x="30678" y="21771"/>
                      <a:pt x="30785" y="22641"/>
                      <a:pt x="30927" y="23617"/>
                    </a:cubicBezTo>
                    <a:cubicBezTo>
                      <a:pt x="31016" y="24255"/>
                      <a:pt x="30874" y="24965"/>
                      <a:pt x="31087" y="25551"/>
                    </a:cubicBezTo>
                    <a:cubicBezTo>
                      <a:pt x="31282" y="26083"/>
                      <a:pt x="31832" y="26473"/>
                      <a:pt x="32187" y="26952"/>
                    </a:cubicBezTo>
                    <a:cubicBezTo>
                      <a:pt x="32275" y="27077"/>
                      <a:pt x="32329" y="27236"/>
                      <a:pt x="32329" y="27396"/>
                    </a:cubicBezTo>
                    <a:lnTo>
                      <a:pt x="34369" y="26225"/>
                    </a:lnTo>
                    <a:cubicBezTo>
                      <a:pt x="33860" y="25322"/>
                      <a:pt x="33670" y="24632"/>
                      <a:pt x="34867" y="24632"/>
                    </a:cubicBezTo>
                    <a:cubicBezTo>
                      <a:pt x="34964" y="24632"/>
                      <a:pt x="35070" y="24636"/>
                      <a:pt x="35185" y="24646"/>
                    </a:cubicBezTo>
                    <a:cubicBezTo>
                      <a:pt x="35416" y="25462"/>
                      <a:pt x="35718" y="26189"/>
                      <a:pt x="35753" y="26917"/>
                    </a:cubicBezTo>
                    <a:cubicBezTo>
                      <a:pt x="35859" y="28390"/>
                      <a:pt x="37013" y="29011"/>
                      <a:pt x="38024" y="29224"/>
                    </a:cubicBezTo>
                    <a:cubicBezTo>
                      <a:pt x="38126" y="29247"/>
                      <a:pt x="38227" y="29254"/>
                      <a:pt x="38330" y="29254"/>
                    </a:cubicBezTo>
                    <a:cubicBezTo>
                      <a:pt x="38476" y="29254"/>
                      <a:pt x="38623" y="29240"/>
                      <a:pt x="38773" y="29240"/>
                    </a:cubicBezTo>
                    <a:cubicBezTo>
                      <a:pt x="39073" y="29240"/>
                      <a:pt x="39384" y="29296"/>
                      <a:pt x="39710" y="29632"/>
                    </a:cubicBezTo>
                    <a:cubicBezTo>
                      <a:pt x="39812" y="29734"/>
                      <a:pt x="39986" y="29769"/>
                      <a:pt x="40202" y="29769"/>
                    </a:cubicBezTo>
                    <a:cubicBezTo>
                      <a:pt x="40620" y="29769"/>
                      <a:pt x="41193" y="29637"/>
                      <a:pt x="41697" y="29614"/>
                    </a:cubicBezTo>
                    <a:lnTo>
                      <a:pt x="41697" y="29614"/>
                    </a:lnTo>
                    <a:cubicBezTo>
                      <a:pt x="41182" y="31175"/>
                      <a:pt x="41608" y="32825"/>
                      <a:pt x="39657" y="33517"/>
                    </a:cubicBezTo>
                    <a:cubicBezTo>
                      <a:pt x="37368" y="32683"/>
                      <a:pt x="34369" y="33198"/>
                      <a:pt x="32488" y="30608"/>
                    </a:cubicBezTo>
                    <a:cubicBezTo>
                      <a:pt x="32240" y="30253"/>
                      <a:pt x="31388" y="30306"/>
                      <a:pt x="30820" y="30217"/>
                    </a:cubicBezTo>
                    <a:cubicBezTo>
                      <a:pt x="30607" y="30217"/>
                      <a:pt x="30395" y="30270"/>
                      <a:pt x="30182" y="30324"/>
                    </a:cubicBezTo>
                    <a:lnTo>
                      <a:pt x="29507" y="32151"/>
                    </a:lnTo>
                    <a:cubicBezTo>
                      <a:pt x="27875" y="31246"/>
                      <a:pt x="26686" y="29969"/>
                      <a:pt x="25373" y="29259"/>
                    </a:cubicBezTo>
                    <a:cubicBezTo>
                      <a:pt x="23918" y="28496"/>
                      <a:pt x="23794" y="27431"/>
                      <a:pt x="23794" y="26456"/>
                    </a:cubicBezTo>
                    <a:cubicBezTo>
                      <a:pt x="23808" y="24745"/>
                      <a:pt x="23906" y="24354"/>
                      <a:pt x="23055" y="24354"/>
                    </a:cubicBezTo>
                    <a:cubicBezTo>
                      <a:pt x="22802" y="24354"/>
                      <a:pt x="22466" y="24388"/>
                      <a:pt x="22020" y="24433"/>
                    </a:cubicBezTo>
                    <a:cubicBezTo>
                      <a:pt x="21712" y="24458"/>
                      <a:pt x="21377" y="24558"/>
                      <a:pt x="21074" y="24558"/>
                    </a:cubicBezTo>
                    <a:cubicBezTo>
                      <a:pt x="20958" y="24558"/>
                      <a:pt x="20846" y="24543"/>
                      <a:pt x="20742" y="24504"/>
                    </a:cubicBezTo>
                    <a:cubicBezTo>
                      <a:pt x="20157" y="24291"/>
                      <a:pt x="19678" y="23670"/>
                      <a:pt x="19092" y="23546"/>
                    </a:cubicBezTo>
                    <a:cubicBezTo>
                      <a:pt x="19019" y="23530"/>
                      <a:pt x="18944" y="23524"/>
                      <a:pt x="18868" y="23524"/>
                    </a:cubicBezTo>
                    <a:cubicBezTo>
                      <a:pt x="18388" y="23524"/>
                      <a:pt x="17849" y="23788"/>
                      <a:pt x="17363" y="23788"/>
                    </a:cubicBezTo>
                    <a:cubicBezTo>
                      <a:pt x="17305" y="23788"/>
                      <a:pt x="17249" y="23784"/>
                      <a:pt x="17193" y="23776"/>
                    </a:cubicBezTo>
                    <a:cubicBezTo>
                      <a:pt x="17025" y="23751"/>
                      <a:pt x="16855" y="23741"/>
                      <a:pt x="16686" y="23741"/>
                    </a:cubicBezTo>
                    <a:cubicBezTo>
                      <a:pt x="15885" y="23741"/>
                      <a:pt x="15077" y="23971"/>
                      <a:pt x="14280" y="23971"/>
                    </a:cubicBezTo>
                    <a:cubicBezTo>
                      <a:pt x="13809" y="23971"/>
                      <a:pt x="13342" y="23890"/>
                      <a:pt x="12882" y="23634"/>
                    </a:cubicBezTo>
                    <a:cubicBezTo>
                      <a:pt x="12688" y="23891"/>
                      <a:pt x="12389" y="23939"/>
                      <a:pt x="12067" y="23939"/>
                    </a:cubicBezTo>
                    <a:cubicBezTo>
                      <a:pt x="11878" y="23939"/>
                      <a:pt x="11682" y="23923"/>
                      <a:pt x="11494" y="23923"/>
                    </a:cubicBezTo>
                    <a:cubicBezTo>
                      <a:pt x="11005" y="23923"/>
                      <a:pt x="10573" y="24032"/>
                      <a:pt x="10486" y="24823"/>
                    </a:cubicBezTo>
                    <a:cubicBezTo>
                      <a:pt x="8943" y="25125"/>
                      <a:pt x="8925" y="26935"/>
                      <a:pt x="7594" y="27644"/>
                    </a:cubicBezTo>
                    <a:cubicBezTo>
                      <a:pt x="6636" y="28159"/>
                      <a:pt x="5270" y="28461"/>
                      <a:pt x="4720" y="29365"/>
                    </a:cubicBezTo>
                    <a:cubicBezTo>
                      <a:pt x="3992" y="30554"/>
                      <a:pt x="2733" y="30874"/>
                      <a:pt x="1899" y="31779"/>
                    </a:cubicBezTo>
                    <a:cubicBezTo>
                      <a:pt x="1420" y="32311"/>
                      <a:pt x="1100" y="33021"/>
                      <a:pt x="692" y="33695"/>
                    </a:cubicBezTo>
                    <a:lnTo>
                      <a:pt x="2058" y="34529"/>
                    </a:lnTo>
                    <a:lnTo>
                      <a:pt x="0" y="40331"/>
                    </a:lnTo>
                    <a:cubicBezTo>
                      <a:pt x="568" y="41839"/>
                      <a:pt x="1828" y="42460"/>
                      <a:pt x="1579" y="43844"/>
                    </a:cubicBezTo>
                    <a:cubicBezTo>
                      <a:pt x="1526" y="44093"/>
                      <a:pt x="4542" y="47659"/>
                      <a:pt x="4720" y="47677"/>
                    </a:cubicBezTo>
                    <a:cubicBezTo>
                      <a:pt x="6407" y="47823"/>
                      <a:pt x="7973" y="48589"/>
                      <a:pt x="9698" y="48589"/>
                    </a:cubicBezTo>
                    <a:cubicBezTo>
                      <a:pt x="10059" y="48589"/>
                      <a:pt x="10428" y="48555"/>
                      <a:pt x="10806" y="48475"/>
                    </a:cubicBezTo>
                    <a:cubicBezTo>
                      <a:pt x="10987" y="48438"/>
                      <a:pt x="11194" y="48420"/>
                      <a:pt x="11413" y="48420"/>
                    </a:cubicBezTo>
                    <a:cubicBezTo>
                      <a:pt x="12352" y="48420"/>
                      <a:pt x="13516" y="48748"/>
                      <a:pt x="13875" y="49309"/>
                    </a:cubicBezTo>
                    <a:cubicBezTo>
                      <a:pt x="14692" y="50587"/>
                      <a:pt x="15916" y="50622"/>
                      <a:pt x="17140" y="51048"/>
                    </a:cubicBezTo>
                    <a:lnTo>
                      <a:pt x="16076" y="56140"/>
                    </a:lnTo>
                    <a:cubicBezTo>
                      <a:pt x="17477" y="57542"/>
                      <a:pt x="16874" y="59405"/>
                      <a:pt x="17513" y="60896"/>
                    </a:cubicBezTo>
                    <a:cubicBezTo>
                      <a:pt x="17939" y="61907"/>
                      <a:pt x="17566" y="62439"/>
                      <a:pt x="17105" y="63291"/>
                    </a:cubicBezTo>
                    <a:cubicBezTo>
                      <a:pt x="16484" y="64409"/>
                      <a:pt x="14922" y="65544"/>
                      <a:pt x="15526" y="66751"/>
                    </a:cubicBezTo>
                    <a:cubicBezTo>
                      <a:pt x="16359" y="68454"/>
                      <a:pt x="16218" y="70264"/>
                      <a:pt x="16218" y="71879"/>
                    </a:cubicBezTo>
                    <a:cubicBezTo>
                      <a:pt x="16218" y="73795"/>
                      <a:pt x="17726" y="75427"/>
                      <a:pt x="16697" y="77361"/>
                    </a:cubicBezTo>
                    <a:cubicBezTo>
                      <a:pt x="17566" y="77539"/>
                      <a:pt x="18134" y="77610"/>
                      <a:pt x="18684" y="77787"/>
                    </a:cubicBezTo>
                    <a:cubicBezTo>
                      <a:pt x="19160" y="77941"/>
                      <a:pt x="19615" y="78007"/>
                      <a:pt x="20054" y="78007"/>
                    </a:cubicBezTo>
                    <a:cubicBezTo>
                      <a:pt x="21942" y="78007"/>
                      <a:pt x="23543" y="76798"/>
                      <a:pt x="25284" y="76208"/>
                    </a:cubicBezTo>
                    <a:cubicBezTo>
                      <a:pt x="25497" y="74416"/>
                      <a:pt x="27183" y="74310"/>
                      <a:pt x="28336" y="73671"/>
                    </a:cubicBezTo>
                    <a:cubicBezTo>
                      <a:pt x="29472" y="73032"/>
                      <a:pt x="29064" y="71826"/>
                      <a:pt x="29436" y="71240"/>
                    </a:cubicBezTo>
                    <a:cubicBezTo>
                      <a:pt x="30359" y="70814"/>
                      <a:pt x="31051" y="70495"/>
                      <a:pt x="31761" y="70175"/>
                    </a:cubicBezTo>
                    <a:cubicBezTo>
                      <a:pt x="32701" y="69750"/>
                      <a:pt x="34032" y="69998"/>
                      <a:pt x="34351" y="68472"/>
                    </a:cubicBezTo>
                    <a:cubicBezTo>
                      <a:pt x="34564" y="67407"/>
                      <a:pt x="35593" y="66680"/>
                      <a:pt x="35682" y="65456"/>
                    </a:cubicBezTo>
                    <a:cubicBezTo>
                      <a:pt x="35789" y="64196"/>
                      <a:pt x="36179" y="62972"/>
                      <a:pt x="36427" y="61783"/>
                    </a:cubicBezTo>
                    <a:cubicBezTo>
                      <a:pt x="38255" y="60576"/>
                      <a:pt x="39869" y="58979"/>
                      <a:pt x="41786" y="58376"/>
                    </a:cubicBezTo>
                    <a:cubicBezTo>
                      <a:pt x="44997" y="57365"/>
                      <a:pt x="46843" y="55306"/>
                      <a:pt x="48156" y="52432"/>
                    </a:cubicBezTo>
                    <a:cubicBezTo>
                      <a:pt x="47847" y="52304"/>
                      <a:pt x="47534" y="52259"/>
                      <a:pt x="47221" y="52259"/>
                    </a:cubicBezTo>
                    <a:cubicBezTo>
                      <a:pt x="46487" y="52259"/>
                      <a:pt x="45750" y="52505"/>
                      <a:pt x="45050" y="52505"/>
                    </a:cubicBezTo>
                    <a:cubicBezTo>
                      <a:pt x="44519" y="52505"/>
                      <a:pt x="44011" y="52363"/>
                      <a:pt x="43542" y="51864"/>
                    </a:cubicBezTo>
                    <a:cubicBezTo>
                      <a:pt x="44838" y="50108"/>
                      <a:pt x="44909" y="50037"/>
                      <a:pt x="46293" y="49859"/>
                    </a:cubicBezTo>
                    <a:cubicBezTo>
                      <a:pt x="49646" y="49451"/>
                      <a:pt x="52822" y="48599"/>
                      <a:pt x="55395" y="46222"/>
                    </a:cubicBezTo>
                    <a:cubicBezTo>
                      <a:pt x="55484" y="45760"/>
                      <a:pt x="55697" y="45281"/>
                      <a:pt x="55643" y="44838"/>
                    </a:cubicBezTo>
                    <a:cubicBezTo>
                      <a:pt x="55519" y="44022"/>
                      <a:pt x="55359" y="43205"/>
                      <a:pt x="55164" y="42389"/>
                    </a:cubicBezTo>
                    <a:lnTo>
                      <a:pt x="54224" y="42886"/>
                    </a:lnTo>
                    <a:lnTo>
                      <a:pt x="53887" y="41254"/>
                    </a:lnTo>
                    <a:lnTo>
                      <a:pt x="53017" y="42655"/>
                    </a:lnTo>
                    <a:cubicBezTo>
                      <a:pt x="51775" y="40810"/>
                      <a:pt x="49327" y="39763"/>
                      <a:pt x="49735" y="36906"/>
                    </a:cubicBezTo>
                    <a:lnTo>
                      <a:pt x="49735" y="36906"/>
                    </a:lnTo>
                    <a:cubicBezTo>
                      <a:pt x="51738" y="37643"/>
                      <a:pt x="51709" y="40841"/>
                      <a:pt x="54224" y="40841"/>
                    </a:cubicBezTo>
                    <a:cubicBezTo>
                      <a:pt x="54315" y="40841"/>
                      <a:pt x="54410" y="40836"/>
                      <a:pt x="54508" y="40828"/>
                    </a:cubicBezTo>
                    <a:cubicBezTo>
                      <a:pt x="55927" y="42620"/>
                      <a:pt x="57968" y="43134"/>
                      <a:pt x="59831" y="43365"/>
                    </a:cubicBezTo>
                    <a:lnTo>
                      <a:pt x="61091" y="47286"/>
                    </a:lnTo>
                    <a:lnTo>
                      <a:pt x="62244" y="46683"/>
                    </a:lnTo>
                    <a:lnTo>
                      <a:pt x="61215" y="57010"/>
                    </a:lnTo>
                    <a:cubicBezTo>
                      <a:pt x="61641" y="57382"/>
                      <a:pt x="62102" y="57613"/>
                      <a:pt x="62208" y="57950"/>
                    </a:cubicBezTo>
                    <a:cubicBezTo>
                      <a:pt x="62350" y="58411"/>
                      <a:pt x="62226" y="58944"/>
                      <a:pt x="62226" y="59547"/>
                    </a:cubicBezTo>
                    <a:cubicBezTo>
                      <a:pt x="64054" y="58323"/>
                      <a:pt x="61783" y="56531"/>
                      <a:pt x="63397" y="55164"/>
                    </a:cubicBezTo>
                    <a:cubicBezTo>
                      <a:pt x="64338" y="54348"/>
                      <a:pt x="63894" y="52503"/>
                      <a:pt x="65420" y="51421"/>
                    </a:cubicBezTo>
                    <a:cubicBezTo>
                      <a:pt x="66236" y="50835"/>
                      <a:pt x="66627" y="49575"/>
                      <a:pt x="67407" y="48670"/>
                    </a:cubicBezTo>
                    <a:cubicBezTo>
                      <a:pt x="71098" y="31370"/>
                      <a:pt x="63805" y="13556"/>
                      <a:pt x="49451" y="3265"/>
                    </a:cubicBezTo>
                    <a:lnTo>
                      <a:pt x="47836" y="4223"/>
                    </a:lnTo>
                    <a:lnTo>
                      <a:pt x="47286" y="3425"/>
                    </a:lnTo>
                    <a:lnTo>
                      <a:pt x="45068" y="5465"/>
                    </a:lnTo>
                    <a:lnTo>
                      <a:pt x="44802" y="2963"/>
                    </a:lnTo>
                    <a:cubicBezTo>
                      <a:pt x="44483" y="4383"/>
                      <a:pt x="44412" y="5554"/>
                      <a:pt x="43383" y="6193"/>
                    </a:cubicBezTo>
                    <a:lnTo>
                      <a:pt x="41094" y="4844"/>
                    </a:lnTo>
                    <a:lnTo>
                      <a:pt x="41253" y="4702"/>
                    </a:lnTo>
                    <a:lnTo>
                      <a:pt x="43436" y="4525"/>
                    </a:lnTo>
                    <a:cubicBezTo>
                      <a:pt x="43312" y="3975"/>
                      <a:pt x="43329" y="3673"/>
                      <a:pt x="43205" y="3567"/>
                    </a:cubicBezTo>
                    <a:cubicBezTo>
                      <a:pt x="41857" y="2502"/>
                      <a:pt x="40153" y="1934"/>
                      <a:pt x="38929" y="657"/>
                    </a:cubicBezTo>
                    <a:cubicBezTo>
                      <a:pt x="38787" y="497"/>
                      <a:pt x="38592" y="390"/>
                      <a:pt x="38379" y="319"/>
                    </a:cubicBezTo>
                    <a:cubicBezTo>
                      <a:pt x="37729" y="119"/>
                      <a:pt x="37080" y="1"/>
                      <a:pt x="36430" y="1"/>
                    </a:cubicBez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224" name="Google Shape;11106;p128">
                <a:extLst>
                  <a:ext uri="{FF2B5EF4-FFF2-40B4-BE49-F238E27FC236}">
                    <a16:creationId xmlns:a16="http://schemas.microsoft.com/office/drawing/2014/main" id="{8BF78ACD-26D2-D2F0-6F72-93BD96445551}"/>
                  </a:ext>
                </a:extLst>
              </p:cNvPr>
              <p:cNvSpPr/>
              <p:nvPr/>
            </p:nvSpPr>
            <p:spPr>
              <a:xfrm>
                <a:off x="6031360" y="3319580"/>
                <a:ext cx="62149" cy="151155"/>
              </a:xfrm>
              <a:custGeom>
                <a:avLst/>
                <a:gdLst/>
                <a:ahLst/>
                <a:cxnLst/>
                <a:rect l="l" t="t" r="r" b="b"/>
                <a:pathLst>
                  <a:path w="10771" h="26208" extrusionOk="0">
                    <a:moveTo>
                      <a:pt x="266" y="1"/>
                    </a:moveTo>
                    <a:lnTo>
                      <a:pt x="266" y="1"/>
                    </a:lnTo>
                    <a:cubicBezTo>
                      <a:pt x="0" y="9316"/>
                      <a:pt x="2679" y="18489"/>
                      <a:pt x="7914" y="26208"/>
                    </a:cubicBezTo>
                    <a:lnTo>
                      <a:pt x="9014" y="25995"/>
                    </a:lnTo>
                    <a:cubicBezTo>
                      <a:pt x="9954" y="24078"/>
                      <a:pt x="9617" y="22073"/>
                      <a:pt x="9475" y="20068"/>
                    </a:cubicBezTo>
                    <a:cubicBezTo>
                      <a:pt x="9422" y="19412"/>
                      <a:pt x="9120" y="18347"/>
                      <a:pt x="9386" y="18188"/>
                    </a:cubicBezTo>
                    <a:cubicBezTo>
                      <a:pt x="10753" y="17336"/>
                      <a:pt x="10274" y="15881"/>
                      <a:pt x="10770" y="14834"/>
                    </a:cubicBezTo>
                    <a:cubicBezTo>
                      <a:pt x="9777" y="13415"/>
                      <a:pt x="8890" y="12137"/>
                      <a:pt x="7328" y="11161"/>
                    </a:cubicBezTo>
                    <a:cubicBezTo>
                      <a:pt x="5270" y="9901"/>
                      <a:pt x="3194" y="8216"/>
                      <a:pt x="3247" y="5235"/>
                    </a:cubicBezTo>
                    <a:cubicBezTo>
                      <a:pt x="3265" y="4649"/>
                      <a:pt x="2999" y="3709"/>
                      <a:pt x="2591" y="3514"/>
                    </a:cubicBezTo>
                    <a:cubicBezTo>
                      <a:pt x="1295" y="2893"/>
                      <a:pt x="479" y="1562"/>
                      <a:pt x="408" y="604"/>
                    </a:cubicBezTo>
                    <a:cubicBezTo>
                      <a:pt x="373" y="391"/>
                      <a:pt x="337" y="196"/>
                      <a:pt x="266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5" name="Google Shape;11107;p128">
                <a:extLst>
                  <a:ext uri="{FF2B5EF4-FFF2-40B4-BE49-F238E27FC236}">
                    <a16:creationId xmlns:a16="http://schemas.microsoft.com/office/drawing/2014/main" id="{C19EC855-5998-2E7E-3259-EE76E2FE2E14}"/>
                  </a:ext>
                </a:extLst>
              </p:cNvPr>
              <p:cNvSpPr/>
              <p:nvPr/>
            </p:nvSpPr>
            <p:spPr>
              <a:xfrm>
                <a:off x="6189159" y="3076713"/>
                <a:ext cx="117131" cy="35868"/>
              </a:xfrm>
              <a:custGeom>
                <a:avLst/>
                <a:gdLst/>
                <a:ahLst/>
                <a:cxnLst/>
                <a:rect l="l" t="t" r="r" b="b"/>
                <a:pathLst>
                  <a:path w="20300" h="6219" extrusionOk="0">
                    <a:moveTo>
                      <a:pt x="17629" y="0"/>
                    </a:moveTo>
                    <a:cubicBezTo>
                      <a:pt x="12187" y="0"/>
                      <a:pt x="6775" y="976"/>
                      <a:pt x="1651" y="2882"/>
                    </a:cubicBezTo>
                    <a:cubicBezTo>
                      <a:pt x="1207" y="3344"/>
                      <a:pt x="764" y="3823"/>
                      <a:pt x="302" y="4266"/>
                    </a:cubicBezTo>
                    <a:cubicBezTo>
                      <a:pt x="1" y="4568"/>
                      <a:pt x="231" y="5402"/>
                      <a:pt x="214" y="6218"/>
                    </a:cubicBezTo>
                    <a:cubicBezTo>
                      <a:pt x="1402" y="5473"/>
                      <a:pt x="2201" y="4834"/>
                      <a:pt x="3141" y="4408"/>
                    </a:cubicBezTo>
                    <a:cubicBezTo>
                      <a:pt x="5525" y="3347"/>
                      <a:pt x="8003" y="2632"/>
                      <a:pt x="10607" y="2632"/>
                    </a:cubicBezTo>
                    <a:cubicBezTo>
                      <a:pt x="11182" y="2632"/>
                      <a:pt x="11763" y="2666"/>
                      <a:pt x="12350" y="2740"/>
                    </a:cubicBezTo>
                    <a:cubicBezTo>
                      <a:pt x="12586" y="2362"/>
                      <a:pt x="12876" y="2257"/>
                      <a:pt x="13186" y="2257"/>
                    </a:cubicBezTo>
                    <a:cubicBezTo>
                      <a:pt x="13571" y="2257"/>
                      <a:pt x="13986" y="2419"/>
                      <a:pt x="14364" y="2419"/>
                    </a:cubicBezTo>
                    <a:cubicBezTo>
                      <a:pt x="14550" y="2419"/>
                      <a:pt x="14727" y="2379"/>
                      <a:pt x="14887" y="2261"/>
                    </a:cubicBezTo>
                    <a:cubicBezTo>
                      <a:pt x="16502" y="1072"/>
                      <a:pt x="18472" y="718"/>
                      <a:pt x="20299" y="79"/>
                    </a:cubicBezTo>
                    <a:cubicBezTo>
                      <a:pt x="19409" y="26"/>
                      <a:pt x="18519" y="0"/>
                      <a:pt x="17629" y="0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6" name="Google Shape;11108;p128">
                <a:extLst>
                  <a:ext uri="{FF2B5EF4-FFF2-40B4-BE49-F238E27FC236}">
                    <a16:creationId xmlns:a16="http://schemas.microsoft.com/office/drawing/2014/main" id="{80AE7789-C948-40B4-5455-CA61AFE395EC}"/>
                  </a:ext>
                </a:extLst>
              </p:cNvPr>
              <p:cNvSpPr/>
              <p:nvPr/>
            </p:nvSpPr>
            <p:spPr>
              <a:xfrm>
                <a:off x="6350006" y="3503923"/>
                <a:ext cx="45156" cy="42581"/>
              </a:xfrm>
              <a:custGeom>
                <a:avLst/>
                <a:gdLst/>
                <a:ahLst/>
                <a:cxnLst/>
                <a:rect l="l" t="t" r="r" b="b"/>
                <a:pathLst>
                  <a:path w="7826" h="7383" extrusionOk="0">
                    <a:moveTo>
                      <a:pt x="7648" y="1"/>
                    </a:moveTo>
                    <a:lnTo>
                      <a:pt x="7648" y="1"/>
                    </a:lnTo>
                    <a:cubicBezTo>
                      <a:pt x="6488" y="417"/>
                      <a:pt x="5728" y="1543"/>
                      <a:pt x="4541" y="1543"/>
                    </a:cubicBezTo>
                    <a:cubicBezTo>
                      <a:pt x="4311" y="1543"/>
                      <a:pt x="4065" y="1501"/>
                      <a:pt x="3797" y="1403"/>
                    </a:cubicBezTo>
                    <a:cubicBezTo>
                      <a:pt x="3766" y="1397"/>
                      <a:pt x="3735" y="1395"/>
                      <a:pt x="3704" y="1395"/>
                    </a:cubicBezTo>
                    <a:cubicBezTo>
                      <a:pt x="3523" y="1395"/>
                      <a:pt x="3348" y="1482"/>
                      <a:pt x="3212" y="1633"/>
                    </a:cubicBezTo>
                    <a:cubicBezTo>
                      <a:pt x="2520" y="3567"/>
                      <a:pt x="142" y="4490"/>
                      <a:pt x="0" y="7045"/>
                    </a:cubicBezTo>
                    <a:lnTo>
                      <a:pt x="1633" y="7382"/>
                    </a:lnTo>
                    <a:cubicBezTo>
                      <a:pt x="2662" y="6353"/>
                      <a:pt x="3655" y="5306"/>
                      <a:pt x="4844" y="4419"/>
                    </a:cubicBezTo>
                    <a:cubicBezTo>
                      <a:pt x="6211" y="3390"/>
                      <a:pt x="7825" y="2219"/>
                      <a:pt x="7648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7" name="Google Shape;11109;p128">
                <a:extLst>
                  <a:ext uri="{FF2B5EF4-FFF2-40B4-BE49-F238E27FC236}">
                    <a16:creationId xmlns:a16="http://schemas.microsoft.com/office/drawing/2014/main" id="{B1C8D4A1-C39F-23E6-7862-9DF2D1E9DBDD}"/>
                  </a:ext>
                </a:extLst>
              </p:cNvPr>
              <p:cNvSpPr/>
              <p:nvPr/>
            </p:nvSpPr>
            <p:spPr>
              <a:xfrm>
                <a:off x="6262180" y="3141947"/>
                <a:ext cx="28469" cy="38688"/>
              </a:xfrm>
              <a:custGeom>
                <a:avLst/>
                <a:gdLst/>
                <a:ahLst/>
                <a:cxnLst/>
                <a:rect l="l" t="t" r="r" b="b"/>
                <a:pathLst>
                  <a:path w="4934" h="6708" extrusionOk="0">
                    <a:moveTo>
                      <a:pt x="2094" y="0"/>
                    </a:moveTo>
                    <a:lnTo>
                      <a:pt x="2094" y="0"/>
                    </a:lnTo>
                    <a:cubicBezTo>
                      <a:pt x="0" y="1420"/>
                      <a:pt x="3052" y="2467"/>
                      <a:pt x="1988" y="4454"/>
                    </a:cubicBezTo>
                    <a:lnTo>
                      <a:pt x="817" y="4756"/>
                    </a:lnTo>
                    <a:cubicBezTo>
                      <a:pt x="1243" y="6707"/>
                      <a:pt x="2822" y="6228"/>
                      <a:pt x="3851" y="6619"/>
                    </a:cubicBezTo>
                    <a:lnTo>
                      <a:pt x="4933" y="5430"/>
                    </a:lnTo>
                    <a:cubicBezTo>
                      <a:pt x="4685" y="3993"/>
                      <a:pt x="2768" y="2875"/>
                      <a:pt x="4206" y="1207"/>
                    </a:cubicBezTo>
                    <a:cubicBezTo>
                      <a:pt x="3883" y="979"/>
                      <a:pt x="3846" y="221"/>
                      <a:pt x="3400" y="221"/>
                    </a:cubicBezTo>
                    <a:cubicBezTo>
                      <a:pt x="3257" y="221"/>
                      <a:pt x="3072" y="299"/>
                      <a:pt x="2822" y="497"/>
                    </a:cubicBezTo>
                    <a:cubicBezTo>
                      <a:pt x="2815" y="502"/>
                      <a:pt x="2807" y="505"/>
                      <a:pt x="2796" y="505"/>
                    </a:cubicBezTo>
                    <a:cubicBezTo>
                      <a:pt x="2667" y="505"/>
                      <a:pt x="2259" y="115"/>
                      <a:pt x="2094" y="0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8" name="Google Shape;11110;p128">
                <a:extLst>
                  <a:ext uri="{FF2B5EF4-FFF2-40B4-BE49-F238E27FC236}">
                    <a16:creationId xmlns:a16="http://schemas.microsoft.com/office/drawing/2014/main" id="{504D7249-A272-2800-C845-AC515371D9C6}"/>
                  </a:ext>
                </a:extLst>
              </p:cNvPr>
              <p:cNvSpPr/>
              <p:nvPr/>
            </p:nvSpPr>
            <p:spPr>
              <a:xfrm>
                <a:off x="6251907" y="3101042"/>
                <a:ext cx="26011" cy="13686"/>
              </a:xfrm>
              <a:custGeom>
                <a:avLst/>
                <a:gdLst/>
                <a:ahLst/>
                <a:cxnLst/>
                <a:rect l="l" t="t" r="r" b="b"/>
                <a:pathLst>
                  <a:path w="4508" h="2373" extrusionOk="0">
                    <a:moveTo>
                      <a:pt x="1606" y="0"/>
                    </a:moveTo>
                    <a:cubicBezTo>
                      <a:pt x="1091" y="0"/>
                      <a:pt x="558" y="171"/>
                      <a:pt x="0" y="723"/>
                    </a:cubicBezTo>
                    <a:cubicBezTo>
                      <a:pt x="430" y="1555"/>
                      <a:pt x="972" y="2195"/>
                      <a:pt x="1679" y="2195"/>
                    </a:cubicBezTo>
                    <a:cubicBezTo>
                      <a:pt x="1906" y="2195"/>
                      <a:pt x="2151" y="2129"/>
                      <a:pt x="2414" y="1982"/>
                    </a:cubicBezTo>
                    <a:cubicBezTo>
                      <a:pt x="2981" y="1663"/>
                      <a:pt x="4507" y="2373"/>
                      <a:pt x="4064" y="456"/>
                    </a:cubicBezTo>
                    <a:lnTo>
                      <a:pt x="4064" y="456"/>
                    </a:lnTo>
                    <a:cubicBezTo>
                      <a:pt x="4046" y="457"/>
                      <a:pt x="4028" y="457"/>
                      <a:pt x="4010" y="457"/>
                    </a:cubicBezTo>
                    <a:cubicBezTo>
                      <a:pt x="3239" y="457"/>
                      <a:pt x="2447" y="0"/>
                      <a:pt x="1606" y="0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9" name="Google Shape;11111;p128">
                <a:extLst>
                  <a:ext uri="{FF2B5EF4-FFF2-40B4-BE49-F238E27FC236}">
                    <a16:creationId xmlns:a16="http://schemas.microsoft.com/office/drawing/2014/main" id="{4B2611FE-5C6B-D366-3930-632A4CA7C7A5}"/>
                  </a:ext>
                </a:extLst>
              </p:cNvPr>
              <p:cNvSpPr/>
              <p:nvPr/>
            </p:nvSpPr>
            <p:spPr>
              <a:xfrm>
                <a:off x="6250613" y="3155645"/>
                <a:ext cx="21609" cy="17008"/>
              </a:xfrm>
              <a:custGeom>
                <a:avLst/>
                <a:gdLst/>
                <a:ahLst/>
                <a:cxnLst/>
                <a:rect l="l" t="t" r="r" b="b"/>
                <a:pathLst>
                  <a:path w="3745" h="2949" extrusionOk="0">
                    <a:moveTo>
                      <a:pt x="1345" y="1"/>
                    </a:moveTo>
                    <a:cubicBezTo>
                      <a:pt x="985" y="1"/>
                      <a:pt x="770" y="142"/>
                      <a:pt x="568" y="429"/>
                    </a:cubicBezTo>
                    <a:cubicBezTo>
                      <a:pt x="213" y="943"/>
                      <a:pt x="249" y="1706"/>
                      <a:pt x="0" y="2948"/>
                    </a:cubicBezTo>
                    <a:lnTo>
                      <a:pt x="3744" y="695"/>
                    </a:lnTo>
                    <a:cubicBezTo>
                      <a:pt x="2515" y="235"/>
                      <a:pt x="1810" y="1"/>
                      <a:pt x="1345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230" name="Google Shape;11112;p128">
            <a:extLst>
              <a:ext uri="{FF2B5EF4-FFF2-40B4-BE49-F238E27FC236}">
                <a16:creationId xmlns:a16="http://schemas.microsoft.com/office/drawing/2014/main" id="{7BB3FA3C-7EAB-7A6B-2F84-C4DC7723C026}"/>
              </a:ext>
            </a:extLst>
          </p:cNvPr>
          <p:cNvGrpSpPr/>
          <p:nvPr/>
        </p:nvGrpSpPr>
        <p:grpSpPr>
          <a:xfrm>
            <a:off x="4748507" y="4355364"/>
            <a:ext cx="2300605" cy="1365839"/>
            <a:chOff x="3597785" y="3065882"/>
            <a:chExt cx="2241344" cy="1330656"/>
          </a:xfrm>
          <a:solidFill>
            <a:schemeClr val="accent1">
              <a:lumMod val="75000"/>
            </a:schemeClr>
          </a:solidFill>
        </p:grpSpPr>
        <p:grpSp>
          <p:nvGrpSpPr>
            <p:cNvPr id="2231" name="Google Shape;11113;p128">
              <a:extLst>
                <a:ext uri="{FF2B5EF4-FFF2-40B4-BE49-F238E27FC236}">
                  <a16:creationId xmlns:a16="http://schemas.microsoft.com/office/drawing/2014/main" id="{6D1F0AB9-2DB3-945A-76F2-013099D88805}"/>
                </a:ext>
              </a:extLst>
            </p:cNvPr>
            <p:cNvGrpSpPr/>
            <p:nvPr/>
          </p:nvGrpSpPr>
          <p:grpSpPr>
            <a:xfrm>
              <a:off x="5296908" y="3937355"/>
              <a:ext cx="143198" cy="32380"/>
              <a:chOff x="5296908" y="3937355"/>
              <a:chExt cx="143198" cy="32380"/>
            </a:xfrm>
            <a:grpFill/>
          </p:grpSpPr>
          <p:sp>
            <p:nvSpPr>
              <p:cNvPr id="3035" name="Google Shape;11114;p128">
                <a:extLst>
                  <a:ext uri="{FF2B5EF4-FFF2-40B4-BE49-F238E27FC236}">
                    <a16:creationId xmlns:a16="http://schemas.microsoft.com/office/drawing/2014/main" id="{8204FDD9-A81F-2E78-89BC-322828A4603F}"/>
                  </a:ext>
                </a:extLst>
              </p:cNvPr>
              <p:cNvSpPr/>
              <p:nvPr/>
            </p:nvSpPr>
            <p:spPr>
              <a:xfrm>
                <a:off x="5319457" y="3952794"/>
                <a:ext cx="111895" cy="8"/>
              </a:xfrm>
              <a:custGeom>
                <a:avLst/>
                <a:gdLst/>
                <a:ahLst/>
                <a:cxnLst/>
                <a:rect l="l" t="t" r="r" b="b"/>
                <a:pathLst>
                  <a:path w="14227" h="1" fill="none" extrusionOk="0">
                    <a:moveTo>
                      <a:pt x="1" y="0"/>
                    </a:moveTo>
                    <a:lnTo>
                      <a:pt x="14227" y="0"/>
                    </a:lnTo>
                  </a:path>
                </a:pathLst>
              </a:custGeom>
              <a:grpFill/>
              <a:ln w="1825" cap="flat" cmpd="sng">
                <a:solidFill>
                  <a:srgbClr val="A5B7C5"/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036" name="Google Shape;11115;p128">
                <a:extLst>
                  <a:ext uri="{FF2B5EF4-FFF2-40B4-BE49-F238E27FC236}">
                    <a16:creationId xmlns:a16="http://schemas.microsoft.com/office/drawing/2014/main" id="{8F0D1840-0306-47C4-0C45-D5AD183754AA}"/>
                  </a:ext>
                </a:extLst>
              </p:cNvPr>
              <p:cNvGrpSpPr/>
              <p:nvPr/>
            </p:nvGrpSpPr>
            <p:grpSpPr>
              <a:xfrm>
                <a:off x="5402331" y="3937355"/>
                <a:ext cx="37776" cy="32380"/>
                <a:chOff x="5402331" y="3937355"/>
                <a:chExt cx="37776" cy="32380"/>
              </a:xfrm>
              <a:grpFill/>
            </p:grpSpPr>
            <p:sp>
              <p:nvSpPr>
                <p:cNvPr id="3040" name="Google Shape;11116;p128">
                  <a:extLst>
                    <a:ext uri="{FF2B5EF4-FFF2-40B4-BE49-F238E27FC236}">
                      <a16:creationId xmlns:a16="http://schemas.microsoft.com/office/drawing/2014/main" id="{3C477C19-10D6-1B6E-A7B5-10FEBE2EE176}"/>
                    </a:ext>
                  </a:extLst>
                </p:cNvPr>
                <p:cNvSpPr/>
                <p:nvPr/>
              </p:nvSpPr>
              <p:spPr>
                <a:xfrm>
                  <a:off x="5402331" y="3937355"/>
                  <a:ext cx="37776" cy="323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7" extrusionOk="0">
                      <a:moveTo>
                        <a:pt x="2737" y="1"/>
                      </a:moveTo>
                      <a:cubicBezTo>
                        <a:pt x="2231" y="1"/>
                        <a:pt x="1714" y="189"/>
                        <a:pt x="1294" y="609"/>
                      </a:cubicBezTo>
                      <a:cubicBezTo>
                        <a:pt x="0" y="1903"/>
                        <a:pt x="919" y="4117"/>
                        <a:pt x="2746" y="4117"/>
                      </a:cubicBezTo>
                      <a:cubicBezTo>
                        <a:pt x="3883" y="4117"/>
                        <a:pt x="4802" y="3185"/>
                        <a:pt x="4802" y="2060"/>
                      </a:cubicBezTo>
                      <a:cubicBezTo>
                        <a:pt x="4802" y="818"/>
                        <a:pt x="3792" y="1"/>
                        <a:pt x="273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41" name="Google Shape;11117;p128">
                  <a:extLst>
                    <a:ext uri="{FF2B5EF4-FFF2-40B4-BE49-F238E27FC236}">
                      <a16:creationId xmlns:a16="http://schemas.microsoft.com/office/drawing/2014/main" id="{3AAA4BDA-90DE-EFBA-AB78-E7EE8D2BF131}"/>
                    </a:ext>
                  </a:extLst>
                </p:cNvPr>
                <p:cNvSpPr/>
                <p:nvPr/>
              </p:nvSpPr>
              <p:spPr>
                <a:xfrm>
                  <a:off x="5415174" y="3946990"/>
                  <a:ext cx="15321" cy="130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8" h="1661" extrusionOk="0">
                      <a:moveTo>
                        <a:pt x="1113" y="1"/>
                      </a:moveTo>
                      <a:cubicBezTo>
                        <a:pt x="375" y="1"/>
                        <a:pt x="0" y="896"/>
                        <a:pt x="532" y="1416"/>
                      </a:cubicBezTo>
                      <a:cubicBezTo>
                        <a:pt x="701" y="1585"/>
                        <a:pt x="910" y="1661"/>
                        <a:pt x="1114" y="1661"/>
                      </a:cubicBezTo>
                      <a:cubicBezTo>
                        <a:pt x="1540" y="1661"/>
                        <a:pt x="1948" y="1333"/>
                        <a:pt x="1948" y="835"/>
                      </a:cubicBezTo>
                      <a:cubicBezTo>
                        <a:pt x="1948" y="376"/>
                        <a:pt x="1573" y="1"/>
                        <a:pt x="111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037" name="Google Shape;11118;p128">
                <a:extLst>
                  <a:ext uri="{FF2B5EF4-FFF2-40B4-BE49-F238E27FC236}">
                    <a16:creationId xmlns:a16="http://schemas.microsoft.com/office/drawing/2014/main" id="{C8EBE94D-7D34-836B-CD9E-0FF54A757AA6}"/>
                  </a:ext>
                </a:extLst>
              </p:cNvPr>
              <p:cNvGrpSpPr/>
              <p:nvPr/>
            </p:nvGrpSpPr>
            <p:grpSpPr>
              <a:xfrm>
                <a:off x="5296908" y="3937355"/>
                <a:ext cx="37783" cy="32380"/>
                <a:chOff x="5296908" y="3937355"/>
                <a:chExt cx="37783" cy="32380"/>
              </a:xfrm>
              <a:grpFill/>
            </p:grpSpPr>
            <p:sp>
              <p:nvSpPr>
                <p:cNvPr id="3038" name="Google Shape;11119;p128">
                  <a:extLst>
                    <a:ext uri="{FF2B5EF4-FFF2-40B4-BE49-F238E27FC236}">
                      <a16:creationId xmlns:a16="http://schemas.microsoft.com/office/drawing/2014/main" id="{1E81C642-93BB-84D0-362C-3C4D6DEDAB66}"/>
                    </a:ext>
                  </a:extLst>
                </p:cNvPr>
                <p:cNvSpPr/>
                <p:nvPr/>
              </p:nvSpPr>
              <p:spPr>
                <a:xfrm>
                  <a:off x="5296908" y="3937355"/>
                  <a:ext cx="37783" cy="323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17" extrusionOk="0">
                      <a:moveTo>
                        <a:pt x="2738" y="1"/>
                      </a:moveTo>
                      <a:cubicBezTo>
                        <a:pt x="2231" y="1"/>
                        <a:pt x="1715" y="189"/>
                        <a:pt x="1295" y="609"/>
                      </a:cubicBezTo>
                      <a:cubicBezTo>
                        <a:pt x="1" y="1903"/>
                        <a:pt x="920" y="4117"/>
                        <a:pt x="2747" y="4117"/>
                      </a:cubicBezTo>
                      <a:cubicBezTo>
                        <a:pt x="3884" y="4117"/>
                        <a:pt x="4803" y="3185"/>
                        <a:pt x="4803" y="2060"/>
                      </a:cubicBezTo>
                      <a:cubicBezTo>
                        <a:pt x="4803" y="818"/>
                        <a:pt x="3792" y="1"/>
                        <a:pt x="273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39" name="Google Shape;11120;p128">
                  <a:extLst>
                    <a:ext uri="{FF2B5EF4-FFF2-40B4-BE49-F238E27FC236}">
                      <a16:creationId xmlns:a16="http://schemas.microsoft.com/office/drawing/2014/main" id="{8443ECC7-156B-7EC0-A4A1-B9B158E4B75D}"/>
                    </a:ext>
                  </a:extLst>
                </p:cNvPr>
                <p:cNvSpPr/>
                <p:nvPr/>
              </p:nvSpPr>
              <p:spPr>
                <a:xfrm>
                  <a:off x="5309846" y="3946990"/>
                  <a:ext cx="15235" cy="130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7" h="1661" extrusionOk="0">
                      <a:moveTo>
                        <a:pt x="1102" y="1"/>
                      </a:moveTo>
                      <a:cubicBezTo>
                        <a:pt x="364" y="1"/>
                        <a:pt x="1" y="896"/>
                        <a:pt x="521" y="1416"/>
                      </a:cubicBezTo>
                      <a:cubicBezTo>
                        <a:pt x="690" y="1585"/>
                        <a:pt x="899" y="1661"/>
                        <a:pt x="1103" y="1661"/>
                      </a:cubicBezTo>
                      <a:cubicBezTo>
                        <a:pt x="1528" y="1661"/>
                        <a:pt x="1936" y="1333"/>
                        <a:pt x="1936" y="835"/>
                      </a:cubicBezTo>
                      <a:cubicBezTo>
                        <a:pt x="1936" y="376"/>
                        <a:pt x="1561" y="1"/>
                        <a:pt x="110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232" name="Google Shape;11121;p128">
              <a:extLst>
                <a:ext uri="{FF2B5EF4-FFF2-40B4-BE49-F238E27FC236}">
                  <a16:creationId xmlns:a16="http://schemas.microsoft.com/office/drawing/2014/main" id="{BEB41DF3-8198-8AF3-6D37-D28B99E91517}"/>
                </a:ext>
              </a:extLst>
            </p:cNvPr>
            <p:cNvGrpSpPr/>
            <p:nvPr/>
          </p:nvGrpSpPr>
          <p:grpSpPr>
            <a:xfrm>
              <a:off x="4724163" y="3119631"/>
              <a:ext cx="120838" cy="84218"/>
              <a:chOff x="4724163" y="3119631"/>
              <a:chExt cx="120838" cy="84218"/>
            </a:xfrm>
            <a:grpFill/>
          </p:grpSpPr>
          <p:grpSp>
            <p:nvGrpSpPr>
              <p:cNvPr id="3020" name="Google Shape;11122;p128">
                <a:extLst>
                  <a:ext uri="{FF2B5EF4-FFF2-40B4-BE49-F238E27FC236}">
                    <a16:creationId xmlns:a16="http://schemas.microsoft.com/office/drawing/2014/main" id="{5B00C484-9040-5B98-B9AC-12516F618602}"/>
                  </a:ext>
                </a:extLst>
              </p:cNvPr>
              <p:cNvGrpSpPr/>
              <p:nvPr/>
            </p:nvGrpSpPr>
            <p:grpSpPr>
              <a:xfrm>
                <a:off x="4746712" y="3132773"/>
                <a:ext cx="86869" cy="56424"/>
                <a:chOff x="4746712" y="3132773"/>
                <a:chExt cx="86869" cy="56424"/>
              </a:xfrm>
              <a:grpFill/>
            </p:grpSpPr>
            <p:sp>
              <p:nvSpPr>
                <p:cNvPr id="3033" name="Google Shape;11123;p128">
                  <a:extLst>
                    <a:ext uri="{FF2B5EF4-FFF2-40B4-BE49-F238E27FC236}">
                      <a16:creationId xmlns:a16="http://schemas.microsoft.com/office/drawing/2014/main" id="{59533CDF-14AB-BDF8-E2A3-A0C626BA68B2}"/>
                    </a:ext>
                  </a:extLst>
                </p:cNvPr>
                <p:cNvSpPr/>
                <p:nvPr/>
              </p:nvSpPr>
              <p:spPr>
                <a:xfrm>
                  <a:off x="4746712" y="3132773"/>
                  <a:ext cx="86869" cy="564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45" h="7174" fill="none" extrusionOk="0">
                      <a:moveTo>
                        <a:pt x="0" y="1597"/>
                      </a:moveTo>
                      <a:cubicBezTo>
                        <a:pt x="242" y="1743"/>
                        <a:pt x="3532" y="7174"/>
                        <a:pt x="3532" y="7174"/>
                      </a:cubicBezTo>
                      <a:lnTo>
                        <a:pt x="6290" y="3315"/>
                      </a:lnTo>
                      <a:lnTo>
                        <a:pt x="11044" y="1"/>
                      </a:lnTo>
                      <a:close/>
                    </a:path>
                  </a:pathLst>
                </a:custGeom>
                <a:grp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34" name="Google Shape;11124;p128">
                  <a:extLst>
                    <a:ext uri="{FF2B5EF4-FFF2-40B4-BE49-F238E27FC236}">
                      <a16:creationId xmlns:a16="http://schemas.microsoft.com/office/drawing/2014/main" id="{5D5C6392-A18F-9C6F-2993-A99C63563A89}"/>
                    </a:ext>
                  </a:extLst>
                </p:cNvPr>
                <p:cNvSpPr/>
                <p:nvPr/>
              </p:nvSpPr>
              <p:spPr>
                <a:xfrm>
                  <a:off x="4746712" y="3145334"/>
                  <a:ext cx="49479" cy="135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91" h="1719" fill="none" extrusionOk="0">
                      <a:moveTo>
                        <a:pt x="0" y="0"/>
                      </a:moveTo>
                      <a:lnTo>
                        <a:pt x="6290" y="1718"/>
                      </a:lnTo>
                    </a:path>
                  </a:pathLst>
                </a:custGeom>
                <a:grp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021" name="Google Shape;11125;p128">
                <a:extLst>
                  <a:ext uri="{FF2B5EF4-FFF2-40B4-BE49-F238E27FC236}">
                    <a16:creationId xmlns:a16="http://schemas.microsoft.com/office/drawing/2014/main" id="{9064F00A-1406-4977-A6A8-62DED726E9CD}"/>
                  </a:ext>
                </a:extLst>
              </p:cNvPr>
              <p:cNvGrpSpPr/>
              <p:nvPr/>
            </p:nvGrpSpPr>
            <p:grpSpPr>
              <a:xfrm>
                <a:off x="4773634" y="3143336"/>
                <a:ext cx="37776" cy="32451"/>
                <a:chOff x="4773634" y="3143336"/>
                <a:chExt cx="37776" cy="32451"/>
              </a:xfrm>
              <a:grpFill/>
            </p:grpSpPr>
            <p:sp>
              <p:nvSpPr>
                <p:cNvPr id="3031" name="Google Shape;11126;p128">
                  <a:extLst>
                    <a:ext uri="{FF2B5EF4-FFF2-40B4-BE49-F238E27FC236}">
                      <a16:creationId xmlns:a16="http://schemas.microsoft.com/office/drawing/2014/main" id="{19844192-6EDC-D721-5B30-A5B9908324D3}"/>
                    </a:ext>
                  </a:extLst>
                </p:cNvPr>
                <p:cNvSpPr/>
                <p:nvPr/>
              </p:nvSpPr>
              <p:spPr>
                <a:xfrm>
                  <a:off x="4773634" y="3143336"/>
                  <a:ext cx="37776" cy="324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26" extrusionOk="0">
                      <a:moveTo>
                        <a:pt x="2730" y="0"/>
                      </a:moveTo>
                      <a:cubicBezTo>
                        <a:pt x="2226" y="0"/>
                        <a:pt x="1713" y="187"/>
                        <a:pt x="1295" y="605"/>
                      </a:cubicBezTo>
                      <a:cubicBezTo>
                        <a:pt x="1" y="1900"/>
                        <a:pt x="920" y="4125"/>
                        <a:pt x="2746" y="4125"/>
                      </a:cubicBezTo>
                      <a:cubicBezTo>
                        <a:pt x="3884" y="4125"/>
                        <a:pt x="4803" y="3206"/>
                        <a:pt x="4803" y="2069"/>
                      </a:cubicBezTo>
                      <a:cubicBezTo>
                        <a:pt x="4803" y="824"/>
                        <a:pt x="3788" y="0"/>
                        <a:pt x="273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32" name="Google Shape;11127;p128">
                  <a:extLst>
                    <a:ext uri="{FF2B5EF4-FFF2-40B4-BE49-F238E27FC236}">
                      <a16:creationId xmlns:a16="http://schemas.microsoft.com/office/drawing/2014/main" id="{3FB57642-115E-A59C-ED88-E51DFFAB13B6}"/>
                    </a:ext>
                  </a:extLst>
                </p:cNvPr>
                <p:cNvSpPr/>
                <p:nvPr/>
              </p:nvSpPr>
              <p:spPr>
                <a:xfrm>
                  <a:off x="4788664" y="3153041"/>
                  <a:ext cx="13048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58" extrusionOk="0">
                      <a:moveTo>
                        <a:pt x="835" y="0"/>
                      </a:moveTo>
                      <a:cubicBezTo>
                        <a:pt x="376" y="0"/>
                        <a:pt x="1" y="375"/>
                        <a:pt x="1" y="835"/>
                      </a:cubicBezTo>
                      <a:cubicBezTo>
                        <a:pt x="1" y="1295"/>
                        <a:pt x="376" y="1657"/>
                        <a:pt x="835" y="1657"/>
                      </a:cubicBezTo>
                      <a:cubicBezTo>
                        <a:pt x="1295" y="1657"/>
                        <a:pt x="1658" y="1295"/>
                        <a:pt x="1658" y="835"/>
                      </a:cubicBezTo>
                      <a:cubicBezTo>
                        <a:pt x="1658" y="375"/>
                        <a:pt x="1295" y="0"/>
                        <a:pt x="83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022" name="Google Shape;11128;p128">
                <a:extLst>
                  <a:ext uri="{FF2B5EF4-FFF2-40B4-BE49-F238E27FC236}">
                    <a16:creationId xmlns:a16="http://schemas.microsoft.com/office/drawing/2014/main" id="{BA0EFF72-9102-1C7F-868D-F7944BDBDDDF}"/>
                  </a:ext>
                </a:extLst>
              </p:cNvPr>
              <p:cNvGrpSpPr/>
              <p:nvPr/>
            </p:nvGrpSpPr>
            <p:grpSpPr>
              <a:xfrm>
                <a:off x="4724163" y="3131248"/>
                <a:ext cx="37776" cy="32459"/>
                <a:chOff x="4724163" y="3131248"/>
                <a:chExt cx="37776" cy="32459"/>
              </a:xfrm>
              <a:grpFill/>
            </p:grpSpPr>
            <p:sp>
              <p:nvSpPr>
                <p:cNvPr id="3029" name="Google Shape;11129;p128">
                  <a:extLst>
                    <a:ext uri="{FF2B5EF4-FFF2-40B4-BE49-F238E27FC236}">
                      <a16:creationId xmlns:a16="http://schemas.microsoft.com/office/drawing/2014/main" id="{A2A15133-3853-285A-D13E-2107DBF49F51}"/>
                    </a:ext>
                  </a:extLst>
                </p:cNvPr>
                <p:cNvSpPr/>
                <p:nvPr/>
              </p:nvSpPr>
              <p:spPr>
                <a:xfrm>
                  <a:off x="4724163" y="3131248"/>
                  <a:ext cx="37776" cy="324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27" extrusionOk="0">
                      <a:moveTo>
                        <a:pt x="2730" y="1"/>
                      </a:moveTo>
                      <a:cubicBezTo>
                        <a:pt x="2226" y="1"/>
                        <a:pt x="1712" y="188"/>
                        <a:pt x="1295" y="606"/>
                      </a:cubicBezTo>
                      <a:cubicBezTo>
                        <a:pt x="0" y="1900"/>
                        <a:pt x="920" y="4114"/>
                        <a:pt x="2746" y="4126"/>
                      </a:cubicBezTo>
                      <a:cubicBezTo>
                        <a:pt x="3883" y="4114"/>
                        <a:pt x="4803" y="3195"/>
                        <a:pt x="4803" y="2070"/>
                      </a:cubicBezTo>
                      <a:cubicBezTo>
                        <a:pt x="4803" y="824"/>
                        <a:pt x="3787" y="1"/>
                        <a:pt x="273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30" name="Google Shape;11130;p128">
                  <a:extLst>
                    <a:ext uri="{FF2B5EF4-FFF2-40B4-BE49-F238E27FC236}">
                      <a16:creationId xmlns:a16="http://schemas.microsoft.com/office/drawing/2014/main" id="{F7561C64-9310-785C-01F1-B7478D5F0095}"/>
                    </a:ext>
                  </a:extLst>
                </p:cNvPr>
                <p:cNvSpPr/>
                <p:nvPr/>
              </p:nvSpPr>
              <p:spPr>
                <a:xfrm>
                  <a:off x="4739288" y="3140953"/>
                  <a:ext cx="13040" cy="13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9" extrusionOk="0">
                      <a:moveTo>
                        <a:pt x="823" y="1"/>
                      </a:moveTo>
                      <a:cubicBezTo>
                        <a:pt x="363" y="1"/>
                        <a:pt x="1" y="376"/>
                        <a:pt x="1" y="823"/>
                      </a:cubicBezTo>
                      <a:cubicBezTo>
                        <a:pt x="1" y="1283"/>
                        <a:pt x="363" y="1658"/>
                        <a:pt x="823" y="1658"/>
                      </a:cubicBezTo>
                      <a:cubicBezTo>
                        <a:pt x="1283" y="1658"/>
                        <a:pt x="1658" y="1283"/>
                        <a:pt x="1658" y="823"/>
                      </a:cubicBezTo>
                      <a:cubicBezTo>
                        <a:pt x="1658" y="376"/>
                        <a:pt x="1283" y="1"/>
                        <a:pt x="82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023" name="Google Shape;11131;p128">
                <a:extLst>
                  <a:ext uri="{FF2B5EF4-FFF2-40B4-BE49-F238E27FC236}">
                    <a16:creationId xmlns:a16="http://schemas.microsoft.com/office/drawing/2014/main" id="{E38FAC75-EFEF-8AFD-B013-E1BBD8A35F51}"/>
                  </a:ext>
                </a:extLst>
              </p:cNvPr>
              <p:cNvGrpSpPr/>
              <p:nvPr/>
            </p:nvGrpSpPr>
            <p:grpSpPr>
              <a:xfrm>
                <a:off x="4755081" y="3176054"/>
                <a:ext cx="32357" cy="27795"/>
                <a:chOff x="4755081" y="3176054"/>
                <a:chExt cx="32357" cy="27795"/>
              </a:xfrm>
              <a:grpFill/>
            </p:grpSpPr>
            <p:sp>
              <p:nvSpPr>
                <p:cNvPr id="3027" name="Google Shape;11132;p128">
                  <a:extLst>
                    <a:ext uri="{FF2B5EF4-FFF2-40B4-BE49-F238E27FC236}">
                      <a16:creationId xmlns:a16="http://schemas.microsoft.com/office/drawing/2014/main" id="{8868BEDF-3115-E70A-C375-8E2648B72EFC}"/>
                    </a:ext>
                  </a:extLst>
                </p:cNvPr>
                <p:cNvSpPr/>
                <p:nvPr/>
              </p:nvSpPr>
              <p:spPr>
                <a:xfrm>
                  <a:off x="4755081" y="3176054"/>
                  <a:ext cx="32357" cy="277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14" h="3534" extrusionOk="0">
                      <a:moveTo>
                        <a:pt x="2338" y="0"/>
                      </a:moveTo>
                      <a:cubicBezTo>
                        <a:pt x="1904" y="0"/>
                        <a:pt x="1462" y="162"/>
                        <a:pt x="1101" y="522"/>
                      </a:cubicBezTo>
                      <a:cubicBezTo>
                        <a:pt x="1" y="1635"/>
                        <a:pt x="787" y="3534"/>
                        <a:pt x="2360" y="3534"/>
                      </a:cubicBezTo>
                      <a:cubicBezTo>
                        <a:pt x="3327" y="3534"/>
                        <a:pt x="4114" y="2735"/>
                        <a:pt x="4114" y="1768"/>
                      </a:cubicBezTo>
                      <a:cubicBezTo>
                        <a:pt x="4114" y="704"/>
                        <a:pt x="3245" y="0"/>
                        <a:pt x="233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28" name="Google Shape;11133;p128">
                  <a:extLst>
                    <a:ext uri="{FF2B5EF4-FFF2-40B4-BE49-F238E27FC236}">
                      <a16:creationId xmlns:a16="http://schemas.microsoft.com/office/drawing/2014/main" id="{DAADA029-53DE-F8A4-FFD2-5AE6537BD1FE}"/>
                    </a:ext>
                  </a:extLst>
                </p:cNvPr>
                <p:cNvSpPr/>
                <p:nvPr/>
              </p:nvSpPr>
              <p:spPr>
                <a:xfrm>
                  <a:off x="4767924" y="3185768"/>
                  <a:ext cx="9902" cy="83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9" h="1067" extrusionOk="0">
                      <a:moveTo>
                        <a:pt x="714" y="0"/>
                      </a:moveTo>
                      <a:cubicBezTo>
                        <a:pt x="243" y="0"/>
                        <a:pt x="1" y="569"/>
                        <a:pt x="339" y="908"/>
                      </a:cubicBezTo>
                      <a:cubicBezTo>
                        <a:pt x="449" y="1017"/>
                        <a:pt x="584" y="1066"/>
                        <a:pt x="716" y="1066"/>
                      </a:cubicBezTo>
                      <a:cubicBezTo>
                        <a:pt x="993" y="1066"/>
                        <a:pt x="1259" y="852"/>
                        <a:pt x="1259" y="533"/>
                      </a:cubicBezTo>
                      <a:cubicBezTo>
                        <a:pt x="1259" y="230"/>
                        <a:pt x="1017" y="0"/>
                        <a:pt x="71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024" name="Google Shape;11134;p128">
                <a:extLst>
                  <a:ext uri="{FF2B5EF4-FFF2-40B4-BE49-F238E27FC236}">
                    <a16:creationId xmlns:a16="http://schemas.microsoft.com/office/drawing/2014/main" id="{A4A6D63C-F640-EF65-24EF-F5568BAEFD53}"/>
                  </a:ext>
                </a:extLst>
              </p:cNvPr>
              <p:cNvGrpSpPr/>
              <p:nvPr/>
            </p:nvGrpSpPr>
            <p:grpSpPr>
              <a:xfrm>
                <a:off x="4812550" y="3119631"/>
                <a:ext cx="32451" cy="27803"/>
                <a:chOff x="4812550" y="3119631"/>
                <a:chExt cx="32451" cy="27803"/>
              </a:xfrm>
              <a:grpFill/>
            </p:grpSpPr>
            <p:sp>
              <p:nvSpPr>
                <p:cNvPr id="3025" name="Google Shape;11135;p128">
                  <a:extLst>
                    <a:ext uri="{FF2B5EF4-FFF2-40B4-BE49-F238E27FC236}">
                      <a16:creationId xmlns:a16="http://schemas.microsoft.com/office/drawing/2014/main" id="{C96C8E1A-ABC8-908A-34A9-EFBB51AA1ACC}"/>
                    </a:ext>
                  </a:extLst>
                </p:cNvPr>
                <p:cNvSpPr/>
                <p:nvPr/>
              </p:nvSpPr>
              <p:spPr>
                <a:xfrm>
                  <a:off x="4812550" y="3119631"/>
                  <a:ext cx="32451" cy="278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6" h="3535" extrusionOk="0">
                      <a:moveTo>
                        <a:pt x="2350" y="1"/>
                      </a:moveTo>
                      <a:cubicBezTo>
                        <a:pt x="1916" y="1"/>
                        <a:pt x="1473" y="162"/>
                        <a:pt x="1113" y="522"/>
                      </a:cubicBezTo>
                      <a:cubicBezTo>
                        <a:pt x="0" y="1635"/>
                        <a:pt x="798" y="3534"/>
                        <a:pt x="2371" y="3534"/>
                      </a:cubicBezTo>
                      <a:cubicBezTo>
                        <a:pt x="3339" y="3534"/>
                        <a:pt x="4125" y="2748"/>
                        <a:pt x="4125" y="1768"/>
                      </a:cubicBezTo>
                      <a:cubicBezTo>
                        <a:pt x="4125" y="705"/>
                        <a:pt x="3256" y="1"/>
                        <a:pt x="235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26" name="Google Shape;11136;p128">
                  <a:extLst>
                    <a:ext uri="{FF2B5EF4-FFF2-40B4-BE49-F238E27FC236}">
                      <a16:creationId xmlns:a16="http://schemas.microsoft.com/office/drawing/2014/main" id="{4167E243-5F92-3CEE-4122-E15364B46E26}"/>
                    </a:ext>
                  </a:extLst>
                </p:cNvPr>
                <p:cNvSpPr/>
                <p:nvPr/>
              </p:nvSpPr>
              <p:spPr>
                <a:xfrm>
                  <a:off x="4826912" y="3129352"/>
                  <a:ext cx="8478" cy="83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8" h="1065" extrusionOk="0">
                      <a:moveTo>
                        <a:pt x="533" y="0"/>
                      </a:moveTo>
                      <a:cubicBezTo>
                        <a:pt x="243" y="0"/>
                        <a:pt x="1" y="242"/>
                        <a:pt x="1" y="532"/>
                      </a:cubicBezTo>
                      <a:cubicBezTo>
                        <a:pt x="1" y="835"/>
                        <a:pt x="243" y="1065"/>
                        <a:pt x="533" y="1065"/>
                      </a:cubicBezTo>
                      <a:cubicBezTo>
                        <a:pt x="835" y="1065"/>
                        <a:pt x="1077" y="835"/>
                        <a:pt x="1077" y="532"/>
                      </a:cubicBezTo>
                      <a:cubicBezTo>
                        <a:pt x="1077" y="242"/>
                        <a:pt x="835" y="0"/>
                        <a:pt x="53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233" name="Google Shape;11137;p128">
              <a:extLst>
                <a:ext uri="{FF2B5EF4-FFF2-40B4-BE49-F238E27FC236}">
                  <a16:creationId xmlns:a16="http://schemas.microsoft.com/office/drawing/2014/main" id="{1AAA25D7-C8AE-4308-E71C-85E13BA07A69}"/>
                </a:ext>
              </a:extLst>
            </p:cNvPr>
            <p:cNvGrpSpPr/>
            <p:nvPr/>
          </p:nvGrpSpPr>
          <p:grpSpPr>
            <a:xfrm>
              <a:off x="5382826" y="4027197"/>
              <a:ext cx="268967" cy="250422"/>
              <a:chOff x="5382826" y="4027197"/>
              <a:chExt cx="268967" cy="250422"/>
            </a:xfrm>
            <a:grpFill/>
          </p:grpSpPr>
          <p:grpSp>
            <p:nvGrpSpPr>
              <p:cNvPr id="2992" name="Google Shape;11138;p128">
                <a:extLst>
                  <a:ext uri="{FF2B5EF4-FFF2-40B4-BE49-F238E27FC236}">
                    <a16:creationId xmlns:a16="http://schemas.microsoft.com/office/drawing/2014/main" id="{BBCFA5D8-FF43-6CC0-8AA1-6AB4D485CA78}"/>
                  </a:ext>
                </a:extLst>
              </p:cNvPr>
              <p:cNvGrpSpPr/>
              <p:nvPr/>
            </p:nvGrpSpPr>
            <p:grpSpPr>
              <a:xfrm>
                <a:off x="5405280" y="4042510"/>
                <a:ext cx="237570" cy="218647"/>
                <a:chOff x="5405280" y="4042510"/>
                <a:chExt cx="237570" cy="218647"/>
              </a:xfrm>
              <a:grpFill/>
            </p:grpSpPr>
            <p:sp>
              <p:nvSpPr>
                <p:cNvPr id="3014" name="Google Shape;11139;p128">
                  <a:extLst>
                    <a:ext uri="{FF2B5EF4-FFF2-40B4-BE49-F238E27FC236}">
                      <a16:creationId xmlns:a16="http://schemas.microsoft.com/office/drawing/2014/main" id="{E167E37B-B516-ECE7-B860-7982D741F52F}"/>
                    </a:ext>
                  </a:extLst>
                </p:cNvPr>
                <p:cNvSpPr/>
                <p:nvPr/>
              </p:nvSpPr>
              <p:spPr>
                <a:xfrm>
                  <a:off x="5405280" y="4042510"/>
                  <a:ext cx="144999" cy="1738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36" h="22102" fill="none" extrusionOk="0">
                      <a:moveTo>
                        <a:pt x="0" y="12037"/>
                      </a:moveTo>
                      <a:cubicBezTo>
                        <a:pt x="702" y="12073"/>
                        <a:pt x="12302" y="22101"/>
                        <a:pt x="12302" y="22101"/>
                      </a:cubicBezTo>
                      <a:lnTo>
                        <a:pt x="11819" y="13005"/>
                      </a:lnTo>
                      <a:lnTo>
                        <a:pt x="18435" y="1"/>
                      </a:lnTo>
                      <a:lnTo>
                        <a:pt x="0" y="12521"/>
                      </a:lnTo>
                    </a:path>
                  </a:pathLst>
                </a:custGeom>
                <a:grp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15" name="Google Shape;11140;p128">
                  <a:extLst>
                    <a:ext uri="{FF2B5EF4-FFF2-40B4-BE49-F238E27FC236}">
                      <a16:creationId xmlns:a16="http://schemas.microsoft.com/office/drawing/2014/main" id="{BC9834B3-5815-2F44-3B0A-1A4CED346C21}"/>
                    </a:ext>
                  </a:extLst>
                </p:cNvPr>
                <p:cNvSpPr/>
                <p:nvPr/>
              </p:nvSpPr>
              <p:spPr>
                <a:xfrm>
                  <a:off x="5502036" y="4125093"/>
                  <a:ext cx="134350" cy="135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082" h="17239" fill="none" extrusionOk="0">
                      <a:moveTo>
                        <a:pt x="13513" y="17239"/>
                      </a:moveTo>
                      <a:lnTo>
                        <a:pt x="12690" y="8614"/>
                      </a:lnTo>
                      <a:lnTo>
                        <a:pt x="17081" y="1"/>
                      </a:lnTo>
                      <a:lnTo>
                        <a:pt x="0" y="2021"/>
                      </a:lnTo>
                      <a:close/>
                    </a:path>
                  </a:pathLst>
                </a:custGeom>
                <a:grp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16" name="Google Shape;11141;p128">
                  <a:extLst>
                    <a:ext uri="{FF2B5EF4-FFF2-40B4-BE49-F238E27FC236}">
                      <a16:creationId xmlns:a16="http://schemas.microsoft.com/office/drawing/2014/main" id="{30C4A362-B133-047C-B78F-3683903AF991}"/>
                    </a:ext>
                  </a:extLst>
                </p:cNvPr>
                <p:cNvSpPr/>
                <p:nvPr/>
              </p:nvSpPr>
              <p:spPr>
                <a:xfrm>
                  <a:off x="5543704" y="4042990"/>
                  <a:ext cx="99146" cy="816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06" h="10380" fill="none" extrusionOk="0">
                      <a:moveTo>
                        <a:pt x="1" y="0"/>
                      </a:moveTo>
                      <a:lnTo>
                        <a:pt x="12606" y="10379"/>
                      </a:lnTo>
                    </a:path>
                  </a:pathLst>
                </a:custGeom>
                <a:grp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17" name="Google Shape;11142;p128">
                  <a:extLst>
                    <a:ext uri="{FF2B5EF4-FFF2-40B4-BE49-F238E27FC236}">
                      <a16:creationId xmlns:a16="http://schemas.microsoft.com/office/drawing/2014/main" id="{0BB81EC6-33BA-0DC2-74B1-9516EC950956}"/>
                    </a:ext>
                  </a:extLst>
                </p:cNvPr>
                <p:cNvSpPr/>
                <p:nvPr/>
              </p:nvSpPr>
              <p:spPr>
                <a:xfrm>
                  <a:off x="5501941" y="4140980"/>
                  <a:ext cx="103708" cy="518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86" h="6594" fill="none" extrusionOk="0">
                      <a:moveTo>
                        <a:pt x="13186" y="6594"/>
                      </a:moveTo>
                      <a:lnTo>
                        <a:pt x="0" y="1"/>
                      </a:lnTo>
                    </a:path>
                  </a:pathLst>
                </a:custGeom>
                <a:grp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18" name="Google Shape;11143;p128">
                  <a:extLst>
                    <a:ext uri="{FF2B5EF4-FFF2-40B4-BE49-F238E27FC236}">
                      <a16:creationId xmlns:a16="http://schemas.microsoft.com/office/drawing/2014/main" id="{0FB380B3-B765-9BDF-757F-C637244BA005}"/>
                    </a:ext>
                  </a:extLst>
                </p:cNvPr>
                <p:cNvSpPr/>
                <p:nvPr/>
              </p:nvSpPr>
              <p:spPr>
                <a:xfrm>
                  <a:off x="5495854" y="4211010"/>
                  <a:ext cx="105989" cy="501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76" h="6376" fill="none" extrusionOk="0">
                      <a:moveTo>
                        <a:pt x="0" y="0"/>
                      </a:moveTo>
                      <a:lnTo>
                        <a:pt x="13476" y="6375"/>
                      </a:lnTo>
                    </a:path>
                  </a:pathLst>
                </a:custGeom>
                <a:grp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19" name="Google Shape;11144;p128">
                  <a:extLst>
                    <a:ext uri="{FF2B5EF4-FFF2-40B4-BE49-F238E27FC236}">
                      <a16:creationId xmlns:a16="http://schemas.microsoft.com/office/drawing/2014/main" id="{D0803D8D-AD5C-E950-CFCE-98733CB502DF}"/>
                    </a:ext>
                  </a:extLst>
                </p:cNvPr>
                <p:cNvSpPr/>
                <p:nvPr/>
              </p:nvSpPr>
              <p:spPr>
                <a:xfrm>
                  <a:off x="5405280" y="4134420"/>
                  <a:ext cx="96669" cy="65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91" h="835" fill="none" extrusionOk="0">
                      <a:moveTo>
                        <a:pt x="12290" y="835"/>
                      </a:moveTo>
                      <a:lnTo>
                        <a:pt x="0" y="0"/>
                      </a:lnTo>
                    </a:path>
                  </a:pathLst>
                </a:custGeom>
                <a:grp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993" name="Google Shape;11145;p128">
                <a:extLst>
                  <a:ext uri="{FF2B5EF4-FFF2-40B4-BE49-F238E27FC236}">
                    <a16:creationId xmlns:a16="http://schemas.microsoft.com/office/drawing/2014/main" id="{55128EA2-21D6-9E7D-9909-37E1B380AB40}"/>
                  </a:ext>
                </a:extLst>
              </p:cNvPr>
              <p:cNvGrpSpPr/>
              <p:nvPr/>
            </p:nvGrpSpPr>
            <p:grpSpPr>
              <a:xfrm>
                <a:off x="5382826" y="4125549"/>
                <a:ext cx="37776" cy="32380"/>
                <a:chOff x="5382826" y="4125549"/>
                <a:chExt cx="37776" cy="32380"/>
              </a:xfrm>
              <a:grpFill/>
            </p:grpSpPr>
            <p:sp>
              <p:nvSpPr>
                <p:cNvPr id="3012" name="Google Shape;11146;p128">
                  <a:extLst>
                    <a:ext uri="{FF2B5EF4-FFF2-40B4-BE49-F238E27FC236}">
                      <a16:creationId xmlns:a16="http://schemas.microsoft.com/office/drawing/2014/main" id="{E60F205A-E7C1-F984-CCC3-DE53D9B20BAB}"/>
                    </a:ext>
                  </a:extLst>
                </p:cNvPr>
                <p:cNvSpPr/>
                <p:nvPr/>
              </p:nvSpPr>
              <p:spPr>
                <a:xfrm>
                  <a:off x="5382826" y="4125549"/>
                  <a:ext cx="37776" cy="323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7" extrusionOk="0">
                      <a:moveTo>
                        <a:pt x="2734" y="0"/>
                      </a:moveTo>
                      <a:cubicBezTo>
                        <a:pt x="2229" y="0"/>
                        <a:pt x="1714" y="188"/>
                        <a:pt x="1295" y="608"/>
                      </a:cubicBezTo>
                      <a:cubicBezTo>
                        <a:pt x="0" y="1902"/>
                        <a:pt x="907" y="4116"/>
                        <a:pt x="2746" y="4116"/>
                      </a:cubicBezTo>
                      <a:cubicBezTo>
                        <a:pt x="3871" y="4116"/>
                        <a:pt x="4790" y="3197"/>
                        <a:pt x="4803" y="2060"/>
                      </a:cubicBezTo>
                      <a:cubicBezTo>
                        <a:pt x="4794" y="817"/>
                        <a:pt x="3787" y="0"/>
                        <a:pt x="273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13" name="Google Shape;11147;p128">
                  <a:extLst>
                    <a:ext uri="{FF2B5EF4-FFF2-40B4-BE49-F238E27FC236}">
                      <a16:creationId xmlns:a16="http://schemas.microsoft.com/office/drawing/2014/main" id="{34DF6009-E334-3E56-C390-F41069D5DA1D}"/>
                    </a:ext>
                  </a:extLst>
                </p:cNvPr>
                <p:cNvSpPr/>
                <p:nvPr/>
              </p:nvSpPr>
              <p:spPr>
                <a:xfrm>
                  <a:off x="5395669" y="4135176"/>
                  <a:ext cx="15227" cy="13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6" h="1662" extrusionOk="0">
                      <a:moveTo>
                        <a:pt x="1113" y="1"/>
                      </a:moveTo>
                      <a:cubicBezTo>
                        <a:pt x="375" y="1"/>
                        <a:pt x="0" y="896"/>
                        <a:pt x="520" y="1416"/>
                      </a:cubicBezTo>
                      <a:cubicBezTo>
                        <a:pt x="689" y="1585"/>
                        <a:pt x="898" y="1661"/>
                        <a:pt x="1103" y="1661"/>
                      </a:cubicBezTo>
                      <a:cubicBezTo>
                        <a:pt x="1528" y="1661"/>
                        <a:pt x="1936" y="1334"/>
                        <a:pt x="1936" y="836"/>
                      </a:cubicBezTo>
                      <a:cubicBezTo>
                        <a:pt x="1936" y="376"/>
                        <a:pt x="1561" y="1"/>
                        <a:pt x="111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994" name="Google Shape;11148;p128">
                <a:extLst>
                  <a:ext uri="{FF2B5EF4-FFF2-40B4-BE49-F238E27FC236}">
                    <a16:creationId xmlns:a16="http://schemas.microsoft.com/office/drawing/2014/main" id="{F948C333-AE97-CF61-A7D4-E0E3C1584F60}"/>
                  </a:ext>
                </a:extLst>
              </p:cNvPr>
              <p:cNvGrpSpPr/>
              <p:nvPr/>
            </p:nvGrpSpPr>
            <p:grpSpPr>
              <a:xfrm>
                <a:off x="5475680" y="4195587"/>
                <a:ext cx="37783" cy="32364"/>
                <a:chOff x="5475680" y="4195587"/>
                <a:chExt cx="37783" cy="32364"/>
              </a:xfrm>
              <a:grpFill/>
            </p:grpSpPr>
            <p:sp>
              <p:nvSpPr>
                <p:cNvPr id="3010" name="Google Shape;11149;p128">
                  <a:extLst>
                    <a:ext uri="{FF2B5EF4-FFF2-40B4-BE49-F238E27FC236}">
                      <a16:creationId xmlns:a16="http://schemas.microsoft.com/office/drawing/2014/main" id="{65101254-DB46-5414-42B6-DC312BEB0B07}"/>
                    </a:ext>
                  </a:extLst>
                </p:cNvPr>
                <p:cNvSpPr/>
                <p:nvPr/>
              </p:nvSpPr>
              <p:spPr>
                <a:xfrm>
                  <a:off x="5475680" y="4195587"/>
                  <a:ext cx="37783" cy="323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15" extrusionOk="0">
                      <a:moveTo>
                        <a:pt x="2732" y="1"/>
                      </a:moveTo>
                      <a:cubicBezTo>
                        <a:pt x="2228" y="1"/>
                        <a:pt x="1713" y="188"/>
                        <a:pt x="1295" y="606"/>
                      </a:cubicBezTo>
                      <a:cubicBezTo>
                        <a:pt x="1" y="1901"/>
                        <a:pt x="920" y="4114"/>
                        <a:pt x="2747" y="4114"/>
                      </a:cubicBezTo>
                      <a:cubicBezTo>
                        <a:pt x="3884" y="4114"/>
                        <a:pt x="4803" y="3195"/>
                        <a:pt x="4803" y="2058"/>
                      </a:cubicBezTo>
                      <a:cubicBezTo>
                        <a:pt x="4803" y="821"/>
                        <a:pt x="3789" y="1"/>
                        <a:pt x="273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11" name="Google Shape;11150;p128">
                  <a:extLst>
                    <a:ext uri="{FF2B5EF4-FFF2-40B4-BE49-F238E27FC236}">
                      <a16:creationId xmlns:a16="http://schemas.microsoft.com/office/drawing/2014/main" id="{E5A8ACD5-9372-7DDC-5F9D-E6164AAF4478}"/>
                    </a:ext>
                  </a:extLst>
                </p:cNvPr>
                <p:cNvSpPr/>
                <p:nvPr/>
              </p:nvSpPr>
              <p:spPr>
                <a:xfrm>
                  <a:off x="5488523" y="4205300"/>
                  <a:ext cx="15329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9" h="1658" extrusionOk="0">
                      <a:moveTo>
                        <a:pt x="1114" y="0"/>
                      </a:moveTo>
                      <a:cubicBezTo>
                        <a:pt x="376" y="0"/>
                        <a:pt x="1" y="883"/>
                        <a:pt x="533" y="1416"/>
                      </a:cubicBezTo>
                      <a:cubicBezTo>
                        <a:pt x="700" y="1583"/>
                        <a:pt x="905" y="1657"/>
                        <a:pt x="1106" y="1657"/>
                      </a:cubicBezTo>
                      <a:cubicBezTo>
                        <a:pt x="1531" y="1657"/>
                        <a:pt x="1940" y="1324"/>
                        <a:pt x="1948" y="823"/>
                      </a:cubicBezTo>
                      <a:cubicBezTo>
                        <a:pt x="1948" y="363"/>
                        <a:pt x="1573" y="0"/>
                        <a:pt x="111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995" name="Google Shape;11151;p128">
                <a:extLst>
                  <a:ext uri="{FF2B5EF4-FFF2-40B4-BE49-F238E27FC236}">
                    <a16:creationId xmlns:a16="http://schemas.microsoft.com/office/drawing/2014/main" id="{43382A28-E05D-8E9B-33AD-4603BF386F48}"/>
                  </a:ext>
                </a:extLst>
              </p:cNvPr>
              <p:cNvGrpSpPr/>
              <p:nvPr/>
            </p:nvGrpSpPr>
            <p:grpSpPr>
              <a:xfrm>
                <a:off x="5532575" y="4027197"/>
                <a:ext cx="33308" cy="32262"/>
                <a:chOff x="5532575" y="4027197"/>
                <a:chExt cx="33308" cy="32262"/>
              </a:xfrm>
              <a:grpFill/>
            </p:grpSpPr>
            <p:sp>
              <p:nvSpPr>
                <p:cNvPr id="3008" name="Google Shape;11152;p128">
                  <a:extLst>
                    <a:ext uri="{FF2B5EF4-FFF2-40B4-BE49-F238E27FC236}">
                      <a16:creationId xmlns:a16="http://schemas.microsoft.com/office/drawing/2014/main" id="{B13E61C7-BFF7-E5A7-5913-A3784EE6305D}"/>
                    </a:ext>
                  </a:extLst>
                </p:cNvPr>
                <p:cNvSpPr/>
                <p:nvPr/>
              </p:nvSpPr>
              <p:spPr>
                <a:xfrm>
                  <a:off x="5532575" y="4027197"/>
                  <a:ext cx="33308" cy="322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35" h="4102" extrusionOk="0">
                      <a:moveTo>
                        <a:pt x="1984" y="0"/>
                      </a:moveTo>
                      <a:cubicBezTo>
                        <a:pt x="871" y="49"/>
                        <a:pt x="0" y="1004"/>
                        <a:pt x="37" y="2117"/>
                      </a:cubicBezTo>
                      <a:cubicBezTo>
                        <a:pt x="73" y="3227"/>
                        <a:pt x="980" y="4101"/>
                        <a:pt x="2084" y="4101"/>
                      </a:cubicBezTo>
                      <a:cubicBezTo>
                        <a:pt x="2099" y="4101"/>
                        <a:pt x="2114" y="4101"/>
                        <a:pt x="2130" y="4101"/>
                      </a:cubicBezTo>
                      <a:lnTo>
                        <a:pt x="2275" y="4101"/>
                      </a:lnTo>
                      <a:cubicBezTo>
                        <a:pt x="3375" y="4028"/>
                        <a:pt x="4234" y="3085"/>
                        <a:pt x="4186" y="1984"/>
                      </a:cubicBezTo>
                      <a:cubicBezTo>
                        <a:pt x="4150" y="871"/>
                        <a:pt x="3242" y="0"/>
                        <a:pt x="213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09" name="Google Shape;11153;p128">
                  <a:extLst>
                    <a:ext uri="{FF2B5EF4-FFF2-40B4-BE49-F238E27FC236}">
                      <a16:creationId xmlns:a16="http://schemas.microsoft.com/office/drawing/2014/main" id="{67D1725A-24BB-968F-41F9-1DA073ED1148}"/>
                    </a:ext>
                  </a:extLst>
                </p:cNvPr>
                <p:cNvSpPr/>
                <p:nvPr/>
              </p:nvSpPr>
              <p:spPr>
                <a:xfrm>
                  <a:off x="5540661" y="4036792"/>
                  <a:ext cx="15502" cy="130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71" h="1661" extrusionOk="0">
                      <a:moveTo>
                        <a:pt x="1098" y="1"/>
                      </a:moveTo>
                      <a:cubicBezTo>
                        <a:pt x="1083" y="1"/>
                        <a:pt x="1068" y="1"/>
                        <a:pt x="1053" y="2"/>
                      </a:cubicBezTo>
                      <a:cubicBezTo>
                        <a:pt x="315" y="50"/>
                        <a:pt x="1" y="970"/>
                        <a:pt x="557" y="1453"/>
                      </a:cubicBezTo>
                      <a:cubicBezTo>
                        <a:pt x="721" y="1596"/>
                        <a:pt x="913" y="1660"/>
                        <a:pt x="1100" y="1660"/>
                      </a:cubicBezTo>
                      <a:cubicBezTo>
                        <a:pt x="1548" y="1660"/>
                        <a:pt x="1970" y="1296"/>
                        <a:pt x="1936" y="776"/>
                      </a:cubicBezTo>
                      <a:cubicBezTo>
                        <a:pt x="1901" y="332"/>
                        <a:pt x="1527" y="1"/>
                        <a:pt x="109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996" name="Google Shape;11154;p128">
                <a:extLst>
                  <a:ext uri="{FF2B5EF4-FFF2-40B4-BE49-F238E27FC236}">
                    <a16:creationId xmlns:a16="http://schemas.microsoft.com/office/drawing/2014/main" id="{C592824E-80A5-C357-2CFB-29E3D06616B9}"/>
                  </a:ext>
                </a:extLst>
              </p:cNvPr>
              <p:cNvGrpSpPr/>
              <p:nvPr/>
            </p:nvGrpSpPr>
            <p:grpSpPr>
              <a:xfrm>
                <a:off x="5590706" y="4245348"/>
                <a:ext cx="33497" cy="32270"/>
                <a:chOff x="5590706" y="4245348"/>
                <a:chExt cx="33497" cy="32270"/>
              </a:xfrm>
              <a:grpFill/>
            </p:grpSpPr>
            <p:sp>
              <p:nvSpPr>
                <p:cNvPr id="3006" name="Google Shape;11155;p128">
                  <a:extLst>
                    <a:ext uri="{FF2B5EF4-FFF2-40B4-BE49-F238E27FC236}">
                      <a16:creationId xmlns:a16="http://schemas.microsoft.com/office/drawing/2014/main" id="{B47C751C-7D00-C3EC-EE07-BE1D29B09EA4}"/>
                    </a:ext>
                  </a:extLst>
                </p:cNvPr>
                <p:cNvSpPr/>
                <p:nvPr/>
              </p:nvSpPr>
              <p:spPr>
                <a:xfrm>
                  <a:off x="5590706" y="4245348"/>
                  <a:ext cx="33497" cy="322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59" h="4103" extrusionOk="0">
                      <a:moveTo>
                        <a:pt x="2175" y="0"/>
                      </a:moveTo>
                      <a:cubicBezTo>
                        <a:pt x="2160" y="0"/>
                        <a:pt x="2145" y="1"/>
                        <a:pt x="2130" y="1"/>
                      </a:cubicBezTo>
                      <a:lnTo>
                        <a:pt x="1984" y="1"/>
                      </a:lnTo>
                      <a:cubicBezTo>
                        <a:pt x="872" y="49"/>
                        <a:pt x="1" y="993"/>
                        <a:pt x="37" y="2118"/>
                      </a:cubicBezTo>
                      <a:cubicBezTo>
                        <a:pt x="73" y="3228"/>
                        <a:pt x="980" y="4102"/>
                        <a:pt x="2085" y="4102"/>
                      </a:cubicBezTo>
                      <a:cubicBezTo>
                        <a:pt x="2100" y="4102"/>
                        <a:pt x="2115" y="4102"/>
                        <a:pt x="2130" y="4102"/>
                      </a:cubicBezTo>
                      <a:lnTo>
                        <a:pt x="2275" y="4102"/>
                      </a:lnTo>
                      <a:cubicBezTo>
                        <a:pt x="3388" y="4041"/>
                        <a:pt x="4259" y="3098"/>
                        <a:pt x="4222" y="1985"/>
                      </a:cubicBezTo>
                      <a:cubicBezTo>
                        <a:pt x="4175" y="875"/>
                        <a:pt x="3279" y="0"/>
                        <a:pt x="217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07" name="Google Shape;11156;p128">
                  <a:extLst>
                    <a:ext uri="{FF2B5EF4-FFF2-40B4-BE49-F238E27FC236}">
                      <a16:creationId xmlns:a16="http://schemas.microsoft.com/office/drawing/2014/main" id="{18EC12CE-8262-BADB-7061-2E20833D9612}"/>
                    </a:ext>
                  </a:extLst>
                </p:cNvPr>
                <p:cNvSpPr/>
                <p:nvPr/>
              </p:nvSpPr>
              <p:spPr>
                <a:xfrm>
                  <a:off x="5598791" y="4254944"/>
                  <a:ext cx="15408" cy="13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59" h="1659" extrusionOk="0">
                      <a:moveTo>
                        <a:pt x="1106" y="0"/>
                      </a:moveTo>
                      <a:cubicBezTo>
                        <a:pt x="1085" y="0"/>
                        <a:pt x="1063" y="1"/>
                        <a:pt x="1041" y="3"/>
                      </a:cubicBezTo>
                      <a:cubicBezTo>
                        <a:pt x="303" y="51"/>
                        <a:pt x="1" y="970"/>
                        <a:pt x="557" y="1454"/>
                      </a:cubicBezTo>
                      <a:cubicBezTo>
                        <a:pt x="720" y="1596"/>
                        <a:pt x="909" y="1659"/>
                        <a:pt x="1093" y="1659"/>
                      </a:cubicBezTo>
                      <a:cubicBezTo>
                        <a:pt x="1538" y="1659"/>
                        <a:pt x="1958" y="1290"/>
                        <a:pt x="1924" y="777"/>
                      </a:cubicBezTo>
                      <a:cubicBezTo>
                        <a:pt x="1901" y="339"/>
                        <a:pt x="1538" y="0"/>
                        <a:pt x="110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997" name="Google Shape;11157;p128">
                <a:extLst>
                  <a:ext uri="{FF2B5EF4-FFF2-40B4-BE49-F238E27FC236}">
                    <a16:creationId xmlns:a16="http://schemas.microsoft.com/office/drawing/2014/main" id="{7EA5D968-256F-5DBF-19E0-5E9EA7603AF3}"/>
                  </a:ext>
                </a:extLst>
              </p:cNvPr>
              <p:cNvGrpSpPr/>
              <p:nvPr/>
            </p:nvGrpSpPr>
            <p:grpSpPr>
              <a:xfrm>
                <a:off x="5618681" y="4109677"/>
                <a:ext cx="33112" cy="32357"/>
                <a:chOff x="5618681" y="4109677"/>
                <a:chExt cx="33112" cy="32357"/>
              </a:xfrm>
              <a:grpFill/>
            </p:grpSpPr>
            <p:sp>
              <p:nvSpPr>
                <p:cNvPr id="3004" name="Google Shape;11158;p128">
                  <a:extLst>
                    <a:ext uri="{FF2B5EF4-FFF2-40B4-BE49-F238E27FC236}">
                      <a16:creationId xmlns:a16="http://schemas.microsoft.com/office/drawing/2014/main" id="{AB0274D8-9F98-4C34-68D3-F1BC82945525}"/>
                    </a:ext>
                  </a:extLst>
                </p:cNvPr>
                <p:cNvSpPr/>
                <p:nvPr/>
              </p:nvSpPr>
              <p:spPr>
                <a:xfrm>
                  <a:off x="5618681" y="4109677"/>
                  <a:ext cx="33112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10" h="4114" extrusionOk="0">
                      <a:moveTo>
                        <a:pt x="1984" y="1"/>
                      </a:moveTo>
                      <a:cubicBezTo>
                        <a:pt x="871" y="61"/>
                        <a:pt x="0" y="1005"/>
                        <a:pt x="36" y="2130"/>
                      </a:cubicBezTo>
                      <a:cubicBezTo>
                        <a:pt x="84" y="3235"/>
                        <a:pt x="992" y="4114"/>
                        <a:pt x="2106" y="4114"/>
                      </a:cubicBezTo>
                      <a:cubicBezTo>
                        <a:pt x="2114" y="4114"/>
                        <a:pt x="2121" y="4114"/>
                        <a:pt x="2129" y="4114"/>
                      </a:cubicBezTo>
                      <a:lnTo>
                        <a:pt x="2274" y="4114"/>
                      </a:lnTo>
                      <a:cubicBezTo>
                        <a:pt x="3375" y="4029"/>
                        <a:pt x="4210" y="3086"/>
                        <a:pt x="4173" y="1985"/>
                      </a:cubicBezTo>
                      <a:cubicBezTo>
                        <a:pt x="4137" y="884"/>
                        <a:pt x="3230" y="13"/>
                        <a:pt x="212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05" name="Google Shape;11159;p128">
                  <a:extLst>
                    <a:ext uri="{FF2B5EF4-FFF2-40B4-BE49-F238E27FC236}">
                      <a16:creationId xmlns:a16="http://schemas.microsoft.com/office/drawing/2014/main" id="{00B21FCF-6D00-177B-DF7A-F5E07B37A246}"/>
                    </a:ext>
                  </a:extLst>
                </p:cNvPr>
                <p:cNvSpPr/>
                <p:nvPr/>
              </p:nvSpPr>
              <p:spPr>
                <a:xfrm>
                  <a:off x="5626767" y="4119280"/>
                  <a:ext cx="15494" cy="130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70" h="1660" extrusionOk="0">
                      <a:moveTo>
                        <a:pt x="1098" y="1"/>
                      </a:moveTo>
                      <a:cubicBezTo>
                        <a:pt x="1083" y="1"/>
                        <a:pt x="1068" y="1"/>
                        <a:pt x="1053" y="2"/>
                      </a:cubicBezTo>
                      <a:cubicBezTo>
                        <a:pt x="315" y="62"/>
                        <a:pt x="0" y="970"/>
                        <a:pt x="557" y="1453"/>
                      </a:cubicBezTo>
                      <a:cubicBezTo>
                        <a:pt x="721" y="1596"/>
                        <a:pt x="913" y="1660"/>
                        <a:pt x="1100" y="1660"/>
                      </a:cubicBezTo>
                      <a:cubicBezTo>
                        <a:pt x="1547" y="1660"/>
                        <a:pt x="1970" y="1296"/>
                        <a:pt x="1936" y="776"/>
                      </a:cubicBezTo>
                      <a:cubicBezTo>
                        <a:pt x="1901" y="332"/>
                        <a:pt x="1527" y="1"/>
                        <a:pt x="109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998" name="Google Shape;11160;p128">
                <a:extLst>
                  <a:ext uri="{FF2B5EF4-FFF2-40B4-BE49-F238E27FC236}">
                    <a16:creationId xmlns:a16="http://schemas.microsoft.com/office/drawing/2014/main" id="{B27F0160-9220-37D5-C7B4-08BCAF6E3EA3}"/>
                  </a:ext>
                </a:extLst>
              </p:cNvPr>
              <p:cNvGrpSpPr/>
              <p:nvPr/>
            </p:nvGrpSpPr>
            <p:grpSpPr>
              <a:xfrm>
                <a:off x="5479298" y="4128262"/>
                <a:ext cx="31405" cy="26906"/>
                <a:chOff x="5479298" y="4128262"/>
                <a:chExt cx="31405" cy="26906"/>
              </a:xfrm>
              <a:grpFill/>
            </p:grpSpPr>
            <p:sp>
              <p:nvSpPr>
                <p:cNvPr id="3002" name="Google Shape;11161;p128">
                  <a:extLst>
                    <a:ext uri="{FF2B5EF4-FFF2-40B4-BE49-F238E27FC236}">
                      <a16:creationId xmlns:a16="http://schemas.microsoft.com/office/drawing/2014/main" id="{2D7FCB30-E85F-56E4-3EAC-17BE0940E79E}"/>
                    </a:ext>
                  </a:extLst>
                </p:cNvPr>
                <p:cNvSpPr/>
                <p:nvPr/>
              </p:nvSpPr>
              <p:spPr>
                <a:xfrm>
                  <a:off x="5479298" y="4128262"/>
                  <a:ext cx="31405" cy="269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21" extrusionOk="0">
                      <a:moveTo>
                        <a:pt x="2273" y="1"/>
                      </a:moveTo>
                      <a:cubicBezTo>
                        <a:pt x="1853" y="1"/>
                        <a:pt x="1425" y="157"/>
                        <a:pt x="1077" y="505"/>
                      </a:cubicBezTo>
                      <a:cubicBezTo>
                        <a:pt x="0" y="1582"/>
                        <a:pt x="762" y="3420"/>
                        <a:pt x="2287" y="3420"/>
                      </a:cubicBezTo>
                      <a:cubicBezTo>
                        <a:pt x="3230" y="3420"/>
                        <a:pt x="3992" y="2658"/>
                        <a:pt x="3992" y="1715"/>
                      </a:cubicBezTo>
                      <a:cubicBezTo>
                        <a:pt x="3992" y="683"/>
                        <a:pt x="3150" y="1"/>
                        <a:pt x="227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03" name="Google Shape;11162;p128">
                  <a:extLst>
                    <a:ext uri="{FF2B5EF4-FFF2-40B4-BE49-F238E27FC236}">
                      <a16:creationId xmlns:a16="http://schemas.microsoft.com/office/drawing/2014/main" id="{F58271B3-44B8-84F2-38C0-27DFC7F75045}"/>
                    </a:ext>
                  </a:extLst>
                </p:cNvPr>
                <p:cNvSpPr/>
                <p:nvPr/>
              </p:nvSpPr>
              <p:spPr>
                <a:xfrm>
                  <a:off x="5493471" y="4137936"/>
                  <a:ext cx="7621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" h="969" extrusionOk="0">
                      <a:moveTo>
                        <a:pt x="485" y="1"/>
                      </a:moveTo>
                      <a:cubicBezTo>
                        <a:pt x="218" y="1"/>
                        <a:pt x="1" y="218"/>
                        <a:pt x="1" y="485"/>
                      </a:cubicBezTo>
                      <a:cubicBezTo>
                        <a:pt x="1" y="751"/>
                        <a:pt x="218" y="968"/>
                        <a:pt x="485" y="968"/>
                      </a:cubicBezTo>
                      <a:cubicBezTo>
                        <a:pt x="751" y="968"/>
                        <a:pt x="968" y="751"/>
                        <a:pt x="968" y="485"/>
                      </a:cubicBezTo>
                      <a:cubicBezTo>
                        <a:pt x="968" y="218"/>
                        <a:pt x="751" y="1"/>
                        <a:pt x="48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999" name="Google Shape;11163;p128">
                <a:extLst>
                  <a:ext uri="{FF2B5EF4-FFF2-40B4-BE49-F238E27FC236}">
                    <a16:creationId xmlns:a16="http://schemas.microsoft.com/office/drawing/2014/main" id="{921AC902-644E-1428-0D6A-7ACD516A876C}"/>
                  </a:ext>
                </a:extLst>
              </p:cNvPr>
              <p:cNvGrpSpPr/>
              <p:nvPr/>
            </p:nvGrpSpPr>
            <p:grpSpPr>
              <a:xfrm>
                <a:off x="5582903" y="4180116"/>
                <a:ext cx="31499" cy="26898"/>
                <a:chOff x="5582903" y="4180116"/>
                <a:chExt cx="31499" cy="26898"/>
              </a:xfrm>
              <a:grpFill/>
            </p:grpSpPr>
            <p:sp>
              <p:nvSpPr>
                <p:cNvPr id="3000" name="Google Shape;11164;p128">
                  <a:extLst>
                    <a:ext uri="{FF2B5EF4-FFF2-40B4-BE49-F238E27FC236}">
                      <a16:creationId xmlns:a16="http://schemas.microsoft.com/office/drawing/2014/main" id="{DF49BCD3-6A0F-6980-7DBF-6114D66CAE99}"/>
                    </a:ext>
                  </a:extLst>
                </p:cNvPr>
                <p:cNvSpPr/>
                <p:nvPr/>
              </p:nvSpPr>
              <p:spPr>
                <a:xfrm>
                  <a:off x="5582903" y="4180116"/>
                  <a:ext cx="31499" cy="26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20" extrusionOk="0">
                      <a:moveTo>
                        <a:pt x="2276" y="1"/>
                      </a:moveTo>
                      <a:cubicBezTo>
                        <a:pt x="1855" y="1"/>
                        <a:pt x="1425" y="156"/>
                        <a:pt x="1077" y="505"/>
                      </a:cubicBezTo>
                      <a:cubicBezTo>
                        <a:pt x="1" y="1581"/>
                        <a:pt x="763" y="3420"/>
                        <a:pt x="2287" y="3420"/>
                      </a:cubicBezTo>
                      <a:cubicBezTo>
                        <a:pt x="3231" y="3420"/>
                        <a:pt x="4005" y="2658"/>
                        <a:pt x="4005" y="1714"/>
                      </a:cubicBezTo>
                      <a:cubicBezTo>
                        <a:pt x="4005" y="683"/>
                        <a:pt x="3157" y="1"/>
                        <a:pt x="227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01" name="Google Shape;11165;p128">
                  <a:extLst>
                    <a:ext uri="{FF2B5EF4-FFF2-40B4-BE49-F238E27FC236}">
                      <a16:creationId xmlns:a16="http://schemas.microsoft.com/office/drawing/2014/main" id="{E8DE123F-8575-DE7A-5AA7-A265F8854613}"/>
                    </a:ext>
                  </a:extLst>
                </p:cNvPr>
                <p:cNvSpPr/>
                <p:nvPr/>
              </p:nvSpPr>
              <p:spPr>
                <a:xfrm>
                  <a:off x="5597084" y="4189790"/>
                  <a:ext cx="7613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8" h="969" extrusionOk="0">
                      <a:moveTo>
                        <a:pt x="484" y="0"/>
                      </a:moveTo>
                      <a:cubicBezTo>
                        <a:pt x="218" y="0"/>
                        <a:pt x="0" y="218"/>
                        <a:pt x="0" y="484"/>
                      </a:cubicBezTo>
                      <a:cubicBezTo>
                        <a:pt x="0" y="750"/>
                        <a:pt x="218" y="968"/>
                        <a:pt x="484" y="968"/>
                      </a:cubicBezTo>
                      <a:cubicBezTo>
                        <a:pt x="750" y="968"/>
                        <a:pt x="968" y="750"/>
                        <a:pt x="968" y="484"/>
                      </a:cubicBezTo>
                      <a:cubicBezTo>
                        <a:pt x="968" y="218"/>
                        <a:pt x="750" y="0"/>
                        <a:pt x="48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234" name="Google Shape;11166;p128">
              <a:extLst>
                <a:ext uri="{FF2B5EF4-FFF2-40B4-BE49-F238E27FC236}">
                  <a16:creationId xmlns:a16="http://schemas.microsoft.com/office/drawing/2014/main" id="{812A63B7-3DE3-0018-253F-A2C3B82F209D}"/>
                </a:ext>
              </a:extLst>
            </p:cNvPr>
            <p:cNvGrpSpPr/>
            <p:nvPr/>
          </p:nvGrpSpPr>
          <p:grpSpPr>
            <a:xfrm>
              <a:off x="3977681" y="3230323"/>
              <a:ext cx="94584" cy="84085"/>
              <a:chOff x="3977681" y="3230323"/>
              <a:chExt cx="94584" cy="84085"/>
            </a:xfrm>
            <a:grpFill/>
          </p:grpSpPr>
          <p:grpSp>
            <p:nvGrpSpPr>
              <p:cNvPr id="2976" name="Google Shape;11167;p128">
                <a:extLst>
                  <a:ext uri="{FF2B5EF4-FFF2-40B4-BE49-F238E27FC236}">
                    <a16:creationId xmlns:a16="http://schemas.microsoft.com/office/drawing/2014/main" id="{95D9F6B9-BF68-896B-3185-854AF9F43601}"/>
                  </a:ext>
                </a:extLst>
              </p:cNvPr>
              <p:cNvGrpSpPr/>
              <p:nvPr/>
            </p:nvGrpSpPr>
            <p:grpSpPr>
              <a:xfrm>
                <a:off x="4000135" y="3243041"/>
                <a:ext cx="59570" cy="57186"/>
                <a:chOff x="4000135" y="3243041"/>
                <a:chExt cx="59570" cy="57186"/>
              </a:xfrm>
              <a:grpFill/>
            </p:grpSpPr>
            <p:sp>
              <p:nvSpPr>
                <p:cNvPr id="2989" name="Google Shape;11168;p128">
                  <a:extLst>
                    <a:ext uri="{FF2B5EF4-FFF2-40B4-BE49-F238E27FC236}">
                      <a16:creationId xmlns:a16="http://schemas.microsoft.com/office/drawing/2014/main" id="{677CB27C-C684-DB05-379C-CDE9E8357876}"/>
                    </a:ext>
                  </a:extLst>
                </p:cNvPr>
                <p:cNvSpPr/>
                <p:nvPr/>
              </p:nvSpPr>
              <p:spPr>
                <a:xfrm>
                  <a:off x="4000135" y="3243041"/>
                  <a:ext cx="59570" cy="570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74" h="7259" fill="none" extrusionOk="0">
                      <a:moveTo>
                        <a:pt x="1" y="2323"/>
                      </a:moveTo>
                      <a:lnTo>
                        <a:pt x="2577" y="7259"/>
                      </a:lnTo>
                      <a:lnTo>
                        <a:pt x="7573" y="4114"/>
                      </a:lnTo>
                      <a:lnTo>
                        <a:pt x="5541" y="1"/>
                      </a:lnTo>
                      <a:lnTo>
                        <a:pt x="352" y="2323"/>
                      </a:lnTo>
                    </a:path>
                  </a:pathLst>
                </a:custGeom>
                <a:grp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90" name="Google Shape;11169;p128">
                  <a:extLst>
                    <a:ext uri="{FF2B5EF4-FFF2-40B4-BE49-F238E27FC236}">
                      <a16:creationId xmlns:a16="http://schemas.microsoft.com/office/drawing/2014/main" id="{97C419B7-B147-3FD8-8059-A0A02ED381BE}"/>
                    </a:ext>
                  </a:extLst>
                </p:cNvPr>
                <p:cNvSpPr/>
                <p:nvPr/>
              </p:nvSpPr>
              <p:spPr>
                <a:xfrm>
                  <a:off x="4024210" y="3246847"/>
                  <a:ext cx="15706" cy="533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7" h="6787" fill="none" extrusionOk="0">
                      <a:moveTo>
                        <a:pt x="0" y="6787"/>
                      </a:moveTo>
                      <a:lnTo>
                        <a:pt x="1996" y="1"/>
                      </a:lnTo>
                    </a:path>
                  </a:pathLst>
                </a:custGeom>
                <a:grp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91" name="Google Shape;11170;p128">
                  <a:extLst>
                    <a:ext uri="{FF2B5EF4-FFF2-40B4-BE49-F238E27FC236}">
                      <a16:creationId xmlns:a16="http://schemas.microsoft.com/office/drawing/2014/main" id="{95AE78F5-4D08-A365-06E0-B102150B00B9}"/>
                    </a:ext>
                  </a:extLst>
                </p:cNvPr>
                <p:cNvSpPr/>
                <p:nvPr/>
              </p:nvSpPr>
              <p:spPr>
                <a:xfrm>
                  <a:off x="4002896" y="3261311"/>
                  <a:ext cx="56809" cy="140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23" h="1791" fill="none" extrusionOk="0">
                      <a:moveTo>
                        <a:pt x="7222" y="1791"/>
                      </a:moveTo>
                      <a:lnTo>
                        <a:pt x="1" y="0"/>
                      </a:lnTo>
                    </a:path>
                  </a:pathLst>
                </a:custGeom>
                <a:grp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977" name="Google Shape;11171;p128">
                <a:extLst>
                  <a:ext uri="{FF2B5EF4-FFF2-40B4-BE49-F238E27FC236}">
                    <a16:creationId xmlns:a16="http://schemas.microsoft.com/office/drawing/2014/main" id="{9D08B2C8-68AE-315F-54C7-7C5C377352AF}"/>
                  </a:ext>
                </a:extLst>
              </p:cNvPr>
              <p:cNvGrpSpPr/>
              <p:nvPr/>
            </p:nvGrpSpPr>
            <p:grpSpPr>
              <a:xfrm>
                <a:off x="3977681" y="3245872"/>
                <a:ext cx="37783" cy="32380"/>
                <a:chOff x="3977681" y="3245872"/>
                <a:chExt cx="37783" cy="32380"/>
              </a:xfrm>
              <a:grpFill/>
            </p:grpSpPr>
            <p:sp>
              <p:nvSpPr>
                <p:cNvPr id="2987" name="Google Shape;11172;p128">
                  <a:extLst>
                    <a:ext uri="{FF2B5EF4-FFF2-40B4-BE49-F238E27FC236}">
                      <a16:creationId xmlns:a16="http://schemas.microsoft.com/office/drawing/2014/main" id="{287E6F01-410E-F80B-BB33-030298B185B7}"/>
                    </a:ext>
                  </a:extLst>
                </p:cNvPr>
                <p:cNvSpPr/>
                <p:nvPr/>
              </p:nvSpPr>
              <p:spPr>
                <a:xfrm>
                  <a:off x="3977681" y="3245872"/>
                  <a:ext cx="37783" cy="323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17" extrusionOk="0">
                      <a:moveTo>
                        <a:pt x="2726" y="1"/>
                      </a:moveTo>
                      <a:cubicBezTo>
                        <a:pt x="2219" y="1"/>
                        <a:pt x="1703" y="189"/>
                        <a:pt x="1283" y="608"/>
                      </a:cubicBezTo>
                      <a:cubicBezTo>
                        <a:pt x="1" y="1903"/>
                        <a:pt x="908" y="4117"/>
                        <a:pt x="2747" y="4117"/>
                      </a:cubicBezTo>
                      <a:cubicBezTo>
                        <a:pt x="3872" y="4104"/>
                        <a:pt x="4791" y="3185"/>
                        <a:pt x="4803" y="2060"/>
                      </a:cubicBezTo>
                      <a:cubicBezTo>
                        <a:pt x="4795" y="818"/>
                        <a:pt x="3782" y="1"/>
                        <a:pt x="272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88" name="Google Shape;11173;p128">
                  <a:extLst>
                    <a:ext uri="{FF2B5EF4-FFF2-40B4-BE49-F238E27FC236}">
                      <a16:creationId xmlns:a16="http://schemas.microsoft.com/office/drawing/2014/main" id="{99C1F361-3950-6CDE-7932-B83E6AE9B64D}"/>
                    </a:ext>
                  </a:extLst>
                </p:cNvPr>
                <p:cNvSpPr/>
                <p:nvPr/>
              </p:nvSpPr>
              <p:spPr>
                <a:xfrm>
                  <a:off x="3992718" y="3255507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35" y="0"/>
                      </a:moveTo>
                      <a:cubicBezTo>
                        <a:pt x="375" y="0"/>
                        <a:pt x="0" y="375"/>
                        <a:pt x="0" y="835"/>
                      </a:cubicBezTo>
                      <a:cubicBezTo>
                        <a:pt x="0" y="1295"/>
                        <a:pt x="375" y="1658"/>
                        <a:pt x="835" y="1658"/>
                      </a:cubicBezTo>
                      <a:cubicBezTo>
                        <a:pt x="1282" y="1658"/>
                        <a:pt x="1657" y="1295"/>
                        <a:pt x="1657" y="835"/>
                      </a:cubicBezTo>
                      <a:cubicBezTo>
                        <a:pt x="1657" y="375"/>
                        <a:pt x="1282" y="0"/>
                        <a:pt x="83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978" name="Google Shape;11174;p128">
                <a:extLst>
                  <a:ext uri="{FF2B5EF4-FFF2-40B4-BE49-F238E27FC236}">
                    <a16:creationId xmlns:a16="http://schemas.microsoft.com/office/drawing/2014/main" id="{CAE42F16-6479-11C2-DCC6-54C3546E09AD}"/>
                  </a:ext>
                </a:extLst>
              </p:cNvPr>
              <p:cNvGrpSpPr/>
              <p:nvPr/>
            </p:nvGrpSpPr>
            <p:grpSpPr>
              <a:xfrm>
                <a:off x="4040860" y="3262672"/>
                <a:ext cx="31405" cy="27001"/>
                <a:chOff x="4040860" y="3262672"/>
                <a:chExt cx="31405" cy="27001"/>
              </a:xfrm>
              <a:grpFill/>
            </p:grpSpPr>
            <p:sp>
              <p:nvSpPr>
                <p:cNvPr id="2985" name="Google Shape;11175;p128">
                  <a:extLst>
                    <a:ext uri="{FF2B5EF4-FFF2-40B4-BE49-F238E27FC236}">
                      <a16:creationId xmlns:a16="http://schemas.microsoft.com/office/drawing/2014/main" id="{52B20AD9-22C4-573B-1AC9-22EB6367E60C}"/>
                    </a:ext>
                  </a:extLst>
                </p:cNvPr>
                <p:cNvSpPr/>
                <p:nvPr/>
              </p:nvSpPr>
              <p:spPr>
                <a:xfrm>
                  <a:off x="4040860" y="3262672"/>
                  <a:ext cx="31405" cy="270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33" extrusionOk="0">
                      <a:moveTo>
                        <a:pt x="2272" y="1"/>
                      </a:moveTo>
                      <a:cubicBezTo>
                        <a:pt x="1853" y="1"/>
                        <a:pt x="1425" y="157"/>
                        <a:pt x="1077" y="505"/>
                      </a:cubicBezTo>
                      <a:cubicBezTo>
                        <a:pt x="0" y="1581"/>
                        <a:pt x="762" y="3420"/>
                        <a:pt x="2286" y="3432"/>
                      </a:cubicBezTo>
                      <a:cubicBezTo>
                        <a:pt x="3230" y="3420"/>
                        <a:pt x="3992" y="2658"/>
                        <a:pt x="3992" y="1714"/>
                      </a:cubicBezTo>
                      <a:cubicBezTo>
                        <a:pt x="3992" y="683"/>
                        <a:pt x="3150" y="1"/>
                        <a:pt x="227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86" name="Google Shape;11176;p128">
                  <a:extLst>
                    <a:ext uri="{FF2B5EF4-FFF2-40B4-BE49-F238E27FC236}">
                      <a16:creationId xmlns:a16="http://schemas.microsoft.com/office/drawing/2014/main" id="{21CA4916-30A0-FDA4-AF43-63098BA0EE93}"/>
                    </a:ext>
                  </a:extLst>
                </p:cNvPr>
                <p:cNvSpPr/>
                <p:nvPr/>
              </p:nvSpPr>
              <p:spPr>
                <a:xfrm>
                  <a:off x="4054938" y="3272346"/>
                  <a:ext cx="7621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" h="969" extrusionOk="0">
                      <a:moveTo>
                        <a:pt x="484" y="1"/>
                      </a:moveTo>
                      <a:cubicBezTo>
                        <a:pt x="218" y="1"/>
                        <a:pt x="0" y="218"/>
                        <a:pt x="0" y="484"/>
                      </a:cubicBezTo>
                      <a:cubicBezTo>
                        <a:pt x="0" y="751"/>
                        <a:pt x="218" y="968"/>
                        <a:pt x="484" y="968"/>
                      </a:cubicBezTo>
                      <a:cubicBezTo>
                        <a:pt x="763" y="968"/>
                        <a:pt x="968" y="751"/>
                        <a:pt x="968" y="484"/>
                      </a:cubicBezTo>
                      <a:cubicBezTo>
                        <a:pt x="968" y="218"/>
                        <a:pt x="763" y="1"/>
                        <a:pt x="48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979" name="Google Shape;11177;p128">
                <a:extLst>
                  <a:ext uri="{FF2B5EF4-FFF2-40B4-BE49-F238E27FC236}">
                    <a16:creationId xmlns:a16="http://schemas.microsoft.com/office/drawing/2014/main" id="{6FC64452-D9B1-C013-8F93-5B32F2C1D595}"/>
                  </a:ext>
                </a:extLst>
              </p:cNvPr>
              <p:cNvGrpSpPr/>
              <p:nvPr/>
            </p:nvGrpSpPr>
            <p:grpSpPr>
              <a:xfrm>
                <a:off x="4021072" y="3230323"/>
                <a:ext cx="31397" cy="26906"/>
                <a:chOff x="4021072" y="3230323"/>
                <a:chExt cx="31397" cy="26906"/>
              </a:xfrm>
              <a:grpFill/>
            </p:grpSpPr>
            <p:sp>
              <p:nvSpPr>
                <p:cNvPr id="2983" name="Google Shape;11178;p128">
                  <a:extLst>
                    <a:ext uri="{FF2B5EF4-FFF2-40B4-BE49-F238E27FC236}">
                      <a16:creationId xmlns:a16="http://schemas.microsoft.com/office/drawing/2014/main" id="{00E7B2C4-1484-9372-FC06-14701076163C}"/>
                    </a:ext>
                  </a:extLst>
                </p:cNvPr>
                <p:cNvSpPr/>
                <p:nvPr/>
              </p:nvSpPr>
              <p:spPr>
                <a:xfrm>
                  <a:off x="4021072" y="3230323"/>
                  <a:ext cx="31397" cy="269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2" h="3421" extrusionOk="0">
                      <a:moveTo>
                        <a:pt x="2272" y="1"/>
                      </a:moveTo>
                      <a:cubicBezTo>
                        <a:pt x="1853" y="1"/>
                        <a:pt x="1425" y="157"/>
                        <a:pt x="1077" y="505"/>
                      </a:cubicBezTo>
                      <a:cubicBezTo>
                        <a:pt x="0" y="1581"/>
                        <a:pt x="762" y="3420"/>
                        <a:pt x="2286" y="3420"/>
                      </a:cubicBezTo>
                      <a:cubicBezTo>
                        <a:pt x="3230" y="3420"/>
                        <a:pt x="3992" y="2658"/>
                        <a:pt x="3992" y="1714"/>
                      </a:cubicBezTo>
                      <a:cubicBezTo>
                        <a:pt x="3992" y="683"/>
                        <a:pt x="3150" y="1"/>
                        <a:pt x="227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84" name="Google Shape;11179;p128">
                  <a:extLst>
                    <a:ext uri="{FF2B5EF4-FFF2-40B4-BE49-F238E27FC236}">
                      <a16:creationId xmlns:a16="http://schemas.microsoft.com/office/drawing/2014/main" id="{8CFF17E6-BE7E-E666-464D-89D5BAF4857E}"/>
                    </a:ext>
                  </a:extLst>
                </p:cNvPr>
                <p:cNvSpPr/>
                <p:nvPr/>
              </p:nvSpPr>
              <p:spPr>
                <a:xfrm>
                  <a:off x="4035245" y="3239997"/>
                  <a:ext cx="7621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" h="969" extrusionOk="0">
                      <a:moveTo>
                        <a:pt x="484" y="1"/>
                      </a:moveTo>
                      <a:cubicBezTo>
                        <a:pt x="218" y="1"/>
                        <a:pt x="0" y="218"/>
                        <a:pt x="0" y="484"/>
                      </a:cubicBezTo>
                      <a:cubicBezTo>
                        <a:pt x="0" y="751"/>
                        <a:pt x="218" y="968"/>
                        <a:pt x="484" y="968"/>
                      </a:cubicBezTo>
                      <a:cubicBezTo>
                        <a:pt x="750" y="968"/>
                        <a:pt x="968" y="751"/>
                        <a:pt x="968" y="484"/>
                      </a:cubicBezTo>
                      <a:cubicBezTo>
                        <a:pt x="968" y="218"/>
                        <a:pt x="750" y="1"/>
                        <a:pt x="48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980" name="Google Shape;11180;p128">
                <a:extLst>
                  <a:ext uri="{FF2B5EF4-FFF2-40B4-BE49-F238E27FC236}">
                    <a16:creationId xmlns:a16="http://schemas.microsoft.com/office/drawing/2014/main" id="{81802B1B-7141-E8C9-F630-713427BB48C7}"/>
                  </a:ext>
                </a:extLst>
              </p:cNvPr>
              <p:cNvGrpSpPr/>
              <p:nvPr/>
            </p:nvGrpSpPr>
            <p:grpSpPr>
              <a:xfrm>
                <a:off x="4001472" y="3287462"/>
                <a:ext cx="31499" cy="26945"/>
                <a:chOff x="4001472" y="3287462"/>
                <a:chExt cx="31499" cy="26945"/>
              </a:xfrm>
              <a:grpFill/>
            </p:grpSpPr>
            <p:sp>
              <p:nvSpPr>
                <p:cNvPr id="2981" name="Google Shape;11181;p128">
                  <a:extLst>
                    <a:ext uri="{FF2B5EF4-FFF2-40B4-BE49-F238E27FC236}">
                      <a16:creationId xmlns:a16="http://schemas.microsoft.com/office/drawing/2014/main" id="{9996B1ED-82B7-6C66-3F90-1A2EB12AB2A8}"/>
                    </a:ext>
                  </a:extLst>
                </p:cNvPr>
                <p:cNvSpPr/>
                <p:nvPr/>
              </p:nvSpPr>
              <p:spPr>
                <a:xfrm>
                  <a:off x="4001472" y="3287462"/>
                  <a:ext cx="31499" cy="269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26" extrusionOk="0">
                      <a:moveTo>
                        <a:pt x="2276" y="1"/>
                      </a:moveTo>
                      <a:cubicBezTo>
                        <a:pt x="1854" y="1"/>
                        <a:pt x="1425" y="158"/>
                        <a:pt x="1077" y="510"/>
                      </a:cubicBezTo>
                      <a:cubicBezTo>
                        <a:pt x="0" y="1587"/>
                        <a:pt x="762" y="3425"/>
                        <a:pt x="2286" y="3425"/>
                      </a:cubicBezTo>
                      <a:cubicBezTo>
                        <a:pt x="3230" y="3425"/>
                        <a:pt x="3992" y="2663"/>
                        <a:pt x="4004" y="1720"/>
                      </a:cubicBezTo>
                      <a:cubicBezTo>
                        <a:pt x="4004" y="688"/>
                        <a:pt x="3157" y="1"/>
                        <a:pt x="227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82" name="Google Shape;11182;p128">
                  <a:extLst>
                    <a:ext uri="{FF2B5EF4-FFF2-40B4-BE49-F238E27FC236}">
                      <a16:creationId xmlns:a16="http://schemas.microsoft.com/office/drawing/2014/main" id="{C871D4E1-6C7B-8B25-E3A5-D5715FDF94AE}"/>
                    </a:ext>
                  </a:extLst>
                </p:cNvPr>
                <p:cNvSpPr/>
                <p:nvPr/>
              </p:nvSpPr>
              <p:spPr>
                <a:xfrm>
                  <a:off x="4014410" y="3297175"/>
                  <a:ext cx="8856" cy="75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965" extrusionOk="0">
                      <a:moveTo>
                        <a:pt x="641" y="1"/>
                      </a:moveTo>
                      <a:cubicBezTo>
                        <a:pt x="218" y="1"/>
                        <a:pt x="0" y="521"/>
                        <a:pt x="303" y="823"/>
                      </a:cubicBezTo>
                      <a:cubicBezTo>
                        <a:pt x="400" y="921"/>
                        <a:pt x="520" y="964"/>
                        <a:pt x="638" y="964"/>
                      </a:cubicBezTo>
                      <a:cubicBezTo>
                        <a:pt x="886" y="964"/>
                        <a:pt x="1125" y="772"/>
                        <a:pt x="1125" y="485"/>
                      </a:cubicBezTo>
                      <a:cubicBezTo>
                        <a:pt x="1125" y="206"/>
                        <a:pt x="908" y="1"/>
                        <a:pt x="64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235" name="Google Shape;11183;p128">
              <a:extLst>
                <a:ext uri="{FF2B5EF4-FFF2-40B4-BE49-F238E27FC236}">
                  <a16:creationId xmlns:a16="http://schemas.microsoft.com/office/drawing/2014/main" id="{462E8AFA-6B83-AA27-A4A7-B79C4144C39F}"/>
                </a:ext>
              </a:extLst>
            </p:cNvPr>
            <p:cNvGrpSpPr/>
            <p:nvPr/>
          </p:nvGrpSpPr>
          <p:grpSpPr>
            <a:xfrm>
              <a:off x="4084715" y="3258865"/>
              <a:ext cx="184961" cy="137268"/>
              <a:chOff x="4084715" y="3258865"/>
              <a:chExt cx="184961" cy="137268"/>
            </a:xfrm>
            <a:grpFill/>
          </p:grpSpPr>
          <p:grpSp>
            <p:nvGrpSpPr>
              <p:cNvPr id="2953" name="Google Shape;11184;p128">
                <a:extLst>
                  <a:ext uri="{FF2B5EF4-FFF2-40B4-BE49-F238E27FC236}">
                    <a16:creationId xmlns:a16="http://schemas.microsoft.com/office/drawing/2014/main" id="{DAD5EA3A-BCDB-72EF-8BB8-4479F12EA0F9}"/>
                  </a:ext>
                </a:extLst>
              </p:cNvPr>
              <p:cNvGrpSpPr/>
              <p:nvPr/>
            </p:nvGrpSpPr>
            <p:grpSpPr>
              <a:xfrm>
                <a:off x="4107453" y="3271583"/>
                <a:ext cx="153470" cy="110275"/>
                <a:chOff x="4107453" y="3271583"/>
                <a:chExt cx="153470" cy="110275"/>
              </a:xfrm>
              <a:grpFill/>
            </p:grpSpPr>
            <p:sp>
              <p:nvSpPr>
                <p:cNvPr id="2972" name="Google Shape;11185;p128">
                  <a:extLst>
                    <a:ext uri="{FF2B5EF4-FFF2-40B4-BE49-F238E27FC236}">
                      <a16:creationId xmlns:a16="http://schemas.microsoft.com/office/drawing/2014/main" id="{903DA951-DE25-87FC-9359-B3142892D9F3}"/>
                    </a:ext>
                  </a:extLst>
                </p:cNvPr>
                <p:cNvSpPr/>
                <p:nvPr/>
              </p:nvSpPr>
              <p:spPr>
                <a:xfrm>
                  <a:off x="4107453" y="3271583"/>
                  <a:ext cx="153470" cy="110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513" h="14021" fill="none" extrusionOk="0">
                      <a:moveTo>
                        <a:pt x="19513" y="14021"/>
                      </a:moveTo>
                      <a:lnTo>
                        <a:pt x="14844" y="968"/>
                      </a:lnTo>
                      <a:lnTo>
                        <a:pt x="5674" y="1"/>
                      </a:lnTo>
                      <a:lnTo>
                        <a:pt x="1" y="968"/>
                      </a:lnTo>
                      <a:lnTo>
                        <a:pt x="8977" y="2674"/>
                      </a:lnTo>
                      <a:lnTo>
                        <a:pt x="14360" y="10102"/>
                      </a:lnTo>
                      <a:lnTo>
                        <a:pt x="19029" y="14021"/>
                      </a:lnTo>
                    </a:path>
                  </a:pathLst>
                </a:custGeom>
                <a:grp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73" name="Google Shape;11186;p128">
                  <a:extLst>
                    <a:ext uri="{FF2B5EF4-FFF2-40B4-BE49-F238E27FC236}">
                      <a16:creationId xmlns:a16="http://schemas.microsoft.com/office/drawing/2014/main" id="{4BE91835-CF9F-2B04-2833-B7928F12BEF4}"/>
                    </a:ext>
                  </a:extLst>
                </p:cNvPr>
                <p:cNvSpPr/>
                <p:nvPr/>
              </p:nvSpPr>
              <p:spPr>
                <a:xfrm>
                  <a:off x="4155886" y="3271968"/>
                  <a:ext cx="22171" cy="205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19" h="2614" fill="none" extrusionOk="0">
                      <a:moveTo>
                        <a:pt x="2819" y="2613"/>
                      </a:moveTo>
                      <a:lnTo>
                        <a:pt x="0" y="0"/>
                      </a:lnTo>
                    </a:path>
                  </a:pathLst>
                </a:custGeom>
                <a:grp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74" name="Google Shape;11187;p128">
                  <a:extLst>
                    <a:ext uri="{FF2B5EF4-FFF2-40B4-BE49-F238E27FC236}">
                      <a16:creationId xmlns:a16="http://schemas.microsoft.com/office/drawing/2014/main" id="{F29FEE1A-7916-8C76-3B6A-38F58CD4C4D6}"/>
                    </a:ext>
                  </a:extLst>
                </p:cNvPr>
                <p:cNvSpPr/>
                <p:nvPr/>
              </p:nvSpPr>
              <p:spPr>
                <a:xfrm>
                  <a:off x="4178049" y="3279196"/>
                  <a:ext cx="42345" cy="133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84" h="1695" fill="none" extrusionOk="0">
                      <a:moveTo>
                        <a:pt x="1" y="1694"/>
                      </a:moveTo>
                      <a:lnTo>
                        <a:pt x="5384" y="0"/>
                      </a:lnTo>
                    </a:path>
                  </a:pathLst>
                </a:custGeom>
                <a:grp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75" name="Google Shape;11188;p128">
                  <a:extLst>
                    <a:ext uri="{FF2B5EF4-FFF2-40B4-BE49-F238E27FC236}">
                      <a16:creationId xmlns:a16="http://schemas.microsoft.com/office/drawing/2014/main" id="{55E4480A-68CB-7B64-C678-577FEE79A76D}"/>
                    </a:ext>
                  </a:extLst>
                </p:cNvPr>
                <p:cNvSpPr/>
                <p:nvPr/>
              </p:nvSpPr>
              <p:spPr>
                <a:xfrm>
                  <a:off x="4220387" y="3279196"/>
                  <a:ext cx="8" cy="717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9122" fill="none" extrusionOk="0">
                      <a:moveTo>
                        <a:pt x="1" y="0"/>
                      </a:moveTo>
                      <a:lnTo>
                        <a:pt x="1" y="9121"/>
                      </a:lnTo>
                    </a:path>
                  </a:pathLst>
                </a:custGeom>
                <a:grp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954" name="Google Shape;11189;p128">
                <a:extLst>
                  <a:ext uri="{FF2B5EF4-FFF2-40B4-BE49-F238E27FC236}">
                    <a16:creationId xmlns:a16="http://schemas.microsoft.com/office/drawing/2014/main" id="{E73D0A5C-80BD-FE28-91AB-E617F523E5A1}"/>
                  </a:ext>
                </a:extLst>
              </p:cNvPr>
              <p:cNvGrpSpPr/>
              <p:nvPr/>
            </p:nvGrpSpPr>
            <p:grpSpPr>
              <a:xfrm>
                <a:off x="4136947" y="3258865"/>
                <a:ext cx="31499" cy="27001"/>
                <a:chOff x="4136947" y="3258865"/>
                <a:chExt cx="31499" cy="27001"/>
              </a:xfrm>
              <a:grpFill/>
            </p:grpSpPr>
            <p:sp>
              <p:nvSpPr>
                <p:cNvPr id="2970" name="Google Shape;11190;p128">
                  <a:extLst>
                    <a:ext uri="{FF2B5EF4-FFF2-40B4-BE49-F238E27FC236}">
                      <a16:creationId xmlns:a16="http://schemas.microsoft.com/office/drawing/2014/main" id="{7C6AF2CC-1EC0-D0F1-E3CB-1BCA04C4D4FF}"/>
                    </a:ext>
                  </a:extLst>
                </p:cNvPr>
                <p:cNvSpPr/>
                <p:nvPr/>
              </p:nvSpPr>
              <p:spPr>
                <a:xfrm>
                  <a:off x="4136947" y="3258865"/>
                  <a:ext cx="31499" cy="270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33" extrusionOk="0">
                      <a:moveTo>
                        <a:pt x="2285" y="1"/>
                      </a:moveTo>
                      <a:cubicBezTo>
                        <a:pt x="1866" y="1"/>
                        <a:pt x="1438" y="157"/>
                        <a:pt x="1090" y="505"/>
                      </a:cubicBezTo>
                      <a:cubicBezTo>
                        <a:pt x="1" y="1581"/>
                        <a:pt x="775" y="3432"/>
                        <a:pt x="2299" y="3432"/>
                      </a:cubicBezTo>
                      <a:cubicBezTo>
                        <a:pt x="3243" y="3420"/>
                        <a:pt x="4005" y="2658"/>
                        <a:pt x="4005" y="1715"/>
                      </a:cubicBezTo>
                      <a:cubicBezTo>
                        <a:pt x="4005" y="683"/>
                        <a:pt x="3163" y="1"/>
                        <a:pt x="228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71" name="Google Shape;11191;p128">
                  <a:extLst>
                    <a:ext uri="{FF2B5EF4-FFF2-40B4-BE49-F238E27FC236}">
                      <a16:creationId xmlns:a16="http://schemas.microsoft.com/office/drawing/2014/main" id="{3DB807D7-F218-A0B8-1DA0-74BC920F87BC}"/>
                    </a:ext>
                  </a:extLst>
                </p:cNvPr>
                <p:cNvSpPr/>
                <p:nvPr/>
              </p:nvSpPr>
              <p:spPr>
                <a:xfrm>
                  <a:off x="4151222" y="3268539"/>
                  <a:ext cx="7621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" h="969" extrusionOk="0">
                      <a:moveTo>
                        <a:pt x="484" y="1"/>
                      </a:moveTo>
                      <a:cubicBezTo>
                        <a:pt x="206" y="1"/>
                        <a:pt x="0" y="218"/>
                        <a:pt x="0" y="485"/>
                      </a:cubicBezTo>
                      <a:cubicBezTo>
                        <a:pt x="0" y="751"/>
                        <a:pt x="206" y="968"/>
                        <a:pt x="484" y="968"/>
                      </a:cubicBezTo>
                      <a:cubicBezTo>
                        <a:pt x="750" y="968"/>
                        <a:pt x="968" y="751"/>
                        <a:pt x="968" y="485"/>
                      </a:cubicBezTo>
                      <a:cubicBezTo>
                        <a:pt x="968" y="218"/>
                        <a:pt x="750" y="1"/>
                        <a:pt x="48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955" name="Google Shape;11192;p128">
                <a:extLst>
                  <a:ext uri="{FF2B5EF4-FFF2-40B4-BE49-F238E27FC236}">
                    <a16:creationId xmlns:a16="http://schemas.microsoft.com/office/drawing/2014/main" id="{A84566C2-BDAD-A097-FDF1-973266415028}"/>
                  </a:ext>
                </a:extLst>
              </p:cNvPr>
              <p:cNvGrpSpPr/>
              <p:nvPr/>
            </p:nvGrpSpPr>
            <p:grpSpPr>
              <a:xfrm>
                <a:off x="4084715" y="3266478"/>
                <a:ext cx="31468" cy="26898"/>
                <a:chOff x="4084715" y="3266478"/>
                <a:chExt cx="31468" cy="26898"/>
              </a:xfrm>
              <a:grpFill/>
            </p:grpSpPr>
            <p:sp>
              <p:nvSpPr>
                <p:cNvPr id="2968" name="Google Shape;11193;p128">
                  <a:extLst>
                    <a:ext uri="{FF2B5EF4-FFF2-40B4-BE49-F238E27FC236}">
                      <a16:creationId xmlns:a16="http://schemas.microsoft.com/office/drawing/2014/main" id="{B2EC9158-23D8-D66E-B99F-33AEC2803600}"/>
                    </a:ext>
                  </a:extLst>
                </p:cNvPr>
                <p:cNvSpPr/>
                <p:nvPr/>
              </p:nvSpPr>
              <p:spPr>
                <a:xfrm>
                  <a:off x="4084715" y="3266478"/>
                  <a:ext cx="31468" cy="26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1" h="3420" extrusionOk="0">
                      <a:moveTo>
                        <a:pt x="2279" y="1"/>
                      </a:moveTo>
                      <a:cubicBezTo>
                        <a:pt x="1859" y="1"/>
                        <a:pt x="1429" y="157"/>
                        <a:pt x="1077" y="505"/>
                      </a:cubicBezTo>
                      <a:cubicBezTo>
                        <a:pt x="1" y="1581"/>
                        <a:pt x="763" y="3420"/>
                        <a:pt x="2287" y="3420"/>
                      </a:cubicBezTo>
                      <a:cubicBezTo>
                        <a:pt x="3231" y="3420"/>
                        <a:pt x="3993" y="2658"/>
                        <a:pt x="3993" y="1726"/>
                      </a:cubicBezTo>
                      <a:cubicBezTo>
                        <a:pt x="4001" y="686"/>
                        <a:pt x="3161" y="1"/>
                        <a:pt x="227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69" name="Google Shape;11194;p128">
                  <a:extLst>
                    <a:ext uri="{FF2B5EF4-FFF2-40B4-BE49-F238E27FC236}">
                      <a16:creationId xmlns:a16="http://schemas.microsoft.com/office/drawing/2014/main" id="{09609C2C-1705-6E59-5244-F3CA31CBB6B3}"/>
                    </a:ext>
                  </a:extLst>
                </p:cNvPr>
                <p:cNvSpPr/>
                <p:nvPr/>
              </p:nvSpPr>
              <p:spPr>
                <a:xfrm>
                  <a:off x="4098896" y="3276152"/>
                  <a:ext cx="7613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8" h="969" extrusionOk="0">
                      <a:moveTo>
                        <a:pt x="484" y="0"/>
                      </a:moveTo>
                      <a:cubicBezTo>
                        <a:pt x="218" y="0"/>
                        <a:pt x="0" y="218"/>
                        <a:pt x="0" y="484"/>
                      </a:cubicBezTo>
                      <a:cubicBezTo>
                        <a:pt x="0" y="750"/>
                        <a:pt x="218" y="968"/>
                        <a:pt x="484" y="968"/>
                      </a:cubicBezTo>
                      <a:cubicBezTo>
                        <a:pt x="750" y="968"/>
                        <a:pt x="968" y="750"/>
                        <a:pt x="968" y="484"/>
                      </a:cubicBezTo>
                      <a:cubicBezTo>
                        <a:pt x="968" y="218"/>
                        <a:pt x="750" y="0"/>
                        <a:pt x="48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956" name="Google Shape;11195;p128">
                <a:extLst>
                  <a:ext uri="{FF2B5EF4-FFF2-40B4-BE49-F238E27FC236}">
                    <a16:creationId xmlns:a16="http://schemas.microsoft.com/office/drawing/2014/main" id="{9582BC08-E802-A79D-1D10-FCE628A0AE46}"/>
                  </a:ext>
                </a:extLst>
              </p:cNvPr>
              <p:cNvGrpSpPr/>
              <p:nvPr/>
            </p:nvGrpSpPr>
            <p:grpSpPr>
              <a:xfrm>
                <a:off x="4159213" y="3279849"/>
                <a:ext cx="31405" cy="26945"/>
                <a:chOff x="4159213" y="3279849"/>
                <a:chExt cx="31405" cy="26945"/>
              </a:xfrm>
              <a:grpFill/>
            </p:grpSpPr>
            <p:sp>
              <p:nvSpPr>
                <p:cNvPr id="2966" name="Google Shape;11196;p128">
                  <a:extLst>
                    <a:ext uri="{FF2B5EF4-FFF2-40B4-BE49-F238E27FC236}">
                      <a16:creationId xmlns:a16="http://schemas.microsoft.com/office/drawing/2014/main" id="{F978BA0D-6647-438E-FF40-09D25DE2C23F}"/>
                    </a:ext>
                  </a:extLst>
                </p:cNvPr>
                <p:cNvSpPr/>
                <p:nvPr/>
              </p:nvSpPr>
              <p:spPr>
                <a:xfrm>
                  <a:off x="4159213" y="3279849"/>
                  <a:ext cx="31405" cy="269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26" extrusionOk="0">
                      <a:moveTo>
                        <a:pt x="2273" y="1"/>
                      </a:moveTo>
                      <a:cubicBezTo>
                        <a:pt x="1853" y="1"/>
                        <a:pt x="1425" y="158"/>
                        <a:pt x="1077" y="510"/>
                      </a:cubicBezTo>
                      <a:cubicBezTo>
                        <a:pt x="1" y="1587"/>
                        <a:pt x="763" y="3426"/>
                        <a:pt x="2287" y="3426"/>
                      </a:cubicBezTo>
                      <a:cubicBezTo>
                        <a:pt x="3230" y="3426"/>
                        <a:pt x="3992" y="2663"/>
                        <a:pt x="3992" y="1720"/>
                      </a:cubicBezTo>
                      <a:cubicBezTo>
                        <a:pt x="3992" y="689"/>
                        <a:pt x="3151" y="1"/>
                        <a:pt x="227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67" name="Google Shape;11197;p128">
                  <a:extLst>
                    <a:ext uri="{FF2B5EF4-FFF2-40B4-BE49-F238E27FC236}">
                      <a16:creationId xmlns:a16="http://schemas.microsoft.com/office/drawing/2014/main" id="{067453E0-872B-524A-5F41-BD1A3EE7AF37}"/>
                    </a:ext>
                  </a:extLst>
                </p:cNvPr>
                <p:cNvSpPr/>
                <p:nvPr/>
              </p:nvSpPr>
              <p:spPr>
                <a:xfrm>
                  <a:off x="4173385" y="3289570"/>
                  <a:ext cx="7621" cy="76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" h="968" extrusionOk="0">
                      <a:moveTo>
                        <a:pt x="485" y="0"/>
                      </a:moveTo>
                      <a:cubicBezTo>
                        <a:pt x="219" y="0"/>
                        <a:pt x="1" y="218"/>
                        <a:pt x="1" y="484"/>
                      </a:cubicBezTo>
                      <a:cubicBezTo>
                        <a:pt x="1" y="750"/>
                        <a:pt x="219" y="968"/>
                        <a:pt x="485" y="968"/>
                      </a:cubicBezTo>
                      <a:cubicBezTo>
                        <a:pt x="751" y="968"/>
                        <a:pt x="969" y="750"/>
                        <a:pt x="969" y="484"/>
                      </a:cubicBezTo>
                      <a:cubicBezTo>
                        <a:pt x="969" y="218"/>
                        <a:pt x="751" y="0"/>
                        <a:pt x="48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957" name="Google Shape;11198;p128">
                <a:extLst>
                  <a:ext uri="{FF2B5EF4-FFF2-40B4-BE49-F238E27FC236}">
                    <a16:creationId xmlns:a16="http://schemas.microsoft.com/office/drawing/2014/main" id="{C0357355-ED86-A90E-EA88-C5AC7934CD3E}"/>
                  </a:ext>
                </a:extLst>
              </p:cNvPr>
              <p:cNvGrpSpPr/>
              <p:nvPr/>
            </p:nvGrpSpPr>
            <p:grpSpPr>
              <a:xfrm>
                <a:off x="4201550" y="3266502"/>
                <a:ext cx="31405" cy="26883"/>
                <a:chOff x="4201550" y="3266502"/>
                <a:chExt cx="31405" cy="26883"/>
              </a:xfrm>
              <a:grpFill/>
            </p:grpSpPr>
            <p:sp>
              <p:nvSpPr>
                <p:cNvPr id="2964" name="Google Shape;11199;p128">
                  <a:extLst>
                    <a:ext uri="{FF2B5EF4-FFF2-40B4-BE49-F238E27FC236}">
                      <a16:creationId xmlns:a16="http://schemas.microsoft.com/office/drawing/2014/main" id="{8921B4A8-EC2E-979C-27FE-2B00F7D485F0}"/>
                    </a:ext>
                  </a:extLst>
                </p:cNvPr>
                <p:cNvSpPr/>
                <p:nvPr/>
              </p:nvSpPr>
              <p:spPr>
                <a:xfrm>
                  <a:off x="4201550" y="3266502"/>
                  <a:ext cx="31405" cy="268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18" extrusionOk="0">
                      <a:moveTo>
                        <a:pt x="2266" y="1"/>
                      </a:moveTo>
                      <a:cubicBezTo>
                        <a:pt x="1849" y="1"/>
                        <a:pt x="1423" y="155"/>
                        <a:pt x="1077" y="502"/>
                      </a:cubicBezTo>
                      <a:cubicBezTo>
                        <a:pt x="1" y="1566"/>
                        <a:pt x="751" y="3417"/>
                        <a:pt x="2275" y="3417"/>
                      </a:cubicBezTo>
                      <a:cubicBezTo>
                        <a:pt x="2282" y="3417"/>
                        <a:pt x="2290" y="3417"/>
                        <a:pt x="2297" y="3417"/>
                      </a:cubicBezTo>
                      <a:cubicBezTo>
                        <a:pt x="3230" y="3417"/>
                        <a:pt x="3993" y="2660"/>
                        <a:pt x="3993" y="1723"/>
                      </a:cubicBezTo>
                      <a:cubicBezTo>
                        <a:pt x="3993" y="689"/>
                        <a:pt x="3146" y="1"/>
                        <a:pt x="226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65" name="Google Shape;11200;p128">
                  <a:extLst>
                    <a:ext uri="{FF2B5EF4-FFF2-40B4-BE49-F238E27FC236}">
                      <a16:creationId xmlns:a16="http://schemas.microsoft.com/office/drawing/2014/main" id="{E707D277-B8BA-465A-A95E-CA68E9549712}"/>
                    </a:ext>
                  </a:extLst>
                </p:cNvPr>
                <p:cNvSpPr/>
                <p:nvPr/>
              </p:nvSpPr>
              <p:spPr>
                <a:xfrm>
                  <a:off x="4214331" y="3276247"/>
                  <a:ext cx="8919" cy="75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4" h="964" extrusionOk="0">
                      <a:moveTo>
                        <a:pt x="635" y="0"/>
                      </a:moveTo>
                      <a:cubicBezTo>
                        <a:pt x="209" y="0"/>
                        <a:pt x="0" y="512"/>
                        <a:pt x="311" y="823"/>
                      </a:cubicBezTo>
                      <a:cubicBezTo>
                        <a:pt x="408" y="920"/>
                        <a:pt x="528" y="964"/>
                        <a:pt x="646" y="964"/>
                      </a:cubicBezTo>
                      <a:cubicBezTo>
                        <a:pt x="895" y="964"/>
                        <a:pt x="1134" y="771"/>
                        <a:pt x="1134" y="484"/>
                      </a:cubicBezTo>
                      <a:cubicBezTo>
                        <a:pt x="1134" y="206"/>
                        <a:pt x="916" y="0"/>
                        <a:pt x="650" y="0"/>
                      </a:cubicBezTo>
                      <a:cubicBezTo>
                        <a:pt x="645" y="0"/>
                        <a:pt x="640" y="0"/>
                        <a:pt x="63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958" name="Google Shape;11201;p128">
                <a:extLst>
                  <a:ext uri="{FF2B5EF4-FFF2-40B4-BE49-F238E27FC236}">
                    <a16:creationId xmlns:a16="http://schemas.microsoft.com/office/drawing/2014/main" id="{B674A7C3-D1B0-FF57-42D2-E6F245428AC8}"/>
                  </a:ext>
                </a:extLst>
              </p:cNvPr>
              <p:cNvGrpSpPr/>
              <p:nvPr/>
            </p:nvGrpSpPr>
            <p:grpSpPr>
              <a:xfrm>
                <a:off x="4201550" y="3338278"/>
                <a:ext cx="31405" cy="26930"/>
                <a:chOff x="4201550" y="3338278"/>
                <a:chExt cx="31405" cy="26930"/>
              </a:xfrm>
              <a:grpFill/>
            </p:grpSpPr>
            <p:sp>
              <p:nvSpPr>
                <p:cNvPr id="2962" name="Google Shape;11202;p128">
                  <a:extLst>
                    <a:ext uri="{FF2B5EF4-FFF2-40B4-BE49-F238E27FC236}">
                      <a16:creationId xmlns:a16="http://schemas.microsoft.com/office/drawing/2014/main" id="{725552D9-3E21-D24F-4313-5F7F656440A1}"/>
                    </a:ext>
                  </a:extLst>
                </p:cNvPr>
                <p:cNvSpPr/>
                <p:nvPr/>
              </p:nvSpPr>
              <p:spPr>
                <a:xfrm>
                  <a:off x="4201550" y="3338278"/>
                  <a:ext cx="31405" cy="269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24" extrusionOk="0">
                      <a:moveTo>
                        <a:pt x="2266" y="1"/>
                      </a:moveTo>
                      <a:cubicBezTo>
                        <a:pt x="1848" y="1"/>
                        <a:pt x="1423" y="154"/>
                        <a:pt x="1077" y="497"/>
                      </a:cubicBezTo>
                      <a:cubicBezTo>
                        <a:pt x="1" y="1573"/>
                        <a:pt x="751" y="3412"/>
                        <a:pt x="2275" y="3424"/>
                      </a:cubicBezTo>
                      <a:cubicBezTo>
                        <a:pt x="3218" y="3424"/>
                        <a:pt x="3993" y="2662"/>
                        <a:pt x="3993" y="1718"/>
                      </a:cubicBezTo>
                      <a:cubicBezTo>
                        <a:pt x="3993" y="684"/>
                        <a:pt x="3146" y="1"/>
                        <a:pt x="226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63" name="Google Shape;11203;p128">
                  <a:extLst>
                    <a:ext uri="{FF2B5EF4-FFF2-40B4-BE49-F238E27FC236}">
                      <a16:creationId xmlns:a16="http://schemas.microsoft.com/office/drawing/2014/main" id="{A18118B7-B5E5-A5BE-29B6-C221E278963B}"/>
                    </a:ext>
                  </a:extLst>
                </p:cNvPr>
                <p:cNvSpPr/>
                <p:nvPr/>
              </p:nvSpPr>
              <p:spPr>
                <a:xfrm>
                  <a:off x="4214331" y="3347976"/>
                  <a:ext cx="8919" cy="75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4" h="965" extrusionOk="0">
                      <a:moveTo>
                        <a:pt x="671" y="1"/>
                      </a:moveTo>
                      <a:cubicBezTo>
                        <a:pt x="664" y="1"/>
                        <a:pt x="657" y="1"/>
                        <a:pt x="650" y="1"/>
                      </a:cubicBezTo>
                      <a:cubicBezTo>
                        <a:pt x="645" y="1"/>
                        <a:pt x="640" y="1"/>
                        <a:pt x="635" y="1"/>
                      </a:cubicBezTo>
                      <a:cubicBezTo>
                        <a:pt x="209" y="1"/>
                        <a:pt x="0" y="513"/>
                        <a:pt x="311" y="824"/>
                      </a:cubicBezTo>
                      <a:cubicBezTo>
                        <a:pt x="408" y="921"/>
                        <a:pt x="528" y="965"/>
                        <a:pt x="646" y="965"/>
                      </a:cubicBezTo>
                      <a:cubicBezTo>
                        <a:pt x="895" y="965"/>
                        <a:pt x="1134" y="772"/>
                        <a:pt x="1134" y="485"/>
                      </a:cubicBezTo>
                      <a:cubicBezTo>
                        <a:pt x="1134" y="214"/>
                        <a:pt x="927" y="1"/>
                        <a:pt x="67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959" name="Google Shape;11204;p128">
                <a:extLst>
                  <a:ext uri="{FF2B5EF4-FFF2-40B4-BE49-F238E27FC236}">
                    <a16:creationId xmlns:a16="http://schemas.microsoft.com/office/drawing/2014/main" id="{C4F785F3-C940-E3E5-7AA5-4903760435C4}"/>
                  </a:ext>
                </a:extLst>
              </p:cNvPr>
              <p:cNvGrpSpPr/>
              <p:nvPr/>
            </p:nvGrpSpPr>
            <p:grpSpPr>
              <a:xfrm>
                <a:off x="4238272" y="3369132"/>
                <a:ext cx="31405" cy="27001"/>
                <a:chOff x="4238272" y="3369132"/>
                <a:chExt cx="31405" cy="27001"/>
              </a:xfrm>
              <a:grpFill/>
            </p:grpSpPr>
            <p:sp>
              <p:nvSpPr>
                <p:cNvPr id="2960" name="Google Shape;11205;p128">
                  <a:extLst>
                    <a:ext uri="{FF2B5EF4-FFF2-40B4-BE49-F238E27FC236}">
                      <a16:creationId xmlns:a16="http://schemas.microsoft.com/office/drawing/2014/main" id="{59763727-56B7-1FAA-13D3-81C5F791C2EB}"/>
                    </a:ext>
                  </a:extLst>
                </p:cNvPr>
                <p:cNvSpPr/>
                <p:nvPr/>
              </p:nvSpPr>
              <p:spPr>
                <a:xfrm>
                  <a:off x="4238272" y="3369132"/>
                  <a:ext cx="31405" cy="270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33" extrusionOk="0">
                      <a:moveTo>
                        <a:pt x="2273" y="1"/>
                      </a:moveTo>
                      <a:cubicBezTo>
                        <a:pt x="1854" y="1"/>
                        <a:pt x="1426" y="157"/>
                        <a:pt x="1078" y="505"/>
                      </a:cubicBezTo>
                      <a:cubicBezTo>
                        <a:pt x="1" y="1582"/>
                        <a:pt x="763" y="3432"/>
                        <a:pt x="2287" y="3432"/>
                      </a:cubicBezTo>
                      <a:cubicBezTo>
                        <a:pt x="3231" y="3432"/>
                        <a:pt x="3993" y="2658"/>
                        <a:pt x="3993" y="1715"/>
                      </a:cubicBezTo>
                      <a:cubicBezTo>
                        <a:pt x="3993" y="683"/>
                        <a:pt x="3151" y="1"/>
                        <a:pt x="227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61" name="Google Shape;11206;p128">
                  <a:extLst>
                    <a:ext uri="{FF2B5EF4-FFF2-40B4-BE49-F238E27FC236}">
                      <a16:creationId xmlns:a16="http://schemas.microsoft.com/office/drawing/2014/main" id="{8F5C35D6-65E4-2F70-3F84-48600BCAF215}"/>
                    </a:ext>
                  </a:extLst>
                </p:cNvPr>
                <p:cNvSpPr/>
                <p:nvPr/>
              </p:nvSpPr>
              <p:spPr>
                <a:xfrm>
                  <a:off x="4251217" y="3378806"/>
                  <a:ext cx="8856" cy="7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967" extrusionOk="0">
                      <a:moveTo>
                        <a:pt x="641" y="1"/>
                      </a:moveTo>
                      <a:cubicBezTo>
                        <a:pt x="206" y="1"/>
                        <a:pt x="0" y="521"/>
                        <a:pt x="303" y="823"/>
                      </a:cubicBezTo>
                      <a:cubicBezTo>
                        <a:pt x="401" y="922"/>
                        <a:pt x="524" y="967"/>
                        <a:pt x="643" y="967"/>
                      </a:cubicBezTo>
                      <a:cubicBezTo>
                        <a:pt x="889" y="967"/>
                        <a:pt x="1125" y="778"/>
                        <a:pt x="1125" y="485"/>
                      </a:cubicBezTo>
                      <a:cubicBezTo>
                        <a:pt x="1125" y="219"/>
                        <a:pt x="907" y="1"/>
                        <a:pt x="64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236" name="Google Shape;11207;p128">
              <a:extLst>
                <a:ext uri="{FF2B5EF4-FFF2-40B4-BE49-F238E27FC236}">
                  <a16:creationId xmlns:a16="http://schemas.microsoft.com/office/drawing/2014/main" id="{1E10F8F1-3CD6-5F58-C9BC-E2E876163DC4}"/>
                </a:ext>
              </a:extLst>
            </p:cNvPr>
            <p:cNvGrpSpPr/>
            <p:nvPr/>
          </p:nvGrpSpPr>
          <p:grpSpPr>
            <a:xfrm>
              <a:off x="4068639" y="3200169"/>
              <a:ext cx="77643" cy="37272"/>
              <a:chOff x="4068639" y="3200169"/>
              <a:chExt cx="77643" cy="37272"/>
            </a:xfrm>
            <a:grpFill/>
          </p:grpSpPr>
          <p:sp>
            <p:nvSpPr>
              <p:cNvPr id="2946" name="Google Shape;11208;p128">
                <a:extLst>
                  <a:ext uri="{FF2B5EF4-FFF2-40B4-BE49-F238E27FC236}">
                    <a16:creationId xmlns:a16="http://schemas.microsoft.com/office/drawing/2014/main" id="{F5DFC50E-4AED-9FFA-5AEF-A69A2B257BB2}"/>
                  </a:ext>
                </a:extLst>
              </p:cNvPr>
              <p:cNvSpPr/>
              <p:nvPr/>
            </p:nvSpPr>
            <p:spPr>
              <a:xfrm>
                <a:off x="4087570" y="3212886"/>
                <a:ext cx="49958" cy="10374"/>
              </a:xfrm>
              <a:custGeom>
                <a:avLst/>
                <a:gdLst/>
                <a:ahLst/>
                <a:cxnLst/>
                <a:rect l="l" t="t" r="r" b="b"/>
                <a:pathLst>
                  <a:path w="6352" h="1319" fill="none" extrusionOk="0">
                    <a:moveTo>
                      <a:pt x="1" y="1319"/>
                    </a:moveTo>
                    <a:lnTo>
                      <a:pt x="6351" y="0"/>
                    </a:lnTo>
                  </a:path>
                </a:pathLst>
              </a:custGeom>
              <a:grpFill/>
              <a:ln w="1825" cap="flat" cmpd="sng">
                <a:solidFill>
                  <a:srgbClr val="A5B7C5"/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947" name="Google Shape;11209;p128">
                <a:extLst>
                  <a:ext uri="{FF2B5EF4-FFF2-40B4-BE49-F238E27FC236}">
                    <a16:creationId xmlns:a16="http://schemas.microsoft.com/office/drawing/2014/main" id="{1F16EF15-D84A-3309-F37F-D126E0F9794F}"/>
                  </a:ext>
                </a:extLst>
              </p:cNvPr>
              <p:cNvGrpSpPr/>
              <p:nvPr/>
            </p:nvGrpSpPr>
            <p:grpSpPr>
              <a:xfrm>
                <a:off x="4114878" y="3200169"/>
                <a:ext cx="31405" cy="26993"/>
                <a:chOff x="4114878" y="3200169"/>
                <a:chExt cx="31405" cy="26993"/>
              </a:xfrm>
              <a:grpFill/>
            </p:grpSpPr>
            <p:sp>
              <p:nvSpPr>
                <p:cNvPr id="2951" name="Google Shape;11210;p128">
                  <a:extLst>
                    <a:ext uri="{FF2B5EF4-FFF2-40B4-BE49-F238E27FC236}">
                      <a16:creationId xmlns:a16="http://schemas.microsoft.com/office/drawing/2014/main" id="{F9434DAC-72EB-B320-EBE4-2BC283CFD31C}"/>
                    </a:ext>
                  </a:extLst>
                </p:cNvPr>
                <p:cNvSpPr/>
                <p:nvPr/>
              </p:nvSpPr>
              <p:spPr>
                <a:xfrm>
                  <a:off x="4114878" y="3200169"/>
                  <a:ext cx="31405" cy="269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32" extrusionOk="0">
                      <a:moveTo>
                        <a:pt x="2273" y="0"/>
                      </a:moveTo>
                      <a:cubicBezTo>
                        <a:pt x="1853" y="0"/>
                        <a:pt x="1425" y="156"/>
                        <a:pt x="1077" y="504"/>
                      </a:cubicBezTo>
                      <a:cubicBezTo>
                        <a:pt x="0" y="1581"/>
                        <a:pt x="763" y="3432"/>
                        <a:pt x="2287" y="3432"/>
                      </a:cubicBezTo>
                      <a:cubicBezTo>
                        <a:pt x="3230" y="3432"/>
                        <a:pt x="3992" y="2657"/>
                        <a:pt x="3992" y="1714"/>
                      </a:cubicBezTo>
                      <a:cubicBezTo>
                        <a:pt x="3992" y="683"/>
                        <a:pt x="3151" y="0"/>
                        <a:pt x="227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52" name="Google Shape;11211;p128">
                  <a:extLst>
                    <a:ext uri="{FF2B5EF4-FFF2-40B4-BE49-F238E27FC236}">
                      <a16:creationId xmlns:a16="http://schemas.microsoft.com/office/drawing/2014/main" id="{D1C32BD1-38B2-D927-19F1-69B5ABB6C978}"/>
                    </a:ext>
                  </a:extLst>
                </p:cNvPr>
                <p:cNvSpPr/>
                <p:nvPr/>
              </p:nvSpPr>
              <p:spPr>
                <a:xfrm>
                  <a:off x="4127721" y="3209835"/>
                  <a:ext cx="8950" cy="76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8" h="977" extrusionOk="0">
                      <a:moveTo>
                        <a:pt x="654" y="1"/>
                      </a:moveTo>
                      <a:cubicBezTo>
                        <a:pt x="218" y="1"/>
                        <a:pt x="1" y="521"/>
                        <a:pt x="303" y="836"/>
                      </a:cubicBezTo>
                      <a:cubicBezTo>
                        <a:pt x="400" y="933"/>
                        <a:pt x="519" y="976"/>
                        <a:pt x="637" y="976"/>
                      </a:cubicBezTo>
                      <a:cubicBezTo>
                        <a:pt x="887" y="976"/>
                        <a:pt x="1129" y="781"/>
                        <a:pt x="1138" y="485"/>
                      </a:cubicBezTo>
                      <a:cubicBezTo>
                        <a:pt x="1138" y="219"/>
                        <a:pt x="920" y="1"/>
                        <a:pt x="65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948" name="Google Shape;11212;p128">
                <a:extLst>
                  <a:ext uri="{FF2B5EF4-FFF2-40B4-BE49-F238E27FC236}">
                    <a16:creationId xmlns:a16="http://schemas.microsoft.com/office/drawing/2014/main" id="{58F58990-E911-FC4A-FA7C-D7E5DCD37F1A}"/>
                  </a:ext>
                </a:extLst>
              </p:cNvPr>
              <p:cNvGrpSpPr/>
              <p:nvPr/>
            </p:nvGrpSpPr>
            <p:grpSpPr>
              <a:xfrm>
                <a:off x="4068639" y="3210535"/>
                <a:ext cx="31499" cy="26906"/>
                <a:chOff x="4068639" y="3210535"/>
                <a:chExt cx="31499" cy="26906"/>
              </a:xfrm>
              <a:grpFill/>
            </p:grpSpPr>
            <p:sp>
              <p:nvSpPr>
                <p:cNvPr id="2949" name="Google Shape;11213;p128">
                  <a:extLst>
                    <a:ext uri="{FF2B5EF4-FFF2-40B4-BE49-F238E27FC236}">
                      <a16:creationId xmlns:a16="http://schemas.microsoft.com/office/drawing/2014/main" id="{D5AAD07A-634B-C809-D9F7-45DB0F9B0654}"/>
                    </a:ext>
                  </a:extLst>
                </p:cNvPr>
                <p:cNvSpPr/>
                <p:nvPr/>
              </p:nvSpPr>
              <p:spPr>
                <a:xfrm>
                  <a:off x="4068639" y="3210535"/>
                  <a:ext cx="31499" cy="269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21" extrusionOk="0">
                      <a:moveTo>
                        <a:pt x="2285" y="1"/>
                      </a:moveTo>
                      <a:cubicBezTo>
                        <a:pt x="1865" y="1"/>
                        <a:pt x="1437" y="157"/>
                        <a:pt x="1089" y="505"/>
                      </a:cubicBezTo>
                      <a:cubicBezTo>
                        <a:pt x="0" y="1581"/>
                        <a:pt x="775" y="3420"/>
                        <a:pt x="2299" y="3420"/>
                      </a:cubicBezTo>
                      <a:cubicBezTo>
                        <a:pt x="3242" y="3420"/>
                        <a:pt x="4004" y="2658"/>
                        <a:pt x="4004" y="1714"/>
                      </a:cubicBezTo>
                      <a:cubicBezTo>
                        <a:pt x="4004" y="683"/>
                        <a:pt x="3163" y="1"/>
                        <a:pt x="228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50" name="Google Shape;11214;p128">
                  <a:extLst>
                    <a:ext uri="{FF2B5EF4-FFF2-40B4-BE49-F238E27FC236}">
                      <a16:creationId xmlns:a16="http://schemas.microsoft.com/office/drawing/2014/main" id="{B67F793F-D69B-D6F6-801C-53F429ED0E9B}"/>
                    </a:ext>
                  </a:extLst>
                </p:cNvPr>
                <p:cNvSpPr/>
                <p:nvPr/>
              </p:nvSpPr>
              <p:spPr>
                <a:xfrm>
                  <a:off x="4081577" y="3220209"/>
                  <a:ext cx="8856" cy="75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964" extrusionOk="0">
                      <a:moveTo>
                        <a:pt x="642" y="1"/>
                      </a:moveTo>
                      <a:cubicBezTo>
                        <a:pt x="218" y="1"/>
                        <a:pt x="1" y="521"/>
                        <a:pt x="303" y="823"/>
                      </a:cubicBezTo>
                      <a:cubicBezTo>
                        <a:pt x="400" y="920"/>
                        <a:pt x="520" y="964"/>
                        <a:pt x="638" y="964"/>
                      </a:cubicBezTo>
                      <a:cubicBezTo>
                        <a:pt x="887" y="964"/>
                        <a:pt x="1126" y="771"/>
                        <a:pt x="1126" y="484"/>
                      </a:cubicBezTo>
                      <a:cubicBezTo>
                        <a:pt x="1126" y="218"/>
                        <a:pt x="908" y="1"/>
                        <a:pt x="64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237" name="Google Shape;11215;p128">
              <a:extLst>
                <a:ext uri="{FF2B5EF4-FFF2-40B4-BE49-F238E27FC236}">
                  <a16:creationId xmlns:a16="http://schemas.microsoft.com/office/drawing/2014/main" id="{73926C4B-D360-57A5-B3E5-5674876FFEBE}"/>
                </a:ext>
              </a:extLst>
            </p:cNvPr>
            <p:cNvGrpSpPr/>
            <p:nvPr/>
          </p:nvGrpSpPr>
          <p:grpSpPr>
            <a:xfrm>
              <a:off x="3869702" y="3066935"/>
              <a:ext cx="382664" cy="190294"/>
              <a:chOff x="3869702" y="3066935"/>
              <a:chExt cx="382664" cy="190294"/>
            </a:xfrm>
            <a:grpFill/>
          </p:grpSpPr>
          <p:grpSp>
            <p:nvGrpSpPr>
              <p:cNvPr id="2912" name="Google Shape;11216;p128">
                <a:extLst>
                  <a:ext uri="{FF2B5EF4-FFF2-40B4-BE49-F238E27FC236}">
                    <a16:creationId xmlns:a16="http://schemas.microsoft.com/office/drawing/2014/main" id="{B52B35C8-3BDC-4C2F-CF56-C0178013C890}"/>
                  </a:ext>
                </a:extLst>
              </p:cNvPr>
              <p:cNvGrpSpPr/>
              <p:nvPr/>
            </p:nvGrpSpPr>
            <p:grpSpPr>
              <a:xfrm>
                <a:off x="3888633" y="3082351"/>
                <a:ext cx="351172" cy="160698"/>
                <a:chOff x="3888633" y="3082351"/>
                <a:chExt cx="351172" cy="160698"/>
              </a:xfrm>
              <a:grpFill/>
            </p:grpSpPr>
            <p:sp>
              <p:nvSpPr>
                <p:cNvPr id="2940" name="Google Shape;11217;p128">
                  <a:extLst>
                    <a:ext uri="{FF2B5EF4-FFF2-40B4-BE49-F238E27FC236}">
                      <a16:creationId xmlns:a16="http://schemas.microsoft.com/office/drawing/2014/main" id="{384ACFB5-112E-8EC7-A00D-7556BB8D7D95}"/>
                    </a:ext>
                  </a:extLst>
                </p:cNvPr>
                <p:cNvSpPr/>
                <p:nvPr/>
              </p:nvSpPr>
              <p:spPr>
                <a:xfrm>
                  <a:off x="3892440" y="3082351"/>
                  <a:ext cx="347366" cy="1606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166" h="20432" fill="none" extrusionOk="0">
                      <a:moveTo>
                        <a:pt x="7041" y="11529"/>
                      </a:moveTo>
                      <a:lnTo>
                        <a:pt x="22440" y="4162"/>
                      </a:lnTo>
                      <a:lnTo>
                        <a:pt x="34815" y="0"/>
                      </a:lnTo>
                      <a:lnTo>
                        <a:pt x="44166" y="484"/>
                      </a:lnTo>
                      <a:lnTo>
                        <a:pt x="38964" y="8565"/>
                      </a:lnTo>
                      <a:lnTo>
                        <a:pt x="33012" y="10065"/>
                      </a:lnTo>
                      <a:lnTo>
                        <a:pt x="22440" y="4839"/>
                      </a:lnTo>
                      <a:lnTo>
                        <a:pt x="18750" y="15424"/>
                      </a:lnTo>
                      <a:cubicBezTo>
                        <a:pt x="18750" y="15424"/>
                        <a:pt x="6206" y="11154"/>
                        <a:pt x="6557" y="11516"/>
                      </a:cubicBezTo>
                      <a:lnTo>
                        <a:pt x="0" y="20432"/>
                      </a:lnTo>
                    </a:path>
                  </a:pathLst>
                </a:custGeom>
                <a:grp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41" name="Google Shape;11218;p128">
                  <a:extLst>
                    <a:ext uri="{FF2B5EF4-FFF2-40B4-BE49-F238E27FC236}">
                      <a16:creationId xmlns:a16="http://schemas.microsoft.com/office/drawing/2014/main" id="{36887A85-2253-D15C-E6DC-9AFB857DB339}"/>
                    </a:ext>
                  </a:extLst>
                </p:cNvPr>
                <p:cNvSpPr/>
                <p:nvPr/>
              </p:nvSpPr>
              <p:spPr>
                <a:xfrm>
                  <a:off x="3888633" y="3172924"/>
                  <a:ext cx="72979" cy="701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79" h="8916" fill="none" extrusionOk="0">
                      <a:moveTo>
                        <a:pt x="0" y="8916"/>
                      </a:moveTo>
                      <a:lnTo>
                        <a:pt x="9279" y="6883"/>
                      </a:lnTo>
                      <a:lnTo>
                        <a:pt x="7041" y="0"/>
                      </a:lnTo>
                    </a:path>
                  </a:pathLst>
                </a:custGeom>
                <a:grp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42" name="Google Shape;11219;p128">
                  <a:extLst>
                    <a:ext uri="{FF2B5EF4-FFF2-40B4-BE49-F238E27FC236}">
                      <a16:creationId xmlns:a16="http://schemas.microsoft.com/office/drawing/2014/main" id="{D43EE169-4064-CE6F-6016-2C6730B1A36C}"/>
                    </a:ext>
                  </a:extLst>
                </p:cNvPr>
                <p:cNvSpPr/>
                <p:nvPr/>
              </p:nvSpPr>
              <p:spPr>
                <a:xfrm>
                  <a:off x="3960370" y="3203653"/>
                  <a:ext cx="79547" cy="196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14" h="2493" fill="none" extrusionOk="0">
                      <a:moveTo>
                        <a:pt x="0" y="2493"/>
                      </a:moveTo>
                      <a:lnTo>
                        <a:pt x="10113" y="1"/>
                      </a:lnTo>
                    </a:path>
                  </a:pathLst>
                </a:custGeom>
                <a:grp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43" name="Google Shape;11220;p128">
                  <a:extLst>
                    <a:ext uri="{FF2B5EF4-FFF2-40B4-BE49-F238E27FC236}">
                      <a16:creationId xmlns:a16="http://schemas.microsoft.com/office/drawing/2014/main" id="{8BBD6489-D424-2A5B-CE38-4C492BAC07F8}"/>
                    </a:ext>
                  </a:extLst>
                </p:cNvPr>
                <p:cNvSpPr/>
                <p:nvPr/>
              </p:nvSpPr>
              <p:spPr>
                <a:xfrm>
                  <a:off x="4043613" y="3161504"/>
                  <a:ext cx="108474" cy="421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92" h="5360" fill="none" extrusionOk="0">
                      <a:moveTo>
                        <a:pt x="1" y="5360"/>
                      </a:moveTo>
                      <a:lnTo>
                        <a:pt x="13791" y="1"/>
                      </a:lnTo>
                    </a:path>
                  </a:pathLst>
                </a:custGeom>
                <a:grp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44" name="Google Shape;11221;p128">
                  <a:extLst>
                    <a:ext uri="{FF2B5EF4-FFF2-40B4-BE49-F238E27FC236}">
                      <a16:creationId xmlns:a16="http://schemas.microsoft.com/office/drawing/2014/main" id="{FF1B0221-A4E0-7018-FE10-60141A14EF59}"/>
                    </a:ext>
                  </a:extLst>
                </p:cNvPr>
                <p:cNvSpPr/>
                <p:nvPr/>
              </p:nvSpPr>
              <p:spPr>
                <a:xfrm>
                  <a:off x="4152079" y="3082351"/>
                  <a:ext cx="17224" cy="829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90" h="10549" fill="none" extrusionOk="0">
                      <a:moveTo>
                        <a:pt x="0" y="10549"/>
                      </a:moveTo>
                      <a:lnTo>
                        <a:pt x="2190" y="0"/>
                      </a:lnTo>
                    </a:path>
                  </a:pathLst>
                </a:custGeom>
                <a:grp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45" name="Google Shape;11222;p128">
                  <a:extLst>
                    <a:ext uri="{FF2B5EF4-FFF2-40B4-BE49-F238E27FC236}">
                      <a16:creationId xmlns:a16="http://schemas.microsoft.com/office/drawing/2014/main" id="{4C6CA041-FFEC-DDD4-76A3-7F248A619ECA}"/>
                    </a:ext>
                  </a:extLst>
                </p:cNvPr>
                <p:cNvSpPr/>
                <p:nvPr/>
              </p:nvSpPr>
              <p:spPr>
                <a:xfrm>
                  <a:off x="4169296" y="3082351"/>
                  <a:ext cx="25797" cy="635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80" h="8081" fill="none" extrusionOk="0">
                      <a:moveTo>
                        <a:pt x="1" y="0"/>
                      </a:moveTo>
                      <a:lnTo>
                        <a:pt x="3279" y="8081"/>
                      </a:lnTo>
                    </a:path>
                  </a:pathLst>
                </a:custGeom>
                <a:grp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913" name="Google Shape;11223;p128">
                <a:extLst>
                  <a:ext uri="{FF2B5EF4-FFF2-40B4-BE49-F238E27FC236}">
                    <a16:creationId xmlns:a16="http://schemas.microsoft.com/office/drawing/2014/main" id="{11C9D649-093F-461F-3483-E01CF5CBF0C6}"/>
                  </a:ext>
                </a:extLst>
              </p:cNvPr>
              <p:cNvGrpSpPr/>
              <p:nvPr/>
            </p:nvGrpSpPr>
            <p:grpSpPr>
              <a:xfrm>
                <a:off x="4143703" y="3066935"/>
                <a:ext cx="37783" cy="32357"/>
                <a:chOff x="4143703" y="3066935"/>
                <a:chExt cx="37783" cy="32357"/>
              </a:xfrm>
              <a:grpFill/>
            </p:grpSpPr>
            <p:sp>
              <p:nvSpPr>
                <p:cNvPr id="2938" name="Google Shape;11224;p128">
                  <a:extLst>
                    <a:ext uri="{FF2B5EF4-FFF2-40B4-BE49-F238E27FC236}">
                      <a16:creationId xmlns:a16="http://schemas.microsoft.com/office/drawing/2014/main" id="{863D18E6-6F0B-E78C-22C4-E019A34C0F58}"/>
                    </a:ext>
                  </a:extLst>
                </p:cNvPr>
                <p:cNvSpPr/>
                <p:nvPr/>
              </p:nvSpPr>
              <p:spPr>
                <a:xfrm>
                  <a:off x="4143703" y="3066935"/>
                  <a:ext cx="37783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14" extrusionOk="0">
                      <a:moveTo>
                        <a:pt x="2731" y="0"/>
                      </a:moveTo>
                      <a:cubicBezTo>
                        <a:pt x="2227" y="0"/>
                        <a:pt x="1713" y="188"/>
                        <a:pt x="1295" y="605"/>
                      </a:cubicBezTo>
                      <a:cubicBezTo>
                        <a:pt x="1" y="1900"/>
                        <a:pt x="920" y="4114"/>
                        <a:pt x="2747" y="4114"/>
                      </a:cubicBezTo>
                      <a:cubicBezTo>
                        <a:pt x="3884" y="4114"/>
                        <a:pt x="4803" y="3194"/>
                        <a:pt x="4803" y="2069"/>
                      </a:cubicBezTo>
                      <a:cubicBezTo>
                        <a:pt x="4803" y="824"/>
                        <a:pt x="3788" y="0"/>
                        <a:pt x="273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39" name="Google Shape;11225;p128">
                  <a:extLst>
                    <a:ext uri="{FF2B5EF4-FFF2-40B4-BE49-F238E27FC236}">
                      <a16:creationId xmlns:a16="http://schemas.microsoft.com/office/drawing/2014/main" id="{BC80F069-7118-21F9-9848-D3F06A18302E}"/>
                    </a:ext>
                  </a:extLst>
                </p:cNvPr>
                <p:cNvSpPr/>
                <p:nvPr/>
              </p:nvSpPr>
              <p:spPr>
                <a:xfrm>
                  <a:off x="4158741" y="3076641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35" y="1"/>
                      </a:moveTo>
                      <a:cubicBezTo>
                        <a:pt x="375" y="1"/>
                        <a:pt x="0" y="376"/>
                        <a:pt x="0" y="823"/>
                      </a:cubicBezTo>
                      <a:cubicBezTo>
                        <a:pt x="0" y="1283"/>
                        <a:pt x="375" y="1658"/>
                        <a:pt x="835" y="1658"/>
                      </a:cubicBezTo>
                      <a:cubicBezTo>
                        <a:pt x="1294" y="1658"/>
                        <a:pt x="1657" y="1283"/>
                        <a:pt x="1657" y="823"/>
                      </a:cubicBezTo>
                      <a:cubicBezTo>
                        <a:pt x="1657" y="376"/>
                        <a:pt x="1294" y="1"/>
                        <a:pt x="83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914" name="Google Shape;11226;p128">
                <a:extLst>
                  <a:ext uri="{FF2B5EF4-FFF2-40B4-BE49-F238E27FC236}">
                    <a16:creationId xmlns:a16="http://schemas.microsoft.com/office/drawing/2014/main" id="{02507E80-A1FF-73E3-E3FB-0B02EB554404}"/>
                  </a:ext>
                </a:extLst>
              </p:cNvPr>
              <p:cNvGrpSpPr/>
              <p:nvPr/>
            </p:nvGrpSpPr>
            <p:grpSpPr>
              <a:xfrm>
                <a:off x="4044565" y="3103563"/>
                <a:ext cx="37783" cy="32451"/>
                <a:chOff x="4044565" y="3103563"/>
                <a:chExt cx="37783" cy="32451"/>
              </a:xfrm>
              <a:grpFill/>
            </p:grpSpPr>
            <p:sp>
              <p:nvSpPr>
                <p:cNvPr id="2936" name="Google Shape;11227;p128">
                  <a:extLst>
                    <a:ext uri="{FF2B5EF4-FFF2-40B4-BE49-F238E27FC236}">
                      <a16:creationId xmlns:a16="http://schemas.microsoft.com/office/drawing/2014/main" id="{E5753F1A-B20C-B444-D9BA-BC9944E5C0FC}"/>
                    </a:ext>
                  </a:extLst>
                </p:cNvPr>
                <p:cNvSpPr/>
                <p:nvPr/>
              </p:nvSpPr>
              <p:spPr>
                <a:xfrm>
                  <a:off x="4044565" y="3103563"/>
                  <a:ext cx="37783" cy="324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26" extrusionOk="0">
                      <a:moveTo>
                        <a:pt x="2731" y="1"/>
                      </a:moveTo>
                      <a:cubicBezTo>
                        <a:pt x="2227" y="1"/>
                        <a:pt x="1713" y="188"/>
                        <a:pt x="1295" y="606"/>
                      </a:cubicBezTo>
                      <a:cubicBezTo>
                        <a:pt x="1" y="1900"/>
                        <a:pt x="908" y="4114"/>
                        <a:pt x="2747" y="4126"/>
                      </a:cubicBezTo>
                      <a:cubicBezTo>
                        <a:pt x="3884" y="4114"/>
                        <a:pt x="4803" y="3194"/>
                        <a:pt x="4803" y="2069"/>
                      </a:cubicBezTo>
                      <a:cubicBezTo>
                        <a:pt x="4803" y="824"/>
                        <a:pt x="3788" y="1"/>
                        <a:pt x="273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37" name="Google Shape;11228;p128">
                  <a:extLst>
                    <a:ext uri="{FF2B5EF4-FFF2-40B4-BE49-F238E27FC236}">
                      <a16:creationId xmlns:a16="http://schemas.microsoft.com/office/drawing/2014/main" id="{3289B509-B45B-0609-BC86-81A22380BE52}"/>
                    </a:ext>
                  </a:extLst>
                </p:cNvPr>
                <p:cNvSpPr/>
                <p:nvPr/>
              </p:nvSpPr>
              <p:spPr>
                <a:xfrm>
                  <a:off x="4059602" y="3113268"/>
                  <a:ext cx="13040" cy="13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9" extrusionOk="0">
                      <a:moveTo>
                        <a:pt x="835" y="1"/>
                      </a:moveTo>
                      <a:cubicBezTo>
                        <a:pt x="375" y="1"/>
                        <a:pt x="0" y="376"/>
                        <a:pt x="0" y="835"/>
                      </a:cubicBezTo>
                      <a:cubicBezTo>
                        <a:pt x="0" y="1283"/>
                        <a:pt x="375" y="1658"/>
                        <a:pt x="835" y="1658"/>
                      </a:cubicBezTo>
                      <a:cubicBezTo>
                        <a:pt x="1295" y="1658"/>
                        <a:pt x="1657" y="1283"/>
                        <a:pt x="1657" y="835"/>
                      </a:cubicBezTo>
                      <a:cubicBezTo>
                        <a:pt x="1657" y="376"/>
                        <a:pt x="1295" y="1"/>
                        <a:pt x="83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915" name="Google Shape;11229;p128">
                <a:extLst>
                  <a:ext uri="{FF2B5EF4-FFF2-40B4-BE49-F238E27FC236}">
                    <a16:creationId xmlns:a16="http://schemas.microsoft.com/office/drawing/2014/main" id="{A86A159E-99E0-152D-4E84-E37C4DE67D65}"/>
                  </a:ext>
                </a:extLst>
              </p:cNvPr>
              <p:cNvGrpSpPr/>
              <p:nvPr/>
            </p:nvGrpSpPr>
            <p:grpSpPr>
              <a:xfrm>
                <a:off x="4017454" y="3188237"/>
                <a:ext cx="37776" cy="32357"/>
                <a:chOff x="4017454" y="3188237"/>
                <a:chExt cx="37776" cy="32357"/>
              </a:xfrm>
              <a:grpFill/>
            </p:grpSpPr>
            <p:sp>
              <p:nvSpPr>
                <p:cNvPr id="2934" name="Google Shape;11230;p128">
                  <a:extLst>
                    <a:ext uri="{FF2B5EF4-FFF2-40B4-BE49-F238E27FC236}">
                      <a16:creationId xmlns:a16="http://schemas.microsoft.com/office/drawing/2014/main" id="{AEC943D8-00D5-9DC6-2EDF-B9335234FB49}"/>
                    </a:ext>
                  </a:extLst>
                </p:cNvPr>
                <p:cNvSpPr/>
                <p:nvPr/>
              </p:nvSpPr>
              <p:spPr>
                <a:xfrm>
                  <a:off x="4017454" y="3188237"/>
                  <a:ext cx="37776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4" extrusionOk="0">
                      <a:moveTo>
                        <a:pt x="2732" y="0"/>
                      </a:moveTo>
                      <a:cubicBezTo>
                        <a:pt x="2227" y="0"/>
                        <a:pt x="1713" y="188"/>
                        <a:pt x="1295" y="606"/>
                      </a:cubicBezTo>
                      <a:cubicBezTo>
                        <a:pt x="0" y="1900"/>
                        <a:pt x="908" y="4114"/>
                        <a:pt x="2746" y="4114"/>
                      </a:cubicBezTo>
                      <a:cubicBezTo>
                        <a:pt x="3883" y="4114"/>
                        <a:pt x="4803" y="3195"/>
                        <a:pt x="4803" y="2057"/>
                      </a:cubicBezTo>
                      <a:cubicBezTo>
                        <a:pt x="4803" y="821"/>
                        <a:pt x="3789" y="0"/>
                        <a:pt x="273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35" name="Google Shape;11231;p128">
                  <a:extLst>
                    <a:ext uri="{FF2B5EF4-FFF2-40B4-BE49-F238E27FC236}">
                      <a16:creationId xmlns:a16="http://schemas.microsoft.com/office/drawing/2014/main" id="{EA2850C2-11DE-909C-6CC5-A3543B916E2F}"/>
                    </a:ext>
                  </a:extLst>
                </p:cNvPr>
                <p:cNvSpPr/>
                <p:nvPr/>
              </p:nvSpPr>
              <p:spPr>
                <a:xfrm>
                  <a:off x="4032484" y="3197943"/>
                  <a:ext cx="13040" cy="13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9" extrusionOk="0">
                      <a:moveTo>
                        <a:pt x="835" y="1"/>
                      </a:moveTo>
                      <a:cubicBezTo>
                        <a:pt x="376" y="1"/>
                        <a:pt x="1" y="376"/>
                        <a:pt x="1" y="823"/>
                      </a:cubicBezTo>
                      <a:cubicBezTo>
                        <a:pt x="1" y="1283"/>
                        <a:pt x="376" y="1658"/>
                        <a:pt x="835" y="1658"/>
                      </a:cubicBezTo>
                      <a:cubicBezTo>
                        <a:pt x="1295" y="1658"/>
                        <a:pt x="1658" y="1283"/>
                        <a:pt x="1658" y="823"/>
                      </a:cubicBezTo>
                      <a:cubicBezTo>
                        <a:pt x="1658" y="376"/>
                        <a:pt x="1295" y="1"/>
                        <a:pt x="83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916" name="Google Shape;11232;p128">
                <a:extLst>
                  <a:ext uri="{FF2B5EF4-FFF2-40B4-BE49-F238E27FC236}">
                    <a16:creationId xmlns:a16="http://schemas.microsoft.com/office/drawing/2014/main" id="{F3B30EAD-023C-FA95-F407-E63B7A88B7CA}"/>
                  </a:ext>
                </a:extLst>
              </p:cNvPr>
              <p:cNvGrpSpPr/>
              <p:nvPr/>
            </p:nvGrpSpPr>
            <p:grpSpPr>
              <a:xfrm>
                <a:off x="3921548" y="3157509"/>
                <a:ext cx="37783" cy="32357"/>
                <a:chOff x="3921548" y="3157509"/>
                <a:chExt cx="37783" cy="32357"/>
              </a:xfrm>
              <a:grpFill/>
            </p:grpSpPr>
            <p:sp>
              <p:nvSpPr>
                <p:cNvPr id="2932" name="Google Shape;11233;p128">
                  <a:extLst>
                    <a:ext uri="{FF2B5EF4-FFF2-40B4-BE49-F238E27FC236}">
                      <a16:creationId xmlns:a16="http://schemas.microsoft.com/office/drawing/2014/main" id="{10553137-D991-5BB8-E969-3BD481E4F157}"/>
                    </a:ext>
                  </a:extLst>
                </p:cNvPr>
                <p:cNvSpPr/>
                <p:nvPr/>
              </p:nvSpPr>
              <p:spPr>
                <a:xfrm>
                  <a:off x="3921548" y="3157509"/>
                  <a:ext cx="37783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14" extrusionOk="0">
                      <a:moveTo>
                        <a:pt x="2732" y="0"/>
                      </a:moveTo>
                      <a:cubicBezTo>
                        <a:pt x="2228" y="0"/>
                        <a:pt x="1713" y="187"/>
                        <a:pt x="1295" y="606"/>
                      </a:cubicBezTo>
                      <a:cubicBezTo>
                        <a:pt x="1" y="1900"/>
                        <a:pt x="908" y="4114"/>
                        <a:pt x="2747" y="4114"/>
                      </a:cubicBezTo>
                      <a:cubicBezTo>
                        <a:pt x="3872" y="4114"/>
                        <a:pt x="4803" y="3194"/>
                        <a:pt x="4803" y="2057"/>
                      </a:cubicBezTo>
                      <a:cubicBezTo>
                        <a:pt x="4803" y="821"/>
                        <a:pt x="3789" y="0"/>
                        <a:pt x="273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33" name="Google Shape;11234;p128">
                  <a:extLst>
                    <a:ext uri="{FF2B5EF4-FFF2-40B4-BE49-F238E27FC236}">
                      <a16:creationId xmlns:a16="http://schemas.microsoft.com/office/drawing/2014/main" id="{18D2FE3A-DB72-0AB6-9188-5D37BC18FEDB}"/>
                    </a:ext>
                  </a:extLst>
                </p:cNvPr>
                <p:cNvSpPr/>
                <p:nvPr/>
              </p:nvSpPr>
              <p:spPr>
                <a:xfrm>
                  <a:off x="3936586" y="3167214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35" y="1"/>
                      </a:moveTo>
                      <a:cubicBezTo>
                        <a:pt x="375" y="1"/>
                        <a:pt x="0" y="364"/>
                        <a:pt x="0" y="823"/>
                      </a:cubicBezTo>
                      <a:cubicBezTo>
                        <a:pt x="0" y="1283"/>
                        <a:pt x="375" y="1658"/>
                        <a:pt x="835" y="1658"/>
                      </a:cubicBezTo>
                      <a:cubicBezTo>
                        <a:pt x="1282" y="1658"/>
                        <a:pt x="1657" y="1283"/>
                        <a:pt x="1657" y="823"/>
                      </a:cubicBezTo>
                      <a:cubicBezTo>
                        <a:pt x="1657" y="364"/>
                        <a:pt x="1282" y="1"/>
                        <a:pt x="83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917" name="Google Shape;11235;p128">
                <a:extLst>
                  <a:ext uri="{FF2B5EF4-FFF2-40B4-BE49-F238E27FC236}">
                    <a16:creationId xmlns:a16="http://schemas.microsoft.com/office/drawing/2014/main" id="{C309CA0F-BD71-15C7-D5F3-1CA9E80AEDA5}"/>
                  </a:ext>
                </a:extLst>
              </p:cNvPr>
              <p:cNvGrpSpPr/>
              <p:nvPr/>
            </p:nvGrpSpPr>
            <p:grpSpPr>
              <a:xfrm>
                <a:off x="3939056" y="3211620"/>
                <a:ext cx="37783" cy="32380"/>
                <a:chOff x="3939056" y="3211620"/>
                <a:chExt cx="37783" cy="32380"/>
              </a:xfrm>
              <a:grpFill/>
            </p:grpSpPr>
            <p:sp>
              <p:nvSpPr>
                <p:cNvPr id="2930" name="Google Shape;11236;p128">
                  <a:extLst>
                    <a:ext uri="{FF2B5EF4-FFF2-40B4-BE49-F238E27FC236}">
                      <a16:creationId xmlns:a16="http://schemas.microsoft.com/office/drawing/2014/main" id="{7C3E3CEC-E03A-3F1A-70B2-9F75923A5622}"/>
                    </a:ext>
                  </a:extLst>
                </p:cNvPr>
                <p:cNvSpPr/>
                <p:nvPr/>
              </p:nvSpPr>
              <p:spPr>
                <a:xfrm>
                  <a:off x="3939056" y="3211620"/>
                  <a:ext cx="37783" cy="323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17" extrusionOk="0">
                      <a:moveTo>
                        <a:pt x="2737" y="1"/>
                      </a:moveTo>
                      <a:cubicBezTo>
                        <a:pt x="2231" y="1"/>
                        <a:pt x="1715" y="189"/>
                        <a:pt x="1295" y="609"/>
                      </a:cubicBezTo>
                      <a:cubicBezTo>
                        <a:pt x="1" y="1903"/>
                        <a:pt x="920" y="4117"/>
                        <a:pt x="2759" y="4117"/>
                      </a:cubicBezTo>
                      <a:cubicBezTo>
                        <a:pt x="3884" y="4117"/>
                        <a:pt x="4803" y="3197"/>
                        <a:pt x="4803" y="2060"/>
                      </a:cubicBezTo>
                      <a:cubicBezTo>
                        <a:pt x="4803" y="818"/>
                        <a:pt x="3792" y="1"/>
                        <a:pt x="273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31" name="Google Shape;11237;p128">
                  <a:extLst>
                    <a:ext uri="{FF2B5EF4-FFF2-40B4-BE49-F238E27FC236}">
                      <a16:creationId xmlns:a16="http://schemas.microsoft.com/office/drawing/2014/main" id="{087BC697-2224-2204-9C26-698066075EA7}"/>
                    </a:ext>
                  </a:extLst>
                </p:cNvPr>
                <p:cNvSpPr/>
                <p:nvPr/>
              </p:nvSpPr>
              <p:spPr>
                <a:xfrm>
                  <a:off x="3954188" y="3221255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23" y="1"/>
                      </a:moveTo>
                      <a:cubicBezTo>
                        <a:pt x="375" y="1"/>
                        <a:pt x="0" y="376"/>
                        <a:pt x="0" y="835"/>
                      </a:cubicBezTo>
                      <a:cubicBezTo>
                        <a:pt x="0" y="1295"/>
                        <a:pt x="375" y="1658"/>
                        <a:pt x="823" y="1658"/>
                      </a:cubicBezTo>
                      <a:cubicBezTo>
                        <a:pt x="1282" y="1658"/>
                        <a:pt x="1657" y="1295"/>
                        <a:pt x="1657" y="835"/>
                      </a:cubicBezTo>
                      <a:cubicBezTo>
                        <a:pt x="1657" y="376"/>
                        <a:pt x="1282" y="1"/>
                        <a:pt x="82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918" name="Google Shape;11238;p128">
                <a:extLst>
                  <a:ext uri="{FF2B5EF4-FFF2-40B4-BE49-F238E27FC236}">
                    <a16:creationId xmlns:a16="http://schemas.microsoft.com/office/drawing/2014/main" id="{751C19F8-94CD-54C8-CF9D-C7EF1E5A361E}"/>
                  </a:ext>
                </a:extLst>
              </p:cNvPr>
              <p:cNvGrpSpPr/>
              <p:nvPr/>
            </p:nvGrpSpPr>
            <p:grpSpPr>
              <a:xfrm>
                <a:off x="4176240" y="3136965"/>
                <a:ext cx="31405" cy="26930"/>
                <a:chOff x="4176240" y="3136965"/>
                <a:chExt cx="31405" cy="26930"/>
              </a:xfrm>
              <a:grpFill/>
            </p:grpSpPr>
            <p:sp>
              <p:nvSpPr>
                <p:cNvPr id="2928" name="Google Shape;11239;p128">
                  <a:extLst>
                    <a:ext uri="{FF2B5EF4-FFF2-40B4-BE49-F238E27FC236}">
                      <a16:creationId xmlns:a16="http://schemas.microsoft.com/office/drawing/2014/main" id="{F647C500-D0F8-F511-38CC-63E9052CE047}"/>
                    </a:ext>
                  </a:extLst>
                </p:cNvPr>
                <p:cNvSpPr/>
                <p:nvPr/>
              </p:nvSpPr>
              <p:spPr>
                <a:xfrm>
                  <a:off x="4176240" y="3136965"/>
                  <a:ext cx="31405" cy="269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24" extrusionOk="0">
                      <a:moveTo>
                        <a:pt x="2268" y="1"/>
                      </a:moveTo>
                      <a:cubicBezTo>
                        <a:pt x="1846" y="1"/>
                        <a:pt x="1415" y="158"/>
                        <a:pt x="1065" y="508"/>
                      </a:cubicBezTo>
                      <a:cubicBezTo>
                        <a:pt x="1" y="1585"/>
                        <a:pt x="763" y="3423"/>
                        <a:pt x="2275" y="3423"/>
                      </a:cubicBezTo>
                      <a:cubicBezTo>
                        <a:pt x="3231" y="3423"/>
                        <a:pt x="3993" y="2649"/>
                        <a:pt x="3993" y="1705"/>
                      </a:cubicBezTo>
                      <a:cubicBezTo>
                        <a:pt x="3985" y="677"/>
                        <a:pt x="3145" y="1"/>
                        <a:pt x="226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29" name="Google Shape;11240;p128">
                  <a:extLst>
                    <a:ext uri="{FF2B5EF4-FFF2-40B4-BE49-F238E27FC236}">
                      <a16:creationId xmlns:a16="http://schemas.microsoft.com/office/drawing/2014/main" id="{DC6BBFCC-4B57-191B-0D36-F02303FA4DA8}"/>
                    </a:ext>
                  </a:extLst>
                </p:cNvPr>
                <p:cNvSpPr/>
                <p:nvPr/>
              </p:nvSpPr>
              <p:spPr>
                <a:xfrm>
                  <a:off x="4190327" y="3146663"/>
                  <a:ext cx="7613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8" h="969" extrusionOk="0">
                      <a:moveTo>
                        <a:pt x="484" y="1"/>
                      </a:moveTo>
                      <a:cubicBezTo>
                        <a:pt x="218" y="1"/>
                        <a:pt x="0" y="218"/>
                        <a:pt x="0" y="485"/>
                      </a:cubicBezTo>
                      <a:cubicBezTo>
                        <a:pt x="0" y="751"/>
                        <a:pt x="218" y="968"/>
                        <a:pt x="484" y="968"/>
                      </a:cubicBezTo>
                      <a:cubicBezTo>
                        <a:pt x="750" y="968"/>
                        <a:pt x="968" y="751"/>
                        <a:pt x="968" y="485"/>
                      </a:cubicBezTo>
                      <a:cubicBezTo>
                        <a:pt x="968" y="218"/>
                        <a:pt x="750" y="1"/>
                        <a:pt x="48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919" name="Google Shape;11241;p128">
                <a:extLst>
                  <a:ext uri="{FF2B5EF4-FFF2-40B4-BE49-F238E27FC236}">
                    <a16:creationId xmlns:a16="http://schemas.microsoft.com/office/drawing/2014/main" id="{DB8B9565-8D76-A9C2-614C-9EF223A17C6B}"/>
                  </a:ext>
                </a:extLst>
              </p:cNvPr>
              <p:cNvGrpSpPr/>
              <p:nvPr/>
            </p:nvGrpSpPr>
            <p:grpSpPr>
              <a:xfrm>
                <a:off x="4133148" y="3152593"/>
                <a:ext cx="31499" cy="27001"/>
                <a:chOff x="4133148" y="3152593"/>
                <a:chExt cx="31499" cy="27001"/>
              </a:xfrm>
              <a:grpFill/>
            </p:grpSpPr>
            <p:sp>
              <p:nvSpPr>
                <p:cNvPr id="2926" name="Google Shape;11242;p128">
                  <a:extLst>
                    <a:ext uri="{FF2B5EF4-FFF2-40B4-BE49-F238E27FC236}">
                      <a16:creationId xmlns:a16="http://schemas.microsoft.com/office/drawing/2014/main" id="{F797F64B-5190-C4A5-8D2F-86E841A6F9C2}"/>
                    </a:ext>
                  </a:extLst>
                </p:cNvPr>
                <p:cNvSpPr/>
                <p:nvPr/>
              </p:nvSpPr>
              <p:spPr>
                <a:xfrm>
                  <a:off x="4133148" y="3152593"/>
                  <a:ext cx="31499" cy="270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33" extrusionOk="0">
                      <a:moveTo>
                        <a:pt x="2284" y="1"/>
                      </a:moveTo>
                      <a:cubicBezTo>
                        <a:pt x="1865" y="1"/>
                        <a:pt x="1437" y="157"/>
                        <a:pt x="1089" y="505"/>
                      </a:cubicBezTo>
                      <a:cubicBezTo>
                        <a:pt x="0" y="1581"/>
                        <a:pt x="774" y="3432"/>
                        <a:pt x="2298" y="3432"/>
                      </a:cubicBezTo>
                      <a:cubicBezTo>
                        <a:pt x="3242" y="3432"/>
                        <a:pt x="4004" y="2658"/>
                        <a:pt x="4004" y="1714"/>
                      </a:cubicBezTo>
                      <a:cubicBezTo>
                        <a:pt x="4004" y="683"/>
                        <a:pt x="3162" y="1"/>
                        <a:pt x="228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27" name="Google Shape;11243;p128">
                  <a:extLst>
                    <a:ext uri="{FF2B5EF4-FFF2-40B4-BE49-F238E27FC236}">
                      <a16:creationId xmlns:a16="http://schemas.microsoft.com/office/drawing/2014/main" id="{036C7FC7-E4A1-617A-2416-0898098A12FA}"/>
                    </a:ext>
                  </a:extLst>
                </p:cNvPr>
                <p:cNvSpPr/>
                <p:nvPr/>
              </p:nvSpPr>
              <p:spPr>
                <a:xfrm>
                  <a:off x="4147321" y="3162267"/>
                  <a:ext cx="7621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" h="969" extrusionOk="0">
                      <a:moveTo>
                        <a:pt x="484" y="1"/>
                      </a:moveTo>
                      <a:cubicBezTo>
                        <a:pt x="218" y="1"/>
                        <a:pt x="0" y="218"/>
                        <a:pt x="0" y="484"/>
                      </a:cubicBezTo>
                      <a:cubicBezTo>
                        <a:pt x="0" y="751"/>
                        <a:pt x="218" y="968"/>
                        <a:pt x="484" y="968"/>
                      </a:cubicBezTo>
                      <a:cubicBezTo>
                        <a:pt x="763" y="968"/>
                        <a:pt x="968" y="751"/>
                        <a:pt x="968" y="484"/>
                      </a:cubicBezTo>
                      <a:cubicBezTo>
                        <a:pt x="968" y="218"/>
                        <a:pt x="763" y="1"/>
                        <a:pt x="48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920" name="Google Shape;11244;p128">
                <a:extLst>
                  <a:ext uri="{FF2B5EF4-FFF2-40B4-BE49-F238E27FC236}">
                    <a16:creationId xmlns:a16="http://schemas.microsoft.com/office/drawing/2014/main" id="{249C5003-A440-B516-FCDE-B6CD95489A42}"/>
                  </a:ext>
                </a:extLst>
              </p:cNvPr>
              <p:cNvGrpSpPr/>
              <p:nvPr/>
            </p:nvGrpSpPr>
            <p:grpSpPr>
              <a:xfrm>
                <a:off x="4220866" y="3073534"/>
                <a:ext cx="31499" cy="26898"/>
                <a:chOff x="4220866" y="3073534"/>
                <a:chExt cx="31499" cy="26898"/>
              </a:xfrm>
              <a:grpFill/>
            </p:grpSpPr>
            <p:sp>
              <p:nvSpPr>
                <p:cNvPr id="2924" name="Google Shape;11245;p128">
                  <a:extLst>
                    <a:ext uri="{FF2B5EF4-FFF2-40B4-BE49-F238E27FC236}">
                      <a16:creationId xmlns:a16="http://schemas.microsoft.com/office/drawing/2014/main" id="{A5D7AFF8-9917-58E5-A608-3504923B0A35}"/>
                    </a:ext>
                  </a:extLst>
                </p:cNvPr>
                <p:cNvSpPr/>
                <p:nvPr/>
              </p:nvSpPr>
              <p:spPr>
                <a:xfrm>
                  <a:off x="4220866" y="3073534"/>
                  <a:ext cx="31499" cy="26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20" extrusionOk="0">
                      <a:moveTo>
                        <a:pt x="2285" y="0"/>
                      </a:moveTo>
                      <a:cubicBezTo>
                        <a:pt x="1865" y="0"/>
                        <a:pt x="1437" y="156"/>
                        <a:pt x="1089" y="504"/>
                      </a:cubicBezTo>
                      <a:cubicBezTo>
                        <a:pt x="0" y="1581"/>
                        <a:pt x="774" y="3420"/>
                        <a:pt x="2299" y="3420"/>
                      </a:cubicBezTo>
                      <a:cubicBezTo>
                        <a:pt x="3242" y="3420"/>
                        <a:pt x="4004" y="2658"/>
                        <a:pt x="4004" y="1714"/>
                      </a:cubicBezTo>
                      <a:cubicBezTo>
                        <a:pt x="4004" y="683"/>
                        <a:pt x="3163" y="0"/>
                        <a:pt x="228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25" name="Google Shape;11246;p128">
                  <a:extLst>
                    <a:ext uri="{FF2B5EF4-FFF2-40B4-BE49-F238E27FC236}">
                      <a16:creationId xmlns:a16="http://schemas.microsoft.com/office/drawing/2014/main" id="{D15FE790-3F93-2988-0978-E41C846369D0}"/>
                    </a:ext>
                  </a:extLst>
                </p:cNvPr>
                <p:cNvSpPr/>
                <p:nvPr/>
              </p:nvSpPr>
              <p:spPr>
                <a:xfrm>
                  <a:off x="4235039" y="3083114"/>
                  <a:ext cx="7621" cy="76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" h="968" extrusionOk="0">
                      <a:moveTo>
                        <a:pt x="485" y="0"/>
                      </a:moveTo>
                      <a:cubicBezTo>
                        <a:pt x="218" y="0"/>
                        <a:pt x="1" y="218"/>
                        <a:pt x="1" y="484"/>
                      </a:cubicBezTo>
                      <a:cubicBezTo>
                        <a:pt x="1" y="750"/>
                        <a:pt x="218" y="968"/>
                        <a:pt x="485" y="968"/>
                      </a:cubicBezTo>
                      <a:cubicBezTo>
                        <a:pt x="751" y="968"/>
                        <a:pt x="968" y="750"/>
                        <a:pt x="968" y="484"/>
                      </a:cubicBezTo>
                      <a:cubicBezTo>
                        <a:pt x="968" y="218"/>
                        <a:pt x="751" y="0"/>
                        <a:pt x="48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921" name="Google Shape;11247;p128">
                <a:extLst>
                  <a:ext uri="{FF2B5EF4-FFF2-40B4-BE49-F238E27FC236}">
                    <a16:creationId xmlns:a16="http://schemas.microsoft.com/office/drawing/2014/main" id="{D2AC92FD-9B52-2E74-1DC9-4CCDB1FF01F0}"/>
                  </a:ext>
                </a:extLst>
              </p:cNvPr>
              <p:cNvGrpSpPr/>
              <p:nvPr/>
            </p:nvGrpSpPr>
            <p:grpSpPr>
              <a:xfrm>
                <a:off x="3869702" y="3230323"/>
                <a:ext cx="31499" cy="26906"/>
                <a:chOff x="3869702" y="3230323"/>
                <a:chExt cx="31499" cy="26906"/>
              </a:xfrm>
              <a:grpFill/>
            </p:grpSpPr>
            <p:sp>
              <p:nvSpPr>
                <p:cNvPr id="2922" name="Google Shape;11248;p128">
                  <a:extLst>
                    <a:ext uri="{FF2B5EF4-FFF2-40B4-BE49-F238E27FC236}">
                      <a16:creationId xmlns:a16="http://schemas.microsoft.com/office/drawing/2014/main" id="{17529588-2CA2-A0A3-C7FB-4A08C8CFF112}"/>
                    </a:ext>
                  </a:extLst>
                </p:cNvPr>
                <p:cNvSpPr/>
                <p:nvPr/>
              </p:nvSpPr>
              <p:spPr>
                <a:xfrm>
                  <a:off x="3869702" y="3230323"/>
                  <a:ext cx="31499" cy="269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21" extrusionOk="0">
                      <a:moveTo>
                        <a:pt x="2275" y="1"/>
                      </a:moveTo>
                      <a:cubicBezTo>
                        <a:pt x="1854" y="1"/>
                        <a:pt x="1425" y="157"/>
                        <a:pt x="1077" y="505"/>
                      </a:cubicBezTo>
                      <a:cubicBezTo>
                        <a:pt x="0" y="1581"/>
                        <a:pt x="762" y="3420"/>
                        <a:pt x="2286" y="3420"/>
                      </a:cubicBezTo>
                      <a:cubicBezTo>
                        <a:pt x="3230" y="3420"/>
                        <a:pt x="3992" y="2658"/>
                        <a:pt x="4004" y="1714"/>
                      </a:cubicBezTo>
                      <a:cubicBezTo>
                        <a:pt x="4004" y="683"/>
                        <a:pt x="3157" y="1"/>
                        <a:pt x="227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23" name="Google Shape;11249;p128">
                  <a:extLst>
                    <a:ext uri="{FF2B5EF4-FFF2-40B4-BE49-F238E27FC236}">
                      <a16:creationId xmlns:a16="http://schemas.microsoft.com/office/drawing/2014/main" id="{ECD14F8D-F156-D8EB-D2C9-13863507CEC6}"/>
                    </a:ext>
                  </a:extLst>
                </p:cNvPr>
                <p:cNvSpPr/>
                <p:nvPr/>
              </p:nvSpPr>
              <p:spPr>
                <a:xfrm>
                  <a:off x="3883875" y="3239997"/>
                  <a:ext cx="7621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" h="969" extrusionOk="0">
                      <a:moveTo>
                        <a:pt x="484" y="1"/>
                      </a:moveTo>
                      <a:cubicBezTo>
                        <a:pt x="218" y="1"/>
                        <a:pt x="0" y="218"/>
                        <a:pt x="0" y="484"/>
                      </a:cubicBezTo>
                      <a:cubicBezTo>
                        <a:pt x="0" y="751"/>
                        <a:pt x="218" y="968"/>
                        <a:pt x="484" y="968"/>
                      </a:cubicBezTo>
                      <a:cubicBezTo>
                        <a:pt x="750" y="968"/>
                        <a:pt x="968" y="751"/>
                        <a:pt x="968" y="484"/>
                      </a:cubicBezTo>
                      <a:cubicBezTo>
                        <a:pt x="968" y="218"/>
                        <a:pt x="750" y="1"/>
                        <a:pt x="48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238" name="Google Shape;11250;p128">
              <a:extLst>
                <a:ext uri="{FF2B5EF4-FFF2-40B4-BE49-F238E27FC236}">
                  <a16:creationId xmlns:a16="http://schemas.microsoft.com/office/drawing/2014/main" id="{2C4B3C97-529E-5AAE-ED6D-F4FFBD433552}"/>
                </a:ext>
              </a:extLst>
            </p:cNvPr>
            <p:cNvGrpSpPr/>
            <p:nvPr/>
          </p:nvGrpSpPr>
          <p:grpSpPr>
            <a:xfrm>
              <a:off x="4271383" y="3065882"/>
              <a:ext cx="304556" cy="341663"/>
              <a:chOff x="4271383" y="3065882"/>
              <a:chExt cx="304556" cy="341663"/>
            </a:xfrm>
            <a:grpFill/>
          </p:grpSpPr>
          <p:grpSp>
            <p:nvGrpSpPr>
              <p:cNvPr id="2855" name="Google Shape;11251;p128">
                <a:extLst>
                  <a:ext uri="{FF2B5EF4-FFF2-40B4-BE49-F238E27FC236}">
                    <a16:creationId xmlns:a16="http://schemas.microsoft.com/office/drawing/2014/main" id="{27B14114-0CDD-5599-B59D-47757A4A6DF7}"/>
                  </a:ext>
                </a:extLst>
              </p:cNvPr>
              <p:cNvGrpSpPr/>
              <p:nvPr/>
            </p:nvGrpSpPr>
            <p:grpSpPr>
              <a:xfrm>
                <a:off x="4293838" y="3078639"/>
                <a:ext cx="269353" cy="311973"/>
                <a:chOff x="4293838" y="3078639"/>
                <a:chExt cx="269353" cy="311973"/>
              </a:xfrm>
              <a:grpFill/>
            </p:grpSpPr>
            <p:sp>
              <p:nvSpPr>
                <p:cNvPr id="2895" name="Google Shape;11252;p128">
                  <a:extLst>
                    <a:ext uri="{FF2B5EF4-FFF2-40B4-BE49-F238E27FC236}">
                      <a16:creationId xmlns:a16="http://schemas.microsoft.com/office/drawing/2014/main" id="{074DB33E-0264-61F9-901F-C4618B07DF14}"/>
                    </a:ext>
                  </a:extLst>
                </p:cNvPr>
                <p:cNvSpPr/>
                <p:nvPr/>
              </p:nvSpPr>
              <p:spPr>
                <a:xfrm>
                  <a:off x="4293838" y="3078639"/>
                  <a:ext cx="269353" cy="3119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47" h="39666" fill="none" extrusionOk="0">
                      <a:moveTo>
                        <a:pt x="13" y="16730"/>
                      </a:moveTo>
                      <a:lnTo>
                        <a:pt x="7162" y="27690"/>
                      </a:lnTo>
                      <a:lnTo>
                        <a:pt x="8480" y="39666"/>
                      </a:lnTo>
                      <a:lnTo>
                        <a:pt x="18182" y="34138"/>
                      </a:lnTo>
                      <a:lnTo>
                        <a:pt x="26371" y="29807"/>
                      </a:lnTo>
                      <a:cubicBezTo>
                        <a:pt x="26371" y="29807"/>
                        <a:pt x="33605" y="34694"/>
                        <a:pt x="33932" y="35456"/>
                      </a:cubicBezTo>
                      <a:cubicBezTo>
                        <a:pt x="34246" y="36218"/>
                        <a:pt x="32263" y="18388"/>
                        <a:pt x="32263" y="18388"/>
                      </a:cubicBezTo>
                      <a:lnTo>
                        <a:pt x="28428" y="2928"/>
                      </a:lnTo>
                      <a:lnTo>
                        <a:pt x="12932" y="1"/>
                      </a:lnTo>
                      <a:lnTo>
                        <a:pt x="1670" y="2650"/>
                      </a:lnTo>
                      <a:lnTo>
                        <a:pt x="0" y="17142"/>
                      </a:lnTo>
                    </a:path>
                  </a:pathLst>
                </a:custGeom>
                <a:grp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96" name="Google Shape;11253;p128">
                  <a:extLst>
                    <a:ext uri="{FF2B5EF4-FFF2-40B4-BE49-F238E27FC236}">
                      <a16:creationId xmlns:a16="http://schemas.microsoft.com/office/drawing/2014/main" id="{3B6A0735-3FE5-35BE-6EED-76FD8E8FFF91}"/>
                    </a:ext>
                  </a:extLst>
                </p:cNvPr>
                <p:cNvSpPr/>
                <p:nvPr/>
              </p:nvSpPr>
              <p:spPr>
                <a:xfrm>
                  <a:off x="4306965" y="3099473"/>
                  <a:ext cx="62519" cy="696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49" h="8856" fill="none" extrusionOk="0">
                      <a:moveTo>
                        <a:pt x="1" y="1"/>
                      </a:moveTo>
                      <a:lnTo>
                        <a:pt x="7948" y="8856"/>
                      </a:lnTo>
                    </a:path>
                  </a:pathLst>
                </a:custGeom>
                <a:grp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97" name="Google Shape;11254;p128">
                  <a:extLst>
                    <a:ext uri="{FF2B5EF4-FFF2-40B4-BE49-F238E27FC236}">
                      <a16:creationId xmlns:a16="http://schemas.microsoft.com/office/drawing/2014/main" id="{63FA753F-6876-6CF5-E8C8-3763A5A474AF}"/>
                    </a:ext>
                  </a:extLst>
                </p:cNvPr>
                <p:cNvSpPr/>
                <p:nvPr/>
              </p:nvSpPr>
              <p:spPr>
                <a:xfrm>
                  <a:off x="4369476" y="3169118"/>
                  <a:ext cx="26072" cy="986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15" h="12545" fill="none" extrusionOk="0">
                      <a:moveTo>
                        <a:pt x="0" y="1"/>
                      </a:moveTo>
                      <a:lnTo>
                        <a:pt x="3315" y="12545"/>
                      </a:lnTo>
                    </a:path>
                  </a:pathLst>
                </a:custGeom>
                <a:grp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98" name="Google Shape;11255;p128">
                  <a:extLst>
                    <a:ext uri="{FF2B5EF4-FFF2-40B4-BE49-F238E27FC236}">
                      <a16:creationId xmlns:a16="http://schemas.microsoft.com/office/drawing/2014/main" id="{489E0C31-B2FE-2BF9-1FED-D5C6820F9E01}"/>
                    </a:ext>
                  </a:extLst>
                </p:cNvPr>
                <p:cNvSpPr/>
                <p:nvPr/>
              </p:nvSpPr>
              <p:spPr>
                <a:xfrm>
                  <a:off x="4399347" y="3078639"/>
                  <a:ext cx="60041" cy="1105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34" h="14057" fill="none" extrusionOk="0">
                      <a:moveTo>
                        <a:pt x="7634" y="14057"/>
                      </a:moveTo>
                      <a:lnTo>
                        <a:pt x="1" y="1"/>
                      </a:lnTo>
                    </a:path>
                  </a:pathLst>
                </a:custGeom>
                <a:grp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99" name="Google Shape;11256;p128">
                  <a:extLst>
                    <a:ext uri="{FF2B5EF4-FFF2-40B4-BE49-F238E27FC236}">
                      <a16:creationId xmlns:a16="http://schemas.microsoft.com/office/drawing/2014/main" id="{4A1FD3D9-771D-C1B7-68AD-BEE16E3B8213}"/>
                    </a:ext>
                  </a:extLst>
                </p:cNvPr>
                <p:cNvSpPr/>
                <p:nvPr/>
              </p:nvSpPr>
              <p:spPr>
                <a:xfrm>
                  <a:off x="4373282" y="3169118"/>
                  <a:ext cx="82299" cy="200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64" h="2553" fill="none" extrusionOk="0">
                      <a:moveTo>
                        <a:pt x="0" y="1"/>
                      </a:moveTo>
                      <a:lnTo>
                        <a:pt x="10464" y="2553"/>
                      </a:lnTo>
                    </a:path>
                  </a:pathLst>
                </a:custGeom>
                <a:grp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00" name="Google Shape;11257;p128">
                  <a:extLst>
                    <a:ext uri="{FF2B5EF4-FFF2-40B4-BE49-F238E27FC236}">
                      <a16:creationId xmlns:a16="http://schemas.microsoft.com/office/drawing/2014/main" id="{54C7C9C5-0B03-5745-D31D-30AFD0CB85F2}"/>
                    </a:ext>
                  </a:extLst>
                </p:cNvPr>
                <p:cNvSpPr/>
                <p:nvPr/>
              </p:nvSpPr>
              <p:spPr>
                <a:xfrm>
                  <a:off x="4369476" y="3078639"/>
                  <a:ext cx="29879" cy="904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99" h="11505" fill="none" extrusionOk="0">
                      <a:moveTo>
                        <a:pt x="0" y="11505"/>
                      </a:moveTo>
                      <a:lnTo>
                        <a:pt x="3799" y="1"/>
                      </a:lnTo>
                    </a:path>
                  </a:pathLst>
                </a:custGeom>
                <a:grp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01" name="Google Shape;11258;p128">
                  <a:extLst>
                    <a:ext uri="{FF2B5EF4-FFF2-40B4-BE49-F238E27FC236}">
                      <a16:creationId xmlns:a16="http://schemas.microsoft.com/office/drawing/2014/main" id="{6F193DE6-58B6-EC56-D397-6BEA51EC80C7}"/>
                    </a:ext>
                  </a:extLst>
                </p:cNvPr>
                <p:cNvSpPr/>
                <p:nvPr/>
              </p:nvSpPr>
              <p:spPr>
                <a:xfrm>
                  <a:off x="4293932" y="3169118"/>
                  <a:ext cx="75551" cy="411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06" h="5227" fill="none" extrusionOk="0">
                      <a:moveTo>
                        <a:pt x="1" y="5226"/>
                      </a:moveTo>
                      <a:lnTo>
                        <a:pt x="9605" y="1"/>
                      </a:lnTo>
                    </a:path>
                  </a:pathLst>
                </a:custGeom>
                <a:grp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02" name="Google Shape;11259;p128">
                  <a:extLst>
                    <a:ext uri="{FF2B5EF4-FFF2-40B4-BE49-F238E27FC236}">
                      <a16:creationId xmlns:a16="http://schemas.microsoft.com/office/drawing/2014/main" id="{BE30C536-FA67-281F-9C50-DF0A37BE7F2F}"/>
                    </a:ext>
                  </a:extLst>
                </p:cNvPr>
                <p:cNvSpPr/>
                <p:nvPr/>
              </p:nvSpPr>
              <p:spPr>
                <a:xfrm>
                  <a:off x="4350159" y="3267776"/>
                  <a:ext cx="45389" cy="270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71" h="3437" fill="none" extrusionOk="0">
                      <a:moveTo>
                        <a:pt x="1" y="3436"/>
                      </a:moveTo>
                      <a:lnTo>
                        <a:pt x="5771" y="1"/>
                      </a:lnTo>
                    </a:path>
                  </a:pathLst>
                </a:custGeom>
                <a:grp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03" name="Google Shape;11260;p128">
                  <a:extLst>
                    <a:ext uri="{FF2B5EF4-FFF2-40B4-BE49-F238E27FC236}">
                      <a16:creationId xmlns:a16="http://schemas.microsoft.com/office/drawing/2014/main" id="{579915A2-5386-8F21-0503-E243C282AD31}"/>
                    </a:ext>
                  </a:extLst>
                </p:cNvPr>
                <p:cNvSpPr/>
                <p:nvPr/>
              </p:nvSpPr>
              <p:spPr>
                <a:xfrm>
                  <a:off x="4395540" y="3267776"/>
                  <a:ext cx="38830" cy="760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37" h="9667" fill="none" extrusionOk="0">
                      <a:moveTo>
                        <a:pt x="1" y="1"/>
                      </a:moveTo>
                      <a:lnTo>
                        <a:pt x="4936" y="9666"/>
                      </a:lnTo>
                    </a:path>
                  </a:pathLst>
                </a:custGeom>
                <a:grp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04" name="Google Shape;11261;p128">
                  <a:extLst>
                    <a:ext uri="{FF2B5EF4-FFF2-40B4-BE49-F238E27FC236}">
                      <a16:creationId xmlns:a16="http://schemas.microsoft.com/office/drawing/2014/main" id="{4214EA81-0248-0A22-5368-CB74BE51AABB}"/>
                    </a:ext>
                  </a:extLst>
                </p:cNvPr>
                <p:cNvSpPr/>
                <p:nvPr/>
              </p:nvSpPr>
              <p:spPr>
                <a:xfrm>
                  <a:off x="4360439" y="3267776"/>
                  <a:ext cx="35109" cy="1219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64" h="15509" fill="none" extrusionOk="0">
                      <a:moveTo>
                        <a:pt x="0" y="15509"/>
                      </a:moveTo>
                      <a:lnTo>
                        <a:pt x="4464" y="1"/>
                      </a:lnTo>
                    </a:path>
                  </a:pathLst>
                </a:custGeom>
                <a:grp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05" name="Google Shape;11262;p128">
                  <a:extLst>
                    <a:ext uri="{FF2B5EF4-FFF2-40B4-BE49-F238E27FC236}">
                      <a16:creationId xmlns:a16="http://schemas.microsoft.com/office/drawing/2014/main" id="{A554F014-EA9D-8E72-396E-2EB86557C202}"/>
                    </a:ext>
                  </a:extLst>
                </p:cNvPr>
                <p:cNvSpPr/>
                <p:nvPr/>
              </p:nvSpPr>
              <p:spPr>
                <a:xfrm>
                  <a:off x="4293932" y="3210220"/>
                  <a:ext cx="101616" cy="575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20" h="7319" fill="none" extrusionOk="0">
                      <a:moveTo>
                        <a:pt x="1" y="0"/>
                      </a:moveTo>
                      <a:lnTo>
                        <a:pt x="12920" y="7319"/>
                      </a:lnTo>
                    </a:path>
                  </a:pathLst>
                </a:custGeom>
                <a:grp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06" name="Google Shape;11263;p128">
                  <a:extLst>
                    <a:ext uri="{FF2B5EF4-FFF2-40B4-BE49-F238E27FC236}">
                      <a16:creationId xmlns:a16="http://schemas.microsoft.com/office/drawing/2014/main" id="{8959014B-EEEB-574B-2C2A-58A54E940396}"/>
                    </a:ext>
                  </a:extLst>
                </p:cNvPr>
                <p:cNvSpPr/>
                <p:nvPr/>
              </p:nvSpPr>
              <p:spPr>
                <a:xfrm>
                  <a:off x="4395540" y="3186436"/>
                  <a:ext cx="66420" cy="797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45" h="10138" fill="none" extrusionOk="0">
                      <a:moveTo>
                        <a:pt x="8444" y="0"/>
                      </a:moveTo>
                      <a:lnTo>
                        <a:pt x="1" y="10137"/>
                      </a:lnTo>
                    </a:path>
                  </a:pathLst>
                </a:custGeom>
                <a:grp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07" name="Google Shape;11264;p128">
                  <a:extLst>
                    <a:ext uri="{FF2B5EF4-FFF2-40B4-BE49-F238E27FC236}">
                      <a16:creationId xmlns:a16="http://schemas.microsoft.com/office/drawing/2014/main" id="{B5C6F2ED-8F33-E74C-04C8-B18D11CA506C}"/>
                    </a:ext>
                  </a:extLst>
                </p:cNvPr>
                <p:cNvSpPr/>
                <p:nvPr/>
              </p:nvSpPr>
              <p:spPr>
                <a:xfrm>
                  <a:off x="4459380" y="3189669"/>
                  <a:ext cx="41873" cy="1234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24" h="15690" fill="none" extrusionOk="0">
                      <a:moveTo>
                        <a:pt x="1" y="0"/>
                      </a:moveTo>
                      <a:lnTo>
                        <a:pt x="5323" y="15690"/>
                      </a:lnTo>
                    </a:path>
                  </a:pathLst>
                </a:custGeom>
                <a:grp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08" name="Google Shape;11265;p128">
                  <a:extLst>
                    <a:ext uri="{FF2B5EF4-FFF2-40B4-BE49-F238E27FC236}">
                      <a16:creationId xmlns:a16="http://schemas.microsoft.com/office/drawing/2014/main" id="{25CF00C4-46B7-4B7A-FF78-3EFBB1CB51D9}"/>
                    </a:ext>
                  </a:extLst>
                </p:cNvPr>
                <p:cNvSpPr/>
                <p:nvPr/>
              </p:nvSpPr>
              <p:spPr>
                <a:xfrm>
                  <a:off x="4395540" y="3267776"/>
                  <a:ext cx="105713" cy="452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41" h="5759" fill="none" extrusionOk="0">
                      <a:moveTo>
                        <a:pt x="1" y="1"/>
                      </a:moveTo>
                      <a:lnTo>
                        <a:pt x="13440" y="5759"/>
                      </a:lnTo>
                    </a:path>
                  </a:pathLst>
                </a:custGeom>
                <a:grp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09" name="Google Shape;11266;p128">
                  <a:extLst>
                    <a:ext uri="{FF2B5EF4-FFF2-40B4-BE49-F238E27FC236}">
                      <a16:creationId xmlns:a16="http://schemas.microsoft.com/office/drawing/2014/main" id="{F978B7DE-4D0C-F8C2-FDC7-9B162C04B265}"/>
                    </a:ext>
                  </a:extLst>
                </p:cNvPr>
                <p:cNvSpPr/>
                <p:nvPr/>
              </p:nvSpPr>
              <p:spPr>
                <a:xfrm>
                  <a:off x="4501246" y="3223252"/>
                  <a:ext cx="46435" cy="898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04" h="11420" fill="none" extrusionOk="0">
                      <a:moveTo>
                        <a:pt x="0" y="11420"/>
                      </a:moveTo>
                      <a:lnTo>
                        <a:pt x="5904" y="1"/>
                      </a:lnTo>
                    </a:path>
                  </a:pathLst>
                </a:custGeom>
                <a:grp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10" name="Google Shape;11267;p128">
                  <a:extLst>
                    <a:ext uri="{FF2B5EF4-FFF2-40B4-BE49-F238E27FC236}">
                      <a16:creationId xmlns:a16="http://schemas.microsoft.com/office/drawing/2014/main" id="{E91B9771-81ED-4401-F37D-FA008461D02F}"/>
                    </a:ext>
                  </a:extLst>
                </p:cNvPr>
                <p:cNvSpPr/>
                <p:nvPr/>
              </p:nvSpPr>
              <p:spPr>
                <a:xfrm>
                  <a:off x="4459671" y="3104231"/>
                  <a:ext cx="58421" cy="849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28" h="10803" fill="none" extrusionOk="0">
                      <a:moveTo>
                        <a:pt x="0" y="10803"/>
                      </a:moveTo>
                      <a:lnTo>
                        <a:pt x="7428" y="1"/>
                      </a:lnTo>
                    </a:path>
                  </a:pathLst>
                </a:custGeom>
                <a:grp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11" name="Google Shape;11268;p128">
                  <a:extLst>
                    <a:ext uri="{FF2B5EF4-FFF2-40B4-BE49-F238E27FC236}">
                      <a16:creationId xmlns:a16="http://schemas.microsoft.com/office/drawing/2014/main" id="{1817C6DB-B8DE-030C-AAF4-4B7316D04691}"/>
                    </a:ext>
                  </a:extLst>
                </p:cNvPr>
                <p:cNvSpPr/>
                <p:nvPr/>
              </p:nvSpPr>
              <p:spPr>
                <a:xfrm>
                  <a:off x="4459671" y="3189189"/>
                  <a:ext cx="86586" cy="367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09" h="4671" fill="none" extrusionOk="0">
                      <a:moveTo>
                        <a:pt x="0" y="1"/>
                      </a:moveTo>
                      <a:lnTo>
                        <a:pt x="11008" y="4670"/>
                      </a:lnTo>
                    </a:path>
                  </a:pathLst>
                </a:custGeom>
                <a:grp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856" name="Google Shape;11269;p128">
                <a:extLst>
                  <a:ext uri="{FF2B5EF4-FFF2-40B4-BE49-F238E27FC236}">
                    <a16:creationId xmlns:a16="http://schemas.microsoft.com/office/drawing/2014/main" id="{2C83696E-BB8A-C07D-9636-3B5DA167FABD}"/>
                  </a:ext>
                </a:extLst>
              </p:cNvPr>
              <p:cNvGrpSpPr/>
              <p:nvPr/>
            </p:nvGrpSpPr>
            <p:grpSpPr>
              <a:xfrm>
                <a:off x="4538164" y="3342061"/>
                <a:ext cx="37776" cy="32380"/>
                <a:chOff x="4538164" y="3342061"/>
                <a:chExt cx="37776" cy="32380"/>
              </a:xfrm>
              <a:grpFill/>
            </p:grpSpPr>
            <p:sp>
              <p:nvSpPr>
                <p:cNvPr id="2893" name="Google Shape;11270;p128">
                  <a:extLst>
                    <a:ext uri="{FF2B5EF4-FFF2-40B4-BE49-F238E27FC236}">
                      <a16:creationId xmlns:a16="http://schemas.microsoft.com/office/drawing/2014/main" id="{A4A76D50-8D65-9552-67A3-2BEB0BBE31A7}"/>
                    </a:ext>
                  </a:extLst>
                </p:cNvPr>
                <p:cNvSpPr/>
                <p:nvPr/>
              </p:nvSpPr>
              <p:spPr>
                <a:xfrm>
                  <a:off x="4538164" y="3342061"/>
                  <a:ext cx="37776" cy="323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7" extrusionOk="0">
                      <a:moveTo>
                        <a:pt x="2737" y="0"/>
                      </a:moveTo>
                      <a:cubicBezTo>
                        <a:pt x="2231" y="0"/>
                        <a:pt x="1714" y="189"/>
                        <a:pt x="1294" y="608"/>
                      </a:cubicBezTo>
                      <a:cubicBezTo>
                        <a:pt x="0" y="1903"/>
                        <a:pt x="919" y="4116"/>
                        <a:pt x="2746" y="4116"/>
                      </a:cubicBezTo>
                      <a:cubicBezTo>
                        <a:pt x="3883" y="4116"/>
                        <a:pt x="4802" y="3197"/>
                        <a:pt x="4802" y="2060"/>
                      </a:cubicBezTo>
                      <a:cubicBezTo>
                        <a:pt x="4802" y="817"/>
                        <a:pt x="3792" y="0"/>
                        <a:pt x="273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94" name="Google Shape;11271;p128">
                  <a:extLst>
                    <a:ext uri="{FF2B5EF4-FFF2-40B4-BE49-F238E27FC236}">
                      <a16:creationId xmlns:a16="http://schemas.microsoft.com/office/drawing/2014/main" id="{A810940F-8461-9CD3-7D4C-CA0AAD743CBE}"/>
                    </a:ext>
                  </a:extLst>
                </p:cNvPr>
                <p:cNvSpPr/>
                <p:nvPr/>
              </p:nvSpPr>
              <p:spPr>
                <a:xfrm>
                  <a:off x="4553194" y="3351790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35" y="0"/>
                      </a:moveTo>
                      <a:cubicBezTo>
                        <a:pt x="375" y="0"/>
                        <a:pt x="0" y="363"/>
                        <a:pt x="0" y="823"/>
                      </a:cubicBezTo>
                      <a:cubicBezTo>
                        <a:pt x="0" y="1283"/>
                        <a:pt x="375" y="1658"/>
                        <a:pt x="835" y="1658"/>
                      </a:cubicBezTo>
                      <a:cubicBezTo>
                        <a:pt x="1295" y="1658"/>
                        <a:pt x="1658" y="1283"/>
                        <a:pt x="1658" y="823"/>
                      </a:cubicBezTo>
                      <a:cubicBezTo>
                        <a:pt x="1658" y="363"/>
                        <a:pt x="1295" y="0"/>
                        <a:pt x="83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857" name="Google Shape;11272;p128">
                <a:extLst>
                  <a:ext uri="{FF2B5EF4-FFF2-40B4-BE49-F238E27FC236}">
                    <a16:creationId xmlns:a16="http://schemas.microsoft.com/office/drawing/2014/main" id="{5F4DA462-8FD9-8244-FF9E-815F3EE2603A}"/>
                  </a:ext>
                </a:extLst>
              </p:cNvPr>
              <p:cNvGrpSpPr/>
              <p:nvPr/>
            </p:nvGrpSpPr>
            <p:grpSpPr>
              <a:xfrm>
                <a:off x="4271383" y="3194742"/>
                <a:ext cx="37783" cy="32420"/>
                <a:chOff x="4271383" y="3194742"/>
                <a:chExt cx="37783" cy="32420"/>
              </a:xfrm>
              <a:grpFill/>
            </p:grpSpPr>
            <p:sp>
              <p:nvSpPr>
                <p:cNvPr id="2891" name="Google Shape;11273;p128">
                  <a:extLst>
                    <a:ext uri="{FF2B5EF4-FFF2-40B4-BE49-F238E27FC236}">
                      <a16:creationId xmlns:a16="http://schemas.microsoft.com/office/drawing/2014/main" id="{62A2493D-4235-6137-56F3-F660324A4983}"/>
                    </a:ext>
                  </a:extLst>
                </p:cNvPr>
                <p:cNvSpPr/>
                <p:nvPr/>
              </p:nvSpPr>
              <p:spPr>
                <a:xfrm>
                  <a:off x="4271383" y="3194742"/>
                  <a:ext cx="37783" cy="324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22" extrusionOk="0">
                      <a:moveTo>
                        <a:pt x="2738" y="0"/>
                      </a:moveTo>
                      <a:cubicBezTo>
                        <a:pt x="2231" y="0"/>
                        <a:pt x="1715" y="190"/>
                        <a:pt x="1295" y="614"/>
                      </a:cubicBezTo>
                      <a:cubicBezTo>
                        <a:pt x="1" y="1908"/>
                        <a:pt x="920" y="4122"/>
                        <a:pt x="2747" y="4122"/>
                      </a:cubicBezTo>
                      <a:cubicBezTo>
                        <a:pt x="3884" y="4122"/>
                        <a:pt x="4803" y="3202"/>
                        <a:pt x="4803" y="2065"/>
                      </a:cubicBezTo>
                      <a:cubicBezTo>
                        <a:pt x="4803" y="823"/>
                        <a:pt x="3793" y="0"/>
                        <a:pt x="273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92" name="Google Shape;11274;p128">
                  <a:extLst>
                    <a:ext uri="{FF2B5EF4-FFF2-40B4-BE49-F238E27FC236}">
                      <a16:creationId xmlns:a16="http://schemas.microsoft.com/office/drawing/2014/main" id="{A97A5776-AF0B-7A4B-0623-82C64BFD8332}"/>
                    </a:ext>
                  </a:extLst>
                </p:cNvPr>
                <p:cNvSpPr/>
                <p:nvPr/>
              </p:nvSpPr>
              <p:spPr>
                <a:xfrm>
                  <a:off x="4286516" y="3204416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23" y="0"/>
                      </a:moveTo>
                      <a:cubicBezTo>
                        <a:pt x="363" y="0"/>
                        <a:pt x="0" y="375"/>
                        <a:pt x="0" y="835"/>
                      </a:cubicBezTo>
                      <a:cubicBezTo>
                        <a:pt x="0" y="1295"/>
                        <a:pt x="363" y="1658"/>
                        <a:pt x="823" y="1658"/>
                      </a:cubicBezTo>
                      <a:cubicBezTo>
                        <a:pt x="1282" y="1658"/>
                        <a:pt x="1657" y="1295"/>
                        <a:pt x="1657" y="835"/>
                      </a:cubicBezTo>
                      <a:cubicBezTo>
                        <a:pt x="1657" y="375"/>
                        <a:pt x="1282" y="0"/>
                        <a:pt x="82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858" name="Google Shape;11275;p128">
                <a:extLst>
                  <a:ext uri="{FF2B5EF4-FFF2-40B4-BE49-F238E27FC236}">
                    <a16:creationId xmlns:a16="http://schemas.microsoft.com/office/drawing/2014/main" id="{DC530279-3D22-A350-A0E4-A00BE3E7711D}"/>
                  </a:ext>
                </a:extLst>
              </p:cNvPr>
              <p:cNvGrpSpPr/>
              <p:nvPr/>
            </p:nvGrpSpPr>
            <p:grpSpPr>
              <a:xfrm>
                <a:off x="4284416" y="3084058"/>
                <a:ext cx="37783" cy="32357"/>
                <a:chOff x="4284416" y="3084058"/>
                <a:chExt cx="37783" cy="32357"/>
              </a:xfrm>
              <a:grpFill/>
            </p:grpSpPr>
            <p:sp>
              <p:nvSpPr>
                <p:cNvPr id="2889" name="Google Shape;11276;p128">
                  <a:extLst>
                    <a:ext uri="{FF2B5EF4-FFF2-40B4-BE49-F238E27FC236}">
                      <a16:creationId xmlns:a16="http://schemas.microsoft.com/office/drawing/2014/main" id="{19F85908-4B9D-33A2-8A50-B3CBB4574051}"/>
                    </a:ext>
                  </a:extLst>
                </p:cNvPr>
                <p:cNvSpPr/>
                <p:nvPr/>
              </p:nvSpPr>
              <p:spPr>
                <a:xfrm>
                  <a:off x="4284416" y="3084058"/>
                  <a:ext cx="37783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14" extrusionOk="0">
                      <a:moveTo>
                        <a:pt x="2732" y="1"/>
                      </a:moveTo>
                      <a:cubicBezTo>
                        <a:pt x="2228" y="1"/>
                        <a:pt x="1714" y="188"/>
                        <a:pt x="1295" y="606"/>
                      </a:cubicBezTo>
                      <a:cubicBezTo>
                        <a:pt x="1" y="1900"/>
                        <a:pt x="920" y="4114"/>
                        <a:pt x="2747" y="4114"/>
                      </a:cubicBezTo>
                      <a:cubicBezTo>
                        <a:pt x="3884" y="4114"/>
                        <a:pt x="4803" y="3195"/>
                        <a:pt x="4803" y="2058"/>
                      </a:cubicBezTo>
                      <a:cubicBezTo>
                        <a:pt x="4803" y="821"/>
                        <a:pt x="3789" y="1"/>
                        <a:pt x="273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90" name="Google Shape;11277;p128">
                  <a:extLst>
                    <a:ext uri="{FF2B5EF4-FFF2-40B4-BE49-F238E27FC236}">
                      <a16:creationId xmlns:a16="http://schemas.microsoft.com/office/drawing/2014/main" id="{F335D1AE-1CC6-3E53-2CF4-4E554E8580EB}"/>
                    </a:ext>
                  </a:extLst>
                </p:cNvPr>
                <p:cNvSpPr/>
                <p:nvPr/>
              </p:nvSpPr>
              <p:spPr>
                <a:xfrm>
                  <a:off x="4299548" y="3093763"/>
                  <a:ext cx="13040" cy="13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9" extrusionOk="0">
                      <a:moveTo>
                        <a:pt x="823" y="1"/>
                      </a:moveTo>
                      <a:cubicBezTo>
                        <a:pt x="363" y="1"/>
                        <a:pt x="0" y="364"/>
                        <a:pt x="0" y="824"/>
                      </a:cubicBezTo>
                      <a:cubicBezTo>
                        <a:pt x="0" y="1283"/>
                        <a:pt x="363" y="1658"/>
                        <a:pt x="823" y="1658"/>
                      </a:cubicBezTo>
                      <a:cubicBezTo>
                        <a:pt x="1283" y="1658"/>
                        <a:pt x="1658" y="1283"/>
                        <a:pt x="1658" y="824"/>
                      </a:cubicBezTo>
                      <a:cubicBezTo>
                        <a:pt x="1658" y="364"/>
                        <a:pt x="1283" y="1"/>
                        <a:pt x="82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859" name="Google Shape;11278;p128">
                <a:extLst>
                  <a:ext uri="{FF2B5EF4-FFF2-40B4-BE49-F238E27FC236}">
                    <a16:creationId xmlns:a16="http://schemas.microsoft.com/office/drawing/2014/main" id="{11A541A5-8066-5D2B-BB58-40D3ED603A90}"/>
                  </a:ext>
                </a:extLst>
              </p:cNvPr>
              <p:cNvGrpSpPr/>
              <p:nvPr/>
            </p:nvGrpSpPr>
            <p:grpSpPr>
              <a:xfrm>
                <a:off x="4478697" y="3297561"/>
                <a:ext cx="37776" cy="32451"/>
                <a:chOff x="4478697" y="3297561"/>
                <a:chExt cx="37776" cy="32451"/>
              </a:xfrm>
              <a:grpFill/>
            </p:grpSpPr>
            <p:sp>
              <p:nvSpPr>
                <p:cNvPr id="2887" name="Google Shape;11279;p128">
                  <a:extLst>
                    <a:ext uri="{FF2B5EF4-FFF2-40B4-BE49-F238E27FC236}">
                      <a16:creationId xmlns:a16="http://schemas.microsoft.com/office/drawing/2014/main" id="{20FB70AA-95AF-155B-3424-9CAA2799F5AF}"/>
                    </a:ext>
                  </a:extLst>
                </p:cNvPr>
                <p:cNvSpPr/>
                <p:nvPr/>
              </p:nvSpPr>
              <p:spPr>
                <a:xfrm>
                  <a:off x="4478697" y="3297561"/>
                  <a:ext cx="37776" cy="324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26" extrusionOk="0">
                      <a:moveTo>
                        <a:pt x="2730" y="0"/>
                      </a:moveTo>
                      <a:cubicBezTo>
                        <a:pt x="2226" y="0"/>
                        <a:pt x="1713" y="187"/>
                        <a:pt x="1295" y="605"/>
                      </a:cubicBezTo>
                      <a:cubicBezTo>
                        <a:pt x="1" y="1899"/>
                        <a:pt x="920" y="4125"/>
                        <a:pt x="2746" y="4125"/>
                      </a:cubicBezTo>
                      <a:cubicBezTo>
                        <a:pt x="3884" y="4113"/>
                        <a:pt x="4803" y="3194"/>
                        <a:pt x="4803" y="2069"/>
                      </a:cubicBezTo>
                      <a:cubicBezTo>
                        <a:pt x="4803" y="824"/>
                        <a:pt x="3788" y="0"/>
                        <a:pt x="273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88" name="Google Shape;11280;p128">
                  <a:extLst>
                    <a:ext uri="{FF2B5EF4-FFF2-40B4-BE49-F238E27FC236}">
                      <a16:creationId xmlns:a16="http://schemas.microsoft.com/office/drawing/2014/main" id="{A747F827-5A74-7CE3-A626-AC8EF14631AD}"/>
                    </a:ext>
                  </a:extLst>
                </p:cNvPr>
                <p:cNvSpPr/>
                <p:nvPr/>
              </p:nvSpPr>
              <p:spPr>
                <a:xfrm>
                  <a:off x="4493727" y="3307361"/>
                  <a:ext cx="13048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58" extrusionOk="0">
                      <a:moveTo>
                        <a:pt x="835" y="0"/>
                      </a:moveTo>
                      <a:cubicBezTo>
                        <a:pt x="376" y="0"/>
                        <a:pt x="1" y="363"/>
                        <a:pt x="1" y="823"/>
                      </a:cubicBezTo>
                      <a:cubicBezTo>
                        <a:pt x="1" y="1282"/>
                        <a:pt x="376" y="1657"/>
                        <a:pt x="835" y="1657"/>
                      </a:cubicBezTo>
                      <a:cubicBezTo>
                        <a:pt x="1295" y="1657"/>
                        <a:pt x="1658" y="1282"/>
                        <a:pt x="1658" y="823"/>
                      </a:cubicBezTo>
                      <a:cubicBezTo>
                        <a:pt x="1658" y="363"/>
                        <a:pt x="1295" y="0"/>
                        <a:pt x="83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860" name="Google Shape;11281;p128">
                <a:extLst>
                  <a:ext uri="{FF2B5EF4-FFF2-40B4-BE49-F238E27FC236}">
                    <a16:creationId xmlns:a16="http://schemas.microsoft.com/office/drawing/2014/main" id="{979C43E2-DEA8-545A-43F5-8FD7529F22CD}"/>
                  </a:ext>
                </a:extLst>
              </p:cNvPr>
              <p:cNvGrpSpPr/>
              <p:nvPr/>
            </p:nvGrpSpPr>
            <p:grpSpPr>
              <a:xfrm>
                <a:off x="4411813" y="3331711"/>
                <a:ext cx="37776" cy="32451"/>
                <a:chOff x="4411813" y="3331711"/>
                <a:chExt cx="37776" cy="32451"/>
              </a:xfrm>
              <a:grpFill/>
            </p:grpSpPr>
            <p:sp>
              <p:nvSpPr>
                <p:cNvPr id="2885" name="Google Shape;11282;p128">
                  <a:extLst>
                    <a:ext uri="{FF2B5EF4-FFF2-40B4-BE49-F238E27FC236}">
                      <a16:creationId xmlns:a16="http://schemas.microsoft.com/office/drawing/2014/main" id="{C14153DB-3B25-128C-7AE7-D2D66D9497ED}"/>
                    </a:ext>
                  </a:extLst>
                </p:cNvPr>
                <p:cNvSpPr/>
                <p:nvPr/>
              </p:nvSpPr>
              <p:spPr>
                <a:xfrm>
                  <a:off x="4411813" y="3331711"/>
                  <a:ext cx="37776" cy="324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26" extrusionOk="0">
                      <a:moveTo>
                        <a:pt x="2730" y="1"/>
                      </a:moveTo>
                      <a:cubicBezTo>
                        <a:pt x="2226" y="1"/>
                        <a:pt x="1713" y="188"/>
                        <a:pt x="1295" y="606"/>
                      </a:cubicBezTo>
                      <a:cubicBezTo>
                        <a:pt x="0" y="1900"/>
                        <a:pt x="920" y="4126"/>
                        <a:pt x="2759" y="4126"/>
                      </a:cubicBezTo>
                      <a:cubicBezTo>
                        <a:pt x="3884" y="4114"/>
                        <a:pt x="4803" y="3194"/>
                        <a:pt x="4803" y="2069"/>
                      </a:cubicBezTo>
                      <a:cubicBezTo>
                        <a:pt x="4803" y="824"/>
                        <a:pt x="3788" y="1"/>
                        <a:pt x="273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86" name="Google Shape;11283;p128">
                  <a:extLst>
                    <a:ext uri="{FF2B5EF4-FFF2-40B4-BE49-F238E27FC236}">
                      <a16:creationId xmlns:a16="http://schemas.microsoft.com/office/drawing/2014/main" id="{E13C2B37-A0E0-4F2E-A9A1-23C4462AC9A9}"/>
                    </a:ext>
                  </a:extLst>
                </p:cNvPr>
                <p:cNvSpPr/>
                <p:nvPr/>
              </p:nvSpPr>
              <p:spPr>
                <a:xfrm>
                  <a:off x="4426937" y="3341416"/>
                  <a:ext cx="13048" cy="13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59" extrusionOk="0">
                      <a:moveTo>
                        <a:pt x="823" y="1"/>
                      </a:moveTo>
                      <a:cubicBezTo>
                        <a:pt x="376" y="1"/>
                        <a:pt x="1" y="376"/>
                        <a:pt x="1" y="823"/>
                      </a:cubicBezTo>
                      <a:cubicBezTo>
                        <a:pt x="1" y="1283"/>
                        <a:pt x="376" y="1658"/>
                        <a:pt x="823" y="1658"/>
                      </a:cubicBezTo>
                      <a:cubicBezTo>
                        <a:pt x="1283" y="1658"/>
                        <a:pt x="1658" y="1283"/>
                        <a:pt x="1658" y="823"/>
                      </a:cubicBezTo>
                      <a:cubicBezTo>
                        <a:pt x="1658" y="376"/>
                        <a:pt x="1283" y="1"/>
                        <a:pt x="82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861" name="Google Shape;11284;p128">
                <a:extLst>
                  <a:ext uri="{FF2B5EF4-FFF2-40B4-BE49-F238E27FC236}">
                    <a16:creationId xmlns:a16="http://schemas.microsoft.com/office/drawing/2014/main" id="{C4170127-57FF-32A1-B1D5-C55D2EEC2C46}"/>
                  </a:ext>
                </a:extLst>
              </p:cNvPr>
              <p:cNvGrpSpPr/>
              <p:nvPr/>
            </p:nvGrpSpPr>
            <p:grpSpPr>
              <a:xfrm>
                <a:off x="4337984" y="3375188"/>
                <a:ext cx="37776" cy="32357"/>
                <a:chOff x="4337984" y="3375188"/>
                <a:chExt cx="37776" cy="32357"/>
              </a:xfrm>
              <a:grpFill/>
            </p:grpSpPr>
            <p:sp>
              <p:nvSpPr>
                <p:cNvPr id="2883" name="Google Shape;11285;p128">
                  <a:extLst>
                    <a:ext uri="{FF2B5EF4-FFF2-40B4-BE49-F238E27FC236}">
                      <a16:creationId xmlns:a16="http://schemas.microsoft.com/office/drawing/2014/main" id="{EE2069E8-6F78-5EF9-07CF-4D07FEFAF93F}"/>
                    </a:ext>
                  </a:extLst>
                </p:cNvPr>
                <p:cNvSpPr/>
                <p:nvPr/>
              </p:nvSpPr>
              <p:spPr>
                <a:xfrm>
                  <a:off x="4337984" y="3375188"/>
                  <a:ext cx="37776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4" extrusionOk="0">
                      <a:moveTo>
                        <a:pt x="2732" y="1"/>
                      </a:moveTo>
                      <a:cubicBezTo>
                        <a:pt x="2227" y="1"/>
                        <a:pt x="1713" y="188"/>
                        <a:pt x="1295" y="606"/>
                      </a:cubicBezTo>
                      <a:cubicBezTo>
                        <a:pt x="0" y="1900"/>
                        <a:pt x="920" y="4114"/>
                        <a:pt x="2746" y="4114"/>
                      </a:cubicBezTo>
                      <a:cubicBezTo>
                        <a:pt x="3883" y="4114"/>
                        <a:pt x="4803" y="3195"/>
                        <a:pt x="4803" y="2058"/>
                      </a:cubicBezTo>
                      <a:cubicBezTo>
                        <a:pt x="4803" y="821"/>
                        <a:pt x="3789" y="1"/>
                        <a:pt x="273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84" name="Google Shape;11286;p128">
                  <a:extLst>
                    <a:ext uri="{FF2B5EF4-FFF2-40B4-BE49-F238E27FC236}">
                      <a16:creationId xmlns:a16="http://schemas.microsoft.com/office/drawing/2014/main" id="{CD79DCAC-FD44-72E5-098E-66FA8E745B06}"/>
                    </a:ext>
                  </a:extLst>
                </p:cNvPr>
                <p:cNvSpPr/>
                <p:nvPr/>
              </p:nvSpPr>
              <p:spPr>
                <a:xfrm>
                  <a:off x="4353108" y="3384894"/>
                  <a:ext cx="13048" cy="13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59" extrusionOk="0">
                      <a:moveTo>
                        <a:pt x="823" y="1"/>
                      </a:moveTo>
                      <a:cubicBezTo>
                        <a:pt x="364" y="1"/>
                        <a:pt x="1" y="364"/>
                        <a:pt x="1" y="824"/>
                      </a:cubicBezTo>
                      <a:cubicBezTo>
                        <a:pt x="1" y="1283"/>
                        <a:pt x="364" y="1658"/>
                        <a:pt x="823" y="1658"/>
                      </a:cubicBezTo>
                      <a:cubicBezTo>
                        <a:pt x="1283" y="1658"/>
                        <a:pt x="1658" y="1283"/>
                        <a:pt x="1658" y="824"/>
                      </a:cubicBezTo>
                      <a:cubicBezTo>
                        <a:pt x="1658" y="364"/>
                        <a:pt x="1283" y="1"/>
                        <a:pt x="82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862" name="Google Shape;11287;p128">
                <a:extLst>
                  <a:ext uri="{FF2B5EF4-FFF2-40B4-BE49-F238E27FC236}">
                    <a16:creationId xmlns:a16="http://schemas.microsoft.com/office/drawing/2014/main" id="{B62E57EF-5938-CBDA-C178-04F687D7C14D}"/>
                  </a:ext>
                </a:extLst>
              </p:cNvPr>
              <p:cNvGrpSpPr/>
              <p:nvPr/>
            </p:nvGrpSpPr>
            <p:grpSpPr>
              <a:xfrm>
                <a:off x="4494867" y="3090530"/>
                <a:ext cx="37878" cy="32451"/>
                <a:chOff x="4494867" y="3090530"/>
                <a:chExt cx="37878" cy="32451"/>
              </a:xfrm>
              <a:grpFill/>
            </p:grpSpPr>
            <p:sp>
              <p:nvSpPr>
                <p:cNvPr id="2881" name="Google Shape;11288;p128">
                  <a:extLst>
                    <a:ext uri="{FF2B5EF4-FFF2-40B4-BE49-F238E27FC236}">
                      <a16:creationId xmlns:a16="http://schemas.microsoft.com/office/drawing/2014/main" id="{C2001B1F-2E61-4DBE-42A1-A98DCBA782EA}"/>
                    </a:ext>
                  </a:extLst>
                </p:cNvPr>
                <p:cNvSpPr/>
                <p:nvPr/>
              </p:nvSpPr>
              <p:spPr>
                <a:xfrm>
                  <a:off x="4494867" y="3090530"/>
                  <a:ext cx="37878" cy="324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6" h="4126" extrusionOk="0">
                      <a:moveTo>
                        <a:pt x="2739" y="0"/>
                      </a:moveTo>
                      <a:cubicBezTo>
                        <a:pt x="2233" y="0"/>
                        <a:pt x="1717" y="188"/>
                        <a:pt x="1295" y="605"/>
                      </a:cubicBezTo>
                      <a:cubicBezTo>
                        <a:pt x="1" y="1900"/>
                        <a:pt x="920" y="4126"/>
                        <a:pt x="2759" y="4126"/>
                      </a:cubicBezTo>
                      <a:cubicBezTo>
                        <a:pt x="3896" y="4114"/>
                        <a:pt x="4803" y="3194"/>
                        <a:pt x="4815" y="2069"/>
                      </a:cubicBezTo>
                      <a:cubicBezTo>
                        <a:pt x="4815" y="824"/>
                        <a:pt x="3800" y="0"/>
                        <a:pt x="273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82" name="Google Shape;11289;p128">
                  <a:extLst>
                    <a:ext uri="{FF2B5EF4-FFF2-40B4-BE49-F238E27FC236}">
                      <a16:creationId xmlns:a16="http://schemas.microsoft.com/office/drawing/2014/main" id="{32EB6F4C-F629-8FC5-9199-246DCED8B570}"/>
                    </a:ext>
                  </a:extLst>
                </p:cNvPr>
                <p:cNvSpPr/>
                <p:nvPr/>
              </p:nvSpPr>
              <p:spPr>
                <a:xfrm>
                  <a:off x="4510000" y="3100236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35" y="1"/>
                      </a:moveTo>
                      <a:cubicBezTo>
                        <a:pt x="375" y="1"/>
                        <a:pt x="0" y="376"/>
                        <a:pt x="0" y="835"/>
                      </a:cubicBezTo>
                      <a:cubicBezTo>
                        <a:pt x="0" y="1283"/>
                        <a:pt x="375" y="1658"/>
                        <a:pt x="835" y="1658"/>
                      </a:cubicBezTo>
                      <a:cubicBezTo>
                        <a:pt x="1295" y="1658"/>
                        <a:pt x="1658" y="1283"/>
                        <a:pt x="1658" y="835"/>
                      </a:cubicBezTo>
                      <a:cubicBezTo>
                        <a:pt x="1658" y="376"/>
                        <a:pt x="1295" y="1"/>
                        <a:pt x="83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863" name="Google Shape;11290;p128">
                <a:extLst>
                  <a:ext uri="{FF2B5EF4-FFF2-40B4-BE49-F238E27FC236}">
                    <a16:creationId xmlns:a16="http://schemas.microsoft.com/office/drawing/2014/main" id="{FC0CF591-8F64-89F8-3B46-722FE9D9F806}"/>
                  </a:ext>
                </a:extLst>
              </p:cNvPr>
              <p:cNvGrpSpPr/>
              <p:nvPr/>
            </p:nvGrpSpPr>
            <p:grpSpPr>
              <a:xfrm>
                <a:off x="4525124" y="3207774"/>
                <a:ext cx="37783" cy="32420"/>
                <a:chOff x="4525124" y="3207774"/>
                <a:chExt cx="37783" cy="32420"/>
              </a:xfrm>
              <a:grpFill/>
            </p:grpSpPr>
            <p:sp>
              <p:nvSpPr>
                <p:cNvPr id="2879" name="Google Shape;11291;p128">
                  <a:extLst>
                    <a:ext uri="{FF2B5EF4-FFF2-40B4-BE49-F238E27FC236}">
                      <a16:creationId xmlns:a16="http://schemas.microsoft.com/office/drawing/2014/main" id="{0EF38A5A-628F-FE52-F037-01B4002898DB}"/>
                    </a:ext>
                  </a:extLst>
                </p:cNvPr>
                <p:cNvSpPr/>
                <p:nvPr/>
              </p:nvSpPr>
              <p:spPr>
                <a:xfrm>
                  <a:off x="4525124" y="3207774"/>
                  <a:ext cx="37783" cy="324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22" extrusionOk="0">
                      <a:moveTo>
                        <a:pt x="2738" y="0"/>
                      </a:moveTo>
                      <a:cubicBezTo>
                        <a:pt x="2231" y="0"/>
                        <a:pt x="1715" y="190"/>
                        <a:pt x="1295" y="614"/>
                      </a:cubicBezTo>
                      <a:cubicBezTo>
                        <a:pt x="1" y="1908"/>
                        <a:pt x="920" y="4122"/>
                        <a:pt x="2747" y="4122"/>
                      </a:cubicBezTo>
                      <a:cubicBezTo>
                        <a:pt x="3884" y="4122"/>
                        <a:pt x="4803" y="3202"/>
                        <a:pt x="4803" y="2065"/>
                      </a:cubicBezTo>
                      <a:cubicBezTo>
                        <a:pt x="4803" y="823"/>
                        <a:pt x="3793" y="0"/>
                        <a:pt x="273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80" name="Google Shape;11292;p128">
                  <a:extLst>
                    <a:ext uri="{FF2B5EF4-FFF2-40B4-BE49-F238E27FC236}">
                      <a16:creationId xmlns:a16="http://schemas.microsoft.com/office/drawing/2014/main" id="{FBA527FE-6AA7-6900-BC78-8C07FC928BB3}"/>
                    </a:ext>
                  </a:extLst>
                </p:cNvPr>
                <p:cNvSpPr/>
                <p:nvPr/>
              </p:nvSpPr>
              <p:spPr>
                <a:xfrm>
                  <a:off x="4540256" y="3217448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23" y="1"/>
                      </a:moveTo>
                      <a:cubicBezTo>
                        <a:pt x="363" y="1"/>
                        <a:pt x="0" y="376"/>
                        <a:pt x="0" y="835"/>
                      </a:cubicBezTo>
                      <a:cubicBezTo>
                        <a:pt x="0" y="1295"/>
                        <a:pt x="363" y="1658"/>
                        <a:pt x="823" y="1658"/>
                      </a:cubicBezTo>
                      <a:cubicBezTo>
                        <a:pt x="1282" y="1658"/>
                        <a:pt x="1657" y="1295"/>
                        <a:pt x="1657" y="835"/>
                      </a:cubicBezTo>
                      <a:cubicBezTo>
                        <a:pt x="1657" y="376"/>
                        <a:pt x="1282" y="1"/>
                        <a:pt x="82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864" name="Google Shape;11293;p128">
                <a:extLst>
                  <a:ext uri="{FF2B5EF4-FFF2-40B4-BE49-F238E27FC236}">
                    <a16:creationId xmlns:a16="http://schemas.microsoft.com/office/drawing/2014/main" id="{378EF448-8B1E-B43F-7358-89FA19BDFD4A}"/>
                  </a:ext>
                </a:extLst>
              </p:cNvPr>
              <p:cNvGrpSpPr/>
              <p:nvPr/>
            </p:nvGrpSpPr>
            <p:grpSpPr>
              <a:xfrm>
                <a:off x="4440544" y="3176479"/>
                <a:ext cx="31499" cy="26898"/>
                <a:chOff x="4440544" y="3176479"/>
                <a:chExt cx="31499" cy="26898"/>
              </a:xfrm>
              <a:grpFill/>
            </p:grpSpPr>
            <p:sp>
              <p:nvSpPr>
                <p:cNvPr id="2877" name="Google Shape;11294;p128">
                  <a:extLst>
                    <a:ext uri="{FF2B5EF4-FFF2-40B4-BE49-F238E27FC236}">
                      <a16:creationId xmlns:a16="http://schemas.microsoft.com/office/drawing/2014/main" id="{C35329B5-18C8-8ABA-2B6E-DA00C44C8EE2}"/>
                    </a:ext>
                  </a:extLst>
                </p:cNvPr>
                <p:cNvSpPr/>
                <p:nvPr/>
              </p:nvSpPr>
              <p:spPr>
                <a:xfrm>
                  <a:off x="4440544" y="3176479"/>
                  <a:ext cx="31499" cy="26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20" extrusionOk="0">
                      <a:moveTo>
                        <a:pt x="2281" y="0"/>
                      </a:moveTo>
                      <a:cubicBezTo>
                        <a:pt x="1860" y="0"/>
                        <a:pt x="1429" y="156"/>
                        <a:pt x="1077" y="504"/>
                      </a:cubicBezTo>
                      <a:cubicBezTo>
                        <a:pt x="1" y="1581"/>
                        <a:pt x="763" y="3419"/>
                        <a:pt x="2287" y="3419"/>
                      </a:cubicBezTo>
                      <a:cubicBezTo>
                        <a:pt x="3231" y="3419"/>
                        <a:pt x="3993" y="2657"/>
                        <a:pt x="4005" y="1714"/>
                      </a:cubicBezTo>
                      <a:cubicBezTo>
                        <a:pt x="4005" y="682"/>
                        <a:pt x="3163" y="0"/>
                        <a:pt x="228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78" name="Google Shape;11295;p128">
                  <a:extLst>
                    <a:ext uri="{FF2B5EF4-FFF2-40B4-BE49-F238E27FC236}">
                      <a16:creationId xmlns:a16="http://schemas.microsoft.com/office/drawing/2014/main" id="{BA81F04F-D66E-E850-F67D-BB7060C02E16}"/>
                    </a:ext>
                  </a:extLst>
                </p:cNvPr>
                <p:cNvSpPr/>
                <p:nvPr/>
              </p:nvSpPr>
              <p:spPr>
                <a:xfrm>
                  <a:off x="4454724" y="3186145"/>
                  <a:ext cx="7613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8" h="969" extrusionOk="0">
                      <a:moveTo>
                        <a:pt x="484" y="1"/>
                      </a:moveTo>
                      <a:cubicBezTo>
                        <a:pt x="218" y="1"/>
                        <a:pt x="0" y="219"/>
                        <a:pt x="0" y="485"/>
                      </a:cubicBezTo>
                      <a:cubicBezTo>
                        <a:pt x="0" y="751"/>
                        <a:pt x="218" y="969"/>
                        <a:pt x="484" y="969"/>
                      </a:cubicBezTo>
                      <a:cubicBezTo>
                        <a:pt x="750" y="969"/>
                        <a:pt x="968" y="751"/>
                        <a:pt x="968" y="485"/>
                      </a:cubicBezTo>
                      <a:cubicBezTo>
                        <a:pt x="968" y="219"/>
                        <a:pt x="750" y="1"/>
                        <a:pt x="48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865" name="Google Shape;11296;p128">
                <a:extLst>
                  <a:ext uri="{FF2B5EF4-FFF2-40B4-BE49-F238E27FC236}">
                    <a16:creationId xmlns:a16="http://schemas.microsoft.com/office/drawing/2014/main" id="{A88A51D6-51DC-9FF4-E118-C60B05AA4DAE}"/>
                  </a:ext>
                </a:extLst>
              </p:cNvPr>
              <p:cNvGrpSpPr/>
              <p:nvPr/>
            </p:nvGrpSpPr>
            <p:grpSpPr>
              <a:xfrm>
                <a:off x="4350545" y="3156400"/>
                <a:ext cx="31405" cy="27001"/>
                <a:chOff x="4350545" y="3156400"/>
                <a:chExt cx="31405" cy="27001"/>
              </a:xfrm>
              <a:grpFill/>
            </p:grpSpPr>
            <p:sp>
              <p:nvSpPr>
                <p:cNvPr id="2875" name="Google Shape;11297;p128">
                  <a:extLst>
                    <a:ext uri="{FF2B5EF4-FFF2-40B4-BE49-F238E27FC236}">
                      <a16:creationId xmlns:a16="http://schemas.microsoft.com/office/drawing/2014/main" id="{D4BF2AC2-D148-27B9-745A-8D8115C0A128}"/>
                    </a:ext>
                  </a:extLst>
                </p:cNvPr>
                <p:cNvSpPr/>
                <p:nvPr/>
              </p:nvSpPr>
              <p:spPr>
                <a:xfrm>
                  <a:off x="4350545" y="3156400"/>
                  <a:ext cx="31405" cy="270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33" extrusionOk="0">
                      <a:moveTo>
                        <a:pt x="2272" y="1"/>
                      </a:moveTo>
                      <a:cubicBezTo>
                        <a:pt x="1853" y="1"/>
                        <a:pt x="1425" y="156"/>
                        <a:pt x="1077" y="505"/>
                      </a:cubicBezTo>
                      <a:cubicBezTo>
                        <a:pt x="0" y="1581"/>
                        <a:pt x="762" y="3432"/>
                        <a:pt x="2286" y="3432"/>
                      </a:cubicBezTo>
                      <a:cubicBezTo>
                        <a:pt x="3230" y="3420"/>
                        <a:pt x="3992" y="2658"/>
                        <a:pt x="3992" y="1714"/>
                      </a:cubicBezTo>
                      <a:cubicBezTo>
                        <a:pt x="3992" y="683"/>
                        <a:pt x="3150" y="1"/>
                        <a:pt x="227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76" name="Google Shape;11298;p128">
                  <a:extLst>
                    <a:ext uri="{FF2B5EF4-FFF2-40B4-BE49-F238E27FC236}">
                      <a16:creationId xmlns:a16="http://schemas.microsoft.com/office/drawing/2014/main" id="{76510A9A-04BB-0848-838E-CF4B7BE67976}"/>
                    </a:ext>
                  </a:extLst>
                </p:cNvPr>
                <p:cNvSpPr/>
                <p:nvPr/>
              </p:nvSpPr>
              <p:spPr>
                <a:xfrm>
                  <a:off x="4364717" y="3166074"/>
                  <a:ext cx="7621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" h="969" extrusionOk="0">
                      <a:moveTo>
                        <a:pt x="484" y="0"/>
                      </a:moveTo>
                      <a:cubicBezTo>
                        <a:pt x="218" y="0"/>
                        <a:pt x="1" y="218"/>
                        <a:pt x="1" y="484"/>
                      </a:cubicBezTo>
                      <a:cubicBezTo>
                        <a:pt x="1" y="750"/>
                        <a:pt x="218" y="968"/>
                        <a:pt x="484" y="968"/>
                      </a:cubicBezTo>
                      <a:cubicBezTo>
                        <a:pt x="751" y="968"/>
                        <a:pt x="968" y="750"/>
                        <a:pt x="968" y="484"/>
                      </a:cubicBezTo>
                      <a:cubicBezTo>
                        <a:pt x="968" y="218"/>
                        <a:pt x="751" y="0"/>
                        <a:pt x="48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866" name="Google Shape;11299;p128">
                <a:extLst>
                  <a:ext uri="{FF2B5EF4-FFF2-40B4-BE49-F238E27FC236}">
                    <a16:creationId xmlns:a16="http://schemas.microsoft.com/office/drawing/2014/main" id="{8074451F-3429-CB8E-9E5D-389B91D2AA03}"/>
                  </a:ext>
                </a:extLst>
              </p:cNvPr>
              <p:cNvGrpSpPr/>
              <p:nvPr/>
            </p:nvGrpSpPr>
            <p:grpSpPr>
              <a:xfrm>
                <a:off x="4376703" y="3255058"/>
                <a:ext cx="31405" cy="27001"/>
                <a:chOff x="4376703" y="3255058"/>
                <a:chExt cx="31405" cy="27001"/>
              </a:xfrm>
              <a:grpFill/>
            </p:grpSpPr>
            <p:sp>
              <p:nvSpPr>
                <p:cNvPr id="2873" name="Google Shape;11300;p128">
                  <a:extLst>
                    <a:ext uri="{FF2B5EF4-FFF2-40B4-BE49-F238E27FC236}">
                      <a16:creationId xmlns:a16="http://schemas.microsoft.com/office/drawing/2014/main" id="{54CC83E1-AA64-96D4-2CF8-0F5D9F37E1AC}"/>
                    </a:ext>
                  </a:extLst>
                </p:cNvPr>
                <p:cNvSpPr/>
                <p:nvPr/>
              </p:nvSpPr>
              <p:spPr>
                <a:xfrm>
                  <a:off x="4376703" y="3255058"/>
                  <a:ext cx="31405" cy="270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33" extrusionOk="0">
                      <a:moveTo>
                        <a:pt x="2273" y="1"/>
                      </a:moveTo>
                      <a:cubicBezTo>
                        <a:pt x="1853" y="1"/>
                        <a:pt x="1426" y="157"/>
                        <a:pt x="1077" y="505"/>
                      </a:cubicBezTo>
                      <a:cubicBezTo>
                        <a:pt x="1" y="1582"/>
                        <a:pt x="763" y="3432"/>
                        <a:pt x="2287" y="3432"/>
                      </a:cubicBezTo>
                      <a:cubicBezTo>
                        <a:pt x="3231" y="3432"/>
                        <a:pt x="3993" y="2658"/>
                        <a:pt x="3993" y="1715"/>
                      </a:cubicBezTo>
                      <a:cubicBezTo>
                        <a:pt x="3993" y="683"/>
                        <a:pt x="3151" y="1"/>
                        <a:pt x="227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74" name="Google Shape;11301;p128">
                  <a:extLst>
                    <a:ext uri="{FF2B5EF4-FFF2-40B4-BE49-F238E27FC236}">
                      <a16:creationId xmlns:a16="http://schemas.microsoft.com/office/drawing/2014/main" id="{FA43E5B4-F9B9-2E50-C50C-59D5F2D1D98C}"/>
                    </a:ext>
                  </a:extLst>
                </p:cNvPr>
                <p:cNvSpPr/>
                <p:nvPr/>
              </p:nvSpPr>
              <p:spPr>
                <a:xfrm>
                  <a:off x="4390884" y="3264732"/>
                  <a:ext cx="7613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8" h="969" extrusionOk="0">
                      <a:moveTo>
                        <a:pt x="484" y="1"/>
                      </a:moveTo>
                      <a:cubicBezTo>
                        <a:pt x="218" y="1"/>
                        <a:pt x="0" y="219"/>
                        <a:pt x="0" y="485"/>
                      </a:cubicBezTo>
                      <a:cubicBezTo>
                        <a:pt x="0" y="751"/>
                        <a:pt x="218" y="969"/>
                        <a:pt x="484" y="969"/>
                      </a:cubicBezTo>
                      <a:cubicBezTo>
                        <a:pt x="750" y="969"/>
                        <a:pt x="968" y="751"/>
                        <a:pt x="968" y="485"/>
                      </a:cubicBezTo>
                      <a:cubicBezTo>
                        <a:pt x="968" y="219"/>
                        <a:pt x="750" y="1"/>
                        <a:pt x="48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867" name="Google Shape;11302;p128">
                <a:extLst>
                  <a:ext uri="{FF2B5EF4-FFF2-40B4-BE49-F238E27FC236}">
                    <a16:creationId xmlns:a16="http://schemas.microsoft.com/office/drawing/2014/main" id="{81C25569-67D0-3F5F-A165-74B350C7F6E8}"/>
                  </a:ext>
                </a:extLst>
              </p:cNvPr>
              <p:cNvGrpSpPr/>
              <p:nvPr/>
            </p:nvGrpSpPr>
            <p:grpSpPr>
              <a:xfrm>
                <a:off x="4331322" y="3283656"/>
                <a:ext cx="31405" cy="26945"/>
                <a:chOff x="4331322" y="3283656"/>
                <a:chExt cx="31405" cy="26945"/>
              </a:xfrm>
              <a:grpFill/>
            </p:grpSpPr>
            <p:sp>
              <p:nvSpPr>
                <p:cNvPr id="2871" name="Google Shape;11303;p128">
                  <a:extLst>
                    <a:ext uri="{FF2B5EF4-FFF2-40B4-BE49-F238E27FC236}">
                      <a16:creationId xmlns:a16="http://schemas.microsoft.com/office/drawing/2014/main" id="{1DDC9832-0FF3-838B-AAF6-EE7C8BD82D4B}"/>
                    </a:ext>
                  </a:extLst>
                </p:cNvPr>
                <p:cNvSpPr/>
                <p:nvPr/>
              </p:nvSpPr>
              <p:spPr>
                <a:xfrm>
                  <a:off x="4331322" y="3283656"/>
                  <a:ext cx="31405" cy="269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26" extrusionOk="0">
                      <a:moveTo>
                        <a:pt x="2273" y="1"/>
                      </a:moveTo>
                      <a:cubicBezTo>
                        <a:pt x="1853" y="1"/>
                        <a:pt x="1425" y="158"/>
                        <a:pt x="1077" y="510"/>
                      </a:cubicBezTo>
                      <a:cubicBezTo>
                        <a:pt x="1" y="1587"/>
                        <a:pt x="763" y="3425"/>
                        <a:pt x="2287" y="3425"/>
                      </a:cubicBezTo>
                      <a:cubicBezTo>
                        <a:pt x="3230" y="3425"/>
                        <a:pt x="3993" y="2663"/>
                        <a:pt x="3993" y="1720"/>
                      </a:cubicBezTo>
                      <a:cubicBezTo>
                        <a:pt x="3993" y="689"/>
                        <a:pt x="3151" y="1"/>
                        <a:pt x="227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72" name="Google Shape;11304;p128">
                  <a:extLst>
                    <a:ext uri="{FF2B5EF4-FFF2-40B4-BE49-F238E27FC236}">
                      <a16:creationId xmlns:a16="http://schemas.microsoft.com/office/drawing/2014/main" id="{3963156A-FAE9-D6C3-D6D3-58BE19B4CB69}"/>
                    </a:ext>
                  </a:extLst>
                </p:cNvPr>
                <p:cNvSpPr/>
                <p:nvPr/>
              </p:nvSpPr>
              <p:spPr>
                <a:xfrm>
                  <a:off x="4345503" y="3293274"/>
                  <a:ext cx="7613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8" h="969" extrusionOk="0">
                      <a:moveTo>
                        <a:pt x="484" y="1"/>
                      </a:moveTo>
                      <a:cubicBezTo>
                        <a:pt x="218" y="1"/>
                        <a:pt x="0" y="219"/>
                        <a:pt x="0" y="485"/>
                      </a:cubicBezTo>
                      <a:cubicBezTo>
                        <a:pt x="0" y="763"/>
                        <a:pt x="218" y="969"/>
                        <a:pt x="484" y="969"/>
                      </a:cubicBezTo>
                      <a:cubicBezTo>
                        <a:pt x="750" y="969"/>
                        <a:pt x="968" y="763"/>
                        <a:pt x="968" y="485"/>
                      </a:cubicBezTo>
                      <a:cubicBezTo>
                        <a:pt x="968" y="219"/>
                        <a:pt x="750" y="1"/>
                        <a:pt x="48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868" name="Google Shape;11305;p128">
                <a:extLst>
                  <a:ext uri="{FF2B5EF4-FFF2-40B4-BE49-F238E27FC236}">
                    <a16:creationId xmlns:a16="http://schemas.microsoft.com/office/drawing/2014/main" id="{F02BC7C4-4E14-B7C9-61D6-2B24C63703F3}"/>
                  </a:ext>
                </a:extLst>
              </p:cNvPr>
              <p:cNvGrpSpPr/>
              <p:nvPr/>
            </p:nvGrpSpPr>
            <p:grpSpPr>
              <a:xfrm>
                <a:off x="4380510" y="3065882"/>
                <a:ext cx="31405" cy="26938"/>
                <a:chOff x="4380510" y="3065882"/>
                <a:chExt cx="31405" cy="26938"/>
              </a:xfrm>
              <a:grpFill/>
            </p:grpSpPr>
            <p:sp>
              <p:nvSpPr>
                <p:cNvPr id="2869" name="Google Shape;11306;p128">
                  <a:extLst>
                    <a:ext uri="{FF2B5EF4-FFF2-40B4-BE49-F238E27FC236}">
                      <a16:creationId xmlns:a16="http://schemas.microsoft.com/office/drawing/2014/main" id="{B6EC36A0-7DCB-6A6C-189D-B371D96C120F}"/>
                    </a:ext>
                  </a:extLst>
                </p:cNvPr>
                <p:cNvSpPr/>
                <p:nvPr/>
              </p:nvSpPr>
              <p:spPr>
                <a:xfrm>
                  <a:off x="4380510" y="3065882"/>
                  <a:ext cx="31405" cy="269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25" extrusionOk="0">
                      <a:moveTo>
                        <a:pt x="2273" y="0"/>
                      </a:moveTo>
                      <a:cubicBezTo>
                        <a:pt x="1853" y="0"/>
                        <a:pt x="1426" y="157"/>
                        <a:pt x="1077" y="510"/>
                      </a:cubicBezTo>
                      <a:cubicBezTo>
                        <a:pt x="1" y="1586"/>
                        <a:pt x="763" y="3425"/>
                        <a:pt x="2287" y="3425"/>
                      </a:cubicBezTo>
                      <a:cubicBezTo>
                        <a:pt x="3230" y="3425"/>
                        <a:pt x="3993" y="2663"/>
                        <a:pt x="3993" y="1719"/>
                      </a:cubicBezTo>
                      <a:cubicBezTo>
                        <a:pt x="3993" y="688"/>
                        <a:pt x="3151" y="0"/>
                        <a:pt x="227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70" name="Google Shape;11307;p128">
                  <a:extLst>
                    <a:ext uri="{FF2B5EF4-FFF2-40B4-BE49-F238E27FC236}">
                      <a16:creationId xmlns:a16="http://schemas.microsoft.com/office/drawing/2014/main" id="{88050CDD-3C83-DCB7-3A6E-CCDD02BDB2D7}"/>
                    </a:ext>
                  </a:extLst>
                </p:cNvPr>
                <p:cNvSpPr/>
                <p:nvPr/>
              </p:nvSpPr>
              <p:spPr>
                <a:xfrm>
                  <a:off x="4393354" y="3075500"/>
                  <a:ext cx="8950" cy="76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8" h="976" extrusionOk="0">
                      <a:moveTo>
                        <a:pt x="654" y="0"/>
                      </a:moveTo>
                      <a:cubicBezTo>
                        <a:pt x="218" y="0"/>
                        <a:pt x="1" y="521"/>
                        <a:pt x="303" y="835"/>
                      </a:cubicBezTo>
                      <a:cubicBezTo>
                        <a:pt x="401" y="932"/>
                        <a:pt x="522" y="976"/>
                        <a:pt x="641" y="976"/>
                      </a:cubicBezTo>
                      <a:cubicBezTo>
                        <a:pt x="893" y="976"/>
                        <a:pt x="1138" y="783"/>
                        <a:pt x="1138" y="496"/>
                      </a:cubicBezTo>
                      <a:cubicBezTo>
                        <a:pt x="1138" y="218"/>
                        <a:pt x="920" y="12"/>
                        <a:pt x="65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239" name="Google Shape;11308;p128">
              <a:extLst>
                <a:ext uri="{FF2B5EF4-FFF2-40B4-BE49-F238E27FC236}">
                  <a16:creationId xmlns:a16="http://schemas.microsoft.com/office/drawing/2014/main" id="{AE147E9E-2907-6806-9848-87E9B2E73FEA}"/>
                </a:ext>
              </a:extLst>
            </p:cNvPr>
            <p:cNvGrpSpPr/>
            <p:nvPr/>
          </p:nvGrpSpPr>
          <p:grpSpPr>
            <a:xfrm>
              <a:off x="4558998" y="3188237"/>
              <a:ext cx="1280131" cy="1052746"/>
              <a:chOff x="4558998" y="3188237"/>
              <a:chExt cx="1280131" cy="1052746"/>
            </a:xfrm>
            <a:grpFill/>
          </p:grpSpPr>
          <p:sp>
            <p:nvSpPr>
              <p:cNvPr id="2435" name="Google Shape;11309;p128">
                <a:extLst>
                  <a:ext uri="{FF2B5EF4-FFF2-40B4-BE49-F238E27FC236}">
                    <a16:creationId xmlns:a16="http://schemas.microsoft.com/office/drawing/2014/main" id="{82ED92C0-6946-0F9C-6E8A-7FB4207835F4}"/>
                  </a:ext>
                </a:extLst>
              </p:cNvPr>
              <p:cNvSpPr/>
              <p:nvPr/>
            </p:nvSpPr>
            <p:spPr>
              <a:xfrm>
                <a:off x="4916156" y="3750813"/>
                <a:ext cx="8" cy="8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fill="none" extrusionOk="0">
                    <a:moveTo>
                      <a:pt x="0" y="0"/>
                    </a:moveTo>
                    <a:close/>
                  </a:path>
                </a:pathLst>
              </a:custGeom>
              <a:grpFill/>
              <a:ln w="1825" cap="flat" cmpd="sng">
                <a:solidFill>
                  <a:srgbClr val="A5B7C5"/>
                </a:solidFill>
                <a:prstDash val="solid"/>
                <a:miter lim="12096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436" name="Google Shape;11310;p128">
                <a:extLst>
                  <a:ext uri="{FF2B5EF4-FFF2-40B4-BE49-F238E27FC236}">
                    <a16:creationId xmlns:a16="http://schemas.microsoft.com/office/drawing/2014/main" id="{021783DD-06AE-1989-C9BE-E9DF61A46817}"/>
                  </a:ext>
                </a:extLst>
              </p:cNvPr>
              <p:cNvGrpSpPr/>
              <p:nvPr/>
            </p:nvGrpSpPr>
            <p:grpSpPr>
              <a:xfrm>
                <a:off x="4579164" y="3203653"/>
                <a:ext cx="1244833" cy="1020397"/>
                <a:chOff x="4579164" y="3203653"/>
                <a:chExt cx="1244833" cy="1020397"/>
              </a:xfrm>
              <a:grpFill/>
            </p:grpSpPr>
            <p:sp>
              <p:nvSpPr>
                <p:cNvPr id="2754" name="Google Shape;11311;p128">
                  <a:extLst>
                    <a:ext uri="{FF2B5EF4-FFF2-40B4-BE49-F238E27FC236}">
                      <a16:creationId xmlns:a16="http://schemas.microsoft.com/office/drawing/2014/main" id="{602E1BC9-6AFA-3AF7-3392-8AAA58EE167F}"/>
                    </a:ext>
                  </a:extLst>
                </p:cNvPr>
                <p:cNvSpPr/>
                <p:nvPr/>
              </p:nvSpPr>
              <p:spPr>
                <a:xfrm>
                  <a:off x="5490144" y="3482892"/>
                  <a:ext cx="58995" cy="4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01" h="630" fill="none" extrusionOk="0">
                      <a:moveTo>
                        <a:pt x="0" y="630"/>
                      </a:moveTo>
                      <a:lnTo>
                        <a:pt x="7500" y="1"/>
                      </a:lnTo>
                    </a:path>
                  </a:pathLst>
                </a:custGeom>
                <a:grp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55" name="Google Shape;11312;p128">
                  <a:extLst>
                    <a:ext uri="{FF2B5EF4-FFF2-40B4-BE49-F238E27FC236}">
                      <a16:creationId xmlns:a16="http://schemas.microsoft.com/office/drawing/2014/main" id="{C44A5E46-8E50-28C9-0ECC-F173B7003678}"/>
                    </a:ext>
                  </a:extLst>
                </p:cNvPr>
                <p:cNvSpPr/>
                <p:nvPr/>
              </p:nvSpPr>
              <p:spPr>
                <a:xfrm>
                  <a:off x="5490616" y="3482892"/>
                  <a:ext cx="66137" cy="773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09" h="9836" fill="none" extrusionOk="0">
                      <a:moveTo>
                        <a:pt x="1" y="1"/>
                      </a:moveTo>
                      <a:lnTo>
                        <a:pt x="8408" y="9835"/>
                      </a:lnTo>
                    </a:path>
                  </a:pathLst>
                </a:custGeom>
                <a:grp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2756" name="Google Shape;11313;p128">
                  <a:extLst>
                    <a:ext uri="{FF2B5EF4-FFF2-40B4-BE49-F238E27FC236}">
                      <a16:creationId xmlns:a16="http://schemas.microsoft.com/office/drawing/2014/main" id="{4604AA4D-5D69-B2E3-485D-FD21A4F54331}"/>
                    </a:ext>
                  </a:extLst>
                </p:cNvPr>
                <p:cNvGrpSpPr/>
                <p:nvPr/>
              </p:nvGrpSpPr>
              <p:grpSpPr>
                <a:xfrm>
                  <a:off x="4579164" y="3203653"/>
                  <a:ext cx="1244833" cy="1020397"/>
                  <a:chOff x="4579164" y="3203653"/>
                  <a:chExt cx="1244833" cy="1020397"/>
                </a:xfrm>
                <a:grpFill/>
              </p:grpSpPr>
              <p:sp>
                <p:nvSpPr>
                  <p:cNvPr id="2757" name="Google Shape;11314;p128">
                    <a:extLst>
                      <a:ext uri="{FF2B5EF4-FFF2-40B4-BE49-F238E27FC236}">
                        <a16:creationId xmlns:a16="http://schemas.microsoft.com/office/drawing/2014/main" id="{1C3E92A2-B015-66E5-7274-6898608A5BEA}"/>
                      </a:ext>
                    </a:extLst>
                  </p:cNvPr>
                  <p:cNvSpPr/>
                  <p:nvPr/>
                </p:nvSpPr>
                <p:spPr>
                  <a:xfrm>
                    <a:off x="4787909" y="3833395"/>
                    <a:ext cx="69267" cy="222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807" h="2831" fill="none" extrusionOk="0">
                        <a:moveTo>
                          <a:pt x="8806" y="0"/>
                        </a:moveTo>
                        <a:lnTo>
                          <a:pt x="0" y="2831"/>
                        </a:lnTo>
                      </a:path>
                    </a:pathLst>
                  </a:custGeom>
                  <a:grpFill/>
                  <a:ln w="1825" cap="flat" cmpd="sng">
                    <a:solidFill>
                      <a:srgbClr val="A5B7C5"/>
                    </a:solidFill>
                    <a:prstDash val="solid"/>
                    <a:miter lim="12096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58" name="Google Shape;11315;p128">
                    <a:extLst>
                      <a:ext uri="{FF2B5EF4-FFF2-40B4-BE49-F238E27FC236}">
                        <a16:creationId xmlns:a16="http://schemas.microsoft.com/office/drawing/2014/main" id="{EE671C1C-60FA-F7D5-DDCD-9BF568BD28E9}"/>
                      </a:ext>
                    </a:extLst>
                  </p:cNvPr>
                  <p:cNvSpPr/>
                  <p:nvPr/>
                </p:nvSpPr>
                <p:spPr>
                  <a:xfrm>
                    <a:off x="4857263" y="3819695"/>
                    <a:ext cx="69936" cy="1418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892" h="1803" fill="none" extrusionOk="0">
                        <a:moveTo>
                          <a:pt x="1" y="1803"/>
                        </a:moveTo>
                        <a:lnTo>
                          <a:pt x="8892" y="0"/>
                        </a:lnTo>
                      </a:path>
                    </a:pathLst>
                  </a:custGeom>
                  <a:grpFill/>
                  <a:ln w="1825" cap="flat" cmpd="sng">
                    <a:solidFill>
                      <a:srgbClr val="A5B7C5"/>
                    </a:solidFill>
                    <a:prstDash val="solid"/>
                    <a:miter lim="12096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2759" name="Google Shape;11316;p128">
                    <a:extLst>
                      <a:ext uri="{FF2B5EF4-FFF2-40B4-BE49-F238E27FC236}">
                        <a16:creationId xmlns:a16="http://schemas.microsoft.com/office/drawing/2014/main" id="{17D46752-9D62-A45F-69B6-0C2CC87571F2}"/>
                      </a:ext>
                    </a:extLst>
                  </p:cNvPr>
                  <p:cNvGrpSpPr/>
                  <p:nvPr/>
                </p:nvGrpSpPr>
                <p:grpSpPr>
                  <a:xfrm>
                    <a:off x="4579164" y="3203653"/>
                    <a:ext cx="1244833" cy="1020397"/>
                    <a:chOff x="4579164" y="3203653"/>
                    <a:chExt cx="1244833" cy="1020397"/>
                  </a:xfrm>
                  <a:grpFill/>
                </p:grpSpPr>
                <p:sp>
                  <p:nvSpPr>
                    <p:cNvPr id="2760" name="Google Shape;11317;p128">
                      <a:extLst>
                        <a:ext uri="{FF2B5EF4-FFF2-40B4-BE49-F238E27FC236}">
                          <a16:creationId xmlns:a16="http://schemas.microsoft.com/office/drawing/2014/main" id="{DCB84CB0-305B-78AB-D854-7FF5FB6C461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30329" y="3363965"/>
                      <a:ext cx="23894" cy="10276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038" h="13066" fill="none" extrusionOk="0">
                          <a:moveTo>
                            <a:pt x="3037" y="13065"/>
                          </a:moveTo>
                          <a:lnTo>
                            <a:pt x="1" y="1"/>
                          </a:lnTo>
                        </a:path>
                      </a:pathLst>
                    </a:custGeom>
                    <a:grpFill/>
                    <a:ln w="1825" cap="flat" cmpd="sng">
                      <a:solidFill>
                        <a:srgbClr val="A5B7C5"/>
                      </a:solidFill>
                      <a:prstDash val="solid"/>
                      <a:miter lim="12096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761" name="Google Shape;11318;p128">
                      <a:extLst>
                        <a:ext uri="{FF2B5EF4-FFF2-40B4-BE49-F238E27FC236}">
                          <a16:creationId xmlns:a16="http://schemas.microsoft.com/office/drawing/2014/main" id="{BD74DC33-2ACA-E02F-D112-4F30AB5ED02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49846" y="3385948"/>
                      <a:ext cx="104085" cy="7925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3234" h="10077" fill="none" extrusionOk="0">
                          <a:moveTo>
                            <a:pt x="0" y="0"/>
                          </a:moveTo>
                          <a:lnTo>
                            <a:pt x="13234" y="10077"/>
                          </a:lnTo>
                        </a:path>
                      </a:pathLst>
                    </a:custGeom>
                    <a:grpFill/>
                    <a:ln w="1825" cap="flat" cmpd="sng">
                      <a:solidFill>
                        <a:srgbClr val="A5B7C5"/>
                      </a:solidFill>
                      <a:prstDash val="solid"/>
                      <a:miter lim="12096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762" name="Google Shape;11319;p128">
                      <a:extLst>
                        <a:ext uri="{FF2B5EF4-FFF2-40B4-BE49-F238E27FC236}">
                          <a16:creationId xmlns:a16="http://schemas.microsoft.com/office/drawing/2014/main" id="{B50210B7-B035-0221-F226-A3E11E53E1F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49650" y="3306598"/>
                      <a:ext cx="45869" cy="7935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832" h="10090" fill="none" extrusionOk="0">
                          <a:moveTo>
                            <a:pt x="5831" y="0"/>
                          </a:moveTo>
                          <a:lnTo>
                            <a:pt x="1" y="10089"/>
                          </a:lnTo>
                        </a:path>
                      </a:pathLst>
                    </a:custGeom>
                    <a:grpFill/>
                    <a:ln w="1825" cap="flat" cmpd="sng">
                      <a:solidFill>
                        <a:srgbClr val="A5B7C5"/>
                      </a:solidFill>
                      <a:prstDash val="solid"/>
                      <a:miter lim="12096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763" name="Google Shape;11320;p128">
                      <a:extLst>
                        <a:ext uri="{FF2B5EF4-FFF2-40B4-BE49-F238E27FC236}">
                          <a16:creationId xmlns:a16="http://schemas.microsoft.com/office/drawing/2014/main" id="{1BA7689A-A2A0-608A-28F6-21CA7696B73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49650" y="3361299"/>
                      <a:ext cx="84305" cy="2465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0719" h="3135" fill="none" extrusionOk="0">
                          <a:moveTo>
                            <a:pt x="1" y="3134"/>
                          </a:moveTo>
                          <a:lnTo>
                            <a:pt x="10719" y="1"/>
                          </a:lnTo>
                        </a:path>
                      </a:pathLst>
                    </a:custGeom>
                    <a:grpFill/>
                    <a:ln w="1825" cap="flat" cmpd="sng">
                      <a:solidFill>
                        <a:srgbClr val="A5B7C5"/>
                      </a:solidFill>
                      <a:prstDash val="solid"/>
                      <a:miter lim="12096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764" name="Google Shape;11321;p128">
                      <a:extLst>
                        <a:ext uri="{FF2B5EF4-FFF2-40B4-BE49-F238E27FC236}">
                          <a16:creationId xmlns:a16="http://schemas.microsoft.com/office/drawing/2014/main" id="{AEE913CA-6662-CFC8-E6FB-1E562516777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89616" y="3306598"/>
                      <a:ext cx="19702" cy="5470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505" h="6956" fill="none" extrusionOk="0">
                          <a:moveTo>
                            <a:pt x="2505" y="6956"/>
                          </a:moveTo>
                          <a:lnTo>
                            <a:pt x="1" y="0"/>
                          </a:lnTo>
                        </a:path>
                      </a:pathLst>
                    </a:custGeom>
                    <a:grpFill/>
                    <a:ln w="1825" cap="flat" cmpd="sng">
                      <a:solidFill>
                        <a:srgbClr val="A5B7C5"/>
                      </a:solidFill>
                      <a:prstDash val="solid"/>
                      <a:miter lim="12096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765" name="Google Shape;11322;p128">
                      <a:extLst>
                        <a:ext uri="{FF2B5EF4-FFF2-40B4-BE49-F238E27FC236}">
                          <a16:creationId xmlns:a16="http://schemas.microsoft.com/office/drawing/2014/main" id="{E298C3AB-9F8A-C747-6DA0-C1DA95B9779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38242" y="3357500"/>
                      <a:ext cx="74883" cy="1028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521" h="1307" fill="none" extrusionOk="0">
                          <a:moveTo>
                            <a:pt x="1" y="1307"/>
                          </a:moveTo>
                          <a:lnTo>
                            <a:pt x="9521" y="0"/>
                          </a:lnTo>
                        </a:path>
                      </a:pathLst>
                    </a:custGeom>
                    <a:grpFill/>
                    <a:ln w="1825" cap="flat" cmpd="sng">
                      <a:solidFill>
                        <a:srgbClr val="A5B7C5"/>
                      </a:solidFill>
                      <a:prstDash val="solid"/>
                      <a:miter lim="12096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766" name="Google Shape;11323;p128">
                      <a:extLst>
                        <a:ext uri="{FF2B5EF4-FFF2-40B4-BE49-F238E27FC236}">
                          <a16:creationId xmlns:a16="http://schemas.microsoft.com/office/drawing/2014/main" id="{A4556FA7-6D26-9991-D5E5-C2E18770A45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10274" y="3357500"/>
                      <a:ext cx="99044" cy="6355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593" h="8081" fill="none" extrusionOk="0">
                          <a:moveTo>
                            <a:pt x="0" y="8081"/>
                          </a:moveTo>
                          <a:lnTo>
                            <a:pt x="12593" y="0"/>
                          </a:lnTo>
                        </a:path>
                      </a:pathLst>
                    </a:custGeom>
                    <a:grpFill/>
                    <a:ln w="1825" cap="flat" cmpd="sng">
                      <a:solidFill>
                        <a:srgbClr val="A5B7C5"/>
                      </a:solidFill>
                      <a:prstDash val="solid"/>
                      <a:miter lim="12096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2767" name="Google Shape;11324;p128">
                      <a:extLst>
                        <a:ext uri="{FF2B5EF4-FFF2-40B4-BE49-F238E27FC236}">
                          <a16:creationId xmlns:a16="http://schemas.microsoft.com/office/drawing/2014/main" id="{3868D9A1-616E-DF63-34D0-DE7BE304A59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09310" y="3306598"/>
                      <a:ext cx="87443" cy="5091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1118" h="6473" fill="none" extrusionOk="0">
                          <a:moveTo>
                            <a:pt x="1" y="6472"/>
                          </a:moveTo>
                          <a:lnTo>
                            <a:pt x="11118" y="0"/>
                          </a:lnTo>
                        </a:path>
                      </a:pathLst>
                    </a:custGeom>
                    <a:grpFill/>
                    <a:ln w="1825" cap="flat" cmpd="sng">
                      <a:solidFill>
                        <a:srgbClr val="A5B7C5"/>
                      </a:solidFill>
                      <a:prstDash val="solid"/>
                      <a:miter lim="12096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grpSp>
                  <p:nvGrpSpPr>
                    <p:cNvPr id="2768" name="Google Shape;11325;p128">
                      <a:extLst>
                        <a:ext uri="{FF2B5EF4-FFF2-40B4-BE49-F238E27FC236}">
                          <a16:creationId xmlns:a16="http://schemas.microsoft.com/office/drawing/2014/main" id="{B8F0434B-F092-B44B-49C9-66FEE9D06A7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579164" y="3203653"/>
                      <a:ext cx="1244833" cy="1020397"/>
                      <a:chOff x="4579164" y="3203653"/>
                      <a:chExt cx="1244833" cy="1020397"/>
                    </a:xfrm>
                    <a:grpFill/>
                  </p:grpSpPr>
                  <p:sp>
                    <p:nvSpPr>
                      <p:cNvPr id="2769" name="Google Shape;11326;p128">
                        <a:extLst>
                          <a:ext uri="{FF2B5EF4-FFF2-40B4-BE49-F238E27FC236}">
                            <a16:creationId xmlns:a16="http://schemas.microsoft.com/office/drawing/2014/main" id="{F4C6C42C-A715-2E8E-6E73-6101EE5BAD5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17986" y="3614284"/>
                        <a:ext cx="53002" cy="21031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6739" h="2674" fill="none" extrusionOk="0">
                            <a:moveTo>
                              <a:pt x="0" y="0"/>
                            </a:moveTo>
                            <a:lnTo>
                              <a:pt x="6738" y="2674"/>
                            </a:lnTo>
                          </a:path>
                        </a:pathLst>
                      </a:custGeom>
                      <a:grpFill/>
                      <a:ln w="1825" cap="flat" cmpd="sng">
                        <a:solidFill>
                          <a:srgbClr val="A5B7C5"/>
                        </a:solidFill>
                        <a:prstDash val="solid"/>
                        <a:miter lim="12096"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770" name="Google Shape;11327;p128">
                        <a:extLst>
                          <a:ext uri="{FF2B5EF4-FFF2-40B4-BE49-F238E27FC236}">
                            <a16:creationId xmlns:a16="http://schemas.microsoft.com/office/drawing/2014/main" id="{47924798-AB2E-92B9-70EA-96FA153F07F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24545" y="3589069"/>
                        <a:ext cx="43682" cy="6318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554" h="8033" fill="none" extrusionOk="0">
                            <a:moveTo>
                              <a:pt x="1" y="8033"/>
                            </a:moveTo>
                            <a:lnTo>
                              <a:pt x="5553" y="1"/>
                            </a:lnTo>
                          </a:path>
                        </a:pathLst>
                      </a:custGeom>
                      <a:grpFill/>
                      <a:ln w="1825" cap="flat" cmpd="sng">
                        <a:solidFill>
                          <a:srgbClr val="A5B7C5"/>
                        </a:solidFill>
                        <a:prstDash val="solid"/>
                        <a:miter lim="12096"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771" name="Google Shape;11328;p128">
                        <a:extLst>
                          <a:ext uri="{FF2B5EF4-FFF2-40B4-BE49-F238E27FC236}">
                            <a16:creationId xmlns:a16="http://schemas.microsoft.com/office/drawing/2014/main" id="{C5F411D0-CAD7-91D5-8905-738426D37E1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8220" y="3517907"/>
                        <a:ext cx="112178" cy="7117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4263" h="9049" fill="none" extrusionOk="0">
                            <a:moveTo>
                              <a:pt x="0" y="9049"/>
                            </a:moveTo>
                            <a:lnTo>
                              <a:pt x="14262" y="0"/>
                            </a:lnTo>
                          </a:path>
                        </a:pathLst>
                      </a:custGeom>
                      <a:grpFill/>
                      <a:ln w="1825" cap="flat" cmpd="sng">
                        <a:solidFill>
                          <a:srgbClr val="A5B7C5"/>
                        </a:solidFill>
                        <a:prstDash val="solid"/>
                        <a:miter lim="12096"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772" name="Google Shape;11329;p128">
                        <a:extLst>
                          <a:ext uri="{FF2B5EF4-FFF2-40B4-BE49-F238E27FC236}">
                            <a16:creationId xmlns:a16="http://schemas.microsoft.com/office/drawing/2014/main" id="{E467B433-E6D7-B5A7-14F3-B4B3FF826C8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6562" y="3516766"/>
                        <a:ext cx="77455" cy="7992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848" h="10162" fill="none" extrusionOk="0">
                            <a:moveTo>
                              <a:pt x="0" y="10161"/>
                            </a:moveTo>
                            <a:lnTo>
                              <a:pt x="9847" y="0"/>
                            </a:lnTo>
                          </a:path>
                        </a:pathLst>
                      </a:custGeom>
                      <a:grpFill/>
                      <a:ln w="1825" cap="flat" cmpd="sng">
                        <a:solidFill>
                          <a:srgbClr val="A5B7C5"/>
                        </a:solidFill>
                        <a:prstDash val="solid"/>
                        <a:miter lim="12096"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773" name="Google Shape;11330;p128">
                        <a:extLst>
                          <a:ext uri="{FF2B5EF4-FFF2-40B4-BE49-F238E27FC236}">
                            <a16:creationId xmlns:a16="http://schemas.microsoft.com/office/drawing/2014/main" id="{D744C977-1E6A-CDF7-1BD6-1057056671D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3646" y="3516766"/>
                        <a:ext cx="20370" cy="5280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590" h="6714" fill="none" extrusionOk="0">
                            <a:moveTo>
                              <a:pt x="0" y="6714"/>
                            </a:moveTo>
                            <a:lnTo>
                              <a:pt x="2589" y="0"/>
                            </a:lnTo>
                          </a:path>
                        </a:pathLst>
                      </a:custGeom>
                      <a:grpFill/>
                      <a:ln w="1825" cap="flat" cmpd="sng">
                        <a:solidFill>
                          <a:srgbClr val="A5B7C5"/>
                        </a:solidFill>
                        <a:prstDash val="solid"/>
                        <a:miter lim="12096"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774" name="Google Shape;11331;p128">
                        <a:extLst>
                          <a:ext uri="{FF2B5EF4-FFF2-40B4-BE49-F238E27FC236}">
                            <a16:creationId xmlns:a16="http://schemas.microsoft.com/office/drawing/2014/main" id="{BBF5686B-80A3-DC23-CF1E-473CFDA2C58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83151" y="3520565"/>
                        <a:ext cx="45861" cy="97432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831" h="12388" fill="none" extrusionOk="0">
                            <a:moveTo>
                              <a:pt x="5831" y="12388"/>
                            </a:moveTo>
                            <a:lnTo>
                              <a:pt x="0" y="1"/>
                            </a:lnTo>
                          </a:path>
                        </a:pathLst>
                      </a:custGeom>
                      <a:grpFill/>
                      <a:ln w="1825" cap="flat" cmpd="sng">
                        <a:solidFill>
                          <a:srgbClr val="A5B7C5"/>
                        </a:solidFill>
                        <a:prstDash val="solid"/>
                        <a:miter lim="12096"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775" name="Google Shape;11332;p128">
                        <a:extLst>
                          <a:ext uri="{FF2B5EF4-FFF2-40B4-BE49-F238E27FC236}">
                            <a16:creationId xmlns:a16="http://schemas.microsoft.com/office/drawing/2014/main" id="{1CCA0400-47DB-55CB-E463-9997CA8D953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38242" y="3483175"/>
                        <a:ext cx="44917" cy="37398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711" h="4755" fill="none" extrusionOk="0">
                            <a:moveTo>
                              <a:pt x="1" y="1"/>
                            </a:moveTo>
                            <a:lnTo>
                              <a:pt x="5710" y="4755"/>
                            </a:lnTo>
                          </a:path>
                        </a:pathLst>
                      </a:custGeom>
                      <a:grpFill/>
                      <a:ln w="1825" cap="flat" cmpd="sng">
                        <a:solidFill>
                          <a:srgbClr val="A5B7C5"/>
                        </a:solidFill>
                        <a:prstDash val="solid"/>
                        <a:miter lim="12096"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776" name="Google Shape;11333;p128">
                        <a:extLst>
                          <a:ext uri="{FF2B5EF4-FFF2-40B4-BE49-F238E27FC236}">
                            <a16:creationId xmlns:a16="http://schemas.microsoft.com/office/drawing/2014/main" id="{9056A85D-CB0B-202E-8B35-FB39ED8A618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04941" y="3501823"/>
                        <a:ext cx="78217" cy="1875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945" h="2384" fill="none" extrusionOk="0">
                            <a:moveTo>
                              <a:pt x="1" y="1"/>
                            </a:moveTo>
                            <a:lnTo>
                              <a:pt x="9944" y="2384"/>
                            </a:lnTo>
                          </a:path>
                        </a:pathLst>
                      </a:custGeom>
                      <a:grpFill/>
                      <a:ln w="1825" cap="flat" cmpd="sng">
                        <a:solidFill>
                          <a:srgbClr val="A5B7C5"/>
                        </a:solidFill>
                        <a:prstDash val="solid"/>
                        <a:miter lim="12096"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777" name="Google Shape;11334;p128">
                        <a:extLst>
                          <a:ext uri="{FF2B5EF4-FFF2-40B4-BE49-F238E27FC236}">
                            <a16:creationId xmlns:a16="http://schemas.microsoft.com/office/drawing/2014/main" id="{C97C07C1-7B4B-B0BC-6983-EBAA9DCDE1C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668220" y="3520565"/>
                        <a:ext cx="115796" cy="1932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4723" h="2457" fill="none" extrusionOk="0">
                            <a:moveTo>
                              <a:pt x="0" y="2457"/>
                            </a:moveTo>
                            <a:lnTo>
                              <a:pt x="14722" y="1"/>
                            </a:lnTo>
                          </a:path>
                        </a:pathLst>
                      </a:custGeom>
                      <a:grpFill/>
                      <a:ln w="1825" cap="flat" cmpd="sng">
                        <a:solidFill>
                          <a:srgbClr val="A5B7C5"/>
                        </a:solidFill>
                        <a:prstDash val="solid"/>
                        <a:miter lim="12096"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778" name="Google Shape;11335;p128">
                        <a:extLst>
                          <a:ext uri="{FF2B5EF4-FFF2-40B4-BE49-F238E27FC236}">
                            <a16:creationId xmlns:a16="http://schemas.microsoft.com/office/drawing/2014/main" id="{437EE7F8-B79F-BD67-F947-EA68B93A6B8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13117" y="3462915"/>
                        <a:ext cx="40347" cy="5119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130" h="6509" fill="none" extrusionOk="0">
                            <a:moveTo>
                              <a:pt x="5130" y="6508"/>
                            </a:moveTo>
                            <a:lnTo>
                              <a:pt x="1" y="0"/>
                            </a:lnTo>
                          </a:path>
                        </a:pathLst>
                      </a:custGeom>
                      <a:grpFill/>
                      <a:ln w="1825" cap="flat" cmpd="sng">
                        <a:solidFill>
                          <a:srgbClr val="A5B7C5"/>
                        </a:solidFill>
                        <a:prstDash val="solid"/>
                        <a:miter lim="12096"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779" name="Google Shape;11336;p128">
                        <a:extLst>
                          <a:ext uri="{FF2B5EF4-FFF2-40B4-BE49-F238E27FC236}">
                            <a16:creationId xmlns:a16="http://schemas.microsoft.com/office/drawing/2014/main" id="{B3FD3B35-C338-2445-9E79-E760FC9397E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87807" y="3462915"/>
                        <a:ext cx="25317" cy="5500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219" h="6993" fill="none" extrusionOk="0">
                            <a:moveTo>
                              <a:pt x="1" y="6992"/>
                            </a:moveTo>
                            <a:lnTo>
                              <a:pt x="3219" y="0"/>
                            </a:lnTo>
                          </a:path>
                        </a:pathLst>
                      </a:custGeom>
                      <a:grpFill/>
                      <a:ln w="1825" cap="flat" cmpd="sng">
                        <a:solidFill>
                          <a:srgbClr val="A5B7C5"/>
                        </a:solidFill>
                        <a:prstDash val="solid"/>
                        <a:miter lim="12096"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780" name="Google Shape;11337;p128">
                        <a:extLst>
                          <a:ext uri="{FF2B5EF4-FFF2-40B4-BE49-F238E27FC236}">
                            <a16:creationId xmlns:a16="http://schemas.microsoft.com/office/drawing/2014/main" id="{F15D9560-F38F-8BAA-A62C-2152EF36D14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81342" y="3514100"/>
                        <a:ext cx="72311" cy="6953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194" h="884" fill="none" extrusionOk="0">
                            <a:moveTo>
                              <a:pt x="0" y="883"/>
                            </a:moveTo>
                            <a:lnTo>
                              <a:pt x="9194" y="0"/>
                            </a:lnTo>
                          </a:path>
                        </a:pathLst>
                      </a:custGeom>
                      <a:grpFill/>
                      <a:ln w="1825" cap="flat" cmpd="sng">
                        <a:solidFill>
                          <a:srgbClr val="A5B7C5"/>
                        </a:solidFill>
                        <a:prstDash val="solid"/>
                        <a:miter lim="12096"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781" name="Google Shape;11338;p128">
                        <a:extLst>
                          <a:ext uri="{FF2B5EF4-FFF2-40B4-BE49-F238E27FC236}">
                            <a16:creationId xmlns:a16="http://schemas.microsoft.com/office/drawing/2014/main" id="{4A9EEA19-5661-79C5-51A8-A61F638557B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53645" y="3514100"/>
                        <a:ext cx="26175" cy="5918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328" h="7525" fill="none" extrusionOk="0">
                            <a:moveTo>
                              <a:pt x="1" y="0"/>
                            </a:moveTo>
                            <a:lnTo>
                              <a:pt x="3328" y="7525"/>
                            </a:lnTo>
                          </a:path>
                        </a:pathLst>
                      </a:custGeom>
                      <a:grpFill/>
                      <a:ln w="1825" cap="flat" cmpd="sng">
                        <a:solidFill>
                          <a:srgbClr val="A5B7C5"/>
                        </a:solidFill>
                        <a:prstDash val="solid"/>
                        <a:miter lim="12096"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782" name="Google Shape;11339;p128">
                        <a:extLst>
                          <a:ext uri="{FF2B5EF4-FFF2-40B4-BE49-F238E27FC236}">
                            <a16:creationId xmlns:a16="http://schemas.microsoft.com/office/drawing/2014/main" id="{3F15BB3B-D43C-F4A1-CC37-BAA977FCB33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827392" y="3514100"/>
                        <a:ext cx="26261" cy="100381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339" h="12763" fill="none" extrusionOk="0">
                            <a:moveTo>
                              <a:pt x="3339" y="0"/>
                            </a:moveTo>
                            <a:lnTo>
                              <a:pt x="0" y="12762"/>
                            </a:lnTo>
                          </a:path>
                        </a:pathLst>
                      </a:custGeom>
                      <a:grpFill/>
                      <a:ln w="1825" cap="flat" cmpd="sng">
                        <a:solidFill>
                          <a:srgbClr val="A5B7C5"/>
                        </a:solidFill>
                        <a:prstDash val="solid"/>
                        <a:miter lim="12096"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grpSp>
                    <p:nvGrpSpPr>
                      <p:cNvPr id="2783" name="Google Shape;11340;p128">
                        <a:extLst>
                          <a:ext uri="{FF2B5EF4-FFF2-40B4-BE49-F238E27FC236}">
                            <a16:creationId xmlns:a16="http://schemas.microsoft.com/office/drawing/2014/main" id="{A98C833C-7F34-BCBD-831F-D8C816766121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579164" y="3203653"/>
                        <a:ext cx="1244833" cy="1020397"/>
                        <a:chOff x="4579164" y="3203653"/>
                        <a:chExt cx="1244833" cy="1020397"/>
                      </a:xfrm>
                      <a:grpFill/>
                    </p:grpSpPr>
                    <p:sp>
                      <p:nvSpPr>
                        <p:cNvPr id="2784" name="Google Shape;11341;p128">
                          <a:extLst>
                            <a:ext uri="{FF2B5EF4-FFF2-40B4-BE49-F238E27FC236}">
                              <a16:creationId xmlns:a16="http://schemas.microsoft.com/office/drawing/2014/main" id="{739C9D4F-411A-B758-CB46-24D129B0416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879812" y="3466721"/>
                          <a:ext cx="74411" cy="106563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9461" h="13549" fill="none" extrusionOk="0">
                              <a:moveTo>
                                <a:pt x="1" y="13549"/>
                              </a:moveTo>
                              <a:lnTo>
                                <a:pt x="9460" y="0"/>
                              </a:lnTo>
                            </a:path>
                          </a:pathLst>
                        </a:custGeom>
                        <a:grp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2785" name="Google Shape;11342;p128">
                          <a:extLst>
                            <a:ext uri="{FF2B5EF4-FFF2-40B4-BE49-F238E27FC236}">
                              <a16:creationId xmlns:a16="http://schemas.microsoft.com/office/drawing/2014/main" id="{3AE88F7F-6E30-04B6-53A2-4CE426AE87D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954215" y="3408017"/>
                          <a:ext cx="105989" cy="58712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3476" h="7465" fill="none" extrusionOk="0">
                              <a:moveTo>
                                <a:pt x="0" y="7464"/>
                              </a:moveTo>
                              <a:lnTo>
                                <a:pt x="13476" y="0"/>
                              </a:lnTo>
                            </a:path>
                          </a:pathLst>
                        </a:custGeom>
                        <a:grp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2786" name="Google Shape;11343;p128">
                          <a:extLst>
                            <a:ext uri="{FF2B5EF4-FFF2-40B4-BE49-F238E27FC236}">
                              <a16:creationId xmlns:a16="http://schemas.microsoft.com/office/drawing/2014/main" id="{E3D3DB9E-17B9-F011-D42F-6D81A8BF1C3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953924" y="3465195"/>
                          <a:ext cx="119792" cy="54811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5231" h="6969" fill="none" extrusionOk="0">
                              <a:moveTo>
                                <a:pt x="1" y="1"/>
                              </a:moveTo>
                              <a:lnTo>
                                <a:pt x="15231" y="6968"/>
                              </a:lnTo>
                            </a:path>
                          </a:pathLst>
                        </a:custGeom>
                        <a:grp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2787" name="Google Shape;11344;p128">
                          <a:extLst>
                            <a:ext uri="{FF2B5EF4-FFF2-40B4-BE49-F238E27FC236}">
                              <a16:creationId xmlns:a16="http://schemas.microsoft.com/office/drawing/2014/main" id="{EB4884FB-6108-66E3-7BAD-1D309E74F9F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073708" y="3521045"/>
                          <a:ext cx="26938" cy="71839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3425" h="9134" fill="none" extrusionOk="0">
                              <a:moveTo>
                                <a:pt x="1" y="0"/>
                              </a:moveTo>
                              <a:lnTo>
                                <a:pt x="3424" y="9133"/>
                              </a:lnTo>
                            </a:path>
                          </a:pathLst>
                        </a:custGeom>
                        <a:grp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2788" name="Google Shape;11345;p128">
                          <a:extLst>
                            <a:ext uri="{FF2B5EF4-FFF2-40B4-BE49-F238E27FC236}">
                              <a16:creationId xmlns:a16="http://schemas.microsoft.com/office/drawing/2014/main" id="{92A46937-284B-5A7F-5863-B0CA57B1939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100637" y="3586309"/>
                          <a:ext cx="26741" cy="81167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3400" h="10320" fill="none" extrusionOk="0">
                              <a:moveTo>
                                <a:pt x="3399" y="10319"/>
                              </a:moveTo>
                              <a:lnTo>
                                <a:pt x="0" y="1"/>
                              </a:lnTo>
                            </a:path>
                          </a:pathLst>
                        </a:custGeom>
                        <a:grp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2789" name="Google Shape;11346;p128">
                          <a:extLst>
                            <a:ext uri="{FF2B5EF4-FFF2-40B4-BE49-F238E27FC236}">
                              <a16:creationId xmlns:a16="http://schemas.microsoft.com/office/drawing/2014/main" id="{8FE1A7DA-9D07-FAD6-6826-81810AD3C36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088549" y="3252840"/>
                          <a:ext cx="693968" cy="520624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88235" h="66195" fill="none" extrusionOk="0">
                              <a:moveTo>
                                <a:pt x="1" y="63509"/>
                              </a:moveTo>
                              <a:lnTo>
                                <a:pt x="1537" y="42400"/>
                              </a:lnTo>
                              <a:lnTo>
                                <a:pt x="10077" y="22210"/>
                              </a:lnTo>
                              <a:cubicBezTo>
                                <a:pt x="10077" y="22210"/>
                                <a:pt x="14202" y="33218"/>
                                <a:pt x="14202" y="32384"/>
                              </a:cubicBezTo>
                              <a:cubicBezTo>
                                <a:pt x="14202" y="31561"/>
                                <a:pt x="26009" y="8976"/>
                                <a:pt x="26009" y="8976"/>
                              </a:cubicBezTo>
                              <a:lnTo>
                                <a:pt x="33618" y="31077"/>
                              </a:lnTo>
                              <a:lnTo>
                                <a:pt x="15025" y="46779"/>
                              </a:lnTo>
                              <a:lnTo>
                                <a:pt x="36037" y="48944"/>
                              </a:lnTo>
                              <a:lnTo>
                                <a:pt x="27557" y="58863"/>
                              </a:lnTo>
                              <a:lnTo>
                                <a:pt x="40803" y="66194"/>
                              </a:lnTo>
                              <a:lnTo>
                                <a:pt x="43586" y="48448"/>
                              </a:lnTo>
                              <a:lnTo>
                                <a:pt x="51122" y="29734"/>
                              </a:lnTo>
                              <a:lnTo>
                                <a:pt x="49670" y="16694"/>
                              </a:lnTo>
                              <a:lnTo>
                                <a:pt x="65263" y="21376"/>
                              </a:lnTo>
                              <a:lnTo>
                                <a:pt x="68819" y="9448"/>
                              </a:lnTo>
                              <a:lnTo>
                                <a:pt x="66098" y="1"/>
                              </a:lnTo>
                              <a:lnTo>
                                <a:pt x="88235" y="20069"/>
                              </a:lnTo>
                            </a:path>
                          </a:pathLst>
                        </a:custGeom>
                        <a:grp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2790" name="Google Shape;11347;p128">
                          <a:extLst>
                            <a:ext uri="{FF2B5EF4-FFF2-40B4-BE49-F238E27FC236}">
                              <a16:creationId xmlns:a16="http://schemas.microsoft.com/office/drawing/2014/main" id="{937B9A58-AA93-E896-7E48-CEEF8A4E8A9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060203" y="3203653"/>
                          <a:ext cx="544588" cy="316354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69242" h="40223" fill="none" extrusionOk="0">
                              <a:moveTo>
                                <a:pt x="69242" y="6255"/>
                              </a:moveTo>
                              <a:lnTo>
                                <a:pt x="53274" y="22948"/>
                              </a:lnTo>
                              <a:lnTo>
                                <a:pt x="45532" y="5432"/>
                              </a:lnTo>
                              <a:lnTo>
                                <a:pt x="29613" y="14747"/>
                              </a:lnTo>
                              <a:lnTo>
                                <a:pt x="28790" y="1"/>
                              </a:lnTo>
                              <a:lnTo>
                                <a:pt x="13500" y="28912"/>
                              </a:lnTo>
                              <a:lnTo>
                                <a:pt x="4306" y="13089"/>
                              </a:lnTo>
                              <a:lnTo>
                                <a:pt x="0" y="25984"/>
                              </a:lnTo>
                              <a:lnTo>
                                <a:pt x="1718" y="40222"/>
                              </a:lnTo>
                            </a:path>
                          </a:pathLst>
                        </a:custGeom>
                        <a:grp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2791" name="Google Shape;11348;p128">
                          <a:extLst>
                            <a:ext uri="{FF2B5EF4-FFF2-40B4-BE49-F238E27FC236}">
                              <a16:creationId xmlns:a16="http://schemas.microsoft.com/office/drawing/2014/main" id="{EF77C764-1515-CF75-88FE-8D929C1A4E3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127371" y="3507533"/>
                          <a:ext cx="124739" cy="267835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5860" h="34054" fill="none" extrusionOk="0">
                              <a:moveTo>
                                <a:pt x="9266" y="1"/>
                              </a:moveTo>
                              <a:lnTo>
                                <a:pt x="10101" y="14396"/>
                              </a:lnTo>
                              <a:lnTo>
                                <a:pt x="15859" y="34053"/>
                              </a:lnTo>
                              <a:lnTo>
                                <a:pt x="0" y="19851"/>
                              </a:lnTo>
                              <a:lnTo>
                                <a:pt x="1234" y="33642"/>
                              </a:lnTo>
                            </a:path>
                          </a:pathLst>
                        </a:custGeom>
                        <a:grp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2792" name="Google Shape;11349;p128">
                          <a:extLst>
                            <a:ext uri="{FF2B5EF4-FFF2-40B4-BE49-F238E27FC236}">
                              <a16:creationId xmlns:a16="http://schemas.microsoft.com/office/drawing/2014/main" id="{D070A4CD-44FB-F51A-52FE-61562673A60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100637" y="3507533"/>
                          <a:ext cx="99618" cy="78784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2666" h="10017" fill="none" extrusionOk="0">
                              <a:moveTo>
                                <a:pt x="0" y="10017"/>
                              </a:moveTo>
                              <a:lnTo>
                                <a:pt x="12665" y="1"/>
                              </a:lnTo>
                            </a:path>
                          </a:pathLst>
                        </a:custGeom>
                        <a:grp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2793" name="Google Shape;11350;p128">
                          <a:extLst>
                            <a:ext uri="{FF2B5EF4-FFF2-40B4-BE49-F238E27FC236}">
                              <a16:creationId xmlns:a16="http://schemas.microsoft.com/office/drawing/2014/main" id="{5D610B30-1AED-5FF6-5D08-5114EA5B4D5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200248" y="3501068"/>
                          <a:ext cx="156514" cy="6473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9900" h="823" fill="none" extrusionOk="0">
                              <a:moveTo>
                                <a:pt x="0" y="823"/>
                              </a:moveTo>
                              <a:lnTo>
                                <a:pt x="19900" y="0"/>
                              </a:lnTo>
                            </a:path>
                          </a:pathLst>
                        </a:custGeom>
                        <a:grp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2794" name="Google Shape;11351;p128">
                          <a:extLst>
                            <a:ext uri="{FF2B5EF4-FFF2-40B4-BE49-F238E27FC236}">
                              <a16:creationId xmlns:a16="http://schemas.microsoft.com/office/drawing/2014/main" id="{777F2550-4A6F-FEFA-FBCE-EC9C8A902A3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127371" y="3507533"/>
                          <a:ext cx="72885" cy="155853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9267" h="19816" fill="none" extrusionOk="0">
                              <a:moveTo>
                                <a:pt x="9266" y="1"/>
                              </a:moveTo>
                              <a:lnTo>
                                <a:pt x="0" y="19815"/>
                              </a:lnTo>
                            </a:path>
                          </a:pathLst>
                        </a:custGeom>
                        <a:grp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2795" name="Google Shape;11352;p128">
                          <a:extLst>
                            <a:ext uri="{FF2B5EF4-FFF2-40B4-BE49-F238E27FC236}">
                              <a16:creationId xmlns:a16="http://schemas.microsoft.com/office/drawing/2014/main" id="{388088DF-D2F7-ACE8-DC5E-2BAACD623DA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352947" y="3384139"/>
                          <a:ext cx="126265" cy="117692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6054" h="14964" fill="none" extrusionOk="0">
                              <a:moveTo>
                                <a:pt x="1" y="14964"/>
                              </a:moveTo>
                              <a:lnTo>
                                <a:pt x="16053" y="0"/>
                              </a:lnTo>
                            </a:path>
                          </a:pathLst>
                        </a:custGeom>
                        <a:grp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2796" name="Google Shape;11353;p128">
                          <a:extLst>
                            <a:ext uri="{FF2B5EF4-FFF2-40B4-BE49-F238E27FC236}">
                              <a16:creationId xmlns:a16="http://schemas.microsoft.com/office/drawing/2014/main" id="{F8CD75AC-70B9-ACF4-91FD-C728A002BCB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356753" y="3246375"/>
                          <a:ext cx="61567" cy="254700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7828" h="32384" fill="none" extrusionOk="0">
                              <a:moveTo>
                                <a:pt x="1" y="32383"/>
                              </a:moveTo>
                              <a:lnTo>
                                <a:pt x="7827" y="0"/>
                              </a:lnTo>
                            </a:path>
                          </a:pathLst>
                        </a:custGeom>
                        <a:grp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2797" name="Google Shape;11354;p128">
                          <a:extLst>
                            <a:ext uri="{FF2B5EF4-FFF2-40B4-BE49-F238E27FC236}">
                              <a16:creationId xmlns:a16="http://schemas.microsoft.com/office/drawing/2014/main" id="{1E7519DF-DE36-704D-1B29-2F8F6CE044B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352947" y="3486698"/>
                          <a:ext cx="141483" cy="10571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7989" h="1344" fill="none" extrusionOk="0">
                              <a:moveTo>
                                <a:pt x="1" y="1343"/>
                              </a:moveTo>
                              <a:lnTo>
                                <a:pt x="17989" y="0"/>
                              </a:lnTo>
                            </a:path>
                          </a:pathLst>
                        </a:custGeom>
                        <a:grp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2798" name="Google Shape;11355;p128">
                          <a:extLst>
                            <a:ext uri="{FF2B5EF4-FFF2-40B4-BE49-F238E27FC236}">
                              <a16:creationId xmlns:a16="http://schemas.microsoft.com/office/drawing/2014/main" id="{433BE8A0-9682-BF75-0AA3-2EB6EB0D420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353898" y="3501068"/>
                          <a:ext cx="18089" cy="136725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2300" h="17384" fill="none" extrusionOk="0">
                              <a:moveTo>
                                <a:pt x="1" y="0"/>
                              </a:moveTo>
                              <a:lnTo>
                                <a:pt x="2299" y="17383"/>
                              </a:lnTo>
                            </a:path>
                          </a:pathLst>
                        </a:custGeom>
                        <a:grp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2799" name="Google Shape;11356;p128">
                          <a:extLst>
                            <a:ext uri="{FF2B5EF4-FFF2-40B4-BE49-F238E27FC236}">
                              <a16:creationId xmlns:a16="http://schemas.microsoft.com/office/drawing/2014/main" id="{5986F254-09CB-EE4D-DCF0-D162C461E0C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206721" y="3620749"/>
                          <a:ext cx="102379" cy="98863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3017" h="12570" fill="none" extrusionOk="0">
                              <a:moveTo>
                                <a:pt x="0" y="1"/>
                              </a:moveTo>
                              <a:lnTo>
                                <a:pt x="13016" y="12569"/>
                              </a:lnTo>
                            </a:path>
                          </a:pathLst>
                        </a:custGeom>
                        <a:grp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2800" name="Google Shape;11357;p128">
                          <a:extLst>
                            <a:ext uri="{FF2B5EF4-FFF2-40B4-BE49-F238E27FC236}">
                              <a16:creationId xmlns:a16="http://schemas.microsoft.com/office/drawing/2014/main" id="{52050C57-0978-73DA-DFB8-DA5862603DE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293102" y="3715798"/>
                          <a:ext cx="15997" cy="101238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2034" h="12872" fill="none" extrusionOk="0">
                              <a:moveTo>
                                <a:pt x="2033" y="0"/>
                              </a:moveTo>
                              <a:lnTo>
                                <a:pt x="1" y="12871"/>
                              </a:lnTo>
                            </a:path>
                          </a:pathLst>
                        </a:custGeom>
                        <a:grp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2801" name="Google Shape;11358;p128">
                          <a:extLst>
                            <a:ext uri="{FF2B5EF4-FFF2-40B4-BE49-F238E27FC236}">
                              <a16:creationId xmlns:a16="http://schemas.microsoft.com/office/drawing/2014/main" id="{B46877D0-26CA-CCE6-A451-DB0DE1F25DF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127371" y="3659854"/>
                          <a:ext cx="92862" cy="134539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1807" h="17106" fill="none" extrusionOk="0">
                              <a:moveTo>
                                <a:pt x="11807" y="17105"/>
                              </a:moveTo>
                              <a:lnTo>
                                <a:pt x="0" y="1"/>
                              </a:lnTo>
                            </a:path>
                          </a:pathLst>
                        </a:custGeom>
                        <a:grp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2802" name="Google Shape;11359;p128">
                          <a:extLst>
                            <a:ext uri="{FF2B5EF4-FFF2-40B4-BE49-F238E27FC236}">
                              <a16:creationId xmlns:a16="http://schemas.microsoft.com/office/drawing/2014/main" id="{2EB870C2-DCC8-C23D-D5CD-24B328FDB3B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479203" y="3327149"/>
                          <a:ext cx="150615" cy="56998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9150" h="7247" fill="none" extrusionOk="0">
                              <a:moveTo>
                                <a:pt x="19149" y="0"/>
                              </a:moveTo>
                              <a:lnTo>
                                <a:pt x="0" y="7246"/>
                              </a:lnTo>
                            </a:path>
                          </a:pathLst>
                        </a:custGeom>
                        <a:grp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2803" name="Google Shape;11360;p128">
                          <a:extLst>
                            <a:ext uri="{FF2B5EF4-FFF2-40B4-BE49-F238E27FC236}">
                              <a16:creationId xmlns:a16="http://schemas.microsoft.com/office/drawing/2014/main" id="{C84C4F31-8EC0-25D9-7452-34BBBE9B8E6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371980" y="3633790"/>
                          <a:ext cx="59373" cy="4003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7549" h="509" fill="none" extrusionOk="0">
                              <a:moveTo>
                                <a:pt x="0" y="508"/>
                              </a:moveTo>
                              <a:lnTo>
                                <a:pt x="7549" y="0"/>
                              </a:lnTo>
                            </a:path>
                          </a:pathLst>
                        </a:custGeom>
                        <a:grp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2804" name="Google Shape;11361;p128">
                          <a:extLst>
                            <a:ext uri="{FF2B5EF4-FFF2-40B4-BE49-F238E27FC236}">
                              <a16:creationId xmlns:a16="http://schemas.microsoft.com/office/drawing/2014/main" id="{CC79F8B1-A766-B34C-8CAF-0B26F19E719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352947" y="3497261"/>
                          <a:ext cx="78406" cy="136536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9969" h="17360" fill="none" extrusionOk="0">
                              <a:moveTo>
                                <a:pt x="9969" y="17359"/>
                              </a:moveTo>
                              <a:lnTo>
                                <a:pt x="1" y="0"/>
                              </a:lnTo>
                            </a:path>
                          </a:pathLst>
                        </a:custGeom>
                        <a:grp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2805" name="Google Shape;11362;p128">
                          <a:extLst>
                            <a:ext uri="{FF2B5EF4-FFF2-40B4-BE49-F238E27FC236}">
                              <a16:creationId xmlns:a16="http://schemas.microsoft.com/office/drawing/2014/main" id="{020994B8-3FD1-1819-8D10-051C123D676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917296" y="3466721"/>
                          <a:ext cx="40733" cy="122356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5179" h="15557" fill="none" extrusionOk="0">
                              <a:moveTo>
                                <a:pt x="1" y="15557"/>
                              </a:moveTo>
                              <a:lnTo>
                                <a:pt x="5178" y="0"/>
                              </a:lnTo>
                            </a:path>
                          </a:pathLst>
                        </a:custGeom>
                        <a:grp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2806" name="Google Shape;11363;p128">
                          <a:extLst>
                            <a:ext uri="{FF2B5EF4-FFF2-40B4-BE49-F238E27FC236}">
                              <a16:creationId xmlns:a16="http://schemas.microsoft.com/office/drawing/2014/main" id="{8C03190D-CB74-19B0-C736-5E652B1ED21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060203" y="3408017"/>
                          <a:ext cx="111416" cy="19513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4166" h="2481" fill="none" extrusionOk="0">
                              <a:moveTo>
                                <a:pt x="0" y="0"/>
                              </a:moveTo>
                              <a:lnTo>
                                <a:pt x="14165" y="2480"/>
                              </a:lnTo>
                            </a:path>
                          </a:pathLst>
                        </a:custGeom>
                        <a:grp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2807" name="Google Shape;11364;p128">
                          <a:extLst>
                            <a:ext uri="{FF2B5EF4-FFF2-40B4-BE49-F238E27FC236}">
                              <a16:creationId xmlns:a16="http://schemas.microsoft.com/office/drawing/2014/main" id="{B9D60F94-00DB-E1C1-1E32-F512EA208A4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127371" y="3620749"/>
                          <a:ext cx="79358" cy="42636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0090" h="5421" fill="none" extrusionOk="0">
                              <a:moveTo>
                                <a:pt x="0" y="5420"/>
                              </a:moveTo>
                              <a:lnTo>
                                <a:pt x="10089" y="1"/>
                              </a:lnTo>
                            </a:path>
                          </a:pathLst>
                        </a:custGeom>
                        <a:grp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grpSp>
                      <p:nvGrpSpPr>
                        <p:cNvPr id="2808" name="Google Shape;11365;p128">
                          <a:extLst>
                            <a:ext uri="{FF2B5EF4-FFF2-40B4-BE49-F238E27FC236}">
                              <a16:creationId xmlns:a16="http://schemas.microsoft.com/office/drawing/2014/main" id="{AAA53C59-29DE-7554-84E4-11E484AFBA91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4579164" y="3203653"/>
                          <a:ext cx="1244833" cy="1020397"/>
                          <a:chOff x="4579164" y="3203653"/>
                          <a:chExt cx="1244833" cy="1020397"/>
                        </a:xfrm>
                        <a:grpFill/>
                      </p:grpSpPr>
                      <p:sp>
                        <p:nvSpPr>
                          <p:cNvPr id="2810" name="Google Shape;11366;p128">
                            <a:extLst>
                              <a:ext uri="{FF2B5EF4-FFF2-40B4-BE49-F238E27FC236}">
                                <a16:creationId xmlns:a16="http://schemas.microsoft.com/office/drawing/2014/main" id="{94B52E7F-1633-802D-48E7-042B1251BEA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949551" y="3708185"/>
                            <a:ext cx="37972" cy="3815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4828" h="485" fill="none" extrusionOk="0">
                                <a:moveTo>
                                  <a:pt x="0" y="1"/>
                                </a:moveTo>
                                <a:lnTo>
                                  <a:pt x="4827" y="485"/>
                                </a:lnTo>
                              </a:path>
                            </a:pathLst>
                          </a:custGeom>
                          <a:grpFill/>
                          <a:ln w="1825" cap="flat" cmpd="sng">
                            <a:solidFill>
                              <a:srgbClr val="A5B7C5"/>
                            </a:solidFill>
                            <a:prstDash val="solid"/>
                            <a:miter lim="12096"/>
                            <a:headEnd type="none" w="sm" len="sm"/>
                            <a:tailEnd type="none" w="sm" len="sm"/>
                          </a:ln>
                        </p:spPr>
                        <p:txBody>
                          <a:bodyPr spcFirstLastPara="1" wrap="square" lIns="91425" tIns="91425" rIns="91425" bIns="91425" anchor="ctr" anchorCtr="0">
                            <a:noAutofit/>
                          </a:bodyPr>
                          <a:lstStyle/>
                          <a:p>
                            <a:pPr marL="0" lvl="0" indent="0" algn="l" rtl="0"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None/>
                            </a:pPr>
                            <a:endParaRPr/>
                          </a:p>
                        </p:txBody>
                      </p:sp>
                      <p:grpSp>
                        <p:nvGrpSpPr>
                          <p:cNvPr id="2811" name="Google Shape;11367;p128">
                            <a:extLst>
                              <a:ext uri="{FF2B5EF4-FFF2-40B4-BE49-F238E27FC236}">
                                <a16:creationId xmlns:a16="http://schemas.microsoft.com/office/drawing/2014/main" id="{14D9E224-A0B8-6728-F809-C0FB5F7EED63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4579164" y="3203653"/>
                            <a:ext cx="1244833" cy="1020397"/>
                            <a:chOff x="4579164" y="3203653"/>
                            <a:chExt cx="1244833" cy="1020397"/>
                          </a:xfrm>
                          <a:grpFill/>
                        </p:grpSpPr>
                        <p:sp>
                          <p:nvSpPr>
                            <p:cNvPr id="2812" name="Google Shape;11368;p128">
                              <a:extLst>
                                <a:ext uri="{FF2B5EF4-FFF2-40B4-BE49-F238E27FC236}">
                                  <a16:creationId xmlns:a16="http://schemas.microsoft.com/office/drawing/2014/main" id="{B470A831-1201-3B7A-C1A0-C349769517A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4953357" y="3586309"/>
                              <a:ext cx="147288" cy="121884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18727" h="15497" fill="none" extrusionOk="0">
                                  <a:moveTo>
                                    <a:pt x="18726" y="1"/>
                                  </a:moveTo>
                                  <a:lnTo>
                                    <a:pt x="0" y="15497"/>
                                  </a:lnTo>
                                </a:path>
                              </a:pathLst>
                            </a:custGeom>
                            <a:grpFill/>
                            <a:ln w="1825" cap="flat" cmpd="sng">
                              <a:solidFill>
                                <a:srgbClr val="A5B7C5"/>
                              </a:solidFill>
                              <a:prstDash val="solid"/>
                              <a:miter lim="12096"/>
                              <a:headEnd type="none" w="sm" len="sm"/>
                              <a:tailEnd type="none" w="sm" len="sm"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lvl="0" indent="0" algn="l" rtl="0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endParaRPr/>
                            </a:p>
                          </p:txBody>
                        </p:sp>
                        <p:sp>
                          <p:nvSpPr>
                            <p:cNvPr id="2813" name="Google Shape;11369;p128">
                              <a:extLst>
                                <a:ext uri="{FF2B5EF4-FFF2-40B4-BE49-F238E27FC236}">
                                  <a16:creationId xmlns:a16="http://schemas.microsoft.com/office/drawing/2014/main" id="{94ABD3F9-E246-0D4E-E49C-8161E18D286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4987515" y="3592876"/>
                              <a:ext cx="113130" cy="119123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14384" h="15146" fill="none" extrusionOk="0">
                                  <a:moveTo>
                                    <a:pt x="0" y="15146"/>
                                  </a:moveTo>
                                  <a:lnTo>
                                    <a:pt x="14383" y="0"/>
                                  </a:lnTo>
                                </a:path>
                              </a:pathLst>
                            </a:custGeom>
                            <a:grpFill/>
                            <a:ln w="1825" cap="flat" cmpd="sng">
                              <a:solidFill>
                                <a:srgbClr val="A5B7C5"/>
                              </a:solidFill>
                              <a:prstDash val="solid"/>
                              <a:miter lim="12096"/>
                              <a:headEnd type="none" w="sm" len="sm"/>
                              <a:tailEnd type="none" w="sm" len="sm"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lvl="0" indent="0" algn="l" rtl="0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endParaRPr/>
                            </a:p>
                          </p:txBody>
                        </p:sp>
                        <p:sp>
                          <p:nvSpPr>
                            <p:cNvPr id="2814" name="Google Shape;11370;p128">
                              <a:extLst>
                                <a:ext uri="{FF2B5EF4-FFF2-40B4-BE49-F238E27FC236}">
                                  <a16:creationId xmlns:a16="http://schemas.microsoft.com/office/drawing/2014/main" id="{3251B823-A145-82D1-C852-3DF4BF001A6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4913395" y="3708185"/>
                              <a:ext cx="39970" cy="45389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5082" h="5771" fill="none" extrusionOk="0">
                                  <a:moveTo>
                                    <a:pt x="1" y="5771"/>
                                  </a:moveTo>
                                  <a:lnTo>
                                    <a:pt x="5081" y="1"/>
                                  </a:lnTo>
                                </a:path>
                              </a:pathLst>
                            </a:custGeom>
                            <a:grpFill/>
                            <a:ln w="1825" cap="flat" cmpd="sng">
                              <a:solidFill>
                                <a:srgbClr val="A5B7C5"/>
                              </a:solidFill>
                              <a:prstDash val="solid"/>
                              <a:miter lim="12096"/>
                              <a:headEnd type="none" w="sm" len="sm"/>
                              <a:tailEnd type="none" w="sm" len="sm"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lvl="0" indent="0" algn="l" rtl="0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endParaRPr/>
                            </a:p>
                          </p:txBody>
                        </p:sp>
                        <p:sp>
                          <p:nvSpPr>
                            <p:cNvPr id="2815" name="Google Shape;11371;p128">
                              <a:extLst>
                                <a:ext uri="{FF2B5EF4-FFF2-40B4-BE49-F238E27FC236}">
                                  <a16:creationId xmlns:a16="http://schemas.microsoft.com/office/drawing/2014/main" id="{0F8CE57B-A100-E46D-BEE2-41B4E1F9C96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4888943" y="3704378"/>
                              <a:ext cx="60616" cy="26080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7707" h="3316" fill="none" extrusionOk="0">
                                  <a:moveTo>
                                    <a:pt x="1" y="3315"/>
                                  </a:moveTo>
                                  <a:lnTo>
                                    <a:pt x="7706" y="1"/>
                                  </a:lnTo>
                                </a:path>
                              </a:pathLst>
                            </a:custGeom>
                            <a:grpFill/>
                            <a:ln w="1825" cap="flat" cmpd="sng">
                              <a:solidFill>
                                <a:srgbClr val="A5B7C5"/>
                              </a:solidFill>
                              <a:prstDash val="solid"/>
                              <a:miter lim="12096"/>
                              <a:headEnd type="none" w="sm" len="sm"/>
                              <a:tailEnd type="none" w="sm" len="sm"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lvl="0" indent="0" algn="l" rtl="0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endParaRPr/>
                            </a:p>
                          </p:txBody>
                        </p:sp>
                        <p:sp>
                          <p:nvSpPr>
                            <p:cNvPr id="2816" name="Google Shape;11372;p128">
                              <a:extLst>
                                <a:ext uri="{FF2B5EF4-FFF2-40B4-BE49-F238E27FC236}">
                                  <a16:creationId xmlns:a16="http://schemas.microsoft.com/office/drawing/2014/main" id="{FC6A916F-3787-F58D-C6F0-DC94BBE03FD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4917296" y="3589069"/>
                              <a:ext cx="32262" cy="119123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4102" h="15146" fill="none" extrusionOk="0">
                                  <a:moveTo>
                                    <a:pt x="1" y="1"/>
                                  </a:moveTo>
                                  <a:lnTo>
                                    <a:pt x="4101" y="15146"/>
                                  </a:lnTo>
                                </a:path>
                              </a:pathLst>
                            </a:custGeom>
                            <a:grpFill/>
                            <a:ln w="1825" cap="flat" cmpd="sng">
                              <a:solidFill>
                                <a:srgbClr val="A5B7C5"/>
                              </a:solidFill>
                              <a:prstDash val="solid"/>
                              <a:miter lim="12096"/>
                              <a:headEnd type="none" w="sm" len="sm"/>
                              <a:tailEnd type="none" w="sm" len="sm"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lvl="0" indent="0" algn="l" rtl="0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endParaRPr/>
                            </a:p>
                          </p:txBody>
                        </p:sp>
                        <p:sp>
                          <p:nvSpPr>
                            <p:cNvPr id="2817" name="Google Shape;11373;p128">
                              <a:extLst>
                                <a:ext uri="{FF2B5EF4-FFF2-40B4-BE49-F238E27FC236}">
                                  <a16:creationId xmlns:a16="http://schemas.microsoft.com/office/drawing/2014/main" id="{17FDB586-273B-6A31-B57B-64B141AC862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4949551" y="3708185"/>
                              <a:ext cx="22840" cy="72885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2904" h="9267" fill="none" extrusionOk="0">
                                  <a:moveTo>
                                    <a:pt x="0" y="1"/>
                                  </a:moveTo>
                                  <a:lnTo>
                                    <a:pt x="2904" y="9267"/>
                                  </a:lnTo>
                                </a:path>
                              </a:pathLst>
                            </a:custGeom>
                            <a:grpFill/>
                            <a:ln w="1825" cap="flat" cmpd="sng">
                              <a:solidFill>
                                <a:srgbClr val="A5B7C5"/>
                              </a:solidFill>
                              <a:prstDash val="solid"/>
                              <a:miter lim="12096"/>
                              <a:headEnd type="none" w="sm" len="sm"/>
                              <a:tailEnd type="none" w="sm" len="sm"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lvl="0" indent="0" algn="l" rtl="0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endParaRPr/>
                            </a:p>
                          </p:txBody>
                        </p:sp>
                        <p:sp>
                          <p:nvSpPr>
                            <p:cNvPr id="2818" name="Google Shape;11374;p128">
                              <a:extLst>
                                <a:ext uri="{FF2B5EF4-FFF2-40B4-BE49-F238E27FC236}">
                                  <a16:creationId xmlns:a16="http://schemas.microsoft.com/office/drawing/2014/main" id="{1214D572-0E38-2597-E72D-5BEB575560D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4912066" y="3752237"/>
                              <a:ext cx="60325" cy="28833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7670" h="3666" fill="none" extrusionOk="0">
                                  <a:moveTo>
                                    <a:pt x="0" y="1"/>
                                  </a:moveTo>
                                  <a:lnTo>
                                    <a:pt x="7670" y="3666"/>
                                  </a:lnTo>
                                </a:path>
                              </a:pathLst>
                            </a:custGeom>
                            <a:grpFill/>
                            <a:ln w="1825" cap="flat" cmpd="sng">
                              <a:solidFill>
                                <a:srgbClr val="A5B7C5"/>
                              </a:solidFill>
                              <a:prstDash val="solid"/>
                              <a:miter lim="12096"/>
                              <a:headEnd type="none" w="sm" len="sm"/>
                              <a:tailEnd type="none" w="sm" len="sm"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lvl="0" indent="0" algn="l" rtl="0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endParaRPr/>
                            </a:p>
                          </p:txBody>
                        </p:sp>
                        <p:grpSp>
                          <p:nvGrpSpPr>
                            <p:cNvPr id="2819" name="Google Shape;11375;p128">
                              <a:extLst>
                                <a:ext uri="{FF2B5EF4-FFF2-40B4-BE49-F238E27FC236}">
                                  <a16:creationId xmlns:a16="http://schemas.microsoft.com/office/drawing/2014/main" id="{C6826744-5109-4723-4EF3-DC3F29E64E80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4579164" y="3203653"/>
                              <a:ext cx="1244833" cy="1020397"/>
                              <a:chOff x="4579164" y="3203653"/>
                              <a:chExt cx="1244833" cy="1020397"/>
                            </a:xfrm>
                            <a:grpFill/>
                          </p:grpSpPr>
                          <p:sp>
                            <p:nvSpPr>
                              <p:cNvPr id="2823" name="Google Shape;11376;p128">
                                <a:extLst>
                                  <a:ext uri="{FF2B5EF4-FFF2-40B4-BE49-F238E27FC236}">
                                    <a16:creationId xmlns:a16="http://schemas.microsoft.com/office/drawing/2014/main" id="{89C2BFA6-9A83-13E1-48A1-E1904F5D7B14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4590301" y="3738347"/>
                                <a:ext cx="92956" cy="91722"/>
                              </a:xfrm>
                              <a:custGeom>
                                <a:avLst/>
                                <a:gdLst/>
                                <a:ahLst/>
                                <a:cxnLst/>
                                <a:rect l="l" t="t" r="r" b="b"/>
                                <a:pathLst>
                                  <a:path w="11819" h="11662" fill="none" extrusionOk="0">
                                    <a:moveTo>
                                      <a:pt x="0" y="0"/>
                                    </a:moveTo>
                                    <a:lnTo>
                                      <a:pt x="11819" y="11662"/>
                                    </a:lnTo>
                                  </a:path>
                                </a:pathLst>
                              </a:custGeom>
                              <a:grpFill/>
                              <a:ln w="1825" cap="flat" cmpd="sng">
                                <a:solidFill>
                                  <a:srgbClr val="A5B7C5"/>
                                </a:solidFill>
                                <a:prstDash val="solid"/>
                                <a:miter lim="12096"/>
                                <a:headEnd type="none" w="sm" len="sm"/>
                                <a:tailEnd type="none" w="sm" len="sm"/>
                              </a:ln>
                            </p:spPr>
                            <p:txBody>
                              <a:bodyPr spcFirstLastPara="1" wrap="square" lIns="91425" tIns="91425" rIns="91425" bIns="91425" anchor="ctr" anchorCtr="0">
                                <a:noAutofit/>
                              </a:bodyPr>
                              <a:lstStyle/>
                              <a:p>
                                <a:pPr marL="0" lvl="0" indent="0" algn="l" rtl="0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endParaRPr/>
                              </a:p>
                            </p:txBody>
                          </p:sp>
                          <p:sp>
                            <p:nvSpPr>
                              <p:cNvPr id="2824" name="Google Shape;11377;p128">
                                <a:extLst>
                                  <a:ext uri="{FF2B5EF4-FFF2-40B4-BE49-F238E27FC236}">
                                    <a16:creationId xmlns:a16="http://schemas.microsoft.com/office/drawing/2014/main" id="{AC77C43A-56B2-C864-144C-56162C375EA2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4683250" y="3652241"/>
                                <a:ext cx="33591" cy="177828"/>
                              </a:xfrm>
                              <a:custGeom>
                                <a:avLst/>
                                <a:gdLst/>
                                <a:ahLst/>
                                <a:cxnLst/>
                                <a:rect l="l" t="t" r="r" b="b"/>
                                <a:pathLst>
                                  <a:path w="4271" h="22610" fill="none" extrusionOk="0">
                                    <a:moveTo>
                                      <a:pt x="1" y="22610"/>
                                    </a:moveTo>
                                    <a:lnTo>
                                      <a:pt x="4271" y="1"/>
                                    </a:lnTo>
                                  </a:path>
                                </a:pathLst>
                              </a:custGeom>
                              <a:grpFill/>
                              <a:ln w="1825" cap="flat" cmpd="sng">
                                <a:solidFill>
                                  <a:srgbClr val="A5B7C5"/>
                                </a:solidFill>
                                <a:prstDash val="solid"/>
                                <a:miter lim="12096"/>
                                <a:headEnd type="none" w="sm" len="sm"/>
                                <a:tailEnd type="none" w="sm" len="sm"/>
                              </a:ln>
                            </p:spPr>
                            <p:txBody>
                              <a:bodyPr spcFirstLastPara="1" wrap="square" lIns="91425" tIns="91425" rIns="91425" bIns="91425" anchor="ctr" anchorCtr="0">
                                <a:noAutofit/>
                              </a:bodyPr>
                              <a:lstStyle/>
                              <a:p>
                                <a:pPr marL="0" lvl="0" indent="0" algn="l" rtl="0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endParaRPr/>
                              </a:p>
                            </p:txBody>
                          </p:sp>
                          <p:sp>
                            <p:nvSpPr>
                              <p:cNvPr id="2825" name="Google Shape;11378;p128">
                                <a:extLst>
                                  <a:ext uri="{FF2B5EF4-FFF2-40B4-BE49-F238E27FC236}">
                                    <a16:creationId xmlns:a16="http://schemas.microsoft.com/office/drawing/2014/main" id="{CF5D3F0A-75D2-0F17-A14B-13434B9A9456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4716833" y="3652241"/>
                                <a:ext cx="70982" cy="207707"/>
                              </a:xfrm>
                              <a:custGeom>
                                <a:avLst/>
                                <a:gdLst/>
                                <a:ahLst/>
                                <a:cxnLst/>
                                <a:rect l="l" t="t" r="r" b="b"/>
                                <a:pathLst>
                                  <a:path w="9025" h="26409" fill="none" extrusionOk="0">
                                    <a:moveTo>
                                      <a:pt x="1" y="1"/>
                                    </a:moveTo>
                                    <a:lnTo>
                                      <a:pt x="9025" y="26408"/>
                                    </a:lnTo>
                                  </a:path>
                                </a:pathLst>
                              </a:custGeom>
                              <a:grpFill/>
                              <a:ln w="1825" cap="flat" cmpd="sng">
                                <a:solidFill>
                                  <a:srgbClr val="A5B7C5"/>
                                </a:solidFill>
                                <a:prstDash val="solid"/>
                                <a:miter lim="12096"/>
                                <a:headEnd type="none" w="sm" len="sm"/>
                                <a:tailEnd type="none" w="sm" len="sm"/>
                              </a:ln>
                            </p:spPr>
                            <p:txBody>
                              <a:bodyPr spcFirstLastPara="1" wrap="square" lIns="91425" tIns="91425" rIns="91425" bIns="91425" anchor="ctr" anchorCtr="0">
                                <a:noAutofit/>
                              </a:bodyPr>
                              <a:lstStyle/>
                              <a:p>
                                <a:pPr marL="0" lvl="0" indent="0" algn="l" rtl="0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endParaRPr/>
                              </a:p>
                            </p:txBody>
                          </p:sp>
                          <p:sp>
                            <p:nvSpPr>
                              <p:cNvPr id="2826" name="Google Shape;11379;p128">
                                <a:extLst>
                                  <a:ext uri="{FF2B5EF4-FFF2-40B4-BE49-F238E27FC236}">
                                    <a16:creationId xmlns:a16="http://schemas.microsoft.com/office/drawing/2014/main" id="{9ECFFBEF-E43F-2BF5-BEF5-F39EFF40B19E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4813117" y="3694578"/>
                                <a:ext cx="44154" cy="139297"/>
                              </a:xfrm>
                              <a:custGeom>
                                <a:avLst/>
                                <a:gdLst/>
                                <a:ahLst/>
                                <a:cxnLst/>
                                <a:rect l="l" t="t" r="r" b="b"/>
                                <a:pathLst>
                                  <a:path w="5614" h="17711" fill="none" extrusionOk="0">
                                    <a:moveTo>
                                      <a:pt x="5614" y="17711"/>
                                    </a:moveTo>
                                    <a:lnTo>
                                      <a:pt x="1" y="1"/>
                                    </a:lnTo>
                                  </a:path>
                                </a:pathLst>
                              </a:custGeom>
                              <a:grpFill/>
                              <a:ln w="1825" cap="flat" cmpd="sng">
                                <a:solidFill>
                                  <a:srgbClr val="A5B7C5"/>
                                </a:solidFill>
                                <a:prstDash val="solid"/>
                                <a:miter lim="12096"/>
                                <a:headEnd type="none" w="sm" len="sm"/>
                                <a:tailEnd type="none" w="sm" len="sm"/>
                              </a:ln>
                            </p:spPr>
                            <p:txBody>
                              <a:bodyPr spcFirstLastPara="1" wrap="square" lIns="91425" tIns="91425" rIns="91425" bIns="91425" anchor="ctr" anchorCtr="0">
                                <a:noAutofit/>
                              </a:bodyPr>
                              <a:lstStyle/>
                              <a:p>
                                <a:pPr marL="0" lvl="0" indent="0" algn="l" rtl="0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endParaRPr/>
                              </a:p>
                            </p:txBody>
                          </p:sp>
                          <p:sp>
                            <p:nvSpPr>
                              <p:cNvPr id="2827" name="Google Shape;11380;p128">
                                <a:extLst>
                                  <a:ext uri="{FF2B5EF4-FFF2-40B4-BE49-F238E27FC236}">
                                    <a16:creationId xmlns:a16="http://schemas.microsoft.com/office/drawing/2014/main" id="{AA9CCC9A-7420-5BFF-0FEA-2F0D00118BB2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4787807" y="3694578"/>
                                <a:ext cx="25317" cy="165369"/>
                              </a:xfrm>
                              <a:custGeom>
                                <a:avLst/>
                                <a:gdLst/>
                                <a:ahLst/>
                                <a:cxnLst/>
                                <a:rect l="l" t="t" r="r" b="b"/>
                                <a:pathLst>
                                  <a:path w="3219" h="21026" fill="none" extrusionOk="0">
                                    <a:moveTo>
                                      <a:pt x="3219" y="1"/>
                                    </a:moveTo>
                                    <a:lnTo>
                                      <a:pt x="1" y="21025"/>
                                    </a:lnTo>
                                  </a:path>
                                </a:pathLst>
                              </a:custGeom>
                              <a:grpFill/>
                              <a:ln w="1825" cap="flat" cmpd="sng">
                                <a:solidFill>
                                  <a:srgbClr val="A5B7C5"/>
                                </a:solidFill>
                                <a:prstDash val="solid"/>
                                <a:miter lim="12096"/>
                                <a:headEnd type="none" w="sm" len="sm"/>
                                <a:tailEnd type="none" w="sm" len="sm"/>
                              </a:ln>
                            </p:spPr>
                            <p:txBody>
                              <a:bodyPr spcFirstLastPara="1" wrap="square" lIns="91425" tIns="91425" rIns="91425" bIns="91425" anchor="ctr" anchorCtr="0">
                                <a:noAutofit/>
                              </a:bodyPr>
                              <a:lstStyle/>
                              <a:p>
                                <a:pPr marL="0" lvl="0" indent="0" algn="l" rtl="0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endParaRPr/>
                              </a:p>
                            </p:txBody>
                          </p:sp>
                          <p:sp>
                            <p:nvSpPr>
                              <p:cNvPr id="2828" name="Google Shape;11381;p128">
                                <a:extLst>
                                  <a:ext uri="{FF2B5EF4-FFF2-40B4-BE49-F238E27FC236}">
                                    <a16:creationId xmlns:a16="http://schemas.microsoft.com/office/drawing/2014/main" id="{22FAC867-8164-A255-9F09-6F3ED9073CF6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4683250" y="3830061"/>
                                <a:ext cx="106374" cy="25223"/>
                              </a:xfrm>
                              <a:custGeom>
                                <a:avLst/>
                                <a:gdLst/>
                                <a:ahLst/>
                                <a:cxnLst/>
                                <a:rect l="l" t="t" r="r" b="b"/>
                                <a:pathLst>
                                  <a:path w="13525" h="3207" fill="none" extrusionOk="0">
                                    <a:moveTo>
                                      <a:pt x="1" y="1"/>
                                    </a:moveTo>
                                    <a:lnTo>
                                      <a:pt x="13525" y="3206"/>
                                    </a:lnTo>
                                  </a:path>
                                </a:pathLst>
                              </a:custGeom>
                              <a:grpFill/>
                              <a:ln w="1825" cap="flat" cmpd="sng">
                                <a:solidFill>
                                  <a:srgbClr val="A5B7C5"/>
                                </a:solidFill>
                                <a:prstDash val="solid"/>
                                <a:miter lim="12096"/>
                                <a:headEnd type="none" w="sm" len="sm"/>
                                <a:tailEnd type="none" w="sm" len="sm"/>
                              </a:ln>
                            </p:spPr>
                            <p:txBody>
                              <a:bodyPr spcFirstLastPara="1" wrap="square" lIns="91425" tIns="91425" rIns="91425" bIns="91425" anchor="ctr" anchorCtr="0">
                                <a:noAutofit/>
                              </a:bodyPr>
                              <a:lstStyle/>
                              <a:p>
                                <a:pPr marL="0" lvl="0" indent="0" algn="l" rtl="0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endParaRPr/>
                              </a:p>
                            </p:txBody>
                          </p:sp>
                          <p:sp>
                            <p:nvSpPr>
                              <p:cNvPr id="2829" name="Google Shape;11382;p128">
                                <a:extLst>
                                  <a:ext uri="{FF2B5EF4-FFF2-40B4-BE49-F238E27FC236}">
                                    <a16:creationId xmlns:a16="http://schemas.microsoft.com/office/drawing/2014/main" id="{9974971A-4AD4-E727-4088-BF65A6A3A028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4670980" y="3830061"/>
                                <a:ext cx="12277" cy="79263"/>
                              </a:xfrm>
                              <a:custGeom>
                                <a:avLst/>
                                <a:gdLst/>
                                <a:ahLst/>
                                <a:cxnLst/>
                                <a:rect l="l" t="t" r="r" b="b"/>
                                <a:pathLst>
                                  <a:path w="1561" h="10078" fill="none" extrusionOk="0">
                                    <a:moveTo>
                                      <a:pt x="1561" y="1"/>
                                    </a:moveTo>
                                    <a:lnTo>
                                      <a:pt x="0" y="10077"/>
                                    </a:lnTo>
                                  </a:path>
                                </a:pathLst>
                              </a:custGeom>
                              <a:grpFill/>
                              <a:ln w="1825" cap="flat" cmpd="sng">
                                <a:solidFill>
                                  <a:srgbClr val="A5B7C5"/>
                                </a:solidFill>
                                <a:prstDash val="solid"/>
                                <a:miter lim="12096"/>
                                <a:headEnd type="none" w="sm" len="sm"/>
                                <a:tailEnd type="none" w="sm" len="sm"/>
                              </a:ln>
                            </p:spPr>
                            <p:txBody>
                              <a:bodyPr spcFirstLastPara="1" wrap="square" lIns="91425" tIns="91425" rIns="91425" bIns="91425" anchor="ctr" anchorCtr="0">
                                <a:noAutofit/>
                              </a:bodyPr>
                              <a:lstStyle/>
                              <a:p>
                                <a:pPr marL="0" lvl="0" indent="0" algn="l" rtl="0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endParaRPr/>
                              </a:p>
                            </p:txBody>
                          </p:sp>
                          <p:sp>
                            <p:nvSpPr>
                              <p:cNvPr id="2830" name="Google Shape;11383;p128">
                                <a:extLst>
                                  <a:ext uri="{FF2B5EF4-FFF2-40B4-BE49-F238E27FC236}">
                                    <a16:creationId xmlns:a16="http://schemas.microsoft.com/office/drawing/2014/main" id="{6009875A-6452-FA28-6AB0-99835B4B7396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4583828" y="3830061"/>
                                <a:ext cx="99429" cy="34543"/>
                              </a:xfrm>
                              <a:custGeom>
                                <a:avLst/>
                                <a:gdLst/>
                                <a:ahLst/>
                                <a:cxnLst/>
                                <a:rect l="l" t="t" r="r" b="b"/>
                                <a:pathLst>
                                  <a:path w="12642" h="4392" fill="none" extrusionOk="0">
                                    <a:moveTo>
                                      <a:pt x="0" y="4392"/>
                                    </a:moveTo>
                                    <a:lnTo>
                                      <a:pt x="12642" y="1"/>
                                    </a:lnTo>
                                  </a:path>
                                </a:pathLst>
                              </a:custGeom>
                              <a:grpFill/>
                              <a:ln w="1825" cap="flat" cmpd="sng">
                                <a:solidFill>
                                  <a:srgbClr val="A5B7C5"/>
                                </a:solidFill>
                                <a:prstDash val="solid"/>
                                <a:miter lim="12096"/>
                                <a:headEnd type="none" w="sm" len="sm"/>
                                <a:tailEnd type="none" w="sm" len="sm"/>
                              </a:ln>
                            </p:spPr>
                            <p:txBody>
                              <a:bodyPr spcFirstLastPara="1" wrap="square" lIns="91425" tIns="91425" rIns="91425" bIns="91425" anchor="ctr" anchorCtr="0">
                                <a:noAutofit/>
                              </a:bodyPr>
                              <a:lstStyle/>
                              <a:p>
                                <a:pPr marL="0" lvl="0" indent="0" algn="l" rtl="0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endParaRPr/>
                              </a:p>
                            </p:txBody>
                          </p:sp>
                          <p:sp>
                            <p:nvSpPr>
                              <p:cNvPr id="2831" name="Google Shape;11384;p128">
                                <a:extLst>
                                  <a:ext uri="{FF2B5EF4-FFF2-40B4-BE49-F238E27FC236}">
                                    <a16:creationId xmlns:a16="http://schemas.microsoft.com/office/drawing/2014/main" id="{A8D47E34-2D28-3C32-8ED1-E34A5CD58BD6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4683250" y="3830061"/>
                                <a:ext cx="50336" cy="117983"/>
                              </a:xfrm>
                              <a:custGeom>
                                <a:avLst/>
                                <a:gdLst/>
                                <a:ahLst/>
                                <a:cxnLst/>
                                <a:rect l="l" t="t" r="r" b="b"/>
                                <a:pathLst>
                                  <a:path w="6400" h="15001" fill="none" extrusionOk="0">
                                    <a:moveTo>
                                      <a:pt x="1" y="1"/>
                                    </a:moveTo>
                                    <a:lnTo>
                                      <a:pt x="6400" y="15001"/>
                                    </a:lnTo>
                                  </a:path>
                                </a:pathLst>
                              </a:custGeom>
                              <a:grpFill/>
                              <a:ln w="1825" cap="flat" cmpd="sng">
                                <a:solidFill>
                                  <a:srgbClr val="A5B7C5"/>
                                </a:solidFill>
                                <a:prstDash val="solid"/>
                                <a:miter lim="12096"/>
                                <a:headEnd type="none" w="sm" len="sm"/>
                                <a:tailEnd type="none" w="sm" len="sm"/>
                              </a:ln>
                            </p:spPr>
                            <p:txBody>
                              <a:bodyPr spcFirstLastPara="1" wrap="square" lIns="91425" tIns="91425" rIns="91425" bIns="91425" anchor="ctr" anchorCtr="0">
                                <a:noAutofit/>
                              </a:bodyPr>
                              <a:lstStyle/>
                              <a:p>
                                <a:pPr marL="0" lvl="0" indent="0" algn="l" rtl="0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endParaRPr/>
                              </a:p>
                            </p:txBody>
                          </p:sp>
                          <p:sp>
                            <p:nvSpPr>
                              <p:cNvPr id="2832" name="Google Shape;11385;p128">
                                <a:extLst>
                                  <a:ext uri="{FF2B5EF4-FFF2-40B4-BE49-F238E27FC236}">
                                    <a16:creationId xmlns:a16="http://schemas.microsoft.com/office/drawing/2014/main" id="{9EEF3829-808E-5C7B-E241-2C7E9B9ADC50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4733578" y="3855276"/>
                                <a:ext cx="56046" cy="92768"/>
                              </a:xfrm>
                              <a:custGeom>
                                <a:avLst/>
                                <a:gdLst/>
                                <a:ahLst/>
                                <a:cxnLst/>
                                <a:rect l="l" t="t" r="r" b="b"/>
                                <a:pathLst>
                                  <a:path w="7126" h="11795" fill="none" extrusionOk="0">
                                    <a:moveTo>
                                      <a:pt x="1" y="11795"/>
                                    </a:moveTo>
                                    <a:lnTo>
                                      <a:pt x="7126" y="0"/>
                                    </a:lnTo>
                                  </a:path>
                                </a:pathLst>
                              </a:custGeom>
                              <a:grpFill/>
                              <a:ln w="1825" cap="flat" cmpd="sng">
                                <a:solidFill>
                                  <a:srgbClr val="A5B7C5"/>
                                </a:solidFill>
                                <a:prstDash val="solid"/>
                                <a:miter lim="12096"/>
                                <a:headEnd type="none" w="sm" len="sm"/>
                                <a:tailEnd type="none" w="sm" len="sm"/>
                              </a:ln>
                            </p:spPr>
                            <p:txBody>
                              <a:bodyPr spcFirstLastPara="1" wrap="square" lIns="91425" tIns="91425" rIns="91425" bIns="91425" anchor="ctr" anchorCtr="0">
                                <a:noAutofit/>
                              </a:bodyPr>
                              <a:lstStyle/>
                              <a:p>
                                <a:pPr marL="0" lvl="0" indent="0" algn="l" rtl="0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endParaRPr/>
                              </a:p>
                            </p:txBody>
                          </p:sp>
                          <p:sp>
                            <p:nvSpPr>
                              <p:cNvPr id="2833" name="Google Shape;11386;p128">
                                <a:extLst>
                                  <a:ext uri="{FF2B5EF4-FFF2-40B4-BE49-F238E27FC236}">
                                    <a16:creationId xmlns:a16="http://schemas.microsoft.com/office/drawing/2014/main" id="{67981476-423A-56E3-16E1-B9E5C63C411D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4888943" y="3730450"/>
                                <a:ext cx="34928" cy="89252"/>
                              </a:xfrm>
                              <a:custGeom>
                                <a:avLst/>
                                <a:gdLst/>
                                <a:ahLst/>
                                <a:cxnLst/>
                                <a:rect l="l" t="t" r="r" b="b"/>
                                <a:pathLst>
                                  <a:path w="4441" h="11348" fill="none" extrusionOk="0">
                                    <a:moveTo>
                                      <a:pt x="4440" y="11347"/>
                                    </a:moveTo>
                                    <a:lnTo>
                                      <a:pt x="1" y="0"/>
                                    </a:lnTo>
                                  </a:path>
                                </a:pathLst>
                              </a:custGeom>
                              <a:grpFill/>
                              <a:ln w="1825" cap="flat" cmpd="sng">
                                <a:solidFill>
                                  <a:srgbClr val="A5B7C5"/>
                                </a:solidFill>
                                <a:prstDash val="solid"/>
                                <a:miter lim="12096"/>
                                <a:headEnd type="none" w="sm" len="sm"/>
                                <a:tailEnd type="none" w="sm" len="sm"/>
                              </a:ln>
                            </p:spPr>
                            <p:txBody>
                              <a:bodyPr spcFirstLastPara="1" wrap="square" lIns="91425" tIns="91425" rIns="91425" bIns="91425" anchor="ctr" anchorCtr="0">
                                <a:noAutofit/>
                              </a:bodyPr>
                              <a:lstStyle/>
                              <a:p>
                                <a:pPr marL="0" lvl="0" indent="0" algn="l" rtl="0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endParaRPr/>
                              </a:p>
                            </p:txBody>
                          </p:sp>
                          <p:sp>
                            <p:nvSpPr>
                              <p:cNvPr id="2834" name="Google Shape;11387;p128">
                                <a:extLst>
                                  <a:ext uri="{FF2B5EF4-FFF2-40B4-BE49-F238E27FC236}">
                                    <a16:creationId xmlns:a16="http://schemas.microsoft.com/office/drawing/2014/main" id="{D8FE421B-5EA6-6EEB-6AA3-1D5750415DFB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4590301" y="3667468"/>
                                <a:ext cx="49762" cy="70887"/>
                              </a:xfrm>
                              <a:custGeom>
                                <a:avLst/>
                                <a:gdLst/>
                                <a:ahLst/>
                                <a:cxnLst/>
                                <a:rect l="l" t="t" r="r" b="b"/>
                                <a:pathLst>
                                  <a:path w="6327" h="9013" fill="none" extrusionOk="0">
                                    <a:moveTo>
                                      <a:pt x="0" y="9012"/>
                                    </a:moveTo>
                                    <a:lnTo>
                                      <a:pt x="6327" y="0"/>
                                    </a:lnTo>
                                  </a:path>
                                </a:pathLst>
                              </a:custGeom>
                              <a:grpFill/>
                              <a:ln w="1825" cap="flat" cmpd="sng">
                                <a:solidFill>
                                  <a:srgbClr val="A5B7C5"/>
                                </a:solidFill>
                                <a:prstDash val="solid"/>
                                <a:miter lim="12096"/>
                                <a:headEnd type="none" w="sm" len="sm"/>
                                <a:tailEnd type="none" w="sm" len="sm"/>
                              </a:ln>
                            </p:spPr>
                            <p:txBody>
                              <a:bodyPr spcFirstLastPara="1" wrap="square" lIns="91425" tIns="91425" rIns="91425" bIns="91425" anchor="ctr" anchorCtr="0">
                                <a:noAutofit/>
                              </a:bodyPr>
                              <a:lstStyle/>
                              <a:p>
                                <a:pPr marL="0" lvl="0" indent="0" algn="l" rtl="0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endParaRPr/>
                              </a:p>
                            </p:txBody>
                          </p:sp>
                          <p:sp>
                            <p:nvSpPr>
                              <p:cNvPr id="2835" name="Google Shape;11388;p128">
                                <a:extLst>
                                  <a:ext uri="{FF2B5EF4-FFF2-40B4-BE49-F238E27FC236}">
                                    <a16:creationId xmlns:a16="http://schemas.microsoft.com/office/drawing/2014/main" id="{08E3EFFA-293E-3241-7E1F-A5B1905BA010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4640338" y="3648536"/>
                                <a:ext cx="80593" cy="20268"/>
                              </a:xfrm>
                              <a:custGeom>
                                <a:avLst/>
                                <a:gdLst/>
                                <a:ahLst/>
                                <a:cxnLst/>
                                <a:rect l="l" t="t" r="r" b="b"/>
                                <a:pathLst>
                                  <a:path w="10247" h="2577" fill="none" extrusionOk="0">
                                    <a:moveTo>
                                      <a:pt x="1" y="2577"/>
                                    </a:moveTo>
                                    <a:lnTo>
                                      <a:pt x="10247" y="0"/>
                                    </a:lnTo>
                                  </a:path>
                                </a:pathLst>
                              </a:custGeom>
                              <a:grpFill/>
                              <a:ln w="1825" cap="flat" cmpd="sng">
                                <a:solidFill>
                                  <a:srgbClr val="A5B7C5"/>
                                </a:solidFill>
                                <a:prstDash val="solid"/>
                                <a:miter lim="12096"/>
                                <a:headEnd type="none" w="sm" len="sm"/>
                                <a:tailEnd type="none" w="sm" len="sm"/>
                              </a:ln>
                            </p:spPr>
                            <p:txBody>
                              <a:bodyPr spcFirstLastPara="1" wrap="square" lIns="91425" tIns="91425" rIns="91425" bIns="91425" anchor="ctr" anchorCtr="0">
                                <a:noAutofit/>
                              </a:bodyPr>
                              <a:lstStyle/>
                              <a:p>
                                <a:pPr marL="0" lvl="0" indent="0" algn="l" rtl="0"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None/>
                                </a:pPr>
                                <a:endParaRPr/>
                              </a:p>
                            </p:txBody>
                          </p:sp>
                          <p:grpSp>
                            <p:nvGrpSpPr>
                              <p:cNvPr id="2836" name="Google Shape;11389;p128">
                                <a:extLst>
                                  <a:ext uri="{FF2B5EF4-FFF2-40B4-BE49-F238E27FC236}">
                                    <a16:creationId xmlns:a16="http://schemas.microsoft.com/office/drawing/2014/main" id="{9B0120B5-0406-D7F0-D2ED-CBDA4FBA3D93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4579164" y="3203653"/>
                                <a:ext cx="1244833" cy="1020397"/>
                                <a:chOff x="4579164" y="3203653"/>
                                <a:chExt cx="1244833" cy="1020397"/>
                              </a:xfrm>
                              <a:grpFill/>
                            </p:grpSpPr>
                            <p:sp>
                              <p:nvSpPr>
                                <p:cNvPr id="2837" name="Google Shape;11390;p128">
                                  <a:extLst>
                                    <a:ext uri="{FF2B5EF4-FFF2-40B4-BE49-F238E27FC236}">
                                      <a16:creationId xmlns:a16="http://schemas.microsoft.com/office/drawing/2014/main" id="{7FDAFFB1-368E-4EB4-C1B8-416E1E3B776B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4753083" y="3966015"/>
                                  <a:ext cx="92964" cy="53765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11820" h="6836" fill="none" extrusionOk="0">
                                      <a:moveTo>
                                        <a:pt x="1" y="6836"/>
                                      </a:moveTo>
                                      <a:lnTo>
                                        <a:pt x="11819" y="1"/>
                                      </a:lnTo>
                                    </a:path>
                                  </a:pathLst>
                                </a:custGeom>
                                <a:grpFill/>
                                <a:ln w="1825" cap="flat" cmpd="sng">
                                  <a:solidFill>
                                    <a:srgbClr val="A5B7C5"/>
                                  </a:solidFill>
                                  <a:prstDash val="solid"/>
                                  <a:miter lim="12096"/>
                                  <a:headEnd type="none" w="sm" len="sm"/>
                                  <a:tailEnd type="none" w="sm" len="sm"/>
                                </a:ln>
                              </p:spPr>
                              <p:txBody>
                                <a:bodyPr spcFirstLastPara="1" wrap="square" lIns="91425" tIns="91425" rIns="91425" bIns="91425" anchor="ctr" anchorCtr="0">
                                  <a:noAutofit/>
                                </a:bodyPr>
                                <a:lstStyle/>
                                <a:p>
                                  <a:pPr marL="0" lvl="0" indent="0" algn="l" rtl="0">
                                    <a:spcBef>
                                      <a:spcPts val="0"/>
                                    </a:spcBef>
                                    <a:spcAft>
                                      <a:spcPts val="0"/>
                                    </a:spcAft>
                                    <a:buNone/>
                                  </a:pPr>
                                  <a:endParaRPr/>
                                </a:p>
                              </p:txBody>
                            </p:sp>
                            <p:sp>
                              <p:nvSpPr>
                                <p:cNvPr id="2838" name="Google Shape;11391;p128">
                                  <a:extLst>
                                    <a:ext uri="{FF2B5EF4-FFF2-40B4-BE49-F238E27FC236}">
                                      <a16:creationId xmlns:a16="http://schemas.microsoft.com/office/drawing/2014/main" id="{932EE4F0-9412-2ED3-A5FF-331E2BF1DA98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4846040" y="3952794"/>
                                  <a:ext cx="103519" cy="13135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13162" h="1670" fill="none" extrusionOk="0">
                                      <a:moveTo>
                                        <a:pt x="13161" y="0"/>
                                      </a:moveTo>
                                      <a:lnTo>
                                        <a:pt x="0" y="1670"/>
                                      </a:lnTo>
                                    </a:path>
                                  </a:pathLst>
                                </a:custGeom>
                                <a:grpFill/>
                                <a:ln w="1825" cap="flat" cmpd="sng">
                                  <a:solidFill>
                                    <a:srgbClr val="A5B7C5"/>
                                  </a:solidFill>
                                  <a:prstDash val="solid"/>
                                  <a:miter lim="12096"/>
                                  <a:headEnd type="none" w="sm" len="sm"/>
                                  <a:tailEnd type="none" w="sm" len="sm"/>
                                </a:ln>
                              </p:spPr>
                              <p:txBody>
                                <a:bodyPr spcFirstLastPara="1" wrap="square" lIns="91425" tIns="91425" rIns="91425" bIns="91425" anchor="ctr" anchorCtr="0">
                                  <a:noAutofit/>
                                </a:bodyPr>
                                <a:lstStyle/>
                                <a:p>
                                  <a:pPr marL="0" lvl="0" indent="0" algn="l" rtl="0">
                                    <a:spcBef>
                                      <a:spcPts val="0"/>
                                    </a:spcBef>
                                    <a:spcAft>
                                      <a:spcPts val="0"/>
                                    </a:spcAft>
                                    <a:buNone/>
                                  </a:pPr>
                                  <a:endParaRPr/>
                                </a:p>
                              </p:txBody>
                            </p:sp>
                            <p:sp>
                              <p:nvSpPr>
                                <p:cNvPr id="2839" name="Google Shape;11392;p128">
                                  <a:extLst>
                                    <a:ext uri="{FF2B5EF4-FFF2-40B4-BE49-F238E27FC236}">
                                      <a16:creationId xmlns:a16="http://schemas.microsoft.com/office/drawing/2014/main" id="{89C27FA8-0F4C-F423-6E2E-8C409AD004DA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4846040" y="3962216"/>
                                  <a:ext cx="64800" cy="128066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8239" h="16283" fill="none" extrusionOk="0">
                                      <a:moveTo>
                                        <a:pt x="0" y="0"/>
                                      </a:moveTo>
                                      <a:lnTo>
                                        <a:pt x="8238" y="16282"/>
                                      </a:lnTo>
                                    </a:path>
                                  </a:pathLst>
                                </a:custGeom>
                                <a:grpFill/>
                                <a:ln w="1825" cap="flat" cmpd="sng">
                                  <a:solidFill>
                                    <a:srgbClr val="A5B7C5"/>
                                  </a:solidFill>
                                  <a:prstDash val="solid"/>
                                  <a:miter lim="12096"/>
                                  <a:headEnd type="none" w="sm" len="sm"/>
                                  <a:tailEnd type="none" w="sm" len="sm"/>
                                </a:ln>
                              </p:spPr>
                              <p:txBody>
                                <a:bodyPr spcFirstLastPara="1" wrap="square" lIns="91425" tIns="91425" rIns="91425" bIns="91425" anchor="ctr" anchorCtr="0">
                                  <a:noAutofit/>
                                </a:bodyPr>
                                <a:lstStyle/>
                                <a:p>
                                  <a:pPr marL="0" lvl="0" indent="0" algn="l" rtl="0">
                                    <a:spcBef>
                                      <a:spcPts val="0"/>
                                    </a:spcBef>
                                    <a:spcAft>
                                      <a:spcPts val="0"/>
                                    </a:spcAft>
                                    <a:buNone/>
                                  </a:pPr>
                                  <a:endParaRPr/>
                                </a:p>
                              </p:txBody>
                            </p:sp>
                            <p:sp>
                              <p:nvSpPr>
                                <p:cNvPr id="2840" name="Google Shape;11393;p128">
                                  <a:extLst>
                                    <a:ext uri="{FF2B5EF4-FFF2-40B4-BE49-F238E27FC236}">
                                      <a16:creationId xmlns:a16="http://schemas.microsoft.com/office/drawing/2014/main" id="{59F84C39-0C09-51AD-0533-16033E9BFBB1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4842233" y="3962216"/>
                                  <a:ext cx="3815" cy="164787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485" h="20952" fill="none" extrusionOk="0">
                                      <a:moveTo>
                                        <a:pt x="0" y="20952"/>
                                      </a:moveTo>
                                      <a:lnTo>
                                        <a:pt x="484" y="0"/>
                                      </a:lnTo>
                                    </a:path>
                                  </a:pathLst>
                                </a:custGeom>
                                <a:grpFill/>
                                <a:ln w="1825" cap="flat" cmpd="sng">
                                  <a:solidFill>
                                    <a:srgbClr val="A5B7C5"/>
                                  </a:solidFill>
                                  <a:prstDash val="solid"/>
                                  <a:miter lim="12096"/>
                                  <a:headEnd type="none" w="sm" len="sm"/>
                                  <a:tailEnd type="none" w="sm" len="sm"/>
                                </a:ln>
                              </p:spPr>
                              <p:txBody>
                                <a:bodyPr spcFirstLastPara="1" wrap="square" lIns="91425" tIns="91425" rIns="91425" bIns="91425" anchor="ctr" anchorCtr="0">
                                  <a:noAutofit/>
                                </a:bodyPr>
                                <a:lstStyle/>
                                <a:p>
                                  <a:pPr marL="0" lvl="0" indent="0" algn="l" rtl="0">
                                    <a:spcBef>
                                      <a:spcPts val="0"/>
                                    </a:spcBef>
                                    <a:spcAft>
                                      <a:spcPts val="0"/>
                                    </a:spcAft>
                                    <a:buNone/>
                                  </a:pPr>
                                  <a:endParaRPr/>
                                </a:p>
                              </p:txBody>
                            </p:sp>
                            <p:sp>
                              <p:nvSpPr>
                                <p:cNvPr id="2841" name="Google Shape;11394;p128">
                                  <a:extLst>
                                    <a:ext uri="{FF2B5EF4-FFF2-40B4-BE49-F238E27FC236}">
                                      <a16:creationId xmlns:a16="http://schemas.microsoft.com/office/drawing/2014/main" id="{495A2EC2-1879-F844-302D-45943998489A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4842233" y="4123189"/>
                                  <a:ext cx="37587" cy="53002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4779" h="6739" fill="none" extrusionOk="0">
                                      <a:moveTo>
                                        <a:pt x="4779" y="6739"/>
                                      </a:moveTo>
                                      <a:lnTo>
                                        <a:pt x="0" y="1"/>
                                      </a:lnTo>
                                    </a:path>
                                  </a:pathLst>
                                </a:custGeom>
                                <a:grpFill/>
                                <a:ln w="1825" cap="flat" cmpd="sng">
                                  <a:solidFill>
                                    <a:srgbClr val="A5B7C5"/>
                                  </a:solidFill>
                                  <a:prstDash val="solid"/>
                                  <a:miter lim="12096"/>
                                  <a:headEnd type="none" w="sm" len="sm"/>
                                  <a:tailEnd type="none" w="sm" len="sm"/>
                                </a:ln>
                              </p:spPr>
                              <p:txBody>
                                <a:bodyPr spcFirstLastPara="1" wrap="square" lIns="91425" tIns="91425" rIns="91425" bIns="91425" anchor="ctr" anchorCtr="0">
                                  <a:noAutofit/>
                                </a:bodyPr>
                                <a:lstStyle/>
                                <a:p>
                                  <a:pPr marL="0" lvl="0" indent="0" algn="l" rtl="0">
                                    <a:spcBef>
                                      <a:spcPts val="0"/>
                                    </a:spcBef>
                                    <a:spcAft>
                                      <a:spcPts val="0"/>
                                    </a:spcAft>
                                    <a:buNone/>
                                  </a:pPr>
                                  <a:endParaRPr/>
                                </a:p>
                              </p:txBody>
                            </p:sp>
                            <p:sp>
                              <p:nvSpPr>
                                <p:cNvPr id="2842" name="Google Shape;11395;p128">
                                  <a:extLst>
                                    <a:ext uri="{FF2B5EF4-FFF2-40B4-BE49-F238E27FC236}">
                                      <a16:creationId xmlns:a16="http://schemas.microsoft.com/office/drawing/2014/main" id="{92193811-E503-E394-9F14-BD7C036F51EC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4770779" y="4118525"/>
                                  <a:ext cx="71461" cy="4672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9086" h="594" fill="none" extrusionOk="0">
                                      <a:moveTo>
                                        <a:pt x="9085" y="594"/>
                                      </a:moveTo>
                                      <a:lnTo>
                                        <a:pt x="1" y="1"/>
                                      </a:lnTo>
                                    </a:path>
                                  </a:pathLst>
                                </a:custGeom>
                                <a:grpFill/>
                                <a:ln w="1825" cap="flat" cmpd="sng">
                                  <a:solidFill>
                                    <a:srgbClr val="A5B7C5"/>
                                  </a:solidFill>
                                  <a:prstDash val="solid"/>
                                  <a:miter lim="12096"/>
                                  <a:headEnd type="none" w="sm" len="sm"/>
                                  <a:tailEnd type="none" w="sm" len="sm"/>
                                </a:ln>
                              </p:spPr>
                              <p:txBody>
                                <a:bodyPr spcFirstLastPara="1" wrap="square" lIns="91425" tIns="91425" rIns="91425" bIns="91425" anchor="ctr" anchorCtr="0">
                                  <a:noAutofit/>
                                </a:bodyPr>
                                <a:lstStyle/>
                                <a:p>
                                  <a:pPr marL="0" lvl="0" indent="0" algn="l" rtl="0">
                                    <a:spcBef>
                                      <a:spcPts val="0"/>
                                    </a:spcBef>
                                    <a:spcAft>
                                      <a:spcPts val="0"/>
                                    </a:spcAft>
                                    <a:buNone/>
                                  </a:pPr>
                                  <a:endParaRPr/>
                                </a:p>
                              </p:txBody>
                            </p:sp>
                            <p:sp>
                              <p:nvSpPr>
                                <p:cNvPr id="2843" name="Google Shape;11396;p128">
                                  <a:extLst>
                                    <a:ext uri="{FF2B5EF4-FFF2-40B4-BE49-F238E27FC236}">
                                      <a16:creationId xmlns:a16="http://schemas.microsoft.com/office/drawing/2014/main" id="{AF21ACEB-CF6E-60D9-BB29-DE58F7FA75C8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4842233" y="4090274"/>
                                  <a:ext cx="68606" cy="32923"/>
                                </a:xfrm>
                                <a:custGeom>
                                  <a:avLst/>
                                  <a:gdLst/>
                                  <a:ahLst/>
                                  <a:cxnLst/>
                                  <a:rect l="l" t="t" r="r" b="b"/>
                                  <a:pathLst>
                                    <a:path w="8723" h="4186" fill="none" extrusionOk="0">
                                      <a:moveTo>
                                        <a:pt x="0" y="4186"/>
                                      </a:moveTo>
                                      <a:lnTo>
                                        <a:pt x="8722" y="0"/>
                                      </a:lnTo>
                                    </a:path>
                                  </a:pathLst>
                                </a:custGeom>
                                <a:grpFill/>
                                <a:ln w="1825" cap="flat" cmpd="sng">
                                  <a:solidFill>
                                    <a:srgbClr val="A5B7C5"/>
                                  </a:solidFill>
                                  <a:prstDash val="solid"/>
                                  <a:miter lim="12096"/>
                                  <a:headEnd type="none" w="sm" len="sm"/>
                                  <a:tailEnd type="none" w="sm" len="sm"/>
                                </a:ln>
                              </p:spPr>
                              <p:txBody>
                                <a:bodyPr spcFirstLastPara="1" wrap="square" lIns="91425" tIns="91425" rIns="91425" bIns="91425" anchor="ctr" anchorCtr="0">
                                  <a:noAutofit/>
                                </a:bodyPr>
                                <a:lstStyle/>
                                <a:p>
                                  <a:pPr marL="0" lvl="0" indent="0" algn="l" rtl="0">
                                    <a:spcBef>
                                      <a:spcPts val="0"/>
                                    </a:spcBef>
                                    <a:spcAft>
                                      <a:spcPts val="0"/>
                                    </a:spcAft>
                                    <a:buNone/>
                                  </a:pPr>
                                  <a:endParaRPr/>
                                </a:p>
                              </p:txBody>
                            </p:sp>
                            <p:grpSp>
                              <p:nvGrpSpPr>
                                <p:cNvPr id="2844" name="Google Shape;11397;p128">
                                  <a:extLst>
                                    <a:ext uri="{FF2B5EF4-FFF2-40B4-BE49-F238E27FC236}">
                                      <a16:creationId xmlns:a16="http://schemas.microsoft.com/office/drawing/2014/main" id="{8D213623-929F-7D75-F8D8-C4E6DDB2BD4F}"/>
                                    </a:ext>
                                  </a:extLst>
                                </p:cNvPr>
                                <p:cNvGrpSpPr/>
                                <p:nvPr/>
                              </p:nvGrpSpPr>
                              <p:grpSpPr>
                                <a:xfrm>
                                  <a:off x="4579164" y="3203653"/>
                                  <a:ext cx="1244833" cy="1020397"/>
                                  <a:chOff x="4579164" y="3203653"/>
                                  <a:chExt cx="1244833" cy="1020397"/>
                                </a:xfrm>
                                <a:grpFill/>
                              </p:grpSpPr>
                              <p:sp>
                                <p:nvSpPr>
                                  <p:cNvPr id="2845" name="Google Shape;11398;p128">
                                    <a:extLst>
                                      <a:ext uri="{FF2B5EF4-FFF2-40B4-BE49-F238E27FC236}">
                                        <a16:creationId xmlns:a16="http://schemas.microsoft.com/office/drawing/2014/main" id="{0C8354CE-57DB-88C6-80CD-7BB4257FCA57}"/>
                                      </a:ext>
                                    </a:extLst>
                                  </p:cNvPr>
                                  <p:cNvSpPr/>
                                  <p:nvPr/>
                                </p:nvSpPr>
                                <p:spPr>
                                  <a:xfrm>
                                    <a:off x="4788476" y="3855276"/>
                                    <a:ext cx="57572" cy="110747"/>
                                  </a:xfrm>
                                  <a:custGeom>
                                    <a:avLst/>
                                    <a:gdLst/>
                                    <a:ahLst/>
                                    <a:cxnLst/>
                                    <a:rect l="l" t="t" r="r" b="b"/>
                                    <a:pathLst>
                                      <a:path w="7320" h="14081" fill="none" extrusionOk="0">
                                        <a:moveTo>
                                          <a:pt x="7319" y="14081"/>
                                        </a:moveTo>
                                        <a:lnTo>
                                          <a:pt x="1" y="0"/>
                                        </a:lnTo>
                                      </a:path>
                                    </a:pathLst>
                                  </a:custGeom>
                                  <a:grpFill/>
                                  <a:ln w="1825" cap="flat" cmpd="sng">
                                    <a:solidFill>
                                      <a:srgbClr val="A5B7C5"/>
                                    </a:solidFill>
                                    <a:prstDash val="solid"/>
                                    <a:miter lim="12096"/>
                                    <a:headEnd type="none" w="sm" len="sm"/>
                                    <a:tailEnd type="none" w="sm" len="sm"/>
                                  </a:ln>
                                </p:spPr>
                                <p:txBody>
                                  <a:bodyPr spcFirstLastPara="1" wrap="square" lIns="91425" tIns="91425" rIns="91425" bIns="91425" anchor="ctr" anchorCtr="0">
                                    <a:noAutofit/>
                                  </a:bodyPr>
                                  <a:lstStyle/>
                                  <a:p>
                                    <a:pPr marL="0" lvl="0" indent="0" algn="l" rtl="0">
                                      <a:spcBef>
                                        <a:spcPts val="0"/>
                                      </a:spcBef>
                                      <a:spcAft>
                                        <a:spcPts val="0"/>
                                      </a:spcAft>
                                      <a:buNone/>
                                    </a:pPr>
                                    <a:endParaRPr/>
                                  </a:p>
                                </p:txBody>
                              </p:sp>
                              <p:sp>
                                <p:nvSpPr>
                                  <p:cNvPr id="2846" name="Google Shape;11399;p128">
                                    <a:extLst>
                                      <a:ext uri="{FF2B5EF4-FFF2-40B4-BE49-F238E27FC236}">
                                        <a16:creationId xmlns:a16="http://schemas.microsoft.com/office/drawing/2014/main" id="{B95BF383-F2DA-C6A7-C63E-81A143849ABB}"/>
                                      </a:ext>
                                    </a:extLst>
                                  </p:cNvPr>
                                  <p:cNvSpPr/>
                                  <p:nvPr/>
                                </p:nvSpPr>
                                <p:spPr>
                                  <a:xfrm>
                                    <a:off x="4846040" y="3833867"/>
                                    <a:ext cx="11231" cy="132156"/>
                                  </a:xfrm>
                                  <a:custGeom>
                                    <a:avLst/>
                                    <a:gdLst/>
                                    <a:ahLst/>
                                    <a:cxnLst/>
                                    <a:rect l="l" t="t" r="r" b="b"/>
                                    <a:pathLst>
                                      <a:path w="1428" h="16803" fill="none" extrusionOk="0">
                                        <a:moveTo>
                                          <a:pt x="0" y="16803"/>
                                        </a:moveTo>
                                        <a:lnTo>
                                          <a:pt x="1428" y="1"/>
                                        </a:lnTo>
                                      </a:path>
                                    </a:pathLst>
                                  </a:custGeom>
                                  <a:grpFill/>
                                  <a:ln w="1825" cap="flat" cmpd="sng">
                                    <a:solidFill>
                                      <a:srgbClr val="A5B7C5"/>
                                    </a:solidFill>
                                    <a:prstDash val="solid"/>
                                    <a:miter lim="12096"/>
                                    <a:headEnd type="none" w="sm" len="sm"/>
                                    <a:tailEnd type="none" w="sm" len="sm"/>
                                  </a:ln>
                                </p:spPr>
                                <p:txBody>
                                  <a:bodyPr spcFirstLastPara="1" wrap="square" lIns="91425" tIns="91425" rIns="91425" bIns="91425" anchor="ctr" anchorCtr="0">
                                    <a:noAutofit/>
                                  </a:bodyPr>
                                  <a:lstStyle/>
                                  <a:p>
                                    <a:pPr marL="0" lvl="0" indent="0" algn="l" rtl="0">
                                      <a:spcBef>
                                        <a:spcPts val="0"/>
                                      </a:spcBef>
                                      <a:spcAft>
                                        <a:spcPts val="0"/>
                                      </a:spcAft>
                                      <a:buNone/>
                                    </a:pPr>
                                    <a:endParaRPr/>
                                  </a:p>
                                </p:txBody>
                              </p:sp>
                              <p:sp>
                                <p:nvSpPr>
                                  <p:cNvPr id="2847" name="Google Shape;11400;p128">
                                    <a:extLst>
                                      <a:ext uri="{FF2B5EF4-FFF2-40B4-BE49-F238E27FC236}">
                                        <a16:creationId xmlns:a16="http://schemas.microsoft.com/office/drawing/2014/main" id="{55E79676-A800-D1E2-9681-147B80216F96}"/>
                                      </a:ext>
                                    </a:extLst>
                                  </p:cNvPr>
                                  <p:cNvSpPr/>
                                  <p:nvPr/>
                                </p:nvSpPr>
                                <p:spPr>
                                  <a:xfrm>
                                    <a:off x="4761554" y="3854796"/>
                                    <a:ext cx="26261" cy="164984"/>
                                  </a:xfrm>
                                  <a:custGeom>
                                    <a:avLst/>
                                    <a:gdLst/>
                                    <a:ahLst/>
                                    <a:cxnLst/>
                                    <a:rect l="l" t="t" r="r" b="b"/>
                                    <a:pathLst>
                                      <a:path w="3339" h="20977" fill="none" extrusionOk="0">
                                        <a:moveTo>
                                          <a:pt x="0" y="20977"/>
                                        </a:moveTo>
                                        <a:lnTo>
                                          <a:pt x="3339" y="1"/>
                                        </a:lnTo>
                                      </a:path>
                                    </a:pathLst>
                                  </a:custGeom>
                                  <a:grpFill/>
                                  <a:ln w="1825" cap="flat" cmpd="sng">
                                    <a:solidFill>
                                      <a:srgbClr val="A5B7C5"/>
                                    </a:solidFill>
                                    <a:prstDash val="solid"/>
                                    <a:miter lim="12096"/>
                                    <a:headEnd type="none" w="sm" len="sm"/>
                                    <a:tailEnd type="none" w="sm" len="sm"/>
                                  </a:ln>
                                </p:spPr>
                                <p:txBody>
                                  <a:bodyPr spcFirstLastPara="1" wrap="square" lIns="91425" tIns="91425" rIns="91425" bIns="91425" anchor="ctr" anchorCtr="0">
                                    <a:noAutofit/>
                                  </a:bodyPr>
                                  <a:lstStyle/>
                                  <a:p>
                                    <a:pPr marL="0" lvl="0" indent="0" algn="l" rtl="0">
                                      <a:spcBef>
                                        <a:spcPts val="0"/>
                                      </a:spcBef>
                                      <a:spcAft>
                                        <a:spcPts val="0"/>
                                      </a:spcAft>
                                      <a:buNone/>
                                    </a:pPr>
                                    <a:endParaRPr/>
                                  </a:p>
                                </p:txBody>
                              </p:sp>
                              <p:sp>
                                <p:nvSpPr>
                                  <p:cNvPr id="2848" name="Google Shape;11401;p128">
                                    <a:extLst>
                                      <a:ext uri="{FF2B5EF4-FFF2-40B4-BE49-F238E27FC236}">
                                        <a16:creationId xmlns:a16="http://schemas.microsoft.com/office/drawing/2014/main" id="{CD589F7C-157E-A4DB-8C9A-DC29DADFD7FA}"/>
                                      </a:ext>
                                    </a:extLst>
                                  </p:cNvPr>
                                  <p:cNvSpPr/>
                                  <p:nvPr/>
                                </p:nvSpPr>
                                <p:spPr>
                                  <a:xfrm>
                                    <a:off x="4846991" y="3818263"/>
                                    <a:ext cx="74025" cy="146242"/>
                                  </a:xfrm>
                                  <a:custGeom>
                                    <a:avLst/>
                                    <a:gdLst/>
                                    <a:ahLst/>
                                    <a:cxnLst/>
                                    <a:rect l="l" t="t" r="r" b="b"/>
                                    <a:pathLst>
                                      <a:path w="9412" h="18594" fill="none" extrusionOk="0">
                                        <a:moveTo>
                                          <a:pt x="0" y="18593"/>
                                        </a:moveTo>
                                        <a:lnTo>
                                          <a:pt x="9411" y="1"/>
                                        </a:lnTo>
                                      </a:path>
                                    </a:pathLst>
                                  </a:custGeom>
                                  <a:grpFill/>
                                  <a:ln w="1825" cap="flat" cmpd="sng">
                                    <a:solidFill>
                                      <a:srgbClr val="A5B7C5"/>
                                    </a:solidFill>
                                    <a:prstDash val="solid"/>
                                    <a:miter lim="12096"/>
                                    <a:headEnd type="none" w="sm" len="sm"/>
                                    <a:tailEnd type="none" w="sm" len="sm"/>
                                  </a:ln>
                                </p:spPr>
                                <p:txBody>
                                  <a:bodyPr spcFirstLastPara="1" wrap="square" lIns="91425" tIns="91425" rIns="91425" bIns="91425" anchor="ctr" anchorCtr="0">
                                    <a:noAutofit/>
                                  </a:bodyPr>
                                  <a:lstStyle/>
                                  <a:p>
                                    <a:pPr marL="0" lvl="0" indent="0" algn="l" rtl="0">
                                      <a:spcBef>
                                        <a:spcPts val="0"/>
                                      </a:spcBef>
                                      <a:spcAft>
                                        <a:spcPts val="0"/>
                                      </a:spcAft>
                                      <a:buNone/>
                                    </a:pPr>
                                    <a:endParaRPr/>
                                  </a:p>
                                </p:txBody>
                              </p:sp>
                              <p:sp>
                                <p:nvSpPr>
                                  <p:cNvPr id="2849" name="Google Shape;11402;p128">
                                    <a:extLst>
                                      <a:ext uri="{FF2B5EF4-FFF2-40B4-BE49-F238E27FC236}">
                                        <a16:creationId xmlns:a16="http://schemas.microsoft.com/office/drawing/2014/main" id="{D2E5C170-966F-9CC2-F928-DEBFBF6538D8}"/>
                                      </a:ext>
                                    </a:extLst>
                                  </p:cNvPr>
                                  <p:cNvSpPr/>
                                  <p:nvPr/>
                                </p:nvSpPr>
                                <p:spPr>
                                  <a:xfrm>
                                    <a:off x="4927191" y="3823305"/>
                                    <a:ext cx="22368" cy="129497"/>
                                  </a:xfrm>
                                  <a:custGeom>
                                    <a:avLst/>
                                    <a:gdLst/>
                                    <a:ahLst/>
                                    <a:cxnLst/>
                                    <a:rect l="l" t="t" r="r" b="b"/>
                                    <a:pathLst>
                                      <a:path w="2844" h="16465" fill="none" extrusionOk="0">
                                        <a:moveTo>
                                          <a:pt x="1" y="1"/>
                                        </a:moveTo>
                                        <a:lnTo>
                                          <a:pt x="2843" y="16464"/>
                                        </a:lnTo>
                                      </a:path>
                                    </a:pathLst>
                                  </a:custGeom>
                                  <a:grpFill/>
                                  <a:ln w="1825" cap="flat" cmpd="sng">
                                    <a:solidFill>
                                      <a:srgbClr val="A5B7C5"/>
                                    </a:solidFill>
                                    <a:prstDash val="solid"/>
                                    <a:miter lim="12096"/>
                                    <a:headEnd type="none" w="sm" len="sm"/>
                                    <a:tailEnd type="none" w="sm" len="sm"/>
                                  </a:ln>
                                </p:spPr>
                                <p:txBody>
                                  <a:bodyPr spcFirstLastPara="1" wrap="square" lIns="91425" tIns="91425" rIns="91425" bIns="91425" anchor="ctr" anchorCtr="0">
                                    <a:noAutofit/>
                                  </a:bodyPr>
                                  <a:lstStyle/>
                                  <a:p>
                                    <a:pPr marL="0" lvl="0" indent="0" algn="l" rtl="0">
                                      <a:spcBef>
                                        <a:spcPts val="0"/>
                                      </a:spcBef>
                                      <a:spcAft>
                                        <a:spcPts val="0"/>
                                      </a:spcAft>
                                      <a:buNone/>
                                    </a:pPr>
                                    <a:endParaRPr/>
                                  </a:p>
                                </p:txBody>
                              </p:sp>
                              <p:grpSp>
                                <p:nvGrpSpPr>
                                  <p:cNvPr id="2850" name="Google Shape;11403;p128">
                                    <a:extLst>
                                      <a:ext uri="{FF2B5EF4-FFF2-40B4-BE49-F238E27FC236}">
                                        <a16:creationId xmlns:a16="http://schemas.microsoft.com/office/drawing/2014/main" id="{9A438D4B-70B8-EE3B-2A9A-83BA0F085360}"/>
                                      </a:ext>
                                    </a:extLst>
                                  </p:cNvPr>
                                  <p:cNvGrpSpPr/>
                                  <p:nvPr/>
                                </p:nvGrpSpPr>
                                <p:grpSpPr>
                                  <a:xfrm>
                                    <a:off x="4579164" y="3203653"/>
                                    <a:ext cx="1244833" cy="1020397"/>
                                    <a:chOff x="4579164" y="3203653"/>
                                    <a:chExt cx="1244833" cy="1020397"/>
                                  </a:xfrm>
                                  <a:grpFill/>
                                </p:grpSpPr>
                                <p:sp>
                                  <p:nvSpPr>
                                    <p:cNvPr id="2851" name="Google Shape;11404;p128">
                                      <a:extLst>
                                        <a:ext uri="{FF2B5EF4-FFF2-40B4-BE49-F238E27FC236}">
                                          <a16:creationId xmlns:a16="http://schemas.microsoft.com/office/drawing/2014/main" id="{EBE90FF2-43E9-1594-444F-5DA16ED3FD5B}"/>
                                        </a:ext>
                                      </a:extLst>
                                    </p:cNvPr>
                                    <p:cNvSpPr/>
                                    <p:nvPr/>
                                  </p:nvSpPr>
                                  <p:spPr>
                                    <a:xfrm>
                                      <a:off x="4579164" y="3652241"/>
                                      <a:ext cx="422626" cy="571809"/>
                                    </a:xfrm>
                                    <a:custGeom>
                                      <a:avLst/>
                                      <a:gdLst/>
                                      <a:ahLst/>
                                      <a:cxnLst/>
                                      <a:rect l="l" t="t" r="r" b="b"/>
                                      <a:pathLst>
                                        <a:path w="53735" h="72703" fill="none" extrusionOk="0">
                                          <a:moveTo>
                                            <a:pt x="27593" y="71880"/>
                                          </a:moveTo>
                                          <a:lnTo>
                                            <a:pt x="23771" y="58694"/>
                                          </a:lnTo>
                                          <a:lnTo>
                                            <a:pt x="22936" y="46731"/>
                                          </a:lnTo>
                                          <a:lnTo>
                                            <a:pt x="19972" y="37380"/>
                                          </a:lnTo>
                                          <a:lnTo>
                                            <a:pt x="11674" y="32686"/>
                                          </a:lnTo>
                                          <a:lnTo>
                                            <a:pt x="1" y="27001"/>
                                          </a:lnTo>
                                          <a:lnTo>
                                            <a:pt x="1392" y="10610"/>
                                          </a:lnTo>
                                          <a:lnTo>
                                            <a:pt x="17517" y="1"/>
                                          </a:lnTo>
                                          <a:lnTo>
                                            <a:pt x="29747" y="5384"/>
                                          </a:lnTo>
                                          <a:lnTo>
                                            <a:pt x="43827" y="21291"/>
                                          </a:lnTo>
                                          <a:lnTo>
                                            <a:pt x="49343" y="27122"/>
                                          </a:lnTo>
                                          <a:lnTo>
                                            <a:pt x="53735" y="25815"/>
                                          </a:lnTo>
                                          <a:lnTo>
                                            <a:pt x="50347" y="35940"/>
                                          </a:lnTo>
                                          <a:lnTo>
                                            <a:pt x="47093" y="38214"/>
                                          </a:lnTo>
                                          <a:lnTo>
                                            <a:pt x="44069" y="44275"/>
                                          </a:lnTo>
                                          <a:lnTo>
                                            <a:pt x="45073" y="51944"/>
                                          </a:lnTo>
                                          <a:lnTo>
                                            <a:pt x="42170" y="55694"/>
                                          </a:lnTo>
                                          <a:lnTo>
                                            <a:pt x="38227" y="66025"/>
                                          </a:lnTo>
                                          <a:lnTo>
                                            <a:pt x="27593" y="72702"/>
                                          </a:lnTo>
                                        </a:path>
                                      </a:pathLst>
                                    </a:custGeom>
                                    <a:grpFill/>
                                    <a:ln w="1825" cap="flat" cmpd="sng">
                                      <a:solidFill>
                                        <a:srgbClr val="A5B7C5"/>
                                      </a:solidFill>
                                      <a:prstDash val="solid"/>
                                      <a:miter lim="12096"/>
                                      <a:headEnd type="none" w="sm" len="sm"/>
                                      <a:tailEnd type="none" w="sm" len="sm"/>
                                    </a:ln>
                                  </p:spPr>
                                  <p:txBody>
                                    <a:bodyPr spcFirstLastPara="1" wrap="square" lIns="91425" tIns="91425" rIns="91425" bIns="91425" anchor="ctr" anchorCtr="0">
                                      <a:noAutofit/>
                                    </a:bodyPr>
                                    <a:lstStyle/>
                                    <a:p>
                                      <a:pPr marL="0" lvl="0" indent="0" algn="l" rtl="0">
                                        <a:spcBef>
                                          <a:spcPts val="0"/>
                                        </a:spcBef>
                                        <a:spcAft>
                                          <a:spcPts val="0"/>
                                        </a:spcAft>
                                        <a:buNone/>
                                      </a:pPr>
                                      <a:endParaRPr/>
                                    </a:p>
                                  </p:txBody>
                                </p:sp>
                                <p:sp>
                                  <p:nvSpPr>
                                    <p:cNvPr id="2852" name="Google Shape;11405;p128">
                                      <a:extLst>
                                        <a:ext uri="{FF2B5EF4-FFF2-40B4-BE49-F238E27FC236}">
                                          <a16:creationId xmlns:a16="http://schemas.microsoft.com/office/drawing/2014/main" id="{1C6C1F25-E059-01DF-9CFB-1238C4BA4444}"/>
                                        </a:ext>
                                      </a:extLst>
                                    </p:cNvPr>
                                    <p:cNvSpPr/>
                                    <p:nvPr/>
                                  </p:nvSpPr>
                                  <p:spPr>
                                    <a:xfrm>
                                      <a:off x="4617986" y="3203653"/>
                                      <a:ext cx="1206011" cy="684357"/>
                                    </a:xfrm>
                                    <a:custGeom>
                                      <a:avLst/>
                                      <a:gdLst/>
                                      <a:ahLst/>
                                      <a:cxnLst/>
                                      <a:rect l="l" t="t" r="r" b="b"/>
                                      <a:pathLst>
                                        <a:path w="153339" h="87013" fill="none" extrusionOk="0">
                                          <a:moveTo>
                                            <a:pt x="24811" y="62214"/>
                                          </a:moveTo>
                                          <a:lnTo>
                                            <a:pt x="34452" y="66980"/>
                                          </a:lnTo>
                                          <a:lnTo>
                                            <a:pt x="37549" y="69920"/>
                                          </a:lnTo>
                                          <a:lnTo>
                                            <a:pt x="41274" y="77698"/>
                                          </a:lnTo>
                                          <a:lnTo>
                                            <a:pt x="46270" y="79222"/>
                                          </a:lnTo>
                                          <a:lnTo>
                                            <a:pt x="55899" y="72775"/>
                                          </a:lnTo>
                                          <a:lnTo>
                                            <a:pt x="52645" y="69085"/>
                                          </a:lnTo>
                                          <a:lnTo>
                                            <a:pt x="48291" y="70234"/>
                                          </a:lnTo>
                                          <a:lnTo>
                                            <a:pt x="46585" y="64634"/>
                                          </a:lnTo>
                                          <a:lnTo>
                                            <a:pt x="48774" y="66097"/>
                                          </a:lnTo>
                                          <a:lnTo>
                                            <a:pt x="59698" y="70234"/>
                                          </a:lnTo>
                                          <a:lnTo>
                                            <a:pt x="65988" y="72279"/>
                                          </a:lnTo>
                                          <a:lnTo>
                                            <a:pt x="66315" y="75944"/>
                                          </a:lnTo>
                                          <a:lnTo>
                                            <a:pt x="70960" y="87013"/>
                                          </a:lnTo>
                                          <a:lnTo>
                                            <a:pt x="76573" y="75944"/>
                                          </a:lnTo>
                                          <a:lnTo>
                                            <a:pt x="80831" y="72932"/>
                                          </a:lnTo>
                                          <a:lnTo>
                                            <a:pt x="86069" y="78146"/>
                                          </a:lnTo>
                                          <a:lnTo>
                                            <a:pt x="88355" y="83928"/>
                                          </a:lnTo>
                                          <a:lnTo>
                                            <a:pt x="94633" y="84037"/>
                                          </a:lnTo>
                                          <a:lnTo>
                                            <a:pt x="94270" y="74299"/>
                                          </a:lnTo>
                                          <a:lnTo>
                                            <a:pt x="100936" y="72690"/>
                                          </a:lnTo>
                                          <a:lnTo>
                                            <a:pt x="106682" y="64307"/>
                                          </a:lnTo>
                                          <a:lnTo>
                                            <a:pt x="106319" y="56553"/>
                                          </a:lnTo>
                                          <a:lnTo>
                                            <a:pt x="103416" y="54690"/>
                                          </a:lnTo>
                                          <a:lnTo>
                                            <a:pt x="106827" y="53105"/>
                                          </a:lnTo>
                                          <a:lnTo>
                                            <a:pt x="120194" y="45339"/>
                                          </a:lnTo>
                                          <a:lnTo>
                                            <a:pt x="122528" y="36859"/>
                                          </a:lnTo>
                                          <a:lnTo>
                                            <a:pt x="118851" y="35493"/>
                                          </a:lnTo>
                                          <a:lnTo>
                                            <a:pt x="125093" y="28464"/>
                                          </a:lnTo>
                                          <a:lnTo>
                                            <a:pt x="148536" y="25972"/>
                                          </a:lnTo>
                                          <a:lnTo>
                                            <a:pt x="153339" y="12255"/>
                                          </a:lnTo>
                                          <a:lnTo>
                                            <a:pt x="125468" y="6255"/>
                                          </a:lnTo>
                                          <a:lnTo>
                                            <a:pt x="101758" y="5432"/>
                                          </a:lnTo>
                                          <a:lnTo>
                                            <a:pt x="85016" y="1"/>
                                          </a:lnTo>
                                          <a:lnTo>
                                            <a:pt x="60532" y="12255"/>
                                          </a:lnTo>
                                          <a:lnTo>
                                            <a:pt x="39714" y="20214"/>
                                          </a:lnTo>
                                          <a:lnTo>
                                            <a:pt x="35444" y="13089"/>
                                          </a:lnTo>
                                          <a:lnTo>
                                            <a:pt x="22186" y="13464"/>
                                          </a:lnTo>
                                          <a:lnTo>
                                            <a:pt x="15291" y="21351"/>
                                          </a:lnTo>
                                          <a:lnTo>
                                            <a:pt x="11831" y="27484"/>
                                          </a:lnTo>
                                          <a:lnTo>
                                            <a:pt x="21581" y="26614"/>
                                          </a:lnTo>
                                          <a:lnTo>
                                            <a:pt x="24532" y="19561"/>
                                          </a:lnTo>
                                          <a:lnTo>
                                            <a:pt x="29480" y="22694"/>
                                          </a:lnTo>
                                          <a:lnTo>
                                            <a:pt x="24811" y="32964"/>
                                          </a:lnTo>
                                          <a:lnTo>
                                            <a:pt x="20262" y="35541"/>
                                          </a:lnTo>
                                          <a:lnTo>
                                            <a:pt x="15569" y="31368"/>
                                          </a:lnTo>
                                          <a:lnTo>
                                            <a:pt x="15061" y="35650"/>
                                          </a:lnTo>
                                          <a:lnTo>
                                            <a:pt x="11057" y="37924"/>
                                          </a:lnTo>
                                          <a:lnTo>
                                            <a:pt x="6024" y="43089"/>
                                          </a:lnTo>
                                          <a:lnTo>
                                            <a:pt x="6387" y="49210"/>
                                          </a:lnTo>
                                          <a:lnTo>
                                            <a:pt x="992" y="49210"/>
                                          </a:lnTo>
                                          <a:lnTo>
                                            <a:pt x="0" y="52198"/>
                                          </a:lnTo>
                                          <a:lnTo>
                                            <a:pt x="835" y="57037"/>
                                          </a:lnTo>
                                          <a:lnTo>
                                            <a:pt x="6726" y="55198"/>
                                          </a:lnTo>
                                          <a:lnTo>
                                            <a:pt x="10924" y="50069"/>
                                          </a:lnTo>
                                          <a:lnTo>
                                            <a:pt x="16367" y="50686"/>
                                          </a:lnTo>
                                          <a:lnTo>
                                            <a:pt x="18049" y="46670"/>
                                          </a:lnTo>
                                          <a:lnTo>
                                            <a:pt x="23093" y="54363"/>
                                          </a:lnTo>
                                          <a:lnTo>
                                            <a:pt x="26528" y="56105"/>
                                          </a:lnTo>
                                          <a:lnTo>
                                            <a:pt x="26734" y="52210"/>
                                          </a:lnTo>
                                          <a:lnTo>
                                            <a:pt x="33835" y="47069"/>
                                          </a:lnTo>
                                          <a:lnTo>
                                            <a:pt x="38069" y="49488"/>
                                          </a:lnTo>
                                          <a:lnTo>
                                            <a:pt x="36278" y="53045"/>
                                          </a:lnTo>
                                          <a:lnTo>
                                            <a:pt x="28343" y="55392"/>
                                          </a:lnTo>
                                          <a:cubicBezTo>
                                            <a:pt x="28343" y="55392"/>
                                            <a:pt x="31041" y="58888"/>
                                            <a:pt x="31319" y="58984"/>
                                          </a:cubicBezTo>
                                          <a:cubicBezTo>
                                            <a:pt x="31597" y="59069"/>
                                            <a:pt x="36278" y="58150"/>
                                            <a:pt x="36278" y="58150"/>
                                          </a:cubicBezTo>
                                          <a:lnTo>
                                            <a:pt x="35456" y="61948"/>
                                          </a:lnTo>
                                          <a:lnTo>
                                            <a:pt x="30920" y="63255"/>
                                          </a:lnTo>
                                          <a:lnTo>
                                            <a:pt x="24823" y="62142"/>
                                          </a:lnTo>
                                        </a:path>
                                      </a:pathLst>
                                    </a:custGeom>
                                    <a:grpFill/>
                                    <a:ln w="1825" cap="flat" cmpd="sng">
                                      <a:solidFill>
                                        <a:srgbClr val="A5B7C5"/>
                                      </a:solidFill>
                                      <a:prstDash val="solid"/>
                                      <a:miter lim="12096"/>
                                      <a:headEnd type="none" w="sm" len="sm"/>
                                      <a:tailEnd type="none" w="sm" len="sm"/>
                                    </a:ln>
                                  </p:spPr>
                                  <p:txBody>
                                    <a:bodyPr spcFirstLastPara="1" wrap="square" lIns="91425" tIns="91425" rIns="91425" bIns="91425" anchor="ctr" anchorCtr="0">
                                      <a:noAutofit/>
                                    </a:bodyPr>
                                    <a:lstStyle/>
                                    <a:p>
                                      <a:pPr marL="0" lvl="0" indent="0" algn="l" rtl="0">
                                        <a:spcBef>
                                          <a:spcPts val="0"/>
                                        </a:spcBef>
                                        <a:spcAft>
                                          <a:spcPts val="0"/>
                                        </a:spcAft>
                                        <a:buNone/>
                                      </a:pPr>
                                      <a:endParaRPr/>
                                    </a:p>
                                  </p:txBody>
                                </p:sp>
                                <p:sp>
                                  <p:nvSpPr>
                                    <p:cNvPr id="2853" name="Google Shape;11406;p128">
                                      <a:extLst>
                                        <a:ext uri="{FF2B5EF4-FFF2-40B4-BE49-F238E27FC236}">
                                          <a16:creationId xmlns:a16="http://schemas.microsoft.com/office/drawing/2014/main" id="{9FE9EC8A-CF86-92EB-8EDE-812F116D12E4}"/>
                                        </a:ext>
                                      </a:extLst>
                                    </p:cNvPr>
                                    <p:cNvSpPr/>
                                    <p:nvPr/>
                                  </p:nvSpPr>
                                  <p:spPr>
                                    <a:xfrm>
                                      <a:off x="4906356" y="3466721"/>
                                      <a:ext cx="194289" cy="358880"/>
                                    </a:xfrm>
                                    <a:custGeom>
                                      <a:avLst/>
                                      <a:gdLst/>
                                      <a:ahLst/>
                                      <a:cxnLst/>
                                      <a:rect l="l" t="t" r="r" b="b"/>
                                      <a:pathLst>
                                        <a:path w="24703" h="45630" fill="none" extrusionOk="0">
                                          <a:moveTo>
                                            <a:pt x="8396" y="39968"/>
                                          </a:moveTo>
                                          <a:lnTo>
                                            <a:pt x="9835" y="45629"/>
                                          </a:lnTo>
                                          <a:lnTo>
                                            <a:pt x="11626" y="36786"/>
                                          </a:lnTo>
                                          <a:lnTo>
                                            <a:pt x="5492" y="30218"/>
                                          </a:lnTo>
                                          <a:lnTo>
                                            <a:pt x="1" y="25016"/>
                                          </a:lnTo>
                                          <a:lnTo>
                                            <a:pt x="1392" y="16040"/>
                                          </a:lnTo>
                                          <a:lnTo>
                                            <a:pt x="24702" y="15206"/>
                                          </a:lnTo>
                                          <a:lnTo>
                                            <a:pt x="6472" y="0"/>
                                          </a:lnTo>
                                        </a:path>
                                      </a:pathLst>
                                    </a:custGeom>
                                    <a:grpFill/>
                                    <a:ln w="1825" cap="flat" cmpd="sng">
                                      <a:solidFill>
                                        <a:srgbClr val="A5B7C5"/>
                                      </a:solidFill>
                                      <a:prstDash val="solid"/>
                                      <a:miter lim="12096"/>
                                      <a:headEnd type="none" w="sm" len="sm"/>
                                      <a:tailEnd type="none" w="sm" len="sm"/>
                                    </a:ln>
                                  </p:spPr>
                                  <p:txBody>
                                    <a:bodyPr spcFirstLastPara="1" wrap="square" lIns="91425" tIns="91425" rIns="91425" bIns="91425" anchor="ctr" anchorCtr="0">
                                      <a:noAutofit/>
                                    </a:bodyPr>
                                    <a:lstStyle/>
                                    <a:p>
                                      <a:pPr marL="0" lvl="0" indent="0" algn="l" rtl="0">
                                        <a:spcBef>
                                          <a:spcPts val="0"/>
                                        </a:spcBef>
                                        <a:spcAft>
                                          <a:spcPts val="0"/>
                                        </a:spcAft>
                                        <a:buNone/>
                                      </a:pPr>
                                      <a:endParaRPr/>
                                    </a:p>
                                  </p:txBody>
                                </p:sp>
                                <p:sp>
                                  <p:nvSpPr>
                                    <p:cNvPr id="2854" name="Google Shape;11407;p128">
                                      <a:extLst>
                                        <a:ext uri="{FF2B5EF4-FFF2-40B4-BE49-F238E27FC236}">
                                          <a16:creationId xmlns:a16="http://schemas.microsoft.com/office/drawing/2014/main" id="{3132C6F1-D4D7-268F-AC39-3C5835B24619}"/>
                                        </a:ext>
                                      </a:extLst>
                                    </p:cNvPr>
                                    <p:cNvSpPr/>
                                    <p:nvPr/>
                                  </p:nvSpPr>
                                  <p:spPr>
                                    <a:xfrm>
                                      <a:off x="4972383" y="3756043"/>
                                      <a:ext cx="25412" cy="25026"/>
                                    </a:xfrm>
                                    <a:custGeom>
                                      <a:avLst/>
                                      <a:gdLst/>
                                      <a:ahLst/>
                                      <a:cxnLst/>
                                      <a:rect l="l" t="t" r="r" b="b"/>
                                      <a:pathLst>
                                        <a:path w="3231" h="3182" fill="none" extrusionOk="0">
                                          <a:moveTo>
                                            <a:pt x="1" y="3182"/>
                                          </a:moveTo>
                                          <a:lnTo>
                                            <a:pt x="3231" y="0"/>
                                          </a:lnTo>
                                        </a:path>
                                      </a:pathLst>
                                    </a:custGeom>
                                    <a:grpFill/>
                                    <a:ln w="1825" cap="flat" cmpd="sng">
                                      <a:solidFill>
                                        <a:srgbClr val="A5B7C5"/>
                                      </a:solidFill>
                                      <a:prstDash val="solid"/>
                                      <a:miter lim="12096"/>
                                      <a:headEnd type="none" w="sm" len="sm"/>
                                      <a:tailEnd type="none" w="sm" len="sm"/>
                                    </a:ln>
                                  </p:spPr>
                                  <p:txBody>
                                    <a:bodyPr spcFirstLastPara="1" wrap="square" lIns="91425" tIns="91425" rIns="91425" bIns="91425" anchor="ctr" anchorCtr="0">
                                      <a:noAutofit/>
                                    </a:bodyPr>
                                    <a:lstStyle/>
                                    <a:p>
                                      <a:pPr marL="0" lvl="0" indent="0" algn="l" rtl="0">
                                        <a:spcBef>
                                          <a:spcPts val="0"/>
                                        </a:spcBef>
                                        <a:spcAft>
                                          <a:spcPts val="0"/>
                                        </a:spcAft>
                                        <a:buNone/>
                                      </a:pPr>
                                      <a:endParaRPr/>
                                    </a:p>
                                  </p:txBody>
                                </p:sp>
                              </p:grpSp>
                            </p:grpSp>
                          </p:grpSp>
                        </p:grpSp>
                        <p:sp>
                          <p:nvSpPr>
                            <p:cNvPr id="2820" name="Google Shape;11408;p128">
                              <a:extLst>
                                <a:ext uri="{FF2B5EF4-FFF2-40B4-BE49-F238E27FC236}">
                                  <a16:creationId xmlns:a16="http://schemas.microsoft.com/office/drawing/2014/main" id="{E7E11B66-DE34-BF09-D3E3-BF9E19B9605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4890375" y="3688019"/>
                              <a:ext cx="5144" cy="43769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654" h="5565" fill="none" extrusionOk="0">
                                  <a:moveTo>
                                    <a:pt x="653" y="0"/>
                                  </a:moveTo>
                                  <a:lnTo>
                                    <a:pt x="0" y="5565"/>
                                  </a:lnTo>
                                </a:path>
                              </a:pathLst>
                            </a:custGeom>
                            <a:grpFill/>
                            <a:ln w="1825" cap="flat" cmpd="sng">
                              <a:solidFill>
                                <a:srgbClr val="A5B7C5"/>
                              </a:solidFill>
                              <a:prstDash val="solid"/>
                              <a:miter lim="12096"/>
                              <a:headEnd type="none" w="sm" len="sm"/>
                              <a:tailEnd type="none" w="sm" len="sm"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lvl="0" indent="0" algn="l" rtl="0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endParaRPr/>
                            </a:p>
                          </p:txBody>
                        </p:sp>
                        <p:sp>
                          <p:nvSpPr>
                            <p:cNvPr id="2821" name="Google Shape;11409;p128">
                              <a:extLst>
                                <a:ext uri="{FF2B5EF4-FFF2-40B4-BE49-F238E27FC236}">
                                  <a16:creationId xmlns:a16="http://schemas.microsoft.com/office/drawing/2014/main" id="{A59B4EB4-1144-E95A-813B-16DA30CAE8E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4899317" y="3688019"/>
                              <a:ext cx="54048" cy="20174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6872" h="2565" fill="none" extrusionOk="0">
                                  <a:moveTo>
                                    <a:pt x="0" y="0"/>
                                  </a:moveTo>
                                  <a:lnTo>
                                    <a:pt x="6871" y="2565"/>
                                  </a:lnTo>
                                </a:path>
                              </a:pathLst>
                            </a:custGeom>
                            <a:grpFill/>
                            <a:ln w="1825" cap="flat" cmpd="sng">
                              <a:solidFill>
                                <a:srgbClr val="A5B7C5"/>
                              </a:solidFill>
                              <a:prstDash val="solid"/>
                              <a:miter lim="12096"/>
                              <a:headEnd type="none" w="sm" len="sm"/>
                              <a:tailEnd type="none" w="sm" len="sm"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lvl="0" indent="0" algn="l" rtl="0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endParaRPr/>
                            </a:p>
                          </p:txBody>
                        </p:sp>
                        <p:sp>
                          <p:nvSpPr>
                            <p:cNvPr id="2822" name="Google Shape;11410;p128">
                              <a:extLst>
                                <a:ext uri="{FF2B5EF4-FFF2-40B4-BE49-F238E27FC236}">
                                  <a16:creationId xmlns:a16="http://schemas.microsoft.com/office/drawing/2014/main" id="{2E967F31-044E-48D0-A3E0-138B55F2CC2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4862690" y="3700571"/>
                              <a:ext cx="27693" cy="31216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3521" h="3969" fill="none" extrusionOk="0">
                                  <a:moveTo>
                                    <a:pt x="0" y="1"/>
                                  </a:moveTo>
                                  <a:lnTo>
                                    <a:pt x="3520" y="3969"/>
                                  </a:lnTo>
                                </a:path>
                              </a:pathLst>
                            </a:custGeom>
                            <a:grpFill/>
                            <a:ln w="1825" cap="flat" cmpd="sng">
                              <a:solidFill>
                                <a:srgbClr val="A5B7C5"/>
                              </a:solidFill>
                              <a:prstDash val="solid"/>
                              <a:miter lim="12096"/>
                              <a:headEnd type="none" w="sm" len="sm"/>
                              <a:tailEnd type="none" w="sm" len="sm"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lvl="0" indent="0" algn="l" rtl="0"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None/>
                              </a:pPr>
                              <a:endParaRPr/>
                            </a:p>
                          </p:txBody>
                        </p:sp>
                      </p:grpSp>
                    </p:grpSp>
                    <p:sp>
                      <p:nvSpPr>
                        <p:cNvPr id="2809" name="Google Shape;11411;p128">
                          <a:extLst>
                            <a:ext uri="{FF2B5EF4-FFF2-40B4-BE49-F238E27FC236}">
                              <a16:creationId xmlns:a16="http://schemas.microsoft.com/office/drawing/2014/main" id="{68707AEC-E7BA-A0D8-3F28-0783FF9DBEA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4953924" y="3297081"/>
                          <a:ext cx="146053" cy="168122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8570" h="21376" fill="none" extrusionOk="0">
                              <a:moveTo>
                                <a:pt x="1" y="21376"/>
                              </a:moveTo>
                              <a:lnTo>
                                <a:pt x="18569" y="1"/>
                              </a:lnTo>
                            </a:path>
                          </a:pathLst>
                        </a:custGeom>
                        <a:grpFill/>
                        <a:ln w="1825" cap="flat" cmpd="sng">
                          <a:solidFill>
                            <a:srgbClr val="A5B7C5"/>
                          </a:solidFill>
                          <a:prstDash val="solid"/>
                          <a:miter lim="12096"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</p:grpSp>
                </p:grpSp>
              </p:grpSp>
            </p:grpSp>
          </p:grpSp>
          <p:grpSp>
            <p:nvGrpSpPr>
              <p:cNvPr id="2437" name="Google Shape;11412;p128">
                <a:extLst>
                  <a:ext uri="{FF2B5EF4-FFF2-40B4-BE49-F238E27FC236}">
                    <a16:creationId xmlns:a16="http://schemas.microsoft.com/office/drawing/2014/main" id="{C7686D9A-C0A6-EC4F-0093-1BE9D08E4D2D}"/>
                  </a:ext>
                </a:extLst>
              </p:cNvPr>
              <p:cNvGrpSpPr/>
              <p:nvPr/>
            </p:nvGrpSpPr>
            <p:grpSpPr>
              <a:xfrm>
                <a:off x="4595437" y="3598775"/>
                <a:ext cx="37776" cy="32451"/>
                <a:chOff x="4595437" y="3598775"/>
                <a:chExt cx="37776" cy="32451"/>
              </a:xfrm>
              <a:grpFill/>
            </p:grpSpPr>
            <p:sp>
              <p:nvSpPr>
                <p:cNvPr id="2752" name="Google Shape;11413;p128">
                  <a:extLst>
                    <a:ext uri="{FF2B5EF4-FFF2-40B4-BE49-F238E27FC236}">
                      <a16:creationId xmlns:a16="http://schemas.microsoft.com/office/drawing/2014/main" id="{E347A5C0-F510-8339-2872-A837DCAB7E1B}"/>
                    </a:ext>
                  </a:extLst>
                </p:cNvPr>
                <p:cNvSpPr/>
                <p:nvPr/>
              </p:nvSpPr>
              <p:spPr>
                <a:xfrm>
                  <a:off x="4595437" y="3598775"/>
                  <a:ext cx="37776" cy="324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26" extrusionOk="0">
                      <a:moveTo>
                        <a:pt x="2730" y="0"/>
                      </a:moveTo>
                      <a:cubicBezTo>
                        <a:pt x="2226" y="0"/>
                        <a:pt x="1712" y="187"/>
                        <a:pt x="1295" y="605"/>
                      </a:cubicBezTo>
                      <a:cubicBezTo>
                        <a:pt x="0" y="1900"/>
                        <a:pt x="920" y="4125"/>
                        <a:pt x="2758" y="4125"/>
                      </a:cubicBezTo>
                      <a:cubicBezTo>
                        <a:pt x="3883" y="4113"/>
                        <a:pt x="4803" y="3194"/>
                        <a:pt x="4803" y="2069"/>
                      </a:cubicBezTo>
                      <a:cubicBezTo>
                        <a:pt x="4803" y="824"/>
                        <a:pt x="3788" y="0"/>
                        <a:pt x="273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53" name="Google Shape;11414;p128">
                  <a:extLst>
                    <a:ext uri="{FF2B5EF4-FFF2-40B4-BE49-F238E27FC236}">
                      <a16:creationId xmlns:a16="http://schemas.microsoft.com/office/drawing/2014/main" id="{97ECBD5F-2AE0-25B8-5BEF-26B8E5911C1E}"/>
                    </a:ext>
                  </a:extLst>
                </p:cNvPr>
                <p:cNvSpPr/>
                <p:nvPr/>
              </p:nvSpPr>
              <p:spPr>
                <a:xfrm>
                  <a:off x="4610561" y="3608480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35" y="0"/>
                      </a:moveTo>
                      <a:cubicBezTo>
                        <a:pt x="376" y="0"/>
                        <a:pt x="1" y="375"/>
                        <a:pt x="1" y="835"/>
                      </a:cubicBezTo>
                      <a:cubicBezTo>
                        <a:pt x="1" y="1283"/>
                        <a:pt x="376" y="1658"/>
                        <a:pt x="835" y="1658"/>
                      </a:cubicBezTo>
                      <a:cubicBezTo>
                        <a:pt x="1283" y="1658"/>
                        <a:pt x="1658" y="1283"/>
                        <a:pt x="1658" y="835"/>
                      </a:cubicBezTo>
                      <a:cubicBezTo>
                        <a:pt x="1658" y="375"/>
                        <a:pt x="1283" y="0"/>
                        <a:pt x="83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8" name="Google Shape;11415;p128">
                <a:extLst>
                  <a:ext uri="{FF2B5EF4-FFF2-40B4-BE49-F238E27FC236}">
                    <a16:creationId xmlns:a16="http://schemas.microsoft.com/office/drawing/2014/main" id="{F98DFEC1-AB68-34F7-E740-B3C21890CDD3}"/>
                  </a:ext>
                </a:extLst>
              </p:cNvPr>
              <p:cNvGrpSpPr/>
              <p:nvPr/>
            </p:nvGrpSpPr>
            <p:grpSpPr>
              <a:xfrm>
                <a:off x="4641864" y="3524443"/>
                <a:ext cx="37776" cy="32380"/>
                <a:chOff x="4641864" y="3524443"/>
                <a:chExt cx="37776" cy="32380"/>
              </a:xfrm>
              <a:grpFill/>
            </p:grpSpPr>
            <p:sp>
              <p:nvSpPr>
                <p:cNvPr id="2750" name="Google Shape;11416;p128">
                  <a:extLst>
                    <a:ext uri="{FF2B5EF4-FFF2-40B4-BE49-F238E27FC236}">
                      <a16:creationId xmlns:a16="http://schemas.microsoft.com/office/drawing/2014/main" id="{55B4A5D3-935E-6704-EF38-B81F33A218F8}"/>
                    </a:ext>
                  </a:extLst>
                </p:cNvPr>
                <p:cNvSpPr/>
                <p:nvPr/>
              </p:nvSpPr>
              <p:spPr>
                <a:xfrm>
                  <a:off x="4641864" y="3524443"/>
                  <a:ext cx="37776" cy="323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7" extrusionOk="0">
                      <a:moveTo>
                        <a:pt x="2737" y="1"/>
                      </a:moveTo>
                      <a:cubicBezTo>
                        <a:pt x="2231" y="1"/>
                        <a:pt x="1715" y="189"/>
                        <a:pt x="1295" y="609"/>
                      </a:cubicBezTo>
                      <a:cubicBezTo>
                        <a:pt x="0" y="1903"/>
                        <a:pt x="908" y="4117"/>
                        <a:pt x="2746" y="4117"/>
                      </a:cubicBezTo>
                      <a:cubicBezTo>
                        <a:pt x="3884" y="4117"/>
                        <a:pt x="4803" y="3197"/>
                        <a:pt x="4803" y="2060"/>
                      </a:cubicBezTo>
                      <a:cubicBezTo>
                        <a:pt x="4803" y="818"/>
                        <a:pt x="3792" y="1"/>
                        <a:pt x="273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51" name="Google Shape;11417;p128">
                  <a:extLst>
                    <a:ext uri="{FF2B5EF4-FFF2-40B4-BE49-F238E27FC236}">
                      <a16:creationId xmlns:a16="http://schemas.microsoft.com/office/drawing/2014/main" id="{46408A33-AEEE-A465-B43A-9752D613AC90}"/>
                    </a:ext>
                  </a:extLst>
                </p:cNvPr>
                <p:cNvSpPr/>
                <p:nvPr/>
              </p:nvSpPr>
              <p:spPr>
                <a:xfrm>
                  <a:off x="4656988" y="3534077"/>
                  <a:ext cx="13048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58" extrusionOk="0">
                      <a:moveTo>
                        <a:pt x="823" y="1"/>
                      </a:moveTo>
                      <a:cubicBezTo>
                        <a:pt x="376" y="1"/>
                        <a:pt x="1" y="376"/>
                        <a:pt x="1" y="835"/>
                      </a:cubicBezTo>
                      <a:cubicBezTo>
                        <a:pt x="1" y="1295"/>
                        <a:pt x="376" y="1658"/>
                        <a:pt x="823" y="1658"/>
                      </a:cubicBezTo>
                      <a:cubicBezTo>
                        <a:pt x="1283" y="1658"/>
                        <a:pt x="1658" y="1295"/>
                        <a:pt x="1658" y="835"/>
                      </a:cubicBezTo>
                      <a:cubicBezTo>
                        <a:pt x="1658" y="376"/>
                        <a:pt x="1283" y="1"/>
                        <a:pt x="82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9" name="Google Shape;11418;p128">
                <a:extLst>
                  <a:ext uri="{FF2B5EF4-FFF2-40B4-BE49-F238E27FC236}">
                    <a16:creationId xmlns:a16="http://schemas.microsoft.com/office/drawing/2014/main" id="{2599CA21-53DF-F44D-3D15-FB06718BA652}"/>
                  </a:ext>
                </a:extLst>
              </p:cNvPr>
              <p:cNvGrpSpPr/>
              <p:nvPr/>
            </p:nvGrpSpPr>
            <p:grpSpPr>
              <a:xfrm>
                <a:off x="4648431" y="3893901"/>
                <a:ext cx="37776" cy="32357"/>
                <a:chOff x="4648431" y="3893901"/>
                <a:chExt cx="37776" cy="32357"/>
              </a:xfrm>
              <a:grpFill/>
            </p:grpSpPr>
            <p:sp>
              <p:nvSpPr>
                <p:cNvPr id="2748" name="Google Shape;11419;p128">
                  <a:extLst>
                    <a:ext uri="{FF2B5EF4-FFF2-40B4-BE49-F238E27FC236}">
                      <a16:creationId xmlns:a16="http://schemas.microsoft.com/office/drawing/2014/main" id="{55C117F5-2654-F055-F06B-C746906A1C36}"/>
                    </a:ext>
                  </a:extLst>
                </p:cNvPr>
                <p:cNvSpPr/>
                <p:nvPr/>
              </p:nvSpPr>
              <p:spPr>
                <a:xfrm>
                  <a:off x="4648431" y="3893901"/>
                  <a:ext cx="37776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4" extrusionOk="0">
                      <a:moveTo>
                        <a:pt x="2732" y="0"/>
                      </a:moveTo>
                      <a:cubicBezTo>
                        <a:pt x="2227" y="0"/>
                        <a:pt x="1713" y="187"/>
                        <a:pt x="1295" y="605"/>
                      </a:cubicBezTo>
                      <a:cubicBezTo>
                        <a:pt x="0" y="1900"/>
                        <a:pt x="920" y="4113"/>
                        <a:pt x="2746" y="4113"/>
                      </a:cubicBezTo>
                      <a:cubicBezTo>
                        <a:pt x="3883" y="4113"/>
                        <a:pt x="4803" y="3194"/>
                        <a:pt x="4803" y="2057"/>
                      </a:cubicBezTo>
                      <a:cubicBezTo>
                        <a:pt x="4803" y="821"/>
                        <a:pt x="3788" y="0"/>
                        <a:pt x="273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49" name="Google Shape;11420;p128">
                  <a:extLst>
                    <a:ext uri="{FF2B5EF4-FFF2-40B4-BE49-F238E27FC236}">
                      <a16:creationId xmlns:a16="http://schemas.microsoft.com/office/drawing/2014/main" id="{FCD6105D-4D41-148D-BE9B-592B5C2A0899}"/>
                    </a:ext>
                  </a:extLst>
                </p:cNvPr>
                <p:cNvSpPr/>
                <p:nvPr/>
              </p:nvSpPr>
              <p:spPr>
                <a:xfrm>
                  <a:off x="4663556" y="3903606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23" y="0"/>
                      </a:moveTo>
                      <a:cubicBezTo>
                        <a:pt x="363" y="0"/>
                        <a:pt x="1" y="375"/>
                        <a:pt x="1" y="823"/>
                      </a:cubicBezTo>
                      <a:cubicBezTo>
                        <a:pt x="1" y="1283"/>
                        <a:pt x="363" y="1658"/>
                        <a:pt x="823" y="1658"/>
                      </a:cubicBezTo>
                      <a:cubicBezTo>
                        <a:pt x="1283" y="1658"/>
                        <a:pt x="1658" y="1283"/>
                        <a:pt x="1658" y="823"/>
                      </a:cubicBezTo>
                      <a:cubicBezTo>
                        <a:pt x="1658" y="375"/>
                        <a:pt x="1283" y="0"/>
                        <a:pt x="82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0" name="Google Shape;11421;p128">
                <a:extLst>
                  <a:ext uri="{FF2B5EF4-FFF2-40B4-BE49-F238E27FC236}">
                    <a16:creationId xmlns:a16="http://schemas.microsoft.com/office/drawing/2014/main" id="{7BA8CD5F-EC3F-7A79-E434-DB6CE7A0068B}"/>
                  </a:ext>
                </a:extLst>
              </p:cNvPr>
              <p:cNvGrpSpPr/>
              <p:nvPr/>
            </p:nvGrpSpPr>
            <p:grpSpPr>
              <a:xfrm>
                <a:off x="4567752" y="3722908"/>
                <a:ext cx="37870" cy="32380"/>
                <a:chOff x="4567752" y="3722908"/>
                <a:chExt cx="37870" cy="32380"/>
              </a:xfrm>
              <a:grpFill/>
            </p:grpSpPr>
            <p:sp>
              <p:nvSpPr>
                <p:cNvPr id="2746" name="Google Shape;11422;p128">
                  <a:extLst>
                    <a:ext uri="{FF2B5EF4-FFF2-40B4-BE49-F238E27FC236}">
                      <a16:creationId xmlns:a16="http://schemas.microsoft.com/office/drawing/2014/main" id="{06926D77-DC25-DDC1-74DD-06826E1A0BA3}"/>
                    </a:ext>
                  </a:extLst>
                </p:cNvPr>
                <p:cNvSpPr/>
                <p:nvPr/>
              </p:nvSpPr>
              <p:spPr>
                <a:xfrm>
                  <a:off x="4567752" y="3722908"/>
                  <a:ext cx="37870" cy="323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5" h="4117" extrusionOk="0">
                      <a:moveTo>
                        <a:pt x="2749" y="1"/>
                      </a:moveTo>
                      <a:cubicBezTo>
                        <a:pt x="2243" y="1"/>
                        <a:pt x="1726" y="189"/>
                        <a:pt x="1307" y="609"/>
                      </a:cubicBezTo>
                      <a:cubicBezTo>
                        <a:pt x="0" y="1903"/>
                        <a:pt x="919" y="4117"/>
                        <a:pt x="2758" y="4117"/>
                      </a:cubicBezTo>
                      <a:cubicBezTo>
                        <a:pt x="3895" y="4117"/>
                        <a:pt x="4815" y="3197"/>
                        <a:pt x="4815" y="2060"/>
                      </a:cubicBezTo>
                      <a:cubicBezTo>
                        <a:pt x="4815" y="818"/>
                        <a:pt x="3804" y="1"/>
                        <a:pt x="274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47" name="Google Shape;11423;p128">
                  <a:extLst>
                    <a:ext uri="{FF2B5EF4-FFF2-40B4-BE49-F238E27FC236}">
                      <a16:creationId xmlns:a16="http://schemas.microsoft.com/office/drawing/2014/main" id="{5E2A21BD-AD8F-CBC5-CA6C-DAA85B9FAD75}"/>
                    </a:ext>
                  </a:extLst>
                </p:cNvPr>
                <p:cNvSpPr/>
                <p:nvPr/>
              </p:nvSpPr>
              <p:spPr>
                <a:xfrm>
                  <a:off x="4580690" y="3732543"/>
                  <a:ext cx="15227" cy="130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6" h="1661" extrusionOk="0">
                      <a:moveTo>
                        <a:pt x="1113" y="0"/>
                      </a:moveTo>
                      <a:cubicBezTo>
                        <a:pt x="375" y="0"/>
                        <a:pt x="0" y="896"/>
                        <a:pt x="520" y="1416"/>
                      </a:cubicBezTo>
                      <a:cubicBezTo>
                        <a:pt x="689" y="1585"/>
                        <a:pt x="898" y="1661"/>
                        <a:pt x="1103" y="1661"/>
                      </a:cubicBezTo>
                      <a:cubicBezTo>
                        <a:pt x="1528" y="1661"/>
                        <a:pt x="1936" y="1333"/>
                        <a:pt x="1936" y="835"/>
                      </a:cubicBezTo>
                      <a:cubicBezTo>
                        <a:pt x="1936" y="375"/>
                        <a:pt x="1573" y="0"/>
                        <a:pt x="111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1" name="Google Shape;11424;p128">
                <a:extLst>
                  <a:ext uri="{FF2B5EF4-FFF2-40B4-BE49-F238E27FC236}">
                    <a16:creationId xmlns:a16="http://schemas.microsoft.com/office/drawing/2014/main" id="{9D1D1E95-047E-7646-BFFC-C666BA0B1923}"/>
                  </a:ext>
                </a:extLst>
              </p:cNvPr>
              <p:cNvGrpSpPr/>
              <p:nvPr/>
            </p:nvGrpSpPr>
            <p:grpSpPr>
              <a:xfrm>
                <a:off x="4617506" y="3652052"/>
                <a:ext cx="37783" cy="32357"/>
                <a:chOff x="4617506" y="3652052"/>
                <a:chExt cx="37783" cy="32357"/>
              </a:xfrm>
              <a:grpFill/>
            </p:grpSpPr>
            <p:sp>
              <p:nvSpPr>
                <p:cNvPr id="2744" name="Google Shape;11425;p128">
                  <a:extLst>
                    <a:ext uri="{FF2B5EF4-FFF2-40B4-BE49-F238E27FC236}">
                      <a16:creationId xmlns:a16="http://schemas.microsoft.com/office/drawing/2014/main" id="{03563FFA-263D-9575-6EAD-15C2911D60AB}"/>
                    </a:ext>
                  </a:extLst>
                </p:cNvPr>
                <p:cNvSpPr/>
                <p:nvPr/>
              </p:nvSpPr>
              <p:spPr>
                <a:xfrm>
                  <a:off x="4617506" y="3652052"/>
                  <a:ext cx="37783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14" extrusionOk="0">
                      <a:moveTo>
                        <a:pt x="2732" y="0"/>
                      </a:moveTo>
                      <a:cubicBezTo>
                        <a:pt x="2228" y="0"/>
                        <a:pt x="1713" y="187"/>
                        <a:pt x="1295" y="605"/>
                      </a:cubicBezTo>
                      <a:cubicBezTo>
                        <a:pt x="1" y="1900"/>
                        <a:pt x="920" y="4114"/>
                        <a:pt x="2747" y="4114"/>
                      </a:cubicBezTo>
                      <a:cubicBezTo>
                        <a:pt x="3884" y="4114"/>
                        <a:pt x="4803" y="3194"/>
                        <a:pt x="4803" y="2057"/>
                      </a:cubicBezTo>
                      <a:cubicBezTo>
                        <a:pt x="4803" y="821"/>
                        <a:pt x="3789" y="0"/>
                        <a:pt x="273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45" name="Google Shape;11426;p128">
                  <a:extLst>
                    <a:ext uri="{FF2B5EF4-FFF2-40B4-BE49-F238E27FC236}">
                      <a16:creationId xmlns:a16="http://schemas.microsoft.com/office/drawing/2014/main" id="{6C3E9A77-3791-8DEA-E952-ECC59F47E7E6}"/>
                    </a:ext>
                  </a:extLst>
                </p:cNvPr>
                <p:cNvSpPr/>
                <p:nvPr/>
              </p:nvSpPr>
              <p:spPr>
                <a:xfrm>
                  <a:off x="4632638" y="3661758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23" y="1"/>
                      </a:moveTo>
                      <a:cubicBezTo>
                        <a:pt x="363" y="1"/>
                        <a:pt x="0" y="363"/>
                        <a:pt x="0" y="823"/>
                      </a:cubicBezTo>
                      <a:cubicBezTo>
                        <a:pt x="0" y="1283"/>
                        <a:pt x="363" y="1658"/>
                        <a:pt x="823" y="1658"/>
                      </a:cubicBezTo>
                      <a:cubicBezTo>
                        <a:pt x="1282" y="1658"/>
                        <a:pt x="1657" y="1283"/>
                        <a:pt x="1657" y="823"/>
                      </a:cubicBezTo>
                      <a:cubicBezTo>
                        <a:pt x="1657" y="363"/>
                        <a:pt x="1282" y="1"/>
                        <a:pt x="82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2" name="Google Shape;11427;p128">
                <a:extLst>
                  <a:ext uri="{FF2B5EF4-FFF2-40B4-BE49-F238E27FC236}">
                    <a16:creationId xmlns:a16="http://schemas.microsoft.com/office/drawing/2014/main" id="{3A1DC8FC-9480-BE4D-B91F-E0C46FC7B8B6}"/>
                  </a:ext>
                </a:extLst>
              </p:cNvPr>
              <p:cNvGrpSpPr/>
              <p:nvPr/>
            </p:nvGrpSpPr>
            <p:grpSpPr>
              <a:xfrm>
                <a:off x="4739005" y="3554149"/>
                <a:ext cx="37870" cy="32357"/>
                <a:chOff x="4739005" y="3554149"/>
                <a:chExt cx="37870" cy="32357"/>
              </a:xfrm>
              <a:grpFill/>
            </p:grpSpPr>
            <p:sp>
              <p:nvSpPr>
                <p:cNvPr id="2742" name="Google Shape;11428;p128">
                  <a:extLst>
                    <a:ext uri="{FF2B5EF4-FFF2-40B4-BE49-F238E27FC236}">
                      <a16:creationId xmlns:a16="http://schemas.microsoft.com/office/drawing/2014/main" id="{82CCB3A5-96A1-AB78-AEBB-D5C4BA33FDCF}"/>
                    </a:ext>
                  </a:extLst>
                </p:cNvPr>
                <p:cNvSpPr/>
                <p:nvPr/>
              </p:nvSpPr>
              <p:spPr>
                <a:xfrm>
                  <a:off x="4739005" y="3554149"/>
                  <a:ext cx="37870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5" h="4114" extrusionOk="0">
                      <a:moveTo>
                        <a:pt x="2744" y="1"/>
                      </a:moveTo>
                      <a:cubicBezTo>
                        <a:pt x="2239" y="1"/>
                        <a:pt x="1725" y="188"/>
                        <a:pt x="1307" y="606"/>
                      </a:cubicBezTo>
                      <a:cubicBezTo>
                        <a:pt x="0" y="1900"/>
                        <a:pt x="920" y="4114"/>
                        <a:pt x="2758" y="4114"/>
                      </a:cubicBezTo>
                      <a:cubicBezTo>
                        <a:pt x="3895" y="4114"/>
                        <a:pt x="4815" y="3195"/>
                        <a:pt x="4815" y="2058"/>
                      </a:cubicBezTo>
                      <a:cubicBezTo>
                        <a:pt x="4815" y="821"/>
                        <a:pt x="3801" y="1"/>
                        <a:pt x="274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43" name="Google Shape;11429;p128">
                  <a:extLst>
                    <a:ext uri="{FF2B5EF4-FFF2-40B4-BE49-F238E27FC236}">
                      <a16:creationId xmlns:a16="http://schemas.microsoft.com/office/drawing/2014/main" id="{A9DD9EBE-010C-7BB2-F4E7-A3DC0A55C099}"/>
                    </a:ext>
                  </a:extLst>
                </p:cNvPr>
                <p:cNvSpPr/>
                <p:nvPr/>
              </p:nvSpPr>
              <p:spPr>
                <a:xfrm>
                  <a:off x="4751943" y="3563854"/>
                  <a:ext cx="15227" cy="13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6" h="1659" extrusionOk="0">
                      <a:moveTo>
                        <a:pt x="1113" y="1"/>
                      </a:moveTo>
                      <a:cubicBezTo>
                        <a:pt x="375" y="1"/>
                        <a:pt x="0" y="896"/>
                        <a:pt x="521" y="1416"/>
                      </a:cubicBezTo>
                      <a:cubicBezTo>
                        <a:pt x="692" y="1583"/>
                        <a:pt x="899" y="1658"/>
                        <a:pt x="1101" y="1658"/>
                      </a:cubicBezTo>
                      <a:cubicBezTo>
                        <a:pt x="1529" y="1658"/>
                        <a:pt x="1936" y="1324"/>
                        <a:pt x="1936" y="824"/>
                      </a:cubicBezTo>
                      <a:cubicBezTo>
                        <a:pt x="1936" y="364"/>
                        <a:pt x="1573" y="1"/>
                        <a:pt x="111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3" name="Google Shape;11430;p128">
                <a:extLst>
                  <a:ext uri="{FF2B5EF4-FFF2-40B4-BE49-F238E27FC236}">
                    <a16:creationId xmlns:a16="http://schemas.microsoft.com/office/drawing/2014/main" id="{339AF978-B153-F709-FE93-473085BFEFE3}"/>
                  </a:ext>
                </a:extLst>
              </p:cNvPr>
              <p:cNvGrpSpPr/>
              <p:nvPr/>
            </p:nvGrpSpPr>
            <p:grpSpPr>
              <a:xfrm>
                <a:off x="4806557" y="3630258"/>
                <a:ext cx="37776" cy="32364"/>
                <a:chOff x="4806557" y="3630258"/>
                <a:chExt cx="37776" cy="32364"/>
              </a:xfrm>
              <a:grpFill/>
            </p:grpSpPr>
            <p:sp>
              <p:nvSpPr>
                <p:cNvPr id="2740" name="Google Shape;11431;p128">
                  <a:extLst>
                    <a:ext uri="{FF2B5EF4-FFF2-40B4-BE49-F238E27FC236}">
                      <a16:creationId xmlns:a16="http://schemas.microsoft.com/office/drawing/2014/main" id="{BF2F48FF-1DF6-5B2A-AE82-6A7D342391DE}"/>
                    </a:ext>
                  </a:extLst>
                </p:cNvPr>
                <p:cNvSpPr/>
                <p:nvPr/>
              </p:nvSpPr>
              <p:spPr>
                <a:xfrm>
                  <a:off x="4806557" y="3630258"/>
                  <a:ext cx="37776" cy="323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5" extrusionOk="0">
                      <a:moveTo>
                        <a:pt x="2732" y="1"/>
                      </a:moveTo>
                      <a:cubicBezTo>
                        <a:pt x="2227" y="1"/>
                        <a:pt x="1713" y="188"/>
                        <a:pt x="1294" y="606"/>
                      </a:cubicBezTo>
                      <a:cubicBezTo>
                        <a:pt x="0" y="1901"/>
                        <a:pt x="907" y="4114"/>
                        <a:pt x="2746" y="4114"/>
                      </a:cubicBezTo>
                      <a:cubicBezTo>
                        <a:pt x="3883" y="4114"/>
                        <a:pt x="4802" y="3195"/>
                        <a:pt x="4802" y="2058"/>
                      </a:cubicBezTo>
                      <a:cubicBezTo>
                        <a:pt x="4802" y="822"/>
                        <a:pt x="3788" y="1"/>
                        <a:pt x="273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41" name="Google Shape;11432;p128">
                  <a:extLst>
                    <a:ext uri="{FF2B5EF4-FFF2-40B4-BE49-F238E27FC236}">
                      <a16:creationId xmlns:a16="http://schemas.microsoft.com/office/drawing/2014/main" id="{B13CFE95-DA22-398F-6183-44E932DF4969}"/>
                    </a:ext>
                  </a:extLst>
                </p:cNvPr>
                <p:cNvSpPr/>
                <p:nvPr/>
              </p:nvSpPr>
              <p:spPr>
                <a:xfrm>
                  <a:off x="4819495" y="3639972"/>
                  <a:ext cx="15227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6" h="1658" extrusionOk="0">
                      <a:moveTo>
                        <a:pt x="1113" y="0"/>
                      </a:moveTo>
                      <a:cubicBezTo>
                        <a:pt x="363" y="0"/>
                        <a:pt x="0" y="896"/>
                        <a:pt x="520" y="1416"/>
                      </a:cubicBezTo>
                      <a:cubicBezTo>
                        <a:pt x="687" y="1583"/>
                        <a:pt x="893" y="1657"/>
                        <a:pt x="1096" y="1657"/>
                      </a:cubicBezTo>
                      <a:cubicBezTo>
                        <a:pt x="1523" y="1657"/>
                        <a:pt x="1936" y="1324"/>
                        <a:pt x="1936" y="823"/>
                      </a:cubicBezTo>
                      <a:cubicBezTo>
                        <a:pt x="1936" y="363"/>
                        <a:pt x="1561" y="0"/>
                        <a:pt x="111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4" name="Google Shape;11433;p128">
                <a:extLst>
                  <a:ext uri="{FF2B5EF4-FFF2-40B4-BE49-F238E27FC236}">
                    <a16:creationId xmlns:a16="http://schemas.microsoft.com/office/drawing/2014/main" id="{8DD3A28D-D4A6-C4CF-C81D-4A5F6BB77A33}"/>
                  </a:ext>
                </a:extLst>
              </p:cNvPr>
              <p:cNvGrpSpPr/>
              <p:nvPr/>
            </p:nvGrpSpPr>
            <p:grpSpPr>
              <a:xfrm>
                <a:off x="4737007" y="4004357"/>
                <a:ext cx="37870" cy="32357"/>
                <a:chOff x="4737007" y="4004357"/>
                <a:chExt cx="37870" cy="32357"/>
              </a:xfrm>
              <a:grpFill/>
            </p:grpSpPr>
            <p:sp>
              <p:nvSpPr>
                <p:cNvPr id="2738" name="Google Shape;11434;p128">
                  <a:extLst>
                    <a:ext uri="{FF2B5EF4-FFF2-40B4-BE49-F238E27FC236}">
                      <a16:creationId xmlns:a16="http://schemas.microsoft.com/office/drawing/2014/main" id="{11A4A74C-EF4C-B265-9212-1EA526689B3E}"/>
                    </a:ext>
                  </a:extLst>
                </p:cNvPr>
                <p:cNvSpPr/>
                <p:nvPr/>
              </p:nvSpPr>
              <p:spPr>
                <a:xfrm>
                  <a:off x="4737007" y="4004357"/>
                  <a:ext cx="37870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5" h="4114" extrusionOk="0">
                      <a:moveTo>
                        <a:pt x="2740" y="0"/>
                      </a:moveTo>
                      <a:cubicBezTo>
                        <a:pt x="2234" y="0"/>
                        <a:pt x="1717" y="187"/>
                        <a:pt x="1295" y="606"/>
                      </a:cubicBezTo>
                      <a:cubicBezTo>
                        <a:pt x="0" y="1900"/>
                        <a:pt x="920" y="4114"/>
                        <a:pt x="2758" y="4114"/>
                      </a:cubicBezTo>
                      <a:cubicBezTo>
                        <a:pt x="3895" y="4114"/>
                        <a:pt x="4803" y="3194"/>
                        <a:pt x="4815" y="2057"/>
                      </a:cubicBezTo>
                      <a:cubicBezTo>
                        <a:pt x="4815" y="821"/>
                        <a:pt x="3801" y="0"/>
                        <a:pt x="274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39" name="Google Shape;11435;p128">
                  <a:extLst>
                    <a:ext uri="{FF2B5EF4-FFF2-40B4-BE49-F238E27FC236}">
                      <a16:creationId xmlns:a16="http://schemas.microsoft.com/office/drawing/2014/main" id="{F6325A3D-6942-40A7-38AC-2D2AE9C71BD8}"/>
                    </a:ext>
                  </a:extLst>
                </p:cNvPr>
                <p:cNvSpPr/>
                <p:nvPr/>
              </p:nvSpPr>
              <p:spPr>
                <a:xfrm>
                  <a:off x="4752131" y="4014062"/>
                  <a:ext cx="13040" cy="13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9" extrusionOk="0">
                      <a:moveTo>
                        <a:pt x="835" y="1"/>
                      </a:moveTo>
                      <a:cubicBezTo>
                        <a:pt x="376" y="1"/>
                        <a:pt x="1" y="364"/>
                        <a:pt x="1" y="823"/>
                      </a:cubicBezTo>
                      <a:cubicBezTo>
                        <a:pt x="1" y="1283"/>
                        <a:pt x="376" y="1658"/>
                        <a:pt x="835" y="1658"/>
                      </a:cubicBezTo>
                      <a:cubicBezTo>
                        <a:pt x="1295" y="1658"/>
                        <a:pt x="1658" y="1283"/>
                        <a:pt x="1658" y="823"/>
                      </a:cubicBezTo>
                      <a:cubicBezTo>
                        <a:pt x="1658" y="364"/>
                        <a:pt x="1295" y="1"/>
                        <a:pt x="83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5" name="Google Shape;11436;p128">
                <a:extLst>
                  <a:ext uri="{FF2B5EF4-FFF2-40B4-BE49-F238E27FC236}">
                    <a16:creationId xmlns:a16="http://schemas.microsoft.com/office/drawing/2014/main" id="{A8BA8660-9A43-947D-1EC3-503C9D13126D}"/>
                  </a:ext>
                </a:extLst>
              </p:cNvPr>
              <p:cNvGrpSpPr/>
              <p:nvPr/>
            </p:nvGrpSpPr>
            <p:grpSpPr>
              <a:xfrm>
                <a:off x="4773634" y="4208627"/>
                <a:ext cx="37776" cy="32357"/>
                <a:chOff x="4773634" y="4208627"/>
                <a:chExt cx="37776" cy="32357"/>
              </a:xfrm>
              <a:grpFill/>
            </p:grpSpPr>
            <p:sp>
              <p:nvSpPr>
                <p:cNvPr id="2736" name="Google Shape;11437;p128">
                  <a:extLst>
                    <a:ext uri="{FF2B5EF4-FFF2-40B4-BE49-F238E27FC236}">
                      <a16:creationId xmlns:a16="http://schemas.microsoft.com/office/drawing/2014/main" id="{F02D3161-D1CB-BBE6-0079-9C97F6B1A691}"/>
                    </a:ext>
                  </a:extLst>
                </p:cNvPr>
                <p:cNvSpPr/>
                <p:nvPr/>
              </p:nvSpPr>
              <p:spPr>
                <a:xfrm>
                  <a:off x="4773634" y="4208627"/>
                  <a:ext cx="37776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4" extrusionOk="0">
                      <a:moveTo>
                        <a:pt x="2732" y="0"/>
                      </a:moveTo>
                      <a:cubicBezTo>
                        <a:pt x="2227" y="0"/>
                        <a:pt x="1713" y="187"/>
                        <a:pt x="1295" y="605"/>
                      </a:cubicBezTo>
                      <a:cubicBezTo>
                        <a:pt x="1" y="1900"/>
                        <a:pt x="920" y="4114"/>
                        <a:pt x="2746" y="4114"/>
                      </a:cubicBezTo>
                      <a:cubicBezTo>
                        <a:pt x="3884" y="4114"/>
                        <a:pt x="4803" y="3194"/>
                        <a:pt x="4803" y="2057"/>
                      </a:cubicBezTo>
                      <a:cubicBezTo>
                        <a:pt x="4803" y="821"/>
                        <a:pt x="3789" y="0"/>
                        <a:pt x="273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37" name="Google Shape;11438;p128">
                  <a:extLst>
                    <a:ext uri="{FF2B5EF4-FFF2-40B4-BE49-F238E27FC236}">
                      <a16:creationId xmlns:a16="http://schemas.microsoft.com/office/drawing/2014/main" id="{029CDCCD-21B0-69D8-D515-E69B2D302917}"/>
                    </a:ext>
                  </a:extLst>
                </p:cNvPr>
                <p:cNvSpPr/>
                <p:nvPr/>
              </p:nvSpPr>
              <p:spPr>
                <a:xfrm>
                  <a:off x="4788664" y="4218332"/>
                  <a:ext cx="13048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58" extrusionOk="0">
                      <a:moveTo>
                        <a:pt x="835" y="0"/>
                      </a:moveTo>
                      <a:cubicBezTo>
                        <a:pt x="376" y="0"/>
                        <a:pt x="1" y="363"/>
                        <a:pt x="1" y="823"/>
                      </a:cubicBezTo>
                      <a:cubicBezTo>
                        <a:pt x="1" y="1283"/>
                        <a:pt x="376" y="1658"/>
                        <a:pt x="835" y="1658"/>
                      </a:cubicBezTo>
                      <a:cubicBezTo>
                        <a:pt x="1295" y="1658"/>
                        <a:pt x="1658" y="1283"/>
                        <a:pt x="1658" y="823"/>
                      </a:cubicBezTo>
                      <a:cubicBezTo>
                        <a:pt x="1658" y="363"/>
                        <a:pt x="1295" y="0"/>
                        <a:pt x="83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6" name="Google Shape;11439;p128">
                <a:extLst>
                  <a:ext uri="{FF2B5EF4-FFF2-40B4-BE49-F238E27FC236}">
                    <a16:creationId xmlns:a16="http://schemas.microsoft.com/office/drawing/2014/main" id="{8E3853E7-6637-D149-E3DB-2002F008F773}"/>
                  </a:ext>
                </a:extLst>
              </p:cNvPr>
              <p:cNvGrpSpPr/>
              <p:nvPr/>
            </p:nvGrpSpPr>
            <p:grpSpPr>
              <a:xfrm>
                <a:off x="4888282" y="4074764"/>
                <a:ext cx="37776" cy="32451"/>
                <a:chOff x="4888282" y="4074764"/>
                <a:chExt cx="37776" cy="32451"/>
              </a:xfrm>
              <a:grpFill/>
            </p:grpSpPr>
            <p:sp>
              <p:nvSpPr>
                <p:cNvPr id="2734" name="Google Shape;11440;p128">
                  <a:extLst>
                    <a:ext uri="{FF2B5EF4-FFF2-40B4-BE49-F238E27FC236}">
                      <a16:creationId xmlns:a16="http://schemas.microsoft.com/office/drawing/2014/main" id="{AB648F3A-108F-160A-6D7A-705EF2D2BFA9}"/>
                    </a:ext>
                  </a:extLst>
                </p:cNvPr>
                <p:cNvSpPr/>
                <p:nvPr/>
              </p:nvSpPr>
              <p:spPr>
                <a:xfrm>
                  <a:off x="4888282" y="4074764"/>
                  <a:ext cx="37776" cy="324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26" extrusionOk="0">
                      <a:moveTo>
                        <a:pt x="2730" y="0"/>
                      </a:moveTo>
                      <a:cubicBezTo>
                        <a:pt x="2226" y="0"/>
                        <a:pt x="1712" y="187"/>
                        <a:pt x="1294" y="605"/>
                      </a:cubicBezTo>
                      <a:cubicBezTo>
                        <a:pt x="0" y="1912"/>
                        <a:pt x="919" y="4125"/>
                        <a:pt x="2746" y="4125"/>
                      </a:cubicBezTo>
                      <a:cubicBezTo>
                        <a:pt x="3883" y="4125"/>
                        <a:pt x="4803" y="3206"/>
                        <a:pt x="4803" y="2069"/>
                      </a:cubicBezTo>
                      <a:cubicBezTo>
                        <a:pt x="4803" y="824"/>
                        <a:pt x="3787" y="0"/>
                        <a:pt x="273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35" name="Google Shape;11441;p128">
                  <a:extLst>
                    <a:ext uri="{FF2B5EF4-FFF2-40B4-BE49-F238E27FC236}">
                      <a16:creationId xmlns:a16="http://schemas.microsoft.com/office/drawing/2014/main" id="{593C4A39-10ED-CE6A-A26F-2CC2D4AD86A0}"/>
                    </a:ext>
                  </a:extLst>
                </p:cNvPr>
                <p:cNvSpPr/>
                <p:nvPr/>
              </p:nvSpPr>
              <p:spPr>
                <a:xfrm>
                  <a:off x="4901220" y="4084470"/>
                  <a:ext cx="15227" cy="130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6" h="1661" extrusionOk="0">
                      <a:moveTo>
                        <a:pt x="1101" y="0"/>
                      </a:moveTo>
                      <a:cubicBezTo>
                        <a:pt x="363" y="0"/>
                        <a:pt x="0" y="896"/>
                        <a:pt x="520" y="1416"/>
                      </a:cubicBezTo>
                      <a:cubicBezTo>
                        <a:pt x="689" y="1585"/>
                        <a:pt x="898" y="1660"/>
                        <a:pt x="1103" y="1660"/>
                      </a:cubicBezTo>
                      <a:cubicBezTo>
                        <a:pt x="1528" y="1660"/>
                        <a:pt x="1936" y="1333"/>
                        <a:pt x="1936" y="835"/>
                      </a:cubicBezTo>
                      <a:cubicBezTo>
                        <a:pt x="1936" y="375"/>
                        <a:pt x="1561" y="0"/>
                        <a:pt x="110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7" name="Google Shape;11442;p128">
                <a:extLst>
                  <a:ext uri="{FF2B5EF4-FFF2-40B4-BE49-F238E27FC236}">
                    <a16:creationId xmlns:a16="http://schemas.microsoft.com/office/drawing/2014/main" id="{9A52D12B-D661-E011-6FB3-EED7EE7EC682}"/>
                  </a:ext>
                </a:extLst>
              </p:cNvPr>
              <p:cNvGrpSpPr/>
              <p:nvPr/>
            </p:nvGrpSpPr>
            <p:grpSpPr>
              <a:xfrm>
                <a:off x="4901315" y="3804271"/>
                <a:ext cx="37776" cy="32364"/>
                <a:chOff x="4901315" y="3804271"/>
                <a:chExt cx="37776" cy="32364"/>
              </a:xfrm>
              <a:grpFill/>
            </p:grpSpPr>
            <p:sp>
              <p:nvSpPr>
                <p:cNvPr id="2732" name="Google Shape;11443;p128">
                  <a:extLst>
                    <a:ext uri="{FF2B5EF4-FFF2-40B4-BE49-F238E27FC236}">
                      <a16:creationId xmlns:a16="http://schemas.microsoft.com/office/drawing/2014/main" id="{63E57B9C-DFDD-C0AF-C955-08FDDE967C08}"/>
                    </a:ext>
                  </a:extLst>
                </p:cNvPr>
                <p:cNvSpPr/>
                <p:nvPr/>
              </p:nvSpPr>
              <p:spPr>
                <a:xfrm>
                  <a:off x="4901315" y="3804271"/>
                  <a:ext cx="37776" cy="323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5" extrusionOk="0">
                      <a:moveTo>
                        <a:pt x="2732" y="1"/>
                      </a:moveTo>
                      <a:cubicBezTo>
                        <a:pt x="2227" y="1"/>
                        <a:pt x="1713" y="188"/>
                        <a:pt x="1295" y="606"/>
                      </a:cubicBezTo>
                      <a:cubicBezTo>
                        <a:pt x="0" y="1901"/>
                        <a:pt x="920" y="4114"/>
                        <a:pt x="2746" y="4114"/>
                      </a:cubicBezTo>
                      <a:cubicBezTo>
                        <a:pt x="3883" y="4114"/>
                        <a:pt x="4803" y="3195"/>
                        <a:pt x="4803" y="2058"/>
                      </a:cubicBezTo>
                      <a:cubicBezTo>
                        <a:pt x="4803" y="822"/>
                        <a:pt x="3789" y="1"/>
                        <a:pt x="273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33" name="Google Shape;11444;p128">
                  <a:extLst>
                    <a:ext uri="{FF2B5EF4-FFF2-40B4-BE49-F238E27FC236}">
                      <a16:creationId xmlns:a16="http://schemas.microsoft.com/office/drawing/2014/main" id="{D214BA1A-60EE-2336-42AF-331ECFC4A94A}"/>
                    </a:ext>
                  </a:extLst>
                </p:cNvPr>
                <p:cNvSpPr/>
                <p:nvPr/>
              </p:nvSpPr>
              <p:spPr>
                <a:xfrm>
                  <a:off x="4914253" y="3813985"/>
                  <a:ext cx="15235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7" h="1658" extrusionOk="0">
                      <a:moveTo>
                        <a:pt x="1101" y="0"/>
                      </a:moveTo>
                      <a:cubicBezTo>
                        <a:pt x="363" y="0"/>
                        <a:pt x="1" y="895"/>
                        <a:pt x="521" y="1416"/>
                      </a:cubicBezTo>
                      <a:cubicBezTo>
                        <a:pt x="688" y="1583"/>
                        <a:pt x="894" y="1657"/>
                        <a:pt x="1096" y="1657"/>
                      </a:cubicBezTo>
                      <a:cubicBezTo>
                        <a:pt x="1524" y="1657"/>
                        <a:pt x="1936" y="1324"/>
                        <a:pt x="1936" y="823"/>
                      </a:cubicBezTo>
                      <a:cubicBezTo>
                        <a:pt x="1936" y="363"/>
                        <a:pt x="1561" y="0"/>
                        <a:pt x="110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8" name="Google Shape;11445;p128">
                <a:extLst>
                  <a:ext uri="{FF2B5EF4-FFF2-40B4-BE49-F238E27FC236}">
                    <a16:creationId xmlns:a16="http://schemas.microsoft.com/office/drawing/2014/main" id="{44590BC0-1062-ADF8-8F59-E90796E4CA05}"/>
                  </a:ext>
                </a:extLst>
              </p:cNvPr>
              <p:cNvGrpSpPr/>
              <p:nvPr/>
            </p:nvGrpSpPr>
            <p:grpSpPr>
              <a:xfrm>
                <a:off x="4866394" y="3715035"/>
                <a:ext cx="37846" cy="32357"/>
                <a:chOff x="4866394" y="3715035"/>
                <a:chExt cx="37846" cy="32357"/>
              </a:xfrm>
              <a:grpFill/>
            </p:grpSpPr>
            <p:sp>
              <p:nvSpPr>
                <p:cNvPr id="2730" name="Google Shape;11446;p128">
                  <a:extLst>
                    <a:ext uri="{FF2B5EF4-FFF2-40B4-BE49-F238E27FC236}">
                      <a16:creationId xmlns:a16="http://schemas.microsoft.com/office/drawing/2014/main" id="{4AA4C367-50EA-49E1-206B-A451B2C31832}"/>
                    </a:ext>
                  </a:extLst>
                </p:cNvPr>
                <p:cNvSpPr/>
                <p:nvPr/>
              </p:nvSpPr>
              <p:spPr>
                <a:xfrm>
                  <a:off x="4866394" y="3715035"/>
                  <a:ext cx="37846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2" h="4114" extrusionOk="0">
                      <a:moveTo>
                        <a:pt x="2735" y="0"/>
                      </a:moveTo>
                      <a:cubicBezTo>
                        <a:pt x="2229" y="0"/>
                        <a:pt x="1714" y="187"/>
                        <a:pt x="1295" y="606"/>
                      </a:cubicBezTo>
                      <a:cubicBezTo>
                        <a:pt x="1" y="1900"/>
                        <a:pt x="920" y="4114"/>
                        <a:pt x="2747" y="4114"/>
                      </a:cubicBezTo>
                      <a:cubicBezTo>
                        <a:pt x="3884" y="4114"/>
                        <a:pt x="4803" y="3194"/>
                        <a:pt x="4803" y="2057"/>
                      </a:cubicBezTo>
                      <a:cubicBezTo>
                        <a:pt x="4811" y="821"/>
                        <a:pt x="3794" y="0"/>
                        <a:pt x="273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31" name="Google Shape;11447;p128">
                  <a:extLst>
                    <a:ext uri="{FF2B5EF4-FFF2-40B4-BE49-F238E27FC236}">
                      <a16:creationId xmlns:a16="http://schemas.microsoft.com/office/drawing/2014/main" id="{E1B602EE-7D85-1C43-0A5B-84741122ABF7}"/>
                    </a:ext>
                  </a:extLst>
                </p:cNvPr>
                <p:cNvSpPr/>
                <p:nvPr/>
              </p:nvSpPr>
              <p:spPr>
                <a:xfrm>
                  <a:off x="4879340" y="3724646"/>
                  <a:ext cx="15227" cy="131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6" h="1666" extrusionOk="0">
                      <a:moveTo>
                        <a:pt x="1101" y="0"/>
                      </a:moveTo>
                      <a:cubicBezTo>
                        <a:pt x="363" y="0"/>
                        <a:pt x="0" y="896"/>
                        <a:pt x="520" y="1416"/>
                      </a:cubicBezTo>
                      <a:cubicBezTo>
                        <a:pt x="689" y="1589"/>
                        <a:pt x="898" y="1666"/>
                        <a:pt x="1103" y="1666"/>
                      </a:cubicBezTo>
                      <a:cubicBezTo>
                        <a:pt x="1528" y="1666"/>
                        <a:pt x="1936" y="1333"/>
                        <a:pt x="1936" y="835"/>
                      </a:cubicBezTo>
                      <a:cubicBezTo>
                        <a:pt x="1936" y="375"/>
                        <a:pt x="1561" y="0"/>
                        <a:pt x="110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9" name="Google Shape;11448;p128">
                <a:extLst>
                  <a:ext uri="{FF2B5EF4-FFF2-40B4-BE49-F238E27FC236}">
                    <a16:creationId xmlns:a16="http://schemas.microsoft.com/office/drawing/2014/main" id="{BD14AE87-6696-AB64-643B-57FFC94301F8}"/>
                  </a:ext>
                </a:extLst>
              </p:cNvPr>
              <p:cNvGrpSpPr/>
              <p:nvPr/>
            </p:nvGrpSpPr>
            <p:grpSpPr>
              <a:xfrm>
                <a:off x="4979233" y="3839798"/>
                <a:ext cx="37878" cy="32420"/>
                <a:chOff x="4979233" y="3839798"/>
                <a:chExt cx="37878" cy="32420"/>
              </a:xfrm>
              <a:grpFill/>
            </p:grpSpPr>
            <p:sp>
              <p:nvSpPr>
                <p:cNvPr id="2728" name="Google Shape;11449;p128">
                  <a:extLst>
                    <a:ext uri="{FF2B5EF4-FFF2-40B4-BE49-F238E27FC236}">
                      <a16:creationId xmlns:a16="http://schemas.microsoft.com/office/drawing/2014/main" id="{C255AD81-A494-0362-3949-10A763DFF1EA}"/>
                    </a:ext>
                  </a:extLst>
                </p:cNvPr>
                <p:cNvSpPr/>
                <p:nvPr/>
              </p:nvSpPr>
              <p:spPr>
                <a:xfrm>
                  <a:off x="4979233" y="3839798"/>
                  <a:ext cx="37878" cy="324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6" h="4122" extrusionOk="0">
                      <a:moveTo>
                        <a:pt x="2738" y="0"/>
                      </a:moveTo>
                      <a:cubicBezTo>
                        <a:pt x="2231" y="0"/>
                        <a:pt x="1715" y="190"/>
                        <a:pt x="1295" y="613"/>
                      </a:cubicBezTo>
                      <a:cubicBezTo>
                        <a:pt x="1" y="1908"/>
                        <a:pt x="920" y="4122"/>
                        <a:pt x="2759" y="4122"/>
                      </a:cubicBezTo>
                      <a:cubicBezTo>
                        <a:pt x="3884" y="4122"/>
                        <a:pt x="4803" y="3202"/>
                        <a:pt x="4815" y="2065"/>
                      </a:cubicBezTo>
                      <a:cubicBezTo>
                        <a:pt x="4807" y="823"/>
                        <a:pt x="3794" y="0"/>
                        <a:pt x="273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29" name="Google Shape;11450;p128">
                  <a:extLst>
                    <a:ext uri="{FF2B5EF4-FFF2-40B4-BE49-F238E27FC236}">
                      <a16:creationId xmlns:a16="http://schemas.microsoft.com/office/drawing/2014/main" id="{B41EE624-1222-5C76-6C2B-5294FF78F3A4}"/>
                    </a:ext>
                  </a:extLst>
                </p:cNvPr>
                <p:cNvSpPr/>
                <p:nvPr/>
              </p:nvSpPr>
              <p:spPr>
                <a:xfrm>
                  <a:off x="4994366" y="3849472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35" y="0"/>
                      </a:moveTo>
                      <a:cubicBezTo>
                        <a:pt x="375" y="0"/>
                        <a:pt x="0" y="375"/>
                        <a:pt x="0" y="835"/>
                      </a:cubicBezTo>
                      <a:cubicBezTo>
                        <a:pt x="0" y="1295"/>
                        <a:pt x="375" y="1658"/>
                        <a:pt x="835" y="1658"/>
                      </a:cubicBezTo>
                      <a:cubicBezTo>
                        <a:pt x="1282" y="1658"/>
                        <a:pt x="1657" y="1295"/>
                        <a:pt x="1657" y="835"/>
                      </a:cubicBezTo>
                      <a:cubicBezTo>
                        <a:pt x="1657" y="375"/>
                        <a:pt x="1282" y="0"/>
                        <a:pt x="83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50" name="Google Shape;11451;p128">
                <a:extLst>
                  <a:ext uri="{FF2B5EF4-FFF2-40B4-BE49-F238E27FC236}">
                    <a16:creationId xmlns:a16="http://schemas.microsoft.com/office/drawing/2014/main" id="{3DC02804-AC93-297E-2790-FAE3B9CE200B}"/>
                  </a:ext>
                </a:extLst>
              </p:cNvPr>
              <p:cNvGrpSpPr/>
              <p:nvPr/>
            </p:nvGrpSpPr>
            <p:grpSpPr>
              <a:xfrm>
                <a:off x="4790662" y="3679147"/>
                <a:ext cx="37783" cy="32380"/>
                <a:chOff x="4790662" y="3679147"/>
                <a:chExt cx="37783" cy="32380"/>
              </a:xfrm>
              <a:grpFill/>
            </p:grpSpPr>
            <p:sp>
              <p:nvSpPr>
                <p:cNvPr id="2726" name="Google Shape;11452;p128">
                  <a:extLst>
                    <a:ext uri="{FF2B5EF4-FFF2-40B4-BE49-F238E27FC236}">
                      <a16:creationId xmlns:a16="http://schemas.microsoft.com/office/drawing/2014/main" id="{049A5A60-4330-C583-E2A6-744842C1638B}"/>
                    </a:ext>
                  </a:extLst>
                </p:cNvPr>
                <p:cNvSpPr/>
                <p:nvPr/>
              </p:nvSpPr>
              <p:spPr>
                <a:xfrm>
                  <a:off x="4790662" y="3679147"/>
                  <a:ext cx="37783" cy="323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17" extrusionOk="0">
                      <a:moveTo>
                        <a:pt x="2738" y="0"/>
                      </a:moveTo>
                      <a:cubicBezTo>
                        <a:pt x="2231" y="0"/>
                        <a:pt x="1715" y="188"/>
                        <a:pt x="1295" y="608"/>
                      </a:cubicBezTo>
                      <a:cubicBezTo>
                        <a:pt x="1" y="1902"/>
                        <a:pt x="908" y="4116"/>
                        <a:pt x="2747" y="4116"/>
                      </a:cubicBezTo>
                      <a:cubicBezTo>
                        <a:pt x="3884" y="4116"/>
                        <a:pt x="4803" y="3197"/>
                        <a:pt x="4803" y="2060"/>
                      </a:cubicBezTo>
                      <a:cubicBezTo>
                        <a:pt x="4803" y="817"/>
                        <a:pt x="3793" y="0"/>
                        <a:pt x="273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27" name="Google Shape;11453;p128">
                  <a:extLst>
                    <a:ext uri="{FF2B5EF4-FFF2-40B4-BE49-F238E27FC236}">
                      <a16:creationId xmlns:a16="http://schemas.microsoft.com/office/drawing/2014/main" id="{1D9D71C6-281F-90BF-3E91-262B82285AA0}"/>
                    </a:ext>
                  </a:extLst>
                </p:cNvPr>
                <p:cNvSpPr/>
                <p:nvPr/>
              </p:nvSpPr>
              <p:spPr>
                <a:xfrm>
                  <a:off x="4803506" y="3688774"/>
                  <a:ext cx="15235" cy="13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7" h="1662" extrusionOk="0">
                      <a:moveTo>
                        <a:pt x="1114" y="1"/>
                      </a:moveTo>
                      <a:cubicBezTo>
                        <a:pt x="376" y="1"/>
                        <a:pt x="1" y="896"/>
                        <a:pt x="521" y="1416"/>
                      </a:cubicBezTo>
                      <a:cubicBezTo>
                        <a:pt x="694" y="1585"/>
                        <a:pt x="904" y="1661"/>
                        <a:pt x="1109" y="1661"/>
                      </a:cubicBezTo>
                      <a:cubicBezTo>
                        <a:pt x="1534" y="1661"/>
                        <a:pt x="1936" y="1334"/>
                        <a:pt x="1936" y="836"/>
                      </a:cubicBezTo>
                      <a:cubicBezTo>
                        <a:pt x="1936" y="376"/>
                        <a:pt x="1573" y="1"/>
                        <a:pt x="111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51" name="Google Shape;11454;p128">
                <a:extLst>
                  <a:ext uri="{FF2B5EF4-FFF2-40B4-BE49-F238E27FC236}">
                    <a16:creationId xmlns:a16="http://schemas.microsoft.com/office/drawing/2014/main" id="{71319C86-2831-A382-40D4-00F91428C3EC}"/>
                  </a:ext>
                </a:extLst>
              </p:cNvPr>
              <p:cNvGrpSpPr/>
              <p:nvPr/>
            </p:nvGrpSpPr>
            <p:grpSpPr>
              <a:xfrm>
                <a:off x="4857263" y="3557861"/>
                <a:ext cx="37776" cy="32357"/>
                <a:chOff x="4857263" y="3557861"/>
                <a:chExt cx="37776" cy="32357"/>
              </a:xfrm>
              <a:grpFill/>
            </p:grpSpPr>
            <p:sp>
              <p:nvSpPr>
                <p:cNvPr id="2724" name="Google Shape;11455;p128">
                  <a:extLst>
                    <a:ext uri="{FF2B5EF4-FFF2-40B4-BE49-F238E27FC236}">
                      <a16:creationId xmlns:a16="http://schemas.microsoft.com/office/drawing/2014/main" id="{24291C06-9598-702C-5D31-F492A2840CD4}"/>
                    </a:ext>
                  </a:extLst>
                </p:cNvPr>
                <p:cNvSpPr/>
                <p:nvPr/>
              </p:nvSpPr>
              <p:spPr>
                <a:xfrm>
                  <a:off x="4857263" y="3557861"/>
                  <a:ext cx="37776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4" extrusionOk="0">
                      <a:moveTo>
                        <a:pt x="2732" y="0"/>
                      </a:moveTo>
                      <a:cubicBezTo>
                        <a:pt x="2228" y="0"/>
                        <a:pt x="1713" y="187"/>
                        <a:pt x="1295" y="606"/>
                      </a:cubicBezTo>
                      <a:cubicBezTo>
                        <a:pt x="1" y="1900"/>
                        <a:pt x="908" y="4114"/>
                        <a:pt x="2747" y="4114"/>
                      </a:cubicBezTo>
                      <a:cubicBezTo>
                        <a:pt x="3884" y="4114"/>
                        <a:pt x="4803" y="3194"/>
                        <a:pt x="4803" y="2057"/>
                      </a:cubicBezTo>
                      <a:cubicBezTo>
                        <a:pt x="4803" y="821"/>
                        <a:pt x="3789" y="0"/>
                        <a:pt x="273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25" name="Google Shape;11456;p128">
                  <a:extLst>
                    <a:ext uri="{FF2B5EF4-FFF2-40B4-BE49-F238E27FC236}">
                      <a16:creationId xmlns:a16="http://schemas.microsoft.com/office/drawing/2014/main" id="{C3C0A235-1D5E-743F-73B7-A78F84FC73AE}"/>
                    </a:ext>
                  </a:extLst>
                </p:cNvPr>
                <p:cNvSpPr/>
                <p:nvPr/>
              </p:nvSpPr>
              <p:spPr>
                <a:xfrm>
                  <a:off x="4870106" y="3567566"/>
                  <a:ext cx="15329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9" h="1658" extrusionOk="0">
                      <a:moveTo>
                        <a:pt x="1114" y="1"/>
                      </a:moveTo>
                      <a:cubicBezTo>
                        <a:pt x="376" y="1"/>
                        <a:pt x="1" y="896"/>
                        <a:pt x="533" y="1416"/>
                      </a:cubicBezTo>
                      <a:cubicBezTo>
                        <a:pt x="700" y="1583"/>
                        <a:pt x="905" y="1658"/>
                        <a:pt x="1105" y="1658"/>
                      </a:cubicBezTo>
                      <a:cubicBezTo>
                        <a:pt x="1529" y="1658"/>
                        <a:pt x="1936" y="1324"/>
                        <a:pt x="1936" y="823"/>
                      </a:cubicBezTo>
                      <a:cubicBezTo>
                        <a:pt x="1948" y="364"/>
                        <a:pt x="1573" y="1"/>
                        <a:pt x="111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52" name="Google Shape;11457;p128">
                <a:extLst>
                  <a:ext uri="{FF2B5EF4-FFF2-40B4-BE49-F238E27FC236}">
                    <a16:creationId xmlns:a16="http://schemas.microsoft.com/office/drawing/2014/main" id="{170BE019-F534-96C5-88D3-30E70992E382}"/>
                  </a:ext>
                </a:extLst>
              </p:cNvPr>
              <p:cNvGrpSpPr/>
              <p:nvPr/>
            </p:nvGrpSpPr>
            <p:grpSpPr>
              <a:xfrm>
                <a:off x="4883902" y="3648033"/>
                <a:ext cx="37783" cy="32380"/>
                <a:chOff x="4883902" y="3648033"/>
                <a:chExt cx="37783" cy="32380"/>
              </a:xfrm>
              <a:grpFill/>
            </p:grpSpPr>
            <p:sp>
              <p:nvSpPr>
                <p:cNvPr id="2722" name="Google Shape;11458;p128">
                  <a:extLst>
                    <a:ext uri="{FF2B5EF4-FFF2-40B4-BE49-F238E27FC236}">
                      <a16:creationId xmlns:a16="http://schemas.microsoft.com/office/drawing/2014/main" id="{C9AC11D0-BF86-C896-9301-3DD9B173FE6B}"/>
                    </a:ext>
                  </a:extLst>
                </p:cNvPr>
                <p:cNvSpPr/>
                <p:nvPr/>
              </p:nvSpPr>
              <p:spPr>
                <a:xfrm>
                  <a:off x="4883902" y="3648033"/>
                  <a:ext cx="37783" cy="323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17" extrusionOk="0">
                      <a:moveTo>
                        <a:pt x="2731" y="0"/>
                      </a:moveTo>
                      <a:cubicBezTo>
                        <a:pt x="2226" y="0"/>
                        <a:pt x="1711" y="188"/>
                        <a:pt x="1295" y="608"/>
                      </a:cubicBezTo>
                      <a:cubicBezTo>
                        <a:pt x="1" y="1903"/>
                        <a:pt x="920" y="4104"/>
                        <a:pt x="2747" y="4116"/>
                      </a:cubicBezTo>
                      <a:cubicBezTo>
                        <a:pt x="3884" y="4104"/>
                        <a:pt x="4803" y="3185"/>
                        <a:pt x="4803" y="2048"/>
                      </a:cubicBezTo>
                      <a:cubicBezTo>
                        <a:pt x="4795" y="814"/>
                        <a:pt x="3783" y="0"/>
                        <a:pt x="273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23" name="Google Shape;11459;p128">
                  <a:extLst>
                    <a:ext uri="{FF2B5EF4-FFF2-40B4-BE49-F238E27FC236}">
                      <a16:creationId xmlns:a16="http://schemas.microsoft.com/office/drawing/2014/main" id="{964EF1BD-A611-BBDA-188B-95C43A09FA2C}"/>
                    </a:ext>
                  </a:extLst>
                </p:cNvPr>
                <p:cNvSpPr/>
                <p:nvPr/>
              </p:nvSpPr>
              <p:spPr>
                <a:xfrm>
                  <a:off x="4896745" y="3657668"/>
                  <a:ext cx="15329" cy="130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9" h="1654" extrusionOk="0">
                      <a:moveTo>
                        <a:pt x="1114" y="0"/>
                      </a:moveTo>
                      <a:cubicBezTo>
                        <a:pt x="376" y="0"/>
                        <a:pt x="1" y="883"/>
                        <a:pt x="533" y="1404"/>
                      </a:cubicBezTo>
                      <a:cubicBezTo>
                        <a:pt x="702" y="1577"/>
                        <a:pt x="911" y="1654"/>
                        <a:pt x="1115" y="1654"/>
                      </a:cubicBezTo>
                      <a:cubicBezTo>
                        <a:pt x="1541" y="1654"/>
                        <a:pt x="1948" y="1321"/>
                        <a:pt x="1948" y="823"/>
                      </a:cubicBezTo>
                      <a:cubicBezTo>
                        <a:pt x="1948" y="363"/>
                        <a:pt x="1573" y="0"/>
                        <a:pt x="111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53" name="Google Shape;11460;p128">
                <a:extLst>
                  <a:ext uri="{FF2B5EF4-FFF2-40B4-BE49-F238E27FC236}">
                    <a16:creationId xmlns:a16="http://schemas.microsoft.com/office/drawing/2014/main" id="{9B0D451A-AE18-647C-ED34-AB75EFB47373}"/>
                  </a:ext>
                </a:extLst>
              </p:cNvPr>
              <p:cNvGrpSpPr/>
              <p:nvPr/>
            </p:nvGrpSpPr>
            <p:grpSpPr>
              <a:xfrm>
                <a:off x="4907780" y="3347220"/>
                <a:ext cx="37878" cy="32357"/>
                <a:chOff x="4907780" y="3347220"/>
                <a:chExt cx="37878" cy="32357"/>
              </a:xfrm>
              <a:grpFill/>
            </p:grpSpPr>
            <p:sp>
              <p:nvSpPr>
                <p:cNvPr id="2720" name="Google Shape;11461;p128">
                  <a:extLst>
                    <a:ext uri="{FF2B5EF4-FFF2-40B4-BE49-F238E27FC236}">
                      <a16:creationId xmlns:a16="http://schemas.microsoft.com/office/drawing/2014/main" id="{ED815C04-DAF5-BC00-8230-A7DF5B4157BD}"/>
                    </a:ext>
                  </a:extLst>
                </p:cNvPr>
                <p:cNvSpPr/>
                <p:nvPr/>
              </p:nvSpPr>
              <p:spPr>
                <a:xfrm>
                  <a:off x="4907780" y="3347220"/>
                  <a:ext cx="37878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6" h="4114" extrusionOk="0">
                      <a:moveTo>
                        <a:pt x="2733" y="0"/>
                      </a:moveTo>
                      <a:cubicBezTo>
                        <a:pt x="2228" y="0"/>
                        <a:pt x="1714" y="187"/>
                        <a:pt x="1295" y="606"/>
                      </a:cubicBezTo>
                      <a:cubicBezTo>
                        <a:pt x="1" y="1900"/>
                        <a:pt x="920" y="4114"/>
                        <a:pt x="2759" y="4114"/>
                      </a:cubicBezTo>
                      <a:cubicBezTo>
                        <a:pt x="3884" y="4114"/>
                        <a:pt x="4803" y="3194"/>
                        <a:pt x="4815" y="2057"/>
                      </a:cubicBezTo>
                      <a:cubicBezTo>
                        <a:pt x="4807" y="821"/>
                        <a:pt x="3791" y="0"/>
                        <a:pt x="273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21" name="Google Shape;11462;p128">
                  <a:extLst>
                    <a:ext uri="{FF2B5EF4-FFF2-40B4-BE49-F238E27FC236}">
                      <a16:creationId xmlns:a16="http://schemas.microsoft.com/office/drawing/2014/main" id="{89B97063-8CE2-EE3E-D918-5F68358DDDE2}"/>
                    </a:ext>
                  </a:extLst>
                </p:cNvPr>
                <p:cNvSpPr/>
                <p:nvPr/>
              </p:nvSpPr>
              <p:spPr>
                <a:xfrm>
                  <a:off x="4922912" y="3356926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35" y="1"/>
                      </a:moveTo>
                      <a:cubicBezTo>
                        <a:pt x="375" y="1"/>
                        <a:pt x="0" y="363"/>
                        <a:pt x="0" y="823"/>
                      </a:cubicBezTo>
                      <a:cubicBezTo>
                        <a:pt x="0" y="1283"/>
                        <a:pt x="375" y="1658"/>
                        <a:pt x="835" y="1658"/>
                      </a:cubicBezTo>
                      <a:cubicBezTo>
                        <a:pt x="1283" y="1658"/>
                        <a:pt x="1658" y="1283"/>
                        <a:pt x="1658" y="823"/>
                      </a:cubicBezTo>
                      <a:cubicBezTo>
                        <a:pt x="1658" y="363"/>
                        <a:pt x="1283" y="1"/>
                        <a:pt x="83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54" name="Google Shape;11463;p128">
                <a:extLst>
                  <a:ext uri="{FF2B5EF4-FFF2-40B4-BE49-F238E27FC236}">
                    <a16:creationId xmlns:a16="http://schemas.microsoft.com/office/drawing/2014/main" id="{06272950-A9DD-398D-0766-084E2FABE926}"/>
                  </a:ext>
                </a:extLst>
              </p:cNvPr>
              <p:cNvGrpSpPr/>
              <p:nvPr/>
            </p:nvGrpSpPr>
            <p:grpSpPr>
              <a:xfrm>
                <a:off x="5065048" y="3738150"/>
                <a:ext cx="37783" cy="32364"/>
                <a:chOff x="5065048" y="3738150"/>
                <a:chExt cx="37783" cy="32364"/>
              </a:xfrm>
              <a:grpFill/>
            </p:grpSpPr>
            <p:sp>
              <p:nvSpPr>
                <p:cNvPr id="2718" name="Google Shape;11464;p128">
                  <a:extLst>
                    <a:ext uri="{FF2B5EF4-FFF2-40B4-BE49-F238E27FC236}">
                      <a16:creationId xmlns:a16="http://schemas.microsoft.com/office/drawing/2014/main" id="{CFB4D701-1207-972B-C8DE-571E959737A9}"/>
                    </a:ext>
                  </a:extLst>
                </p:cNvPr>
                <p:cNvSpPr/>
                <p:nvPr/>
              </p:nvSpPr>
              <p:spPr>
                <a:xfrm>
                  <a:off x="5065048" y="3738150"/>
                  <a:ext cx="37783" cy="323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15" extrusionOk="0">
                      <a:moveTo>
                        <a:pt x="2732" y="1"/>
                      </a:moveTo>
                      <a:cubicBezTo>
                        <a:pt x="2228" y="1"/>
                        <a:pt x="1714" y="188"/>
                        <a:pt x="1295" y="606"/>
                      </a:cubicBezTo>
                      <a:cubicBezTo>
                        <a:pt x="1" y="1900"/>
                        <a:pt x="920" y="4114"/>
                        <a:pt x="2747" y="4114"/>
                      </a:cubicBezTo>
                      <a:cubicBezTo>
                        <a:pt x="3884" y="4114"/>
                        <a:pt x="4803" y="3195"/>
                        <a:pt x="4803" y="2058"/>
                      </a:cubicBezTo>
                      <a:cubicBezTo>
                        <a:pt x="4803" y="821"/>
                        <a:pt x="3789" y="1"/>
                        <a:pt x="273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19" name="Google Shape;11465;p128">
                  <a:extLst>
                    <a:ext uri="{FF2B5EF4-FFF2-40B4-BE49-F238E27FC236}">
                      <a16:creationId xmlns:a16="http://schemas.microsoft.com/office/drawing/2014/main" id="{59399A66-5ACE-CF94-9D85-93A3C1247F92}"/>
                    </a:ext>
                  </a:extLst>
                </p:cNvPr>
                <p:cNvSpPr/>
                <p:nvPr/>
              </p:nvSpPr>
              <p:spPr>
                <a:xfrm>
                  <a:off x="5077994" y="3747761"/>
                  <a:ext cx="15227" cy="13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6" h="1662" extrusionOk="0">
                      <a:moveTo>
                        <a:pt x="1101" y="1"/>
                      </a:moveTo>
                      <a:cubicBezTo>
                        <a:pt x="363" y="1"/>
                        <a:pt x="0" y="896"/>
                        <a:pt x="520" y="1416"/>
                      </a:cubicBezTo>
                      <a:cubicBezTo>
                        <a:pt x="689" y="1585"/>
                        <a:pt x="898" y="1661"/>
                        <a:pt x="1102" y="1661"/>
                      </a:cubicBezTo>
                      <a:cubicBezTo>
                        <a:pt x="1528" y="1661"/>
                        <a:pt x="1936" y="1334"/>
                        <a:pt x="1936" y="836"/>
                      </a:cubicBezTo>
                      <a:cubicBezTo>
                        <a:pt x="1936" y="376"/>
                        <a:pt x="1561" y="1"/>
                        <a:pt x="110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55" name="Google Shape;11466;p128">
                <a:extLst>
                  <a:ext uri="{FF2B5EF4-FFF2-40B4-BE49-F238E27FC236}">
                    <a16:creationId xmlns:a16="http://schemas.microsoft.com/office/drawing/2014/main" id="{FA0110BC-2C48-944C-B8E0-AA0CF485D6CC}"/>
                  </a:ext>
                </a:extLst>
              </p:cNvPr>
              <p:cNvGrpSpPr/>
              <p:nvPr/>
            </p:nvGrpSpPr>
            <p:grpSpPr>
              <a:xfrm>
                <a:off x="5071616" y="3284615"/>
                <a:ext cx="37783" cy="32357"/>
                <a:chOff x="5071616" y="3284615"/>
                <a:chExt cx="37783" cy="32357"/>
              </a:xfrm>
              <a:grpFill/>
            </p:grpSpPr>
            <p:sp>
              <p:nvSpPr>
                <p:cNvPr id="2716" name="Google Shape;11467;p128">
                  <a:extLst>
                    <a:ext uri="{FF2B5EF4-FFF2-40B4-BE49-F238E27FC236}">
                      <a16:creationId xmlns:a16="http://schemas.microsoft.com/office/drawing/2014/main" id="{848A1727-F59D-4EED-268B-D0F5C1DF6C7D}"/>
                    </a:ext>
                  </a:extLst>
                </p:cNvPr>
                <p:cNvSpPr/>
                <p:nvPr/>
              </p:nvSpPr>
              <p:spPr>
                <a:xfrm>
                  <a:off x="5071616" y="3284615"/>
                  <a:ext cx="37783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14" extrusionOk="0">
                      <a:moveTo>
                        <a:pt x="2732" y="0"/>
                      </a:moveTo>
                      <a:cubicBezTo>
                        <a:pt x="2228" y="0"/>
                        <a:pt x="1713" y="188"/>
                        <a:pt x="1295" y="606"/>
                      </a:cubicBezTo>
                      <a:cubicBezTo>
                        <a:pt x="1" y="1900"/>
                        <a:pt x="908" y="4114"/>
                        <a:pt x="2747" y="4114"/>
                      </a:cubicBezTo>
                      <a:cubicBezTo>
                        <a:pt x="3872" y="4114"/>
                        <a:pt x="4791" y="3195"/>
                        <a:pt x="4803" y="2057"/>
                      </a:cubicBezTo>
                      <a:cubicBezTo>
                        <a:pt x="4803" y="821"/>
                        <a:pt x="3789" y="0"/>
                        <a:pt x="273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17" name="Google Shape;11468;p128">
                  <a:extLst>
                    <a:ext uri="{FF2B5EF4-FFF2-40B4-BE49-F238E27FC236}">
                      <a16:creationId xmlns:a16="http://schemas.microsoft.com/office/drawing/2014/main" id="{019F2FA2-804D-32E4-036A-4FED4C505211}"/>
                    </a:ext>
                  </a:extLst>
                </p:cNvPr>
                <p:cNvSpPr/>
                <p:nvPr/>
              </p:nvSpPr>
              <p:spPr>
                <a:xfrm>
                  <a:off x="5086646" y="3294320"/>
                  <a:ext cx="13048" cy="13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59" extrusionOk="0">
                      <a:moveTo>
                        <a:pt x="836" y="1"/>
                      </a:moveTo>
                      <a:cubicBezTo>
                        <a:pt x="376" y="1"/>
                        <a:pt x="1" y="364"/>
                        <a:pt x="1" y="823"/>
                      </a:cubicBezTo>
                      <a:cubicBezTo>
                        <a:pt x="1" y="1283"/>
                        <a:pt x="376" y="1658"/>
                        <a:pt x="836" y="1658"/>
                      </a:cubicBezTo>
                      <a:cubicBezTo>
                        <a:pt x="1283" y="1658"/>
                        <a:pt x="1658" y="1283"/>
                        <a:pt x="1658" y="823"/>
                      </a:cubicBezTo>
                      <a:cubicBezTo>
                        <a:pt x="1658" y="364"/>
                        <a:pt x="1283" y="1"/>
                        <a:pt x="83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56" name="Google Shape;11469;p128">
                <a:extLst>
                  <a:ext uri="{FF2B5EF4-FFF2-40B4-BE49-F238E27FC236}">
                    <a16:creationId xmlns:a16="http://schemas.microsoft.com/office/drawing/2014/main" id="{6DB274F8-DF71-978F-8080-FC027F6273F3}"/>
                  </a:ext>
                </a:extLst>
              </p:cNvPr>
              <p:cNvGrpSpPr/>
              <p:nvPr/>
            </p:nvGrpSpPr>
            <p:grpSpPr>
              <a:xfrm>
                <a:off x="5389291" y="3759921"/>
                <a:ext cx="37783" cy="32380"/>
                <a:chOff x="5389291" y="3759921"/>
                <a:chExt cx="37783" cy="32380"/>
              </a:xfrm>
              <a:grpFill/>
            </p:grpSpPr>
            <p:sp>
              <p:nvSpPr>
                <p:cNvPr id="2714" name="Google Shape;11470;p128">
                  <a:extLst>
                    <a:ext uri="{FF2B5EF4-FFF2-40B4-BE49-F238E27FC236}">
                      <a16:creationId xmlns:a16="http://schemas.microsoft.com/office/drawing/2014/main" id="{86EA10F6-5368-3A5F-54BA-07EA79D123F3}"/>
                    </a:ext>
                  </a:extLst>
                </p:cNvPr>
                <p:cNvSpPr/>
                <p:nvPr/>
              </p:nvSpPr>
              <p:spPr>
                <a:xfrm>
                  <a:off x="5389291" y="3759921"/>
                  <a:ext cx="37783" cy="323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17" extrusionOk="0">
                      <a:moveTo>
                        <a:pt x="2738" y="0"/>
                      </a:moveTo>
                      <a:cubicBezTo>
                        <a:pt x="2231" y="0"/>
                        <a:pt x="1715" y="188"/>
                        <a:pt x="1295" y="608"/>
                      </a:cubicBezTo>
                      <a:cubicBezTo>
                        <a:pt x="1" y="1903"/>
                        <a:pt x="920" y="4116"/>
                        <a:pt x="2747" y="4116"/>
                      </a:cubicBezTo>
                      <a:cubicBezTo>
                        <a:pt x="3884" y="4116"/>
                        <a:pt x="4803" y="3197"/>
                        <a:pt x="4803" y="2060"/>
                      </a:cubicBezTo>
                      <a:cubicBezTo>
                        <a:pt x="4803" y="817"/>
                        <a:pt x="3792" y="0"/>
                        <a:pt x="273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15" name="Google Shape;11471;p128">
                  <a:extLst>
                    <a:ext uri="{FF2B5EF4-FFF2-40B4-BE49-F238E27FC236}">
                      <a16:creationId xmlns:a16="http://schemas.microsoft.com/office/drawing/2014/main" id="{F65F383E-7B38-FE77-AFAE-A1DA183D0CF3}"/>
                    </a:ext>
                  </a:extLst>
                </p:cNvPr>
                <p:cNvSpPr/>
                <p:nvPr/>
              </p:nvSpPr>
              <p:spPr>
                <a:xfrm>
                  <a:off x="5402229" y="3769555"/>
                  <a:ext cx="15235" cy="130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7" h="1661" extrusionOk="0">
                      <a:moveTo>
                        <a:pt x="1114" y="0"/>
                      </a:moveTo>
                      <a:cubicBezTo>
                        <a:pt x="364" y="0"/>
                        <a:pt x="1" y="895"/>
                        <a:pt x="521" y="1415"/>
                      </a:cubicBezTo>
                      <a:cubicBezTo>
                        <a:pt x="690" y="1584"/>
                        <a:pt x="899" y="1660"/>
                        <a:pt x="1103" y="1660"/>
                      </a:cubicBezTo>
                      <a:cubicBezTo>
                        <a:pt x="1528" y="1660"/>
                        <a:pt x="1936" y="1333"/>
                        <a:pt x="1936" y="835"/>
                      </a:cubicBezTo>
                      <a:cubicBezTo>
                        <a:pt x="1936" y="375"/>
                        <a:pt x="1561" y="0"/>
                        <a:pt x="111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57" name="Google Shape;11472;p128">
                <a:extLst>
                  <a:ext uri="{FF2B5EF4-FFF2-40B4-BE49-F238E27FC236}">
                    <a16:creationId xmlns:a16="http://schemas.microsoft.com/office/drawing/2014/main" id="{0125A601-5D30-4175-8FB5-B9A2AB55DA38}"/>
                  </a:ext>
                </a:extLst>
              </p:cNvPr>
              <p:cNvGrpSpPr/>
              <p:nvPr/>
            </p:nvGrpSpPr>
            <p:grpSpPr>
              <a:xfrm>
                <a:off x="5431534" y="3632932"/>
                <a:ext cx="37878" cy="32451"/>
                <a:chOff x="5431534" y="3632932"/>
                <a:chExt cx="37878" cy="32451"/>
              </a:xfrm>
              <a:grpFill/>
            </p:grpSpPr>
            <p:sp>
              <p:nvSpPr>
                <p:cNvPr id="2712" name="Google Shape;11473;p128">
                  <a:extLst>
                    <a:ext uri="{FF2B5EF4-FFF2-40B4-BE49-F238E27FC236}">
                      <a16:creationId xmlns:a16="http://schemas.microsoft.com/office/drawing/2014/main" id="{CB0F7803-D1FD-DA4F-0EEF-0068CEFFAC53}"/>
                    </a:ext>
                  </a:extLst>
                </p:cNvPr>
                <p:cNvSpPr/>
                <p:nvPr/>
              </p:nvSpPr>
              <p:spPr>
                <a:xfrm>
                  <a:off x="5431534" y="3632932"/>
                  <a:ext cx="37878" cy="324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6" h="4126" extrusionOk="0">
                      <a:moveTo>
                        <a:pt x="2734" y="0"/>
                      </a:moveTo>
                      <a:cubicBezTo>
                        <a:pt x="2228" y="0"/>
                        <a:pt x="1713" y="187"/>
                        <a:pt x="1295" y="605"/>
                      </a:cubicBezTo>
                      <a:cubicBezTo>
                        <a:pt x="1" y="1899"/>
                        <a:pt x="920" y="4125"/>
                        <a:pt x="2759" y="4125"/>
                      </a:cubicBezTo>
                      <a:cubicBezTo>
                        <a:pt x="3896" y="4113"/>
                        <a:pt x="4815" y="3194"/>
                        <a:pt x="4815" y="2069"/>
                      </a:cubicBezTo>
                      <a:cubicBezTo>
                        <a:pt x="4815" y="824"/>
                        <a:pt x="3795" y="0"/>
                        <a:pt x="273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13" name="Google Shape;11474;p128">
                  <a:extLst>
                    <a:ext uri="{FF2B5EF4-FFF2-40B4-BE49-F238E27FC236}">
                      <a16:creationId xmlns:a16="http://schemas.microsoft.com/office/drawing/2014/main" id="{F11AA78F-2CEB-6101-7223-159399488215}"/>
                    </a:ext>
                  </a:extLst>
                </p:cNvPr>
                <p:cNvSpPr/>
                <p:nvPr/>
              </p:nvSpPr>
              <p:spPr>
                <a:xfrm>
                  <a:off x="5444472" y="3642638"/>
                  <a:ext cx="15235" cy="130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7" h="1661" extrusionOk="0">
                      <a:moveTo>
                        <a:pt x="1114" y="0"/>
                      </a:moveTo>
                      <a:cubicBezTo>
                        <a:pt x="376" y="0"/>
                        <a:pt x="1" y="895"/>
                        <a:pt x="521" y="1415"/>
                      </a:cubicBezTo>
                      <a:cubicBezTo>
                        <a:pt x="690" y="1584"/>
                        <a:pt x="899" y="1660"/>
                        <a:pt x="1103" y="1660"/>
                      </a:cubicBezTo>
                      <a:cubicBezTo>
                        <a:pt x="1528" y="1660"/>
                        <a:pt x="1936" y="1333"/>
                        <a:pt x="1936" y="835"/>
                      </a:cubicBezTo>
                      <a:cubicBezTo>
                        <a:pt x="1936" y="375"/>
                        <a:pt x="1573" y="0"/>
                        <a:pt x="111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58" name="Google Shape;11475;p128">
                <a:extLst>
                  <a:ext uri="{FF2B5EF4-FFF2-40B4-BE49-F238E27FC236}">
                    <a16:creationId xmlns:a16="http://schemas.microsoft.com/office/drawing/2014/main" id="{FE6E417C-6E01-C224-6198-DCE485107AD1}"/>
                  </a:ext>
                </a:extLst>
              </p:cNvPr>
              <p:cNvGrpSpPr/>
              <p:nvPr/>
            </p:nvGrpSpPr>
            <p:grpSpPr>
              <a:xfrm>
                <a:off x="5540755" y="3544829"/>
                <a:ext cx="37783" cy="32357"/>
                <a:chOff x="5540755" y="3544829"/>
                <a:chExt cx="37783" cy="32357"/>
              </a:xfrm>
              <a:grpFill/>
            </p:grpSpPr>
            <p:sp>
              <p:nvSpPr>
                <p:cNvPr id="2710" name="Google Shape;11476;p128">
                  <a:extLst>
                    <a:ext uri="{FF2B5EF4-FFF2-40B4-BE49-F238E27FC236}">
                      <a16:creationId xmlns:a16="http://schemas.microsoft.com/office/drawing/2014/main" id="{F8DEDEA0-9B29-22D1-8846-3F34F337FF7C}"/>
                    </a:ext>
                  </a:extLst>
                </p:cNvPr>
                <p:cNvSpPr/>
                <p:nvPr/>
              </p:nvSpPr>
              <p:spPr>
                <a:xfrm>
                  <a:off x="5540755" y="3544829"/>
                  <a:ext cx="37783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14" extrusionOk="0">
                      <a:moveTo>
                        <a:pt x="2732" y="0"/>
                      </a:moveTo>
                      <a:cubicBezTo>
                        <a:pt x="2228" y="0"/>
                        <a:pt x="1713" y="187"/>
                        <a:pt x="1295" y="605"/>
                      </a:cubicBezTo>
                      <a:cubicBezTo>
                        <a:pt x="1" y="1900"/>
                        <a:pt x="920" y="4114"/>
                        <a:pt x="2747" y="4114"/>
                      </a:cubicBezTo>
                      <a:cubicBezTo>
                        <a:pt x="3884" y="4114"/>
                        <a:pt x="4803" y="3194"/>
                        <a:pt x="4803" y="2057"/>
                      </a:cubicBezTo>
                      <a:cubicBezTo>
                        <a:pt x="4803" y="821"/>
                        <a:pt x="3789" y="0"/>
                        <a:pt x="273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11" name="Google Shape;11477;p128">
                  <a:extLst>
                    <a:ext uri="{FF2B5EF4-FFF2-40B4-BE49-F238E27FC236}">
                      <a16:creationId xmlns:a16="http://schemas.microsoft.com/office/drawing/2014/main" id="{A103DB4B-BEC4-ACC3-8C89-137942A5302A}"/>
                    </a:ext>
                  </a:extLst>
                </p:cNvPr>
                <p:cNvSpPr/>
                <p:nvPr/>
              </p:nvSpPr>
              <p:spPr>
                <a:xfrm>
                  <a:off x="5553693" y="3554534"/>
                  <a:ext cx="15235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7" h="1658" extrusionOk="0">
                      <a:moveTo>
                        <a:pt x="1102" y="0"/>
                      </a:moveTo>
                      <a:cubicBezTo>
                        <a:pt x="364" y="0"/>
                        <a:pt x="1" y="896"/>
                        <a:pt x="521" y="1416"/>
                      </a:cubicBezTo>
                      <a:cubicBezTo>
                        <a:pt x="688" y="1583"/>
                        <a:pt x="894" y="1658"/>
                        <a:pt x="1096" y="1658"/>
                      </a:cubicBezTo>
                      <a:cubicBezTo>
                        <a:pt x="1524" y="1658"/>
                        <a:pt x="1936" y="1324"/>
                        <a:pt x="1936" y="823"/>
                      </a:cubicBezTo>
                      <a:cubicBezTo>
                        <a:pt x="1936" y="363"/>
                        <a:pt x="1561" y="0"/>
                        <a:pt x="110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59" name="Google Shape;11478;p128">
                <a:extLst>
                  <a:ext uri="{FF2B5EF4-FFF2-40B4-BE49-F238E27FC236}">
                    <a16:creationId xmlns:a16="http://schemas.microsoft.com/office/drawing/2014/main" id="{341E8321-4B09-DC9D-00C5-A71DB7FCD6C8}"/>
                  </a:ext>
                </a:extLst>
              </p:cNvPr>
              <p:cNvGrpSpPr/>
              <p:nvPr/>
            </p:nvGrpSpPr>
            <p:grpSpPr>
              <a:xfrm>
                <a:off x="5579293" y="3412107"/>
                <a:ext cx="37776" cy="32357"/>
                <a:chOff x="5579293" y="3412107"/>
                <a:chExt cx="37776" cy="32357"/>
              </a:xfrm>
              <a:grpFill/>
            </p:grpSpPr>
            <p:sp>
              <p:nvSpPr>
                <p:cNvPr id="2708" name="Google Shape;11479;p128">
                  <a:extLst>
                    <a:ext uri="{FF2B5EF4-FFF2-40B4-BE49-F238E27FC236}">
                      <a16:creationId xmlns:a16="http://schemas.microsoft.com/office/drawing/2014/main" id="{2DA88B40-0451-DBEB-402B-C293225457AB}"/>
                    </a:ext>
                  </a:extLst>
                </p:cNvPr>
                <p:cNvSpPr/>
                <p:nvPr/>
              </p:nvSpPr>
              <p:spPr>
                <a:xfrm>
                  <a:off x="5579293" y="3412107"/>
                  <a:ext cx="37776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4" extrusionOk="0">
                      <a:moveTo>
                        <a:pt x="2732" y="0"/>
                      </a:moveTo>
                      <a:cubicBezTo>
                        <a:pt x="2227" y="0"/>
                        <a:pt x="1713" y="187"/>
                        <a:pt x="1294" y="605"/>
                      </a:cubicBezTo>
                      <a:cubicBezTo>
                        <a:pt x="0" y="1900"/>
                        <a:pt x="919" y="4114"/>
                        <a:pt x="2746" y="4114"/>
                      </a:cubicBezTo>
                      <a:cubicBezTo>
                        <a:pt x="3883" y="4114"/>
                        <a:pt x="4802" y="3194"/>
                        <a:pt x="4802" y="2057"/>
                      </a:cubicBezTo>
                      <a:cubicBezTo>
                        <a:pt x="4802" y="821"/>
                        <a:pt x="3788" y="0"/>
                        <a:pt x="273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09" name="Google Shape;11480;p128">
                  <a:extLst>
                    <a:ext uri="{FF2B5EF4-FFF2-40B4-BE49-F238E27FC236}">
                      <a16:creationId xmlns:a16="http://schemas.microsoft.com/office/drawing/2014/main" id="{58A32F55-F65D-09B5-84D9-F98DB8FD6D81}"/>
                    </a:ext>
                  </a:extLst>
                </p:cNvPr>
                <p:cNvSpPr/>
                <p:nvPr/>
              </p:nvSpPr>
              <p:spPr>
                <a:xfrm>
                  <a:off x="5594418" y="3421812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23" y="1"/>
                      </a:moveTo>
                      <a:cubicBezTo>
                        <a:pt x="375" y="1"/>
                        <a:pt x="0" y="363"/>
                        <a:pt x="0" y="823"/>
                      </a:cubicBezTo>
                      <a:cubicBezTo>
                        <a:pt x="0" y="1283"/>
                        <a:pt x="375" y="1658"/>
                        <a:pt x="823" y="1658"/>
                      </a:cubicBezTo>
                      <a:cubicBezTo>
                        <a:pt x="1283" y="1658"/>
                        <a:pt x="1658" y="1283"/>
                        <a:pt x="1658" y="823"/>
                      </a:cubicBezTo>
                      <a:cubicBezTo>
                        <a:pt x="1658" y="363"/>
                        <a:pt x="1283" y="1"/>
                        <a:pt x="82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60" name="Google Shape;11481;p128">
                <a:extLst>
                  <a:ext uri="{FF2B5EF4-FFF2-40B4-BE49-F238E27FC236}">
                    <a16:creationId xmlns:a16="http://schemas.microsoft.com/office/drawing/2014/main" id="{F47D3577-C6F6-A8C1-E420-DC80114E6C86}"/>
                  </a:ext>
                </a:extLst>
              </p:cNvPr>
              <p:cNvGrpSpPr/>
              <p:nvPr/>
            </p:nvGrpSpPr>
            <p:grpSpPr>
              <a:xfrm>
                <a:off x="5801346" y="3284615"/>
                <a:ext cx="37783" cy="32357"/>
                <a:chOff x="5801346" y="3284615"/>
                <a:chExt cx="37783" cy="32357"/>
              </a:xfrm>
              <a:grpFill/>
            </p:grpSpPr>
            <p:sp>
              <p:nvSpPr>
                <p:cNvPr id="2706" name="Google Shape;11482;p128">
                  <a:extLst>
                    <a:ext uri="{FF2B5EF4-FFF2-40B4-BE49-F238E27FC236}">
                      <a16:creationId xmlns:a16="http://schemas.microsoft.com/office/drawing/2014/main" id="{DDA9C92D-105C-1615-4B2D-A045DCAE0B84}"/>
                    </a:ext>
                  </a:extLst>
                </p:cNvPr>
                <p:cNvSpPr/>
                <p:nvPr/>
              </p:nvSpPr>
              <p:spPr>
                <a:xfrm>
                  <a:off x="5801346" y="3284615"/>
                  <a:ext cx="37783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14" extrusionOk="0">
                      <a:moveTo>
                        <a:pt x="2732" y="0"/>
                      </a:moveTo>
                      <a:cubicBezTo>
                        <a:pt x="2228" y="0"/>
                        <a:pt x="1714" y="188"/>
                        <a:pt x="1295" y="606"/>
                      </a:cubicBezTo>
                      <a:cubicBezTo>
                        <a:pt x="1" y="1900"/>
                        <a:pt x="920" y="4114"/>
                        <a:pt x="2759" y="4114"/>
                      </a:cubicBezTo>
                      <a:cubicBezTo>
                        <a:pt x="3884" y="4114"/>
                        <a:pt x="4803" y="3195"/>
                        <a:pt x="4803" y="2057"/>
                      </a:cubicBezTo>
                      <a:cubicBezTo>
                        <a:pt x="4803" y="821"/>
                        <a:pt x="3789" y="0"/>
                        <a:pt x="273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07" name="Google Shape;11483;p128">
                  <a:extLst>
                    <a:ext uri="{FF2B5EF4-FFF2-40B4-BE49-F238E27FC236}">
                      <a16:creationId xmlns:a16="http://schemas.microsoft.com/office/drawing/2014/main" id="{C9AD4D8F-8C62-5519-AE0D-8BAA2BC94138}"/>
                    </a:ext>
                  </a:extLst>
                </p:cNvPr>
                <p:cNvSpPr/>
                <p:nvPr/>
              </p:nvSpPr>
              <p:spPr>
                <a:xfrm>
                  <a:off x="5816478" y="3294320"/>
                  <a:ext cx="13040" cy="13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9" extrusionOk="0">
                      <a:moveTo>
                        <a:pt x="835" y="1"/>
                      </a:moveTo>
                      <a:cubicBezTo>
                        <a:pt x="375" y="1"/>
                        <a:pt x="0" y="364"/>
                        <a:pt x="0" y="823"/>
                      </a:cubicBezTo>
                      <a:cubicBezTo>
                        <a:pt x="0" y="1283"/>
                        <a:pt x="375" y="1658"/>
                        <a:pt x="835" y="1658"/>
                      </a:cubicBezTo>
                      <a:cubicBezTo>
                        <a:pt x="1283" y="1658"/>
                        <a:pt x="1658" y="1283"/>
                        <a:pt x="1658" y="823"/>
                      </a:cubicBezTo>
                      <a:cubicBezTo>
                        <a:pt x="1658" y="364"/>
                        <a:pt x="1283" y="1"/>
                        <a:pt x="83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61" name="Google Shape;11484;p128">
                <a:extLst>
                  <a:ext uri="{FF2B5EF4-FFF2-40B4-BE49-F238E27FC236}">
                    <a16:creationId xmlns:a16="http://schemas.microsoft.com/office/drawing/2014/main" id="{5CB8382D-E5BE-5949-5D70-D02C058B50AB}"/>
                  </a:ext>
                </a:extLst>
              </p:cNvPr>
              <p:cNvGrpSpPr/>
              <p:nvPr/>
            </p:nvGrpSpPr>
            <p:grpSpPr>
              <a:xfrm>
                <a:off x="5763578" y="3399067"/>
                <a:ext cx="37776" cy="32364"/>
                <a:chOff x="5763578" y="3399067"/>
                <a:chExt cx="37776" cy="32364"/>
              </a:xfrm>
              <a:grpFill/>
            </p:grpSpPr>
            <p:sp>
              <p:nvSpPr>
                <p:cNvPr id="2704" name="Google Shape;11485;p128">
                  <a:extLst>
                    <a:ext uri="{FF2B5EF4-FFF2-40B4-BE49-F238E27FC236}">
                      <a16:creationId xmlns:a16="http://schemas.microsoft.com/office/drawing/2014/main" id="{F0A9EFCC-E928-B21E-4A3E-1E44CBFA975E}"/>
                    </a:ext>
                  </a:extLst>
                </p:cNvPr>
                <p:cNvSpPr/>
                <p:nvPr/>
              </p:nvSpPr>
              <p:spPr>
                <a:xfrm>
                  <a:off x="5763578" y="3399067"/>
                  <a:ext cx="37776" cy="323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5" extrusionOk="0">
                      <a:moveTo>
                        <a:pt x="2732" y="1"/>
                      </a:moveTo>
                      <a:cubicBezTo>
                        <a:pt x="2227" y="1"/>
                        <a:pt x="1713" y="188"/>
                        <a:pt x="1295" y="606"/>
                      </a:cubicBezTo>
                      <a:cubicBezTo>
                        <a:pt x="0" y="1901"/>
                        <a:pt x="920" y="4114"/>
                        <a:pt x="2746" y="4114"/>
                      </a:cubicBezTo>
                      <a:cubicBezTo>
                        <a:pt x="3884" y="4114"/>
                        <a:pt x="4803" y="3195"/>
                        <a:pt x="4803" y="2058"/>
                      </a:cubicBezTo>
                      <a:cubicBezTo>
                        <a:pt x="4803" y="822"/>
                        <a:pt x="3789" y="1"/>
                        <a:pt x="273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05" name="Google Shape;11486;p128">
                  <a:extLst>
                    <a:ext uri="{FF2B5EF4-FFF2-40B4-BE49-F238E27FC236}">
                      <a16:creationId xmlns:a16="http://schemas.microsoft.com/office/drawing/2014/main" id="{648722A7-92A8-BE4A-C142-084F6AFF6225}"/>
                    </a:ext>
                  </a:extLst>
                </p:cNvPr>
                <p:cNvSpPr/>
                <p:nvPr/>
              </p:nvSpPr>
              <p:spPr>
                <a:xfrm>
                  <a:off x="5776516" y="3408780"/>
                  <a:ext cx="15235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7" h="1658" extrusionOk="0">
                      <a:moveTo>
                        <a:pt x="1101" y="0"/>
                      </a:moveTo>
                      <a:cubicBezTo>
                        <a:pt x="364" y="0"/>
                        <a:pt x="1" y="895"/>
                        <a:pt x="521" y="1416"/>
                      </a:cubicBezTo>
                      <a:cubicBezTo>
                        <a:pt x="688" y="1583"/>
                        <a:pt x="894" y="1657"/>
                        <a:pt x="1096" y="1657"/>
                      </a:cubicBezTo>
                      <a:cubicBezTo>
                        <a:pt x="1524" y="1657"/>
                        <a:pt x="1936" y="1324"/>
                        <a:pt x="1936" y="823"/>
                      </a:cubicBezTo>
                      <a:cubicBezTo>
                        <a:pt x="1936" y="363"/>
                        <a:pt x="1561" y="0"/>
                        <a:pt x="110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62" name="Google Shape;11487;p128">
                <a:extLst>
                  <a:ext uri="{FF2B5EF4-FFF2-40B4-BE49-F238E27FC236}">
                    <a16:creationId xmlns:a16="http://schemas.microsoft.com/office/drawing/2014/main" id="{4B77B331-FF80-B0BF-A00E-7ACACC9760FF}"/>
                  </a:ext>
                </a:extLst>
              </p:cNvPr>
              <p:cNvGrpSpPr/>
              <p:nvPr/>
            </p:nvGrpSpPr>
            <p:grpSpPr>
              <a:xfrm>
                <a:off x="5395858" y="3230952"/>
                <a:ext cx="37776" cy="32364"/>
                <a:chOff x="5395858" y="3230952"/>
                <a:chExt cx="37776" cy="32364"/>
              </a:xfrm>
              <a:grpFill/>
            </p:grpSpPr>
            <p:sp>
              <p:nvSpPr>
                <p:cNvPr id="2702" name="Google Shape;11488;p128">
                  <a:extLst>
                    <a:ext uri="{FF2B5EF4-FFF2-40B4-BE49-F238E27FC236}">
                      <a16:creationId xmlns:a16="http://schemas.microsoft.com/office/drawing/2014/main" id="{E2268739-38E6-2C3D-0EFF-9DE827507540}"/>
                    </a:ext>
                  </a:extLst>
                </p:cNvPr>
                <p:cNvSpPr/>
                <p:nvPr/>
              </p:nvSpPr>
              <p:spPr>
                <a:xfrm>
                  <a:off x="5395858" y="3230952"/>
                  <a:ext cx="37776" cy="323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5" extrusionOk="0">
                      <a:moveTo>
                        <a:pt x="2732" y="1"/>
                      </a:moveTo>
                      <a:cubicBezTo>
                        <a:pt x="2227" y="1"/>
                        <a:pt x="1713" y="188"/>
                        <a:pt x="1295" y="606"/>
                      </a:cubicBezTo>
                      <a:cubicBezTo>
                        <a:pt x="0" y="1901"/>
                        <a:pt x="920" y="4114"/>
                        <a:pt x="2746" y="4114"/>
                      </a:cubicBezTo>
                      <a:cubicBezTo>
                        <a:pt x="3883" y="4114"/>
                        <a:pt x="4803" y="3195"/>
                        <a:pt x="4803" y="2058"/>
                      </a:cubicBezTo>
                      <a:cubicBezTo>
                        <a:pt x="4803" y="822"/>
                        <a:pt x="3789" y="1"/>
                        <a:pt x="273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03" name="Google Shape;11489;p128">
                  <a:extLst>
                    <a:ext uri="{FF2B5EF4-FFF2-40B4-BE49-F238E27FC236}">
                      <a16:creationId xmlns:a16="http://schemas.microsoft.com/office/drawing/2014/main" id="{0B3287A5-3762-1D6D-20F0-5C83012FD9B8}"/>
                    </a:ext>
                  </a:extLst>
                </p:cNvPr>
                <p:cNvSpPr/>
                <p:nvPr/>
              </p:nvSpPr>
              <p:spPr>
                <a:xfrm>
                  <a:off x="5408702" y="3240571"/>
                  <a:ext cx="15227" cy="130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6" h="1661" extrusionOk="0">
                      <a:moveTo>
                        <a:pt x="1113" y="0"/>
                      </a:moveTo>
                      <a:cubicBezTo>
                        <a:pt x="375" y="0"/>
                        <a:pt x="0" y="895"/>
                        <a:pt x="521" y="1416"/>
                      </a:cubicBezTo>
                      <a:cubicBezTo>
                        <a:pt x="690" y="1585"/>
                        <a:pt x="898" y="1660"/>
                        <a:pt x="1103" y="1660"/>
                      </a:cubicBezTo>
                      <a:cubicBezTo>
                        <a:pt x="1528" y="1660"/>
                        <a:pt x="1936" y="1333"/>
                        <a:pt x="1936" y="835"/>
                      </a:cubicBezTo>
                      <a:cubicBezTo>
                        <a:pt x="1936" y="375"/>
                        <a:pt x="1561" y="0"/>
                        <a:pt x="111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63" name="Google Shape;11490;p128">
                <a:extLst>
                  <a:ext uri="{FF2B5EF4-FFF2-40B4-BE49-F238E27FC236}">
                    <a16:creationId xmlns:a16="http://schemas.microsoft.com/office/drawing/2014/main" id="{9A5E1AAC-F9CC-0271-FD90-C850A3406AE8}"/>
                  </a:ext>
                </a:extLst>
              </p:cNvPr>
              <p:cNvGrpSpPr/>
              <p:nvPr/>
            </p:nvGrpSpPr>
            <p:grpSpPr>
              <a:xfrm>
                <a:off x="5264088" y="3188237"/>
                <a:ext cx="37776" cy="32357"/>
                <a:chOff x="5264088" y="3188237"/>
                <a:chExt cx="37776" cy="32357"/>
              </a:xfrm>
              <a:grpFill/>
            </p:grpSpPr>
            <p:sp>
              <p:nvSpPr>
                <p:cNvPr id="2700" name="Google Shape;11491;p128">
                  <a:extLst>
                    <a:ext uri="{FF2B5EF4-FFF2-40B4-BE49-F238E27FC236}">
                      <a16:creationId xmlns:a16="http://schemas.microsoft.com/office/drawing/2014/main" id="{EA85BD53-D89F-DEF4-15E0-6580C5A42BFD}"/>
                    </a:ext>
                  </a:extLst>
                </p:cNvPr>
                <p:cNvSpPr/>
                <p:nvPr/>
              </p:nvSpPr>
              <p:spPr>
                <a:xfrm>
                  <a:off x="5264088" y="3188237"/>
                  <a:ext cx="37776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4" extrusionOk="0">
                      <a:moveTo>
                        <a:pt x="2732" y="0"/>
                      </a:moveTo>
                      <a:cubicBezTo>
                        <a:pt x="2227" y="0"/>
                        <a:pt x="1713" y="188"/>
                        <a:pt x="1295" y="606"/>
                      </a:cubicBezTo>
                      <a:cubicBezTo>
                        <a:pt x="0" y="1900"/>
                        <a:pt x="920" y="4114"/>
                        <a:pt x="2746" y="4114"/>
                      </a:cubicBezTo>
                      <a:cubicBezTo>
                        <a:pt x="3883" y="4114"/>
                        <a:pt x="4803" y="3195"/>
                        <a:pt x="4803" y="2057"/>
                      </a:cubicBezTo>
                      <a:cubicBezTo>
                        <a:pt x="4803" y="821"/>
                        <a:pt x="3789" y="0"/>
                        <a:pt x="273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01" name="Google Shape;11492;p128">
                  <a:extLst>
                    <a:ext uri="{FF2B5EF4-FFF2-40B4-BE49-F238E27FC236}">
                      <a16:creationId xmlns:a16="http://schemas.microsoft.com/office/drawing/2014/main" id="{BCB3B9EE-B843-E815-1D88-2820B07B7B8F}"/>
                    </a:ext>
                  </a:extLst>
                </p:cNvPr>
                <p:cNvSpPr/>
                <p:nvPr/>
              </p:nvSpPr>
              <p:spPr>
                <a:xfrm>
                  <a:off x="5279212" y="3197943"/>
                  <a:ext cx="13048" cy="13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59" extrusionOk="0">
                      <a:moveTo>
                        <a:pt x="823" y="1"/>
                      </a:moveTo>
                      <a:cubicBezTo>
                        <a:pt x="364" y="1"/>
                        <a:pt x="1" y="376"/>
                        <a:pt x="1" y="823"/>
                      </a:cubicBezTo>
                      <a:cubicBezTo>
                        <a:pt x="1" y="1283"/>
                        <a:pt x="364" y="1658"/>
                        <a:pt x="823" y="1658"/>
                      </a:cubicBezTo>
                      <a:cubicBezTo>
                        <a:pt x="1283" y="1658"/>
                        <a:pt x="1658" y="1283"/>
                        <a:pt x="1658" y="823"/>
                      </a:cubicBezTo>
                      <a:cubicBezTo>
                        <a:pt x="1658" y="376"/>
                        <a:pt x="1283" y="1"/>
                        <a:pt x="82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64" name="Google Shape;11493;p128">
                <a:extLst>
                  <a:ext uri="{FF2B5EF4-FFF2-40B4-BE49-F238E27FC236}">
                    <a16:creationId xmlns:a16="http://schemas.microsoft.com/office/drawing/2014/main" id="{5C16B02A-2537-4A3C-A2C4-58D9EB8BC51E}"/>
                  </a:ext>
                </a:extLst>
              </p:cNvPr>
              <p:cNvGrpSpPr/>
              <p:nvPr/>
            </p:nvGrpSpPr>
            <p:grpSpPr>
              <a:xfrm>
                <a:off x="5585758" y="3237425"/>
                <a:ext cx="37878" cy="32357"/>
                <a:chOff x="5585758" y="3237425"/>
                <a:chExt cx="37878" cy="32357"/>
              </a:xfrm>
              <a:grpFill/>
            </p:grpSpPr>
            <p:sp>
              <p:nvSpPr>
                <p:cNvPr id="2698" name="Google Shape;11494;p128">
                  <a:extLst>
                    <a:ext uri="{FF2B5EF4-FFF2-40B4-BE49-F238E27FC236}">
                      <a16:creationId xmlns:a16="http://schemas.microsoft.com/office/drawing/2014/main" id="{AFFFECD2-C8B0-4381-7370-9F666170A582}"/>
                    </a:ext>
                  </a:extLst>
                </p:cNvPr>
                <p:cNvSpPr/>
                <p:nvPr/>
              </p:nvSpPr>
              <p:spPr>
                <a:xfrm>
                  <a:off x="5585758" y="3237425"/>
                  <a:ext cx="37878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6" h="4114" extrusionOk="0">
                      <a:moveTo>
                        <a:pt x="2744" y="0"/>
                      </a:moveTo>
                      <a:cubicBezTo>
                        <a:pt x="2240" y="0"/>
                        <a:pt x="1725" y="188"/>
                        <a:pt x="1307" y="606"/>
                      </a:cubicBezTo>
                      <a:cubicBezTo>
                        <a:pt x="1" y="1900"/>
                        <a:pt x="920" y="4114"/>
                        <a:pt x="2759" y="4114"/>
                      </a:cubicBezTo>
                      <a:cubicBezTo>
                        <a:pt x="3896" y="4114"/>
                        <a:pt x="4815" y="3195"/>
                        <a:pt x="4815" y="2057"/>
                      </a:cubicBezTo>
                      <a:cubicBezTo>
                        <a:pt x="4815" y="821"/>
                        <a:pt x="3801" y="0"/>
                        <a:pt x="274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99" name="Google Shape;11495;p128">
                  <a:extLst>
                    <a:ext uri="{FF2B5EF4-FFF2-40B4-BE49-F238E27FC236}">
                      <a16:creationId xmlns:a16="http://schemas.microsoft.com/office/drawing/2014/main" id="{EE4EE238-F8E0-752F-A61E-FB6B8F0A860C}"/>
                    </a:ext>
                  </a:extLst>
                </p:cNvPr>
                <p:cNvSpPr/>
                <p:nvPr/>
              </p:nvSpPr>
              <p:spPr>
                <a:xfrm>
                  <a:off x="5598696" y="3247130"/>
                  <a:ext cx="15235" cy="13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7" h="1659" extrusionOk="0">
                      <a:moveTo>
                        <a:pt x="1114" y="1"/>
                      </a:moveTo>
                      <a:cubicBezTo>
                        <a:pt x="376" y="1"/>
                        <a:pt x="1" y="896"/>
                        <a:pt x="521" y="1416"/>
                      </a:cubicBezTo>
                      <a:cubicBezTo>
                        <a:pt x="692" y="1583"/>
                        <a:pt x="899" y="1658"/>
                        <a:pt x="1102" y="1658"/>
                      </a:cubicBezTo>
                      <a:cubicBezTo>
                        <a:pt x="1529" y="1658"/>
                        <a:pt x="1936" y="1324"/>
                        <a:pt x="1936" y="823"/>
                      </a:cubicBezTo>
                      <a:cubicBezTo>
                        <a:pt x="1936" y="376"/>
                        <a:pt x="1573" y="1"/>
                        <a:pt x="111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65" name="Google Shape;11496;p128">
                <a:extLst>
                  <a:ext uri="{FF2B5EF4-FFF2-40B4-BE49-F238E27FC236}">
                    <a16:creationId xmlns:a16="http://schemas.microsoft.com/office/drawing/2014/main" id="{A2599E42-E1C9-B6A0-D7D2-3934A838A92B}"/>
                  </a:ext>
                </a:extLst>
              </p:cNvPr>
              <p:cNvGrpSpPr/>
              <p:nvPr/>
            </p:nvGrpSpPr>
            <p:grpSpPr>
              <a:xfrm>
                <a:off x="4874196" y="3291088"/>
                <a:ext cx="37878" cy="32451"/>
                <a:chOff x="4874196" y="3291088"/>
                <a:chExt cx="37878" cy="32451"/>
              </a:xfrm>
              <a:grpFill/>
            </p:grpSpPr>
            <p:sp>
              <p:nvSpPr>
                <p:cNvPr id="2696" name="Google Shape;11497;p128">
                  <a:extLst>
                    <a:ext uri="{FF2B5EF4-FFF2-40B4-BE49-F238E27FC236}">
                      <a16:creationId xmlns:a16="http://schemas.microsoft.com/office/drawing/2014/main" id="{BEC31AFE-7C98-ADBF-EDB3-E836A0F6F82E}"/>
                    </a:ext>
                  </a:extLst>
                </p:cNvPr>
                <p:cNvSpPr/>
                <p:nvPr/>
              </p:nvSpPr>
              <p:spPr>
                <a:xfrm>
                  <a:off x="4874196" y="3291088"/>
                  <a:ext cx="37878" cy="324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6" h="4126" extrusionOk="0">
                      <a:moveTo>
                        <a:pt x="2739" y="0"/>
                      </a:moveTo>
                      <a:cubicBezTo>
                        <a:pt x="2233" y="0"/>
                        <a:pt x="1717" y="188"/>
                        <a:pt x="1295" y="605"/>
                      </a:cubicBezTo>
                      <a:cubicBezTo>
                        <a:pt x="1" y="1900"/>
                        <a:pt x="920" y="4126"/>
                        <a:pt x="2759" y="4126"/>
                      </a:cubicBezTo>
                      <a:cubicBezTo>
                        <a:pt x="3884" y="4113"/>
                        <a:pt x="4803" y="3206"/>
                        <a:pt x="4815" y="2069"/>
                      </a:cubicBezTo>
                      <a:cubicBezTo>
                        <a:pt x="4815" y="824"/>
                        <a:pt x="3800" y="0"/>
                        <a:pt x="273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97" name="Google Shape;11498;p128">
                  <a:extLst>
                    <a:ext uri="{FF2B5EF4-FFF2-40B4-BE49-F238E27FC236}">
                      <a16:creationId xmlns:a16="http://schemas.microsoft.com/office/drawing/2014/main" id="{93E0D021-7EEE-0DBB-3BC8-52D86C3107ED}"/>
                    </a:ext>
                  </a:extLst>
                </p:cNvPr>
                <p:cNvSpPr/>
                <p:nvPr/>
              </p:nvSpPr>
              <p:spPr>
                <a:xfrm>
                  <a:off x="4889328" y="3300793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35" y="0"/>
                      </a:moveTo>
                      <a:cubicBezTo>
                        <a:pt x="375" y="0"/>
                        <a:pt x="0" y="375"/>
                        <a:pt x="0" y="835"/>
                      </a:cubicBezTo>
                      <a:cubicBezTo>
                        <a:pt x="0" y="1283"/>
                        <a:pt x="375" y="1658"/>
                        <a:pt x="835" y="1658"/>
                      </a:cubicBezTo>
                      <a:cubicBezTo>
                        <a:pt x="1295" y="1658"/>
                        <a:pt x="1657" y="1283"/>
                        <a:pt x="1657" y="835"/>
                      </a:cubicBezTo>
                      <a:cubicBezTo>
                        <a:pt x="1657" y="375"/>
                        <a:pt x="1295" y="0"/>
                        <a:pt x="83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66" name="Google Shape;11499;p128">
                <a:extLst>
                  <a:ext uri="{FF2B5EF4-FFF2-40B4-BE49-F238E27FC236}">
                    <a16:creationId xmlns:a16="http://schemas.microsoft.com/office/drawing/2014/main" id="{E5A91CD8-FCAC-939D-E8FA-AA01192CEEA4}"/>
                  </a:ext>
                </a:extLst>
              </p:cNvPr>
              <p:cNvGrpSpPr/>
              <p:nvPr/>
            </p:nvGrpSpPr>
            <p:grpSpPr>
              <a:xfrm>
                <a:off x="5197770" y="3785466"/>
                <a:ext cx="37783" cy="32427"/>
                <a:chOff x="5197770" y="3785466"/>
                <a:chExt cx="37783" cy="32427"/>
              </a:xfrm>
              <a:grpFill/>
            </p:grpSpPr>
            <p:sp>
              <p:nvSpPr>
                <p:cNvPr id="2694" name="Google Shape;11500;p128">
                  <a:extLst>
                    <a:ext uri="{FF2B5EF4-FFF2-40B4-BE49-F238E27FC236}">
                      <a16:creationId xmlns:a16="http://schemas.microsoft.com/office/drawing/2014/main" id="{BDD9E53D-AA49-6066-8FB8-E0C60B27F00F}"/>
                    </a:ext>
                  </a:extLst>
                </p:cNvPr>
                <p:cNvSpPr/>
                <p:nvPr/>
              </p:nvSpPr>
              <p:spPr>
                <a:xfrm>
                  <a:off x="5197770" y="3785466"/>
                  <a:ext cx="37783" cy="324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23" extrusionOk="0">
                      <a:moveTo>
                        <a:pt x="2738" y="1"/>
                      </a:moveTo>
                      <a:cubicBezTo>
                        <a:pt x="2232" y="1"/>
                        <a:pt x="1715" y="190"/>
                        <a:pt x="1295" y="614"/>
                      </a:cubicBezTo>
                      <a:cubicBezTo>
                        <a:pt x="1" y="1909"/>
                        <a:pt x="908" y="4122"/>
                        <a:pt x="2747" y="4122"/>
                      </a:cubicBezTo>
                      <a:cubicBezTo>
                        <a:pt x="3884" y="4122"/>
                        <a:pt x="4803" y="3203"/>
                        <a:pt x="4803" y="2066"/>
                      </a:cubicBezTo>
                      <a:cubicBezTo>
                        <a:pt x="4803" y="824"/>
                        <a:pt x="3793" y="1"/>
                        <a:pt x="273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95" name="Google Shape;11501;p128">
                  <a:extLst>
                    <a:ext uri="{FF2B5EF4-FFF2-40B4-BE49-F238E27FC236}">
                      <a16:creationId xmlns:a16="http://schemas.microsoft.com/office/drawing/2014/main" id="{22BB4F79-D03F-AE6C-95B4-1B3098BB52D4}"/>
                    </a:ext>
                  </a:extLst>
                </p:cNvPr>
                <p:cNvSpPr/>
                <p:nvPr/>
              </p:nvSpPr>
              <p:spPr>
                <a:xfrm>
                  <a:off x="5212808" y="3795148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35" y="0"/>
                      </a:moveTo>
                      <a:cubicBezTo>
                        <a:pt x="375" y="0"/>
                        <a:pt x="0" y="375"/>
                        <a:pt x="0" y="835"/>
                      </a:cubicBezTo>
                      <a:cubicBezTo>
                        <a:pt x="0" y="1294"/>
                        <a:pt x="375" y="1657"/>
                        <a:pt x="835" y="1657"/>
                      </a:cubicBezTo>
                      <a:cubicBezTo>
                        <a:pt x="1295" y="1657"/>
                        <a:pt x="1657" y="1294"/>
                        <a:pt x="1657" y="835"/>
                      </a:cubicBezTo>
                      <a:cubicBezTo>
                        <a:pt x="1657" y="375"/>
                        <a:pt x="1295" y="0"/>
                        <a:pt x="83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67" name="Google Shape;11502;p128">
                <a:extLst>
                  <a:ext uri="{FF2B5EF4-FFF2-40B4-BE49-F238E27FC236}">
                    <a16:creationId xmlns:a16="http://schemas.microsoft.com/office/drawing/2014/main" id="{C66B927D-DEF3-9E46-5408-D413AC8E77F6}"/>
                  </a:ext>
                </a:extLst>
              </p:cNvPr>
              <p:cNvGrpSpPr/>
              <p:nvPr/>
            </p:nvGrpSpPr>
            <p:grpSpPr>
              <a:xfrm>
                <a:off x="5177699" y="3492117"/>
                <a:ext cx="37776" cy="32357"/>
                <a:chOff x="5177699" y="3492117"/>
                <a:chExt cx="37776" cy="32357"/>
              </a:xfrm>
              <a:grpFill/>
            </p:grpSpPr>
            <p:sp>
              <p:nvSpPr>
                <p:cNvPr id="2692" name="Google Shape;11503;p128">
                  <a:extLst>
                    <a:ext uri="{FF2B5EF4-FFF2-40B4-BE49-F238E27FC236}">
                      <a16:creationId xmlns:a16="http://schemas.microsoft.com/office/drawing/2014/main" id="{D852E87B-5FB3-2BD2-9E24-A353485A5B94}"/>
                    </a:ext>
                  </a:extLst>
                </p:cNvPr>
                <p:cNvSpPr/>
                <p:nvPr/>
              </p:nvSpPr>
              <p:spPr>
                <a:xfrm>
                  <a:off x="5177699" y="3492117"/>
                  <a:ext cx="37776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4" extrusionOk="0">
                      <a:moveTo>
                        <a:pt x="2736" y="1"/>
                      </a:moveTo>
                      <a:cubicBezTo>
                        <a:pt x="2232" y="1"/>
                        <a:pt x="1717" y="188"/>
                        <a:pt x="1295" y="606"/>
                      </a:cubicBezTo>
                      <a:cubicBezTo>
                        <a:pt x="1" y="1900"/>
                        <a:pt x="920" y="4114"/>
                        <a:pt x="2746" y="4114"/>
                      </a:cubicBezTo>
                      <a:cubicBezTo>
                        <a:pt x="3884" y="4114"/>
                        <a:pt x="4803" y="3195"/>
                        <a:pt x="4803" y="2070"/>
                      </a:cubicBezTo>
                      <a:cubicBezTo>
                        <a:pt x="4803" y="824"/>
                        <a:pt x="3793" y="1"/>
                        <a:pt x="273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93" name="Google Shape;11504;p128">
                  <a:extLst>
                    <a:ext uri="{FF2B5EF4-FFF2-40B4-BE49-F238E27FC236}">
                      <a16:creationId xmlns:a16="http://schemas.microsoft.com/office/drawing/2014/main" id="{F8CA20E4-9E73-5633-8064-92D3CE8B47A2}"/>
                    </a:ext>
                  </a:extLst>
                </p:cNvPr>
                <p:cNvSpPr/>
                <p:nvPr/>
              </p:nvSpPr>
              <p:spPr>
                <a:xfrm>
                  <a:off x="5192823" y="3501823"/>
                  <a:ext cx="13048" cy="13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59" extrusionOk="0">
                      <a:moveTo>
                        <a:pt x="823" y="1"/>
                      </a:moveTo>
                      <a:cubicBezTo>
                        <a:pt x="376" y="1"/>
                        <a:pt x="1" y="364"/>
                        <a:pt x="1" y="823"/>
                      </a:cubicBezTo>
                      <a:cubicBezTo>
                        <a:pt x="1" y="1283"/>
                        <a:pt x="376" y="1658"/>
                        <a:pt x="823" y="1658"/>
                      </a:cubicBezTo>
                      <a:cubicBezTo>
                        <a:pt x="1283" y="1658"/>
                        <a:pt x="1658" y="1283"/>
                        <a:pt x="1658" y="823"/>
                      </a:cubicBezTo>
                      <a:cubicBezTo>
                        <a:pt x="1658" y="364"/>
                        <a:pt x="1283" y="1"/>
                        <a:pt x="82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68" name="Google Shape;11505;p128">
                <a:extLst>
                  <a:ext uri="{FF2B5EF4-FFF2-40B4-BE49-F238E27FC236}">
                    <a16:creationId xmlns:a16="http://schemas.microsoft.com/office/drawing/2014/main" id="{7267DFFB-79E3-CA6C-E6C2-7E51AC70D3CC}"/>
                  </a:ext>
                </a:extLst>
              </p:cNvPr>
              <p:cNvGrpSpPr/>
              <p:nvPr/>
            </p:nvGrpSpPr>
            <p:grpSpPr>
              <a:xfrm>
                <a:off x="5349431" y="3622346"/>
                <a:ext cx="37870" cy="32380"/>
                <a:chOff x="5349431" y="3622346"/>
                <a:chExt cx="37870" cy="32380"/>
              </a:xfrm>
              <a:grpFill/>
            </p:grpSpPr>
            <p:sp>
              <p:nvSpPr>
                <p:cNvPr id="2690" name="Google Shape;11506;p128">
                  <a:extLst>
                    <a:ext uri="{FF2B5EF4-FFF2-40B4-BE49-F238E27FC236}">
                      <a16:creationId xmlns:a16="http://schemas.microsoft.com/office/drawing/2014/main" id="{D70CC469-B45B-B4B5-5107-2EB7AD151EA2}"/>
                    </a:ext>
                  </a:extLst>
                </p:cNvPr>
                <p:cNvSpPr/>
                <p:nvPr/>
              </p:nvSpPr>
              <p:spPr>
                <a:xfrm>
                  <a:off x="5349431" y="3622346"/>
                  <a:ext cx="37870" cy="323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5" h="4117" extrusionOk="0">
                      <a:moveTo>
                        <a:pt x="2740" y="0"/>
                      </a:moveTo>
                      <a:cubicBezTo>
                        <a:pt x="2232" y="0"/>
                        <a:pt x="1714" y="189"/>
                        <a:pt x="1295" y="608"/>
                      </a:cubicBezTo>
                      <a:cubicBezTo>
                        <a:pt x="0" y="1903"/>
                        <a:pt x="920" y="4116"/>
                        <a:pt x="2758" y="4116"/>
                      </a:cubicBezTo>
                      <a:cubicBezTo>
                        <a:pt x="3883" y="4116"/>
                        <a:pt x="4815" y="3197"/>
                        <a:pt x="4815" y="2060"/>
                      </a:cubicBezTo>
                      <a:cubicBezTo>
                        <a:pt x="4815" y="817"/>
                        <a:pt x="3798" y="0"/>
                        <a:pt x="274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91" name="Google Shape;11507;p128">
                  <a:extLst>
                    <a:ext uri="{FF2B5EF4-FFF2-40B4-BE49-F238E27FC236}">
                      <a16:creationId xmlns:a16="http://schemas.microsoft.com/office/drawing/2014/main" id="{EBEAB1FA-805F-355B-13C6-86BB9732F636}"/>
                    </a:ext>
                  </a:extLst>
                </p:cNvPr>
                <p:cNvSpPr/>
                <p:nvPr/>
              </p:nvSpPr>
              <p:spPr>
                <a:xfrm>
                  <a:off x="5362369" y="3632075"/>
                  <a:ext cx="15227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6" h="1658" extrusionOk="0">
                      <a:moveTo>
                        <a:pt x="1134" y="0"/>
                      </a:moveTo>
                      <a:cubicBezTo>
                        <a:pt x="1127" y="0"/>
                        <a:pt x="1120" y="0"/>
                        <a:pt x="1113" y="0"/>
                      </a:cubicBezTo>
                      <a:cubicBezTo>
                        <a:pt x="363" y="0"/>
                        <a:pt x="0" y="883"/>
                        <a:pt x="521" y="1416"/>
                      </a:cubicBezTo>
                      <a:cubicBezTo>
                        <a:pt x="691" y="1583"/>
                        <a:pt x="899" y="1657"/>
                        <a:pt x="1101" y="1657"/>
                      </a:cubicBezTo>
                      <a:cubicBezTo>
                        <a:pt x="1529" y="1657"/>
                        <a:pt x="1936" y="1324"/>
                        <a:pt x="1936" y="823"/>
                      </a:cubicBezTo>
                      <a:cubicBezTo>
                        <a:pt x="1936" y="370"/>
                        <a:pt x="1573" y="0"/>
                        <a:pt x="113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69" name="Google Shape;11508;p128">
                <a:extLst>
                  <a:ext uri="{FF2B5EF4-FFF2-40B4-BE49-F238E27FC236}">
                    <a16:creationId xmlns:a16="http://schemas.microsoft.com/office/drawing/2014/main" id="{40272754-DD4D-02CE-371A-AAAD0457D62E}"/>
                  </a:ext>
                </a:extLst>
              </p:cNvPr>
              <p:cNvGrpSpPr/>
              <p:nvPr/>
            </p:nvGrpSpPr>
            <p:grpSpPr>
              <a:xfrm>
                <a:off x="5068855" y="3563980"/>
                <a:ext cx="53954" cy="46223"/>
                <a:chOff x="5068855" y="3563980"/>
                <a:chExt cx="53954" cy="46223"/>
              </a:xfrm>
              <a:grpFill/>
            </p:grpSpPr>
            <p:sp>
              <p:nvSpPr>
                <p:cNvPr id="2688" name="Google Shape;11509;p128">
                  <a:extLst>
                    <a:ext uri="{FF2B5EF4-FFF2-40B4-BE49-F238E27FC236}">
                      <a16:creationId xmlns:a16="http://schemas.microsoft.com/office/drawing/2014/main" id="{0F822FCD-2FAF-E80D-BDAF-D07AE4181A52}"/>
                    </a:ext>
                  </a:extLst>
                </p:cNvPr>
                <p:cNvSpPr/>
                <p:nvPr/>
              </p:nvSpPr>
              <p:spPr>
                <a:xfrm>
                  <a:off x="5068855" y="3563980"/>
                  <a:ext cx="53954" cy="462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60" h="5877" extrusionOk="0">
                      <a:moveTo>
                        <a:pt x="3909" y="0"/>
                      </a:moveTo>
                      <a:cubicBezTo>
                        <a:pt x="3187" y="0"/>
                        <a:pt x="2451" y="269"/>
                        <a:pt x="1852" y="868"/>
                      </a:cubicBezTo>
                      <a:cubicBezTo>
                        <a:pt x="1" y="2719"/>
                        <a:pt x="1307" y="5876"/>
                        <a:pt x="3920" y="5876"/>
                      </a:cubicBezTo>
                      <a:cubicBezTo>
                        <a:pt x="5541" y="5876"/>
                        <a:pt x="6848" y="4558"/>
                        <a:pt x="6860" y="2937"/>
                      </a:cubicBezTo>
                      <a:cubicBezTo>
                        <a:pt x="6860" y="1170"/>
                        <a:pt x="5416" y="0"/>
                        <a:pt x="390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89" name="Google Shape;11510;p128">
                  <a:extLst>
                    <a:ext uri="{FF2B5EF4-FFF2-40B4-BE49-F238E27FC236}">
                      <a16:creationId xmlns:a16="http://schemas.microsoft.com/office/drawing/2014/main" id="{9F44426B-A418-57F2-A970-959084E7B19B}"/>
                    </a:ext>
                  </a:extLst>
                </p:cNvPr>
                <p:cNvSpPr/>
                <p:nvPr/>
              </p:nvSpPr>
              <p:spPr>
                <a:xfrm>
                  <a:off x="5086268" y="3573654"/>
                  <a:ext cx="26835" cy="268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12" h="3413" extrusionOk="0">
                      <a:moveTo>
                        <a:pt x="1706" y="1"/>
                      </a:moveTo>
                      <a:cubicBezTo>
                        <a:pt x="763" y="1"/>
                        <a:pt x="1" y="763"/>
                        <a:pt x="1" y="1707"/>
                      </a:cubicBezTo>
                      <a:cubicBezTo>
                        <a:pt x="1" y="2650"/>
                        <a:pt x="763" y="3412"/>
                        <a:pt x="1706" y="3412"/>
                      </a:cubicBezTo>
                      <a:cubicBezTo>
                        <a:pt x="2650" y="3412"/>
                        <a:pt x="3412" y="2650"/>
                        <a:pt x="3412" y="1707"/>
                      </a:cubicBezTo>
                      <a:cubicBezTo>
                        <a:pt x="3412" y="763"/>
                        <a:pt x="2650" y="1"/>
                        <a:pt x="170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70" name="Google Shape;11511;p128">
                <a:extLst>
                  <a:ext uri="{FF2B5EF4-FFF2-40B4-BE49-F238E27FC236}">
                    <a16:creationId xmlns:a16="http://schemas.microsoft.com/office/drawing/2014/main" id="{BE97EDC8-227A-734B-DFD9-0D6EFE447F8B}"/>
                  </a:ext>
                </a:extLst>
              </p:cNvPr>
              <p:cNvGrpSpPr/>
              <p:nvPr/>
            </p:nvGrpSpPr>
            <p:grpSpPr>
              <a:xfrm>
                <a:off x="5037654" y="3392507"/>
                <a:ext cx="37870" cy="32451"/>
                <a:chOff x="5037654" y="3392507"/>
                <a:chExt cx="37870" cy="32451"/>
              </a:xfrm>
              <a:grpFill/>
            </p:grpSpPr>
            <p:sp>
              <p:nvSpPr>
                <p:cNvPr id="2686" name="Google Shape;11512;p128">
                  <a:extLst>
                    <a:ext uri="{FF2B5EF4-FFF2-40B4-BE49-F238E27FC236}">
                      <a16:creationId xmlns:a16="http://schemas.microsoft.com/office/drawing/2014/main" id="{CABAFC60-3D92-4ADD-AB13-C10D67599803}"/>
                    </a:ext>
                  </a:extLst>
                </p:cNvPr>
                <p:cNvSpPr/>
                <p:nvPr/>
              </p:nvSpPr>
              <p:spPr>
                <a:xfrm>
                  <a:off x="5037654" y="3392507"/>
                  <a:ext cx="37870" cy="324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5" h="4126" extrusionOk="0">
                      <a:moveTo>
                        <a:pt x="2742" y="1"/>
                      </a:moveTo>
                      <a:cubicBezTo>
                        <a:pt x="2238" y="1"/>
                        <a:pt x="1724" y="188"/>
                        <a:pt x="1307" y="606"/>
                      </a:cubicBezTo>
                      <a:cubicBezTo>
                        <a:pt x="0" y="1912"/>
                        <a:pt x="919" y="4126"/>
                        <a:pt x="2758" y="4126"/>
                      </a:cubicBezTo>
                      <a:cubicBezTo>
                        <a:pt x="3895" y="4114"/>
                        <a:pt x="4815" y="3194"/>
                        <a:pt x="4815" y="2069"/>
                      </a:cubicBezTo>
                      <a:cubicBezTo>
                        <a:pt x="4815" y="824"/>
                        <a:pt x="3799" y="1"/>
                        <a:pt x="274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87" name="Google Shape;11513;p128">
                  <a:extLst>
                    <a:ext uri="{FF2B5EF4-FFF2-40B4-BE49-F238E27FC236}">
                      <a16:creationId xmlns:a16="http://schemas.microsoft.com/office/drawing/2014/main" id="{EEA9CA18-292C-26CE-46AA-96AE7801B78F}"/>
                    </a:ext>
                  </a:extLst>
                </p:cNvPr>
                <p:cNvSpPr/>
                <p:nvPr/>
              </p:nvSpPr>
              <p:spPr>
                <a:xfrm>
                  <a:off x="5050592" y="3402213"/>
                  <a:ext cx="15227" cy="130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6" h="1661" extrusionOk="0">
                      <a:moveTo>
                        <a:pt x="1113" y="1"/>
                      </a:moveTo>
                      <a:cubicBezTo>
                        <a:pt x="375" y="1"/>
                        <a:pt x="0" y="896"/>
                        <a:pt x="520" y="1416"/>
                      </a:cubicBezTo>
                      <a:cubicBezTo>
                        <a:pt x="689" y="1585"/>
                        <a:pt x="898" y="1661"/>
                        <a:pt x="1103" y="1661"/>
                      </a:cubicBezTo>
                      <a:cubicBezTo>
                        <a:pt x="1528" y="1661"/>
                        <a:pt x="1936" y="1333"/>
                        <a:pt x="1936" y="835"/>
                      </a:cubicBezTo>
                      <a:cubicBezTo>
                        <a:pt x="1936" y="376"/>
                        <a:pt x="1573" y="1"/>
                        <a:pt x="111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71" name="Google Shape;11514;p128">
                <a:extLst>
                  <a:ext uri="{FF2B5EF4-FFF2-40B4-BE49-F238E27FC236}">
                    <a16:creationId xmlns:a16="http://schemas.microsoft.com/office/drawing/2014/main" id="{FFBDF8BF-51E9-EBCB-83BE-7DDBE108E1DE}"/>
                  </a:ext>
                </a:extLst>
              </p:cNvPr>
              <p:cNvGrpSpPr/>
              <p:nvPr/>
            </p:nvGrpSpPr>
            <p:grpSpPr>
              <a:xfrm>
                <a:off x="5456560" y="3368629"/>
                <a:ext cx="37870" cy="32451"/>
                <a:chOff x="5456560" y="3368629"/>
                <a:chExt cx="37870" cy="32451"/>
              </a:xfrm>
              <a:grpFill/>
            </p:grpSpPr>
            <p:sp>
              <p:nvSpPr>
                <p:cNvPr id="2684" name="Google Shape;11515;p128">
                  <a:extLst>
                    <a:ext uri="{FF2B5EF4-FFF2-40B4-BE49-F238E27FC236}">
                      <a16:creationId xmlns:a16="http://schemas.microsoft.com/office/drawing/2014/main" id="{A64107B5-E4AD-8851-D863-8CD352E805EF}"/>
                    </a:ext>
                  </a:extLst>
                </p:cNvPr>
                <p:cNvSpPr/>
                <p:nvPr/>
              </p:nvSpPr>
              <p:spPr>
                <a:xfrm>
                  <a:off x="5456560" y="3368629"/>
                  <a:ext cx="37870" cy="324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5" h="4126" extrusionOk="0">
                      <a:moveTo>
                        <a:pt x="2742" y="0"/>
                      </a:moveTo>
                      <a:cubicBezTo>
                        <a:pt x="2238" y="0"/>
                        <a:pt x="1724" y="187"/>
                        <a:pt x="1307" y="605"/>
                      </a:cubicBezTo>
                      <a:cubicBezTo>
                        <a:pt x="0" y="1912"/>
                        <a:pt x="920" y="4125"/>
                        <a:pt x="2758" y="4125"/>
                      </a:cubicBezTo>
                      <a:cubicBezTo>
                        <a:pt x="3895" y="4113"/>
                        <a:pt x="4815" y="3194"/>
                        <a:pt x="4815" y="2069"/>
                      </a:cubicBezTo>
                      <a:cubicBezTo>
                        <a:pt x="4815" y="824"/>
                        <a:pt x="3800" y="0"/>
                        <a:pt x="274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85" name="Google Shape;11516;p128">
                  <a:extLst>
                    <a:ext uri="{FF2B5EF4-FFF2-40B4-BE49-F238E27FC236}">
                      <a16:creationId xmlns:a16="http://schemas.microsoft.com/office/drawing/2014/main" id="{3900F7ED-3A3B-46EA-1409-31047B06604D}"/>
                    </a:ext>
                  </a:extLst>
                </p:cNvPr>
                <p:cNvSpPr/>
                <p:nvPr/>
              </p:nvSpPr>
              <p:spPr>
                <a:xfrm>
                  <a:off x="5469498" y="3378334"/>
                  <a:ext cx="15227" cy="130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6" h="1661" extrusionOk="0">
                      <a:moveTo>
                        <a:pt x="1113" y="0"/>
                      </a:moveTo>
                      <a:cubicBezTo>
                        <a:pt x="375" y="0"/>
                        <a:pt x="0" y="895"/>
                        <a:pt x="520" y="1416"/>
                      </a:cubicBezTo>
                      <a:cubicBezTo>
                        <a:pt x="693" y="1585"/>
                        <a:pt x="903" y="1660"/>
                        <a:pt x="1108" y="1660"/>
                      </a:cubicBezTo>
                      <a:cubicBezTo>
                        <a:pt x="1533" y="1660"/>
                        <a:pt x="1936" y="1333"/>
                        <a:pt x="1936" y="835"/>
                      </a:cubicBezTo>
                      <a:cubicBezTo>
                        <a:pt x="1936" y="375"/>
                        <a:pt x="1573" y="0"/>
                        <a:pt x="111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72" name="Google Shape;11517;p128">
                <a:extLst>
                  <a:ext uri="{FF2B5EF4-FFF2-40B4-BE49-F238E27FC236}">
                    <a16:creationId xmlns:a16="http://schemas.microsoft.com/office/drawing/2014/main" id="{DD0F0F62-EC62-8D50-BE98-693AFDD9D58C}"/>
                  </a:ext>
                </a:extLst>
              </p:cNvPr>
              <p:cNvGrpSpPr/>
              <p:nvPr/>
            </p:nvGrpSpPr>
            <p:grpSpPr>
              <a:xfrm>
                <a:off x="4755749" y="3501516"/>
                <a:ext cx="46246" cy="39608"/>
                <a:chOff x="4755749" y="3501516"/>
                <a:chExt cx="46246" cy="39608"/>
              </a:xfrm>
              <a:grpFill/>
            </p:grpSpPr>
            <p:sp>
              <p:nvSpPr>
                <p:cNvPr id="2682" name="Google Shape;11518;p128">
                  <a:extLst>
                    <a:ext uri="{FF2B5EF4-FFF2-40B4-BE49-F238E27FC236}">
                      <a16:creationId xmlns:a16="http://schemas.microsoft.com/office/drawing/2014/main" id="{00B19B07-64E1-E9D4-3244-129B91C3585D}"/>
                    </a:ext>
                  </a:extLst>
                </p:cNvPr>
                <p:cNvSpPr/>
                <p:nvPr/>
              </p:nvSpPr>
              <p:spPr>
                <a:xfrm>
                  <a:off x="4755749" y="3501516"/>
                  <a:ext cx="46246" cy="396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80" h="5036" extrusionOk="0">
                      <a:moveTo>
                        <a:pt x="3345" y="0"/>
                      </a:moveTo>
                      <a:cubicBezTo>
                        <a:pt x="2727" y="0"/>
                        <a:pt x="2097" y="229"/>
                        <a:pt x="1585" y="741"/>
                      </a:cubicBezTo>
                      <a:cubicBezTo>
                        <a:pt x="0" y="2326"/>
                        <a:pt x="1125" y="5036"/>
                        <a:pt x="3363" y="5036"/>
                      </a:cubicBezTo>
                      <a:cubicBezTo>
                        <a:pt x="4754" y="5036"/>
                        <a:pt x="5879" y="3911"/>
                        <a:pt x="5879" y="2520"/>
                      </a:cubicBezTo>
                      <a:cubicBezTo>
                        <a:pt x="5879" y="1005"/>
                        <a:pt x="4638" y="0"/>
                        <a:pt x="334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83" name="Google Shape;11519;p128">
                  <a:extLst>
                    <a:ext uri="{FF2B5EF4-FFF2-40B4-BE49-F238E27FC236}">
                      <a16:creationId xmlns:a16="http://schemas.microsoft.com/office/drawing/2014/main" id="{A582001E-0FEC-D3EA-8CE3-85C5B0F11CF9}"/>
                    </a:ext>
                  </a:extLst>
                </p:cNvPr>
                <p:cNvSpPr/>
                <p:nvPr/>
              </p:nvSpPr>
              <p:spPr>
                <a:xfrm>
                  <a:off x="4768687" y="3511245"/>
                  <a:ext cx="23697" cy="202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13" h="2571" extrusionOk="0">
                      <a:moveTo>
                        <a:pt x="1718" y="0"/>
                      </a:moveTo>
                      <a:cubicBezTo>
                        <a:pt x="569" y="0"/>
                        <a:pt x="0" y="1379"/>
                        <a:pt x="811" y="2190"/>
                      </a:cubicBezTo>
                      <a:cubicBezTo>
                        <a:pt x="1074" y="2453"/>
                        <a:pt x="1398" y="2571"/>
                        <a:pt x="1715" y="2571"/>
                      </a:cubicBezTo>
                      <a:cubicBezTo>
                        <a:pt x="2377" y="2571"/>
                        <a:pt x="3013" y="2059"/>
                        <a:pt x="3013" y="1283"/>
                      </a:cubicBezTo>
                      <a:cubicBezTo>
                        <a:pt x="3013" y="581"/>
                        <a:pt x="2432" y="0"/>
                        <a:pt x="171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73" name="Google Shape;11520;p128">
                <a:extLst>
                  <a:ext uri="{FF2B5EF4-FFF2-40B4-BE49-F238E27FC236}">
                    <a16:creationId xmlns:a16="http://schemas.microsoft.com/office/drawing/2014/main" id="{419EC36C-3530-E821-2907-C9C51BA50372}"/>
                  </a:ext>
                </a:extLst>
              </p:cNvPr>
              <p:cNvGrpSpPr/>
              <p:nvPr/>
            </p:nvGrpSpPr>
            <p:grpSpPr>
              <a:xfrm>
                <a:off x="4681346" y="3485582"/>
                <a:ext cx="37783" cy="32427"/>
                <a:chOff x="4681346" y="3485582"/>
                <a:chExt cx="37783" cy="32427"/>
              </a:xfrm>
              <a:grpFill/>
            </p:grpSpPr>
            <p:sp>
              <p:nvSpPr>
                <p:cNvPr id="2680" name="Google Shape;11521;p128">
                  <a:extLst>
                    <a:ext uri="{FF2B5EF4-FFF2-40B4-BE49-F238E27FC236}">
                      <a16:creationId xmlns:a16="http://schemas.microsoft.com/office/drawing/2014/main" id="{13932DE1-9C85-F036-5EA0-9BA1DFE890EB}"/>
                    </a:ext>
                  </a:extLst>
                </p:cNvPr>
                <p:cNvSpPr/>
                <p:nvPr/>
              </p:nvSpPr>
              <p:spPr>
                <a:xfrm>
                  <a:off x="4681346" y="3485582"/>
                  <a:ext cx="37783" cy="324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23" extrusionOk="0">
                      <a:moveTo>
                        <a:pt x="2738" y="1"/>
                      </a:moveTo>
                      <a:cubicBezTo>
                        <a:pt x="2231" y="1"/>
                        <a:pt x="1715" y="191"/>
                        <a:pt x="1295" y="614"/>
                      </a:cubicBezTo>
                      <a:cubicBezTo>
                        <a:pt x="1" y="1909"/>
                        <a:pt x="920" y="4122"/>
                        <a:pt x="2747" y="4122"/>
                      </a:cubicBezTo>
                      <a:cubicBezTo>
                        <a:pt x="3884" y="4122"/>
                        <a:pt x="4803" y="3203"/>
                        <a:pt x="4803" y="2066"/>
                      </a:cubicBezTo>
                      <a:cubicBezTo>
                        <a:pt x="4803" y="824"/>
                        <a:pt x="3793" y="1"/>
                        <a:pt x="273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81" name="Google Shape;11522;p128">
                  <a:extLst>
                    <a:ext uri="{FF2B5EF4-FFF2-40B4-BE49-F238E27FC236}">
                      <a16:creationId xmlns:a16="http://schemas.microsoft.com/office/drawing/2014/main" id="{427278C7-61AA-57FD-1613-FCD3E71964F1}"/>
                    </a:ext>
                  </a:extLst>
                </p:cNvPr>
                <p:cNvSpPr/>
                <p:nvPr/>
              </p:nvSpPr>
              <p:spPr>
                <a:xfrm>
                  <a:off x="4696479" y="3495263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23" y="0"/>
                      </a:moveTo>
                      <a:cubicBezTo>
                        <a:pt x="363" y="0"/>
                        <a:pt x="0" y="375"/>
                        <a:pt x="0" y="835"/>
                      </a:cubicBezTo>
                      <a:cubicBezTo>
                        <a:pt x="0" y="1295"/>
                        <a:pt x="363" y="1657"/>
                        <a:pt x="823" y="1657"/>
                      </a:cubicBezTo>
                      <a:cubicBezTo>
                        <a:pt x="1282" y="1657"/>
                        <a:pt x="1657" y="1295"/>
                        <a:pt x="1657" y="835"/>
                      </a:cubicBezTo>
                      <a:cubicBezTo>
                        <a:pt x="1657" y="375"/>
                        <a:pt x="1282" y="0"/>
                        <a:pt x="82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74" name="Google Shape;11523;p128">
                <a:extLst>
                  <a:ext uri="{FF2B5EF4-FFF2-40B4-BE49-F238E27FC236}">
                    <a16:creationId xmlns:a16="http://schemas.microsoft.com/office/drawing/2014/main" id="{7B4D4A25-577F-DF61-B454-BE7F6EBE32EA}"/>
                  </a:ext>
                </a:extLst>
              </p:cNvPr>
              <p:cNvGrpSpPr/>
              <p:nvPr/>
            </p:nvGrpSpPr>
            <p:grpSpPr>
              <a:xfrm>
                <a:off x="4767067" y="3291088"/>
                <a:ext cx="37878" cy="32451"/>
                <a:chOff x="4767067" y="3291088"/>
                <a:chExt cx="37878" cy="32451"/>
              </a:xfrm>
              <a:grpFill/>
            </p:grpSpPr>
            <p:sp>
              <p:nvSpPr>
                <p:cNvPr id="2678" name="Google Shape;11524;p128">
                  <a:extLst>
                    <a:ext uri="{FF2B5EF4-FFF2-40B4-BE49-F238E27FC236}">
                      <a16:creationId xmlns:a16="http://schemas.microsoft.com/office/drawing/2014/main" id="{87D89BB7-25E9-59F9-0AF2-A0E4F483C664}"/>
                    </a:ext>
                  </a:extLst>
                </p:cNvPr>
                <p:cNvSpPr/>
                <p:nvPr/>
              </p:nvSpPr>
              <p:spPr>
                <a:xfrm>
                  <a:off x="4767067" y="3291088"/>
                  <a:ext cx="37878" cy="324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6" h="4126" extrusionOk="0">
                      <a:moveTo>
                        <a:pt x="2739" y="0"/>
                      </a:moveTo>
                      <a:cubicBezTo>
                        <a:pt x="2233" y="0"/>
                        <a:pt x="1717" y="188"/>
                        <a:pt x="1295" y="605"/>
                      </a:cubicBezTo>
                      <a:cubicBezTo>
                        <a:pt x="1" y="1900"/>
                        <a:pt x="920" y="4126"/>
                        <a:pt x="2759" y="4126"/>
                      </a:cubicBezTo>
                      <a:cubicBezTo>
                        <a:pt x="3884" y="4113"/>
                        <a:pt x="4803" y="3206"/>
                        <a:pt x="4815" y="2069"/>
                      </a:cubicBezTo>
                      <a:cubicBezTo>
                        <a:pt x="4815" y="824"/>
                        <a:pt x="3800" y="0"/>
                        <a:pt x="273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79" name="Google Shape;11525;p128">
                  <a:extLst>
                    <a:ext uri="{FF2B5EF4-FFF2-40B4-BE49-F238E27FC236}">
                      <a16:creationId xmlns:a16="http://schemas.microsoft.com/office/drawing/2014/main" id="{EF50198B-B85C-840A-2681-A055400E92E4}"/>
                    </a:ext>
                  </a:extLst>
                </p:cNvPr>
                <p:cNvSpPr/>
                <p:nvPr/>
              </p:nvSpPr>
              <p:spPr>
                <a:xfrm>
                  <a:off x="4780036" y="3300888"/>
                  <a:ext cx="15203" cy="130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3" h="1654" extrusionOk="0">
                      <a:moveTo>
                        <a:pt x="1131" y="0"/>
                      </a:moveTo>
                      <a:cubicBezTo>
                        <a:pt x="1124" y="0"/>
                        <a:pt x="1117" y="0"/>
                        <a:pt x="1110" y="1"/>
                      </a:cubicBezTo>
                      <a:cubicBezTo>
                        <a:pt x="1105" y="0"/>
                        <a:pt x="1100" y="0"/>
                        <a:pt x="1095" y="0"/>
                      </a:cubicBezTo>
                      <a:cubicBezTo>
                        <a:pt x="367" y="0"/>
                        <a:pt x="0" y="887"/>
                        <a:pt x="517" y="1404"/>
                      </a:cubicBezTo>
                      <a:cubicBezTo>
                        <a:pt x="686" y="1577"/>
                        <a:pt x="895" y="1654"/>
                        <a:pt x="1100" y="1654"/>
                      </a:cubicBezTo>
                      <a:cubicBezTo>
                        <a:pt x="1525" y="1654"/>
                        <a:pt x="1932" y="1321"/>
                        <a:pt x="1932" y="823"/>
                      </a:cubicBezTo>
                      <a:cubicBezTo>
                        <a:pt x="1932" y="371"/>
                        <a:pt x="1569" y="0"/>
                        <a:pt x="113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75" name="Google Shape;11526;p128">
                <a:extLst>
                  <a:ext uri="{FF2B5EF4-FFF2-40B4-BE49-F238E27FC236}">
                    <a16:creationId xmlns:a16="http://schemas.microsoft.com/office/drawing/2014/main" id="{25573099-26F2-9C44-30C1-23E7E5711650}"/>
                  </a:ext>
                </a:extLst>
              </p:cNvPr>
              <p:cNvGrpSpPr/>
              <p:nvPr/>
            </p:nvGrpSpPr>
            <p:grpSpPr>
              <a:xfrm>
                <a:off x="4687819" y="3405539"/>
                <a:ext cx="37776" cy="32451"/>
                <a:chOff x="4687819" y="3405539"/>
                <a:chExt cx="37776" cy="32451"/>
              </a:xfrm>
              <a:grpFill/>
            </p:grpSpPr>
            <p:sp>
              <p:nvSpPr>
                <p:cNvPr id="2676" name="Google Shape;11527;p128">
                  <a:extLst>
                    <a:ext uri="{FF2B5EF4-FFF2-40B4-BE49-F238E27FC236}">
                      <a16:creationId xmlns:a16="http://schemas.microsoft.com/office/drawing/2014/main" id="{5DE135CD-582A-682F-03CD-3CA73664BF29}"/>
                    </a:ext>
                  </a:extLst>
                </p:cNvPr>
                <p:cNvSpPr/>
                <p:nvPr/>
              </p:nvSpPr>
              <p:spPr>
                <a:xfrm>
                  <a:off x="4687819" y="3405539"/>
                  <a:ext cx="37776" cy="324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26" extrusionOk="0">
                      <a:moveTo>
                        <a:pt x="2730" y="1"/>
                      </a:moveTo>
                      <a:cubicBezTo>
                        <a:pt x="2226" y="1"/>
                        <a:pt x="1712" y="188"/>
                        <a:pt x="1295" y="606"/>
                      </a:cubicBezTo>
                      <a:cubicBezTo>
                        <a:pt x="0" y="1912"/>
                        <a:pt x="920" y="4126"/>
                        <a:pt x="2758" y="4126"/>
                      </a:cubicBezTo>
                      <a:cubicBezTo>
                        <a:pt x="3883" y="4114"/>
                        <a:pt x="4803" y="3195"/>
                        <a:pt x="4803" y="2070"/>
                      </a:cubicBezTo>
                      <a:cubicBezTo>
                        <a:pt x="4803" y="824"/>
                        <a:pt x="3787" y="1"/>
                        <a:pt x="273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77" name="Google Shape;11528;p128">
                  <a:extLst>
                    <a:ext uri="{FF2B5EF4-FFF2-40B4-BE49-F238E27FC236}">
                      <a16:creationId xmlns:a16="http://schemas.microsoft.com/office/drawing/2014/main" id="{E037548D-5B99-9C09-7942-752CDA789AA7}"/>
                    </a:ext>
                  </a:extLst>
                </p:cNvPr>
                <p:cNvSpPr/>
                <p:nvPr/>
              </p:nvSpPr>
              <p:spPr>
                <a:xfrm>
                  <a:off x="4702944" y="3415245"/>
                  <a:ext cx="13040" cy="13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9" extrusionOk="0">
                      <a:moveTo>
                        <a:pt x="823" y="1"/>
                      </a:moveTo>
                      <a:cubicBezTo>
                        <a:pt x="376" y="1"/>
                        <a:pt x="1" y="376"/>
                        <a:pt x="1" y="836"/>
                      </a:cubicBezTo>
                      <a:cubicBezTo>
                        <a:pt x="1" y="1295"/>
                        <a:pt x="376" y="1658"/>
                        <a:pt x="823" y="1658"/>
                      </a:cubicBezTo>
                      <a:cubicBezTo>
                        <a:pt x="1283" y="1658"/>
                        <a:pt x="1658" y="1295"/>
                        <a:pt x="1658" y="836"/>
                      </a:cubicBezTo>
                      <a:cubicBezTo>
                        <a:pt x="1658" y="376"/>
                        <a:pt x="1283" y="1"/>
                        <a:pt x="82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76" name="Google Shape;11529;p128">
                <a:extLst>
                  <a:ext uri="{FF2B5EF4-FFF2-40B4-BE49-F238E27FC236}">
                    <a16:creationId xmlns:a16="http://schemas.microsoft.com/office/drawing/2014/main" id="{8E23E190-C023-E327-9820-ED3C1E67D08D}"/>
                  </a:ext>
                </a:extLst>
              </p:cNvPr>
              <p:cNvGrpSpPr/>
              <p:nvPr/>
            </p:nvGrpSpPr>
            <p:grpSpPr>
              <a:xfrm>
                <a:off x="4923101" y="3444809"/>
                <a:ext cx="52813" cy="45318"/>
                <a:chOff x="4923101" y="3444809"/>
                <a:chExt cx="52813" cy="45318"/>
              </a:xfrm>
              <a:grpFill/>
            </p:grpSpPr>
            <p:sp>
              <p:nvSpPr>
                <p:cNvPr id="2674" name="Google Shape;11530;p128">
                  <a:extLst>
                    <a:ext uri="{FF2B5EF4-FFF2-40B4-BE49-F238E27FC236}">
                      <a16:creationId xmlns:a16="http://schemas.microsoft.com/office/drawing/2014/main" id="{BF81259C-CAA9-5C9C-D485-470DF4B75A3A}"/>
                    </a:ext>
                  </a:extLst>
                </p:cNvPr>
                <p:cNvSpPr/>
                <p:nvPr/>
              </p:nvSpPr>
              <p:spPr>
                <a:xfrm>
                  <a:off x="4923101" y="3444809"/>
                  <a:ext cx="52813" cy="453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15" h="5762" extrusionOk="0">
                      <a:moveTo>
                        <a:pt x="3823" y="1"/>
                      </a:moveTo>
                      <a:cubicBezTo>
                        <a:pt x="3117" y="1"/>
                        <a:pt x="2398" y="263"/>
                        <a:pt x="1815" y="851"/>
                      </a:cubicBezTo>
                      <a:cubicBezTo>
                        <a:pt x="1" y="2665"/>
                        <a:pt x="1283" y="5762"/>
                        <a:pt x="3847" y="5762"/>
                      </a:cubicBezTo>
                      <a:cubicBezTo>
                        <a:pt x="5432" y="5762"/>
                        <a:pt x="6714" y="4468"/>
                        <a:pt x="6714" y="2883"/>
                      </a:cubicBezTo>
                      <a:cubicBezTo>
                        <a:pt x="6714" y="1148"/>
                        <a:pt x="5298" y="1"/>
                        <a:pt x="382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75" name="Google Shape;11531;p128">
                  <a:extLst>
                    <a:ext uri="{FF2B5EF4-FFF2-40B4-BE49-F238E27FC236}">
                      <a16:creationId xmlns:a16="http://schemas.microsoft.com/office/drawing/2014/main" id="{4DEE15A1-369D-9AEF-2896-E5D31666E4AA}"/>
                    </a:ext>
                  </a:extLst>
                </p:cNvPr>
                <p:cNvSpPr/>
                <p:nvPr/>
              </p:nvSpPr>
              <p:spPr>
                <a:xfrm>
                  <a:off x="4936039" y="3454538"/>
                  <a:ext cx="30265" cy="259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48" h="3295" extrusionOk="0">
                      <a:moveTo>
                        <a:pt x="2202" y="1"/>
                      </a:moveTo>
                      <a:cubicBezTo>
                        <a:pt x="727" y="1"/>
                        <a:pt x="1" y="1779"/>
                        <a:pt x="1029" y="2807"/>
                      </a:cubicBezTo>
                      <a:cubicBezTo>
                        <a:pt x="1365" y="3144"/>
                        <a:pt x="1779" y="3294"/>
                        <a:pt x="2185" y="3294"/>
                      </a:cubicBezTo>
                      <a:cubicBezTo>
                        <a:pt x="3034" y="3294"/>
                        <a:pt x="3847" y="2636"/>
                        <a:pt x="3847" y="1646"/>
                      </a:cubicBezTo>
                      <a:cubicBezTo>
                        <a:pt x="3847" y="739"/>
                        <a:pt x="3110" y="1"/>
                        <a:pt x="220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77" name="Google Shape;11532;p128">
                <a:extLst>
                  <a:ext uri="{FF2B5EF4-FFF2-40B4-BE49-F238E27FC236}">
                    <a16:creationId xmlns:a16="http://schemas.microsoft.com/office/drawing/2014/main" id="{424BA319-E85A-2651-1F31-A4D64AC302EB}"/>
                  </a:ext>
                </a:extLst>
              </p:cNvPr>
              <p:cNvGrpSpPr/>
              <p:nvPr/>
            </p:nvGrpSpPr>
            <p:grpSpPr>
              <a:xfrm>
                <a:off x="4846040" y="3654750"/>
                <a:ext cx="31405" cy="26993"/>
                <a:chOff x="4846040" y="3654750"/>
                <a:chExt cx="31405" cy="26993"/>
              </a:xfrm>
              <a:grpFill/>
            </p:grpSpPr>
            <p:sp>
              <p:nvSpPr>
                <p:cNvPr id="2672" name="Google Shape;11533;p128">
                  <a:extLst>
                    <a:ext uri="{FF2B5EF4-FFF2-40B4-BE49-F238E27FC236}">
                      <a16:creationId xmlns:a16="http://schemas.microsoft.com/office/drawing/2014/main" id="{E0319C48-EE75-7F9B-A7B1-51A3DE837932}"/>
                    </a:ext>
                  </a:extLst>
                </p:cNvPr>
                <p:cNvSpPr/>
                <p:nvPr/>
              </p:nvSpPr>
              <p:spPr>
                <a:xfrm>
                  <a:off x="4846040" y="3654750"/>
                  <a:ext cx="31405" cy="269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32" extrusionOk="0">
                      <a:moveTo>
                        <a:pt x="2272" y="0"/>
                      </a:moveTo>
                      <a:cubicBezTo>
                        <a:pt x="1853" y="0"/>
                        <a:pt x="1425" y="156"/>
                        <a:pt x="1077" y="504"/>
                      </a:cubicBezTo>
                      <a:cubicBezTo>
                        <a:pt x="0" y="1581"/>
                        <a:pt x="750" y="3432"/>
                        <a:pt x="2274" y="3432"/>
                      </a:cubicBezTo>
                      <a:cubicBezTo>
                        <a:pt x="3218" y="3432"/>
                        <a:pt x="3992" y="2658"/>
                        <a:pt x="3992" y="1714"/>
                      </a:cubicBezTo>
                      <a:cubicBezTo>
                        <a:pt x="3992" y="683"/>
                        <a:pt x="3150" y="0"/>
                        <a:pt x="227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73" name="Google Shape;11534;p128">
                  <a:extLst>
                    <a:ext uri="{FF2B5EF4-FFF2-40B4-BE49-F238E27FC236}">
                      <a16:creationId xmlns:a16="http://schemas.microsoft.com/office/drawing/2014/main" id="{57B397A5-93CE-A8CB-E4AB-ACF597DC6378}"/>
                    </a:ext>
                  </a:extLst>
                </p:cNvPr>
                <p:cNvSpPr/>
                <p:nvPr/>
              </p:nvSpPr>
              <p:spPr>
                <a:xfrm>
                  <a:off x="4858883" y="3664424"/>
                  <a:ext cx="8856" cy="76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976" extrusionOk="0">
                      <a:moveTo>
                        <a:pt x="641" y="0"/>
                      </a:moveTo>
                      <a:cubicBezTo>
                        <a:pt x="218" y="0"/>
                        <a:pt x="0" y="520"/>
                        <a:pt x="303" y="835"/>
                      </a:cubicBezTo>
                      <a:cubicBezTo>
                        <a:pt x="400" y="932"/>
                        <a:pt x="519" y="975"/>
                        <a:pt x="636" y="975"/>
                      </a:cubicBezTo>
                      <a:cubicBezTo>
                        <a:pt x="885" y="975"/>
                        <a:pt x="1125" y="780"/>
                        <a:pt x="1125" y="484"/>
                      </a:cubicBezTo>
                      <a:cubicBezTo>
                        <a:pt x="1125" y="218"/>
                        <a:pt x="907" y="0"/>
                        <a:pt x="64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78" name="Google Shape;11535;p128">
                <a:extLst>
                  <a:ext uri="{FF2B5EF4-FFF2-40B4-BE49-F238E27FC236}">
                    <a16:creationId xmlns:a16="http://schemas.microsoft.com/office/drawing/2014/main" id="{A7B7DDE9-F290-5951-E4BC-2AB908C7466C}"/>
                  </a:ext>
                </a:extLst>
              </p:cNvPr>
              <p:cNvGrpSpPr/>
              <p:nvPr/>
            </p:nvGrpSpPr>
            <p:grpSpPr>
              <a:xfrm>
                <a:off x="4925673" y="3691700"/>
                <a:ext cx="40253" cy="34472"/>
                <a:chOff x="4925673" y="3691700"/>
                <a:chExt cx="40253" cy="34472"/>
              </a:xfrm>
              <a:grpFill/>
            </p:grpSpPr>
            <p:sp>
              <p:nvSpPr>
                <p:cNvPr id="2670" name="Google Shape;11536;p128">
                  <a:extLst>
                    <a:ext uri="{FF2B5EF4-FFF2-40B4-BE49-F238E27FC236}">
                      <a16:creationId xmlns:a16="http://schemas.microsoft.com/office/drawing/2014/main" id="{164F7F18-9271-90A4-92FE-588404C14DA7}"/>
                    </a:ext>
                  </a:extLst>
                </p:cNvPr>
                <p:cNvSpPr/>
                <p:nvPr/>
              </p:nvSpPr>
              <p:spPr>
                <a:xfrm>
                  <a:off x="4925673" y="3691700"/>
                  <a:ext cx="40253" cy="344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18" h="4383" extrusionOk="0">
                      <a:moveTo>
                        <a:pt x="2908" y="0"/>
                      </a:moveTo>
                      <a:cubicBezTo>
                        <a:pt x="2371" y="0"/>
                        <a:pt x="1825" y="200"/>
                        <a:pt x="1379" y="645"/>
                      </a:cubicBezTo>
                      <a:cubicBezTo>
                        <a:pt x="0" y="2024"/>
                        <a:pt x="968" y="4383"/>
                        <a:pt x="2915" y="4383"/>
                      </a:cubicBezTo>
                      <a:cubicBezTo>
                        <a:pt x="4125" y="4383"/>
                        <a:pt x="5105" y="3403"/>
                        <a:pt x="5117" y="2193"/>
                      </a:cubicBezTo>
                      <a:cubicBezTo>
                        <a:pt x="5109" y="875"/>
                        <a:pt x="4031" y="0"/>
                        <a:pt x="290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71" name="Google Shape;11537;p128">
                  <a:extLst>
                    <a:ext uri="{FF2B5EF4-FFF2-40B4-BE49-F238E27FC236}">
                      <a16:creationId xmlns:a16="http://schemas.microsoft.com/office/drawing/2014/main" id="{9F1DC071-721C-9161-89D5-8967286B244C}"/>
                    </a:ext>
                  </a:extLst>
                </p:cNvPr>
                <p:cNvSpPr/>
                <p:nvPr/>
              </p:nvSpPr>
              <p:spPr>
                <a:xfrm>
                  <a:off x="4938516" y="3701334"/>
                  <a:ext cx="17704" cy="151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51" h="1931" extrusionOk="0">
                      <a:moveTo>
                        <a:pt x="1295" y="1"/>
                      </a:moveTo>
                      <a:cubicBezTo>
                        <a:pt x="436" y="1"/>
                        <a:pt x="0" y="1041"/>
                        <a:pt x="605" y="1646"/>
                      </a:cubicBezTo>
                      <a:cubicBezTo>
                        <a:pt x="801" y="1842"/>
                        <a:pt x="1043" y="1930"/>
                        <a:pt x="1281" y="1930"/>
                      </a:cubicBezTo>
                      <a:cubicBezTo>
                        <a:pt x="1775" y="1930"/>
                        <a:pt x="2250" y="1549"/>
                        <a:pt x="2250" y="968"/>
                      </a:cubicBezTo>
                      <a:cubicBezTo>
                        <a:pt x="2250" y="436"/>
                        <a:pt x="1827" y="1"/>
                        <a:pt x="129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79" name="Google Shape;11538;p128">
                <a:extLst>
                  <a:ext uri="{FF2B5EF4-FFF2-40B4-BE49-F238E27FC236}">
                    <a16:creationId xmlns:a16="http://schemas.microsoft.com/office/drawing/2014/main" id="{F4A18D54-07FC-5CAC-FD0A-185F5ED279EE}"/>
                  </a:ext>
                </a:extLst>
              </p:cNvPr>
              <p:cNvGrpSpPr/>
              <p:nvPr/>
            </p:nvGrpSpPr>
            <p:grpSpPr>
              <a:xfrm>
                <a:off x="4894653" y="3740848"/>
                <a:ext cx="31405" cy="26906"/>
                <a:chOff x="4894653" y="3740848"/>
                <a:chExt cx="31405" cy="26906"/>
              </a:xfrm>
              <a:grpFill/>
            </p:grpSpPr>
            <p:sp>
              <p:nvSpPr>
                <p:cNvPr id="2668" name="Google Shape;11539;p128">
                  <a:extLst>
                    <a:ext uri="{FF2B5EF4-FFF2-40B4-BE49-F238E27FC236}">
                      <a16:creationId xmlns:a16="http://schemas.microsoft.com/office/drawing/2014/main" id="{A6C91FF2-DAE9-9836-EDB4-A81A46ADA2A7}"/>
                    </a:ext>
                  </a:extLst>
                </p:cNvPr>
                <p:cNvSpPr/>
                <p:nvPr/>
              </p:nvSpPr>
              <p:spPr>
                <a:xfrm>
                  <a:off x="4894653" y="3740848"/>
                  <a:ext cx="31405" cy="269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21" extrusionOk="0">
                      <a:moveTo>
                        <a:pt x="2273" y="1"/>
                      </a:moveTo>
                      <a:cubicBezTo>
                        <a:pt x="1853" y="1"/>
                        <a:pt x="1425" y="157"/>
                        <a:pt x="1077" y="505"/>
                      </a:cubicBezTo>
                      <a:cubicBezTo>
                        <a:pt x="1" y="1582"/>
                        <a:pt x="763" y="3420"/>
                        <a:pt x="2287" y="3420"/>
                      </a:cubicBezTo>
                      <a:cubicBezTo>
                        <a:pt x="3230" y="3420"/>
                        <a:pt x="3993" y="2658"/>
                        <a:pt x="3993" y="1715"/>
                      </a:cubicBezTo>
                      <a:cubicBezTo>
                        <a:pt x="3993" y="683"/>
                        <a:pt x="3151" y="1"/>
                        <a:pt x="227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69" name="Google Shape;11540;p128">
                  <a:extLst>
                    <a:ext uri="{FF2B5EF4-FFF2-40B4-BE49-F238E27FC236}">
                      <a16:creationId xmlns:a16="http://schemas.microsoft.com/office/drawing/2014/main" id="{BF1B1524-FD67-7C7B-3B82-748080A9E020}"/>
                    </a:ext>
                  </a:extLst>
                </p:cNvPr>
                <p:cNvSpPr/>
                <p:nvPr/>
              </p:nvSpPr>
              <p:spPr>
                <a:xfrm>
                  <a:off x="4907497" y="3750522"/>
                  <a:ext cx="8950" cy="7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8" h="967" extrusionOk="0">
                      <a:moveTo>
                        <a:pt x="654" y="1"/>
                      </a:moveTo>
                      <a:cubicBezTo>
                        <a:pt x="218" y="1"/>
                        <a:pt x="1" y="521"/>
                        <a:pt x="303" y="823"/>
                      </a:cubicBezTo>
                      <a:cubicBezTo>
                        <a:pt x="406" y="922"/>
                        <a:pt x="531" y="967"/>
                        <a:pt x="652" y="967"/>
                      </a:cubicBezTo>
                      <a:cubicBezTo>
                        <a:pt x="902" y="967"/>
                        <a:pt x="1138" y="778"/>
                        <a:pt x="1138" y="485"/>
                      </a:cubicBezTo>
                      <a:cubicBezTo>
                        <a:pt x="1138" y="219"/>
                        <a:pt x="920" y="1"/>
                        <a:pt x="65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80" name="Google Shape;11541;p128">
                <a:extLst>
                  <a:ext uri="{FF2B5EF4-FFF2-40B4-BE49-F238E27FC236}">
                    <a16:creationId xmlns:a16="http://schemas.microsoft.com/office/drawing/2014/main" id="{E0CCEE18-3A6D-CB63-ED08-6F360352E712}"/>
                  </a:ext>
                </a:extLst>
              </p:cNvPr>
              <p:cNvGrpSpPr/>
              <p:nvPr/>
            </p:nvGrpSpPr>
            <p:grpSpPr>
              <a:xfrm>
                <a:off x="4962300" y="3696348"/>
                <a:ext cx="38255" cy="32773"/>
                <a:chOff x="4962300" y="3696348"/>
                <a:chExt cx="38255" cy="32773"/>
              </a:xfrm>
              <a:grpFill/>
            </p:grpSpPr>
            <p:sp>
              <p:nvSpPr>
                <p:cNvPr id="2666" name="Google Shape;11542;p128">
                  <a:extLst>
                    <a:ext uri="{FF2B5EF4-FFF2-40B4-BE49-F238E27FC236}">
                      <a16:creationId xmlns:a16="http://schemas.microsoft.com/office/drawing/2014/main" id="{DC933119-AAC7-D6B7-91A8-8622A6E99256}"/>
                    </a:ext>
                  </a:extLst>
                </p:cNvPr>
                <p:cNvSpPr/>
                <p:nvPr/>
              </p:nvSpPr>
              <p:spPr>
                <a:xfrm>
                  <a:off x="4962300" y="3696348"/>
                  <a:ext cx="38255" cy="327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64" h="4167" extrusionOk="0">
                      <a:moveTo>
                        <a:pt x="2767" y="1"/>
                      </a:moveTo>
                      <a:cubicBezTo>
                        <a:pt x="2259" y="1"/>
                        <a:pt x="1740" y="189"/>
                        <a:pt x="1319" y="611"/>
                      </a:cubicBezTo>
                      <a:cubicBezTo>
                        <a:pt x="0" y="1929"/>
                        <a:pt x="932" y="4167"/>
                        <a:pt x="2783" y="4167"/>
                      </a:cubicBezTo>
                      <a:cubicBezTo>
                        <a:pt x="3932" y="4167"/>
                        <a:pt x="4863" y="3236"/>
                        <a:pt x="4863" y="2086"/>
                      </a:cubicBezTo>
                      <a:cubicBezTo>
                        <a:pt x="4863" y="833"/>
                        <a:pt x="3836" y="1"/>
                        <a:pt x="276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67" name="Google Shape;11543;p128">
                  <a:extLst>
                    <a:ext uri="{FF2B5EF4-FFF2-40B4-BE49-F238E27FC236}">
                      <a16:creationId xmlns:a16="http://schemas.microsoft.com/office/drawing/2014/main" id="{8780D81D-282D-EB17-CC1F-143713CF9E46}"/>
                    </a:ext>
                  </a:extLst>
                </p:cNvPr>
                <p:cNvSpPr/>
                <p:nvPr/>
              </p:nvSpPr>
              <p:spPr>
                <a:xfrm>
                  <a:off x="4975238" y="3706093"/>
                  <a:ext cx="15612" cy="133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5" h="1702" extrusionOk="0">
                      <a:moveTo>
                        <a:pt x="1138" y="1"/>
                      </a:moveTo>
                      <a:cubicBezTo>
                        <a:pt x="388" y="1"/>
                        <a:pt x="1" y="908"/>
                        <a:pt x="533" y="1452"/>
                      </a:cubicBezTo>
                      <a:cubicBezTo>
                        <a:pt x="709" y="1624"/>
                        <a:pt x="923" y="1702"/>
                        <a:pt x="1132" y="1702"/>
                      </a:cubicBezTo>
                      <a:cubicBezTo>
                        <a:pt x="1569" y="1702"/>
                        <a:pt x="1984" y="1363"/>
                        <a:pt x="1984" y="847"/>
                      </a:cubicBezTo>
                      <a:cubicBezTo>
                        <a:pt x="1984" y="376"/>
                        <a:pt x="1609" y="1"/>
                        <a:pt x="113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81" name="Google Shape;11544;p128">
                <a:extLst>
                  <a:ext uri="{FF2B5EF4-FFF2-40B4-BE49-F238E27FC236}">
                    <a16:creationId xmlns:a16="http://schemas.microsoft.com/office/drawing/2014/main" id="{A57D5356-C3D1-0169-1C0C-68646476A592}"/>
                  </a:ext>
                </a:extLst>
              </p:cNvPr>
              <p:cNvGrpSpPr/>
              <p:nvPr/>
            </p:nvGrpSpPr>
            <p:grpSpPr>
              <a:xfrm>
                <a:off x="4980185" y="3743349"/>
                <a:ext cx="31499" cy="26969"/>
                <a:chOff x="4980185" y="3743349"/>
                <a:chExt cx="31499" cy="26969"/>
              </a:xfrm>
              <a:grpFill/>
            </p:grpSpPr>
            <p:sp>
              <p:nvSpPr>
                <p:cNvPr id="2664" name="Google Shape;11545;p128">
                  <a:extLst>
                    <a:ext uri="{FF2B5EF4-FFF2-40B4-BE49-F238E27FC236}">
                      <a16:creationId xmlns:a16="http://schemas.microsoft.com/office/drawing/2014/main" id="{E93FE55A-294F-39E2-FEEC-BC84F3330E23}"/>
                    </a:ext>
                  </a:extLst>
                </p:cNvPr>
                <p:cNvSpPr/>
                <p:nvPr/>
              </p:nvSpPr>
              <p:spPr>
                <a:xfrm>
                  <a:off x="4980185" y="3743349"/>
                  <a:ext cx="31499" cy="269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29" extrusionOk="0">
                      <a:moveTo>
                        <a:pt x="2274" y="0"/>
                      </a:moveTo>
                      <a:cubicBezTo>
                        <a:pt x="1855" y="0"/>
                        <a:pt x="1427" y="155"/>
                        <a:pt x="1077" y="501"/>
                      </a:cubicBezTo>
                      <a:cubicBezTo>
                        <a:pt x="1" y="1578"/>
                        <a:pt x="763" y="3429"/>
                        <a:pt x="2287" y="3429"/>
                      </a:cubicBezTo>
                      <a:cubicBezTo>
                        <a:pt x="3230" y="3429"/>
                        <a:pt x="3993" y="2667"/>
                        <a:pt x="4005" y="1723"/>
                      </a:cubicBezTo>
                      <a:cubicBezTo>
                        <a:pt x="4005" y="689"/>
                        <a:pt x="3158" y="0"/>
                        <a:pt x="227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65" name="Google Shape;11546;p128">
                  <a:extLst>
                    <a:ext uri="{FF2B5EF4-FFF2-40B4-BE49-F238E27FC236}">
                      <a16:creationId xmlns:a16="http://schemas.microsoft.com/office/drawing/2014/main" id="{6F99811A-5B21-64D7-5CBE-4CBD4EE1423B}"/>
                    </a:ext>
                  </a:extLst>
                </p:cNvPr>
                <p:cNvSpPr/>
                <p:nvPr/>
              </p:nvSpPr>
              <p:spPr>
                <a:xfrm>
                  <a:off x="4993123" y="3753094"/>
                  <a:ext cx="8856" cy="7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967" extrusionOk="0">
                      <a:moveTo>
                        <a:pt x="642" y="0"/>
                      </a:moveTo>
                      <a:cubicBezTo>
                        <a:pt x="206" y="0"/>
                        <a:pt x="1" y="521"/>
                        <a:pt x="303" y="823"/>
                      </a:cubicBezTo>
                      <a:cubicBezTo>
                        <a:pt x="402" y="922"/>
                        <a:pt x="524" y="966"/>
                        <a:pt x="644" y="966"/>
                      </a:cubicBezTo>
                      <a:cubicBezTo>
                        <a:pt x="890" y="966"/>
                        <a:pt x="1126" y="777"/>
                        <a:pt x="1126" y="484"/>
                      </a:cubicBezTo>
                      <a:cubicBezTo>
                        <a:pt x="1126" y="218"/>
                        <a:pt x="908" y="0"/>
                        <a:pt x="64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82" name="Google Shape;11547;p128">
                <a:extLst>
                  <a:ext uri="{FF2B5EF4-FFF2-40B4-BE49-F238E27FC236}">
                    <a16:creationId xmlns:a16="http://schemas.microsoft.com/office/drawing/2014/main" id="{91828FCF-16E2-5812-AE6E-FA180B42B3B5}"/>
                  </a:ext>
                </a:extLst>
              </p:cNvPr>
              <p:cNvGrpSpPr/>
              <p:nvPr/>
            </p:nvGrpSpPr>
            <p:grpSpPr>
              <a:xfrm>
                <a:off x="5013768" y="3734312"/>
                <a:ext cx="31499" cy="26969"/>
                <a:chOff x="5013768" y="3734312"/>
                <a:chExt cx="31499" cy="26969"/>
              </a:xfrm>
              <a:grpFill/>
            </p:grpSpPr>
            <p:sp>
              <p:nvSpPr>
                <p:cNvPr id="2662" name="Google Shape;11548;p128">
                  <a:extLst>
                    <a:ext uri="{FF2B5EF4-FFF2-40B4-BE49-F238E27FC236}">
                      <a16:creationId xmlns:a16="http://schemas.microsoft.com/office/drawing/2014/main" id="{958027AD-DCFC-3B36-E125-BA7D0726169E}"/>
                    </a:ext>
                  </a:extLst>
                </p:cNvPr>
                <p:cNvSpPr/>
                <p:nvPr/>
              </p:nvSpPr>
              <p:spPr>
                <a:xfrm>
                  <a:off x="5013768" y="3734312"/>
                  <a:ext cx="31499" cy="269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29" extrusionOk="0">
                      <a:moveTo>
                        <a:pt x="2281" y="1"/>
                      </a:moveTo>
                      <a:cubicBezTo>
                        <a:pt x="1858" y="1"/>
                        <a:pt x="1428" y="159"/>
                        <a:pt x="1077" y="513"/>
                      </a:cubicBezTo>
                      <a:cubicBezTo>
                        <a:pt x="1" y="1590"/>
                        <a:pt x="775" y="3429"/>
                        <a:pt x="2299" y="3429"/>
                      </a:cubicBezTo>
                      <a:cubicBezTo>
                        <a:pt x="3231" y="3417"/>
                        <a:pt x="3993" y="2655"/>
                        <a:pt x="4005" y="1711"/>
                      </a:cubicBezTo>
                      <a:cubicBezTo>
                        <a:pt x="3997" y="682"/>
                        <a:pt x="3157" y="1"/>
                        <a:pt x="228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63" name="Google Shape;11549;p128">
                  <a:extLst>
                    <a:ext uri="{FF2B5EF4-FFF2-40B4-BE49-F238E27FC236}">
                      <a16:creationId xmlns:a16="http://schemas.microsoft.com/office/drawing/2014/main" id="{D448EF0B-DE76-03C9-9B8B-958FDB2E3A9D}"/>
                    </a:ext>
                  </a:extLst>
                </p:cNvPr>
                <p:cNvSpPr/>
                <p:nvPr/>
              </p:nvSpPr>
              <p:spPr>
                <a:xfrm>
                  <a:off x="5028043" y="3743963"/>
                  <a:ext cx="7621" cy="76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" h="968" extrusionOk="0">
                      <a:moveTo>
                        <a:pt x="484" y="0"/>
                      </a:moveTo>
                      <a:cubicBezTo>
                        <a:pt x="218" y="0"/>
                        <a:pt x="0" y="218"/>
                        <a:pt x="0" y="484"/>
                      </a:cubicBezTo>
                      <a:cubicBezTo>
                        <a:pt x="0" y="750"/>
                        <a:pt x="218" y="968"/>
                        <a:pt x="484" y="968"/>
                      </a:cubicBezTo>
                      <a:cubicBezTo>
                        <a:pt x="750" y="968"/>
                        <a:pt x="968" y="750"/>
                        <a:pt x="968" y="484"/>
                      </a:cubicBezTo>
                      <a:cubicBezTo>
                        <a:pt x="968" y="218"/>
                        <a:pt x="750" y="0"/>
                        <a:pt x="48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83" name="Google Shape;11550;p128">
                <a:extLst>
                  <a:ext uri="{FF2B5EF4-FFF2-40B4-BE49-F238E27FC236}">
                    <a16:creationId xmlns:a16="http://schemas.microsoft.com/office/drawing/2014/main" id="{A70672C1-1654-F4EA-6823-F6D54A8B9C04}"/>
                  </a:ext>
                </a:extLst>
              </p:cNvPr>
              <p:cNvGrpSpPr/>
              <p:nvPr/>
            </p:nvGrpSpPr>
            <p:grpSpPr>
              <a:xfrm>
                <a:off x="5036703" y="3764545"/>
                <a:ext cx="31499" cy="26898"/>
                <a:chOff x="5036703" y="3764545"/>
                <a:chExt cx="31499" cy="26898"/>
              </a:xfrm>
              <a:grpFill/>
            </p:grpSpPr>
            <p:sp>
              <p:nvSpPr>
                <p:cNvPr id="2660" name="Google Shape;11551;p128">
                  <a:extLst>
                    <a:ext uri="{FF2B5EF4-FFF2-40B4-BE49-F238E27FC236}">
                      <a16:creationId xmlns:a16="http://schemas.microsoft.com/office/drawing/2014/main" id="{7AB19F77-0BF1-7FBD-E52E-351602E2FDE5}"/>
                    </a:ext>
                  </a:extLst>
                </p:cNvPr>
                <p:cNvSpPr/>
                <p:nvPr/>
              </p:nvSpPr>
              <p:spPr>
                <a:xfrm>
                  <a:off x="5036703" y="3764545"/>
                  <a:ext cx="31499" cy="26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20" extrusionOk="0">
                      <a:moveTo>
                        <a:pt x="2284" y="0"/>
                      </a:moveTo>
                      <a:cubicBezTo>
                        <a:pt x="1865" y="0"/>
                        <a:pt x="1437" y="156"/>
                        <a:pt x="1089" y="504"/>
                      </a:cubicBezTo>
                      <a:cubicBezTo>
                        <a:pt x="0" y="1581"/>
                        <a:pt x="774" y="3419"/>
                        <a:pt x="2298" y="3419"/>
                      </a:cubicBezTo>
                      <a:cubicBezTo>
                        <a:pt x="3242" y="3419"/>
                        <a:pt x="4004" y="2657"/>
                        <a:pt x="4004" y="1714"/>
                      </a:cubicBezTo>
                      <a:cubicBezTo>
                        <a:pt x="4004" y="682"/>
                        <a:pt x="3162" y="0"/>
                        <a:pt x="228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61" name="Google Shape;11552;p128">
                  <a:extLst>
                    <a:ext uri="{FF2B5EF4-FFF2-40B4-BE49-F238E27FC236}">
                      <a16:creationId xmlns:a16="http://schemas.microsoft.com/office/drawing/2014/main" id="{CFC4739C-A10B-1B52-470B-11036386D37B}"/>
                    </a:ext>
                  </a:extLst>
                </p:cNvPr>
                <p:cNvSpPr/>
                <p:nvPr/>
              </p:nvSpPr>
              <p:spPr>
                <a:xfrm>
                  <a:off x="5049641" y="3774211"/>
                  <a:ext cx="8856" cy="7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967" extrusionOk="0">
                      <a:moveTo>
                        <a:pt x="653" y="1"/>
                      </a:moveTo>
                      <a:cubicBezTo>
                        <a:pt x="218" y="1"/>
                        <a:pt x="0" y="521"/>
                        <a:pt x="303" y="823"/>
                      </a:cubicBezTo>
                      <a:cubicBezTo>
                        <a:pt x="402" y="922"/>
                        <a:pt x="524" y="967"/>
                        <a:pt x="643" y="967"/>
                      </a:cubicBezTo>
                      <a:cubicBezTo>
                        <a:pt x="890" y="967"/>
                        <a:pt x="1125" y="778"/>
                        <a:pt x="1125" y="485"/>
                      </a:cubicBezTo>
                      <a:cubicBezTo>
                        <a:pt x="1125" y="219"/>
                        <a:pt x="920" y="1"/>
                        <a:pt x="65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84" name="Google Shape;11553;p128">
                <a:extLst>
                  <a:ext uri="{FF2B5EF4-FFF2-40B4-BE49-F238E27FC236}">
                    <a16:creationId xmlns:a16="http://schemas.microsoft.com/office/drawing/2014/main" id="{90574B28-1DCC-0246-AF08-D8C27134290E}"/>
                  </a:ext>
                </a:extLst>
              </p:cNvPr>
              <p:cNvGrpSpPr/>
              <p:nvPr/>
            </p:nvGrpSpPr>
            <p:grpSpPr>
              <a:xfrm>
                <a:off x="4953546" y="3768352"/>
                <a:ext cx="31405" cy="26898"/>
                <a:chOff x="4953546" y="3768352"/>
                <a:chExt cx="31405" cy="26898"/>
              </a:xfrm>
              <a:grpFill/>
            </p:grpSpPr>
            <p:sp>
              <p:nvSpPr>
                <p:cNvPr id="2658" name="Google Shape;11554;p128">
                  <a:extLst>
                    <a:ext uri="{FF2B5EF4-FFF2-40B4-BE49-F238E27FC236}">
                      <a16:creationId xmlns:a16="http://schemas.microsoft.com/office/drawing/2014/main" id="{30BCDDCD-80B3-95AA-88C2-FDFF5C103007}"/>
                    </a:ext>
                  </a:extLst>
                </p:cNvPr>
                <p:cNvSpPr/>
                <p:nvPr/>
              </p:nvSpPr>
              <p:spPr>
                <a:xfrm>
                  <a:off x="4953546" y="3768352"/>
                  <a:ext cx="31405" cy="26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20" extrusionOk="0">
                      <a:moveTo>
                        <a:pt x="2271" y="0"/>
                      </a:moveTo>
                      <a:cubicBezTo>
                        <a:pt x="1852" y="0"/>
                        <a:pt x="1425" y="156"/>
                        <a:pt x="1077" y="504"/>
                      </a:cubicBezTo>
                      <a:cubicBezTo>
                        <a:pt x="1" y="1581"/>
                        <a:pt x="751" y="3419"/>
                        <a:pt x="2287" y="3419"/>
                      </a:cubicBezTo>
                      <a:cubicBezTo>
                        <a:pt x="3218" y="3419"/>
                        <a:pt x="3992" y="2657"/>
                        <a:pt x="3992" y="1726"/>
                      </a:cubicBezTo>
                      <a:cubicBezTo>
                        <a:pt x="3992" y="686"/>
                        <a:pt x="3150" y="0"/>
                        <a:pt x="227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59" name="Google Shape;11555;p128">
                  <a:extLst>
                    <a:ext uri="{FF2B5EF4-FFF2-40B4-BE49-F238E27FC236}">
                      <a16:creationId xmlns:a16="http://schemas.microsoft.com/office/drawing/2014/main" id="{01CF063A-7707-EC12-17AA-C6726652CA85}"/>
                    </a:ext>
                  </a:extLst>
                </p:cNvPr>
                <p:cNvSpPr/>
                <p:nvPr/>
              </p:nvSpPr>
              <p:spPr>
                <a:xfrm>
                  <a:off x="4966390" y="3778018"/>
                  <a:ext cx="8950" cy="76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8" h="977" extrusionOk="0">
                      <a:moveTo>
                        <a:pt x="654" y="1"/>
                      </a:moveTo>
                      <a:cubicBezTo>
                        <a:pt x="218" y="1"/>
                        <a:pt x="1" y="533"/>
                        <a:pt x="303" y="835"/>
                      </a:cubicBezTo>
                      <a:cubicBezTo>
                        <a:pt x="404" y="933"/>
                        <a:pt x="527" y="976"/>
                        <a:pt x="647" y="976"/>
                      </a:cubicBezTo>
                      <a:cubicBezTo>
                        <a:pt x="899" y="976"/>
                        <a:pt x="1138" y="784"/>
                        <a:pt x="1138" y="497"/>
                      </a:cubicBezTo>
                      <a:cubicBezTo>
                        <a:pt x="1138" y="218"/>
                        <a:pt x="920" y="1"/>
                        <a:pt x="65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85" name="Google Shape;11556;p128">
                <a:extLst>
                  <a:ext uri="{FF2B5EF4-FFF2-40B4-BE49-F238E27FC236}">
                    <a16:creationId xmlns:a16="http://schemas.microsoft.com/office/drawing/2014/main" id="{C479D432-83D5-3554-39DA-36B242AAEE2D}"/>
                  </a:ext>
                </a:extLst>
              </p:cNvPr>
              <p:cNvGrpSpPr/>
              <p:nvPr/>
            </p:nvGrpSpPr>
            <p:grpSpPr>
              <a:xfrm>
                <a:off x="4964770" y="3814016"/>
                <a:ext cx="31499" cy="26993"/>
                <a:chOff x="4964770" y="3814016"/>
                <a:chExt cx="31499" cy="26993"/>
              </a:xfrm>
              <a:grpFill/>
            </p:grpSpPr>
            <p:sp>
              <p:nvSpPr>
                <p:cNvPr id="2656" name="Google Shape;11557;p128">
                  <a:extLst>
                    <a:ext uri="{FF2B5EF4-FFF2-40B4-BE49-F238E27FC236}">
                      <a16:creationId xmlns:a16="http://schemas.microsoft.com/office/drawing/2014/main" id="{5D3B58E9-B921-59FE-F4EA-6CFB9510127C}"/>
                    </a:ext>
                  </a:extLst>
                </p:cNvPr>
                <p:cNvSpPr/>
                <p:nvPr/>
              </p:nvSpPr>
              <p:spPr>
                <a:xfrm>
                  <a:off x="4964770" y="3814016"/>
                  <a:ext cx="31499" cy="269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32" extrusionOk="0">
                      <a:moveTo>
                        <a:pt x="2276" y="0"/>
                      </a:moveTo>
                      <a:cubicBezTo>
                        <a:pt x="1855" y="0"/>
                        <a:pt x="1426" y="156"/>
                        <a:pt x="1078" y="504"/>
                      </a:cubicBezTo>
                      <a:cubicBezTo>
                        <a:pt x="1" y="1581"/>
                        <a:pt x="763" y="3432"/>
                        <a:pt x="2287" y="3432"/>
                      </a:cubicBezTo>
                      <a:cubicBezTo>
                        <a:pt x="3231" y="3432"/>
                        <a:pt x="3993" y="2658"/>
                        <a:pt x="4005" y="1714"/>
                      </a:cubicBezTo>
                      <a:cubicBezTo>
                        <a:pt x="4005" y="683"/>
                        <a:pt x="3158" y="0"/>
                        <a:pt x="227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57" name="Google Shape;11558;p128">
                  <a:extLst>
                    <a:ext uri="{FF2B5EF4-FFF2-40B4-BE49-F238E27FC236}">
                      <a16:creationId xmlns:a16="http://schemas.microsoft.com/office/drawing/2014/main" id="{6212E500-AC1F-6AFD-C912-E0B6CE2277FA}"/>
                    </a:ext>
                  </a:extLst>
                </p:cNvPr>
                <p:cNvSpPr/>
                <p:nvPr/>
              </p:nvSpPr>
              <p:spPr>
                <a:xfrm>
                  <a:off x="4977715" y="3823690"/>
                  <a:ext cx="8856" cy="76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976" extrusionOk="0">
                      <a:moveTo>
                        <a:pt x="641" y="0"/>
                      </a:moveTo>
                      <a:cubicBezTo>
                        <a:pt x="206" y="0"/>
                        <a:pt x="0" y="520"/>
                        <a:pt x="303" y="835"/>
                      </a:cubicBezTo>
                      <a:cubicBezTo>
                        <a:pt x="399" y="932"/>
                        <a:pt x="519" y="975"/>
                        <a:pt x="636" y="975"/>
                      </a:cubicBezTo>
                      <a:cubicBezTo>
                        <a:pt x="885" y="975"/>
                        <a:pt x="1125" y="780"/>
                        <a:pt x="1125" y="484"/>
                      </a:cubicBezTo>
                      <a:cubicBezTo>
                        <a:pt x="1125" y="218"/>
                        <a:pt x="907" y="0"/>
                        <a:pt x="64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86" name="Google Shape;11559;p128">
                <a:extLst>
                  <a:ext uri="{FF2B5EF4-FFF2-40B4-BE49-F238E27FC236}">
                    <a16:creationId xmlns:a16="http://schemas.microsoft.com/office/drawing/2014/main" id="{9BD6C97D-B6CA-716E-1E83-DE8156AA8F9A}"/>
                  </a:ext>
                </a:extLst>
              </p:cNvPr>
              <p:cNvGrpSpPr/>
              <p:nvPr/>
            </p:nvGrpSpPr>
            <p:grpSpPr>
              <a:xfrm>
                <a:off x="4923290" y="3800504"/>
                <a:ext cx="31468" cy="26898"/>
                <a:chOff x="4923290" y="3800504"/>
                <a:chExt cx="31468" cy="26898"/>
              </a:xfrm>
              <a:grpFill/>
            </p:grpSpPr>
            <p:sp>
              <p:nvSpPr>
                <p:cNvPr id="2654" name="Google Shape;11560;p128">
                  <a:extLst>
                    <a:ext uri="{FF2B5EF4-FFF2-40B4-BE49-F238E27FC236}">
                      <a16:creationId xmlns:a16="http://schemas.microsoft.com/office/drawing/2014/main" id="{A2D0416C-7380-0B8F-A0CD-A2A54745F945}"/>
                    </a:ext>
                  </a:extLst>
                </p:cNvPr>
                <p:cNvSpPr/>
                <p:nvPr/>
              </p:nvSpPr>
              <p:spPr>
                <a:xfrm>
                  <a:off x="4923290" y="3800504"/>
                  <a:ext cx="31468" cy="26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1" h="3420" extrusionOk="0">
                      <a:moveTo>
                        <a:pt x="2276" y="1"/>
                      </a:moveTo>
                      <a:cubicBezTo>
                        <a:pt x="1855" y="1"/>
                        <a:pt x="1426" y="156"/>
                        <a:pt x="1077" y="505"/>
                      </a:cubicBezTo>
                      <a:cubicBezTo>
                        <a:pt x="1" y="1581"/>
                        <a:pt x="763" y="3420"/>
                        <a:pt x="2287" y="3420"/>
                      </a:cubicBezTo>
                      <a:cubicBezTo>
                        <a:pt x="3231" y="3420"/>
                        <a:pt x="3993" y="2658"/>
                        <a:pt x="3993" y="1714"/>
                      </a:cubicBezTo>
                      <a:cubicBezTo>
                        <a:pt x="4001" y="683"/>
                        <a:pt x="3156" y="1"/>
                        <a:pt x="227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55" name="Google Shape;11561;p128">
                  <a:extLst>
                    <a:ext uri="{FF2B5EF4-FFF2-40B4-BE49-F238E27FC236}">
                      <a16:creationId xmlns:a16="http://schemas.microsoft.com/office/drawing/2014/main" id="{2B549586-3071-03CF-E676-D4404D6B9852}"/>
                    </a:ext>
                  </a:extLst>
                </p:cNvPr>
                <p:cNvSpPr/>
                <p:nvPr/>
              </p:nvSpPr>
              <p:spPr>
                <a:xfrm>
                  <a:off x="4937470" y="3810178"/>
                  <a:ext cx="7613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8" h="969" extrusionOk="0">
                      <a:moveTo>
                        <a:pt x="484" y="0"/>
                      </a:moveTo>
                      <a:cubicBezTo>
                        <a:pt x="218" y="0"/>
                        <a:pt x="0" y="218"/>
                        <a:pt x="0" y="484"/>
                      </a:cubicBezTo>
                      <a:cubicBezTo>
                        <a:pt x="0" y="750"/>
                        <a:pt x="218" y="968"/>
                        <a:pt x="484" y="968"/>
                      </a:cubicBezTo>
                      <a:cubicBezTo>
                        <a:pt x="750" y="968"/>
                        <a:pt x="968" y="750"/>
                        <a:pt x="968" y="484"/>
                      </a:cubicBezTo>
                      <a:cubicBezTo>
                        <a:pt x="968" y="218"/>
                        <a:pt x="750" y="0"/>
                        <a:pt x="48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87" name="Google Shape;11562;p128">
                <a:extLst>
                  <a:ext uri="{FF2B5EF4-FFF2-40B4-BE49-F238E27FC236}">
                    <a16:creationId xmlns:a16="http://schemas.microsoft.com/office/drawing/2014/main" id="{F356460A-2473-AE2C-3B1B-50B24BB1F57E}"/>
                  </a:ext>
                </a:extLst>
              </p:cNvPr>
              <p:cNvGrpSpPr/>
              <p:nvPr/>
            </p:nvGrpSpPr>
            <p:grpSpPr>
              <a:xfrm>
                <a:off x="5108534" y="3650943"/>
                <a:ext cx="31405" cy="26993"/>
                <a:chOff x="5108534" y="3650943"/>
                <a:chExt cx="31405" cy="26993"/>
              </a:xfrm>
              <a:grpFill/>
            </p:grpSpPr>
            <p:sp>
              <p:nvSpPr>
                <p:cNvPr id="2652" name="Google Shape;11563;p128">
                  <a:extLst>
                    <a:ext uri="{FF2B5EF4-FFF2-40B4-BE49-F238E27FC236}">
                      <a16:creationId xmlns:a16="http://schemas.microsoft.com/office/drawing/2014/main" id="{5AA5218A-285F-0B07-3274-DA3083570D20}"/>
                    </a:ext>
                  </a:extLst>
                </p:cNvPr>
                <p:cNvSpPr/>
                <p:nvPr/>
              </p:nvSpPr>
              <p:spPr>
                <a:xfrm>
                  <a:off x="5108534" y="3650943"/>
                  <a:ext cx="31405" cy="269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32" extrusionOk="0">
                      <a:moveTo>
                        <a:pt x="2272" y="1"/>
                      </a:moveTo>
                      <a:cubicBezTo>
                        <a:pt x="1853" y="1"/>
                        <a:pt x="1425" y="156"/>
                        <a:pt x="1077" y="505"/>
                      </a:cubicBezTo>
                      <a:cubicBezTo>
                        <a:pt x="0" y="1581"/>
                        <a:pt x="762" y="3432"/>
                        <a:pt x="2286" y="3432"/>
                      </a:cubicBezTo>
                      <a:cubicBezTo>
                        <a:pt x="3230" y="3432"/>
                        <a:pt x="3992" y="2658"/>
                        <a:pt x="3992" y="1714"/>
                      </a:cubicBezTo>
                      <a:cubicBezTo>
                        <a:pt x="3992" y="683"/>
                        <a:pt x="3150" y="1"/>
                        <a:pt x="227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53" name="Google Shape;11564;p128">
                  <a:extLst>
                    <a:ext uri="{FF2B5EF4-FFF2-40B4-BE49-F238E27FC236}">
                      <a16:creationId xmlns:a16="http://schemas.microsoft.com/office/drawing/2014/main" id="{718ED5EF-2F97-EFE9-9CE9-666B9B2C6D2A}"/>
                    </a:ext>
                  </a:extLst>
                </p:cNvPr>
                <p:cNvSpPr/>
                <p:nvPr/>
              </p:nvSpPr>
              <p:spPr>
                <a:xfrm>
                  <a:off x="5122707" y="3660617"/>
                  <a:ext cx="7621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" h="969" extrusionOk="0">
                      <a:moveTo>
                        <a:pt x="484" y="0"/>
                      </a:moveTo>
                      <a:cubicBezTo>
                        <a:pt x="218" y="0"/>
                        <a:pt x="1" y="218"/>
                        <a:pt x="1" y="484"/>
                      </a:cubicBezTo>
                      <a:cubicBezTo>
                        <a:pt x="1" y="750"/>
                        <a:pt x="218" y="968"/>
                        <a:pt x="484" y="968"/>
                      </a:cubicBezTo>
                      <a:cubicBezTo>
                        <a:pt x="751" y="968"/>
                        <a:pt x="968" y="750"/>
                        <a:pt x="968" y="484"/>
                      </a:cubicBezTo>
                      <a:cubicBezTo>
                        <a:pt x="968" y="218"/>
                        <a:pt x="751" y="0"/>
                        <a:pt x="48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88" name="Google Shape;11565;p128">
                <a:extLst>
                  <a:ext uri="{FF2B5EF4-FFF2-40B4-BE49-F238E27FC236}">
                    <a16:creationId xmlns:a16="http://schemas.microsoft.com/office/drawing/2014/main" id="{77B30AE1-645C-7F19-ABF2-1FE81107640A}"/>
                  </a:ext>
                </a:extLst>
              </p:cNvPr>
              <p:cNvGrpSpPr/>
              <p:nvPr/>
            </p:nvGrpSpPr>
            <p:grpSpPr>
              <a:xfrm>
                <a:off x="5119380" y="3760739"/>
                <a:ext cx="31499" cy="26993"/>
                <a:chOff x="5119380" y="3760739"/>
                <a:chExt cx="31499" cy="26993"/>
              </a:xfrm>
              <a:grpFill/>
            </p:grpSpPr>
            <p:sp>
              <p:nvSpPr>
                <p:cNvPr id="2650" name="Google Shape;11566;p128">
                  <a:extLst>
                    <a:ext uri="{FF2B5EF4-FFF2-40B4-BE49-F238E27FC236}">
                      <a16:creationId xmlns:a16="http://schemas.microsoft.com/office/drawing/2014/main" id="{688FAF94-5454-44CB-C82E-6E42C85A0659}"/>
                    </a:ext>
                  </a:extLst>
                </p:cNvPr>
                <p:cNvSpPr/>
                <p:nvPr/>
              </p:nvSpPr>
              <p:spPr>
                <a:xfrm>
                  <a:off x="5119380" y="3760739"/>
                  <a:ext cx="31499" cy="269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32" extrusionOk="0">
                      <a:moveTo>
                        <a:pt x="2275" y="0"/>
                      </a:moveTo>
                      <a:cubicBezTo>
                        <a:pt x="1854" y="0"/>
                        <a:pt x="1425" y="156"/>
                        <a:pt x="1077" y="504"/>
                      </a:cubicBezTo>
                      <a:cubicBezTo>
                        <a:pt x="0" y="1581"/>
                        <a:pt x="762" y="3432"/>
                        <a:pt x="2286" y="3432"/>
                      </a:cubicBezTo>
                      <a:cubicBezTo>
                        <a:pt x="3230" y="3420"/>
                        <a:pt x="3992" y="2657"/>
                        <a:pt x="4004" y="1714"/>
                      </a:cubicBezTo>
                      <a:cubicBezTo>
                        <a:pt x="4004" y="683"/>
                        <a:pt x="3157" y="0"/>
                        <a:pt x="227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51" name="Google Shape;11567;p128">
                  <a:extLst>
                    <a:ext uri="{FF2B5EF4-FFF2-40B4-BE49-F238E27FC236}">
                      <a16:creationId xmlns:a16="http://schemas.microsoft.com/office/drawing/2014/main" id="{7638B695-29CA-F76D-E44E-7541FECAF37C}"/>
                    </a:ext>
                  </a:extLst>
                </p:cNvPr>
                <p:cNvSpPr/>
                <p:nvPr/>
              </p:nvSpPr>
              <p:spPr>
                <a:xfrm>
                  <a:off x="5132318" y="3770405"/>
                  <a:ext cx="8856" cy="76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973" extrusionOk="0">
                      <a:moveTo>
                        <a:pt x="641" y="1"/>
                      </a:moveTo>
                      <a:cubicBezTo>
                        <a:pt x="206" y="1"/>
                        <a:pt x="0" y="521"/>
                        <a:pt x="303" y="824"/>
                      </a:cubicBezTo>
                      <a:cubicBezTo>
                        <a:pt x="402" y="926"/>
                        <a:pt x="524" y="972"/>
                        <a:pt x="644" y="972"/>
                      </a:cubicBezTo>
                      <a:cubicBezTo>
                        <a:pt x="890" y="972"/>
                        <a:pt x="1125" y="778"/>
                        <a:pt x="1125" y="485"/>
                      </a:cubicBezTo>
                      <a:cubicBezTo>
                        <a:pt x="1125" y="219"/>
                        <a:pt x="908" y="1"/>
                        <a:pt x="64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89" name="Google Shape;11568;p128">
                <a:extLst>
                  <a:ext uri="{FF2B5EF4-FFF2-40B4-BE49-F238E27FC236}">
                    <a16:creationId xmlns:a16="http://schemas.microsoft.com/office/drawing/2014/main" id="{9942CB26-0F3B-DA7A-F234-1C2FC5B2B29C}"/>
                  </a:ext>
                </a:extLst>
              </p:cNvPr>
              <p:cNvGrpSpPr/>
              <p:nvPr/>
            </p:nvGrpSpPr>
            <p:grpSpPr>
              <a:xfrm>
                <a:off x="5119380" y="3788235"/>
                <a:ext cx="31499" cy="26993"/>
                <a:chOff x="5119380" y="3788235"/>
                <a:chExt cx="31499" cy="26993"/>
              </a:xfrm>
              <a:grpFill/>
            </p:grpSpPr>
            <p:sp>
              <p:nvSpPr>
                <p:cNvPr id="2648" name="Google Shape;11569;p128">
                  <a:extLst>
                    <a:ext uri="{FF2B5EF4-FFF2-40B4-BE49-F238E27FC236}">
                      <a16:creationId xmlns:a16="http://schemas.microsoft.com/office/drawing/2014/main" id="{D6D46244-927D-0570-71D6-262F538D8575}"/>
                    </a:ext>
                  </a:extLst>
                </p:cNvPr>
                <p:cNvSpPr/>
                <p:nvPr/>
              </p:nvSpPr>
              <p:spPr>
                <a:xfrm>
                  <a:off x="5119380" y="3788235"/>
                  <a:ext cx="31499" cy="269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32" extrusionOk="0">
                      <a:moveTo>
                        <a:pt x="2275" y="0"/>
                      </a:moveTo>
                      <a:cubicBezTo>
                        <a:pt x="1854" y="0"/>
                        <a:pt x="1425" y="156"/>
                        <a:pt x="1077" y="504"/>
                      </a:cubicBezTo>
                      <a:cubicBezTo>
                        <a:pt x="0" y="1581"/>
                        <a:pt x="762" y="3432"/>
                        <a:pt x="2286" y="3432"/>
                      </a:cubicBezTo>
                      <a:cubicBezTo>
                        <a:pt x="3230" y="3419"/>
                        <a:pt x="3992" y="2657"/>
                        <a:pt x="4004" y="1714"/>
                      </a:cubicBezTo>
                      <a:cubicBezTo>
                        <a:pt x="4004" y="683"/>
                        <a:pt x="3157" y="0"/>
                        <a:pt x="227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9" name="Google Shape;11570;p128">
                  <a:extLst>
                    <a:ext uri="{FF2B5EF4-FFF2-40B4-BE49-F238E27FC236}">
                      <a16:creationId xmlns:a16="http://schemas.microsoft.com/office/drawing/2014/main" id="{3B4D77A6-19D1-8062-C147-CF5B4B831F2C}"/>
                    </a:ext>
                  </a:extLst>
                </p:cNvPr>
                <p:cNvSpPr/>
                <p:nvPr/>
              </p:nvSpPr>
              <p:spPr>
                <a:xfrm>
                  <a:off x="5132318" y="3797901"/>
                  <a:ext cx="8856" cy="7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967" extrusionOk="0">
                      <a:moveTo>
                        <a:pt x="641" y="1"/>
                      </a:moveTo>
                      <a:cubicBezTo>
                        <a:pt x="206" y="1"/>
                        <a:pt x="0" y="521"/>
                        <a:pt x="303" y="824"/>
                      </a:cubicBezTo>
                      <a:cubicBezTo>
                        <a:pt x="402" y="922"/>
                        <a:pt x="524" y="967"/>
                        <a:pt x="643" y="967"/>
                      </a:cubicBezTo>
                      <a:cubicBezTo>
                        <a:pt x="890" y="967"/>
                        <a:pt x="1125" y="778"/>
                        <a:pt x="1125" y="485"/>
                      </a:cubicBezTo>
                      <a:cubicBezTo>
                        <a:pt x="1125" y="219"/>
                        <a:pt x="908" y="1"/>
                        <a:pt x="64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90" name="Google Shape;11571;p128">
                <a:extLst>
                  <a:ext uri="{FF2B5EF4-FFF2-40B4-BE49-F238E27FC236}">
                    <a16:creationId xmlns:a16="http://schemas.microsoft.com/office/drawing/2014/main" id="{801BABC6-4710-7252-326B-3973A36FE393}"/>
                  </a:ext>
                </a:extLst>
              </p:cNvPr>
              <p:cNvGrpSpPr/>
              <p:nvPr/>
            </p:nvGrpSpPr>
            <p:grpSpPr>
              <a:xfrm>
                <a:off x="5158005" y="3875284"/>
                <a:ext cx="31405" cy="27001"/>
                <a:chOff x="5158005" y="3875284"/>
                <a:chExt cx="31405" cy="27001"/>
              </a:xfrm>
              <a:grpFill/>
            </p:grpSpPr>
            <p:sp>
              <p:nvSpPr>
                <p:cNvPr id="2646" name="Google Shape;11572;p128">
                  <a:extLst>
                    <a:ext uri="{FF2B5EF4-FFF2-40B4-BE49-F238E27FC236}">
                      <a16:creationId xmlns:a16="http://schemas.microsoft.com/office/drawing/2014/main" id="{4A5CBACF-4B7C-5611-87D3-7D232988B0E5}"/>
                    </a:ext>
                  </a:extLst>
                </p:cNvPr>
                <p:cNvSpPr/>
                <p:nvPr/>
              </p:nvSpPr>
              <p:spPr>
                <a:xfrm>
                  <a:off x="5158005" y="3875284"/>
                  <a:ext cx="31405" cy="270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33" extrusionOk="0">
                      <a:moveTo>
                        <a:pt x="2273" y="1"/>
                      </a:moveTo>
                      <a:cubicBezTo>
                        <a:pt x="1853" y="1"/>
                        <a:pt x="1425" y="157"/>
                        <a:pt x="1077" y="505"/>
                      </a:cubicBezTo>
                      <a:cubicBezTo>
                        <a:pt x="0" y="1581"/>
                        <a:pt x="763" y="3432"/>
                        <a:pt x="2287" y="3432"/>
                      </a:cubicBezTo>
                      <a:cubicBezTo>
                        <a:pt x="3230" y="3432"/>
                        <a:pt x="3992" y="2658"/>
                        <a:pt x="3992" y="1714"/>
                      </a:cubicBezTo>
                      <a:cubicBezTo>
                        <a:pt x="3992" y="683"/>
                        <a:pt x="3151" y="1"/>
                        <a:pt x="227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7" name="Google Shape;11573;p128">
                  <a:extLst>
                    <a:ext uri="{FF2B5EF4-FFF2-40B4-BE49-F238E27FC236}">
                      <a16:creationId xmlns:a16="http://schemas.microsoft.com/office/drawing/2014/main" id="{EF62913C-635A-387E-F4F1-01B8DCB69E9B}"/>
                    </a:ext>
                  </a:extLst>
                </p:cNvPr>
                <p:cNvSpPr/>
                <p:nvPr/>
              </p:nvSpPr>
              <p:spPr>
                <a:xfrm>
                  <a:off x="5170848" y="3884958"/>
                  <a:ext cx="8950" cy="76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8" h="972" extrusionOk="0">
                      <a:moveTo>
                        <a:pt x="654" y="0"/>
                      </a:moveTo>
                      <a:cubicBezTo>
                        <a:pt x="218" y="0"/>
                        <a:pt x="1" y="521"/>
                        <a:pt x="303" y="823"/>
                      </a:cubicBezTo>
                      <a:cubicBezTo>
                        <a:pt x="406" y="926"/>
                        <a:pt x="531" y="972"/>
                        <a:pt x="652" y="972"/>
                      </a:cubicBezTo>
                      <a:cubicBezTo>
                        <a:pt x="902" y="972"/>
                        <a:pt x="1138" y="777"/>
                        <a:pt x="1138" y="484"/>
                      </a:cubicBezTo>
                      <a:cubicBezTo>
                        <a:pt x="1138" y="218"/>
                        <a:pt x="920" y="0"/>
                        <a:pt x="65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91" name="Google Shape;11574;p128">
                <a:extLst>
                  <a:ext uri="{FF2B5EF4-FFF2-40B4-BE49-F238E27FC236}">
                    <a16:creationId xmlns:a16="http://schemas.microsoft.com/office/drawing/2014/main" id="{B5462A14-363E-F791-1A84-992CCFF12675}"/>
                  </a:ext>
                </a:extLst>
              </p:cNvPr>
              <p:cNvGrpSpPr/>
              <p:nvPr/>
            </p:nvGrpSpPr>
            <p:grpSpPr>
              <a:xfrm>
                <a:off x="5233163" y="3764545"/>
                <a:ext cx="31499" cy="26898"/>
                <a:chOff x="5233163" y="3764545"/>
                <a:chExt cx="31499" cy="26898"/>
              </a:xfrm>
              <a:grpFill/>
            </p:grpSpPr>
            <p:sp>
              <p:nvSpPr>
                <p:cNvPr id="2644" name="Google Shape;11575;p128">
                  <a:extLst>
                    <a:ext uri="{FF2B5EF4-FFF2-40B4-BE49-F238E27FC236}">
                      <a16:creationId xmlns:a16="http://schemas.microsoft.com/office/drawing/2014/main" id="{8881BF8C-9C03-AC38-2641-B6ABB84B4FF7}"/>
                    </a:ext>
                  </a:extLst>
                </p:cNvPr>
                <p:cNvSpPr/>
                <p:nvPr/>
              </p:nvSpPr>
              <p:spPr>
                <a:xfrm>
                  <a:off x="5233163" y="3764545"/>
                  <a:ext cx="31499" cy="26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20" extrusionOk="0">
                      <a:moveTo>
                        <a:pt x="2276" y="0"/>
                      </a:moveTo>
                      <a:cubicBezTo>
                        <a:pt x="1855" y="0"/>
                        <a:pt x="1426" y="156"/>
                        <a:pt x="1078" y="504"/>
                      </a:cubicBezTo>
                      <a:cubicBezTo>
                        <a:pt x="1" y="1581"/>
                        <a:pt x="763" y="3419"/>
                        <a:pt x="2287" y="3419"/>
                      </a:cubicBezTo>
                      <a:cubicBezTo>
                        <a:pt x="3231" y="3419"/>
                        <a:pt x="4005" y="2657"/>
                        <a:pt x="4005" y="1714"/>
                      </a:cubicBezTo>
                      <a:cubicBezTo>
                        <a:pt x="4005" y="682"/>
                        <a:pt x="3158" y="0"/>
                        <a:pt x="227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5" name="Google Shape;11576;p128">
                  <a:extLst>
                    <a:ext uri="{FF2B5EF4-FFF2-40B4-BE49-F238E27FC236}">
                      <a16:creationId xmlns:a16="http://schemas.microsoft.com/office/drawing/2014/main" id="{F2539137-9DBC-2A15-B258-3CFF31A28908}"/>
                    </a:ext>
                  </a:extLst>
                </p:cNvPr>
                <p:cNvSpPr/>
                <p:nvPr/>
              </p:nvSpPr>
              <p:spPr>
                <a:xfrm>
                  <a:off x="5246108" y="3774211"/>
                  <a:ext cx="8856" cy="75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965" extrusionOk="0">
                      <a:moveTo>
                        <a:pt x="641" y="1"/>
                      </a:moveTo>
                      <a:cubicBezTo>
                        <a:pt x="218" y="1"/>
                        <a:pt x="0" y="521"/>
                        <a:pt x="303" y="823"/>
                      </a:cubicBezTo>
                      <a:cubicBezTo>
                        <a:pt x="400" y="921"/>
                        <a:pt x="520" y="964"/>
                        <a:pt x="638" y="964"/>
                      </a:cubicBezTo>
                      <a:cubicBezTo>
                        <a:pt x="886" y="964"/>
                        <a:pt x="1125" y="772"/>
                        <a:pt x="1125" y="485"/>
                      </a:cubicBezTo>
                      <a:cubicBezTo>
                        <a:pt x="1125" y="219"/>
                        <a:pt x="907" y="1"/>
                        <a:pt x="64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92" name="Google Shape;11577;p128">
                <a:extLst>
                  <a:ext uri="{FF2B5EF4-FFF2-40B4-BE49-F238E27FC236}">
                    <a16:creationId xmlns:a16="http://schemas.microsoft.com/office/drawing/2014/main" id="{15767B73-7208-1FF4-BE2A-B85A35ECA855}"/>
                  </a:ext>
                </a:extLst>
              </p:cNvPr>
              <p:cNvGrpSpPr/>
              <p:nvPr/>
            </p:nvGrpSpPr>
            <p:grpSpPr>
              <a:xfrm>
                <a:off x="5276168" y="3805545"/>
                <a:ext cx="31499" cy="26906"/>
                <a:chOff x="5276168" y="3805545"/>
                <a:chExt cx="31499" cy="26906"/>
              </a:xfrm>
              <a:grpFill/>
            </p:grpSpPr>
            <p:sp>
              <p:nvSpPr>
                <p:cNvPr id="2642" name="Google Shape;11578;p128">
                  <a:extLst>
                    <a:ext uri="{FF2B5EF4-FFF2-40B4-BE49-F238E27FC236}">
                      <a16:creationId xmlns:a16="http://schemas.microsoft.com/office/drawing/2014/main" id="{6113525C-8364-BA7B-A05E-DB70ADF994C4}"/>
                    </a:ext>
                  </a:extLst>
                </p:cNvPr>
                <p:cNvSpPr/>
                <p:nvPr/>
              </p:nvSpPr>
              <p:spPr>
                <a:xfrm>
                  <a:off x="5276168" y="3805545"/>
                  <a:ext cx="31499" cy="269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21" extrusionOk="0">
                      <a:moveTo>
                        <a:pt x="2281" y="1"/>
                      </a:moveTo>
                      <a:cubicBezTo>
                        <a:pt x="1860" y="1"/>
                        <a:pt x="1429" y="157"/>
                        <a:pt x="1077" y="505"/>
                      </a:cubicBezTo>
                      <a:cubicBezTo>
                        <a:pt x="1" y="1581"/>
                        <a:pt x="763" y="3420"/>
                        <a:pt x="2287" y="3420"/>
                      </a:cubicBezTo>
                      <a:cubicBezTo>
                        <a:pt x="3231" y="3420"/>
                        <a:pt x="4005" y="2658"/>
                        <a:pt x="4005" y="1714"/>
                      </a:cubicBezTo>
                      <a:cubicBezTo>
                        <a:pt x="4005" y="683"/>
                        <a:pt x="3163" y="1"/>
                        <a:pt x="228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3" name="Google Shape;11579;p128">
                  <a:extLst>
                    <a:ext uri="{FF2B5EF4-FFF2-40B4-BE49-F238E27FC236}">
                      <a16:creationId xmlns:a16="http://schemas.microsoft.com/office/drawing/2014/main" id="{96BD02BB-2557-FA5A-7C4B-826936755B59}"/>
                    </a:ext>
                  </a:extLst>
                </p:cNvPr>
                <p:cNvSpPr/>
                <p:nvPr/>
              </p:nvSpPr>
              <p:spPr>
                <a:xfrm>
                  <a:off x="5289106" y="3815219"/>
                  <a:ext cx="8856" cy="7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967" extrusionOk="0">
                      <a:moveTo>
                        <a:pt x="642" y="1"/>
                      </a:moveTo>
                      <a:cubicBezTo>
                        <a:pt x="219" y="1"/>
                        <a:pt x="1" y="521"/>
                        <a:pt x="303" y="823"/>
                      </a:cubicBezTo>
                      <a:cubicBezTo>
                        <a:pt x="402" y="922"/>
                        <a:pt x="524" y="967"/>
                        <a:pt x="644" y="967"/>
                      </a:cubicBezTo>
                      <a:cubicBezTo>
                        <a:pt x="890" y="967"/>
                        <a:pt x="1126" y="778"/>
                        <a:pt x="1126" y="484"/>
                      </a:cubicBezTo>
                      <a:cubicBezTo>
                        <a:pt x="1126" y="218"/>
                        <a:pt x="908" y="1"/>
                        <a:pt x="64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93" name="Google Shape;11580;p128">
                <a:extLst>
                  <a:ext uri="{FF2B5EF4-FFF2-40B4-BE49-F238E27FC236}">
                    <a16:creationId xmlns:a16="http://schemas.microsoft.com/office/drawing/2014/main" id="{7CCF4E7C-3924-8E94-C2FD-0BA4F78045A4}"/>
                  </a:ext>
                </a:extLst>
              </p:cNvPr>
              <p:cNvGrpSpPr/>
              <p:nvPr/>
            </p:nvGrpSpPr>
            <p:grpSpPr>
              <a:xfrm>
                <a:off x="5294053" y="3851933"/>
                <a:ext cx="31405" cy="26945"/>
                <a:chOff x="5294053" y="3851933"/>
                <a:chExt cx="31405" cy="26945"/>
              </a:xfrm>
              <a:grpFill/>
            </p:grpSpPr>
            <p:sp>
              <p:nvSpPr>
                <p:cNvPr id="2640" name="Google Shape;11581;p128">
                  <a:extLst>
                    <a:ext uri="{FF2B5EF4-FFF2-40B4-BE49-F238E27FC236}">
                      <a16:creationId xmlns:a16="http://schemas.microsoft.com/office/drawing/2014/main" id="{893C7F25-BC73-B20C-67A4-4DAC516408CE}"/>
                    </a:ext>
                  </a:extLst>
                </p:cNvPr>
                <p:cNvSpPr/>
                <p:nvPr/>
              </p:nvSpPr>
              <p:spPr>
                <a:xfrm>
                  <a:off x="5294053" y="3851933"/>
                  <a:ext cx="31405" cy="269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26" extrusionOk="0">
                      <a:moveTo>
                        <a:pt x="2273" y="1"/>
                      </a:moveTo>
                      <a:cubicBezTo>
                        <a:pt x="1854" y="1"/>
                        <a:pt x="1426" y="158"/>
                        <a:pt x="1077" y="510"/>
                      </a:cubicBezTo>
                      <a:cubicBezTo>
                        <a:pt x="1" y="1587"/>
                        <a:pt x="763" y="3425"/>
                        <a:pt x="2287" y="3425"/>
                      </a:cubicBezTo>
                      <a:cubicBezTo>
                        <a:pt x="3231" y="3425"/>
                        <a:pt x="3993" y="2663"/>
                        <a:pt x="3993" y="1720"/>
                      </a:cubicBezTo>
                      <a:cubicBezTo>
                        <a:pt x="3993" y="688"/>
                        <a:pt x="3151" y="1"/>
                        <a:pt x="227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1" name="Google Shape;11582;p128">
                  <a:extLst>
                    <a:ext uri="{FF2B5EF4-FFF2-40B4-BE49-F238E27FC236}">
                      <a16:creationId xmlns:a16="http://schemas.microsoft.com/office/drawing/2014/main" id="{CEDC5575-D897-C10F-68FE-A05C49CBFC45}"/>
                    </a:ext>
                  </a:extLst>
                </p:cNvPr>
                <p:cNvSpPr/>
                <p:nvPr/>
              </p:nvSpPr>
              <p:spPr>
                <a:xfrm>
                  <a:off x="5308234" y="3861552"/>
                  <a:ext cx="7621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" h="969" extrusionOk="0">
                      <a:moveTo>
                        <a:pt x="484" y="1"/>
                      </a:moveTo>
                      <a:cubicBezTo>
                        <a:pt x="218" y="1"/>
                        <a:pt x="0" y="218"/>
                        <a:pt x="0" y="485"/>
                      </a:cubicBezTo>
                      <a:cubicBezTo>
                        <a:pt x="0" y="763"/>
                        <a:pt x="218" y="968"/>
                        <a:pt x="484" y="968"/>
                      </a:cubicBezTo>
                      <a:cubicBezTo>
                        <a:pt x="750" y="968"/>
                        <a:pt x="968" y="763"/>
                        <a:pt x="968" y="485"/>
                      </a:cubicBezTo>
                      <a:cubicBezTo>
                        <a:pt x="968" y="218"/>
                        <a:pt x="750" y="1"/>
                        <a:pt x="48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94" name="Google Shape;11583;p128">
                <a:extLst>
                  <a:ext uri="{FF2B5EF4-FFF2-40B4-BE49-F238E27FC236}">
                    <a16:creationId xmlns:a16="http://schemas.microsoft.com/office/drawing/2014/main" id="{2BDE79D6-45D0-180F-4E2E-E2B8F079306D}"/>
                  </a:ext>
                </a:extLst>
              </p:cNvPr>
              <p:cNvGrpSpPr/>
              <p:nvPr/>
            </p:nvGrpSpPr>
            <p:grpSpPr>
              <a:xfrm>
                <a:off x="5341723" y="3851902"/>
                <a:ext cx="31405" cy="26977"/>
                <a:chOff x="5341723" y="3851902"/>
                <a:chExt cx="31405" cy="26977"/>
              </a:xfrm>
              <a:grpFill/>
            </p:grpSpPr>
            <p:sp>
              <p:nvSpPr>
                <p:cNvPr id="2638" name="Google Shape;11584;p128">
                  <a:extLst>
                    <a:ext uri="{FF2B5EF4-FFF2-40B4-BE49-F238E27FC236}">
                      <a16:creationId xmlns:a16="http://schemas.microsoft.com/office/drawing/2014/main" id="{D28D52A4-74CA-2B6C-D6C0-13F78B5EC63A}"/>
                    </a:ext>
                  </a:extLst>
                </p:cNvPr>
                <p:cNvSpPr/>
                <p:nvPr/>
              </p:nvSpPr>
              <p:spPr>
                <a:xfrm>
                  <a:off x="5341723" y="3851902"/>
                  <a:ext cx="31405" cy="269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30" extrusionOk="0">
                      <a:moveTo>
                        <a:pt x="2266" y="1"/>
                      </a:moveTo>
                      <a:cubicBezTo>
                        <a:pt x="1848" y="1"/>
                        <a:pt x="1423" y="156"/>
                        <a:pt x="1077" y="502"/>
                      </a:cubicBezTo>
                      <a:cubicBezTo>
                        <a:pt x="0" y="1578"/>
                        <a:pt x="762" y="3429"/>
                        <a:pt x="2287" y="3429"/>
                      </a:cubicBezTo>
                      <a:cubicBezTo>
                        <a:pt x="3230" y="3429"/>
                        <a:pt x="3992" y="2667"/>
                        <a:pt x="3992" y="1724"/>
                      </a:cubicBezTo>
                      <a:cubicBezTo>
                        <a:pt x="3992" y="690"/>
                        <a:pt x="3146" y="1"/>
                        <a:pt x="226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9" name="Google Shape;11585;p128">
                  <a:extLst>
                    <a:ext uri="{FF2B5EF4-FFF2-40B4-BE49-F238E27FC236}">
                      <a16:creationId xmlns:a16="http://schemas.microsoft.com/office/drawing/2014/main" id="{4D235FA2-857E-E119-9E92-C1F4A1A28C66}"/>
                    </a:ext>
                  </a:extLst>
                </p:cNvPr>
                <p:cNvSpPr/>
                <p:nvPr/>
              </p:nvSpPr>
              <p:spPr>
                <a:xfrm>
                  <a:off x="5354567" y="3861647"/>
                  <a:ext cx="8950" cy="75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8" h="965" extrusionOk="0">
                      <a:moveTo>
                        <a:pt x="654" y="1"/>
                      </a:moveTo>
                      <a:cubicBezTo>
                        <a:pt x="218" y="1"/>
                        <a:pt x="0" y="521"/>
                        <a:pt x="303" y="823"/>
                      </a:cubicBezTo>
                      <a:cubicBezTo>
                        <a:pt x="404" y="921"/>
                        <a:pt x="527" y="964"/>
                        <a:pt x="646" y="964"/>
                      </a:cubicBezTo>
                      <a:cubicBezTo>
                        <a:pt x="898" y="964"/>
                        <a:pt x="1138" y="772"/>
                        <a:pt x="1138" y="485"/>
                      </a:cubicBezTo>
                      <a:cubicBezTo>
                        <a:pt x="1138" y="206"/>
                        <a:pt x="920" y="1"/>
                        <a:pt x="65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95" name="Google Shape;11586;p128">
                <a:extLst>
                  <a:ext uri="{FF2B5EF4-FFF2-40B4-BE49-F238E27FC236}">
                    <a16:creationId xmlns:a16="http://schemas.microsoft.com/office/drawing/2014/main" id="{FC18DCAA-E8CA-DB3B-1B08-54B441AF6D96}"/>
                  </a:ext>
                </a:extLst>
              </p:cNvPr>
              <p:cNvGrpSpPr/>
              <p:nvPr/>
            </p:nvGrpSpPr>
            <p:grpSpPr>
              <a:xfrm>
                <a:off x="5054871" y="3507855"/>
                <a:ext cx="31405" cy="26993"/>
                <a:chOff x="5054871" y="3507855"/>
                <a:chExt cx="31405" cy="26993"/>
              </a:xfrm>
              <a:grpFill/>
            </p:grpSpPr>
            <p:sp>
              <p:nvSpPr>
                <p:cNvPr id="2636" name="Google Shape;11587;p128">
                  <a:extLst>
                    <a:ext uri="{FF2B5EF4-FFF2-40B4-BE49-F238E27FC236}">
                      <a16:creationId xmlns:a16="http://schemas.microsoft.com/office/drawing/2014/main" id="{1D0EBC35-0183-87DC-E9C1-4A3404FADDA1}"/>
                    </a:ext>
                  </a:extLst>
                </p:cNvPr>
                <p:cNvSpPr/>
                <p:nvPr/>
              </p:nvSpPr>
              <p:spPr>
                <a:xfrm>
                  <a:off x="5054871" y="3507855"/>
                  <a:ext cx="31405" cy="269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32" extrusionOk="0">
                      <a:moveTo>
                        <a:pt x="2273" y="0"/>
                      </a:moveTo>
                      <a:cubicBezTo>
                        <a:pt x="1853" y="0"/>
                        <a:pt x="1425" y="156"/>
                        <a:pt x="1077" y="504"/>
                      </a:cubicBezTo>
                      <a:cubicBezTo>
                        <a:pt x="1" y="1581"/>
                        <a:pt x="763" y="3431"/>
                        <a:pt x="2287" y="3431"/>
                      </a:cubicBezTo>
                      <a:cubicBezTo>
                        <a:pt x="3230" y="3431"/>
                        <a:pt x="3993" y="2657"/>
                        <a:pt x="3993" y="1714"/>
                      </a:cubicBezTo>
                      <a:cubicBezTo>
                        <a:pt x="3993" y="682"/>
                        <a:pt x="3151" y="0"/>
                        <a:pt x="227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7" name="Google Shape;11588;p128">
                  <a:extLst>
                    <a:ext uri="{FF2B5EF4-FFF2-40B4-BE49-F238E27FC236}">
                      <a16:creationId xmlns:a16="http://schemas.microsoft.com/office/drawing/2014/main" id="{6973B400-A136-DBBC-09BC-2881DD601367}"/>
                    </a:ext>
                  </a:extLst>
                </p:cNvPr>
                <p:cNvSpPr/>
                <p:nvPr/>
              </p:nvSpPr>
              <p:spPr>
                <a:xfrm>
                  <a:off x="5067715" y="3517521"/>
                  <a:ext cx="8950" cy="7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8" h="967" extrusionOk="0">
                      <a:moveTo>
                        <a:pt x="654" y="1"/>
                      </a:moveTo>
                      <a:cubicBezTo>
                        <a:pt x="218" y="1"/>
                        <a:pt x="1" y="521"/>
                        <a:pt x="315" y="823"/>
                      </a:cubicBezTo>
                      <a:cubicBezTo>
                        <a:pt x="414" y="922"/>
                        <a:pt x="536" y="967"/>
                        <a:pt x="656" y="967"/>
                      </a:cubicBezTo>
                      <a:cubicBezTo>
                        <a:pt x="902" y="967"/>
                        <a:pt x="1138" y="778"/>
                        <a:pt x="1138" y="485"/>
                      </a:cubicBezTo>
                      <a:cubicBezTo>
                        <a:pt x="1138" y="219"/>
                        <a:pt x="920" y="1"/>
                        <a:pt x="65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96" name="Google Shape;11589;p128">
                <a:extLst>
                  <a:ext uri="{FF2B5EF4-FFF2-40B4-BE49-F238E27FC236}">
                    <a16:creationId xmlns:a16="http://schemas.microsoft.com/office/drawing/2014/main" id="{94093C84-9269-D57D-3487-D8E696AF991D}"/>
                  </a:ext>
                </a:extLst>
              </p:cNvPr>
              <p:cNvGrpSpPr/>
              <p:nvPr/>
            </p:nvGrpSpPr>
            <p:grpSpPr>
              <a:xfrm>
                <a:off x="4876579" y="3675325"/>
                <a:ext cx="31405" cy="26969"/>
                <a:chOff x="4876579" y="3675325"/>
                <a:chExt cx="31405" cy="26969"/>
              </a:xfrm>
              <a:grpFill/>
            </p:grpSpPr>
            <p:sp>
              <p:nvSpPr>
                <p:cNvPr id="2634" name="Google Shape;11590;p128">
                  <a:extLst>
                    <a:ext uri="{FF2B5EF4-FFF2-40B4-BE49-F238E27FC236}">
                      <a16:creationId xmlns:a16="http://schemas.microsoft.com/office/drawing/2014/main" id="{111EE7E1-CF1E-E4E1-C744-ACCCFC7F7D2F}"/>
                    </a:ext>
                  </a:extLst>
                </p:cNvPr>
                <p:cNvSpPr/>
                <p:nvPr/>
              </p:nvSpPr>
              <p:spPr>
                <a:xfrm>
                  <a:off x="4876579" y="3675325"/>
                  <a:ext cx="31405" cy="269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29" extrusionOk="0">
                      <a:moveTo>
                        <a:pt x="2266" y="0"/>
                      </a:moveTo>
                      <a:cubicBezTo>
                        <a:pt x="1848" y="0"/>
                        <a:pt x="1423" y="155"/>
                        <a:pt x="1077" y="501"/>
                      </a:cubicBezTo>
                      <a:cubicBezTo>
                        <a:pt x="0" y="1578"/>
                        <a:pt x="762" y="3429"/>
                        <a:pt x="2287" y="3429"/>
                      </a:cubicBezTo>
                      <a:cubicBezTo>
                        <a:pt x="3230" y="3429"/>
                        <a:pt x="3992" y="2667"/>
                        <a:pt x="3992" y="1723"/>
                      </a:cubicBezTo>
                      <a:cubicBezTo>
                        <a:pt x="3992" y="689"/>
                        <a:pt x="3146" y="0"/>
                        <a:pt x="226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5" name="Google Shape;11591;p128">
                  <a:extLst>
                    <a:ext uri="{FF2B5EF4-FFF2-40B4-BE49-F238E27FC236}">
                      <a16:creationId xmlns:a16="http://schemas.microsoft.com/office/drawing/2014/main" id="{1146A37A-7E1C-AA2B-138A-F5D184AF0787}"/>
                    </a:ext>
                  </a:extLst>
                </p:cNvPr>
                <p:cNvSpPr/>
                <p:nvPr/>
              </p:nvSpPr>
              <p:spPr>
                <a:xfrm>
                  <a:off x="4889517" y="3684975"/>
                  <a:ext cx="8856" cy="76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976" extrusionOk="0">
                      <a:moveTo>
                        <a:pt x="642" y="0"/>
                      </a:moveTo>
                      <a:cubicBezTo>
                        <a:pt x="218" y="12"/>
                        <a:pt x="0" y="520"/>
                        <a:pt x="303" y="835"/>
                      </a:cubicBezTo>
                      <a:cubicBezTo>
                        <a:pt x="400" y="932"/>
                        <a:pt x="520" y="976"/>
                        <a:pt x="638" y="976"/>
                      </a:cubicBezTo>
                      <a:cubicBezTo>
                        <a:pt x="886" y="976"/>
                        <a:pt x="1125" y="783"/>
                        <a:pt x="1125" y="496"/>
                      </a:cubicBezTo>
                      <a:cubicBezTo>
                        <a:pt x="1125" y="218"/>
                        <a:pt x="908" y="0"/>
                        <a:pt x="64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97" name="Google Shape;11592;p128">
                <a:extLst>
                  <a:ext uri="{FF2B5EF4-FFF2-40B4-BE49-F238E27FC236}">
                    <a16:creationId xmlns:a16="http://schemas.microsoft.com/office/drawing/2014/main" id="{1DD62F3B-4378-F246-6838-CBD72ABFCAB9}"/>
                  </a:ext>
                </a:extLst>
              </p:cNvPr>
              <p:cNvGrpSpPr/>
              <p:nvPr/>
            </p:nvGrpSpPr>
            <p:grpSpPr>
              <a:xfrm>
                <a:off x="4842233" y="3688333"/>
                <a:ext cx="31405" cy="26993"/>
                <a:chOff x="4842233" y="3688333"/>
                <a:chExt cx="31405" cy="26993"/>
              </a:xfrm>
              <a:grpFill/>
            </p:grpSpPr>
            <p:sp>
              <p:nvSpPr>
                <p:cNvPr id="2632" name="Google Shape;11593;p128">
                  <a:extLst>
                    <a:ext uri="{FF2B5EF4-FFF2-40B4-BE49-F238E27FC236}">
                      <a16:creationId xmlns:a16="http://schemas.microsoft.com/office/drawing/2014/main" id="{7004A191-5383-5EEC-AD7E-CDFC04778702}"/>
                    </a:ext>
                  </a:extLst>
                </p:cNvPr>
                <p:cNvSpPr/>
                <p:nvPr/>
              </p:nvSpPr>
              <p:spPr>
                <a:xfrm>
                  <a:off x="4842233" y="3688333"/>
                  <a:ext cx="31405" cy="269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32" extrusionOk="0">
                      <a:moveTo>
                        <a:pt x="2273" y="1"/>
                      </a:moveTo>
                      <a:cubicBezTo>
                        <a:pt x="1853" y="1"/>
                        <a:pt x="1425" y="156"/>
                        <a:pt x="1077" y="505"/>
                      </a:cubicBezTo>
                      <a:cubicBezTo>
                        <a:pt x="0" y="1581"/>
                        <a:pt x="762" y="3420"/>
                        <a:pt x="2287" y="3432"/>
                      </a:cubicBezTo>
                      <a:cubicBezTo>
                        <a:pt x="3230" y="3432"/>
                        <a:pt x="3992" y="2658"/>
                        <a:pt x="3992" y="1714"/>
                      </a:cubicBezTo>
                      <a:cubicBezTo>
                        <a:pt x="3992" y="683"/>
                        <a:pt x="3150" y="1"/>
                        <a:pt x="227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3" name="Google Shape;11594;p128">
                  <a:extLst>
                    <a:ext uri="{FF2B5EF4-FFF2-40B4-BE49-F238E27FC236}">
                      <a16:creationId xmlns:a16="http://schemas.microsoft.com/office/drawing/2014/main" id="{7E894D23-C479-5641-4626-C8937DA42BCD}"/>
                    </a:ext>
                  </a:extLst>
                </p:cNvPr>
                <p:cNvSpPr/>
                <p:nvPr/>
              </p:nvSpPr>
              <p:spPr>
                <a:xfrm>
                  <a:off x="4855076" y="3698094"/>
                  <a:ext cx="8856" cy="75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965" extrusionOk="0">
                      <a:moveTo>
                        <a:pt x="664" y="1"/>
                      </a:moveTo>
                      <a:cubicBezTo>
                        <a:pt x="656" y="1"/>
                        <a:pt x="649" y="1"/>
                        <a:pt x="641" y="1"/>
                      </a:cubicBezTo>
                      <a:cubicBezTo>
                        <a:pt x="218" y="1"/>
                        <a:pt x="0" y="522"/>
                        <a:pt x="303" y="824"/>
                      </a:cubicBezTo>
                      <a:cubicBezTo>
                        <a:pt x="400" y="921"/>
                        <a:pt x="520" y="965"/>
                        <a:pt x="638" y="965"/>
                      </a:cubicBezTo>
                      <a:cubicBezTo>
                        <a:pt x="886" y="965"/>
                        <a:pt x="1125" y="772"/>
                        <a:pt x="1125" y="485"/>
                      </a:cubicBezTo>
                      <a:cubicBezTo>
                        <a:pt x="1125" y="215"/>
                        <a:pt x="931" y="1"/>
                        <a:pt x="66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98" name="Google Shape;11595;p128">
                <a:extLst>
                  <a:ext uri="{FF2B5EF4-FFF2-40B4-BE49-F238E27FC236}">
                    <a16:creationId xmlns:a16="http://schemas.microsoft.com/office/drawing/2014/main" id="{3F61F521-AD38-8902-DD5D-E0B3D9642ACC}"/>
                  </a:ext>
                </a:extLst>
              </p:cNvPr>
              <p:cNvGrpSpPr/>
              <p:nvPr/>
            </p:nvGrpSpPr>
            <p:grpSpPr>
              <a:xfrm>
                <a:off x="5187876" y="3608032"/>
                <a:ext cx="31405" cy="27001"/>
                <a:chOff x="5187876" y="3608032"/>
                <a:chExt cx="31405" cy="27001"/>
              </a:xfrm>
              <a:grpFill/>
            </p:grpSpPr>
            <p:sp>
              <p:nvSpPr>
                <p:cNvPr id="2630" name="Google Shape;11596;p128">
                  <a:extLst>
                    <a:ext uri="{FF2B5EF4-FFF2-40B4-BE49-F238E27FC236}">
                      <a16:creationId xmlns:a16="http://schemas.microsoft.com/office/drawing/2014/main" id="{192E4C40-E229-FAE6-81A1-D58A38135C06}"/>
                    </a:ext>
                  </a:extLst>
                </p:cNvPr>
                <p:cNvSpPr/>
                <p:nvPr/>
              </p:nvSpPr>
              <p:spPr>
                <a:xfrm>
                  <a:off x="5187876" y="3608032"/>
                  <a:ext cx="31405" cy="270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33" extrusionOk="0">
                      <a:moveTo>
                        <a:pt x="2273" y="1"/>
                      </a:moveTo>
                      <a:cubicBezTo>
                        <a:pt x="1853" y="1"/>
                        <a:pt x="1426" y="157"/>
                        <a:pt x="1077" y="505"/>
                      </a:cubicBezTo>
                      <a:cubicBezTo>
                        <a:pt x="1" y="1582"/>
                        <a:pt x="763" y="3432"/>
                        <a:pt x="2287" y="3432"/>
                      </a:cubicBezTo>
                      <a:cubicBezTo>
                        <a:pt x="3231" y="3420"/>
                        <a:pt x="3993" y="2658"/>
                        <a:pt x="3993" y="1715"/>
                      </a:cubicBezTo>
                      <a:cubicBezTo>
                        <a:pt x="3993" y="683"/>
                        <a:pt x="3151" y="1"/>
                        <a:pt x="227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1" name="Google Shape;11597;p128">
                  <a:extLst>
                    <a:ext uri="{FF2B5EF4-FFF2-40B4-BE49-F238E27FC236}">
                      <a16:creationId xmlns:a16="http://schemas.microsoft.com/office/drawing/2014/main" id="{39E5C9D8-D588-97D2-8B2E-EA5877F2B8E8}"/>
                    </a:ext>
                  </a:extLst>
                </p:cNvPr>
                <p:cNvSpPr/>
                <p:nvPr/>
              </p:nvSpPr>
              <p:spPr>
                <a:xfrm>
                  <a:off x="5202057" y="3617706"/>
                  <a:ext cx="7621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" h="969" extrusionOk="0">
                      <a:moveTo>
                        <a:pt x="484" y="1"/>
                      </a:moveTo>
                      <a:cubicBezTo>
                        <a:pt x="218" y="1"/>
                        <a:pt x="0" y="218"/>
                        <a:pt x="0" y="485"/>
                      </a:cubicBezTo>
                      <a:cubicBezTo>
                        <a:pt x="0" y="751"/>
                        <a:pt x="218" y="968"/>
                        <a:pt x="484" y="968"/>
                      </a:cubicBezTo>
                      <a:cubicBezTo>
                        <a:pt x="750" y="968"/>
                        <a:pt x="968" y="751"/>
                        <a:pt x="968" y="485"/>
                      </a:cubicBezTo>
                      <a:cubicBezTo>
                        <a:pt x="968" y="218"/>
                        <a:pt x="750" y="1"/>
                        <a:pt x="48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499" name="Google Shape;11598;p128">
                <a:extLst>
                  <a:ext uri="{FF2B5EF4-FFF2-40B4-BE49-F238E27FC236}">
                    <a16:creationId xmlns:a16="http://schemas.microsoft.com/office/drawing/2014/main" id="{E4BEFF39-C2A1-E0EB-0E7C-4FD9AE8AEFCE}"/>
                  </a:ext>
                </a:extLst>
              </p:cNvPr>
              <p:cNvSpPr/>
              <p:nvPr/>
            </p:nvSpPr>
            <p:spPr>
              <a:xfrm>
                <a:off x="5142589" y="3410030"/>
                <a:ext cx="42542" cy="36525"/>
              </a:xfrm>
              <a:custGeom>
                <a:avLst/>
                <a:gdLst/>
                <a:ahLst/>
                <a:cxnLst/>
                <a:rect l="l" t="t" r="r" b="b"/>
                <a:pathLst>
                  <a:path w="5409" h="4644" extrusionOk="0">
                    <a:moveTo>
                      <a:pt x="3085" y="1"/>
                    </a:moveTo>
                    <a:cubicBezTo>
                      <a:pt x="2516" y="1"/>
                      <a:pt x="1935" y="213"/>
                      <a:pt x="1465" y="688"/>
                    </a:cubicBezTo>
                    <a:cubicBezTo>
                      <a:pt x="1" y="2140"/>
                      <a:pt x="1029" y="4632"/>
                      <a:pt x="3098" y="4644"/>
                    </a:cubicBezTo>
                    <a:cubicBezTo>
                      <a:pt x="4380" y="4632"/>
                      <a:pt x="5408" y="3603"/>
                      <a:pt x="5408" y="2321"/>
                    </a:cubicBezTo>
                    <a:cubicBezTo>
                      <a:pt x="5408" y="923"/>
                      <a:pt x="4270" y="1"/>
                      <a:pt x="308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0" name="Google Shape;11599;p128">
                <a:extLst>
                  <a:ext uri="{FF2B5EF4-FFF2-40B4-BE49-F238E27FC236}">
                    <a16:creationId xmlns:a16="http://schemas.microsoft.com/office/drawing/2014/main" id="{F8852DB9-E0AC-D6FF-94F2-AEE471EAE78E}"/>
                  </a:ext>
                </a:extLst>
              </p:cNvPr>
              <p:cNvSpPr/>
              <p:nvPr/>
            </p:nvSpPr>
            <p:spPr>
              <a:xfrm>
                <a:off x="5158382" y="3419720"/>
                <a:ext cx="17138" cy="17130"/>
              </a:xfrm>
              <a:custGeom>
                <a:avLst/>
                <a:gdLst/>
                <a:ahLst/>
                <a:cxnLst/>
                <a:rect l="l" t="t" r="r" b="b"/>
                <a:pathLst>
                  <a:path w="2179" h="2178" extrusionOk="0">
                    <a:moveTo>
                      <a:pt x="1090" y="0"/>
                    </a:moveTo>
                    <a:cubicBezTo>
                      <a:pt x="485" y="0"/>
                      <a:pt x="1" y="484"/>
                      <a:pt x="1" y="1089"/>
                    </a:cubicBezTo>
                    <a:cubicBezTo>
                      <a:pt x="1" y="1694"/>
                      <a:pt x="485" y="2178"/>
                      <a:pt x="1090" y="2178"/>
                    </a:cubicBezTo>
                    <a:cubicBezTo>
                      <a:pt x="1694" y="2178"/>
                      <a:pt x="2178" y="1694"/>
                      <a:pt x="2178" y="1089"/>
                    </a:cubicBezTo>
                    <a:cubicBezTo>
                      <a:pt x="2178" y="484"/>
                      <a:pt x="1694" y="0"/>
                      <a:pt x="109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501" name="Google Shape;11600;p128">
                <a:extLst>
                  <a:ext uri="{FF2B5EF4-FFF2-40B4-BE49-F238E27FC236}">
                    <a16:creationId xmlns:a16="http://schemas.microsoft.com/office/drawing/2014/main" id="{A9C0FAE5-53AD-CE37-3694-9B110279480A}"/>
                  </a:ext>
                </a:extLst>
              </p:cNvPr>
              <p:cNvGrpSpPr/>
              <p:nvPr/>
            </p:nvGrpSpPr>
            <p:grpSpPr>
              <a:xfrm>
                <a:off x="5269224" y="3304167"/>
                <a:ext cx="40253" cy="34402"/>
                <a:chOff x="5269224" y="3304167"/>
                <a:chExt cx="40253" cy="34402"/>
              </a:xfrm>
              <a:grpFill/>
            </p:grpSpPr>
            <p:sp>
              <p:nvSpPr>
                <p:cNvPr id="2628" name="Google Shape;11601;p128">
                  <a:extLst>
                    <a:ext uri="{FF2B5EF4-FFF2-40B4-BE49-F238E27FC236}">
                      <a16:creationId xmlns:a16="http://schemas.microsoft.com/office/drawing/2014/main" id="{926F87F9-1A42-4720-6B20-ACA356FA94E2}"/>
                    </a:ext>
                  </a:extLst>
                </p:cNvPr>
                <p:cNvSpPr/>
                <p:nvPr/>
              </p:nvSpPr>
              <p:spPr>
                <a:xfrm>
                  <a:off x="5269224" y="3304167"/>
                  <a:ext cx="40253" cy="344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18" h="4374" extrusionOk="0">
                      <a:moveTo>
                        <a:pt x="2915" y="0"/>
                      </a:moveTo>
                      <a:cubicBezTo>
                        <a:pt x="2376" y="0"/>
                        <a:pt x="1827" y="201"/>
                        <a:pt x="1380" y="648"/>
                      </a:cubicBezTo>
                      <a:cubicBezTo>
                        <a:pt x="1" y="2015"/>
                        <a:pt x="980" y="4374"/>
                        <a:pt x="2928" y="4374"/>
                      </a:cubicBezTo>
                      <a:cubicBezTo>
                        <a:pt x="4126" y="4374"/>
                        <a:pt x="5105" y="3394"/>
                        <a:pt x="5118" y="2184"/>
                      </a:cubicBezTo>
                      <a:cubicBezTo>
                        <a:pt x="5109" y="869"/>
                        <a:pt x="4036" y="0"/>
                        <a:pt x="291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29" name="Google Shape;11602;p128">
                  <a:extLst>
                    <a:ext uri="{FF2B5EF4-FFF2-40B4-BE49-F238E27FC236}">
                      <a16:creationId xmlns:a16="http://schemas.microsoft.com/office/drawing/2014/main" id="{D447C088-AFFC-2CA3-FDD9-23E556D218F9}"/>
                    </a:ext>
                  </a:extLst>
                </p:cNvPr>
                <p:cNvSpPr/>
                <p:nvPr/>
              </p:nvSpPr>
              <p:spPr>
                <a:xfrm>
                  <a:off x="5284639" y="3313826"/>
                  <a:ext cx="15132" cy="151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24" h="1925" extrusionOk="0">
                      <a:moveTo>
                        <a:pt x="968" y="1"/>
                      </a:moveTo>
                      <a:cubicBezTo>
                        <a:pt x="436" y="1"/>
                        <a:pt x="0" y="436"/>
                        <a:pt x="0" y="956"/>
                      </a:cubicBezTo>
                      <a:cubicBezTo>
                        <a:pt x="0" y="1489"/>
                        <a:pt x="436" y="1924"/>
                        <a:pt x="968" y="1924"/>
                      </a:cubicBezTo>
                      <a:cubicBezTo>
                        <a:pt x="1500" y="1924"/>
                        <a:pt x="1924" y="1489"/>
                        <a:pt x="1924" y="956"/>
                      </a:cubicBezTo>
                      <a:cubicBezTo>
                        <a:pt x="1924" y="436"/>
                        <a:pt x="1500" y="1"/>
                        <a:pt x="96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502" name="Google Shape;11603;p128">
                <a:extLst>
                  <a:ext uri="{FF2B5EF4-FFF2-40B4-BE49-F238E27FC236}">
                    <a16:creationId xmlns:a16="http://schemas.microsoft.com/office/drawing/2014/main" id="{276AB6E0-9FAB-C11B-1DE2-325DD0BC470C}"/>
                  </a:ext>
                </a:extLst>
              </p:cNvPr>
              <p:cNvGrpSpPr/>
              <p:nvPr/>
            </p:nvGrpSpPr>
            <p:grpSpPr>
              <a:xfrm>
                <a:off x="5327354" y="3476615"/>
                <a:ext cx="49864" cy="42723"/>
                <a:chOff x="5327354" y="3476615"/>
                <a:chExt cx="49864" cy="42723"/>
              </a:xfrm>
              <a:grpFill/>
            </p:grpSpPr>
            <p:sp>
              <p:nvSpPr>
                <p:cNvPr id="2626" name="Google Shape;11604;p128">
                  <a:extLst>
                    <a:ext uri="{FF2B5EF4-FFF2-40B4-BE49-F238E27FC236}">
                      <a16:creationId xmlns:a16="http://schemas.microsoft.com/office/drawing/2014/main" id="{DED4F090-0839-886D-7D80-235E0D6DF62C}"/>
                    </a:ext>
                  </a:extLst>
                </p:cNvPr>
                <p:cNvSpPr/>
                <p:nvPr/>
              </p:nvSpPr>
              <p:spPr>
                <a:xfrm>
                  <a:off x="5327354" y="3476615"/>
                  <a:ext cx="49864" cy="427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40" h="5432" extrusionOk="0">
                      <a:moveTo>
                        <a:pt x="3602" y="1"/>
                      </a:moveTo>
                      <a:cubicBezTo>
                        <a:pt x="2936" y="1"/>
                        <a:pt x="2257" y="248"/>
                        <a:pt x="1706" y="799"/>
                      </a:cubicBezTo>
                      <a:cubicBezTo>
                        <a:pt x="1" y="2504"/>
                        <a:pt x="1210" y="5432"/>
                        <a:pt x="3630" y="5432"/>
                      </a:cubicBezTo>
                      <a:cubicBezTo>
                        <a:pt x="5118" y="5432"/>
                        <a:pt x="6339" y="4222"/>
                        <a:pt x="6339" y="2722"/>
                      </a:cubicBezTo>
                      <a:cubicBezTo>
                        <a:pt x="6339" y="1084"/>
                        <a:pt x="4998" y="1"/>
                        <a:pt x="360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27" name="Google Shape;11605;p128">
                  <a:extLst>
                    <a:ext uri="{FF2B5EF4-FFF2-40B4-BE49-F238E27FC236}">
                      <a16:creationId xmlns:a16="http://schemas.microsoft.com/office/drawing/2014/main" id="{98EA3CFB-E2C7-0ECD-10CA-2EF651527A38}"/>
                    </a:ext>
                  </a:extLst>
                </p:cNvPr>
                <p:cNvSpPr/>
                <p:nvPr/>
              </p:nvSpPr>
              <p:spPr>
                <a:xfrm>
                  <a:off x="5340197" y="3486321"/>
                  <a:ext cx="27315" cy="234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73" h="2976" extrusionOk="0">
                      <a:moveTo>
                        <a:pt x="1985" y="0"/>
                      </a:moveTo>
                      <a:cubicBezTo>
                        <a:pt x="666" y="0"/>
                        <a:pt x="1" y="1597"/>
                        <a:pt x="944" y="2540"/>
                      </a:cubicBezTo>
                      <a:cubicBezTo>
                        <a:pt x="1245" y="2841"/>
                        <a:pt x="1614" y="2975"/>
                        <a:pt x="1977" y="2975"/>
                      </a:cubicBezTo>
                      <a:cubicBezTo>
                        <a:pt x="2739" y="2975"/>
                        <a:pt x="3473" y="2381"/>
                        <a:pt x="3473" y="1488"/>
                      </a:cubicBezTo>
                      <a:cubicBezTo>
                        <a:pt x="3473" y="665"/>
                        <a:pt x="2807" y="0"/>
                        <a:pt x="198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503" name="Google Shape;11606;p128">
                <a:extLst>
                  <a:ext uri="{FF2B5EF4-FFF2-40B4-BE49-F238E27FC236}">
                    <a16:creationId xmlns:a16="http://schemas.microsoft.com/office/drawing/2014/main" id="{88AB096E-491E-1515-931D-B49745531B5F}"/>
                  </a:ext>
                </a:extLst>
              </p:cNvPr>
              <p:cNvSpPr/>
              <p:nvPr/>
            </p:nvSpPr>
            <p:spPr>
              <a:xfrm>
                <a:off x="5290255" y="3703080"/>
                <a:ext cx="31397" cy="26898"/>
              </a:xfrm>
              <a:custGeom>
                <a:avLst/>
                <a:gdLst/>
                <a:ahLst/>
                <a:cxnLst/>
                <a:rect l="l" t="t" r="r" b="b"/>
                <a:pathLst>
                  <a:path w="3992" h="3420" extrusionOk="0">
                    <a:moveTo>
                      <a:pt x="2272" y="1"/>
                    </a:moveTo>
                    <a:cubicBezTo>
                      <a:pt x="1853" y="1"/>
                      <a:pt x="1425" y="156"/>
                      <a:pt x="1077" y="505"/>
                    </a:cubicBezTo>
                    <a:cubicBezTo>
                      <a:pt x="0" y="1581"/>
                      <a:pt x="762" y="3420"/>
                      <a:pt x="2286" y="3420"/>
                    </a:cubicBezTo>
                    <a:cubicBezTo>
                      <a:pt x="3230" y="3420"/>
                      <a:pt x="3992" y="2658"/>
                      <a:pt x="3992" y="1714"/>
                    </a:cubicBezTo>
                    <a:cubicBezTo>
                      <a:pt x="3992" y="683"/>
                      <a:pt x="3150" y="1"/>
                      <a:pt x="227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" name="Google Shape;11607;p128">
                <a:extLst>
                  <a:ext uri="{FF2B5EF4-FFF2-40B4-BE49-F238E27FC236}">
                    <a16:creationId xmlns:a16="http://schemas.microsoft.com/office/drawing/2014/main" id="{034A1BE0-BDDD-9992-2709-BF51E25E6F32}"/>
                  </a:ext>
                </a:extLst>
              </p:cNvPr>
              <p:cNvSpPr/>
              <p:nvPr/>
            </p:nvSpPr>
            <p:spPr>
              <a:xfrm>
                <a:off x="5304427" y="3712754"/>
                <a:ext cx="7621" cy="7621"/>
              </a:xfrm>
              <a:custGeom>
                <a:avLst/>
                <a:gdLst/>
                <a:ahLst/>
                <a:cxnLst/>
                <a:rect l="l" t="t" r="r" b="b"/>
                <a:pathLst>
                  <a:path w="969" h="969" extrusionOk="0">
                    <a:moveTo>
                      <a:pt x="484" y="0"/>
                    </a:moveTo>
                    <a:cubicBezTo>
                      <a:pt x="218" y="0"/>
                      <a:pt x="0" y="218"/>
                      <a:pt x="0" y="484"/>
                    </a:cubicBezTo>
                    <a:cubicBezTo>
                      <a:pt x="0" y="750"/>
                      <a:pt x="218" y="968"/>
                      <a:pt x="484" y="968"/>
                    </a:cubicBezTo>
                    <a:cubicBezTo>
                      <a:pt x="750" y="968"/>
                      <a:pt x="968" y="750"/>
                      <a:pt x="968" y="484"/>
                    </a:cubicBezTo>
                    <a:cubicBezTo>
                      <a:pt x="968" y="218"/>
                      <a:pt x="750" y="0"/>
                      <a:pt x="4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505" name="Google Shape;11608;p128">
                <a:extLst>
                  <a:ext uri="{FF2B5EF4-FFF2-40B4-BE49-F238E27FC236}">
                    <a16:creationId xmlns:a16="http://schemas.microsoft.com/office/drawing/2014/main" id="{16B6F439-16EA-6FDD-8050-941A71CD1CD6}"/>
                  </a:ext>
                </a:extLst>
              </p:cNvPr>
              <p:cNvGrpSpPr/>
              <p:nvPr/>
            </p:nvGrpSpPr>
            <p:grpSpPr>
              <a:xfrm>
                <a:off x="5341723" y="3775957"/>
                <a:ext cx="31405" cy="26898"/>
                <a:chOff x="5341723" y="3775957"/>
                <a:chExt cx="31405" cy="26898"/>
              </a:xfrm>
              <a:grpFill/>
            </p:grpSpPr>
            <p:sp>
              <p:nvSpPr>
                <p:cNvPr id="2624" name="Google Shape;11609;p128">
                  <a:extLst>
                    <a:ext uri="{FF2B5EF4-FFF2-40B4-BE49-F238E27FC236}">
                      <a16:creationId xmlns:a16="http://schemas.microsoft.com/office/drawing/2014/main" id="{CE2F94FE-4975-2E09-E1B7-8E0E4783C5D0}"/>
                    </a:ext>
                  </a:extLst>
                </p:cNvPr>
                <p:cNvSpPr/>
                <p:nvPr/>
              </p:nvSpPr>
              <p:spPr>
                <a:xfrm>
                  <a:off x="5341723" y="3775957"/>
                  <a:ext cx="31405" cy="26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20" extrusionOk="0">
                      <a:moveTo>
                        <a:pt x="2273" y="1"/>
                      </a:moveTo>
                      <a:cubicBezTo>
                        <a:pt x="1853" y="1"/>
                        <a:pt x="1425" y="157"/>
                        <a:pt x="1077" y="505"/>
                      </a:cubicBezTo>
                      <a:cubicBezTo>
                        <a:pt x="0" y="1581"/>
                        <a:pt x="762" y="3420"/>
                        <a:pt x="2287" y="3420"/>
                      </a:cubicBezTo>
                      <a:cubicBezTo>
                        <a:pt x="3230" y="3420"/>
                        <a:pt x="3992" y="2658"/>
                        <a:pt x="3992" y="1714"/>
                      </a:cubicBezTo>
                      <a:cubicBezTo>
                        <a:pt x="3992" y="683"/>
                        <a:pt x="3151" y="1"/>
                        <a:pt x="227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25" name="Google Shape;11610;p128">
                  <a:extLst>
                    <a:ext uri="{FF2B5EF4-FFF2-40B4-BE49-F238E27FC236}">
                      <a16:creationId xmlns:a16="http://schemas.microsoft.com/office/drawing/2014/main" id="{3E26FDC0-87C3-C2B1-D71E-827FD213C098}"/>
                    </a:ext>
                  </a:extLst>
                </p:cNvPr>
                <p:cNvSpPr/>
                <p:nvPr/>
              </p:nvSpPr>
              <p:spPr>
                <a:xfrm>
                  <a:off x="5354567" y="3785631"/>
                  <a:ext cx="8950" cy="7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8" h="967" extrusionOk="0">
                      <a:moveTo>
                        <a:pt x="654" y="0"/>
                      </a:moveTo>
                      <a:cubicBezTo>
                        <a:pt x="218" y="0"/>
                        <a:pt x="0" y="521"/>
                        <a:pt x="303" y="823"/>
                      </a:cubicBezTo>
                      <a:cubicBezTo>
                        <a:pt x="402" y="922"/>
                        <a:pt x="525" y="966"/>
                        <a:pt x="646" y="966"/>
                      </a:cubicBezTo>
                      <a:cubicBezTo>
                        <a:pt x="896" y="966"/>
                        <a:pt x="1138" y="777"/>
                        <a:pt x="1138" y="484"/>
                      </a:cubicBezTo>
                      <a:cubicBezTo>
                        <a:pt x="1138" y="218"/>
                        <a:pt x="920" y="0"/>
                        <a:pt x="65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506" name="Google Shape;11611;p128">
                <a:extLst>
                  <a:ext uri="{FF2B5EF4-FFF2-40B4-BE49-F238E27FC236}">
                    <a16:creationId xmlns:a16="http://schemas.microsoft.com/office/drawing/2014/main" id="{F651A2A0-E67C-24AF-3D3B-CE9950EEE720}"/>
                  </a:ext>
                </a:extLst>
              </p:cNvPr>
              <p:cNvGrpSpPr/>
              <p:nvPr/>
            </p:nvGrpSpPr>
            <p:grpSpPr>
              <a:xfrm>
                <a:off x="5439053" y="3699274"/>
                <a:ext cx="31405" cy="26898"/>
                <a:chOff x="5439053" y="3699274"/>
                <a:chExt cx="31405" cy="26898"/>
              </a:xfrm>
              <a:grpFill/>
            </p:grpSpPr>
            <p:sp>
              <p:nvSpPr>
                <p:cNvPr id="2622" name="Google Shape;11612;p128">
                  <a:extLst>
                    <a:ext uri="{FF2B5EF4-FFF2-40B4-BE49-F238E27FC236}">
                      <a16:creationId xmlns:a16="http://schemas.microsoft.com/office/drawing/2014/main" id="{7E1A43FC-A3DE-53D1-D61B-92C3BA92484A}"/>
                    </a:ext>
                  </a:extLst>
                </p:cNvPr>
                <p:cNvSpPr/>
                <p:nvPr/>
              </p:nvSpPr>
              <p:spPr>
                <a:xfrm>
                  <a:off x="5439053" y="3699274"/>
                  <a:ext cx="31405" cy="26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20" extrusionOk="0">
                      <a:moveTo>
                        <a:pt x="2273" y="1"/>
                      </a:moveTo>
                      <a:cubicBezTo>
                        <a:pt x="1853" y="1"/>
                        <a:pt x="1425" y="157"/>
                        <a:pt x="1077" y="505"/>
                      </a:cubicBezTo>
                      <a:cubicBezTo>
                        <a:pt x="0" y="1581"/>
                        <a:pt x="762" y="3420"/>
                        <a:pt x="2287" y="3420"/>
                      </a:cubicBezTo>
                      <a:cubicBezTo>
                        <a:pt x="3230" y="3420"/>
                        <a:pt x="3992" y="2658"/>
                        <a:pt x="3992" y="1714"/>
                      </a:cubicBezTo>
                      <a:cubicBezTo>
                        <a:pt x="3992" y="683"/>
                        <a:pt x="3151" y="1"/>
                        <a:pt x="227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23" name="Google Shape;11613;p128">
                  <a:extLst>
                    <a:ext uri="{FF2B5EF4-FFF2-40B4-BE49-F238E27FC236}">
                      <a16:creationId xmlns:a16="http://schemas.microsoft.com/office/drawing/2014/main" id="{3AC7CD20-956C-19EC-A23D-630D20EC5515}"/>
                    </a:ext>
                  </a:extLst>
                </p:cNvPr>
                <p:cNvSpPr/>
                <p:nvPr/>
              </p:nvSpPr>
              <p:spPr>
                <a:xfrm>
                  <a:off x="5453225" y="3708948"/>
                  <a:ext cx="7621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" h="969" extrusionOk="0">
                      <a:moveTo>
                        <a:pt x="485" y="0"/>
                      </a:moveTo>
                      <a:cubicBezTo>
                        <a:pt x="219" y="0"/>
                        <a:pt x="1" y="218"/>
                        <a:pt x="1" y="484"/>
                      </a:cubicBezTo>
                      <a:cubicBezTo>
                        <a:pt x="1" y="750"/>
                        <a:pt x="219" y="968"/>
                        <a:pt x="485" y="968"/>
                      </a:cubicBezTo>
                      <a:cubicBezTo>
                        <a:pt x="751" y="968"/>
                        <a:pt x="969" y="750"/>
                        <a:pt x="969" y="484"/>
                      </a:cubicBezTo>
                      <a:cubicBezTo>
                        <a:pt x="969" y="218"/>
                        <a:pt x="751" y="0"/>
                        <a:pt x="48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507" name="Google Shape;11614;p128">
                <a:extLst>
                  <a:ext uri="{FF2B5EF4-FFF2-40B4-BE49-F238E27FC236}">
                    <a16:creationId xmlns:a16="http://schemas.microsoft.com/office/drawing/2014/main" id="{FCFFAC9E-99CA-237D-E53E-480BB91818EC}"/>
                  </a:ext>
                </a:extLst>
              </p:cNvPr>
              <p:cNvGrpSpPr/>
              <p:nvPr/>
            </p:nvGrpSpPr>
            <p:grpSpPr>
              <a:xfrm>
                <a:off x="5412414" y="3622307"/>
                <a:ext cx="31499" cy="26993"/>
                <a:chOff x="5412414" y="3622307"/>
                <a:chExt cx="31499" cy="26993"/>
              </a:xfrm>
              <a:grpFill/>
            </p:grpSpPr>
            <p:sp>
              <p:nvSpPr>
                <p:cNvPr id="2620" name="Google Shape;11615;p128">
                  <a:extLst>
                    <a:ext uri="{FF2B5EF4-FFF2-40B4-BE49-F238E27FC236}">
                      <a16:creationId xmlns:a16="http://schemas.microsoft.com/office/drawing/2014/main" id="{BA811918-20EF-9D37-2E25-1F97ABDA9456}"/>
                    </a:ext>
                  </a:extLst>
                </p:cNvPr>
                <p:cNvSpPr/>
                <p:nvPr/>
              </p:nvSpPr>
              <p:spPr>
                <a:xfrm>
                  <a:off x="5412414" y="3622307"/>
                  <a:ext cx="31499" cy="269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32" extrusionOk="0">
                      <a:moveTo>
                        <a:pt x="2285" y="0"/>
                      </a:moveTo>
                      <a:cubicBezTo>
                        <a:pt x="1865" y="0"/>
                        <a:pt x="1437" y="156"/>
                        <a:pt x="1089" y="504"/>
                      </a:cubicBezTo>
                      <a:cubicBezTo>
                        <a:pt x="0" y="1581"/>
                        <a:pt x="774" y="3432"/>
                        <a:pt x="2299" y="3432"/>
                      </a:cubicBezTo>
                      <a:cubicBezTo>
                        <a:pt x="3242" y="3432"/>
                        <a:pt x="4004" y="2658"/>
                        <a:pt x="4004" y="1714"/>
                      </a:cubicBezTo>
                      <a:cubicBezTo>
                        <a:pt x="4004" y="683"/>
                        <a:pt x="3163" y="0"/>
                        <a:pt x="228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21" name="Google Shape;11616;p128">
                  <a:extLst>
                    <a:ext uri="{FF2B5EF4-FFF2-40B4-BE49-F238E27FC236}">
                      <a16:creationId xmlns:a16="http://schemas.microsoft.com/office/drawing/2014/main" id="{82903750-6969-20A4-232F-4EE4F358C9D9}"/>
                    </a:ext>
                  </a:extLst>
                </p:cNvPr>
                <p:cNvSpPr/>
                <p:nvPr/>
              </p:nvSpPr>
              <p:spPr>
                <a:xfrm>
                  <a:off x="5426681" y="3632075"/>
                  <a:ext cx="7527" cy="75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7" h="956" extrusionOk="0">
                      <a:moveTo>
                        <a:pt x="485" y="0"/>
                      </a:moveTo>
                      <a:cubicBezTo>
                        <a:pt x="206" y="0"/>
                        <a:pt x="1" y="206"/>
                        <a:pt x="1" y="472"/>
                      </a:cubicBezTo>
                      <a:cubicBezTo>
                        <a:pt x="1" y="738"/>
                        <a:pt x="206" y="956"/>
                        <a:pt x="485" y="956"/>
                      </a:cubicBezTo>
                      <a:cubicBezTo>
                        <a:pt x="751" y="956"/>
                        <a:pt x="956" y="738"/>
                        <a:pt x="956" y="472"/>
                      </a:cubicBezTo>
                      <a:cubicBezTo>
                        <a:pt x="956" y="206"/>
                        <a:pt x="751" y="0"/>
                        <a:pt x="48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508" name="Google Shape;11617;p128">
                <a:extLst>
                  <a:ext uri="{FF2B5EF4-FFF2-40B4-BE49-F238E27FC236}">
                    <a16:creationId xmlns:a16="http://schemas.microsoft.com/office/drawing/2014/main" id="{E791C810-1BD5-D344-909C-1BE7AE0048AC}"/>
                  </a:ext>
                </a:extLst>
              </p:cNvPr>
              <p:cNvGrpSpPr/>
              <p:nvPr/>
            </p:nvGrpSpPr>
            <p:grpSpPr>
              <a:xfrm>
                <a:off x="5476254" y="3473949"/>
                <a:ext cx="26835" cy="26930"/>
                <a:chOff x="5476254" y="3473949"/>
                <a:chExt cx="26835" cy="26930"/>
              </a:xfrm>
              <a:grpFill/>
            </p:grpSpPr>
            <p:sp>
              <p:nvSpPr>
                <p:cNvPr id="2618" name="Google Shape;11618;p128">
                  <a:extLst>
                    <a:ext uri="{FF2B5EF4-FFF2-40B4-BE49-F238E27FC236}">
                      <a16:creationId xmlns:a16="http://schemas.microsoft.com/office/drawing/2014/main" id="{C4346646-A414-F0D3-EFA9-85BA8218AFEF}"/>
                    </a:ext>
                  </a:extLst>
                </p:cNvPr>
                <p:cNvSpPr/>
                <p:nvPr/>
              </p:nvSpPr>
              <p:spPr>
                <a:xfrm>
                  <a:off x="5476254" y="3473949"/>
                  <a:ext cx="26835" cy="269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12" h="3424" extrusionOk="0">
                      <a:moveTo>
                        <a:pt x="1706" y="1"/>
                      </a:moveTo>
                      <a:cubicBezTo>
                        <a:pt x="762" y="1"/>
                        <a:pt x="0" y="775"/>
                        <a:pt x="0" y="1718"/>
                      </a:cubicBezTo>
                      <a:cubicBezTo>
                        <a:pt x="0" y="2662"/>
                        <a:pt x="762" y="3424"/>
                        <a:pt x="1706" y="3424"/>
                      </a:cubicBezTo>
                      <a:cubicBezTo>
                        <a:pt x="2649" y="3424"/>
                        <a:pt x="3411" y="2662"/>
                        <a:pt x="3411" y="1718"/>
                      </a:cubicBezTo>
                      <a:cubicBezTo>
                        <a:pt x="3411" y="775"/>
                        <a:pt x="2649" y="1"/>
                        <a:pt x="170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19" name="Google Shape;11619;p128">
                  <a:extLst>
                    <a:ext uri="{FF2B5EF4-FFF2-40B4-BE49-F238E27FC236}">
                      <a16:creationId xmlns:a16="http://schemas.microsoft.com/office/drawing/2014/main" id="{5FE12B6E-6A19-21D0-9915-CF1D7055E2A3}"/>
                    </a:ext>
                  </a:extLst>
                </p:cNvPr>
                <p:cNvSpPr/>
                <p:nvPr/>
              </p:nvSpPr>
              <p:spPr>
                <a:xfrm>
                  <a:off x="5485857" y="3483655"/>
                  <a:ext cx="7621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" h="969" extrusionOk="0">
                      <a:moveTo>
                        <a:pt x="485" y="0"/>
                      </a:moveTo>
                      <a:cubicBezTo>
                        <a:pt x="219" y="0"/>
                        <a:pt x="1" y="218"/>
                        <a:pt x="1" y="484"/>
                      </a:cubicBezTo>
                      <a:cubicBezTo>
                        <a:pt x="1" y="750"/>
                        <a:pt x="219" y="968"/>
                        <a:pt x="485" y="968"/>
                      </a:cubicBezTo>
                      <a:cubicBezTo>
                        <a:pt x="751" y="968"/>
                        <a:pt x="969" y="750"/>
                        <a:pt x="969" y="484"/>
                      </a:cubicBezTo>
                      <a:cubicBezTo>
                        <a:pt x="969" y="218"/>
                        <a:pt x="751" y="0"/>
                        <a:pt x="48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509" name="Google Shape;11620;p128">
                <a:extLst>
                  <a:ext uri="{FF2B5EF4-FFF2-40B4-BE49-F238E27FC236}">
                    <a16:creationId xmlns:a16="http://schemas.microsoft.com/office/drawing/2014/main" id="{C5820912-FC6C-1E6A-92FC-05A1C07FB3D7}"/>
                  </a:ext>
                </a:extLst>
              </p:cNvPr>
              <p:cNvGrpSpPr/>
              <p:nvPr/>
            </p:nvGrpSpPr>
            <p:grpSpPr>
              <a:xfrm>
                <a:off x="5564547" y="3481594"/>
                <a:ext cx="31397" cy="26898"/>
                <a:chOff x="5564547" y="3481594"/>
                <a:chExt cx="31397" cy="26898"/>
              </a:xfrm>
              <a:grpFill/>
            </p:grpSpPr>
            <p:sp>
              <p:nvSpPr>
                <p:cNvPr id="2616" name="Google Shape;11621;p128">
                  <a:extLst>
                    <a:ext uri="{FF2B5EF4-FFF2-40B4-BE49-F238E27FC236}">
                      <a16:creationId xmlns:a16="http://schemas.microsoft.com/office/drawing/2014/main" id="{1DC88AB2-26EA-19DD-09BC-1D14B4CD9E0D}"/>
                    </a:ext>
                  </a:extLst>
                </p:cNvPr>
                <p:cNvSpPr/>
                <p:nvPr/>
              </p:nvSpPr>
              <p:spPr>
                <a:xfrm>
                  <a:off x="5564547" y="3481594"/>
                  <a:ext cx="31397" cy="26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2" h="3420" extrusionOk="0">
                      <a:moveTo>
                        <a:pt x="2272" y="0"/>
                      </a:moveTo>
                      <a:cubicBezTo>
                        <a:pt x="1853" y="0"/>
                        <a:pt x="1425" y="156"/>
                        <a:pt x="1077" y="504"/>
                      </a:cubicBezTo>
                      <a:cubicBezTo>
                        <a:pt x="0" y="1581"/>
                        <a:pt x="762" y="3420"/>
                        <a:pt x="2286" y="3420"/>
                      </a:cubicBezTo>
                      <a:cubicBezTo>
                        <a:pt x="3230" y="3420"/>
                        <a:pt x="3992" y="2658"/>
                        <a:pt x="3992" y="1714"/>
                      </a:cubicBezTo>
                      <a:cubicBezTo>
                        <a:pt x="3992" y="683"/>
                        <a:pt x="3150" y="0"/>
                        <a:pt x="227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17" name="Google Shape;11622;p128">
                  <a:extLst>
                    <a:ext uri="{FF2B5EF4-FFF2-40B4-BE49-F238E27FC236}">
                      <a16:creationId xmlns:a16="http://schemas.microsoft.com/office/drawing/2014/main" id="{9857E620-255B-6DAA-BA8D-63E0017DA20D}"/>
                    </a:ext>
                  </a:extLst>
                </p:cNvPr>
                <p:cNvSpPr/>
                <p:nvPr/>
              </p:nvSpPr>
              <p:spPr>
                <a:xfrm>
                  <a:off x="5578719" y="3491268"/>
                  <a:ext cx="7621" cy="76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" h="968" extrusionOk="0">
                      <a:moveTo>
                        <a:pt x="484" y="0"/>
                      </a:moveTo>
                      <a:cubicBezTo>
                        <a:pt x="218" y="0"/>
                        <a:pt x="0" y="218"/>
                        <a:pt x="0" y="484"/>
                      </a:cubicBezTo>
                      <a:cubicBezTo>
                        <a:pt x="0" y="750"/>
                        <a:pt x="218" y="968"/>
                        <a:pt x="484" y="968"/>
                      </a:cubicBezTo>
                      <a:cubicBezTo>
                        <a:pt x="750" y="968"/>
                        <a:pt x="968" y="750"/>
                        <a:pt x="968" y="484"/>
                      </a:cubicBezTo>
                      <a:cubicBezTo>
                        <a:pt x="968" y="218"/>
                        <a:pt x="750" y="0"/>
                        <a:pt x="48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510" name="Google Shape;11623;p128">
                <a:extLst>
                  <a:ext uri="{FF2B5EF4-FFF2-40B4-BE49-F238E27FC236}">
                    <a16:creationId xmlns:a16="http://schemas.microsoft.com/office/drawing/2014/main" id="{38B68A3D-48D3-0D76-08DA-5D275619FCD7}"/>
                  </a:ext>
                </a:extLst>
              </p:cNvPr>
              <p:cNvGrpSpPr/>
              <p:nvPr/>
            </p:nvGrpSpPr>
            <p:grpSpPr>
              <a:xfrm>
                <a:off x="5534101" y="3470174"/>
                <a:ext cx="31397" cy="26906"/>
                <a:chOff x="5534101" y="3470174"/>
                <a:chExt cx="31397" cy="26906"/>
              </a:xfrm>
              <a:grpFill/>
            </p:grpSpPr>
            <p:sp>
              <p:nvSpPr>
                <p:cNvPr id="2614" name="Google Shape;11624;p128">
                  <a:extLst>
                    <a:ext uri="{FF2B5EF4-FFF2-40B4-BE49-F238E27FC236}">
                      <a16:creationId xmlns:a16="http://schemas.microsoft.com/office/drawing/2014/main" id="{8D4B6A3C-0745-10E5-7EAB-9792C6222605}"/>
                    </a:ext>
                  </a:extLst>
                </p:cNvPr>
                <p:cNvSpPr/>
                <p:nvPr/>
              </p:nvSpPr>
              <p:spPr>
                <a:xfrm>
                  <a:off x="5534101" y="3470174"/>
                  <a:ext cx="31397" cy="269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2" h="3421" extrusionOk="0">
                      <a:moveTo>
                        <a:pt x="2272" y="1"/>
                      </a:moveTo>
                      <a:cubicBezTo>
                        <a:pt x="1853" y="1"/>
                        <a:pt x="1425" y="157"/>
                        <a:pt x="1077" y="505"/>
                      </a:cubicBezTo>
                      <a:cubicBezTo>
                        <a:pt x="0" y="1581"/>
                        <a:pt x="762" y="3420"/>
                        <a:pt x="2286" y="3420"/>
                      </a:cubicBezTo>
                      <a:cubicBezTo>
                        <a:pt x="3230" y="3420"/>
                        <a:pt x="3992" y="2658"/>
                        <a:pt x="3992" y="1714"/>
                      </a:cubicBezTo>
                      <a:cubicBezTo>
                        <a:pt x="3992" y="683"/>
                        <a:pt x="3150" y="1"/>
                        <a:pt x="227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15" name="Google Shape;11625;p128">
                  <a:extLst>
                    <a:ext uri="{FF2B5EF4-FFF2-40B4-BE49-F238E27FC236}">
                      <a16:creationId xmlns:a16="http://schemas.microsoft.com/office/drawing/2014/main" id="{FBC0164C-B022-416A-0911-767027773929}"/>
                    </a:ext>
                  </a:extLst>
                </p:cNvPr>
                <p:cNvSpPr/>
                <p:nvPr/>
              </p:nvSpPr>
              <p:spPr>
                <a:xfrm>
                  <a:off x="5546945" y="3479848"/>
                  <a:ext cx="8950" cy="75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8" h="964" extrusionOk="0">
                      <a:moveTo>
                        <a:pt x="653" y="1"/>
                      </a:moveTo>
                      <a:cubicBezTo>
                        <a:pt x="218" y="1"/>
                        <a:pt x="0" y="521"/>
                        <a:pt x="303" y="823"/>
                      </a:cubicBezTo>
                      <a:cubicBezTo>
                        <a:pt x="404" y="921"/>
                        <a:pt x="526" y="964"/>
                        <a:pt x="646" y="964"/>
                      </a:cubicBezTo>
                      <a:cubicBezTo>
                        <a:pt x="898" y="964"/>
                        <a:pt x="1137" y="771"/>
                        <a:pt x="1137" y="484"/>
                      </a:cubicBezTo>
                      <a:cubicBezTo>
                        <a:pt x="1137" y="218"/>
                        <a:pt x="919" y="1"/>
                        <a:pt x="65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511" name="Google Shape;11626;p128">
                <a:extLst>
                  <a:ext uri="{FF2B5EF4-FFF2-40B4-BE49-F238E27FC236}">
                    <a16:creationId xmlns:a16="http://schemas.microsoft.com/office/drawing/2014/main" id="{F3A16743-6530-9FF6-FDFE-67EEBE77A7F7}"/>
                  </a:ext>
                </a:extLst>
              </p:cNvPr>
              <p:cNvGrpSpPr/>
              <p:nvPr/>
            </p:nvGrpSpPr>
            <p:grpSpPr>
              <a:xfrm>
                <a:off x="5610879" y="3314486"/>
                <a:ext cx="31499" cy="26938"/>
                <a:chOff x="5610879" y="3314486"/>
                <a:chExt cx="31499" cy="26938"/>
              </a:xfrm>
              <a:grpFill/>
            </p:grpSpPr>
            <p:sp>
              <p:nvSpPr>
                <p:cNvPr id="2612" name="Google Shape;11627;p128">
                  <a:extLst>
                    <a:ext uri="{FF2B5EF4-FFF2-40B4-BE49-F238E27FC236}">
                      <a16:creationId xmlns:a16="http://schemas.microsoft.com/office/drawing/2014/main" id="{1363F0F5-D0AD-C4D7-4536-D56B2AC4EBC6}"/>
                    </a:ext>
                  </a:extLst>
                </p:cNvPr>
                <p:cNvSpPr/>
                <p:nvPr/>
              </p:nvSpPr>
              <p:spPr>
                <a:xfrm>
                  <a:off x="5610879" y="3314486"/>
                  <a:ext cx="31499" cy="269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25" extrusionOk="0">
                      <a:moveTo>
                        <a:pt x="2285" y="0"/>
                      </a:moveTo>
                      <a:cubicBezTo>
                        <a:pt x="1865" y="0"/>
                        <a:pt x="1437" y="157"/>
                        <a:pt x="1089" y="509"/>
                      </a:cubicBezTo>
                      <a:cubicBezTo>
                        <a:pt x="0" y="1586"/>
                        <a:pt x="774" y="3425"/>
                        <a:pt x="2299" y="3425"/>
                      </a:cubicBezTo>
                      <a:cubicBezTo>
                        <a:pt x="3242" y="3425"/>
                        <a:pt x="4004" y="2663"/>
                        <a:pt x="4004" y="1719"/>
                      </a:cubicBezTo>
                      <a:cubicBezTo>
                        <a:pt x="4004" y="688"/>
                        <a:pt x="3163" y="0"/>
                        <a:pt x="228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13" name="Google Shape;11628;p128">
                  <a:extLst>
                    <a:ext uri="{FF2B5EF4-FFF2-40B4-BE49-F238E27FC236}">
                      <a16:creationId xmlns:a16="http://schemas.microsoft.com/office/drawing/2014/main" id="{BEC508AF-537D-BB5F-D14C-8950330ED3B7}"/>
                    </a:ext>
                  </a:extLst>
                </p:cNvPr>
                <p:cNvSpPr/>
                <p:nvPr/>
              </p:nvSpPr>
              <p:spPr>
                <a:xfrm>
                  <a:off x="5623817" y="3324192"/>
                  <a:ext cx="8950" cy="75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8" h="965" extrusionOk="0">
                      <a:moveTo>
                        <a:pt x="675" y="1"/>
                      </a:moveTo>
                      <a:cubicBezTo>
                        <a:pt x="668" y="1"/>
                        <a:pt x="661" y="1"/>
                        <a:pt x="654" y="1"/>
                      </a:cubicBezTo>
                      <a:cubicBezTo>
                        <a:pt x="218" y="1"/>
                        <a:pt x="0" y="509"/>
                        <a:pt x="303" y="824"/>
                      </a:cubicBezTo>
                      <a:cubicBezTo>
                        <a:pt x="404" y="921"/>
                        <a:pt x="525" y="965"/>
                        <a:pt x="644" y="965"/>
                      </a:cubicBezTo>
                      <a:cubicBezTo>
                        <a:pt x="893" y="965"/>
                        <a:pt x="1129" y="772"/>
                        <a:pt x="1137" y="485"/>
                      </a:cubicBezTo>
                      <a:cubicBezTo>
                        <a:pt x="1137" y="214"/>
                        <a:pt x="931" y="1"/>
                        <a:pt x="67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512" name="Google Shape;11629;p128">
                <a:extLst>
                  <a:ext uri="{FF2B5EF4-FFF2-40B4-BE49-F238E27FC236}">
                    <a16:creationId xmlns:a16="http://schemas.microsoft.com/office/drawing/2014/main" id="{9163C9E5-D113-8FE8-D207-BF125D25DAA2}"/>
                  </a:ext>
                </a:extLst>
              </p:cNvPr>
              <p:cNvGrpSpPr/>
              <p:nvPr/>
            </p:nvGrpSpPr>
            <p:grpSpPr>
              <a:xfrm>
                <a:off x="4834525" y="3501382"/>
                <a:ext cx="31499" cy="26898"/>
                <a:chOff x="4834525" y="3501382"/>
                <a:chExt cx="31499" cy="26898"/>
              </a:xfrm>
              <a:grpFill/>
            </p:grpSpPr>
            <p:sp>
              <p:nvSpPr>
                <p:cNvPr id="2610" name="Google Shape;11630;p128">
                  <a:extLst>
                    <a:ext uri="{FF2B5EF4-FFF2-40B4-BE49-F238E27FC236}">
                      <a16:creationId xmlns:a16="http://schemas.microsoft.com/office/drawing/2014/main" id="{6D85FE1B-C7C5-14AC-C0A7-35FE3FF93399}"/>
                    </a:ext>
                  </a:extLst>
                </p:cNvPr>
                <p:cNvSpPr/>
                <p:nvPr/>
              </p:nvSpPr>
              <p:spPr>
                <a:xfrm>
                  <a:off x="4834525" y="3501382"/>
                  <a:ext cx="31499" cy="26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20" extrusionOk="0">
                      <a:moveTo>
                        <a:pt x="2285" y="0"/>
                      </a:moveTo>
                      <a:cubicBezTo>
                        <a:pt x="1865" y="0"/>
                        <a:pt x="1437" y="156"/>
                        <a:pt x="1089" y="504"/>
                      </a:cubicBezTo>
                      <a:cubicBezTo>
                        <a:pt x="0" y="1581"/>
                        <a:pt x="775" y="3420"/>
                        <a:pt x="2299" y="3420"/>
                      </a:cubicBezTo>
                      <a:cubicBezTo>
                        <a:pt x="3242" y="3420"/>
                        <a:pt x="4004" y="2658"/>
                        <a:pt x="4004" y="1714"/>
                      </a:cubicBezTo>
                      <a:cubicBezTo>
                        <a:pt x="4004" y="683"/>
                        <a:pt x="3163" y="0"/>
                        <a:pt x="228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11" name="Google Shape;11631;p128">
                  <a:extLst>
                    <a:ext uri="{FF2B5EF4-FFF2-40B4-BE49-F238E27FC236}">
                      <a16:creationId xmlns:a16="http://schemas.microsoft.com/office/drawing/2014/main" id="{C4F27AE9-8824-18B0-8A33-229D5AC7E696}"/>
                    </a:ext>
                  </a:extLst>
                </p:cNvPr>
                <p:cNvSpPr/>
                <p:nvPr/>
              </p:nvSpPr>
              <p:spPr>
                <a:xfrm>
                  <a:off x="4847463" y="3511056"/>
                  <a:ext cx="8950" cy="7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8" h="967" extrusionOk="0">
                      <a:moveTo>
                        <a:pt x="654" y="0"/>
                      </a:moveTo>
                      <a:cubicBezTo>
                        <a:pt x="218" y="0"/>
                        <a:pt x="1" y="520"/>
                        <a:pt x="303" y="823"/>
                      </a:cubicBezTo>
                      <a:cubicBezTo>
                        <a:pt x="402" y="922"/>
                        <a:pt x="524" y="966"/>
                        <a:pt x="644" y="966"/>
                      </a:cubicBezTo>
                      <a:cubicBezTo>
                        <a:pt x="891" y="966"/>
                        <a:pt x="1130" y="777"/>
                        <a:pt x="1138" y="484"/>
                      </a:cubicBezTo>
                      <a:cubicBezTo>
                        <a:pt x="1138" y="218"/>
                        <a:pt x="920" y="0"/>
                        <a:pt x="65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513" name="Google Shape;11632;p128">
                <a:extLst>
                  <a:ext uri="{FF2B5EF4-FFF2-40B4-BE49-F238E27FC236}">
                    <a16:creationId xmlns:a16="http://schemas.microsoft.com/office/drawing/2014/main" id="{03DDAA55-BA6D-A42A-9564-3FB30C54F773}"/>
                  </a:ext>
                </a:extLst>
              </p:cNvPr>
              <p:cNvGrpSpPr/>
              <p:nvPr/>
            </p:nvGrpSpPr>
            <p:grpSpPr>
              <a:xfrm>
                <a:off x="4898460" y="3580158"/>
                <a:ext cx="31405" cy="26898"/>
                <a:chOff x="4898460" y="3580158"/>
                <a:chExt cx="31405" cy="26898"/>
              </a:xfrm>
              <a:grpFill/>
            </p:grpSpPr>
            <p:sp>
              <p:nvSpPr>
                <p:cNvPr id="2608" name="Google Shape;11633;p128">
                  <a:extLst>
                    <a:ext uri="{FF2B5EF4-FFF2-40B4-BE49-F238E27FC236}">
                      <a16:creationId xmlns:a16="http://schemas.microsoft.com/office/drawing/2014/main" id="{81EFC735-7A26-FDEA-5D8F-41D53FFA66F5}"/>
                    </a:ext>
                  </a:extLst>
                </p:cNvPr>
                <p:cNvSpPr/>
                <p:nvPr/>
              </p:nvSpPr>
              <p:spPr>
                <a:xfrm>
                  <a:off x="4898460" y="3580158"/>
                  <a:ext cx="31405" cy="26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20" extrusionOk="0">
                      <a:moveTo>
                        <a:pt x="2273" y="1"/>
                      </a:moveTo>
                      <a:cubicBezTo>
                        <a:pt x="1853" y="1"/>
                        <a:pt x="1425" y="156"/>
                        <a:pt x="1077" y="505"/>
                      </a:cubicBezTo>
                      <a:cubicBezTo>
                        <a:pt x="0" y="1581"/>
                        <a:pt x="763" y="3420"/>
                        <a:pt x="2287" y="3420"/>
                      </a:cubicBezTo>
                      <a:cubicBezTo>
                        <a:pt x="3230" y="3420"/>
                        <a:pt x="3992" y="2658"/>
                        <a:pt x="3992" y="1714"/>
                      </a:cubicBezTo>
                      <a:cubicBezTo>
                        <a:pt x="3992" y="683"/>
                        <a:pt x="3151" y="1"/>
                        <a:pt x="227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09" name="Google Shape;11634;p128">
                  <a:extLst>
                    <a:ext uri="{FF2B5EF4-FFF2-40B4-BE49-F238E27FC236}">
                      <a16:creationId xmlns:a16="http://schemas.microsoft.com/office/drawing/2014/main" id="{C335D3EF-A81A-AB29-1808-43742F5D36B7}"/>
                    </a:ext>
                  </a:extLst>
                </p:cNvPr>
                <p:cNvSpPr/>
                <p:nvPr/>
              </p:nvSpPr>
              <p:spPr>
                <a:xfrm>
                  <a:off x="4911303" y="3589832"/>
                  <a:ext cx="8950" cy="7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8" h="967" extrusionOk="0">
                      <a:moveTo>
                        <a:pt x="654" y="0"/>
                      </a:moveTo>
                      <a:cubicBezTo>
                        <a:pt x="218" y="0"/>
                        <a:pt x="1" y="521"/>
                        <a:pt x="303" y="823"/>
                      </a:cubicBezTo>
                      <a:cubicBezTo>
                        <a:pt x="402" y="922"/>
                        <a:pt x="524" y="966"/>
                        <a:pt x="644" y="966"/>
                      </a:cubicBezTo>
                      <a:cubicBezTo>
                        <a:pt x="891" y="966"/>
                        <a:pt x="1130" y="777"/>
                        <a:pt x="1138" y="484"/>
                      </a:cubicBezTo>
                      <a:cubicBezTo>
                        <a:pt x="1138" y="218"/>
                        <a:pt x="920" y="0"/>
                        <a:pt x="65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514" name="Google Shape;11635;p128">
                <a:extLst>
                  <a:ext uri="{FF2B5EF4-FFF2-40B4-BE49-F238E27FC236}">
                    <a16:creationId xmlns:a16="http://schemas.microsoft.com/office/drawing/2014/main" id="{6318068C-0365-F1F6-FAE6-0274942DAE7E}"/>
                  </a:ext>
                </a:extLst>
              </p:cNvPr>
              <p:cNvGrpSpPr/>
              <p:nvPr/>
            </p:nvGrpSpPr>
            <p:grpSpPr>
              <a:xfrm>
                <a:off x="4882667" y="3608032"/>
                <a:ext cx="31499" cy="27001"/>
                <a:chOff x="4882667" y="3608032"/>
                <a:chExt cx="31499" cy="27001"/>
              </a:xfrm>
              <a:grpFill/>
            </p:grpSpPr>
            <p:sp>
              <p:nvSpPr>
                <p:cNvPr id="2606" name="Google Shape;11636;p128">
                  <a:extLst>
                    <a:ext uri="{FF2B5EF4-FFF2-40B4-BE49-F238E27FC236}">
                      <a16:creationId xmlns:a16="http://schemas.microsoft.com/office/drawing/2014/main" id="{3EFC9FE2-154D-3D53-01CF-F6AD876CB49B}"/>
                    </a:ext>
                  </a:extLst>
                </p:cNvPr>
                <p:cNvSpPr/>
                <p:nvPr/>
              </p:nvSpPr>
              <p:spPr>
                <a:xfrm>
                  <a:off x="4882667" y="3608032"/>
                  <a:ext cx="31499" cy="270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33" extrusionOk="0">
                      <a:moveTo>
                        <a:pt x="2276" y="1"/>
                      </a:moveTo>
                      <a:cubicBezTo>
                        <a:pt x="1854" y="1"/>
                        <a:pt x="1425" y="157"/>
                        <a:pt x="1077" y="505"/>
                      </a:cubicBezTo>
                      <a:cubicBezTo>
                        <a:pt x="0" y="1582"/>
                        <a:pt x="763" y="3432"/>
                        <a:pt x="2287" y="3432"/>
                      </a:cubicBezTo>
                      <a:cubicBezTo>
                        <a:pt x="3230" y="3420"/>
                        <a:pt x="4004" y="2658"/>
                        <a:pt x="4004" y="1715"/>
                      </a:cubicBezTo>
                      <a:cubicBezTo>
                        <a:pt x="4004" y="683"/>
                        <a:pt x="3157" y="1"/>
                        <a:pt x="227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07" name="Google Shape;11637;p128">
                  <a:extLst>
                    <a:ext uri="{FF2B5EF4-FFF2-40B4-BE49-F238E27FC236}">
                      <a16:creationId xmlns:a16="http://schemas.microsoft.com/office/drawing/2014/main" id="{F86D4748-C765-7023-6518-A4E00E46C654}"/>
                    </a:ext>
                  </a:extLst>
                </p:cNvPr>
                <p:cNvSpPr/>
                <p:nvPr/>
              </p:nvSpPr>
              <p:spPr>
                <a:xfrm>
                  <a:off x="4895605" y="3617706"/>
                  <a:ext cx="8950" cy="76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8" h="973" extrusionOk="0">
                      <a:moveTo>
                        <a:pt x="642" y="1"/>
                      </a:moveTo>
                      <a:cubicBezTo>
                        <a:pt x="218" y="1"/>
                        <a:pt x="1" y="521"/>
                        <a:pt x="303" y="823"/>
                      </a:cubicBezTo>
                      <a:cubicBezTo>
                        <a:pt x="402" y="926"/>
                        <a:pt x="524" y="972"/>
                        <a:pt x="644" y="972"/>
                      </a:cubicBezTo>
                      <a:cubicBezTo>
                        <a:pt x="891" y="972"/>
                        <a:pt x="1130" y="778"/>
                        <a:pt x="1138" y="485"/>
                      </a:cubicBezTo>
                      <a:cubicBezTo>
                        <a:pt x="1138" y="218"/>
                        <a:pt x="920" y="1"/>
                        <a:pt x="64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515" name="Google Shape;11638;p128">
                <a:extLst>
                  <a:ext uri="{FF2B5EF4-FFF2-40B4-BE49-F238E27FC236}">
                    <a16:creationId xmlns:a16="http://schemas.microsoft.com/office/drawing/2014/main" id="{AEBE7CF5-6AD7-F060-A1FD-1E4EEDA9C7B7}"/>
                  </a:ext>
                </a:extLst>
              </p:cNvPr>
              <p:cNvGrpSpPr/>
              <p:nvPr/>
            </p:nvGrpSpPr>
            <p:grpSpPr>
              <a:xfrm>
                <a:off x="4843373" y="3631407"/>
                <a:ext cx="16273" cy="16186"/>
                <a:chOff x="4843373" y="3631407"/>
                <a:chExt cx="16273" cy="16186"/>
              </a:xfrm>
              <a:grpFill/>
            </p:grpSpPr>
            <p:sp>
              <p:nvSpPr>
                <p:cNvPr id="2604" name="Google Shape;11639;p128">
                  <a:extLst>
                    <a:ext uri="{FF2B5EF4-FFF2-40B4-BE49-F238E27FC236}">
                      <a16:creationId xmlns:a16="http://schemas.microsoft.com/office/drawing/2014/main" id="{F7DE86F4-E545-7A75-772B-ABA2518D2117}"/>
                    </a:ext>
                  </a:extLst>
                </p:cNvPr>
                <p:cNvSpPr/>
                <p:nvPr/>
              </p:nvSpPr>
              <p:spPr>
                <a:xfrm>
                  <a:off x="4843373" y="3631407"/>
                  <a:ext cx="16273" cy="161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9" h="2058" extrusionOk="0">
                      <a:moveTo>
                        <a:pt x="1029" y="1"/>
                      </a:moveTo>
                      <a:cubicBezTo>
                        <a:pt x="460" y="1"/>
                        <a:pt x="0" y="460"/>
                        <a:pt x="0" y="1029"/>
                      </a:cubicBezTo>
                      <a:cubicBezTo>
                        <a:pt x="0" y="1597"/>
                        <a:pt x="460" y="2057"/>
                        <a:pt x="1029" y="2057"/>
                      </a:cubicBezTo>
                      <a:cubicBezTo>
                        <a:pt x="1609" y="2057"/>
                        <a:pt x="2069" y="1597"/>
                        <a:pt x="2069" y="1029"/>
                      </a:cubicBezTo>
                      <a:cubicBezTo>
                        <a:pt x="2069" y="460"/>
                        <a:pt x="1609" y="1"/>
                        <a:pt x="102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05" name="Google Shape;11640;p128">
                  <a:extLst>
                    <a:ext uri="{FF2B5EF4-FFF2-40B4-BE49-F238E27FC236}">
                      <a16:creationId xmlns:a16="http://schemas.microsoft.com/office/drawing/2014/main" id="{F1FF358B-B8D3-D005-BE1A-97C6A06721EA}"/>
                    </a:ext>
                  </a:extLst>
                </p:cNvPr>
                <p:cNvSpPr/>
                <p:nvPr/>
              </p:nvSpPr>
              <p:spPr>
                <a:xfrm>
                  <a:off x="4849178" y="3637211"/>
                  <a:ext cx="4672" cy="45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4" h="582" extrusionOk="0">
                      <a:moveTo>
                        <a:pt x="291" y="1"/>
                      </a:moveTo>
                      <a:cubicBezTo>
                        <a:pt x="133" y="1"/>
                        <a:pt x="0" y="134"/>
                        <a:pt x="0" y="291"/>
                      </a:cubicBezTo>
                      <a:cubicBezTo>
                        <a:pt x="0" y="460"/>
                        <a:pt x="133" y="581"/>
                        <a:pt x="291" y="581"/>
                      </a:cubicBezTo>
                      <a:cubicBezTo>
                        <a:pt x="460" y="581"/>
                        <a:pt x="593" y="460"/>
                        <a:pt x="593" y="291"/>
                      </a:cubicBezTo>
                      <a:cubicBezTo>
                        <a:pt x="593" y="134"/>
                        <a:pt x="460" y="1"/>
                        <a:pt x="29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516" name="Google Shape;11641;p128">
                <a:extLst>
                  <a:ext uri="{FF2B5EF4-FFF2-40B4-BE49-F238E27FC236}">
                    <a16:creationId xmlns:a16="http://schemas.microsoft.com/office/drawing/2014/main" id="{469FF2B4-7C8C-1F82-8488-94FFDBA80DE1}"/>
                  </a:ext>
                </a:extLst>
              </p:cNvPr>
              <p:cNvGrpSpPr/>
              <p:nvPr/>
            </p:nvGrpSpPr>
            <p:grpSpPr>
              <a:xfrm>
                <a:off x="4727773" y="3591578"/>
                <a:ext cx="31499" cy="26898"/>
                <a:chOff x="4727773" y="3591578"/>
                <a:chExt cx="31499" cy="26898"/>
              </a:xfrm>
              <a:grpFill/>
            </p:grpSpPr>
            <p:sp>
              <p:nvSpPr>
                <p:cNvPr id="2602" name="Google Shape;11642;p128">
                  <a:extLst>
                    <a:ext uri="{FF2B5EF4-FFF2-40B4-BE49-F238E27FC236}">
                      <a16:creationId xmlns:a16="http://schemas.microsoft.com/office/drawing/2014/main" id="{0B450671-3459-A7E0-5FC1-D7FFCA4F6F8A}"/>
                    </a:ext>
                  </a:extLst>
                </p:cNvPr>
                <p:cNvSpPr/>
                <p:nvPr/>
              </p:nvSpPr>
              <p:spPr>
                <a:xfrm>
                  <a:off x="4727773" y="3591578"/>
                  <a:ext cx="31499" cy="26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20" extrusionOk="0">
                      <a:moveTo>
                        <a:pt x="2276" y="0"/>
                      </a:moveTo>
                      <a:cubicBezTo>
                        <a:pt x="1855" y="0"/>
                        <a:pt x="1426" y="156"/>
                        <a:pt x="1077" y="504"/>
                      </a:cubicBezTo>
                      <a:cubicBezTo>
                        <a:pt x="1" y="1581"/>
                        <a:pt x="763" y="3419"/>
                        <a:pt x="2287" y="3419"/>
                      </a:cubicBezTo>
                      <a:cubicBezTo>
                        <a:pt x="3231" y="3419"/>
                        <a:pt x="3993" y="2657"/>
                        <a:pt x="4005" y="1714"/>
                      </a:cubicBezTo>
                      <a:cubicBezTo>
                        <a:pt x="4005" y="683"/>
                        <a:pt x="3158" y="0"/>
                        <a:pt x="227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03" name="Google Shape;11643;p128">
                  <a:extLst>
                    <a:ext uri="{FF2B5EF4-FFF2-40B4-BE49-F238E27FC236}">
                      <a16:creationId xmlns:a16="http://schemas.microsoft.com/office/drawing/2014/main" id="{0352053F-B029-6556-DDBA-F6F5C76966CE}"/>
                    </a:ext>
                  </a:extLst>
                </p:cNvPr>
                <p:cNvSpPr/>
                <p:nvPr/>
              </p:nvSpPr>
              <p:spPr>
                <a:xfrm>
                  <a:off x="4740719" y="3601244"/>
                  <a:ext cx="8856" cy="75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965" extrusionOk="0">
                      <a:moveTo>
                        <a:pt x="641" y="1"/>
                      </a:moveTo>
                      <a:cubicBezTo>
                        <a:pt x="206" y="1"/>
                        <a:pt x="0" y="521"/>
                        <a:pt x="302" y="824"/>
                      </a:cubicBezTo>
                      <a:cubicBezTo>
                        <a:pt x="400" y="921"/>
                        <a:pt x="520" y="964"/>
                        <a:pt x="638" y="964"/>
                      </a:cubicBezTo>
                      <a:cubicBezTo>
                        <a:pt x="886" y="964"/>
                        <a:pt x="1125" y="772"/>
                        <a:pt x="1125" y="485"/>
                      </a:cubicBezTo>
                      <a:cubicBezTo>
                        <a:pt x="1125" y="219"/>
                        <a:pt x="907" y="1"/>
                        <a:pt x="64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517" name="Google Shape;11644;p128">
                <a:extLst>
                  <a:ext uri="{FF2B5EF4-FFF2-40B4-BE49-F238E27FC236}">
                    <a16:creationId xmlns:a16="http://schemas.microsoft.com/office/drawing/2014/main" id="{A4E2D559-F620-CCE8-008C-332CE04108AE}"/>
                  </a:ext>
                </a:extLst>
              </p:cNvPr>
              <p:cNvSpPr/>
              <p:nvPr/>
            </p:nvSpPr>
            <p:spPr>
              <a:xfrm>
                <a:off x="4652041" y="3622590"/>
                <a:ext cx="31405" cy="26906"/>
              </a:xfrm>
              <a:custGeom>
                <a:avLst/>
                <a:gdLst/>
                <a:ahLst/>
                <a:cxnLst/>
                <a:rect l="l" t="t" r="r" b="b"/>
                <a:pathLst>
                  <a:path w="3993" h="3421" extrusionOk="0">
                    <a:moveTo>
                      <a:pt x="2273" y="1"/>
                    </a:moveTo>
                    <a:cubicBezTo>
                      <a:pt x="1853" y="1"/>
                      <a:pt x="1426" y="157"/>
                      <a:pt x="1077" y="505"/>
                    </a:cubicBezTo>
                    <a:cubicBezTo>
                      <a:pt x="1" y="1581"/>
                      <a:pt x="763" y="3420"/>
                      <a:pt x="2287" y="3420"/>
                    </a:cubicBezTo>
                    <a:cubicBezTo>
                      <a:pt x="3231" y="3420"/>
                      <a:pt x="3993" y="2658"/>
                      <a:pt x="3993" y="1714"/>
                    </a:cubicBezTo>
                    <a:cubicBezTo>
                      <a:pt x="3993" y="683"/>
                      <a:pt x="3151" y="1"/>
                      <a:pt x="22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8" name="Google Shape;11645;p128">
                <a:extLst>
                  <a:ext uri="{FF2B5EF4-FFF2-40B4-BE49-F238E27FC236}">
                    <a16:creationId xmlns:a16="http://schemas.microsoft.com/office/drawing/2014/main" id="{0CCCC1A1-86CB-861A-E1EC-FE4EB013577F}"/>
                  </a:ext>
                </a:extLst>
              </p:cNvPr>
              <p:cNvSpPr/>
              <p:nvPr/>
            </p:nvSpPr>
            <p:spPr>
              <a:xfrm>
                <a:off x="4666222" y="3632264"/>
                <a:ext cx="7613" cy="7621"/>
              </a:xfrm>
              <a:custGeom>
                <a:avLst/>
                <a:gdLst/>
                <a:ahLst/>
                <a:cxnLst/>
                <a:rect l="l" t="t" r="r" b="b"/>
                <a:pathLst>
                  <a:path w="968" h="969" extrusionOk="0">
                    <a:moveTo>
                      <a:pt x="484" y="1"/>
                    </a:moveTo>
                    <a:cubicBezTo>
                      <a:pt x="218" y="1"/>
                      <a:pt x="0" y="218"/>
                      <a:pt x="0" y="484"/>
                    </a:cubicBezTo>
                    <a:cubicBezTo>
                      <a:pt x="0" y="751"/>
                      <a:pt x="218" y="968"/>
                      <a:pt x="484" y="968"/>
                    </a:cubicBezTo>
                    <a:cubicBezTo>
                      <a:pt x="750" y="968"/>
                      <a:pt x="968" y="751"/>
                      <a:pt x="968" y="484"/>
                    </a:cubicBezTo>
                    <a:cubicBezTo>
                      <a:pt x="968" y="218"/>
                      <a:pt x="750" y="1"/>
                      <a:pt x="4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519" name="Google Shape;11646;p128">
                <a:extLst>
                  <a:ext uri="{FF2B5EF4-FFF2-40B4-BE49-F238E27FC236}">
                    <a16:creationId xmlns:a16="http://schemas.microsoft.com/office/drawing/2014/main" id="{4D1F8D5E-E8FF-B923-2DE4-641C9DBE1E5B}"/>
                  </a:ext>
                </a:extLst>
              </p:cNvPr>
              <p:cNvGrpSpPr/>
              <p:nvPr/>
            </p:nvGrpSpPr>
            <p:grpSpPr>
              <a:xfrm>
                <a:off x="4609421" y="3577398"/>
                <a:ext cx="31499" cy="27001"/>
                <a:chOff x="4609421" y="3577398"/>
                <a:chExt cx="31499" cy="27001"/>
              </a:xfrm>
              <a:grpFill/>
            </p:grpSpPr>
            <p:sp>
              <p:nvSpPr>
                <p:cNvPr id="2600" name="Google Shape;11647;p128">
                  <a:extLst>
                    <a:ext uri="{FF2B5EF4-FFF2-40B4-BE49-F238E27FC236}">
                      <a16:creationId xmlns:a16="http://schemas.microsoft.com/office/drawing/2014/main" id="{BD35387E-8DBA-22D2-7B7E-222DCF785DD6}"/>
                    </a:ext>
                  </a:extLst>
                </p:cNvPr>
                <p:cNvSpPr/>
                <p:nvPr/>
              </p:nvSpPr>
              <p:spPr>
                <a:xfrm>
                  <a:off x="4609421" y="3577398"/>
                  <a:ext cx="31499" cy="270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33" extrusionOk="0">
                      <a:moveTo>
                        <a:pt x="2273" y="1"/>
                      </a:moveTo>
                      <a:cubicBezTo>
                        <a:pt x="1853" y="1"/>
                        <a:pt x="1425" y="157"/>
                        <a:pt x="1077" y="505"/>
                      </a:cubicBezTo>
                      <a:cubicBezTo>
                        <a:pt x="0" y="1581"/>
                        <a:pt x="763" y="3432"/>
                        <a:pt x="2287" y="3432"/>
                      </a:cubicBezTo>
                      <a:cubicBezTo>
                        <a:pt x="3230" y="3432"/>
                        <a:pt x="3992" y="2658"/>
                        <a:pt x="4005" y="1714"/>
                      </a:cubicBezTo>
                      <a:cubicBezTo>
                        <a:pt x="3996" y="683"/>
                        <a:pt x="3152" y="1"/>
                        <a:pt x="227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01" name="Google Shape;11648;p128">
                  <a:extLst>
                    <a:ext uri="{FF2B5EF4-FFF2-40B4-BE49-F238E27FC236}">
                      <a16:creationId xmlns:a16="http://schemas.microsoft.com/office/drawing/2014/main" id="{D19FCAFE-DCF6-712F-6385-F26701C9AB97}"/>
                    </a:ext>
                  </a:extLst>
                </p:cNvPr>
                <p:cNvSpPr/>
                <p:nvPr/>
              </p:nvSpPr>
              <p:spPr>
                <a:xfrm>
                  <a:off x="4623594" y="3587072"/>
                  <a:ext cx="7621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" h="969" extrusionOk="0">
                      <a:moveTo>
                        <a:pt x="485" y="1"/>
                      </a:moveTo>
                      <a:cubicBezTo>
                        <a:pt x="219" y="1"/>
                        <a:pt x="1" y="218"/>
                        <a:pt x="1" y="484"/>
                      </a:cubicBezTo>
                      <a:cubicBezTo>
                        <a:pt x="1" y="751"/>
                        <a:pt x="219" y="968"/>
                        <a:pt x="485" y="968"/>
                      </a:cubicBezTo>
                      <a:cubicBezTo>
                        <a:pt x="751" y="968"/>
                        <a:pt x="969" y="751"/>
                        <a:pt x="969" y="484"/>
                      </a:cubicBezTo>
                      <a:cubicBezTo>
                        <a:pt x="969" y="218"/>
                        <a:pt x="751" y="1"/>
                        <a:pt x="48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520" name="Google Shape;11649;p128">
                <a:extLst>
                  <a:ext uri="{FF2B5EF4-FFF2-40B4-BE49-F238E27FC236}">
                    <a16:creationId xmlns:a16="http://schemas.microsoft.com/office/drawing/2014/main" id="{CE2AE41A-E3B4-CCA7-C6FB-6422C84B05C0}"/>
                  </a:ext>
                </a:extLst>
              </p:cNvPr>
              <p:cNvGrpSpPr/>
              <p:nvPr/>
            </p:nvGrpSpPr>
            <p:grpSpPr>
              <a:xfrm>
                <a:off x="4649289" y="3577398"/>
                <a:ext cx="31499" cy="27001"/>
                <a:chOff x="4649289" y="3577398"/>
                <a:chExt cx="31499" cy="27001"/>
              </a:xfrm>
              <a:grpFill/>
            </p:grpSpPr>
            <p:sp>
              <p:nvSpPr>
                <p:cNvPr id="2598" name="Google Shape;11650;p128">
                  <a:extLst>
                    <a:ext uri="{FF2B5EF4-FFF2-40B4-BE49-F238E27FC236}">
                      <a16:creationId xmlns:a16="http://schemas.microsoft.com/office/drawing/2014/main" id="{8C897E79-BD5B-69E8-15FE-5958D784E9B4}"/>
                    </a:ext>
                  </a:extLst>
                </p:cNvPr>
                <p:cNvSpPr/>
                <p:nvPr/>
              </p:nvSpPr>
              <p:spPr>
                <a:xfrm>
                  <a:off x="4649289" y="3577398"/>
                  <a:ext cx="31499" cy="270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33" extrusionOk="0">
                      <a:moveTo>
                        <a:pt x="2275" y="1"/>
                      </a:moveTo>
                      <a:cubicBezTo>
                        <a:pt x="1854" y="1"/>
                        <a:pt x="1425" y="157"/>
                        <a:pt x="1077" y="505"/>
                      </a:cubicBezTo>
                      <a:cubicBezTo>
                        <a:pt x="0" y="1581"/>
                        <a:pt x="762" y="3432"/>
                        <a:pt x="2286" y="3432"/>
                      </a:cubicBezTo>
                      <a:cubicBezTo>
                        <a:pt x="3230" y="3432"/>
                        <a:pt x="4004" y="2658"/>
                        <a:pt x="4004" y="1714"/>
                      </a:cubicBezTo>
                      <a:cubicBezTo>
                        <a:pt x="4004" y="683"/>
                        <a:pt x="3157" y="1"/>
                        <a:pt x="227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99" name="Google Shape;11651;p128">
                  <a:extLst>
                    <a:ext uri="{FF2B5EF4-FFF2-40B4-BE49-F238E27FC236}">
                      <a16:creationId xmlns:a16="http://schemas.microsoft.com/office/drawing/2014/main" id="{0E897C9C-704C-F52B-2063-91A3D20EDA40}"/>
                    </a:ext>
                  </a:extLst>
                </p:cNvPr>
                <p:cNvSpPr/>
                <p:nvPr/>
              </p:nvSpPr>
              <p:spPr>
                <a:xfrm>
                  <a:off x="4662227" y="3587072"/>
                  <a:ext cx="8856" cy="76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976" extrusionOk="0">
                      <a:moveTo>
                        <a:pt x="641" y="1"/>
                      </a:moveTo>
                      <a:cubicBezTo>
                        <a:pt x="218" y="1"/>
                        <a:pt x="0" y="521"/>
                        <a:pt x="303" y="835"/>
                      </a:cubicBezTo>
                      <a:cubicBezTo>
                        <a:pt x="400" y="932"/>
                        <a:pt x="519" y="976"/>
                        <a:pt x="636" y="976"/>
                      </a:cubicBezTo>
                      <a:cubicBezTo>
                        <a:pt x="885" y="976"/>
                        <a:pt x="1125" y="780"/>
                        <a:pt x="1125" y="484"/>
                      </a:cubicBezTo>
                      <a:cubicBezTo>
                        <a:pt x="1125" y="218"/>
                        <a:pt x="907" y="1"/>
                        <a:pt x="64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521" name="Google Shape;11652;p128">
                <a:extLst>
                  <a:ext uri="{FF2B5EF4-FFF2-40B4-BE49-F238E27FC236}">
                    <a16:creationId xmlns:a16="http://schemas.microsoft.com/office/drawing/2014/main" id="{DCC8F916-7297-4835-4D15-6297A0D174A5}"/>
                  </a:ext>
                </a:extLst>
              </p:cNvPr>
              <p:cNvGrpSpPr/>
              <p:nvPr/>
            </p:nvGrpSpPr>
            <p:grpSpPr>
              <a:xfrm>
                <a:off x="4605614" y="3639523"/>
                <a:ext cx="31499" cy="26906"/>
                <a:chOff x="4605614" y="3639523"/>
                <a:chExt cx="31499" cy="26906"/>
              </a:xfrm>
              <a:grpFill/>
            </p:grpSpPr>
            <p:sp>
              <p:nvSpPr>
                <p:cNvPr id="2596" name="Google Shape;11653;p128">
                  <a:extLst>
                    <a:ext uri="{FF2B5EF4-FFF2-40B4-BE49-F238E27FC236}">
                      <a16:creationId xmlns:a16="http://schemas.microsoft.com/office/drawing/2014/main" id="{E9C36C45-E842-607E-8FAB-06B67C2875C3}"/>
                    </a:ext>
                  </a:extLst>
                </p:cNvPr>
                <p:cNvSpPr/>
                <p:nvPr/>
              </p:nvSpPr>
              <p:spPr>
                <a:xfrm>
                  <a:off x="4605614" y="3639523"/>
                  <a:ext cx="31499" cy="269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21" extrusionOk="0">
                      <a:moveTo>
                        <a:pt x="2276" y="1"/>
                      </a:moveTo>
                      <a:cubicBezTo>
                        <a:pt x="1855" y="1"/>
                        <a:pt x="1425" y="157"/>
                        <a:pt x="1077" y="505"/>
                      </a:cubicBezTo>
                      <a:cubicBezTo>
                        <a:pt x="1" y="1582"/>
                        <a:pt x="763" y="3420"/>
                        <a:pt x="2287" y="3420"/>
                      </a:cubicBezTo>
                      <a:cubicBezTo>
                        <a:pt x="3230" y="3420"/>
                        <a:pt x="3993" y="2658"/>
                        <a:pt x="4005" y="1715"/>
                      </a:cubicBezTo>
                      <a:cubicBezTo>
                        <a:pt x="4005" y="683"/>
                        <a:pt x="3157" y="1"/>
                        <a:pt x="227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97" name="Google Shape;11654;p128">
                  <a:extLst>
                    <a:ext uri="{FF2B5EF4-FFF2-40B4-BE49-F238E27FC236}">
                      <a16:creationId xmlns:a16="http://schemas.microsoft.com/office/drawing/2014/main" id="{222537E1-B00F-BD58-BB58-E05660A784C7}"/>
                    </a:ext>
                  </a:extLst>
                </p:cNvPr>
                <p:cNvSpPr/>
                <p:nvPr/>
              </p:nvSpPr>
              <p:spPr>
                <a:xfrm>
                  <a:off x="4619795" y="3649197"/>
                  <a:ext cx="7613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8" h="969" extrusionOk="0">
                      <a:moveTo>
                        <a:pt x="484" y="1"/>
                      </a:moveTo>
                      <a:cubicBezTo>
                        <a:pt x="218" y="1"/>
                        <a:pt x="0" y="218"/>
                        <a:pt x="0" y="485"/>
                      </a:cubicBezTo>
                      <a:cubicBezTo>
                        <a:pt x="0" y="751"/>
                        <a:pt x="218" y="968"/>
                        <a:pt x="484" y="968"/>
                      </a:cubicBezTo>
                      <a:cubicBezTo>
                        <a:pt x="750" y="968"/>
                        <a:pt x="968" y="751"/>
                        <a:pt x="968" y="485"/>
                      </a:cubicBezTo>
                      <a:cubicBezTo>
                        <a:pt x="968" y="218"/>
                        <a:pt x="750" y="1"/>
                        <a:pt x="48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522" name="Google Shape;11655;p128">
                <a:extLst>
                  <a:ext uri="{FF2B5EF4-FFF2-40B4-BE49-F238E27FC236}">
                    <a16:creationId xmlns:a16="http://schemas.microsoft.com/office/drawing/2014/main" id="{31383803-346E-04B8-497E-EF9378D34EE5}"/>
                  </a:ext>
                </a:extLst>
              </p:cNvPr>
              <p:cNvGrpSpPr/>
              <p:nvPr/>
            </p:nvGrpSpPr>
            <p:grpSpPr>
              <a:xfrm>
                <a:off x="4785149" y="3618846"/>
                <a:ext cx="26930" cy="26843"/>
                <a:chOff x="4785149" y="3618846"/>
                <a:chExt cx="26930" cy="26843"/>
              </a:xfrm>
              <a:grpFill/>
            </p:grpSpPr>
            <p:sp>
              <p:nvSpPr>
                <p:cNvPr id="2594" name="Google Shape;11656;p128">
                  <a:extLst>
                    <a:ext uri="{FF2B5EF4-FFF2-40B4-BE49-F238E27FC236}">
                      <a16:creationId xmlns:a16="http://schemas.microsoft.com/office/drawing/2014/main" id="{CD1D2354-D245-391F-CB43-DED83FC584AA}"/>
                    </a:ext>
                  </a:extLst>
                </p:cNvPr>
                <p:cNvSpPr/>
                <p:nvPr/>
              </p:nvSpPr>
              <p:spPr>
                <a:xfrm>
                  <a:off x="4785149" y="3618846"/>
                  <a:ext cx="26930" cy="268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4" h="3413" extrusionOk="0">
                      <a:moveTo>
                        <a:pt x="1718" y="1"/>
                      </a:moveTo>
                      <a:cubicBezTo>
                        <a:pt x="774" y="1"/>
                        <a:pt x="0" y="763"/>
                        <a:pt x="0" y="1707"/>
                      </a:cubicBezTo>
                      <a:cubicBezTo>
                        <a:pt x="0" y="2650"/>
                        <a:pt x="774" y="3412"/>
                        <a:pt x="1718" y="3412"/>
                      </a:cubicBezTo>
                      <a:cubicBezTo>
                        <a:pt x="2662" y="3412"/>
                        <a:pt x="3424" y="2650"/>
                        <a:pt x="3424" y="1707"/>
                      </a:cubicBezTo>
                      <a:cubicBezTo>
                        <a:pt x="3424" y="763"/>
                        <a:pt x="2662" y="1"/>
                        <a:pt x="171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95" name="Google Shape;11657;p128">
                  <a:extLst>
                    <a:ext uri="{FF2B5EF4-FFF2-40B4-BE49-F238E27FC236}">
                      <a16:creationId xmlns:a16="http://schemas.microsoft.com/office/drawing/2014/main" id="{906672E5-AFB8-D235-8555-153AA5D6A20D}"/>
                    </a:ext>
                  </a:extLst>
                </p:cNvPr>
                <p:cNvSpPr/>
                <p:nvPr/>
              </p:nvSpPr>
              <p:spPr>
                <a:xfrm>
                  <a:off x="4793611" y="3628457"/>
                  <a:ext cx="8856" cy="75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965" extrusionOk="0">
                      <a:moveTo>
                        <a:pt x="642" y="1"/>
                      </a:moveTo>
                      <a:cubicBezTo>
                        <a:pt x="206" y="1"/>
                        <a:pt x="1" y="521"/>
                        <a:pt x="303" y="823"/>
                      </a:cubicBezTo>
                      <a:cubicBezTo>
                        <a:pt x="401" y="921"/>
                        <a:pt x="521" y="964"/>
                        <a:pt x="639" y="964"/>
                      </a:cubicBezTo>
                      <a:cubicBezTo>
                        <a:pt x="887" y="964"/>
                        <a:pt x="1126" y="772"/>
                        <a:pt x="1126" y="485"/>
                      </a:cubicBezTo>
                      <a:cubicBezTo>
                        <a:pt x="1126" y="218"/>
                        <a:pt x="908" y="1"/>
                        <a:pt x="64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523" name="Google Shape;11658;p128">
                <a:extLst>
                  <a:ext uri="{FF2B5EF4-FFF2-40B4-BE49-F238E27FC236}">
                    <a16:creationId xmlns:a16="http://schemas.microsoft.com/office/drawing/2014/main" id="{620871A2-3680-85AE-4245-F7D1303A3F73}"/>
                  </a:ext>
                </a:extLst>
              </p:cNvPr>
              <p:cNvGrpSpPr/>
              <p:nvPr/>
            </p:nvGrpSpPr>
            <p:grpSpPr>
              <a:xfrm>
                <a:off x="4810167" y="3601567"/>
                <a:ext cx="31405" cy="26898"/>
                <a:chOff x="4810167" y="3601567"/>
                <a:chExt cx="31405" cy="26898"/>
              </a:xfrm>
              <a:grpFill/>
            </p:grpSpPr>
            <p:sp>
              <p:nvSpPr>
                <p:cNvPr id="2592" name="Google Shape;11659;p128">
                  <a:extLst>
                    <a:ext uri="{FF2B5EF4-FFF2-40B4-BE49-F238E27FC236}">
                      <a16:creationId xmlns:a16="http://schemas.microsoft.com/office/drawing/2014/main" id="{BAA99C58-C425-8995-D35C-374905C2AF32}"/>
                    </a:ext>
                  </a:extLst>
                </p:cNvPr>
                <p:cNvSpPr/>
                <p:nvPr/>
              </p:nvSpPr>
              <p:spPr>
                <a:xfrm>
                  <a:off x="4810167" y="3601567"/>
                  <a:ext cx="31405" cy="26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20" extrusionOk="0">
                      <a:moveTo>
                        <a:pt x="2273" y="0"/>
                      </a:moveTo>
                      <a:cubicBezTo>
                        <a:pt x="1853" y="0"/>
                        <a:pt x="1425" y="156"/>
                        <a:pt x="1077" y="504"/>
                      </a:cubicBezTo>
                      <a:cubicBezTo>
                        <a:pt x="1" y="1581"/>
                        <a:pt x="763" y="3420"/>
                        <a:pt x="2287" y="3420"/>
                      </a:cubicBezTo>
                      <a:cubicBezTo>
                        <a:pt x="3231" y="3420"/>
                        <a:pt x="3993" y="2658"/>
                        <a:pt x="3993" y="1714"/>
                      </a:cubicBezTo>
                      <a:cubicBezTo>
                        <a:pt x="3993" y="683"/>
                        <a:pt x="3151" y="0"/>
                        <a:pt x="227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93" name="Google Shape;11660;p128">
                  <a:extLst>
                    <a:ext uri="{FF2B5EF4-FFF2-40B4-BE49-F238E27FC236}">
                      <a16:creationId xmlns:a16="http://schemas.microsoft.com/office/drawing/2014/main" id="{BDCF9970-394E-3EA2-ED4B-69A71D270EE4}"/>
                    </a:ext>
                  </a:extLst>
                </p:cNvPr>
                <p:cNvSpPr/>
                <p:nvPr/>
              </p:nvSpPr>
              <p:spPr>
                <a:xfrm>
                  <a:off x="4824348" y="3611241"/>
                  <a:ext cx="7613" cy="76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8" h="968" extrusionOk="0">
                      <a:moveTo>
                        <a:pt x="484" y="0"/>
                      </a:moveTo>
                      <a:cubicBezTo>
                        <a:pt x="218" y="0"/>
                        <a:pt x="0" y="218"/>
                        <a:pt x="0" y="484"/>
                      </a:cubicBezTo>
                      <a:cubicBezTo>
                        <a:pt x="0" y="750"/>
                        <a:pt x="218" y="968"/>
                        <a:pt x="484" y="968"/>
                      </a:cubicBezTo>
                      <a:cubicBezTo>
                        <a:pt x="750" y="968"/>
                        <a:pt x="968" y="750"/>
                        <a:pt x="968" y="484"/>
                      </a:cubicBezTo>
                      <a:cubicBezTo>
                        <a:pt x="968" y="218"/>
                        <a:pt x="750" y="0"/>
                        <a:pt x="48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524" name="Google Shape;11661;p128">
                <a:extLst>
                  <a:ext uri="{FF2B5EF4-FFF2-40B4-BE49-F238E27FC236}">
                    <a16:creationId xmlns:a16="http://schemas.microsoft.com/office/drawing/2014/main" id="{511BFD28-9901-0082-9170-D6F8172CCD82}"/>
                  </a:ext>
                </a:extLst>
              </p:cNvPr>
              <p:cNvGrpSpPr/>
              <p:nvPr/>
            </p:nvGrpSpPr>
            <p:grpSpPr>
              <a:xfrm>
                <a:off x="4831002" y="3373230"/>
                <a:ext cx="31405" cy="26898"/>
                <a:chOff x="4831002" y="3373230"/>
                <a:chExt cx="31405" cy="26898"/>
              </a:xfrm>
              <a:grpFill/>
            </p:grpSpPr>
            <p:sp>
              <p:nvSpPr>
                <p:cNvPr id="2590" name="Google Shape;11662;p128">
                  <a:extLst>
                    <a:ext uri="{FF2B5EF4-FFF2-40B4-BE49-F238E27FC236}">
                      <a16:creationId xmlns:a16="http://schemas.microsoft.com/office/drawing/2014/main" id="{166FCF9D-32FE-7E46-A946-A81E1FA30D9A}"/>
                    </a:ext>
                  </a:extLst>
                </p:cNvPr>
                <p:cNvSpPr/>
                <p:nvPr/>
              </p:nvSpPr>
              <p:spPr>
                <a:xfrm>
                  <a:off x="4831002" y="3373230"/>
                  <a:ext cx="31405" cy="26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20" extrusionOk="0">
                      <a:moveTo>
                        <a:pt x="2273" y="0"/>
                      </a:moveTo>
                      <a:cubicBezTo>
                        <a:pt x="1853" y="0"/>
                        <a:pt x="1426" y="156"/>
                        <a:pt x="1077" y="504"/>
                      </a:cubicBezTo>
                      <a:cubicBezTo>
                        <a:pt x="1" y="1581"/>
                        <a:pt x="763" y="3419"/>
                        <a:pt x="2287" y="3419"/>
                      </a:cubicBezTo>
                      <a:cubicBezTo>
                        <a:pt x="3231" y="3419"/>
                        <a:pt x="3993" y="2657"/>
                        <a:pt x="3993" y="1714"/>
                      </a:cubicBezTo>
                      <a:cubicBezTo>
                        <a:pt x="3993" y="683"/>
                        <a:pt x="3151" y="0"/>
                        <a:pt x="227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91" name="Google Shape;11663;p128">
                  <a:extLst>
                    <a:ext uri="{FF2B5EF4-FFF2-40B4-BE49-F238E27FC236}">
                      <a16:creationId xmlns:a16="http://schemas.microsoft.com/office/drawing/2014/main" id="{7B3D0D23-764C-42A6-4109-2278E4568413}"/>
                    </a:ext>
                  </a:extLst>
                </p:cNvPr>
                <p:cNvSpPr/>
                <p:nvPr/>
              </p:nvSpPr>
              <p:spPr>
                <a:xfrm>
                  <a:off x="4845182" y="3382896"/>
                  <a:ext cx="7519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6" h="969" extrusionOk="0">
                      <a:moveTo>
                        <a:pt x="472" y="1"/>
                      </a:moveTo>
                      <a:cubicBezTo>
                        <a:pt x="206" y="1"/>
                        <a:pt x="0" y="219"/>
                        <a:pt x="0" y="485"/>
                      </a:cubicBezTo>
                      <a:cubicBezTo>
                        <a:pt x="0" y="751"/>
                        <a:pt x="206" y="969"/>
                        <a:pt x="472" y="969"/>
                      </a:cubicBezTo>
                      <a:cubicBezTo>
                        <a:pt x="750" y="969"/>
                        <a:pt x="956" y="751"/>
                        <a:pt x="956" y="485"/>
                      </a:cubicBezTo>
                      <a:cubicBezTo>
                        <a:pt x="956" y="219"/>
                        <a:pt x="750" y="1"/>
                        <a:pt x="47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525" name="Google Shape;11664;p128">
                <a:extLst>
                  <a:ext uri="{FF2B5EF4-FFF2-40B4-BE49-F238E27FC236}">
                    <a16:creationId xmlns:a16="http://schemas.microsoft.com/office/drawing/2014/main" id="{52D90DD2-2065-30DC-B826-B5F280BCFD81}"/>
                  </a:ext>
                </a:extLst>
              </p:cNvPr>
              <p:cNvGrpSpPr/>
              <p:nvPr/>
            </p:nvGrpSpPr>
            <p:grpSpPr>
              <a:xfrm>
                <a:off x="4719311" y="3355054"/>
                <a:ext cx="31499" cy="27001"/>
                <a:chOff x="4719311" y="3355054"/>
                <a:chExt cx="31499" cy="27001"/>
              </a:xfrm>
              <a:grpFill/>
            </p:grpSpPr>
            <p:sp>
              <p:nvSpPr>
                <p:cNvPr id="2588" name="Google Shape;11665;p128">
                  <a:extLst>
                    <a:ext uri="{FF2B5EF4-FFF2-40B4-BE49-F238E27FC236}">
                      <a16:creationId xmlns:a16="http://schemas.microsoft.com/office/drawing/2014/main" id="{406AFD50-FE26-8BBF-F355-E5C5C9DDDD06}"/>
                    </a:ext>
                  </a:extLst>
                </p:cNvPr>
                <p:cNvSpPr/>
                <p:nvPr/>
              </p:nvSpPr>
              <p:spPr>
                <a:xfrm>
                  <a:off x="4719311" y="3355054"/>
                  <a:ext cx="31499" cy="270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33" extrusionOk="0">
                      <a:moveTo>
                        <a:pt x="2275" y="1"/>
                      </a:moveTo>
                      <a:cubicBezTo>
                        <a:pt x="1854" y="1"/>
                        <a:pt x="1425" y="157"/>
                        <a:pt x="1077" y="505"/>
                      </a:cubicBezTo>
                      <a:cubicBezTo>
                        <a:pt x="0" y="1581"/>
                        <a:pt x="762" y="3432"/>
                        <a:pt x="2287" y="3432"/>
                      </a:cubicBezTo>
                      <a:cubicBezTo>
                        <a:pt x="3230" y="3432"/>
                        <a:pt x="4004" y="2658"/>
                        <a:pt x="4004" y="1714"/>
                      </a:cubicBezTo>
                      <a:cubicBezTo>
                        <a:pt x="4004" y="683"/>
                        <a:pt x="3157" y="1"/>
                        <a:pt x="227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89" name="Google Shape;11666;p128">
                  <a:extLst>
                    <a:ext uri="{FF2B5EF4-FFF2-40B4-BE49-F238E27FC236}">
                      <a16:creationId xmlns:a16="http://schemas.microsoft.com/office/drawing/2014/main" id="{5BDD5659-82D0-2763-FD1C-FF0BCC920EE0}"/>
                    </a:ext>
                  </a:extLst>
                </p:cNvPr>
                <p:cNvSpPr/>
                <p:nvPr/>
              </p:nvSpPr>
              <p:spPr>
                <a:xfrm>
                  <a:off x="4733578" y="3364822"/>
                  <a:ext cx="7527" cy="75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7" h="957" extrusionOk="0">
                      <a:moveTo>
                        <a:pt x="473" y="1"/>
                      </a:moveTo>
                      <a:cubicBezTo>
                        <a:pt x="206" y="1"/>
                        <a:pt x="1" y="206"/>
                        <a:pt x="1" y="472"/>
                      </a:cubicBezTo>
                      <a:cubicBezTo>
                        <a:pt x="1" y="738"/>
                        <a:pt x="206" y="956"/>
                        <a:pt x="473" y="956"/>
                      </a:cubicBezTo>
                      <a:cubicBezTo>
                        <a:pt x="751" y="956"/>
                        <a:pt x="956" y="738"/>
                        <a:pt x="956" y="472"/>
                      </a:cubicBezTo>
                      <a:cubicBezTo>
                        <a:pt x="956" y="206"/>
                        <a:pt x="751" y="1"/>
                        <a:pt x="47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526" name="Google Shape;11667;p128">
                <a:extLst>
                  <a:ext uri="{FF2B5EF4-FFF2-40B4-BE49-F238E27FC236}">
                    <a16:creationId xmlns:a16="http://schemas.microsoft.com/office/drawing/2014/main" id="{F3B2C88B-DDFC-2CF0-05A5-E06E0783B6C9}"/>
                  </a:ext>
                </a:extLst>
              </p:cNvPr>
              <p:cNvGrpSpPr/>
              <p:nvPr/>
            </p:nvGrpSpPr>
            <p:grpSpPr>
              <a:xfrm>
                <a:off x="4798755" y="3450260"/>
                <a:ext cx="26930" cy="26930"/>
                <a:chOff x="4798755" y="3450260"/>
                <a:chExt cx="26930" cy="26930"/>
              </a:xfrm>
              <a:grpFill/>
            </p:grpSpPr>
            <p:sp>
              <p:nvSpPr>
                <p:cNvPr id="2586" name="Google Shape;11668;p128">
                  <a:extLst>
                    <a:ext uri="{FF2B5EF4-FFF2-40B4-BE49-F238E27FC236}">
                      <a16:creationId xmlns:a16="http://schemas.microsoft.com/office/drawing/2014/main" id="{B7CD1EC7-CA3B-8ACF-0495-3D418F20B30C}"/>
                    </a:ext>
                  </a:extLst>
                </p:cNvPr>
                <p:cNvSpPr/>
                <p:nvPr/>
              </p:nvSpPr>
              <p:spPr>
                <a:xfrm>
                  <a:off x="4798755" y="3450260"/>
                  <a:ext cx="26930" cy="269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4" h="3424" extrusionOk="0">
                      <a:moveTo>
                        <a:pt x="1718" y="0"/>
                      </a:moveTo>
                      <a:cubicBezTo>
                        <a:pt x="774" y="0"/>
                        <a:pt x="0" y="763"/>
                        <a:pt x="0" y="1706"/>
                      </a:cubicBezTo>
                      <a:cubicBezTo>
                        <a:pt x="0" y="2650"/>
                        <a:pt x="774" y="3424"/>
                        <a:pt x="1718" y="3424"/>
                      </a:cubicBezTo>
                      <a:cubicBezTo>
                        <a:pt x="2661" y="3424"/>
                        <a:pt x="3423" y="2650"/>
                        <a:pt x="3423" y="1706"/>
                      </a:cubicBezTo>
                      <a:cubicBezTo>
                        <a:pt x="3423" y="763"/>
                        <a:pt x="2661" y="0"/>
                        <a:pt x="171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87" name="Google Shape;11669;p128">
                  <a:extLst>
                    <a:ext uri="{FF2B5EF4-FFF2-40B4-BE49-F238E27FC236}">
                      <a16:creationId xmlns:a16="http://schemas.microsoft.com/office/drawing/2014/main" id="{3DA323AB-62F6-6389-8D9F-05F1BDDD0C2F}"/>
                    </a:ext>
                  </a:extLst>
                </p:cNvPr>
                <p:cNvSpPr/>
                <p:nvPr/>
              </p:nvSpPr>
              <p:spPr>
                <a:xfrm>
                  <a:off x="4807218" y="3459871"/>
                  <a:ext cx="8856" cy="7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967" extrusionOk="0">
                      <a:moveTo>
                        <a:pt x="642" y="0"/>
                      </a:moveTo>
                      <a:cubicBezTo>
                        <a:pt x="206" y="0"/>
                        <a:pt x="1" y="520"/>
                        <a:pt x="303" y="823"/>
                      </a:cubicBezTo>
                      <a:cubicBezTo>
                        <a:pt x="402" y="922"/>
                        <a:pt x="524" y="966"/>
                        <a:pt x="644" y="966"/>
                      </a:cubicBezTo>
                      <a:cubicBezTo>
                        <a:pt x="890" y="966"/>
                        <a:pt x="1126" y="777"/>
                        <a:pt x="1126" y="484"/>
                      </a:cubicBezTo>
                      <a:cubicBezTo>
                        <a:pt x="1126" y="218"/>
                        <a:pt x="908" y="0"/>
                        <a:pt x="64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527" name="Google Shape;11670;p128">
                <a:extLst>
                  <a:ext uri="{FF2B5EF4-FFF2-40B4-BE49-F238E27FC236}">
                    <a16:creationId xmlns:a16="http://schemas.microsoft.com/office/drawing/2014/main" id="{989B5E50-A079-8BC7-54AE-E7983E718506}"/>
                  </a:ext>
                </a:extLst>
              </p:cNvPr>
              <p:cNvGrpSpPr/>
              <p:nvPr/>
            </p:nvGrpSpPr>
            <p:grpSpPr>
              <a:xfrm>
                <a:off x="4645576" y="3467555"/>
                <a:ext cx="31405" cy="26953"/>
                <a:chOff x="4645576" y="3467555"/>
                <a:chExt cx="31405" cy="26953"/>
              </a:xfrm>
              <a:grpFill/>
            </p:grpSpPr>
            <p:sp>
              <p:nvSpPr>
                <p:cNvPr id="2584" name="Google Shape;11671;p128">
                  <a:extLst>
                    <a:ext uri="{FF2B5EF4-FFF2-40B4-BE49-F238E27FC236}">
                      <a16:creationId xmlns:a16="http://schemas.microsoft.com/office/drawing/2014/main" id="{DB5354B4-F76E-71B9-7C0B-1D9CBB2DBE0C}"/>
                    </a:ext>
                  </a:extLst>
                </p:cNvPr>
                <p:cNvSpPr/>
                <p:nvPr/>
              </p:nvSpPr>
              <p:spPr>
                <a:xfrm>
                  <a:off x="4645576" y="3467555"/>
                  <a:ext cx="31405" cy="269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27" extrusionOk="0">
                      <a:moveTo>
                        <a:pt x="2272" y="0"/>
                      </a:moveTo>
                      <a:cubicBezTo>
                        <a:pt x="1853" y="0"/>
                        <a:pt x="1425" y="155"/>
                        <a:pt x="1077" y="499"/>
                      </a:cubicBezTo>
                      <a:cubicBezTo>
                        <a:pt x="0" y="1576"/>
                        <a:pt x="750" y="3414"/>
                        <a:pt x="2274" y="3426"/>
                      </a:cubicBezTo>
                      <a:cubicBezTo>
                        <a:pt x="3218" y="3426"/>
                        <a:pt x="3992" y="2652"/>
                        <a:pt x="3992" y="1709"/>
                      </a:cubicBezTo>
                      <a:cubicBezTo>
                        <a:pt x="3992" y="677"/>
                        <a:pt x="3150" y="0"/>
                        <a:pt x="227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85" name="Google Shape;11672;p128">
                  <a:extLst>
                    <a:ext uri="{FF2B5EF4-FFF2-40B4-BE49-F238E27FC236}">
                      <a16:creationId xmlns:a16="http://schemas.microsoft.com/office/drawing/2014/main" id="{99EB92FD-C107-7191-7658-3B6B61F625AF}"/>
                    </a:ext>
                  </a:extLst>
                </p:cNvPr>
                <p:cNvSpPr/>
                <p:nvPr/>
              </p:nvSpPr>
              <p:spPr>
                <a:xfrm>
                  <a:off x="4659749" y="3477182"/>
                  <a:ext cx="7527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7" h="969" extrusionOk="0">
                      <a:moveTo>
                        <a:pt x="472" y="1"/>
                      </a:moveTo>
                      <a:cubicBezTo>
                        <a:pt x="206" y="1"/>
                        <a:pt x="1" y="219"/>
                        <a:pt x="1" y="485"/>
                      </a:cubicBezTo>
                      <a:cubicBezTo>
                        <a:pt x="1" y="751"/>
                        <a:pt x="206" y="969"/>
                        <a:pt x="472" y="969"/>
                      </a:cubicBezTo>
                      <a:cubicBezTo>
                        <a:pt x="751" y="969"/>
                        <a:pt x="956" y="751"/>
                        <a:pt x="956" y="485"/>
                      </a:cubicBezTo>
                      <a:cubicBezTo>
                        <a:pt x="956" y="219"/>
                        <a:pt x="751" y="1"/>
                        <a:pt x="47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528" name="Google Shape;11673;p128">
                <a:extLst>
                  <a:ext uri="{FF2B5EF4-FFF2-40B4-BE49-F238E27FC236}">
                    <a16:creationId xmlns:a16="http://schemas.microsoft.com/office/drawing/2014/main" id="{51E0DDF0-9BB9-D22C-732E-988932BE2213}"/>
                  </a:ext>
                </a:extLst>
              </p:cNvPr>
              <p:cNvGrpSpPr/>
              <p:nvPr/>
            </p:nvGrpSpPr>
            <p:grpSpPr>
              <a:xfrm>
                <a:off x="4687631" y="3583965"/>
                <a:ext cx="31499" cy="26898"/>
                <a:chOff x="4687631" y="3583965"/>
                <a:chExt cx="31499" cy="26898"/>
              </a:xfrm>
              <a:grpFill/>
            </p:grpSpPr>
            <p:sp>
              <p:nvSpPr>
                <p:cNvPr id="2582" name="Google Shape;11674;p128">
                  <a:extLst>
                    <a:ext uri="{FF2B5EF4-FFF2-40B4-BE49-F238E27FC236}">
                      <a16:creationId xmlns:a16="http://schemas.microsoft.com/office/drawing/2014/main" id="{2F469AEB-AEB5-A6F8-09F0-4D4135B9E594}"/>
                    </a:ext>
                  </a:extLst>
                </p:cNvPr>
                <p:cNvSpPr/>
                <p:nvPr/>
              </p:nvSpPr>
              <p:spPr>
                <a:xfrm>
                  <a:off x="4687631" y="3583965"/>
                  <a:ext cx="31499" cy="26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20" extrusionOk="0">
                      <a:moveTo>
                        <a:pt x="2284" y="0"/>
                      </a:moveTo>
                      <a:cubicBezTo>
                        <a:pt x="1865" y="0"/>
                        <a:pt x="1437" y="156"/>
                        <a:pt x="1089" y="504"/>
                      </a:cubicBezTo>
                      <a:cubicBezTo>
                        <a:pt x="0" y="1581"/>
                        <a:pt x="774" y="3420"/>
                        <a:pt x="2298" y="3420"/>
                      </a:cubicBezTo>
                      <a:cubicBezTo>
                        <a:pt x="3242" y="3420"/>
                        <a:pt x="4004" y="2658"/>
                        <a:pt x="4004" y="1714"/>
                      </a:cubicBezTo>
                      <a:cubicBezTo>
                        <a:pt x="4004" y="683"/>
                        <a:pt x="3162" y="0"/>
                        <a:pt x="228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83" name="Google Shape;11675;p128">
                  <a:extLst>
                    <a:ext uri="{FF2B5EF4-FFF2-40B4-BE49-F238E27FC236}">
                      <a16:creationId xmlns:a16="http://schemas.microsoft.com/office/drawing/2014/main" id="{3983D691-2C91-650C-51CA-751840790D46}"/>
                    </a:ext>
                  </a:extLst>
                </p:cNvPr>
                <p:cNvSpPr/>
                <p:nvPr/>
              </p:nvSpPr>
              <p:spPr>
                <a:xfrm>
                  <a:off x="4700568" y="3593639"/>
                  <a:ext cx="8950" cy="75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8" h="964" extrusionOk="0">
                      <a:moveTo>
                        <a:pt x="641" y="0"/>
                      </a:moveTo>
                      <a:cubicBezTo>
                        <a:pt x="218" y="0"/>
                        <a:pt x="0" y="520"/>
                        <a:pt x="303" y="823"/>
                      </a:cubicBezTo>
                      <a:cubicBezTo>
                        <a:pt x="404" y="920"/>
                        <a:pt x="525" y="964"/>
                        <a:pt x="644" y="964"/>
                      </a:cubicBezTo>
                      <a:cubicBezTo>
                        <a:pt x="893" y="964"/>
                        <a:pt x="1129" y="771"/>
                        <a:pt x="1137" y="484"/>
                      </a:cubicBezTo>
                      <a:cubicBezTo>
                        <a:pt x="1137" y="218"/>
                        <a:pt x="920" y="0"/>
                        <a:pt x="64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529" name="Google Shape;11676;p128">
                <a:extLst>
                  <a:ext uri="{FF2B5EF4-FFF2-40B4-BE49-F238E27FC236}">
                    <a16:creationId xmlns:a16="http://schemas.microsoft.com/office/drawing/2014/main" id="{DAD11820-3A51-9580-03A5-30256813E4A4}"/>
                  </a:ext>
                </a:extLst>
              </p:cNvPr>
              <p:cNvGrpSpPr/>
              <p:nvPr/>
            </p:nvGrpSpPr>
            <p:grpSpPr>
              <a:xfrm>
                <a:off x="4719311" y="3471314"/>
                <a:ext cx="31499" cy="27001"/>
                <a:chOff x="4719311" y="3471314"/>
                <a:chExt cx="31499" cy="27001"/>
              </a:xfrm>
              <a:grpFill/>
            </p:grpSpPr>
            <p:sp>
              <p:nvSpPr>
                <p:cNvPr id="2580" name="Google Shape;11677;p128">
                  <a:extLst>
                    <a:ext uri="{FF2B5EF4-FFF2-40B4-BE49-F238E27FC236}">
                      <a16:creationId xmlns:a16="http://schemas.microsoft.com/office/drawing/2014/main" id="{55BEDAE6-34CB-5039-FB7D-E030FA3B9F8A}"/>
                    </a:ext>
                  </a:extLst>
                </p:cNvPr>
                <p:cNvSpPr/>
                <p:nvPr/>
              </p:nvSpPr>
              <p:spPr>
                <a:xfrm>
                  <a:off x="4719311" y="3471314"/>
                  <a:ext cx="31499" cy="270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33" extrusionOk="0">
                      <a:moveTo>
                        <a:pt x="2285" y="1"/>
                      </a:moveTo>
                      <a:cubicBezTo>
                        <a:pt x="1865" y="1"/>
                        <a:pt x="1437" y="157"/>
                        <a:pt x="1089" y="505"/>
                      </a:cubicBezTo>
                      <a:cubicBezTo>
                        <a:pt x="0" y="1581"/>
                        <a:pt x="774" y="3432"/>
                        <a:pt x="2299" y="3432"/>
                      </a:cubicBezTo>
                      <a:cubicBezTo>
                        <a:pt x="3242" y="3432"/>
                        <a:pt x="4004" y="2658"/>
                        <a:pt x="4004" y="1715"/>
                      </a:cubicBezTo>
                      <a:cubicBezTo>
                        <a:pt x="4004" y="683"/>
                        <a:pt x="3163" y="1"/>
                        <a:pt x="228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81" name="Google Shape;11678;p128">
                  <a:extLst>
                    <a:ext uri="{FF2B5EF4-FFF2-40B4-BE49-F238E27FC236}">
                      <a16:creationId xmlns:a16="http://schemas.microsoft.com/office/drawing/2014/main" id="{929872EC-CAE2-D75E-F22D-A57DE86A811D}"/>
                    </a:ext>
                  </a:extLst>
                </p:cNvPr>
                <p:cNvSpPr/>
                <p:nvPr/>
              </p:nvSpPr>
              <p:spPr>
                <a:xfrm>
                  <a:off x="4732249" y="3480988"/>
                  <a:ext cx="8856" cy="7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967" extrusionOk="0">
                      <a:moveTo>
                        <a:pt x="642" y="1"/>
                      </a:moveTo>
                      <a:cubicBezTo>
                        <a:pt x="218" y="1"/>
                        <a:pt x="0" y="521"/>
                        <a:pt x="303" y="823"/>
                      </a:cubicBezTo>
                      <a:cubicBezTo>
                        <a:pt x="402" y="922"/>
                        <a:pt x="524" y="967"/>
                        <a:pt x="643" y="967"/>
                      </a:cubicBezTo>
                      <a:cubicBezTo>
                        <a:pt x="890" y="967"/>
                        <a:pt x="1125" y="778"/>
                        <a:pt x="1125" y="485"/>
                      </a:cubicBezTo>
                      <a:cubicBezTo>
                        <a:pt x="1125" y="218"/>
                        <a:pt x="920" y="1"/>
                        <a:pt x="64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530" name="Google Shape;11679;p128">
                <a:extLst>
                  <a:ext uri="{FF2B5EF4-FFF2-40B4-BE49-F238E27FC236}">
                    <a16:creationId xmlns:a16="http://schemas.microsoft.com/office/drawing/2014/main" id="{A7E45D76-CD40-7C45-9AAC-F84DC56F1FD6}"/>
                  </a:ext>
                </a:extLst>
              </p:cNvPr>
              <p:cNvGrpSpPr/>
              <p:nvPr/>
            </p:nvGrpSpPr>
            <p:grpSpPr>
              <a:xfrm>
                <a:off x="4719311" y="3434404"/>
                <a:ext cx="31499" cy="26898"/>
                <a:chOff x="4719311" y="3434404"/>
                <a:chExt cx="31499" cy="26898"/>
              </a:xfrm>
              <a:grpFill/>
            </p:grpSpPr>
            <p:sp>
              <p:nvSpPr>
                <p:cNvPr id="2578" name="Google Shape;11680;p128">
                  <a:extLst>
                    <a:ext uri="{FF2B5EF4-FFF2-40B4-BE49-F238E27FC236}">
                      <a16:creationId xmlns:a16="http://schemas.microsoft.com/office/drawing/2014/main" id="{A7DB3278-44C0-9C62-A3D4-E4460E03ABFF}"/>
                    </a:ext>
                  </a:extLst>
                </p:cNvPr>
                <p:cNvSpPr/>
                <p:nvPr/>
              </p:nvSpPr>
              <p:spPr>
                <a:xfrm>
                  <a:off x="4719311" y="3434404"/>
                  <a:ext cx="31499" cy="26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20" extrusionOk="0">
                      <a:moveTo>
                        <a:pt x="2285" y="0"/>
                      </a:moveTo>
                      <a:cubicBezTo>
                        <a:pt x="1865" y="0"/>
                        <a:pt x="1437" y="156"/>
                        <a:pt x="1089" y="504"/>
                      </a:cubicBezTo>
                      <a:cubicBezTo>
                        <a:pt x="0" y="1581"/>
                        <a:pt x="774" y="3420"/>
                        <a:pt x="2299" y="3420"/>
                      </a:cubicBezTo>
                      <a:cubicBezTo>
                        <a:pt x="3242" y="3420"/>
                        <a:pt x="4004" y="2658"/>
                        <a:pt x="4004" y="1714"/>
                      </a:cubicBezTo>
                      <a:cubicBezTo>
                        <a:pt x="4004" y="683"/>
                        <a:pt x="3163" y="0"/>
                        <a:pt x="228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79" name="Google Shape;11681;p128">
                  <a:extLst>
                    <a:ext uri="{FF2B5EF4-FFF2-40B4-BE49-F238E27FC236}">
                      <a16:creationId xmlns:a16="http://schemas.microsoft.com/office/drawing/2014/main" id="{06CBB488-25D5-B0CA-E068-3B3D3A6F28D5}"/>
                    </a:ext>
                  </a:extLst>
                </p:cNvPr>
                <p:cNvSpPr/>
                <p:nvPr/>
              </p:nvSpPr>
              <p:spPr>
                <a:xfrm>
                  <a:off x="4732249" y="3444078"/>
                  <a:ext cx="8856" cy="75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964" extrusionOk="0">
                      <a:moveTo>
                        <a:pt x="642" y="0"/>
                      </a:moveTo>
                      <a:cubicBezTo>
                        <a:pt x="218" y="0"/>
                        <a:pt x="0" y="520"/>
                        <a:pt x="303" y="823"/>
                      </a:cubicBezTo>
                      <a:cubicBezTo>
                        <a:pt x="400" y="920"/>
                        <a:pt x="520" y="964"/>
                        <a:pt x="638" y="964"/>
                      </a:cubicBezTo>
                      <a:cubicBezTo>
                        <a:pt x="886" y="964"/>
                        <a:pt x="1125" y="771"/>
                        <a:pt x="1125" y="484"/>
                      </a:cubicBezTo>
                      <a:cubicBezTo>
                        <a:pt x="1125" y="218"/>
                        <a:pt x="920" y="0"/>
                        <a:pt x="64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531" name="Google Shape;11682;p128">
                <a:extLst>
                  <a:ext uri="{FF2B5EF4-FFF2-40B4-BE49-F238E27FC236}">
                    <a16:creationId xmlns:a16="http://schemas.microsoft.com/office/drawing/2014/main" id="{4D36B189-FCBC-BC02-BF53-6FE1D0F5594B}"/>
                  </a:ext>
                </a:extLst>
              </p:cNvPr>
              <p:cNvGrpSpPr/>
              <p:nvPr/>
            </p:nvGrpSpPr>
            <p:grpSpPr>
              <a:xfrm>
                <a:off x="4768876" y="3401772"/>
                <a:ext cx="31499" cy="26898"/>
                <a:chOff x="4768876" y="3401772"/>
                <a:chExt cx="31499" cy="26898"/>
              </a:xfrm>
              <a:grpFill/>
            </p:grpSpPr>
            <p:sp>
              <p:nvSpPr>
                <p:cNvPr id="2576" name="Google Shape;11683;p128">
                  <a:extLst>
                    <a:ext uri="{FF2B5EF4-FFF2-40B4-BE49-F238E27FC236}">
                      <a16:creationId xmlns:a16="http://schemas.microsoft.com/office/drawing/2014/main" id="{8B1E7841-FCEF-E8B8-E025-C59EDF2397A5}"/>
                    </a:ext>
                  </a:extLst>
                </p:cNvPr>
                <p:cNvSpPr/>
                <p:nvPr/>
              </p:nvSpPr>
              <p:spPr>
                <a:xfrm>
                  <a:off x="4768876" y="3401772"/>
                  <a:ext cx="31499" cy="26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20" extrusionOk="0">
                      <a:moveTo>
                        <a:pt x="2276" y="0"/>
                      </a:moveTo>
                      <a:cubicBezTo>
                        <a:pt x="1855" y="0"/>
                        <a:pt x="1425" y="156"/>
                        <a:pt x="1077" y="504"/>
                      </a:cubicBezTo>
                      <a:cubicBezTo>
                        <a:pt x="1" y="1581"/>
                        <a:pt x="763" y="3419"/>
                        <a:pt x="2287" y="3419"/>
                      </a:cubicBezTo>
                      <a:cubicBezTo>
                        <a:pt x="3231" y="3419"/>
                        <a:pt x="4005" y="2657"/>
                        <a:pt x="4005" y="1714"/>
                      </a:cubicBezTo>
                      <a:cubicBezTo>
                        <a:pt x="4005" y="683"/>
                        <a:pt x="3157" y="0"/>
                        <a:pt x="227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77" name="Google Shape;11684;p128">
                  <a:extLst>
                    <a:ext uri="{FF2B5EF4-FFF2-40B4-BE49-F238E27FC236}">
                      <a16:creationId xmlns:a16="http://schemas.microsoft.com/office/drawing/2014/main" id="{FC199E20-77A2-9259-6512-7EDFFB68F5CD}"/>
                    </a:ext>
                  </a:extLst>
                </p:cNvPr>
                <p:cNvSpPr/>
                <p:nvPr/>
              </p:nvSpPr>
              <p:spPr>
                <a:xfrm>
                  <a:off x="4783057" y="3411438"/>
                  <a:ext cx="7613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8" h="969" extrusionOk="0">
                      <a:moveTo>
                        <a:pt x="484" y="1"/>
                      </a:moveTo>
                      <a:cubicBezTo>
                        <a:pt x="218" y="1"/>
                        <a:pt x="0" y="219"/>
                        <a:pt x="0" y="485"/>
                      </a:cubicBezTo>
                      <a:cubicBezTo>
                        <a:pt x="0" y="751"/>
                        <a:pt x="218" y="969"/>
                        <a:pt x="484" y="969"/>
                      </a:cubicBezTo>
                      <a:cubicBezTo>
                        <a:pt x="750" y="969"/>
                        <a:pt x="968" y="751"/>
                        <a:pt x="968" y="485"/>
                      </a:cubicBezTo>
                      <a:cubicBezTo>
                        <a:pt x="968" y="219"/>
                        <a:pt x="750" y="1"/>
                        <a:pt x="48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532" name="Google Shape;11685;p128">
                <a:extLst>
                  <a:ext uri="{FF2B5EF4-FFF2-40B4-BE49-F238E27FC236}">
                    <a16:creationId xmlns:a16="http://schemas.microsoft.com/office/drawing/2014/main" id="{40853F8A-5BFD-43D0-70D3-147916A12CD1}"/>
                  </a:ext>
                </a:extLst>
              </p:cNvPr>
              <p:cNvGrpSpPr/>
              <p:nvPr/>
            </p:nvGrpSpPr>
            <p:grpSpPr>
              <a:xfrm>
                <a:off x="4762214" y="3471377"/>
                <a:ext cx="26938" cy="26938"/>
                <a:chOff x="4762214" y="3471377"/>
                <a:chExt cx="26938" cy="26938"/>
              </a:xfrm>
              <a:grpFill/>
            </p:grpSpPr>
            <p:sp>
              <p:nvSpPr>
                <p:cNvPr id="2574" name="Google Shape;11686;p128">
                  <a:extLst>
                    <a:ext uri="{FF2B5EF4-FFF2-40B4-BE49-F238E27FC236}">
                      <a16:creationId xmlns:a16="http://schemas.microsoft.com/office/drawing/2014/main" id="{6DA02FDD-D7A8-31F1-B3EF-6D63EC80664D}"/>
                    </a:ext>
                  </a:extLst>
                </p:cNvPr>
                <p:cNvSpPr/>
                <p:nvPr/>
              </p:nvSpPr>
              <p:spPr>
                <a:xfrm>
                  <a:off x="4762214" y="3471377"/>
                  <a:ext cx="26938" cy="269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5" h="3425" extrusionOk="0">
                      <a:moveTo>
                        <a:pt x="1707" y="1"/>
                      </a:moveTo>
                      <a:cubicBezTo>
                        <a:pt x="763" y="1"/>
                        <a:pt x="1" y="763"/>
                        <a:pt x="1" y="1707"/>
                      </a:cubicBezTo>
                      <a:cubicBezTo>
                        <a:pt x="1" y="2650"/>
                        <a:pt x="763" y="3424"/>
                        <a:pt x="1707" y="3424"/>
                      </a:cubicBezTo>
                      <a:cubicBezTo>
                        <a:pt x="2662" y="3424"/>
                        <a:pt x="3424" y="2650"/>
                        <a:pt x="3424" y="1707"/>
                      </a:cubicBezTo>
                      <a:cubicBezTo>
                        <a:pt x="3424" y="763"/>
                        <a:pt x="2662" y="1"/>
                        <a:pt x="170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75" name="Google Shape;11687;p128">
                  <a:extLst>
                    <a:ext uri="{FF2B5EF4-FFF2-40B4-BE49-F238E27FC236}">
                      <a16:creationId xmlns:a16="http://schemas.microsoft.com/office/drawing/2014/main" id="{F4C74A43-4B56-2E6B-CECA-DC21D989D3BA}"/>
                    </a:ext>
                  </a:extLst>
                </p:cNvPr>
                <p:cNvSpPr/>
                <p:nvPr/>
              </p:nvSpPr>
              <p:spPr>
                <a:xfrm>
                  <a:off x="4770591" y="3480988"/>
                  <a:ext cx="8856" cy="7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967" extrusionOk="0">
                      <a:moveTo>
                        <a:pt x="642" y="1"/>
                      </a:moveTo>
                      <a:cubicBezTo>
                        <a:pt x="218" y="1"/>
                        <a:pt x="0" y="521"/>
                        <a:pt x="303" y="823"/>
                      </a:cubicBezTo>
                      <a:cubicBezTo>
                        <a:pt x="402" y="922"/>
                        <a:pt x="524" y="967"/>
                        <a:pt x="643" y="967"/>
                      </a:cubicBezTo>
                      <a:cubicBezTo>
                        <a:pt x="890" y="967"/>
                        <a:pt x="1125" y="778"/>
                        <a:pt x="1125" y="485"/>
                      </a:cubicBezTo>
                      <a:cubicBezTo>
                        <a:pt x="1125" y="218"/>
                        <a:pt x="920" y="1"/>
                        <a:pt x="64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533" name="Google Shape;11688;p128">
                <a:extLst>
                  <a:ext uri="{FF2B5EF4-FFF2-40B4-BE49-F238E27FC236}">
                    <a16:creationId xmlns:a16="http://schemas.microsoft.com/office/drawing/2014/main" id="{7B545192-C69C-86F4-E71C-84B96CA67F55}"/>
                  </a:ext>
                </a:extLst>
              </p:cNvPr>
              <p:cNvGrpSpPr/>
              <p:nvPr/>
            </p:nvGrpSpPr>
            <p:grpSpPr>
              <a:xfrm>
                <a:off x="4790473" y="3344782"/>
                <a:ext cx="31405" cy="26898"/>
                <a:chOff x="4790473" y="3344782"/>
                <a:chExt cx="31405" cy="26898"/>
              </a:xfrm>
              <a:grpFill/>
            </p:grpSpPr>
            <p:sp>
              <p:nvSpPr>
                <p:cNvPr id="2572" name="Google Shape;11689;p128">
                  <a:extLst>
                    <a:ext uri="{FF2B5EF4-FFF2-40B4-BE49-F238E27FC236}">
                      <a16:creationId xmlns:a16="http://schemas.microsoft.com/office/drawing/2014/main" id="{7BA26456-2AEC-8D4C-F27A-694E286FC3C6}"/>
                    </a:ext>
                  </a:extLst>
                </p:cNvPr>
                <p:cNvSpPr/>
                <p:nvPr/>
              </p:nvSpPr>
              <p:spPr>
                <a:xfrm>
                  <a:off x="4790473" y="3344782"/>
                  <a:ext cx="31405" cy="26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20" extrusionOk="0">
                      <a:moveTo>
                        <a:pt x="2273" y="0"/>
                      </a:moveTo>
                      <a:cubicBezTo>
                        <a:pt x="1853" y="0"/>
                        <a:pt x="1425" y="156"/>
                        <a:pt x="1077" y="504"/>
                      </a:cubicBezTo>
                      <a:cubicBezTo>
                        <a:pt x="1" y="1581"/>
                        <a:pt x="763" y="3420"/>
                        <a:pt x="2287" y="3420"/>
                      </a:cubicBezTo>
                      <a:cubicBezTo>
                        <a:pt x="3230" y="3420"/>
                        <a:pt x="3993" y="2657"/>
                        <a:pt x="3993" y="1714"/>
                      </a:cubicBezTo>
                      <a:cubicBezTo>
                        <a:pt x="3993" y="683"/>
                        <a:pt x="3151" y="0"/>
                        <a:pt x="227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73" name="Google Shape;11690;p128">
                  <a:extLst>
                    <a:ext uri="{FF2B5EF4-FFF2-40B4-BE49-F238E27FC236}">
                      <a16:creationId xmlns:a16="http://schemas.microsoft.com/office/drawing/2014/main" id="{31A7F6F5-17A7-2449-CE9E-29007DA73CB6}"/>
                    </a:ext>
                  </a:extLst>
                </p:cNvPr>
                <p:cNvSpPr/>
                <p:nvPr/>
              </p:nvSpPr>
              <p:spPr>
                <a:xfrm>
                  <a:off x="4804654" y="3354456"/>
                  <a:ext cx="7613" cy="76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8" h="968" extrusionOk="0">
                      <a:moveTo>
                        <a:pt x="484" y="0"/>
                      </a:moveTo>
                      <a:cubicBezTo>
                        <a:pt x="218" y="0"/>
                        <a:pt x="0" y="218"/>
                        <a:pt x="0" y="484"/>
                      </a:cubicBezTo>
                      <a:cubicBezTo>
                        <a:pt x="0" y="750"/>
                        <a:pt x="218" y="968"/>
                        <a:pt x="484" y="968"/>
                      </a:cubicBezTo>
                      <a:cubicBezTo>
                        <a:pt x="750" y="968"/>
                        <a:pt x="968" y="750"/>
                        <a:pt x="968" y="484"/>
                      </a:cubicBezTo>
                      <a:cubicBezTo>
                        <a:pt x="968" y="218"/>
                        <a:pt x="750" y="0"/>
                        <a:pt x="48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534" name="Google Shape;11691;p128">
                <a:extLst>
                  <a:ext uri="{FF2B5EF4-FFF2-40B4-BE49-F238E27FC236}">
                    <a16:creationId xmlns:a16="http://schemas.microsoft.com/office/drawing/2014/main" id="{099938B1-E865-A984-BABE-D474FB30D9D8}"/>
                  </a:ext>
                </a:extLst>
              </p:cNvPr>
              <p:cNvGrpSpPr/>
              <p:nvPr/>
            </p:nvGrpSpPr>
            <p:grpSpPr>
              <a:xfrm>
                <a:off x="4823774" y="3950733"/>
                <a:ext cx="37398" cy="32034"/>
                <a:chOff x="4823774" y="3950733"/>
                <a:chExt cx="37398" cy="32034"/>
              </a:xfrm>
              <a:grpFill/>
            </p:grpSpPr>
            <p:sp>
              <p:nvSpPr>
                <p:cNvPr id="2570" name="Google Shape;11692;p128">
                  <a:extLst>
                    <a:ext uri="{FF2B5EF4-FFF2-40B4-BE49-F238E27FC236}">
                      <a16:creationId xmlns:a16="http://schemas.microsoft.com/office/drawing/2014/main" id="{E8B5534D-2536-0BE9-EF59-5BD47BB62769}"/>
                    </a:ext>
                  </a:extLst>
                </p:cNvPr>
                <p:cNvSpPr/>
                <p:nvPr/>
              </p:nvSpPr>
              <p:spPr>
                <a:xfrm>
                  <a:off x="4823774" y="3950733"/>
                  <a:ext cx="37398" cy="320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55" h="4073" extrusionOk="0">
                      <a:moveTo>
                        <a:pt x="2707" y="1"/>
                      </a:moveTo>
                      <a:cubicBezTo>
                        <a:pt x="2207" y="1"/>
                        <a:pt x="1698" y="186"/>
                        <a:pt x="1283" y="601"/>
                      </a:cubicBezTo>
                      <a:cubicBezTo>
                        <a:pt x="1" y="1883"/>
                        <a:pt x="908" y="4073"/>
                        <a:pt x="2722" y="4073"/>
                      </a:cubicBezTo>
                      <a:cubicBezTo>
                        <a:pt x="3835" y="4073"/>
                        <a:pt x="4755" y="3166"/>
                        <a:pt x="4755" y="2041"/>
                      </a:cubicBezTo>
                      <a:cubicBezTo>
                        <a:pt x="4755" y="813"/>
                        <a:pt x="3752" y="1"/>
                        <a:pt x="270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71" name="Google Shape;11693;p128">
                  <a:extLst>
                    <a:ext uri="{FF2B5EF4-FFF2-40B4-BE49-F238E27FC236}">
                      <a16:creationId xmlns:a16="http://schemas.microsoft.com/office/drawing/2014/main" id="{3D2DFE9C-6194-B4A5-E50F-40CF13041F53}"/>
                    </a:ext>
                  </a:extLst>
                </p:cNvPr>
                <p:cNvSpPr/>
                <p:nvPr/>
              </p:nvSpPr>
              <p:spPr>
                <a:xfrm>
                  <a:off x="4836617" y="3960407"/>
                  <a:ext cx="14849" cy="12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88" h="1617" extrusionOk="0">
                      <a:moveTo>
                        <a:pt x="1089" y="0"/>
                      </a:moveTo>
                      <a:cubicBezTo>
                        <a:pt x="363" y="0"/>
                        <a:pt x="1" y="871"/>
                        <a:pt x="509" y="1379"/>
                      </a:cubicBezTo>
                      <a:cubicBezTo>
                        <a:pt x="673" y="1543"/>
                        <a:pt x="874" y="1616"/>
                        <a:pt x="1073" y="1616"/>
                      </a:cubicBezTo>
                      <a:cubicBezTo>
                        <a:pt x="1488" y="1616"/>
                        <a:pt x="1888" y="1294"/>
                        <a:pt x="1888" y="811"/>
                      </a:cubicBezTo>
                      <a:cubicBezTo>
                        <a:pt x="1888" y="363"/>
                        <a:pt x="1537" y="0"/>
                        <a:pt x="108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535" name="Google Shape;11694;p128">
                <a:extLst>
                  <a:ext uri="{FF2B5EF4-FFF2-40B4-BE49-F238E27FC236}">
                    <a16:creationId xmlns:a16="http://schemas.microsoft.com/office/drawing/2014/main" id="{02F66242-0650-9C3F-E069-C32C80FB0D5C}"/>
                  </a:ext>
                </a:extLst>
              </p:cNvPr>
              <p:cNvGrpSpPr/>
              <p:nvPr/>
            </p:nvGrpSpPr>
            <p:grpSpPr>
              <a:xfrm>
                <a:off x="4823396" y="4110566"/>
                <a:ext cx="31405" cy="26906"/>
                <a:chOff x="4823396" y="4110566"/>
                <a:chExt cx="31405" cy="26906"/>
              </a:xfrm>
              <a:grpFill/>
            </p:grpSpPr>
            <p:sp>
              <p:nvSpPr>
                <p:cNvPr id="2568" name="Google Shape;11695;p128">
                  <a:extLst>
                    <a:ext uri="{FF2B5EF4-FFF2-40B4-BE49-F238E27FC236}">
                      <a16:creationId xmlns:a16="http://schemas.microsoft.com/office/drawing/2014/main" id="{24DFE229-4369-0E56-74EB-BA70FCD3B290}"/>
                    </a:ext>
                  </a:extLst>
                </p:cNvPr>
                <p:cNvSpPr/>
                <p:nvPr/>
              </p:nvSpPr>
              <p:spPr>
                <a:xfrm>
                  <a:off x="4823396" y="4110566"/>
                  <a:ext cx="31405" cy="269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21" extrusionOk="0">
                      <a:moveTo>
                        <a:pt x="2272" y="1"/>
                      </a:moveTo>
                      <a:cubicBezTo>
                        <a:pt x="1853" y="1"/>
                        <a:pt x="1425" y="157"/>
                        <a:pt x="1077" y="505"/>
                      </a:cubicBezTo>
                      <a:cubicBezTo>
                        <a:pt x="0" y="1582"/>
                        <a:pt x="762" y="3420"/>
                        <a:pt x="2286" y="3420"/>
                      </a:cubicBezTo>
                      <a:cubicBezTo>
                        <a:pt x="3230" y="3420"/>
                        <a:pt x="3992" y="2658"/>
                        <a:pt x="3992" y="1715"/>
                      </a:cubicBezTo>
                      <a:cubicBezTo>
                        <a:pt x="3992" y="683"/>
                        <a:pt x="3150" y="1"/>
                        <a:pt x="227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69" name="Google Shape;11696;p128">
                  <a:extLst>
                    <a:ext uri="{FF2B5EF4-FFF2-40B4-BE49-F238E27FC236}">
                      <a16:creationId xmlns:a16="http://schemas.microsoft.com/office/drawing/2014/main" id="{C5CA88EE-2589-71AF-487D-33CFBEF563E1}"/>
                    </a:ext>
                  </a:extLst>
                </p:cNvPr>
                <p:cNvSpPr/>
                <p:nvPr/>
              </p:nvSpPr>
              <p:spPr>
                <a:xfrm>
                  <a:off x="4836240" y="4120145"/>
                  <a:ext cx="8950" cy="76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8" h="977" extrusionOk="0">
                      <a:moveTo>
                        <a:pt x="653" y="1"/>
                      </a:moveTo>
                      <a:cubicBezTo>
                        <a:pt x="218" y="1"/>
                        <a:pt x="0" y="533"/>
                        <a:pt x="303" y="835"/>
                      </a:cubicBezTo>
                      <a:cubicBezTo>
                        <a:pt x="404" y="933"/>
                        <a:pt x="527" y="976"/>
                        <a:pt x="646" y="976"/>
                      </a:cubicBezTo>
                      <a:cubicBezTo>
                        <a:pt x="898" y="976"/>
                        <a:pt x="1137" y="784"/>
                        <a:pt x="1137" y="497"/>
                      </a:cubicBezTo>
                      <a:cubicBezTo>
                        <a:pt x="1137" y="218"/>
                        <a:pt x="920" y="1"/>
                        <a:pt x="65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536" name="Google Shape;11697;p128">
                <a:extLst>
                  <a:ext uri="{FF2B5EF4-FFF2-40B4-BE49-F238E27FC236}">
                    <a16:creationId xmlns:a16="http://schemas.microsoft.com/office/drawing/2014/main" id="{B26C6EC4-306F-8C33-9EE3-11AB9C68B0DE}"/>
                  </a:ext>
                </a:extLst>
              </p:cNvPr>
              <p:cNvGrpSpPr/>
              <p:nvPr/>
            </p:nvGrpSpPr>
            <p:grpSpPr>
              <a:xfrm>
                <a:off x="4838332" y="3821150"/>
                <a:ext cx="31499" cy="26898"/>
                <a:chOff x="4838332" y="3821150"/>
                <a:chExt cx="31499" cy="26898"/>
              </a:xfrm>
              <a:grpFill/>
            </p:grpSpPr>
            <p:sp>
              <p:nvSpPr>
                <p:cNvPr id="2566" name="Google Shape;11698;p128">
                  <a:extLst>
                    <a:ext uri="{FF2B5EF4-FFF2-40B4-BE49-F238E27FC236}">
                      <a16:creationId xmlns:a16="http://schemas.microsoft.com/office/drawing/2014/main" id="{A873BFE8-1E3B-01A3-3ACA-6BF10EFD0267}"/>
                    </a:ext>
                  </a:extLst>
                </p:cNvPr>
                <p:cNvSpPr/>
                <p:nvPr/>
              </p:nvSpPr>
              <p:spPr>
                <a:xfrm>
                  <a:off x="4838332" y="3821150"/>
                  <a:ext cx="31499" cy="26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20" extrusionOk="0">
                      <a:moveTo>
                        <a:pt x="2285" y="1"/>
                      </a:moveTo>
                      <a:cubicBezTo>
                        <a:pt x="1865" y="1"/>
                        <a:pt x="1437" y="156"/>
                        <a:pt x="1089" y="505"/>
                      </a:cubicBezTo>
                      <a:cubicBezTo>
                        <a:pt x="0" y="1581"/>
                        <a:pt x="775" y="3420"/>
                        <a:pt x="2299" y="3420"/>
                      </a:cubicBezTo>
                      <a:cubicBezTo>
                        <a:pt x="3242" y="3420"/>
                        <a:pt x="4004" y="2658"/>
                        <a:pt x="4004" y="1714"/>
                      </a:cubicBezTo>
                      <a:cubicBezTo>
                        <a:pt x="4004" y="683"/>
                        <a:pt x="3163" y="1"/>
                        <a:pt x="228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67" name="Google Shape;11699;p128">
                  <a:extLst>
                    <a:ext uri="{FF2B5EF4-FFF2-40B4-BE49-F238E27FC236}">
                      <a16:creationId xmlns:a16="http://schemas.microsoft.com/office/drawing/2014/main" id="{9309FAFA-8761-9ED7-452D-ED523DC7C277}"/>
                    </a:ext>
                  </a:extLst>
                </p:cNvPr>
                <p:cNvSpPr/>
                <p:nvPr/>
              </p:nvSpPr>
              <p:spPr>
                <a:xfrm>
                  <a:off x="4851270" y="3830824"/>
                  <a:ext cx="8950" cy="75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8" h="964" extrusionOk="0">
                      <a:moveTo>
                        <a:pt x="654" y="0"/>
                      </a:moveTo>
                      <a:cubicBezTo>
                        <a:pt x="218" y="0"/>
                        <a:pt x="0" y="521"/>
                        <a:pt x="303" y="823"/>
                      </a:cubicBezTo>
                      <a:cubicBezTo>
                        <a:pt x="404" y="920"/>
                        <a:pt x="526" y="964"/>
                        <a:pt x="644" y="964"/>
                      </a:cubicBezTo>
                      <a:cubicBezTo>
                        <a:pt x="893" y="964"/>
                        <a:pt x="1129" y="771"/>
                        <a:pt x="1138" y="484"/>
                      </a:cubicBezTo>
                      <a:cubicBezTo>
                        <a:pt x="1125" y="218"/>
                        <a:pt x="920" y="0"/>
                        <a:pt x="65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537" name="Google Shape;11700;p128">
                <a:extLst>
                  <a:ext uri="{FF2B5EF4-FFF2-40B4-BE49-F238E27FC236}">
                    <a16:creationId xmlns:a16="http://schemas.microsoft.com/office/drawing/2014/main" id="{4C6F5F67-0A20-20B0-1250-C6C87DAF3EE9}"/>
                  </a:ext>
                </a:extLst>
              </p:cNvPr>
              <p:cNvGrpSpPr/>
              <p:nvPr/>
            </p:nvGrpSpPr>
            <p:grpSpPr>
              <a:xfrm>
                <a:off x="4661275" y="3815007"/>
                <a:ext cx="36824" cy="31523"/>
                <a:chOff x="4661275" y="3815007"/>
                <a:chExt cx="36824" cy="31523"/>
              </a:xfrm>
              <a:grpFill/>
            </p:grpSpPr>
            <p:sp>
              <p:nvSpPr>
                <p:cNvPr id="2564" name="Google Shape;11701;p128">
                  <a:extLst>
                    <a:ext uri="{FF2B5EF4-FFF2-40B4-BE49-F238E27FC236}">
                      <a16:creationId xmlns:a16="http://schemas.microsoft.com/office/drawing/2014/main" id="{54E0952C-9944-BEC6-AF74-0EF245709EC3}"/>
                    </a:ext>
                  </a:extLst>
                </p:cNvPr>
                <p:cNvSpPr/>
                <p:nvPr/>
              </p:nvSpPr>
              <p:spPr>
                <a:xfrm>
                  <a:off x="4661275" y="3815007"/>
                  <a:ext cx="36824" cy="315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2" h="4008" extrusionOk="0">
                      <a:moveTo>
                        <a:pt x="2663" y="0"/>
                      </a:moveTo>
                      <a:cubicBezTo>
                        <a:pt x="2169" y="0"/>
                        <a:pt x="1666" y="184"/>
                        <a:pt x="1258" y="596"/>
                      </a:cubicBezTo>
                      <a:cubicBezTo>
                        <a:pt x="0" y="1854"/>
                        <a:pt x="895" y="4007"/>
                        <a:pt x="2674" y="4007"/>
                      </a:cubicBezTo>
                      <a:cubicBezTo>
                        <a:pt x="3774" y="4007"/>
                        <a:pt x="4682" y="3112"/>
                        <a:pt x="4682" y="2011"/>
                      </a:cubicBezTo>
                      <a:cubicBezTo>
                        <a:pt x="4682" y="801"/>
                        <a:pt x="3692" y="0"/>
                        <a:pt x="266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65" name="Google Shape;11702;p128">
                  <a:extLst>
                    <a:ext uri="{FF2B5EF4-FFF2-40B4-BE49-F238E27FC236}">
                      <a16:creationId xmlns:a16="http://schemas.microsoft.com/office/drawing/2014/main" id="{E7F34DC8-5AB9-56CD-B559-EC483AC58CAA}"/>
                    </a:ext>
                  </a:extLst>
                </p:cNvPr>
                <p:cNvSpPr/>
                <p:nvPr/>
              </p:nvSpPr>
              <p:spPr>
                <a:xfrm>
                  <a:off x="4676211" y="3824736"/>
                  <a:ext cx="12183" cy="121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9" h="1549" extrusionOk="0">
                      <a:moveTo>
                        <a:pt x="775" y="0"/>
                      </a:moveTo>
                      <a:cubicBezTo>
                        <a:pt x="351" y="0"/>
                        <a:pt x="0" y="339"/>
                        <a:pt x="0" y="774"/>
                      </a:cubicBezTo>
                      <a:cubicBezTo>
                        <a:pt x="0" y="1198"/>
                        <a:pt x="351" y="1549"/>
                        <a:pt x="775" y="1549"/>
                      </a:cubicBezTo>
                      <a:cubicBezTo>
                        <a:pt x="1210" y="1549"/>
                        <a:pt x="1549" y="1198"/>
                        <a:pt x="1549" y="774"/>
                      </a:cubicBezTo>
                      <a:cubicBezTo>
                        <a:pt x="1549" y="339"/>
                        <a:pt x="1210" y="0"/>
                        <a:pt x="77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538" name="Google Shape;11703;p128">
                <a:extLst>
                  <a:ext uri="{FF2B5EF4-FFF2-40B4-BE49-F238E27FC236}">
                    <a16:creationId xmlns:a16="http://schemas.microsoft.com/office/drawing/2014/main" id="{BEED737C-7629-9782-638A-50A43EE419D9}"/>
                  </a:ext>
                </a:extLst>
              </p:cNvPr>
              <p:cNvGrpSpPr/>
              <p:nvPr/>
            </p:nvGrpSpPr>
            <p:grpSpPr>
              <a:xfrm>
                <a:off x="4558998" y="3851037"/>
                <a:ext cx="33591" cy="28699"/>
                <a:chOff x="4558998" y="3851037"/>
                <a:chExt cx="33591" cy="28699"/>
              </a:xfrm>
              <a:grpFill/>
            </p:grpSpPr>
            <p:sp>
              <p:nvSpPr>
                <p:cNvPr id="2562" name="Google Shape;11704;p128">
                  <a:extLst>
                    <a:ext uri="{FF2B5EF4-FFF2-40B4-BE49-F238E27FC236}">
                      <a16:creationId xmlns:a16="http://schemas.microsoft.com/office/drawing/2014/main" id="{FB29241B-5F87-1984-1689-F233775A4B49}"/>
                    </a:ext>
                  </a:extLst>
                </p:cNvPr>
                <p:cNvSpPr/>
                <p:nvPr/>
              </p:nvSpPr>
              <p:spPr>
                <a:xfrm>
                  <a:off x="4558998" y="3851037"/>
                  <a:ext cx="33591" cy="286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71" h="3649" extrusionOk="0">
                      <a:moveTo>
                        <a:pt x="2430" y="0"/>
                      </a:moveTo>
                      <a:cubicBezTo>
                        <a:pt x="1980" y="0"/>
                        <a:pt x="1522" y="167"/>
                        <a:pt x="1149" y="539"/>
                      </a:cubicBezTo>
                      <a:cubicBezTo>
                        <a:pt x="0" y="1688"/>
                        <a:pt x="823" y="3648"/>
                        <a:pt x="2444" y="3648"/>
                      </a:cubicBezTo>
                      <a:cubicBezTo>
                        <a:pt x="3448" y="3648"/>
                        <a:pt x="4270" y="2838"/>
                        <a:pt x="4270" y="1822"/>
                      </a:cubicBezTo>
                      <a:cubicBezTo>
                        <a:pt x="4270" y="726"/>
                        <a:pt x="3369" y="0"/>
                        <a:pt x="243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63" name="Google Shape;11705;p128">
                  <a:extLst>
                    <a:ext uri="{FF2B5EF4-FFF2-40B4-BE49-F238E27FC236}">
                      <a16:creationId xmlns:a16="http://schemas.microsoft.com/office/drawing/2014/main" id="{3B490C7B-9B11-C79D-02D5-908083EBA909}"/>
                    </a:ext>
                  </a:extLst>
                </p:cNvPr>
                <p:cNvSpPr/>
                <p:nvPr/>
              </p:nvSpPr>
              <p:spPr>
                <a:xfrm>
                  <a:off x="4573557" y="3860695"/>
                  <a:ext cx="9328" cy="94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6" h="1199" extrusionOk="0">
                      <a:moveTo>
                        <a:pt x="593" y="1"/>
                      </a:moveTo>
                      <a:cubicBezTo>
                        <a:pt x="266" y="1"/>
                        <a:pt x="0" y="267"/>
                        <a:pt x="0" y="594"/>
                      </a:cubicBezTo>
                      <a:cubicBezTo>
                        <a:pt x="0" y="932"/>
                        <a:pt x="266" y="1198"/>
                        <a:pt x="593" y="1198"/>
                      </a:cubicBezTo>
                      <a:cubicBezTo>
                        <a:pt x="919" y="1198"/>
                        <a:pt x="1185" y="932"/>
                        <a:pt x="1185" y="594"/>
                      </a:cubicBezTo>
                      <a:cubicBezTo>
                        <a:pt x="1185" y="267"/>
                        <a:pt x="919" y="1"/>
                        <a:pt x="59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539" name="Google Shape;11706;p128">
                <a:extLst>
                  <a:ext uri="{FF2B5EF4-FFF2-40B4-BE49-F238E27FC236}">
                    <a16:creationId xmlns:a16="http://schemas.microsoft.com/office/drawing/2014/main" id="{E60AC03B-837B-7D06-90A9-69B12F2A0275}"/>
                  </a:ext>
                </a:extLst>
              </p:cNvPr>
              <p:cNvGrpSpPr/>
              <p:nvPr/>
            </p:nvGrpSpPr>
            <p:grpSpPr>
              <a:xfrm>
                <a:off x="4696762" y="3638587"/>
                <a:ext cx="33591" cy="28794"/>
                <a:chOff x="4696762" y="3638587"/>
                <a:chExt cx="33591" cy="28794"/>
              </a:xfrm>
              <a:grpFill/>
            </p:grpSpPr>
            <p:sp>
              <p:nvSpPr>
                <p:cNvPr id="2560" name="Google Shape;11707;p128">
                  <a:extLst>
                    <a:ext uri="{FF2B5EF4-FFF2-40B4-BE49-F238E27FC236}">
                      <a16:creationId xmlns:a16="http://schemas.microsoft.com/office/drawing/2014/main" id="{4C91A52F-BF1E-91C2-32D9-010905F4120D}"/>
                    </a:ext>
                  </a:extLst>
                </p:cNvPr>
                <p:cNvSpPr/>
                <p:nvPr/>
              </p:nvSpPr>
              <p:spPr>
                <a:xfrm>
                  <a:off x="4696762" y="3638587"/>
                  <a:ext cx="33591" cy="287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71" h="3661" extrusionOk="0">
                      <a:moveTo>
                        <a:pt x="2426" y="1"/>
                      </a:moveTo>
                      <a:cubicBezTo>
                        <a:pt x="1978" y="1"/>
                        <a:pt x="1521" y="167"/>
                        <a:pt x="1150" y="539"/>
                      </a:cubicBezTo>
                      <a:cubicBezTo>
                        <a:pt x="0" y="1688"/>
                        <a:pt x="823" y="3660"/>
                        <a:pt x="2444" y="3660"/>
                      </a:cubicBezTo>
                      <a:cubicBezTo>
                        <a:pt x="3448" y="3648"/>
                        <a:pt x="4258" y="2838"/>
                        <a:pt x="4270" y="1834"/>
                      </a:cubicBezTo>
                      <a:cubicBezTo>
                        <a:pt x="4262" y="729"/>
                        <a:pt x="3363" y="1"/>
                        <a:pt x="242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61" name="Google Shape;11708;p128">
                  <a:extLst>
                    <a:ext uri="{FF2B5EF4-FFF2-40B4-BE49-F238E27FC236}">
                      <a16:creationId xmlns:a16="http://schemas.microsoft.com/office/drawing/2014/main" id="{B5EE345A-AA3A-E0AC-C846-B7CF966D793A}"/>
                    </a:ext>
                  </a:extLst>
                </p:cNvPr>
                <p:cNvSpPr/>
                <p:nvPr/>
              </p:nvSpPr>
              <p:spPr>
                <a:xfrm>
                  <a:off x="4711320" y="3648245"/>
                  <a:ext cx="9328" cy="94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6" h="1199" extrusionOk="0">
                      <a:moveTo>
                        <a:pt x="593" y="1"/>
                      </a:moveTo>
                      <a:cubicBezTo>
                        <a:pt x="266" y="1"/>
                        <a:pt x="0" y="279"/>
                        <a:pt x="0" y="606"/>
                      </a:cubicBezTo>
                      <a:cubicBezTo>
                        <a:pt x="0" y="932"/>
                        <a:pt x="266" y="1198"/>
                        <a:pt x="593" y="1198"/>
                      </a:cubicBezTo>
                      <a:cubicBezTo>
                        <a:pt x="919" y="1198"/>
                        <a:pt x="1186" y="932"/>
                        <a:pt x="1186" y="606"/>
                      </a:cubicBezTo>
                      <a:cubicBezTo>
                        <a:pt x="1186" y="279"/>
                        <a:pt x="919" y="1"/>
                        <a:pt x="59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540" name="Google Shape;11709;p128">
                <a:extLst>
                  <a:ext uri="{FF2B5EF4-FFF2-40B4-BE49-F238E27FC236}">
                    <a16:creationId xmlns:a16="http://schemas.microsoft.com/office/drawing/2014/main" id="{068144DF-7133-D9C3-5442-BA8899D73157}"/>
                  </a:ext>
                </a:extLst>
              </p:cNvPr>
              <p:cNvGrpSpPr/>
              <p:nvPr/>
            </p:nvGrpSpPr>
            <p:grpSpPr>
              <a:xfrm>
                <a:off x="4929479" y="3939140"/>
                <a:ext cx="33497" cy="28692"/>
                <a:chOff x="4929479" y="3939140"/>
                <a:chExt cx="33497" cy="28692"/>
              </a:xfrm>
              <a:grpFill/>
            </p:grpSpPr>
            <p:sp>
              <p:nvSpPr>
                <p:cNvPr id="2558" name="Google Shape;11710;p128">
                  <a:extLst>
                    <a:ext uri="{FF2B5EF4-FFF2-40B4-BE49-F238E27FC236}">
                      <a16:creationId xmlns:a16="http://schemas.microsoft.com/office/drawing/2014/main" id="{031F569A-B2E3-CA6A-2421-9DD7F163FC89}"/>
                    </a:ext>
                  </a:extLst>
                </p:cNvPr>
                <p:cNvSpPr/>
                <p:nvPr/>
              </p:nvSpPr>
              <p:spPr>
                <a:xfrm>
                  <a:off x="4929479" y="3939140"/>
                  <a:ext cx="33497" cy="286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59" h="3648" extrusionOk="0">
                      <a:moveTo>
                        <a:pt x="2426" y="0"/>
                      </a:moveTo>
                      <a:cubicBezTo>
                        <a:pt x="1978" y="0"/>
                        <a:pt x="1521" y="167"/>
                        <a:pt x="1149" y="539"/>
                      </a:cubicBezTo>
                      <a:cubicBezTo>
                        <a:pt x="0" y="1688"/>
                        <a:pt x="811" y="3648"/>
                        <a:pt x="2431" y="3648"/>
                      </a:cubicBezTo>
                      <a:cubicBezTo>
                        <a:pt x="3448" y="3648"/>
                        <a:pt x="4258" y="2837"/>
                        <a:pt x="4258" y="1833"/>
                      </a:cubicBezTo>
                      <a:cubicBezTo>
                        <a:pt x="4258" y="729"/>
                        <a:pt x="3361" y="0"/>
                        <a:pt x="242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59" name="Google Shape;11711;p128">
                  <a:extLst>
                    <a:ext uri="{FF2B5EF4-FFF2-40B4-BE49-F238E27FC236}">
                      <a16:creationId xmlns:a16="http://schemas.microsoft.com/office/drawing/2014/main" id="{31B14FC2-4194-CE89-00DE-F02DB9CEEEF3}"/>
                    </a:ext>
                  </a:extLst>
                </p:cNvPr>
                <p:cNvSpPr/>
                <p:nvPr/>
              </p:nvSpPr>
              <p:spPr>
                <a:xfrm>
                  <a:off x="4943935" y="3948893"/>
                  <a:ext cx="9430" cy="93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9" h="1186" extrusionOk="0">
                      <a:moveTo>
                        <a:pt x="593" y="0"/>
                      </a:moveTo>
                      <a:cubicBezTo>
                        <a:pt x="267" y="0"/>
                        <a:pt x="1" y="267"/>
                        <a:pt x="1" y="593"/>
                      </a:cubicBezTo>
                      <a:cubicBezTo>
                        <a:pt x="1" y="920"/>
                        <a:pt x="267" y="1186"/>
                        <a:pt x="593" y="1186"/>
                      </a:cubicBezTo>
                      <a:cubicBezTo>
                        <a:pt x="932" y="1186"/>
                        <a:pt x="1198" y="920"/>
                        <a:pt x="1198" y="593"/>
                      </a:cubicBezTo>
                      <a:cubicBezTo>
                        <a:pt x="1198" y="267"/>
                        <a:pt x="932" y="0"/>
                        <a:pt x="59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541" name="Google Shape;11712;p128">
                <a:extLst>
                  <a:ext uri="{FF2B5EF4-FFF2-40B4-BE49-F238E27FC236}">
                    <a16:creationId xmlns:a16="http://schemas.microsoft.com/office/drawing/2014/main" id="{856246F8-CD51-212F-9A93-B50AD96B7BF5}"/>
                  </a:ext>
                </a:extLst>
              </p:cNvPr>
              <p:cNvGrpSpPr/>
              <p:nvPr/>
            </p:nvGrpSpPr>
            <p:grpSpPr>
              <a:xfrm>
                <a:off x="4907119" y="3986039"/>
                <a:ext cx="33497" cy="28699"/>
                <a:chOff x="4907119" y="3986039"/>
                <a:chExt cx="33497" cy="28699"/>
              </a:xfrm>
              <a:grpFill/>
            </p:grpSpPr>
            <p:sp>
              <p:nvSpPr>
                <p:cNvPr id="2556" name="Google Shape;11713;p128">
                  <a:extLst>
                    <a:ext uri="{FF2B5EF4-FFF2-40B4-BE49-F238E27FC236}">
                      <a16:creationId xmlns:a16="http://schemas.microsoft.com/office/drawing/2014/main" id="{4D98E0B5-8ABD-35A0-C55F-95B5933DD2CE}"/>
                    </a:ext>
                  </a:extLst>
                </p:cNvPr>
                <p:cNvSpPr/>
                <p:nvPr/>
              </p:nvSpPr>
              <p:spPr>
                <a:xfrm>
                  <a:off x="4907119" y="3986039"/>
                  <a:ext cx="33497" cy="286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59" h="3649" extrusionOk="0">
                      <a:moveTo>
                        <a:pt x="2427" y="1"/>
                      </a:moveTo>
                      <a:cubicBezTo>
                        <a:pt x="1979" y="1"/>
                        <a:pt x="1522" y="167"/>
                        <a:pt x="1149" y="540"/>
                      </a:cubicBezTo>
                      <a:cubicBezTo>
                        <a:pt x="0" y="1689"/>
                        <a:pt x="811" y="3648"/>
                        <a:pt x="2444" y="3648"/>
                      </a:cubicBezTo>
                      <a:cubicBezTo>
                        <a:pt x="3448" y="3648"/>
                        <a:pt x="4258" y="2826"/>
                        <a:pt x="4258" y="1822"/>
                      </a:cubicBezTo>
                      <a:cubicBezTo>
                        <a:pt x="4258" y="726"/>
                        <a:pt x="3363" y="1"/>
                        <a:pt x="24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57" name="Google Shape;11714;p128">
                  <a:extLst>
                    <a:ext uri="{FF2B5EF4-FFF2-40B4-BE49-F238E27FC236}">
                      <a16:creationId xmlns:a16="http://schemas.microsoft.com/office/drawing/2014/main" id="{EE6B7052-4F04-36A3-9D84-CF9E3C2C5CF4}"/>
                    </a:ext>
                  </a:extLst>
                </p:cNvPr>
                <p:cNvSpPr/>
                <p:nvPr/>
              </p:nvSpPr>
              <p:spPr>
                <a:xfrm>
                  <a:off x="4921583" y="3995705"/>
                  <a:ext cx="9422" cy="93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8" h="1186" extrusionOk="0">
                      <a:moveTo>
                        <a:pt x="605" y="0"/>
                      </a:moveTo>
                      <a:cubicBezTo>
                        <a:pt x="266" y="0"/>
                        <a:pt x="0" y="266"/>
                        <a:pt x="0" y="593"/>
                      </a:cubicBezTo>
                      <a:cubicBezTo>
                        <a:pt x="0" y="919"/>
                        <a:pt x="266" y="1186"/>
                        <a:pt x="605" y="1186"/>
                      </a:cubicBezTo>
                      <a:cubicBezTo>
                        <a:pt x="931" y="1186"/>
                        <a:pt x="1198" y="919"/>
                        <a:pt x="1198" y="593"/>
                      </a:cubicBezTo>
                      <a:cubicBezTo>
                        <a:pt x="1198" y="266"/>
                        <a:pt x="931" y="0"/>
                        <a:pt x="60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542" name="Google Shape;11715;p128">
                <a:extLst>
                  <a:ext uri="{FF2B5EF4-FFF2-40B4-BE49-F238E27FC236}">
                    <a16:creationId xmlns:a16="http://schemas.microsoft.com/office/drawing/2014/main" id="{EC59BFEB-EB98-8FB4-7C83-3F4DD951EF1D}"/>
                  </a:ext>
                </a:extLst>
              </p:cNvPr>
              <p:cNvGrpSpPr/>
              <p:nvPr/>
            </p:nvGrpSpPr>
            <p:grpSpPr>
              <a:xfrm>
                <a:off x="4911783" y="4048102"/>
                <a:ext cx="33591" cy="28762"/>
                <a:chOff x="4911783" y="4048102"/>
                <a:chExt cx="33591" cy="28762"/>
              </a:xfrm>
              <a:grpFill/>
            </p:grpSpPr>
            <p:sp>
              <p:nvSpPr>
                <p:cNvPr id="2554" name="Google Shape;11716;p128">
                  <a:extLst>
                    <a:ext uri="{FF2B5EF4-FFF2-40B4-BE49-F238E27FC236}">
                      <a16:creationId xmlns:a16="http://schemas.microsoft.com/office/drawing/2014/main" id="{884ECA22-8757-E5C5-8113-3BC5772DEA5B}"/>
                    </a:ext>
                  </a:extLst>
                </p:cNvPr>
                <p:cNvSpPr/>
                <p:nvPr/>
              </p:nvSpPr>
              <p:spPr>
                <a:xfrm>
                  <a:off x="4911783" y="4048102"/>
                  <a:ext cx="33591" cy="287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71" h="3657" extrusionOk="0">
                      <a:moveTo>
                        <a:pt x="2422" y="0"/>
                      </a:moveTo>
                      <a:cubicBezTo>
                        <a:pt x="1974" y="0"/>
                        <a:pt x="1519" y="166"/>
                        <a:pt x="1149" y="536"/>
                      </a:cubicBezTo>
                      <a:cubicBezTo>
                        <a:pt x="0" y="1685"/>
                        <a:pt x="823" y="3657"/>
                        <a:pt x="2456" y="3657"/>
                      </a:cubicBezTo>
                      <a:cubicBezTo>
                        <a:pt x="3448" y="3645"/>
                        <a:pt x="4258" y="2834"/>
                        <a:pt x="4270" y="1842"/>
                      </a:cubicBezTo>
                      <a:cubicBezTo>
                        <a:pt x="4270" y="735"/>
                        <a:pt x="3364" y="0"/>
                        <a:pt x="242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55" name="Google Shape;11717;p128">
                  <a:extLst>
                    <a:ext uri="{FF2B5EF4-FFF2-40B4-BE49-F238E27FC236}">
                      <a16:creationId xmlns:a16="http://schemas.microsoft.com/office/drawing/2014/main" id="{D1A1D1A5-3F5C-98E7-9BA3-C67981E3DE15}"/>
                    </a:ext>
                  </a:extLst>
                </p:cNvPr>
                <p:cNvSpPr/>
                <p:nvPr/>
              </p:nvSpPr>
              <p:spPr>
                <a:xfrm>
                  <a:off x="4926333" y="4057831"/>
                  <a:ext cx="9336" cy="93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7" h="1186" extrusionOk="0">
                      <a:moveTo>
                        <a:pt x="594" y="0"/>
                      </a:moveTo>
                      <a:cubicBezTo>
                        <a:pt x="267" y="0"/>
                        <a:pt x="1" y="266"/>
                        <a:pt x="1" y="593"/>
                      </a:cubicBezTo>
                      <a:cubicBezTo>
                        <a:pt x="1" y="920"/>
                        <a:pt x="267" y="1186"/>
                        <a:pt x="594" y="1186"/>
                      </a:cubicBezTo>
                      <a:cubicBezTo>
                        <a:pt x="920" y="1186"/>
                        <a:pt x="1186" y="920"/>
                        <a:pt x="1186" y="593"/>
                      </a:cubicBezTo>
                      <a:cubicBezTo>
                        <a:pt x="1186" y="266"/>
                        <a:pt x="920" y="0"/>
                        <a:pt x="59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543" name="Google Shape;11718;p128">
                <a:extLst>
                  <a:ext uri="{FF2B5EF4-FFF2-40B4-BE49-F238E27FC236}">
                    <a16:creationId xmlns:a16="http://schemas.microsoft.com/office/drawing/2014/main" id="{4B0F9CBE-F88D-6F3D-FD7A-5CCCEECBC24E}"/>
                  </a:ext>
                </a:extLst>
              </p:cNvPr>
              <p:cNvSpPr/>
              <p:nvPr/>
            </p:nvSpPr>
            <p:spPr>
              <a:xfrm>
                <a:off x="4713506" y="3934476"/>
                <a:ext cx="33497" cy="28692"/>
              </a:xfrm>
              <a:custGeom>
                <a:avLst/>
                <a:gdLst/>
                <a:ahLst/>
                <a:cxnLst/>
                <a:rect l="l" t="t" r="r" b="b"/>
                <a:pathLst>
                  <a:path w="4259" h="3648" extrusionOk="0">
                    <a:moveTo>
                      <a:pt x="2422" y="0"/>
                    </a:moveTo>
                    <a:cubicBezTo>
                      <a:pt x="1974" y="0"/>
                      <a:pt x="1518" y="167"/>
                      <a:pt x="1150" y="539"/>
                    </a:cubicBezTo>
                    <a:cubicBezTo>
                      <a:pt x="0" y="1688"/>
                      <a:pt x="811" y="3648"/>
                      <a:pt x="2432" y="3648"/>
                    </a:cubicBezTo>
                    <a:cubicBezTo>
                      <a:pt x="3436" y="3648"/>
                      <a:pt x="4258" y="2838"/>
                      <a:pt x="4258" y="1821"/>
                    </a:cubicBezTo>
                    <a:cubicBezTo>
                      <a:pt x="4258" y="726"/>
                      <a:pt x="3357" y="0"/>
                      <a:pt x="242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4" name="Google Shape;11719;p128">
                <a:extLst>
                  <a:ext uri="{FF2B5EF4-FFF2-40B4-BE49-F238E27FC236}">
                    <a16:creationId xmlns:a16="http://schemas.microsoft.com/office/drawing/2014/main" id="{42D7E242-F8C5-96DD-E07F-01032C65340C}"/>
                  </a:ext>
                </a:extLst>
              </p:cNvPr>
              <p:cNvSpPr/>
              <p:nvPr/>
            </p:nvSpPr>
            <p:spPr>
              <a:xfrm>
                <a:off x="4727970" y="3944135"/>
                <a:ext cx="9328" cy="9430"/>
              </a:xfrm>
              <a:custGeom>
                <a:avLst/>
                <a:gdLst/>
                <a:ahLst/>
                <a:cxnLst/>
                <a:rect l="l" t="t" r="r" b="b"/>
                <a:pathLst>
                  <a:path w="1186" h="1199" extrusionOk="0">
                    <a:moveTo>
                      <a:pt x="593" y="1"/>
                    </a:moveTo>
                    <a:cubicBezTo>
                      <a:pt x="266" y="1"/>
                      <a:pt x="0" y="267"/>
                      <a:pt x="0" y="593"/>
                    </a:cubicBezTo>
                    <a:cubicBezTo>
                      <a:pt x="0" y="932"/>
                      <a:pt x="266" y="1198"/>
                      <a:pt x="593" y="1198"/>
                    </a:cubicBezTo>
                    <a:cubicBezTo>
                      <a:pt x="919" y="1198"/>
                      <a:pt x="1186" y="932"/>
                      <a:pt x="1186" y="593"/>
                    </a:cubicBezTo>
                    <a:cubicBezTo>
                      <a:pt x="1186" y="267"/>
                      <a:pt x="919" y="1"/>
                      <a:pt x="59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545" name="Google Shape;11720;p128">
                <a:extLst>
                  <a:ext uri="{FF2B5EF4-FFF2-40B4-BE49-F238E27FC236}">
                    <a16:creationId xmlns:a16="http://schemas.microsoft.com/office/drawing/2014/main" id="{21D5077B-344C-0B03-13ED-4F2024A1AC0D}"/>
                  </a:ext>
                </a:extLst>
              </p:cNvPr>
              <p:cNvGrpSpPr/>
              <p:nvPr/>
            </p:nvGrpSpPr>
            <p:grpSpPr>
              <a:xfrm>
                <a:off x="4762623" y="3837847"/>
                <a:ext cx="42416" cy="36273"/>
                <a:chOff x="4762623" y="3837847"/>
                <a:chExt cx="42416" cy="36273"/>
              </a:xfrm>
              <a:grpFill/>
            </p:grpSpPr>
            <p:sp>
              <p:nvSpPr>
                <p:cNvPr id="2552" name="Google Shape;11721;p128">
                  <a:extLst>
                    <a:ext uri="{FF2B5EF4-FFF2-40B4-BE49-F238E27FC236}">
                      <a16:creationId xmlns:a16="http://schemas.microsoft.com/office/drawing/2014/main" id="{10B71EC7-D096-F96E-1BB6-769D9D3A4C87}"/>
                    </a:ext>
                  </a:extLst>
                </p:cNvPr>
                <p:cNvSpPr/>
                <p:nvPr/>
              </p:nvSpPr>
              <p:spPr>
                <a:xfrm>
                  <a:off x="4762623" y="3837847"/>
                  <a:ext cx="42416" cy="362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93" h="4612" extrusionOk="0">
                      <a:moveTo>
                        <a:pt x="3064" y="1"/>
                      </a:moveTo>
                      <a:cubicBezTo>
                        <a:pt x="2496" y="1"/>
                        <a:pt x="1918" y="211"/>
                        <a:pt x="1449" y="680"/>
                      </a:cubicBezTo>
                      <a:cubicBezTo>
                        <a:pt x="1" y="2128"/>
                        <a:pt x="1033" y="4611"/>
                        <a:pt x="3067" y="4611"/>
                      </a:cubicBezTo>
                      <a:cubicBezTo>
                        <a:pt x="3072" y="4611"/>
                        <a:pt x="3077" y="4611"/>
                        <a:pt x="3082" y="4611"/>
                      </a:cubicBezTo>
                      <a:cubicBezTo>
                        <a:pt x="4352" y="4611"/>
                        <a:pt x="5380" y="3583"/>
                        <a:pt x="5392" y="2313"/>
                      </a:cubicBezTo>
                      <a:cubicBezTo>
                        <a:pt x="5392" y="921"/>
                        <a:pt x="4251" y="1"/>
                        <a:pt x="306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53" name="Google Shape;11722;p128">
                  <a:extLst>
                    <a:ext uri="{FF2B5EF4-FFF2-40B4-BE49-F238E27FC236}">
                      <a16:creationId xmlns:a16="http://schemas.microsoft.com/office/drawing/2014/main" id="{99719456-4F22-EB8C-134D-AEEEFCC86B6A}"/>
                    </a:ext>
                  </a:extLst>
                </p:cNvPr>
                <p:cNvSpPr/>
                <p:nvPr/>
              </p:nvSpPr>
              <p:spPr>
                <a:xfrm>
                  <a:off x="4775538" y="3847568"/>
                  <a:ext cx="19796" cy="169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7" h="2156" extrusionOk="0">
                      <a:moveTo>
                        <a:pt x="1440" y="0"/>
                      </a:moveTo>
                      <a:cubicBezTo>
                        <a:pt x="484" y="0"/>
                        <a:pt x="0" y="1162"/>
                        <a:pt x="678" y="1839"/>
                      </a:cubicBezTo>
                      <a:cubicBezTo>
                        <a:pt x="896" y="2058"/>
                        <a:pt x="1165" y="2155"/>
                        <a:pt x="1429" y="2155"/>
                      </a:cubicBezTo>
                      <a:cubicBezTo>
                        <a:pt x="1984" y="2155"/>
                        <a:pt x="2517" y="1724"/>
                        <a:pt x="2517" y="1077"/>
                      </a:cubicBezTo>
                      <a:cubicBezTo>
                        <a:pt x="2517" y="484"/>
                        <a:pt x="2045" y="0"/>
                        <a:pt x="144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546" name="Google Shape;11723;p128">
                <a:extLst>
                  <a:ext uri="{FF2B5EF4-FFF2-40B4-BE49-F238E27FC236}">
                    <a16:creationId xmlns:a16="http://schemas.microsoft.com/office/drawing/2014/main" id="{5DD50255-E453-C9E5-D583-FA08C22DC0ED}"/>
                  </a:ext>
                </a:extLst>
              </p:cNvPr>
              <p:cNvGrpSpPr/>
              <p:nvPr/>
            </p:nvGrpSpPr>
            <p:grpSpPr>
              <a:xfrm>
                <a:off x="4746044" y="4104966"/>
                <a:ext cx="33497" cy="28699"/>
                <a:chOff x="4746044" y="4104966"/>
                <a:chExt cx="33497" cy="28699"/>
              </a:xfrm>
              <a:grpFill/>
            </p:grpSpPr>
            <p:sp>
              <p:nvSpPr>
                <p:cNvPr id="2550" name="Google Shape;11724;p128">
                  <a:extLst>
                    <a:ext uri="{FF2B5EF4-FFF2-40B4-BE49-F238E27FC236}">
                      <a16:creationId xmlns:a16="http://schemas.microsoft.com/office/drawing/2014/main" id="{91BFFF26-18D6-7A7C-0036-5D2A3CA2B685}"/>
                    </a:ext>
                  </a:extLst>
                </p:cNvPr>
                <p:cNvSpPr/>
                <p:nvPr/>
              </p:nvSpPr>
              <p:spPr>
                <a:xfrm>
                  <a:off x="4746044" y="4104966"/>
                  <a:ext cx="33497" cy="286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59" h="3649" extrusionOk="0">
                      <a:moveTo>
                        <a:pt x="2428" y="1"/>
                      </a:moveTo>
                      <a:cubicBezTo>
                        <a:pt x="1979" y="1"/>
                        <a:pt x="1522" y="167"/>
                        <a:pt x="1150" y="540"/>
                      </a:cubicBezTo>
                      <a:cubicBezTo>
                        <a:pt x="0" y="1677"/>
                        <a:pt x="811" y="3648"/>
                        <a:pt x="2432" y="3648"/>
                      </a:cubicBezTo>
                      <a:cubicBezTo>
                        <a:pt x="3436" y="3648"/>
                        <a:pt x="4259" y="2826"/>
                        <a:pt x="4259" y="1822"/>
                      </a:cubicBezTo>
                      <a:cubicBezTo>
                        <a:pt x="4259" y="726"/>
                        <a:pt x="3363" y="1"/>
                        <a:pt x="242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51" name="Google Shape;11725;p128">
                  <a:extLst>
                    <a:ext uri="{FF2B5EF4-FFF2-40B4-BE49-F238E27FC236}">
                      <a16:creationId xmlns:a16="http://schemas.microsoft.com/office/drawing/2014/main" id="{1246EA0E-E6B3-8EC2-6495-E7E585F462C1}"/>
                    </a:ext>
                  </a:extLst>
                </p:cNvPr>
                <p:cNvSpPr/>
                <p:nvPr/>
              </p:nvSpPr>
              <p:spPr>
                <a:xfrm>
                  <a:off x="4758887" y="4114632"/>
                  <a:ext cx="11042" cy="9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4" h="1192" extrusionOk="0">
                      <a:moveTo>
                        <a:pt x="799" y="0"/>
                      </a:moveTo>
                      <a:cubicBezTo>
                        <a:pt x="267" y="0"/>
                        <a:pt x="1" y="641"/>
                        <a:pt x="376" y="1016"/>
                      </a:cubicBezTo>
                      <a:cubicBezTo>
                        <a:pt x="497" y="1137"/>
                        <a:pt x="645" y="1191"/>
                        <a:pt x="792" y="1191"/>
                      </a:cubicBezTo>
                      <a:cubicBezTo>
                        <a:pt x="1099" y="1191"/>
                        <a:pt x="1396" y="953"/>
                        <a:pt x="1404" y="593"/>
                      </a:cubicBezTo>
                      <a:cubicBezTo>
                        <a:pt x="1404" y="266"/>
                        <a:pt x="1126" y="0"/>
                        <a:pt x="79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547" name="Google Shape;11726;p128">
                <a:extLst>
                  <a:ext uri="{FF2B5EF4-FFF2-40B4-BE49-F238E27FC236}">
                    <a16:creationId xmlns:a16="http://schemas.microsoft.com/office/drawing/2014/main" id="{AA3464FA-7CE9-2715-D448-37FA3629E094}"/>
                  </a:ext>
                </a:extLst>
              </p:cNvPr>
              <p:cNvGrpSpPr/>
              <p:nvPr/>
            </p:nvGrpSpPr>
            <p:grpSpPr>
              <a:xfrm>
                <a:off x="4859646" y="4162554"/>
                <a:ext cx="33591" cy="28762"/>
                <a:chOff x="4859646" y="4162554"/>
                <a:chExt cx="33591" cy="28762"/>
              </a:xfrm>
              <a:grpFill/>
            </p:grpSpPr>
            <p:sp>
              <p:nvSpPr>
                <p:cNvPr id="2548" name="Google Shape;11727;p128">
                  <a:extLst>
                    <a:ext uri="{FF2B5EF4-FFF2-40B4-BE49-F238E27FC236}">
                      <a16:creationId xmlns:a16="http://schemas.microsoft.com/office/drawing/2014/main" id="{1C60CEDD-D99B-5CE4-9837-5EAA2FA1DCA4}"/>
                    </a:ext>
                  </a:extLst>
                </p:cNvPr>
                <p:cNvSpPr/>
                <p:nvPr/>
              </p:nvSpPr>
              <p:spPr>
                <a:xfrm>
                  <a:off x="4859646" y="4162554"/>
                  <a:ext cx="33591" cy="287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71" h="3657" extrusionOk="0">
                      <a:moveTo>
                        <a:pt x="2423" y="0"/>
                      </a:moveTo>
                      <a:cubicBezTo>
                        <a:pt x="1975" y="0"/>
                        <a:pt x="1520" y="166"/>
                        <a:pt x="1149" y="536"/>
                      </a:cubicBezTo>
                      <a:cubicBezTo>
                        <a:pt x="0" y="1685"/>
                        <a:pt x="823" y="3657"/>
                        <a:pt x="2444" y="3657"/>
                      </a:cubicBezTo>
                      <a:cubicBezTo>
                        <a:pt x="3448" y="3657"/>
                        <a:pt x="4258" y="2834"/>
                        <a:pt x="4270" y="1830"/>
                      </a:cubicBezTo>
                      <a:cubicBezTo>
                        <a:pt x="4270" y="732"/>
                        <a:pt x="3365" y="0"/>
                        <a:pt x="242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49" name="Google Shape;11728;p128">
                  <a:extLst>
                    <a:ext uri="{FF2B5EF4-FFF2-40B4-BE49-F238E27FC236}">
                      <a16:creationId xmlns:a16="http://schemas.microsoft.com/office/drawing/2014/main" id="{29553568-6520-BA23-A0C2-4EE4B85BEE74}"/>
                    </a:ext>
                  </a:extLst>
                </p:cNvPr>
                <p:cNvSpPr/>
                <p:nvPr/>
              </p:nvSpPr>
              <p:spPr>
                <a:xfrm>
                  <a:off x="4874196" y="4172283"/>
                  <a:ext cx="9336" cy="93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7" h="1187" extrusionOk="0">
                      <a:moveTo>
                        <a:pt x="594" y="1"/>
                      </a:moveTo>
                      <a:cubicBezTo>
                        <a:pt x="267" y="1"/>
                        <a:pt x="1" y="267"/>
                        <a:pt x="1" y="593"/>
                      </a:cubicBezTo>
                      <a:cubicBezTo>
                        <a:pt x="1" y="920"/>
                        <a:pt x="267" y="1186"/>
                        <a:pt x="594" y="1186"/>
                      </a:cubicBezTo>
                      <a:cubicBezTo>
                        <a:pt x="920" y="1186"/>
                        <a:pt x="1186" y="920"/>
                        <a:pt x="1186" y="593"/>
                      </a:cubicBezTo>
                      <a:cubicBezTo>
                        <a:pt x="1186" y="267"/>
                        <a:pt x="920" y="1"/>
                        <a:pt x="59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240" name="Google Shape;11729;p128">
              <a:extLst>
                <a:ext uri="{FF2B5EF4-FFF2-40B4-BE49-F238E27FC236}">
                  <a16:creationId xmlns:a16="http://schemas.microsoft.com/office/drawing/2014/main" id="{00DB9304-A01E-031E-9E36-54049E7E3C33}"/>
                </a:ext>
              </a:extLst>
            </p:cNvPr>
            <p:cNvGrpSpPr/>
            <p:nvPr/>
          </p:nvGrpSpPr>
          <p:grpSpPr>
            <a:xfrm>
              <a:off x="3597785" y="3274438"/>
              <a:ext cx="855610" cy="1122100"/>
              <a:chOff x="3597785" y="3274438"/>
              <a:chExt cx="855610" cy="1122100"/>
            </a:xfrm>
            <a:grpFill/>
          </p:grpSpPr>
          <p:grpSp>
            <p:nvGrpSpPr>
              <p:cNvPr id="2241" name="Google Shape;11730;p128">
                <a:extLst>
                  <a:ext uri="{FF2B5EF4-FFF2-40B4-BE49-F238E27FC236}">
                    <a16:creationId xmlns:a16="http://schemas.microsoft.com/office/drawing/2014/main" id="{FEA6A7F9-BB37-E0EB-FAE5-6C930D2083B6}"/>
                  </a:ext>
                </a:extLst>
              </p:cNvPr>
              <p:cNvGrpSpPr/>
              <p:nvPr/>
            </p:nvGrpSpPr>
            <p:grpSpPr>
              <a:xfrm>
                <a:off x="3617857" y="3284717"/>
                <a:ext cx="826785" cy="1099165"/>
                <a:chOff x="3617857" y="3284717"/>
                <a:chExt cx="826785" cy="1099165"/>
              </a:xfrm>
              <a:grpFill/>
            </p:grpSpPr>
            <p:sp>
              <p:nvSpPr>
                <p:cNvPr id="2379" name="Google Shape;11731;p128">
                  <a:extLst>
                    <a:ext uri="{FF2B5EF4-FFF2-40B4-BE49-F238E27FC236}">
                      <a16:creationId xmlns:a16="http://schemas.microsoft.com/office/drawing/2014/main" id="{43F099AB-E228-06D8-5E23-BF9BCC88C322}"/>
                    </a:ext>
                  </a:extLst>
                </p:cNvPr>
                <p:cNvSpPr/>
                <p:nvPr/>
              </p:nvSpPr>
              <p:spPr>
                <a:xfrm>
                  <a:off x="4155028" y="3869354"/>
                  <a:ext cx="289613" cy="5145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823" h="65420" fill="none" extrusionOk="0">
                      <a:moveTo>
                        <a:pt x="5928" y="64827"/>
                      </a:moveTo>
                      <a:lnTo>
                        <a:pt x="6158" y="49755"/>
                      </a:lnTo>
                      <a:lnTo>
                        <a:pt x="8202" y="42327"/>
                      </a:lnTo>
                      <a:lnTo>
                        <a:pt x="8795" y="36351"/>
                      </a:lnTo>
                      <a:lnTo>
                        <a:pt x="8795" y="28912"/>
                      </a:lnTo>
                      <a:lnTo>
                        <a:pt x="3049" y="23347"/>
                      </a:lnTo>
                      <a:lnTo>
                        <a:pt x="0" y="12291"/>
                      </a:lnTo>
                      <a:lnTo>
                        <a:pt x="11601" y="1"/>
                      </a:lnTo>
                      <a:lnTo>
                        <a:pt x="19319" y="4259"/>
                      </a:lnTo>
                      <a:lnTo>
                        <a:pt x="27266" y="11747"/>
                      </a:lnTo>
                      <a:lnTo>
                        <a:pt x="36823" y="15472"/>
                      </a:lnTo>
                      <a:lnTo>
                        <a:pt x="34827" y="25803"/>
                      </a:lnTo>
                      <a:lnTo>
                        <a:pt x="26722" y="36944"/>
                      </a:lnTo>
                      <a:lnTo>
                        <a:pt x="19924" y="49198"/>
                      </a:lnTo>
                      <a:lnTo>
                        <a:pt x="11008" y="60690"/>
                      </a:lnTo>
                      <a:lnTo>
                        <a:pt x="5335" y="65420"/>
                      </a:lnTo>
                    </a:path>
                  </a:pathLst>
                </a:custGeom>
                <a:grp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80" name="Google Shape;11732;p128">
                  <a:extLst>
                    <a:ext uri="{FF2B5EF4-FFF2-40B4-BE49-F238E27FC236}">
                      <a16:creationId xmlns:a16="http://schemas.microsoft.com/office/drawing/2014/main" id="{CBC4C103-D473-073A-662E-900D0A94A4C0}"/>
                    </a:ext>
                  </a:extLst>
                </p:cNvPr>
                <p:cNvSpPr/>
                <p:nvPr/>
              </p:nvSpPr>
              <p:spPr>
                <a:xfrm>
                  <a:off x="3617857" y="3284717"/>
                  <a:ext cx="662957" cy="685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292" h="87218" fill="none" extrusionOk="0">
                      <a:moveTo>
                        <a:pt x="79900" y="75157"/>
                      </a:moveTo>
                      <a:lnTo>
                        <a:pt x="77916" y="83262"/>
                      </a:lnTo>
                      <a:lnTo>
                        <a:pt x="68299" y="87218"/>
                      </a:lnTo>
                      <a:lnTo>
                        <a:pt x="61610" y="72314"/>
                      </a:lnTo>
                      <a:lnTo>
                        <a:pt x="48376" y="64524"/>
                      </a:lnTo>
                      <a:lnTo>
                        <a:pt x="37489" y="50685"/>
                      </a:lnTo>
                      <a:lnTo>
                        <a:pt x="32771" y="39181"/>
                      </a:lnTo>
                      <a:lnTo>
                        <a:pt x="28525" y="27000"/>
                      </a:lnTo>
                      <a:lnTo>
                        <a:pt x="19779" y="19379"/>
                      </a:lnTo>
                      <a:lnTo>
                        <a:pt x="1" y="14057"/>
                      </a:lnTo>
                      <a:lnTo>
                        <a:pt x="5227" y="0"/>
                      </a:lnTo>
                      <a:lnTo>
                        <a:pt x="40380" y="3605"/>
                      </a:lnTo>
                      <a:lnTo>
                        <a:pt x="53662" y="9254"/>
                      </a:lnTo>
                      <a:lnTo>
                        <a:pt x="56711" y="17734"/>
                      </a:lnTo>
                      <a:lnTo>
                        <a:pt x="69727" y="26177"/>
                      </a:lnTo>
                      <a:lnTo>
                        <a:pt x="84291" y="20649"/>
                      </a:lnTo>
                      <a:lnTo>
                        <a:pt x="79465" y="38165"/>
                      </a:lnTo>
                      <a:lnTo>
                        <a:pt x="72207" y="46960"/>
                      </a:lnTo>
                      <a:lnTo>
                        <a:pt x="64791" y="54677"/>
                      </a:lnTo>
                      <a:lnTo>
                        <a:pt x="54497" y="63206"/>
                      </a:lnTo>
                      <a:lnTo>
                        <a:pt x="62094" y="63556"/>
                      </a:lnTo>
                      <a:lnTo>
                        <a:pt x="66098" y="74335"/>
                      </a:lnTo>
                      <a:close/>
                    </a:path>
                  </a:pathLst>
                </a:custGeom>
                <a:grp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81" name="Google Shape;11733;p128">
                  <a:extLst>
                    <a:ext uri="{FF2B5EF4-FFF2-40B4-BE49-F238E27FC236}">
                      <a16:creationId xmlns:a16="http://schemas.microsoft.com/office/drawing/2014/main" id="{9252FF39-65F4-C9BA-C364-B83933368AB0}"/>
                    </a:ext>
                  </a:extLst>
                </p:cNvPr>
                <p:cNvSpPr/>
                <p:nvPr/>
              </p:nvSpPr>
              <p:spPr>
                <a:xfrm>
                  <a:off x="4230666" y="3943372"/>
                  <a:ext cx="15612" cy="779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5" h="9909" fill="none" extrusionOk="0">
                      <a:moveTo>
                        <a:pt x="1984" y="9908"/>
                      </a:moveTo>
                      <a:lnTo>
                        <a:pt x="0" y="1"/>
                      </a:lnTo>
                    </a:path>
                  </a:pathLst>
                </a:custGeom>
                <a:grp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82" name="Google Shape;11734;p128">
                  <a:extLst>
                    <a:ext uri="{FF2B5EF4-FFF2-40B4-BE49-F238E27FC236}">
                      <a16:creationId xmlns:a16="http://schemas.microsoft.com/office/drawing/2014/main" id="{CEADA200-EE3C-2F2D-A57F-ECA2877D9B16}"/>
                    </a:ext>
                  </a:extLst>
                </p:cNvPr>
                <p:cNvSpPr/>
                <p:nvPr/>
              </p:nvSpPr>
              <p:spPr>
                <a:xfrm>
                  <a:off x="4230666" y="3902843"/>
                  <a:ext cx="138817" cy="1169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650" h="14868" fill="none" extrusionOk="0">
                      <a:moveTo>
                        <a:pt x="11952" y="14868"/>
                      </a:moveTo>
                      <a:lnTo>
                        <a:pt x="0" y="4670"/>
                      </a:lnTo>
                      <a:lnTo>
                        <a:pt x="9702" y="1"/>
                      </a:lnTo>
                      <a:lnTo>
                        <a:pt x="17649" y="7489"/>
                      </a:lnTo>
                      <a:close/>
                    </a:path>
                  </a:pathLst>
                </a:custGeom>
                <a:grp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83" name="Google Shape;11735;p128">
                  <a:extLst>
                    <a:ext uri="{FF2B5EF4-FFF2-40B4-BE49-F238E27FC236}">
                      <a16:creationId xmlns:a16="http://schemas.microsoft.com/office/drawing/2014/main" id="{4DE43896-56BE-514E-E6C4-C2BF2B69144E}"/>
                    </a:ext>
                  </a:extLst>
                </p:cNvPr>
                <p:cNvSpPr/>
                <p:nvPr/>
              </p:nvSpPr>
              <p:spPr>
                <a:xfrm>
                  <a:off x="4234473" y="3939573"/>
                  <a:ext cx="143953" cy="221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303" h="2819" fill="none" extrusionOk="0">
                      <a:moveTo>
                        <a:pt x="0" y="0"/>
                      </a:moveTo>
                      <a:lnTo>
                        <a:pt x="18303" y="2819"/>
                      </a:lnTo>
                    </a:path>
                  </a:pathLst>
                </a:custGeom>
                <a:grp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84" name="Google Shape;11736;p128">
                  <a:extLst>
                    <a:ext uri="{FF2B5EF4-FFF2-40B4-BE49-F238E27FC236}">
                      <a16:creationId xmlns:a16="http://schemas.microsoft.com/office/drawing/2014/main" id="{D8DB6C7C-91AB-32B3-6A76-7AA01C8CAF77}"/>
                    </a:ext>
                  </a:extLst>
                </p:cNvPr>
                <p:cNvSpPr/>
                <p:nvPr/>
              </p:nvSpPr>
              <p:spPr>
                <a:xfrm>
                  <a:off x="4300405" y="4023579"/>
                  <a:ext cx="24264" cy="112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85" h="14323" fill="none" extrusionOk="0">
                      <a:moveTo>
                        <a:pt x="0" y="14323"/>
                      </a:moveTo>
                      <a:lnTo>
                        <a:pt x="3085" y="0"/>
                      </a:lnTo>
                    </a:path>
                  </a:pathLst>
                </a:custGeom>
                <a:grp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85" name="Google Shape;11737;p128">
                  <a:extLst>
                    <a:ext uri="{FF2B5EF4-FFF2-40B4-BE49-F238E27FC236}">
                      <a16:creationId xmlns:a16="http://schemas.microsoft.com/office/drawing/2014/main" id="{CE4457DC-92B9-C432-9A9F-DEF3AD1342FE}"/>
                    </a:ext>
                  </a:extLst>
                </p:cNvPr>
                <p:cNvSpPr/>
                <p:nvPr/>
              </p:nvSpPr>
              <p:spPr>
                <a:xfrm>
                  <a:off x="4324661" y="4019772"/>
                  <a:ext cx="40544" cy="1401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55" h="17820" fill="none" extrusionOk="0">
                      <a:moveTo>
                        <a:pt x="1" y="1"/>
                      </a:moveTo>
                      <a:lnTo>
                        <a:pt x="5154" y="17819"/>
                      </a:lnTo>
                    </a:path>
                  </a:pathLst>
                </a:custGeom>
                <a:grp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86" name="Google Shape;11738;p128">
                  <a:extLst>
                    <a:ext uri="{FF2B5EF4-FFF2-40B4-BE49-F238E27FC236}">
                      <a16:creationId xmlns:a16="http://schemas.microsoft.com/office/drawing/2014/main" id="{04183880-3751-0B26-F443-5A48D750E286}"/>
                    </a:ext>
                  </a:extLst>
                </p:cNvPr>
                <p:cNvSpPr/>
                <p:nvPr/>
              </p:nvSpPr>
              <p:spPr>
                <a:xfrm>
                  <a:off x="4324661" y="4019772"/>
                  <a:ext cx="104282" cy="525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59" h="6678" fill="none" extrusionOk="0">
                      <a:moveTo>
                        <a:pt x="1" y="1"/>
                      </a:moveTo>
                      <a:lnTo>
                        <a:pt x="13259" y="6678"/>
                      </a:lnTo>
                    </a:path>
                  </a:pathLst>
                </a:custGeom>
                <a:grp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87" name="Google Shape;11739;p128">
                  <a:extLst>
                    <a:ext uri="{FF2B5EF4-FFF2-40B4-BE49-F238E27FC236}">
                      <a16:creationId xmlns:a16="http://schemas.microsoft.com/office/drawing/2014/main" id="{31CC5F59-FD5C-F21E-B65D-1D8FC92D86C5}"/>
                    </a:ext>
                  </a:extLst>
                </p:cNvPr>
                <p:cNvSpPr/>
                <p:nvPr/>
              </p:nvSpPr>
              <p:spPr>
                <a:xfrm>
                  <a:off x="4328467" y="3989901"/>
                  <a:ext cx="113421" cy="298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21" h="3799" fill="none" extrusionOk="0">
                      <a:moveTo>
                        <a:pt x="14420" y="0"/>
                      </a:moveTo>
                      <a:lnTo>
                        <a:pt x="1" y="3799"/>
                      </a:lnTo>
                    </a:path>
                  </a:pathLst>
                </a:custGeom>
                <a:grp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88" name="Google Shape;11740;p128">
                  <a:extLst>
                    <a:ext uri="{FF2B5EF4-FFF2-40B4-BE49-F238E27FC236}">
                      <a16:creationId xmlns:a16="http://schemas.microsoft.com/office/drawing/2014/main" id="{DE27F575-469C-7F71-498B-20A2A96D1BEC}"/>
                    </a:ext>
                  </a:extLst>
                </p:cNvPr>
                <p:cNvSpPr/>
                <p:nvPr/>
              </p:nvSpPr>
              <p:spPr>
                <a:xfrm>
                  <a:off x="4224193" y="4019772"/>
                  <a:ext cx="23886" cy="76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7" h="9787" fill="none" extrusionOk="0">
                      <a:moveTo>
                        <a:pt x="1" y="9787"/>
                      </a:moveTo>
                      <a:lnTo>
                        <a:pt x="3037" y="1"/>
                      </a:lnTo>
                    </a:path>
                  </a:pathLst>
                </a:custGeom>
                <a:grp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89" name="Google Shape;11741;p128">
                  <a:extLst>
                    <a:ext uri="{FF2B5EF4-FFF2-40B4-BE49-F238E27FC236}">
                      <a16:creationId xmlns:a16="http://schemas.microsoft.com/office/drawing/2014/main" id="{A9C8C3DA-F1FC-981F-10CF-82BFD817887A}"/>
                    </a:ext>
                  </a:extLst>
                </p:cNvPr>
                <p:cNvSpPr/>
                <p:nvPr/>
              </p:nvSpPr>
              <p:spPr>
                <a:xfrm>
                  <a:off x="4248071" y="4019772"/>
                  <a:ext cx="52342" cy="1164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55" h="14807" fill="none" extrusionOk="0">
                      <a:moveTo>
                        <a:pt x="1" y="1"/>
                      </a:moveTo>
                      <a:lnTo>
                        <a:pt x="6654" y="14807"/>
                      </a:lnTo>
                    </a:path>
                  </a:pathLst>
                </a:custGeom>
                <a:grp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0" name="Google Shape;11742;p128">
                  <a:extLst>
                    <a:ext uri="{FF2B5EF4-FFF2-40B4-BE49-F238E27FC236}">
                      <a16:creationId xmlns:a16="http://schemas.microsoft.com/office/drawing/2014/main" id="{6DCC4CD6-B4F1-B599-2441-06F5E474F59E}"/>
                    </a:ext>
                  </a:extLst>
                </p:cNvPr>
                <p:cNvSpPr/>
                <p:nvPr/>
              </p:nvSpPr>
              <p:spPr>
                <a:xfrm>
                  <a:off x="4300405" y="4138982"/>
                  <a:ext cx="6567" cy="1190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5" h="15134" fill="none" extrusionOk="0">
                      <a:moveTo>
                        <a:pt x="0" y="1"/>
                      </a:moveTo>
                      <a:lnTo>
                        <a:pt x="835" y="15134"/>
                      </a:lnTo>
                    </a:path>
                  </a:pathLst>
                </a:custGeom>
                <a:grp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1" name="Google Shape;11743;p128">
                  <a:extLst>
                    <a:ext uri="{FF2B5EF4-FFF2-40B4-BE49-F238E27FC236}">
                      <a16:creationId xmlns:a16="http://schemas.microsoft.com/office/drawing/2014/main" id="{02879FE0-41B4-0463-D0E7-549669F45171}"/>
                    </a:ext>
                  </a:extLst>
                </p:cNvPr>
                <p:cNvSpPr/>
                <p:nvPr/>
              </p:nvSpPr>
              <p:spPr>
                <a:xfrm>
                  <a:off x="4219726" y="4200164"/>
                  <a:ext cx="85343" cy="605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1" h="7694" fill="none" extrusionOk="0">
                      <a:moveTo>
                        <a:pt x="0" y="0"/>
                      </a:moveTo>
                      <a:lnTo>
                        <a:pt x="10851" y="7694"/>
                      </a:lnTo>
                    </a:path>
                  </a:pathLst>
                </a:custGeom>
                <a:grp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2" name="Google Shape;11744;p128">
                  <a:extLst>
                    <a:ext uri="{FF2B5EF4-FFF2-40B4-BE49-F238E27FC236}">
                      <a16:creationId xmlns:a16="http://schemas.microsoft.com/office/drawing/2014/main" id="{E4435D6C-2491-49A8-D255-00DE840142BC}"/>
                    </a:ext>
                  </a:extLst>
                </p:cNvPr>
                <p:cNvSpPr/>
                <p:nvPr/>
              </p:nvSpPr>
              <p:spPr>
                <a:xfrm>
                  <a:off x="4223430" y="4137275"/>
                  <a:ext cx="81930" cy="151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17" h="1924" fill="none" extrusionOk="0">
                      <a:moveTo>
                        <a:pt x="1" y="1923"/>
                      </a:moveTo>
                      <a:lnTo>
                        <a:pt x="10416" y="0"/>
                      </a:lnTo>
                    </a:path>
                  </a:pathLst>
                </a:custGeom>
                <a:grp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3" name="Google Shape;11745;p128">
                  <a:extLst>
                    <a:ext uri="{FF2B5EF4-FFF2-40B4-BE49-F238E27FC236}">
                      <a16:creationId xmlns:a16="http://schemas.microsoft.com/office/drawing/2014/main" id="{A1743185-3E46-6214-AAE9-C4EC9C559A43}"/>
                    </a:ext>
                  </a:extLst>
                </p:cNvPr>
                <p:cNvSpPr/>
                <p:nvPr/>
              </p:nvSpPr>
              <p:spPr>
                <a:xfrm>
                  <a:off x="4303638" y="4138982"/>
                  <a:ext cx="59947" cy="238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2" h="3038" fill="none" extrusionOk="0">
                      <a:moveTo>
                        <a:pt x="7621" y="3037"/>
                      </a:moveTo>
                      <a:lnTo>
                        <a:pt x="0" y="1"/>
                      </a:lnTo>
                    </a:path>
                  </a:pathLst>
                </a:custGeom>
                <a:grp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4" name="Google Shape;11746;p128">
                  <a:extLst>
                    <a:ext uri="{FF2B5EF4-FFF2-40B4-BE49-F238E27FC236}">
                      <a16:creationId xmlns:a16="http://schemas.microsoft.com/office/drawing/2014/main" id="{63129F73-ECCE-1B13-DA91-F69EEFD2E1B7}"/>
                    </a:ext>
                  </a:extLst>
                </p:cNvPr>
                <p:cNvSpPr/>
                <p:nvPr/>
              </p:nvSpPr>
              <p:spPr>
                <a:xfrm>
                  <a:off x="4201644" y="4267237"/>
                  <a:ext cx="39970" cy="771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2" h="9811" fill="none" extrusionOk="0">
                      <a:moveTo>
                        <a:pt x="1" y="0"/>
                      </a:moveTo>
                      <a:lnTo>
                        <a:pt x="5081" y="9811"/>
                      </a:lnTo>
                    </a:path>
                  </a:pathLst>
                </a:custGeom>
                <a:grp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5" name="Google Shape;11747;p128">
                  <a:extLst>
                    <a:ext uri="{FF2B5EF4-FFF2-40B4-BE49-F238E27FC236}">
                      <a16:creationId xmlns:a16="http://schemas.microsoft.com/office/drawing/2014/main" id="{24DC085E-F2CC-9D39-821C-67A373DF6840}"/>
                    </a:ext>
                  </a:extLst>
                </p:cNvPr>
                <p:cNvSpPr/>
                <p:nvPr/>
              </p:nvSpPr>
              <p:spPr>
                <a:xfrm>
                  <a:off x="4203831" y="4258003"/>
                  <a:ext cx="103142" cy="92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14" h="1175" fill="none" extrusionOk="0">
                      <a:moveTo>
                        <a:pt x="1" y="1174"/>
                      </a:moveTo>
                      <a:lnTo>
                        <a:pt x="13114" y="1"/>
                      </a:lnTo>
                    </a:path>
                  </a:pathLst>
                </a:custGeom>
                <a:grp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6" name="Google Shape;11748;p128">
                  <a:extLst>
                    <a:ext uri="{FF2B5EF4-FFF2-40B4-BE49-F238E27FC236}">
                      <a16:creationId xmlns:a16="http://schemas.microsoft.com/office/drawing/2014/main" id="{B9CAD2E6-AFB4-1715-E5A6-E2E7F13B9BA3}"/>
                    </a:ext>
                  </a:extLst>
                </p:cNvPr>
                <p:cNvSpPr/>
                <p:nvPr/>
              </p:nvSpPr>
              <p:spPr>
                <a:xfrm>
                  <a:off x="4179001" y="3943372"/>
                  <a:ext cx="51673" cy="1049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70" h="13344" fill="none" extrusionOk="0">
                      <a:moveTo>
                        <a:pt x="1" y="13344"/>
                      </a:moveTo>
                      <a:lnTo>
                        <a:pt x="6569" y="1"/>
                      </a:lnTo>
                    </a:path>
                  </a:pathLst>
                </a:custGeom>
                <a:grp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7" name="Google Shape;11749;p128">
                  <a:extLst>
                    <a:ext uri="{FF2B5EF4-FFF2-40B4-BE49-F238E27FC236}">
                      <a16:creationId xmlns:a16="http://schemas.microsoft.com/office/drawing/2014/main" id="{14985B88-B895-EB50-67D8-49880F6AA830}"/>
                    </a:ext>
                  </a:extLst>
                </p:cNvPr>
                <p:cNvSpPr/>
                <p:nvPr/>
              </p:nvSpPr>
              <p:spPr>
                <a:xfrm>
                  <a:off x="4248071" y="4019772"/>
                  <a:ext cx="76597" cy="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39" h="1" fill="none" extrusionOk="0">
                      <a:moveTo>
                        <a:pt x="1" y="1"/>
                      </a:moveTo>
                      <a:lnTo>
                        <a:pt x="9739" y="1"/>
                      </a:lnTo>
                    </a:path>
                  </a:pathLst>
                </a:custGeom>
                <a:grp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8" name="Google Shape;11750;p128">
                  <a:extLst>
                    <a:ext uri="{FF2B5EF4-FFF2-40B4-BE49-F238E27FC236}">
                      <a16:creationId xmlns:a16="http://schemas.microsoft.com/office/drawing/2014/main" id="{779F4A78-BB39-156F-A391-97846A042113}"/>
                    </a:ext>
                  </a:extLst>
                </p:cNvPr>
                <p:cNvSpPr/>
                <p:nvPr/>
              </p:nvSpPr>
              <p:spPr>
                <a:xfrm>
                  <a:off x="4219529" y="4138982"/>
                  <a:ext cx="84116" cy="632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95" h="8046" fill="none" extrusionOk="0">
                      <a:moveTo>
                        <a:pt x="1" y="8045"/>
                      </a:moveTo>
                      <a:lnTo>
                        <a:pt x="10694" y="1"/>
                      </a:lnTo>
                    </a:path>
                  </a:pathLst>
                </a:custGeom>
                <a:grp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9" name="Google Shape;11751;p128">
                  <a:extLst>
                    <a:ext uri="{FF2B5EF4-FFF2-40B4-BE49-F238E27FC236}">
                      <a16:creationId xmlns:a16="http://schemas.microsoft.com/office/drawing/2014/main" id="{467F3B4B-7009-38DB-ABE0-D784E64C7C9E}"/>
                    </a:ext>
                  </a:extLst>
                </p:cNvPr>
                <p:cNvSpPr/>
                <p:nvPr/>
              </p:nvSpPr>
              <p:spPr>
                <a:xfrm>
                  <a:off x="3654964" y="3289853"/>
                  <a:ext cx="46820" cy="638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53" h="8118" fill="none" extrusionOk="0">
                      <a:moveTo>
                        <a:pt x="1" y="0"/>
                      </a:moveTo>
                      <a:lnTo>
                        <a:pt x="5952" y="8117"/>
                      </a:lnTo>
                    </a:path>
                  </a:pathLst>
                </a:custGeom>
                <a:grp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00" name="Google Shape;11752;p128">
                  <a:extLst>
                    <a:ext uri="{FF2B5EF4-FFF2-40B4-BE49-F238E27FC236}">
                      <a16:creationId xmlns:a16="http://schemas.microsoft.com/office/drawing/2014/main" id="{47B41041-78D9-7C4D-D02C-4FF4B4452739}"/>
                    </a:ext>
                  </a:extLst>
                </p:cNvPr>
                <p:cNvSpPr/>
                <p:nvPr/>
              </p:nvSpPr>
              <p:spPr>
                <a:xfrm>
                  <a:off x="3619760" y="3353693"/>
                  <a:ext cx="85736" cy="367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01" h="4670" fill="none" extrusionOk="0">
                      <a:moveTo>
                        <a:pt x="1" y="4670"/>
                      </a:moveTo>
                      <a:lnTo>
                        <a:pt x="10900" y="0"/>
                      </a:lnTo>
                    </a:path>
                  </a:pathLst>
                </a:custGeom>
                <a:grp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01" name="Google Shape;11753;p128">
                  <a:extLst>
                    <a:ext uri="{FF2B5EF4-FFF2-40B4-BE49-F238E27FC236}">
                      <a16:creationId xmlns:a16="http://schemas.microsoft.com/office/drawing/2014/main" id="{6CC352A9-2765-90BA-2B4B-82606FDC0B19}"/>
                    </a:ext>
                  </a:extLst>
                </p:cNvPr>
                <p:cNvSpPr/>
                <p:nvPr/>
              </p:nvSpPr>
              <p:spPr>
                <a:xfrm>
                  <a:off x="3703011" y="3354739"/>
                  <a:ext cx="70415" cy="79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53" h="10089" fill="none" extrusionOk="0">
                      <a:moveTo>
                        <a:pt x="1" y="0"/>
                      </a:moveTo>
                      <a:lnTo>
                        <a:pt x="8952" y="10089"/>
                      </a:lnTo>
                    </a:path>
                  </a:pathLst>
                </a:custGeom>
                <a:grp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02" name="Google Shape;11754;p128">
                  <a:extLst>
                    <a:ext uri="{FF2B5EF4-FFF2-40B4-BE49-F238E27FC236}">
                      <a16:creationId xmlns:a16="http://schemas.microsoft.com/office/drawing/2014/main" id="{C9D960A4-4E35-92EB-B579-09E3809861C6}"/>
                    </a:ext>
                  </a:extLst>
                </p:cNvPr>
                <p:cNvSpPr/>
                <p:nvPr/>
              </p:nvSpPr>
              <p:spPr>
                <a:xfrm>
                  <a:off x="3779884" y="3366443"/>
                  <a:ext cx="34449" cy="676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80" h="8601" fill="none" extrusionOk="0">
                      <a:moveTo>
                        <a:pt x="1" y="8601"/>
                      </a:moveTo>
                      <a:lnTo>
                        <a:pt x="4380" y="0"/>
                      </a:lnTo>
                    </a:path>
                  </a:pathLst>
                </a:custGeom>
                <a:grp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03" name="Google Shape;11755;p128">
                  <a:extLst>
                    <a:ext uri="{FF2B5EF4-FFF2-40B4-BE49-F238E27FC236}">
                      <a16:creationId xmlns:a16="http://schemas.microsoft.com/office/drawing/2014/main" id="{7567CC1D-7A79-F63F-938D-4981EC706EF7}"/>
                    </a:ext>
                  </a:extLst>
                </p:cNvPr>
                <p:cNvSpPr/>
                <p:nvPr/>
              </p:nvSpPr>
              <p:spPr>
                <a:xfrm>
                  <a:off x="3701776" y="3353693"/>
                  <a:ext cx="116363" cy="127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95" h="1622" fill="none" extrusionOk="0">
                      <a:moveTo>
                        <a:pt x="14795" y="1621"/>
                      </a:moveTo>
                      <a:lnTo>
                        <a:pt x="0" y="0"/>
                      </a:lnTo>
                    </a:path>
                  </a:pathLst>
                </a:custGeom>
                <a:grp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04" name="Google Shape;11756;p128">
                  <a:extLst>
                    <a:ext uri="{FF2B5EF4-FFF2-40B4-BE49-F238E27FC236}">
                      <a16:creationId xmlns:a16="http://schemas.microsoft.com/office/drawing/2014/main" id="{CBF42311-0454-81C0-30BB-3AEF0ECFFC38}"/>
                    </a:ext>
                  </a:extLst>
                </p:cNvPr>
                <p:cNvSpPr/>
                <p:nvPr/>
              </p:nvSpPr>
              <p:spPr>
                <a:xfrm>
                  <a:off x="3701776" y="3313063"/>
                  <a:ext cx="227204" cy="406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88" h="5167" fill="none" extrusionOk="0">
                      <a:moveTo>
                        <a:pt x="28887" y="1"/>
                      </a:moveTo>
                      <a:lnTo>
                        <a:pt x="0" y="5166"/>
                      </a:lnTo>
                    </a:path>
                  </a:pathLst>
                </a:custGeom>
                <a:grp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05" name="Google Shape;11757;p128">
                  <a:extLst>
                    <a:ext uri="{FF2B5EF4-FFF2-40B4-BE49-F238E27FC236}">
                      <a16:creationId xmlns:a16="http://schemas.microsoft.com/office/drawing/2014/main" id="{2B9C1A04-C24B-419F-FC90-54FF38D58CE6}"/>
                    </a:ext>
                  </a:extLst>
                </p:cNvPr>
                <p:cNvSpPr/>
                <p:nvPr/>
              </p:nvSpPr>
              <p:spPr>
                <a:xfrm>
                  <a:off x="3888633" y="3313063"/>
                  <a:ext cx="40347" cy="1144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30" h="14554" fill="none" extrusionOk="0">
                      <a:moveTo>
                        <a:pt x="5129" y="1"/>
                      </a:moveTo>
                      <a:lnTo>
                        <a:pt x="0" y="14553"/>
                      </a:lnTo>
                    </a:path>
                  </a:pathLst>
                </a:custGeom>
                <a:grp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06" name="Google Shape;11758;p128">
                  <a:extLst>
                    <a:ext uri="{FF2B5EF4-FFF2-40B4-BE49-F238E27FC236}">
                      <a16:creationId xmlns:a16="http://schemas.microsoft.com/office/drawing/2014/main" id="{561E0F6D-375A-E836-8EC8-ACB4589661D9}"/>
                    </a:ext>
                  </a:extLst>
                </p:cNvPr>
                <p:cNvSpPr/>
                <p:nvPr/>
              </p:nvSpPr>
              <p:spPr>
                <a:xfrm>
                  <a:off x="3814325" y="3366443"/>
                  <a:ext cx="74316" cy="610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49" h="7767" fill="none" extrusionOk="0">
                      <a:moveTo>
                        <a:pt x="1" y="0"/>
                      </a:moveTo>
                      <a:lnTo>
                        <a:pt x="9448" y="7766"/>
                      </a:lnTo>
                    </a:path>
                  </a:pathLst>
                </a:custGeom>
                <a:grp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07" name="Google Shape;11759;p128">
                  <a:extLst>
                    <a:ext uri="{FF2B5EF4-FFF2-40B4-BE49-F238E27FC236}">
                      <a16:creationId xmlns:a16="http://schemas.microsoft.com/office/drawing/2014/main" id="{583661C0-691F-F92A-2768-DB07B4D761CA}"/>
                    </a:ext>
                  </a:extLst>
                </p:cNvPr>
                <p:cNvSpPr/>
                <p:nvPr/>
              </p:nvSpPr>
              <p:spPr>
                <a:xfrm>
                  <a:off x="3838399" y="3427522"/>
                  <a:ext cx="50242" cy="677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88" h="8614" fill="none" extrusionOk="0">
                      <a:moveTo>
                        <a:pt x="0" y="8613"/>
                      </a:moveTo>
                      <a:lnTo>
                        <a:pt x="6387" y="0"/>
                      </a:lnTo>
                    </a:path>
                  </a:pathLst>
                </a:custGeom>
                <a:grp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08" name="Google Shape;11760;p128">
                  <a:extLst>
                    <a:ext uri="{FF2B5EF4-FFF2-40B4-BE49-F238E27FC236}">
                      <a16:creationId xmlns:a16="http://schemas.microsoft.com/office/drawing/2014/main" id="{C37A5786-B036-6E89-5DE7-425FAB568CC2}"/>
                    </a:ext>
                  </a:extLst>
                </p:cNvPr>
                <p:cNvSpPr/>
                <p:nvPr/>
              </p:nvSpPr>
              <p:spPr>
                <a:xfrm>
                  <a:off x="3814325" y="3313063"/>
                  <a:ext cx="114656" cy="533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578" h="6788" fill="none" extrusionOk="0">
                      <a:moveTo>
                        <a:pt x="1" y="6787"/>
                      </a:moveTo>
                      <a:lnTo>
                        <a:pt x="14577" y="1"/>
                      </a:lnTo>
                    </a:path>
                  </a:pathLst>
                </a:custGeom>
                <a:grp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09" name="Google Shape;11761;p128">
                  <a:extLst>
                    <a:ext uri="{FF2B5EF4-FFF2-40B4-BE49-F238E27FC236}">
                      <a16:creationId xmlns:a16="http://schemas.microsoft.com/office/drawing/2014/main" id="{A317D2A1-53D6-C518-4091-E679ECD150AB}"/>
                    </a:ext>
                  </a:extLst>
                </p:cNvPr>
                <p:cNvSpPr/>
                <p:nvPr/>
              </p:nvSpPr>
              <p:spPr>
                <a:xfrm>
                  <a:off x="3888633" y="3427522"/>
                  <a:ext cx="55377" cy="762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41" h="9690" fill="none" extrusionOk="0">
                      <a:moveTo>
                        <a:pt x="0" y="0"/>
                      </a:moveTo>
                      <a:lnTo>
                        <a:pt x="7041" y="9690"/>
                      </a:lnTo>
                    </a:path>
                  </a:pathLst>
                </a:custGeom>
                <a:grp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0" name="Google Shape;11762;p128">
                  <a:extLst>
                    <a:ext uri="{FF2B5EF4-FFF2-40B4-BE49-F238E27FC236}">
                      <a16:creationId xmlns:a16="http://schemas.microsoft.com/office/drawing/2014/main" id="{D39E3025-04BC-5FC7-84D4-5CD5D908AC14}"/>
                    </a:ext>
                  </a:extLst>
                </p:cNvPr>
                <p:cNvSpPr/>
                <p:nvPr/>
              </p:nvSpPr>
              <p:spPr>
                <a:xfrm>
                  <a:off x="3944003" y="3406208"/>
                  <a:ext cx="40631" cy="975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66" h="12400" fill="none" extrusionOk="0">
                      <a:moveTo>
                        <a:pt x="1" y="12400"/>
                      </a:moveTo>
                      <a:lnTo>
                        <a:pt x="5166" y="1"/>
                      </a:lnTo>
                    </a:path>
                  </a:pathLst>
                </a:custGeom>
                <a:grp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1" name="Google Shape;11763;p128">
                  <a:extLst>
                    <a:ext uri="{FF2B5EF4-FFF2-40B4-BE49-F238E27FC236}">
                      <a16:creationId xmlns:a16="http://schemas.microsoft.com/office/drawing/2014/main" id="{B03F6A75-9E73-AE30-D7EC-53D3C93949B1}"/>
                    </a:ext>
                  </a:extLst>
                </p:cNvPr>
                <p:cNvSpPr/>
                <p:nvPr/>
              </p:nvSpPr>
              <p:spPr>
                <a:xfrm>
                  <a:off x="3984625" y="3357500"/>
                  <a:ext cx="55291" cy="487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30" h="6194" fill="none" extrusionOk="0">
                      <a:moveTo>
                        <a:pt x="1" y="6194"/>
                      </a:moveTo>
                      <a:lnTo>
                        <a:pt x="7029" y="0"/>
                      </a:lnTo>
                    </a:path>
                  </a:pathLst>
                </a:custGeom>
                <a:grp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2" name="Google Shape;11764;p128">
                  <a:extLst>
                    <a:ext uri="{FF2B5EF4-FFF2-40B4-BE49-F238E27FC236}">
                      <a16:creationId xmlns:a16="http://schemas.microsoft.com/office/drawing/2014/main" id="{443F31DA-99C5-35C3-710B-414998D9DF78}"/>
                    </a:ext>
                  </a:extLst>
                </p:cNvPr>
                <p:cNvSpPr/>
                <p:nvPr/>
              </p:nvSpPr>
              <p:spPr>
                <a:xfrm>
                  <a:off x="3888633" y="3406208"/>
                  <a:ext cx="96000" cy="213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06" h="2711" fill="none" extrusionOk="0">
                      <a:moveTo>
                        <a:pt x="0" y="2710"/>
                      </a:moveTo>
                      <a:lnTo>
                        <a:pt x="12206" y="1"/>
                      </a:lnTo>
                    </a:path>
                  </a:pathLst>
                </a:custGeom>
                <a:grp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3" name="Google Shape;11765;p128">
                  <a:extLst>
                    <a:ext uri="{FF2B5EF4-FFF2-40B4-BE49-F238E27FC236}">
                      <a16:creationId xmlns:a16="http://schemas.microsoft.com/office/drawing/2014/main" id="{09A4D219-30D0-8B9F-E853-729CCA2691EB}"/>
                    </a:ext>
                  </a:extLst>
                </p:cNvPr>
                <p:cNvSpPr/>
                <p:nvPr/>
              </p:nvSpPr>
              <p:spPr>
                <a:xfrm>
                  <a:off x="3984625" y="3406208"/>
                  <a:ext cx="42251" cy="1363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72" h="17336" fill="none" extrusionOk="0">
                      <a:moveTo>
                        <a:pt x="1" y="1"/>
                      </a:moveTo>
                      <a:lnTo>
                        <a:pt x="5372" y="17335"/>
                      </a:lnTo>
                    </a:path>
                  </a:pathLst>
                </a:custGeom>
                <a:grp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4" name="Google Shape;11766;p128">
                  <a:extLst>
                    <a:ext uri="{FF2B5EF4-FFF2-40B4-BE49-F238E27FC236}">
                      <a16:creationId xmlns:a16="http://schemas.microsoft.com/office/drawing/2014/main" id="{B745739F-A8D4-1F7A-605D-CCBE4E5B53F6}"/>
                    </a:ext>
                  </a:extLst>
                </p:cNvPr>
                <p:cNvSpPr/>
                <p:nvPr/>
              </p:nvSpPr>
              <p:spPr>
                <a:xfrm>
                  <a:off x="4026868" y="3427522"/>
                  <a:ext cx="35597" cy="1150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26" h="14626" fill="none" extrusionOk="0">
                      <a:moveTo>
                        <a:pt x="1" y="14625"/>
                      </a:moveTo>
                      <a:lnTo>
                        <a:pt x="4525" y="0"/>
                      </a:lnTo>
                    </a:path>
                  </a:pathLst>
                </a:custGeom>
                <a:grp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5" name="Google Shape;11767;p128">
                  <a:extLst>
                    <a:ext uri="{FF2B5EF4-FFF2-40B4-BE49-F238E27FC236}">
                      <a16:creationId xmlns:a16="http://schemas.microsoft.com/office/drawing/2014/main" id="{F7CD0872-E1EC-827F-2CAD-356E1CB1A29D}"/>
                    </a:ext>
                  </a:extLst>
                </p:cNvPr>
                <p:cNvSpPr/>
                <p:nvPr/>
              </p:nvSpPr>
              <p:spPr>
                <a:xfrm>
                  <a:off x="3876261" y="3542548"/>
                  <a:ext cx="150615" cy="520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150" h="6618" fill="none" extrusionOk="0">
                      <a:moveTo>
                        <a:pt x="1" y="6617"/>
                      </a:moveTo>
                      <a:lnTo>
                        <a:pt x="19150" y="0"/>
                      </a:lnTo>
                    </a:path>
                  </a:pathLst>
                </a:custGeom>
                <a:grp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6" name="Google Shape;11768;p128">
                  <a:extLst>
                    <a:ext uri="{FF2B5EF4-FFF2-40B4-BE49-F238E27FC236}">
                      <a16:creationId xmlns:a16="http://schemas.microsoft.com/office/drawing/2014/main" id="{D4F00D10-3571-6F88-050E-7F8EDA316C7A}"/>
                    </a:ext>
                  </a:extLst>
                </p:cNvPr>
                <p:cNvSpPr/>
                <p:nvPr/>
              </p:nvSpPr>
              <p:spPr>
                <a:xfrm>
                  <a:off x="4006702" y="3542548"/>
                  <a:ext cx="20174" cy="990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65" h="12593" fill="none" extrusionOk="0">
                      <a:moveTo>
                        <a:pt x="2565" y="0"/>
                      </a:moveTo>
                      <a:lnTo>
                        <a:pt x="0" y="12593"/>
                      </a:lnTo>
                    </a:path>
                  </a:pathLst>
                </a:custGeom>
                <a:grp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7" name="Google Shape;11769;p128">
                  <a:extLst>
                    <a:ext uri="{FF2B5EF4-FFF2-40B4-BE49-F238E27FC236}">
                      <a16:creationId xmlns:a16="http://schemas.microsoft.com/office/drawing/2014/main" id="{2AAA4CF5-5A5B-C159-4351-9BD0895FF29F}"/>
                    </a:ext>
                  </a:extLst>
                </p:cNvPr>
                <p:cNvSpPr/>
                <p:nvPr/>
              </p:nvSpPr>
              <p:spPr>
                <a:xfrm>
                  <a:off x="3912700" y="3641584"/>
                  <a:ext cx="97817" cy="417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437" h="5312" fill="none" extrusionOk="0">
                      <a:moveTo>
                        <a:pt x="1" y="5311"/>
                      </a:moveTo>
                      <a:lnTo>
                        <a:pt x="12436" y="1"/>
                      </a:lnTo>
                    </a:path>
                  </a:pathLst>
                </a:custGeom>
                <a:grp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8" name="Google Shape;11770;p128">
                  <a:extLst>
                    <a:ext uri="{FF2B5EF4-FFF2-40B4-BE49-F238E27FC236}">
                      <a16:creationId xmlns:a16="http://schemas.microsoft.com/office/drawing/2014/main" id="{7AB1746A-36BA-741C-5082-56F91176C65F}"/>
                    </a:ext>
                  </a:extLst>
                </p:cNvPr>
                <p:cNvSpPr/>
                <p:nvPr/>
              </p:nvSpPr>
              <p:spPr>
                <a:xfrm>
                  <a:off x="3875601" y="3503726"/>
                  <a:ext cx="68410" cy="891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98" h="11336" fill="none" extrusionOk="0">
                      <a:moveTo>
                        <a:pt x="8698" y="1"/>
                      </a:moveTo>
                      <a:lnTo>
                        <a:pt x="0" y="11335"/>
                      </a:lnTo>
                    </a:path>
                  </a:pathLst>
                </a:custGeom>
                <a:grp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9" name="Google Shape;11771;p128">
                  <a:extLst>
                    <a:ext uri="{FF2B5EF4-FFF2-40B4-BE49-F238E27FC236}">
                      <a16:creationId xmlns:a16="http://schemas.microsoft.com/office/drawing/2014/main" id="{8320DDA1-4E81-CB1E-359F-E26AB653A5B4}"/>
                    </a:ext>
                  </a:extLst>
                </p:cNvPr>
                <p:cNvSpPr/>
                <p:nvPr/>
              </p:nvSpPr>
              <p:spPr>
                <a:xfrm>
                  <a:off x="3944003" y="3503726"/>
                  <a:ext cx="89441" cy="361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72" h="4598" fill="none" extrusionOk="0">
                      <a:moveTo>
                        <a:pt x="1" y="1"/>
                      </a:moveTo>
                      <a:lnTo>
                        <a:pt x="11372" y="4598"/>
                      </a:lnTo>
                    </a:path>
                  </a:pathLst>
                </a:custGeom>
                <a:grp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20" name="Google Shape;11772;p128">
                  <a:extLst>
                    <a:ext uri="{FF2B5EF4-FFF2-40B4-BE49-F238E27FC236}">
                      <a16:creationId xmlns:a16="http://schemas.microsoft.com/office/drawing/2014/main" id="{6B0BFC63-8B82-DD2B-FAC2-2A185B4C82DC}"/>
                    </a:ext>
                  </a:extLst>
                </p:cNvPr>
                <p:cNvSpPr/>
                <p:nvPr/>
              </p:nvSpPr>
              <p:spPr>
                <a:xfrm>
                  <a:off x="4033436" y="3490599"/>
                  <a:ext cx="132824" cy="492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888" h="6267" fill="none" extrusionOk="0">
                      <a:moveTo>
                        <a:pt x="1" y="6267"/>
                      </a:moveTo>
                      <a:lnTo>
                        <a:pt x="16888" y="0"/>
                      </a:lnTo>
                    </a:path>
                  </a:pathLst>
                </a:custGeom>
                <a:grp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21" name="Google Shape;11773;p128">
                  <a:extLst>
                    <a:ext uri="{FF2B5EF4-FFF2-40B4-BE49-F238E27FC236}">
                      <a16:creationId xmlns:a16="http://schemas.microsoft.com/office/drawing/2014/main" id="{78AB6FCD-03DB-412B-79DF-49995DBFB2E0}"/>
                    </a:ext>
                  </a:extLst>
                </p:cNvPr>
                <p:cNvSpPr/>
                <p:nvPr/>
              </p:nvSpPr>
              <p:spPr>
                <a:xfrm>
                  <a:off x="4166252" y="3490599"/>
                  <a:ext cx="73459" cy="955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40" h="12146" fill="none" extrusionOk="0">
                      <a:moveTo>
                        <a:pt x="1" y="0"/>
                      </a:moveTo>
                      <a:lnTo>
                        <a:pt x="9339" y="12146"/>
                      </a:lnTo>
                    </a:path>
                  </a:pathLst>
                </a:custGeom>
                <a:grp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22" name="Google Shape;11774;p128">
                  <a:extLst>
                    <a:ext uri="{FF2B5EF4-FFF2-40B4-BE49-F238E27FC236}">
                      <a16:creationId xmlns:a16="http://schemas.microsoft.com/office/drawing/2014/main" id="{ED8C1CA1-1351-1288-DC34-5B6233346959}"/>
                    </a:ext>
                  </a:extLst>
                </p:cNvPr>
                <p:cNvSpPr/>
                <p:nvPr/>
              </p:nvSpPr>
              <p:spPr>
                <a:xfrm>
                  <a:off x="4027726" y="3539882"/>
                  <a:ext cx="211985" cy="399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53" h="5082" fill="none" extrusionOk="0">
                      <a:moveTo>
                        <a:pt x="26952" y="5081"/>
                      </a:moveTo>
                      <a:lnTo>
                        <a:pt x="1" y="1"/>
                      </a:lnTo>
                    </a:path>
                  </a:pathLst>
                </a:custGeom>
                <a:grp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23" name="Google Shape;11775;p128">
                  <a:extLst>
                    <a:ext uri="{FF2B5EF4-FFF2-40B4-BE49-F238E27FC236}">
                      <a16:creationId xmlns:a16="http://schemas.microsoft.com/office/drawing/2014/main" id="{4F8BEC87-BC25-030D-C24F-A019DB00F6CD}"/>
                    </a:ext>
                  </a:extLst>
                </p:cNvPr>
                <p:cNvSpPr/>
                <p:nvPr/>
              </p:nvSpPr>
              <p:spPr>
                <a:xfrm>
                  <a:off x="4027726" y="3539882"/>
                  <a:ext cx="99720" cy="1748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79" h="22235" fill="none" extrusionOk="0">
                      <a:moveTo>
                        <a:pt x="1" y="1"/>
                      </a:moveTo>
                      <a:lnTo>
                        <a:pt x="12678" y="22234"/>
                      </a:lnTo>
                    </a:path>
                  </a:pathLst>
                </a:custGeom>
                <a:grp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24" name="Google Shape;11776;p128">
                  <a:extLst>
                    <a:ext uri="{FF2B5EF4-FFF2-40B4-BE49-F238E27FC236}">
                      <a16:creationId xmlns:a16="http://schemas.microsoft.com/office/drawing/2014/main" id="{714D2026-75B9-C6F6-2D0D-7E6AD225820B}"/>
                    </a:ext>
                  </a:extLst>
                </p:cNvPr>
                <p:cNvSpPr/>
                <p:nvPr/>
              </p:nvSpPr>
              <p:spPr>
                <a:xfrm>
                  <a:off x="4027726" y="3539882"/>
                  <a:ext cx="159754" cy="1117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12" h="14203" fill="none" extrusionOk="0">
                      <a:moveTo>
                        <a:pt x="1" y="1"/>
                      </a:moveTo>
                      <a:lnTo>
                        <a:pt x="20311" y="14202"/>
                      </a:lnTo>
                    </a:path>
                  </a:pathLst>
                </a:custGeom>
                <a:grp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25" name="Google Shape;11777;p128">
                  <a:extLst>
                    <a:ext uri="{FF2B5EF4-FFF2-40B4-BE49-F238E27FC236}">
                      <a16:creationId xmlns:a16="http://schemas.microsoft.com/office/drawing/2014/main" id="{429E41B4-B8A2-9D5B-208F-409580FC30CE}"/>
                    </a:ext>
                  </a:extLst>
                </p:cNvPr>
                <p:cNvSpPr/>
                <p:nvPr/>
              </p:nvSpPr>
              <p:spPr>
                <a:xfrm>
                  <a:off x="4006702" y="3641584"/>
                  <a:ext cx="120743" cy="731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52" h="9304" fill="none" extrusionOk="0">
                      <a:moveTo>
                        <a:pt x="0" y="1"/>
                      </a:moveTo>
                      <a:lnTo>
                        <a:pt x="15351" y="9303"/>
                      </a:lnTo>
                    </a:path>
                  </a:pathLst>
                </a:custGeom>
                <a:grp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26" name="Google Shape;11778;p128">
                  <a:extLst>
                    <a:ext uri="{FF2B5EF4-FFF2-40B4-BE49-F238E27FC236}">
                      <a16:creationId xmlns:a16="http://schemas.microsoft.com/office/drawing/2014/main" id="{11AA3525-8A63-490A-3F7A-9C3FE82051DB}"/>
                    </a:ext>
                  </a:extLst>
                </p:cNvPr>
                <p:cNvSpPr/>
                <p:nvPr/>
              </p:nvSpPr>
              <p:spPr>
                <a:xfrm>
                  <a:off x="4006702" y="3641584"/>
                  <a:ext cx="39773" cy="1402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57" h="17832" fill="none" extrusionOk="0">
                      <a:moveTo>
                        <a:pt x="5057" y="17832"/>
                      </a:moveTo>
                      <a:lnTo>
                        <a:pt x="0" y="1"/>
                      </a:lnTo>
                    </a:path>
                  </a:pathLst>
                </a:custGeom>
                <a:grp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27" name="Google Shape;11779;p128">
                  <a:extLst>
                    <a:ext uri="{FF2B5EF4-FFF2-40B4-BE49-F238E27FC236}">
                      <a16:creationId xmlns:a16="http://schemas.microsoft.com/office/drawing/2014/main" id="{35D8E615-8EA2-EB60-087A-6B5D058F4CF8}"/>
                    </a:ext>
                  </a:extLst>
                </p:cNvPr>
                <p:cNvSpPr/>
                <p:nvPr/>
              </p:nvSpPr>
              <p:spPr>
                <a:xfrm>
                  <a:off x="3996423" y="3784585"/>
                  <a:ext cx="51862" cy="102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94" h="1307" fill="none" extrusionOk="0">
                      <a:moveTo>
                        <a:pt x="1" y="1307"/>
                      </a:moveTo>
                      <a:lnTo>
                        <a:pt x="6594" y="0"/>
                      </a:lnTo>
                    </a:path>
                  </a:pathLst>
                </a:custGeom>
                <a:grp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28" name="Google Shape;11780;p128">
                  <a:extLst>
                    <a:ext uri="{FF2B5EF4-FFF2-40B4-BE49-F238E27FC236}">
                      <a16:creationId xmlns:a16="http://schemas.microsoft.com/office/drawing/2014/main" id="{4DDB8A07-C4EF-263C-E8C0-3771920F7012}"/>
                    </a:ext>
                  </a:extLst>
                </p:cNvPr>
                <p:cNvSpPr/>
                <p:nvPr/>
              </p:nvSpPr>
              <p:spPr>
                <a:xfrm>
                  <a:off x="4048277" y="3784585"/>
                  <a:ext cx="47583" cy="688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50" h="8759" fill="none" extrusionOk="0">
                      <a:moveTo>
                        <a:pt x="1" y="0"/>
                      </a:moveTo>
                      <a:lnTo>
                        <a:pt x="6049" y="8758"/>
                      </a:lnTo>
                    </a:path>
                  </a:pathLst>
                </a:custGeom>
                <a:grp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29" name="Google Shape;11781;p128">
                  <a:extLst>
                    <a:ext uri="{FF2B5EF4-FFF2-40B4-BE49-F238E27FC236}">
                      <a16:creationId xmlns:a16="http://schemas.microsoft.com/office/drawing/2014/main" id="{2F197257-1921-0291-92AC-223803C290CE}"/>
                    </a:ext>
                  </a:extLst>
                </p:cNvPr>
                <p:cNvSpPr/>
                <p:nvPr/>
              </p:nvSpPr>
              <p:spPr>
                <a:xfrm>
                  <a:off x="4095947" y="3788392"/>
                  <a:ext cx="10280" cy="648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7" h="8251" fill="none" extrusionOk="0">
                      <a:moveTo>
                        <a:pt x="0" y="8250"/>
                      </a:moveTo>
                      <a:lnTo>
                        <a:pt x="1307" y="0"/>
                      </a:lnTo>
                    </a:path>
                  </a:pathLst>
                </a:custGeom>
                <a:grp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30" name="Google Shape;11782;p128">
                  <a:extLst>
                    <a:ext uri="{FF2B5EF4-FFF2-40B4-BE49-F238E27FC236}">
                      <a16:creationId xmlns:a16="http://schemas.microsoft.com/office/drawing/2014/main" id="{5A2D5382-7C17-1BAC-9B3F-18206D0D975C}"/>
                    </a:ext>
                  </a:extLst>
                </p:cNvPr>
                <p:cNvSpPr/>
                <p:nvPr/>
              </p:nvSpPr>
              <p:spPr>
                <a:xfrm>
                  <a:off x="4095852" y="3853467"/>
                  <a:ext cx="45672" cy="158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07" h="2021" fill="none" extrusionOk="0">
                      <a:moveTo>
                        <a:pt x="0" y="0"/>
                      </a:moveTo>
                      <a:lnTo>
                        <a:pt x="5807" y="2021"/>
                      </a:lnTo>
                    </a:path>
                  </a:pathLst>
                </a:custGeom>
                <a:grp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31" name="Google Shape;11783;p128">
                  <a:extLst>
                    <a:ext uri="{FF2B5EF4-FFF2-40B4-BE49-F238E27FC236}">
                      <a16:creationId xmlns:a16="http://schemas.microsoft.com/office/drawing/2014/main" id="{0E83C497-6712-757C-90D7-F14528E643C7}"/>
                    </a:ext>
                  </a:extLst>
                </p:cNvPr>
                <p:cNvSpPr/>
                <p:nvPr/>
              </p:nvSpPr>
              <p:spPr>
                <a:xfrm>
                  <a:off x="4138567" y="3868308"/>
                  <a:ext cx="16469" cy="1017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4" h="12932" fill="none" extrusionOk="0">
                      <a:moveTo>
                        <a:pt x="1" y="1"/>
                      </a:moveTo>
                      <a:lnTo>
                        <a:pt x="2093" y="12932"/>
                      </a:lnTo>
                    </a:path>
                  </a:pathLst>
                </a:custGeom>
                <a:grp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32" name="Google Shape;11784;p128">
                  <a:extLst>
                    <a:ext uri="{FF2B5EF4-FFF2-40B4-BE49-F238E27FC236}">
                      <a16:creationId xmlns:a16="http://schemas.microsoft.com/office/drawing/2014/main" id="{6F70D1CA-B751-17C8-F7CA-1D918E93A6B4}"/>
                    </a:ext>
                  </a:extLst>
                </p:cNvPr>
                <p:cNvSpPr/>
                <p:nvPr/>
              </p:nvSpPr>
              <p:spPr>
                <a:xfrm>
                  <a:off x="3875601" y="3592876"/>
                  <a:ext cx="131110" cy="487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70" h="6194" fill="none" extrusionOk="0">
                      <a:moveTo>
                        <a:pt x="0" y="0"/>
                      </a:moveTo>
                      <a:lnTo>
                        <a:pt x="16669" y="6194"/>
                      </a:lnTo>
                    </a:path>
                  </a:pathLst>
                </a:custGeom>
                <a:grp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33" name="Google Shape;11785;p128">
                  <a:extLst>
                    <a:ext uri="{FF2B5EF4-FFF2-40B4-BE49-F238E27FC236}">
                      <a16:creationId xmlns:a16="http://schemas.microsoft.com/office/drawing/2014/main" id="{78DBEB97-8B35-5FBB-702E-400B9253ABD6}"/>
                    </a:ext>
                  </a:extLst>
                </p:cNvPr>
                <p:cNvSpPr/>
                <p:nvPr/>
              </p:nvSpPr>
              <p:spPr>
                <a:xfrm>
                  <a:off x="4164828" y="3394410"/>
                  <a:ext cx="26458" cy="931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64" h="11844" fill="none" extrusionOk="0">
                      <a:moveTo>
                        <a:pt x="0" y="11843"/>
                      </a:moveTo>
                      <a:lnTo>
                        <a:pt x="3363" y="1"/>
                      </a:lnTo>
                    </a:path>
                  </a:pathLst>
                </a:custGeom>
                <a:grp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34" name="Google Shape;11786;p128">
                  <a:extLst>
                    <a:ext uri="{FF2B5EF4-FFF2-40B4-BE49-F238E27FC236}">
                      <a16:creationId xmlns:a16="http://schemas.microsoft.com/office/drawing/2014/main" id="{755869C4-0057-8C71-6663-C3772B4D38D3}"/>
                    </a:ext>
                  </a:extLst>
                </p:cNvPr>
                <p:cNvSpPr/>
                <p:nvPr/>
              </p:nvSpPr>
              <p:spPr>
                <a:xfrm>
                  <a:off x="4191278" y="3394410"/>
                  <a:ext cx="86586" cy="527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09" h="6703" fill="none" extrusionOk="0">
                      <a:moveTo>
                        <a:pt x="0" y="1"/>
                      </a:moveTo>
                      <a:lnTo>
                        <a:pt x="11008" y="6702"/>
                      </a:lnTo>
                    </a:path>
                  </a:pathLst>
                </a:custGeom>
                <a:grpFill/>
                <a:ln w="1825" cap="flat" cmpd="sng">
                  <a:solidFill>
                    <a:srgbClr val="A5B7C5"/>
                  </a:solidFill>
                  <a:prstDash val="solid"/>
                  <a:miter lim="12096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242" name="Google Shape;11787;p128">
                <a:extLst>
                  <a:ext uri="{FF2B5EF4-FFF2-40B4-BE49-F238E27FC236}">
                    <a16:creationId xmlns:a16="http://schemas.microsoft.com/office/drawing/2014/main" id="{64EB676B-7A50-1D06-7A78-B409966D15DD}"/>
                  </a:ext>
                </a:extLst>
              </p:cNvPr>
              <p:cNvGrpSpPr/>
              <p:nvPr/>
            </p:nvGrpSpPr>
            <p:grpSpPr>
              <a:xfrm>
                <a:off x="4180904" y="4251758"/>
                <a:ext cx="37783" cy="32420"/>
                <a:chOff x="4180904" y="4251758"/>
                <a:chExt cx="37783" cy="32420"/>
              </a:xfrm>
              <a:grpFill/>
            </p:grpSpPr>
            <p:sp>
              <p:nvSpPr>
                <p:cNvPr id="2377" name="Google Shape;11788;p128">
                  <a:extLst>
                    <a:ext uri="{FF2B5EF4-FFF2-40B4-BE49-F238E27FC236}">
                      <a16:creationId xmlns:a16="http://schemas.microsoft.com/office/drawing/2014/main" id="{C90FDA88-2C0A-F2A7-F927-ED42AB8C276B}"/>
                    </a:ext>
                  </a:extLst>
                </p:cNvPr>
                <p:cNvSpPr/>
                <p:nvPr/>
              </p:nvSpPr>
              <p:spPr>
                <a:xfrm>
                  <a:off x="4180904" y="4251758"/>
                  <a:ext cx="37783" cy="324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22" extrusionOk="0">
                      <a:moveTo>
                        <a:pt x="2738" y="0"/>
                      </a:moveTo>
                      <a:cubicBezTo>
                        <a:pt x="2231" y="0"/>
                        <a:pt x="1715" y="190"/>
                        <a:pt x="1295" y="613"/>
                      </a:cubicBezTo>
                      <a:cubicBezTo>
                        <a:pt x="1" y="1908"/>
                        <a:pt x="920" y="4121"/>
                        <a:pt x="2759" y="4121"/>
                      </a:cubicBezTo>
                      <a:cubicBezTo>
                        <a:pt x="3884" y="4109"/>
                        <a:pt x="4803" y="3190"/>
                        <a:pt x="4803" y="2065"/>
                      </a:cubicBezTo>
                      <a:cubicBezTo>
                        <a:pt x="4803" y="823"/>
                        <a:pt x="3792" y="0"/>
                        <a:pt x="273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8" name="Google Shape;11789;p128">
                  <a:extLst>
                    <a:ext uri="{FF2B5EF4-FFF2-40B4-BE49-F238E27FC236}">
                      <a16:creationId xmlns:a16="http://schemas.microsoft.com/office/drawing/2014/main" id="{9B73F095-7A87-DB15-217C-A9F3D256553A}"/>
                    </a:ext>
                  </a:extLst>
                </p:cNvPr>
                <p:cNvSpPr/>
                <p:nvPr/>
              </p:nvSpPr>
              <p:spPr>
                <a:xfrm>
                  <a:off x="4196037" y="4261432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35" y="0"/>
                      </a:moveTo>
                      <a:cubicBezTo>
                        <a:pt x="375" y="0"/>
                        <a:pt x="0" y="375"/>
                        <a:pt x="0" y="835"/>
                      </a:cubicBezTo>
                      <a:cubicBezTo>
                        <a:pt x="0" y="1295"/>
                        <a:pt x="375" y="1658"/>
                        <a:pt x="835" y="1658"/>
                      </a:cubicBezTo>
                      <a:cubicBezTo>
                        <a:pt x="1282" y="1658"/>
                        <a:pt x="1657" y="1295"/>
                        <a:pt x="1657" y="835"/>
                      </a:cubicBezTo>
                      <a:cubicBezTo>
                        <a:pt x="1657" y="375"/>
                        <a:pt x="1282" y="0"/>
                        <a:pt x="83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243" name="Google Shape;11790;p128">
                <a:extLst>
                  <a:ext uri="{FF2B5EF4-FFF2-40B4-BE49-F238E27FC236}">
                    <a16:creationId xmlns:a16="http://schemas.microsoft.com/office/drawing/2014/main" id="{CBCB436D-889B-E5EA-7417-381EE18B9C75}"/>
                  </a:ext>
                </a:extLst>
              </p:cNvPr>
              <p:cNvGrpSpPr/>
              <p:nvPr/>
            </p:nvGrpSpPr>
            <p:grpSpPr>
              <a:xfrm>
                <a:off x="4201644" y="4081324"/>
                <a:ext cx="37783" cy="32364"/>
                <a:chOff x="4201644" y="4081324"/>
                <a:chExt cx="37783" cy="32364"/>
              </a:xfrm>
              <a:grpFill/>
            </p:grpSpPr>
            <p:sp>
              <p:nvSpPr>
                <p:cNvPr id="2375" name="Google Shape;11791;p128">
                  <a:extLst>
                    <a:ext uri="{FF2B5EF4-FFF2-40B4-BE49-F238E27FC236}">
                      <a16:creationId xmlns:a16="http://schemas.microsoft.com/office/drawing/2014/main" id="{54CB498E-1618-056D-7077-660A76755705}"/>
                    </a:ext>
                  </a:extLst>
                </p:cNvPr>
                <p:cNvSpPr/>
                <p:nvPr/>
              </p:nvSpPr>
              <p:spPr>
                <a:xfrm>
                  <a:off x="4201644" y="4081324"/>
                  <a:ext cx="37783" cy="323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15" extrusionOk="0">
                      <a:moveTo>
                        <a:pt x="2732" y="1"/>
                      </a:moveTo>
                      <a:cubicBezTo>
                        <a:pt x="2228" y="1"/>
                        <a:pt x="1713" y="188"/>
                        <a:pt x="1295" y="606"/>
                      </a:cubicBezTo>
                      <a:cubicBezTo>
                        <a:pt x="1" y="1900"/>
                        <a:pt x="920" y="4114"/>
                        <a:pt x="2747" y="4114"/>
                      </a:cubicBezTo>
                      <a:cubicBezTo>
                        <a:pt x="3884" y="4114"/>
                        <a:pt x="4803" y="3195"/>
                        <a:pt x="4803" y="2058"/>
                      </a:cubicBezTo>
                      <a:cubicBezTo>
                        <a:pt x="4803" y="821"/>
                        <a:pt x="3789" y="1"/>
                        <a:pt x="273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6" name="Google Shape;11792;p128">
                  <a:extLst>
                    <a:ext uri="{FF2B5EF4-FFF2-40B4-BE49-F238E27FC236}">
                      <a16:creationId xmlns:a16="http://schemas.microsoft.com/office/drawing/2014/main" id="{9F81E5F9-DEA6-5188-8E06-0E07BA80D7E1}"/>
                    </a:ext>
                  </a:extLst>
                </p:cNvPr>
                <p:cNvSpPr/>
                <p:nvPr/>
              </p:nvSpPr>
              <p:spPr>
                <a:xfrm>
                  <a:off x="4214582" y="4091037"/>
                  <a:ext cx="15235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7" h="1658" extrusionOk="0">
                      <a:moveTo>
                        <a:pt x="1102" y="0"/>
                      </a:moveTo>
                      <a:cubicBezTo>
                        <a:pt x="364" y="0"/>
                        <a:pt x="1" y="883"/>
                        <a:pt x="521" y="1415"/>
                      </a:cubicBezTo>
                      <a:cubicBezTo>
                        <a:pt x="688" y="1582"/>
                        <a:pt x="894" y="1657"/>
                        <a:pt x="1096" y="1657"/>
                      </a:cubicBezTo>
                      <a:cubicBezTo>
                        <a:pt x="1524" y="1657"/>
                        <a:pt x="1936" y="1323"/>
                        <a:pt x="1936" y="823"/>
                      </a:cubicBezTo>
                      <a:cubicBezTo>
                        <a:pt x="1936" y="363"/>
                        <a:pt x="1561" y="0"/>
                        <a:pt x="110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244" name="Google Shape;11793;p128">
                <a:extLst>
                  <a:ext uri="{FF2B5EF4-FFF2-40B4-BE49-F238E27FC236}">
                    <a16:creationId xmlns:a16="http://schemas.microsoft.com/office/drawing/2014/main" id="{1070A9FA-5CBA-1CB2-BBAB-3E2D0749A68F}"/>
                  </a:ext>
                </a:extLst>
              </p:cNvPr>
              <p:cNvGrpSpPr/>
              <p:nvPr/>
            </p:nvGrpSpPr>
            <p:grpSpPr>
              <a:xfrm>
                <a:off x="4284416" y="3887428"/>
                <a:ext cx="37783" cy="32451"/>
                <a:chOff x="4284416" y="3887428"/>
                <a:chExt cx="37783" cy="32451"/>
              </a:xfrm>
              <a:grpFill/>
            </p:grpSpPr>
            <p:sp>
              <p:nvSpPr>
                <p:cNvPr id="2373" name="Google Shape;11794;p128">
                  <a:extLst>
                    <a:ext uri="{FF2B5EF4-FFF2-40B4-BE49-F238E27FC236}">
                      <a16:creationId xmlns:a16="http://schemas.microsoft.com/office/drawing/2014/main" id="{92490445-D07D-6EE6-4727-1F54E82D0FED}"/>
                    </a:ext>
                  </a:extLst>
                </p:cNvPr>
                <p:cNvSpPr/>
                <p:nvPr/>
              </p:nvSpPr>
              <p:spPr>
                <a:xfrm>
                  <a:off x="4284416" y="3887428"/>
                  <a:ext cx="37783" cy="324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26" extrusionOk="0">
                      <a:moveTo>
                        <a:pt x="2731" y="1"/>
                      </a:moveTo>
                      <a:cubicBezTo>
                        <a:pt x="2227" y="1"/>
                        <a:pt x="1713" y="188"/>
                        <a:pt x="1295" y="606"/>
                      </a:cubicBezTo>
                      <a:cubicBezTo>
                        <a:pt x="1" y="1900"/>
                        <a:pt x="920" y="4126"/>
                        <a:pt x="2747" y="4126"/>
                      </a:cubicBezTo>
                      <a:cubicBezTo>
                        <a:pt x="3884" y="4114"/>
                        <a:pt x="4803" y="3195"/>
                        <a:pt x="4803" y="2070"/>
                      </a:cubicBezTo>
                      <a:cubicBezTo>
                        <a:pt x="4803" y="824"/>
                        <a:pt x="3788" y="1"/>
                        <a:pt x="273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4" name="Google Shape;11795;p128">
                  <a:extLst>
                    <a:ext uri="{FF2B5EF4-FFF2-40B4-BE49-F238E27FC236}">
                      <a16:creationId xmlns:a16="http://schemas.microsoft.com/office/drawing/2014/main" id="{E09EB4B4-BABD-20F8-F557-3D986432CD16}"/>
                    </a:ext>
                  </a:extLst>
                </p:cNvPr>
                <p:cNvSpPr/>
                <p:nvPr/>
              </p:nvSpPr>
              <p:spPr>
                <a:xfrm>
                  <a:off x="4299548" y="3897039"/>
                  <a:ext cx="13040" cy="13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9" extrusionOk="0">
                      <a:moveTo>
                        <a:pt x="823" y="1"/>
                      </a:moveTo>
                      <a:cubicBezTo>
                        <a:pt x="363" y="1"/>
                        <a:pt x="0" y="376"/>
                        <a:pt x="0" y="835"/>
                      </a:cubicBezTo>
                      <a:cubicBezTo>
                        <a:pt x="0" y="1295"/>
                        <a:pt x="363" y="1658"/>
                        <a:pt x="823" y="1658"/>
                      </a:cubicBezTo>
                      <a:cubicBezTo>
                        <a:pt x="1283" y="1658"/>
                        <a:pt x="1658" y="1295"/>
                        <a:pt x="1658" y="835"/>
                      </a:cubicBezTo>
                      <a:cubicBezTo>
                        <a:pt x="1658" y="376"/>
                        <a:pt x="1283" y="1"/>
                        <a:pt x="82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245" name="Google Shape;11796;p128">
                <a:extLst>
                  <a:ext uri="{FF2B5EF4-FFF2-40B4-BE49-F238E27FC236}">
                    <a16:creationId xmlns:a16="http://schemas.microsoft.com/office/drawing/2014/main" id="{0C7D98B3-4032-1208-2158-F9CDF2BC6410}"/>
                  </a:ext>
                </a:extLst>
              </p:cNvPr>
              <p:cNvGrpSpPr/>
              <p:nvPr/>
            </p:nvGrpSpPr>
            <p:grpSpPr>
              <a:xfrm>
                <a:off x="4223721" y="3860404"/>
                <a:ext cx="37870" cy="32364"/>
                <a:chOff x="4223721" y="3860404"/>
                <a:chExt cx="37870" cy="32364"/>
              </a:xfrm>
              <a:grpFill/>
            </p:grpSpPr>
            <p:sp>
              <p:nvSpPr>
                <p:cNvPr id="2371" name="Google Shape;11797;p128">
                  <a:extLst>
                    <a:ext uri="{FF2B5EF4-FFF2-40B4-BE49-F238E27FC236}">
                      <a16:creationId xmlns:a16="http://schemas.microsoft.com/office/drawing/2014/main" id="{FEED838C-B47E-891B-0D55-F931F2302EBF}"/>
                    </a:ext>
                  </a:extLst>
                </p:cNvPr>
                <p:cNvSpPr/>
                <p:nvPr/>
              </p:nvSpPr>
              <p:spPr>
                <a:xfrm>
                  <a:off x="4223721" y="3860404"/>
                  <a:ext cx="37870" cy="323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5" h="4115" extrusionOk="0">
                      <a:moveTo>
                        <a:pt x="2735" y="1"/>
                      </a:moveTo>
                      <a:cubicBezTo>
                        <a:pt x="2228" y="1"/>
                        <a:pt x="1713" y="188"/>
                        <a:pt x="1295" y="606"/>
                      </a:cubicBezTo>
                      <a:cubicBezTo>
                        <a:pt x="0" y="1901"/>
                        <a:pt x="920" y="4114"/>
                        <a:pt x="2758" y="4114"/>
                      </a:cubicBezTo>
                      <a:cubicBezTo>
                        <a:pt x="3883" y="4114"/>
                        <a:pt x="4803" y="3195"/>
                        <a:pt x="4815" y="2058"/>
                      </a:cubicBezTo>
                      <a:cubicBezTo>
                        <a:pt x="4815" y="822"/>
                        <a:pt x="3795" y="1"/>
                        <a:pt x="273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2" name="Google Shape;11798;p128">
                  <a:extLst>
                    <a:ext uri="{FF2B5EF4-FFF2-40B4-BE49-F238E27FC236}">
                      <a16:creationId xmlns:a16="http://schemas.microsoft.com/office/drawing/2014/main" id="{F70376D4-9E1C-CEB5-0CB2-91E09B4A050A}"/>
                    </a:ext>
                  </a:extLst>
                </p:cNvPr>
                <p:cNvSpPr/>
                <p:nvPr/>
              </p:nvSpPr>
              <p:spPr>
                <a:xfrm>
                  <a:off x="4238846" y="3870117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35" y="0"/>
                      </a:moveTo>
                      <a:cubicBezTo>
                        <a:pt x="376" y="0"/>
                        <a:pt x="1" y="363"/>
                        <a:pt x="1" y="823"/>
                      </a:cubicBezTo>
                      <a:cubicBezTo>
                        <a:pt x="1" y="1283"/>
                        <a:pt x="376" y="1658"/>
                        <a:pt x="835" y="1658"/>
                      </a:cubicBezTo>
                      <a:cubicBezTo>
                        <a:pt x="1283" y="1658"/>
                        <a:pt x="1658" y="1283"/>
                        <a:pt x="1658" y="823"/>
                      </a:cubicBezTo>
                      <a:cubicBezTo>
                        <a:pt x="1658" y="363"/>
                        <a:pt x="1283" y="0"/>
                        <a:pt x="83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246" name="Google Shape;11799;p128">
                <a:extLst>
                  <a:ext uri="{FF2B5EF4-FFF2-40B4-BE49-F238E27FC236}">
                    <a16:creationId xmlns:a16="http://schemas.microsoft.com/office/drawing/2014/main" id="{613D4B87-CF86-4E39-6C0D-A7D651BC668B}"/>
                  </a:ext>
                </a:extLst>
              </p:cNvPr>
              <p:cNvGrpSpPr/>
              <p:nvPr/>
            </p:nvGrpSpPr>
            <p:grpSpPr>
              <a:xfrm>
                <a:off x="4104889" y="3699242"/>
                <a:ext cx="37776" cy="32357"/>
                <a:chOff x="4104889" y="3699242"/>
                <a:chExt cx="37776" cy="32357"/>
              </a:xfrm>
              <a:grpFill/>
            </p:grpSpPr>
            <p:sp>
              <p:nvSpPr>
                <p:cNvPr id="2369" name="Google Shape;11800;p128">
                  <a:extLst>
                    <a:ext uri="{FF2B5EF4-FFF2-40B4-BE49-F238E27FC236}">
                      <a16:creationId xmlns:a16="http://schemas.microsoft.com/office/drawing/2014/main" id="{EDF62A81-ECA3-D24D-6023-41025BEBFB62}"/>
                    </a:ext>
                  </a:extLst>
                </p:cNvPr>
                <p:cNvSpPr/>
                <p:nvPr/>
              </p:nvSpPr>
              <p:spPr>
                <a:xfrm>
                  <a:off x="4104889" y="3699242"/>
                  <a:ext cx="37776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4" extrusionOk="0">
                      <a:moveTo>
                        <a:pt x="2730" y="0"/>
                      </a:moveTo>
                      <a:cubicBezTo>
                        <a:pt x="2226" y="0"/>
                        <a:pt x="1712" y="188"/>
                        <a:pt x="1295" y="605"/>
                      </a:cubicBezTo>
                      <a:cubicBezTo>
                        <a:pt x="0" y="1900"/>
                        <a:pt x="920" y="4114"/>
                        <a:pt x="2746" y="4114"/>
                      </a:cubicBezTo>
                      <a:cubicBezTo>
                        <a:pt x="3883" y="4114"/>
                        <a:pt x="4803" y="3194"/>
                        <a:pt x="4803" y="2069"/>
                      </a:cubicBezTo>
                      <a:cubicBezTo>
                        <a:pt x="4803" y="824"/>
                        <a:pt x="3788" y="0"/>
                        <a:pt x="273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0" name="Google Shape;11801;p128">
                  <a:extLst>
                    <a:ext uri="{FF2B5EF4-FFF2-40B4-BE49-F238E27FC236}">
                      <a16:creationId xmlns:a16="http://schemas.microsoft.com/office/drawing/2014/main" id="{7D5E9D5D-7E8B-2C1F-DAAF-677CB4B82983}"/>
                    </a:ext>
                  </a:extLst>
                </p:cNvPr>
                <p:cNvSpPr/>
                <p:nvPr/>
              </p:nvSpPr>
              <p:spPr>
                <a:xfrm>
                  <a:off x="4120013" y="3708948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23" y="0"/>
                      </a:moveTo>
                      <a:cubicBezTo>
                        <a:pt x="376" y="0"/>
                        <a:pt x="1" y="375"/>
                        <a:pt x="1" y="823"/>
                      </a:cubicBezTo>
                      <a:cubicBezTo>
                        <a:pt x="1" y="1283"/>
                        <a:pt x="376" y="1658"/>
                        <a:pt x="823" y="1658"/>
                      </a:cubicBezTo>
                      <a:cubicBezTo>
                        <a:pt x="1283" y="1658"/>
                        <a:pt x="1658" y="1283"/>
                        <a:pt x="1658" y="823"/>
                      </a:cubicBezTo>
                      <a:cubicBezTo>
                        <a:pt x="1658" y="375"/>
                        <a:pt x="1283" y="0"/>
                        <a:pt x="82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247" name="Google Shape;11802;p128">
                <a:extLst>
                  <a:ext uri="{FF2B5EF4-FFF2-40B4-BE49-F238E27FC236}">
                    <a16:creationId xmlns:a16="http://schemas.microsoft.com/office/drawing/2014/main" id="{6A5F5C25-727D-EA34-6145-E930C5D6B9B6}"/>
                  </a:ext>
                </a:extLst>
              </p:cNvPr>
              <p:cNvGrpSpPr/>
              <p:nvPr/>
            </p:nvGrpSpPr>
            <p:grpSpPr>
              <a:xfrm>
                <a:off x="4143608" y="3475121"/>
                <a:ext cx="37878" cy="32420"/>
                <a:chOff x="4143608" y="3475121"/>
                <a:chExt cx="37878" cy="32420"/>
              </a:xfrm>
              <a:grpFill/>
            </p:grpSpPr>
            <p:sp>
              <p:nvSpPr>
                <p:cNvPr id="2367" name="Google Shape;11803;p128">
                  <a:extLst>
                    <a:ext uri="{FF2B5EF4-FFF2-40B4-BE49-F238E27FC236}">
                      <a16:creationId xmlns:a16="http://schemas.microsoft.com/office/drawing/2014/main" id="{078C1304-DE32-DA25-72A5-E747FDE0A124}"/>
                    </a:ext>
                  </a:extLst>
                </p:cNvPr>
                <p:cNvSpPr/>
                <p:nvPr/>
              </p:nvSpPr>
              <p:spPr>
                <a:xfrm>
                  <a:off x="4143608" y="3475121"/>
                  <a:ext cx="37878" cy="324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6" h="4122" extrusionOk="0">
                      <a:moveTo>
                        <a:pt x="2750" y="0"/>
                      </a:moveTo>
                      <a:cubicBezTo>
                        <a:pt x="2244" y="0"/>
                        <a:pt x="1727" y="190"/>
                        <a:pt x="1307" y="614"/>
                      </a:cubicBezTo>
                      <a:cubicBezTo>
                        <a:pt x="1" y="1908"/>
                        <a:pt x="920" y="4122"/>
                        <a:pt x="2759" y="4122"/>
                      </a:cubicBezTo>
                      <a:cubicBezTo>
                        <a:pt x="3896" y="4122"/>
                        <a:pt x="4815" y="3202"/>
                        <a:pt x="4815" y="2065"/>
                      </a:cubicBezTo>
                      <a:cubicBezTo>
                        <a:pt x="4815" y="823"/>
                        <a:pt x="3805" y="0"/>
                        <a:pt x="275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68" name="Google Shape;11804;p128">
                  <a:extLst>
                    <a:ext uri="{FF2B5EF4-FFF2-40B4-BE49-F238E27FC236}">
                      <a16:creationId xmlns:a16="http://schemas.microsoft.com/office/drawing/2014/main" id="{71851872-0074-0B26-7AB7-71CF66526FDE}"/>
                    </a:ext>
                  </a:extLst>
                </p:cNvPr>
                <p:cNvSpPr/>
                <p:nvPr/>
              </p:nvSpPr>
              <p:spPr>
                <a:xfrm>
                  <a:off x="4158741" y="3484795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35" y="1"/>
                      </a:moveTo>
                      <a:cubicBezTo>
                        <a:pt x="375" y="1"/>
                        <a:pt x="0" y="376"/>
                        <a:pt x="0" y="835"/>
                      </a:cubicBezTo>
                      <a:cubicBezTo>
                        <a:pt x="0" y="1295"/>
                        <a:pt x="375" y="1658"/>
                        <a:pt x="835" y="1658"/>
                      </a:cubicBezTo>
                      <a:cubicBezTo>
                        <a:pt x="1294" y="1658"/>
                        <a:pt x="1657" y="1295"/>
                        <a:pt x="1657" y="835"/>
                      </a:cubicBezTo>
                      <a:cubicBezTo>
                        <a:pt x="1657" y="376"/>
                        <a:pt x="1294" y="1"/>
                        <a:pt x="83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248" name="Google Shape;11805;p128">
                <a:extLst>
                  <a:ext uri="{FF2B5EF4-FFF2-40B4-BE49-F238E27FC236}">
                    <a16:creationId xmlns:a16="http://schemas.microsoft.com/office/drawing/2014/main" id="{A27F5C87-464A-D68B-4447-DB612782BC22}"/>
                  </a:ext>
                </a:extLst>
              </p:cNvPr>
              <p:cNvGrpSpPr/>
              <p:nvPr/>
            </p:nvGrpSpPr>
            <p:grpSpPr>
              <a:xfrm>
                <a:off x="4217248" y="3570893"/>
                <a:ext cx="37776" cy="32364"/>
                <a:chOff x="4217248" y="3570893"/>
                <a:chExt cx="37776" cy="32364"/>
              </a:xfrm>
              <a:grpFill/>
            </p:grpSpPr>
            <p:sp>
              <p:nvSpPr>
                <p:cNvPr id="2365" name="Google Shape;11806;p128">
                  <a:extLst>
                    <a:ext uri="{FF2B5EF4-FFF2-40B4-BE49-F238E27FC236}">
                      <a16:creationId xmlns:a16="http://schemas.microsoft.com/office/drawing/2014/main" id="{C8918501-421F-840A-FD02-685D2F7C049F}"/>
                    </a:ext>
                  </a:extLst>
                </p:cNvPr>
                <p:cNvSpPr/>
                <p:nvPr/>
              </p:nvSpPr>
              <p:spPr>
                <a:xfrm>
                  <a:off x="4217248" y="3570893"/>
                  <a:ext cx="37776" cy="323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5" extrusionOk="0">
                      <a:moveTo>
                        <a:pt x="2732" y="1"/>
                      </a:moveTo>
                      <a:cubicBezTo>
                        <a:pt x="2228" y="1"/>
                        <a:pt x="1713" y="188"/>
                        <a:pt x="1295" y="606"/>
                      </a:cubicBezTo>
                      <a:cubicBezTo>
                        <a:pt x="1" y="1900"/>
                        <a:pt x="920" y="4114"/>
                        <a:pt x="2759" y="4114"/>
                      </a:cubicBezTo>
                      <a:cubicBezTo>
                        <a:pt x="3884" y="4114"/>
                        <a:pt x="4803" y="3195"/>
                        <a:pt x="4803" y="2058"/>
                      </a:cubicBezTo>
                      <a:cubicBezTo>
                        <a:pt x="4803" y="821"/>
                        <a:pt x="3789" y="1"/>
                        <a:pt x="273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66" name="Google Shape;11807;p128">
                  <a:extLst>
                    <a:ext uri="{FF2B5EF4-FFF2-40B4-BE49-F238E27FC236}">
                      <a16:creationId xmlns:a16="http://schemas.microsoft.com/office/drawing/2014/main" id="{412761BF-53C1-1148-34EF-85EF63CE8F50}"/>
                    </a:ext>
                  </a:extLst>
                </p:cNvPr>
                <p:cNvSpPr/>
                <p:nvPr/>
              </p:nvSpPr>
              <p:spPr>
                <a:xfrm>
                  <a:off x="4232373" y="3580599"/>
                  <a:ext cx="13048" cy="13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59" extrusionOk="0">
                      <a:moveTo>
                        <a:pt x="824" y="1"/>
                      </a:moveTo>
                      <a:cubicBezTo>
                        <a:pt x="364" y="1"/>
                        <a:pt x="1" y="376"/>
                        <a:pt x="1" y="824"/>
                      </a:cubicBezTo>
                      <a:cubicBezTo>
                        <a:pt x="1" y="1283"/>
                        <a:pt x="364" y="1658"/>
                        <a:pt x="824" y="1658"/>
                      </a:cubicBezTo>
                      <a:cubicBezTo>
                        <a:pt x="1283" y="1658"/>
                        <a:pt x="1658" y="1283"/>
                        <a:pt x="1658" y="824"/>
                      </a:cubicBezTo>
                      <a:cubicBezTo>
                        <a:pt x="1658" y="376"/>
                        <a:pt x="1283" y="1"/>
                        <a:pt x="82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249" name="Google Shape;11808;p128">
                <a:extLst>
                  <a:ext uri="{FF2B5EF4-FFF2-40B4-BE49-F238E27FC236}">
                    <a16:creationId xmlns:a16="http://schemas.microsoft.com/office/drawing/2014/main" id="{0629ADE1-DED2-AE7B-F8C6-0FFA433EDD86}"/>
                  </a:ext>
                </a:extLst>
              </p:cNvPr>
              <p:cNvGrpSpPr/>
              <p:nvPr/>
            </p:nvGrpSpPr>
            <p:grpSpPr>
              <a:xfrm>
                <a:off x="4255307" y="3431612"/>
                <a:ext cx="37776" cy="32451"/>
                <a:chOff x="4255307" y="3431612"/>
                <a:chExt cx="37776" cy="32451"/>
              </a:xfrm>
              <a:grpFill/>
            </p:grpSpPr>
            <p:sp>
              <p:nvSpPr>
                <p:cNvPr id="2363" name="Google Shape;11809;p128">
                  <a:extLst>
                    <a:ext uri="{FF2B5EF4-FFF2-40B4-BE49-F238E27FC236}">
                      <a16:creationId xmlns:a16="http://schemas.microsoft.com/office/drawing/2014/main" id="{8D7C74B1-F584-8EBE-3A24-26B372D0F88C}"/>
                    </a:ext>
                  </a:extLst>
                </p:cNvPr>
                <p:cNvSpPr/>
                <p:nvPr/>
              </p:nvSpPr>
              <p:spPr>
                <a:xfrm>
                  <a:off x="4255307" y="3431612"/>
                  <a:ext cx="37776" cy="324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26" extrusionOk="0">
                      <a:moveTo>
                        <a:pt x="2730" y="0"/>
                      </a:moveTo>
                      <a:cubicBezTo>
                        <a:pt x="2226" y="0"/>
                        <a:pt x="1712" y="187"/>
                        <a:pt x="1295" y="605"/>
                      </a:cubicBezTo>
                      <a:cubicBezTo>
                        <a:pt x="0" y="1912"/>
                        <a:pt x="920" y="4125"/>
                        <a:pt x="2758" y="4125"/>
                      </a:cubicBezTo>
                      <a:cubicBezTo>
                        <a:pt x="3883" y="4113"/>
                        <a:pt x="4803" y="3194"/>
                        <a:pt x="4803" y="2069"/>
                      </a:cubicBezTo>
                      <a:cubicBezTo>
                        <a:pt x="4803" y="824"/>
                        <a:pt x="3788" y="0"/>
                        <a:pt x="273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64" name="Google Shape;11810;p128">
                  <a:extLst>
                    <a:ext uri="{FF2B5EF4-FFF2-40B4-BE49-F238E27FC236}">
                      <a16:creationId xmlns:a16="http://schemas.microsoft.com/office/drawing/2014/main" id="{0210081A-AF79-9121-21F9-65C92B2C21DC}"/>
                    </a:ext>
                  </a:extLst>
                </p:cNvPr>
                <p:cNvSpPr/>
                <p:nvPr/>
              </p:nvSpPr>
              <p:spPr>
                <a:xfrm>
                  <a:off x="4270432" y="3441317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35" y="0"/>
                      </a:moveTo>
                      <a:cubicBezTo>
                        <a:pt x="376" y="0"/>
                        <a:pt x="1" y="375"/>
                        <a:pt x="1" y="835"/>
                      </a:cubicBezTo>
                      <a:cubicBezTo>
                        <a:pt x="1" y="1295"/>
                        <a:pt x="376" y="1658"/>
                        <a:pt x="835" y="1658"/>
                      </a:cubicBezTo>
                      <a:cubicBezTo>
                        <a:pt x="1295" y="1658"/>
                        <a:pt x="1658" y="1295"/>
                        <a:pt x="1658" y="835"/>
                      </a:cubicBezTo>
                      <a:cubicBezTo>
                        <a:pt x="1658" y="375"/>
                        <a:pt x="1295" y="0"/>
                        <a:pt x="83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250" name="Google Shape;11811;p128">
                <a:extLst>
                  <a:ext uri="{FF2B5EF4-FFF2-40B4-BE49-F238E27FC236}">
                    <a16:creationId xmlns:a16="http://schemas.microsoft.com/office/drawing/2014/main" id="{4B05AB18-5F46-D215-FE4E-267470FDDB7B}"/>
                  </a:ext>
                </a:extLst>
              </p:cNvPr>
              <p:cNvGrpSpPr/>
              <p:nvPr/>
            </p:nvGrpSpPr>
            <p:grpSpPr>
              <a:xfrm>
                <a:off x="3853052" y="3577398"/>
                <a:ext cx="37776" cy="32420"/>
                <a:chOff x="3853052" y="3577398"/>
                <a:chExt cx="37776" cy="32420"/>
              </a:xfrm>
              <a:grpFill/>
            </p:grpSpPr>
            <p:sp>
              <p:nvSpPr>
                <p:cNvPr id="2361" name="Google Shape;11812;p128">
                  <a:extLst>
                    <a:ext uri="{FF2B5EF4-FFF2-40B4-BE49-F238E27FC236}">
                      <a16:creationId xmlns:a16="http://schemas.microsoft.com/office/drawing/2014/main" id="{BF586FCE-4B2B-0220-D191-EEB0122B86DB}"/>
                    </a:ext>
                  </a:extLst>
                </p:cNvPr>
                <p:cNvSpPr/>
                <p:nvPr/>
              </p:nvSpPr>
              <p:spPr>
                <a:xfrm>
                  <a:off x="3853052" y="3577398"/>
                  <a:ext cx="37776" cy="324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22" extrusionOk="0">
                      <a:moveTo>
                        <a:pt x="2737" y="0"/>
                      </a:moveTo>
                      <a:cubicBezTo>
                        <a:pt x="2231" y="0"/>
                        <a:pt x="1714" y="190"/>
                        <a:pt x="1294" y="614"/>
                      </a:cubicBezTo>
                      <a:cubicBezTo>
                        <a:pt x="0" y="1908"/>
                        <a:pt x="919" y="4122"/>
                        <a:pt x="2746" y="4122"/>
                      </a:cubicBezTo>
                      <a:cubicBezTo>
                        <a:pt x="3883" y="4122"/>
                        <a:pt x="4803" y="3202"/>
                        <a:pt x="4803" y="2065"/>
                      </a:cubicBezTo>
                      <a:cubicBezTo>
                        <a:pt x="4803" y="823"/>
                        <a:pt x="3792" y="0"/>
                        <a:pt x="273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62" name="Google Shape;11813;p128">
                  <a:extLst>
                    <a:ext uri="{FF2B5EF4-FFF2-40B4-BE49-F238E27FC236}">
                      <a16:creationId xmlns:a16="http://schemas.microsoft.com/office/drawing/2014/main" id="{11EB4398-223C-2E6F-58F9-B3560582DFC4}"/>
                    </a:ext>
                  </a:extLst>
                </p:cNvPr>
                <p:cNvSpPr/>
                <p:nvPr/>
              </p:nvSpPr>
              <p:spPr>
                <a:xfrm>
                  <a:off x="3868176" y="3587072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23" y="1"/>
                      </a:moveTo>
                      <a:cubicBezTo>
                        <a:pt x="363" y="1"/>
                        <a:pt x="1" y="376"/>
                        <a:pt x="1" y="835"/>
                      </a:cubicBezTo>
                      <a:cubicBezTo>
                        <a:pt x="1" y="1295"/>
                        <a:pt x="363" y="1658"/>
                        <a:pt x="823" y="1658"/>
                      </a:cubicBezTo>
                      <a:cubicBezTo>
                        <a:pt x="1283" y="1658"/>
                        <a:pt x="1658" y="1295"/>
                        <a:pt x="1658" y="835"/>
                      </a:cubicBezTo>
                      <a:cubicBezTo>
                        <a:pt x="1658" y="376"/>
                        <a:pt x="1283" y="1"/>
                        <a:pt x="82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251" name="Google Shape;11814;p128">
                <a:extLst>
                  <a:ext uri="{FF2B5EF4-FFF2-40B4-BE49-F238E27FC236}">
                    <a16:creationId xmlns:a16="http://schemas.microsoft.com/office/drawing/2014/main" id="{0395C21E-50B8-3610-FFE7-017E79804262}"/>
                  </a:ext>
                </a:extLst>
              </p:cNvPr>
              <p:cNvGrpSpPr/>
              <p:nvPr/>
            </p:nvGrpSpPr>
            <p:grpSpPr>
              <a:xfrm>
                <a:off x="4039908" y="3412107"/>
                <a:ext cx="37776" cy="32357"/>
                <a:chOff x="4039908" y="3412107"/>
                <a:chExt cx="37776" cy="32357"/>
              </a:xfrm>
              <a:grpFill/>
            </p:grpSpPr>
            <p:sp>
              <p:nvSpPr>
                <p:cNvPr id="2359" name="Google Shape;11815;p128">
                  <a:extLst>
                    <a:ext uri="{FF2B5EF4-FFF2-40B4-BE49-F238E27FC236}">
                      <a16:creationId xmlns:a16="http://schemas.microsoft.com/office/drawing/2014/main" id="{4CD36837-4341-1C77-C67F-95F0D40D894B}"/>
                    </a:ext>
                  </a:extLst>
                </p:cNvPr>
                <p:cNvSpPr/>
                <p:nvPr/>
              </p:nvSpPr>
              <p:spPr>
                <a:xfrm>
                  <a:off x="4039908" y="3412107"/>
                  <a:ext cx="37776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4" extrusionOk="0">
                      <a:moveTo>
                        <a:pt x="2732" y="0"/>
                      </a:moveTo>
                      <a:cubicBezTo>
                        <a:pt x="2227" y="0"/>
                        <a:pt x="1713" y="187"/>
                        <a:pt x="1295" y="605"/>
                      </a:cubicBezTo>
                      <a:cubicBezTo>
                        <a:pt x="0" y="1900"/>
                        <a:pt x="920" y="4114"/>
                        <a:pt x="2746" y="4114"/>
                      </a:cubicBezTo>
                      <a:cubicBezTo>
                        <a:pt x="3883" y="4114"/>
                        <a:pt x="4803" y="3194"/>
                        <a:pt x="4803" y="2057"/>
                      </a:cubicBezTo>
                      <a:cubicBezTo>
                        <a:pt x="4803" y="821"/>
                        <a:pt x="3789" y="0"/>
                        <a:pt x="273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60" name="Google Shape;11816;p128">
                  <a:extLst>
                    <a:ext uri="{FF2B5EF4-FFF2-40B4-BE49-F238E27FC236}">
                      <a16:creationId xmlns:a16="http://schemas.microsoft.com/office/drawing/2014/main" id="{AB6223F1-C635-7C1B-14E4-599EA0E1EB01}"/>
                    </a:ext>
                  </a:extLst>
                </p:cNvPr>
                <p:cNvSpPr/>
                <p:nvPr/>
              </p:nvSpPr>
              <p:spPr>
                <a:xfrm>
                  <a:off x="4055033" y="3421812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23" y="1"/>
                      </a:moveTo>
                      <a:cubicBezTo>
                        <a:pt x="363" y="1"/>
                        <a:pt x="1" y="363"/>
                        <a:pt x="1" y="823"/>
                      </a:cubicBezTo>
                      <a:cubicBezTo>
                        <a:pt x="1" y="1283"/>
                        <a:pt x="363" y="1658"/>
                        <a:pt x="823" y="1658"/>
                      </a:cubicBezTo>
                      <a:cubicBezTo>
                        <a:pt x="1283" y="1658"/>
                        <a:pt x="1658" y="1283"/>
                        <a:pt x="1658" y="823"/>
                      </a:cubicBezTo>
                      <a:cubicBezTo>
                        <a:pt x="1658" y="363"/>
                        <a:pt x="1283" y="1"/>
                        <a:pt x="82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252" name="Google Shape;11817;p128">
                <a:extLst>
                  <a:ext uri="{FF2B5EF4-FFF2-40B4-BE49-F238E27FC236}">
                    <a16:creationId xmlns:a16="http://schemas.microsoft.com/office/drawing/2014/main" id="{C0360995-2179-A5FF-47D1-DDA4DBDF9C50}"/>
                  </a:ext>
                </a:extLst>
              </p:cNvPr>
              <p:cNvGrpSpPr/>
              <p:nvPr/>
            </p:nvGrpSpPr>
            <p:grpSpPr>
              <a:xfrm>
                <a:off x="4017360" y="3342061"/>
                <a:ext cx="37870" cy="32380"/>
                <a:chOff x="4017360" y="3342061"/>
                <a:chExt cx="37870" cy="32380"/>
              </a:xfrm>
              <a:grpFill/>
            </p:grpSpPr>
            <p:sp>
              <p:nvSpPr>
                <p:cNvPr id="2357" name="Google Shape;11818;p128">
                  <a:extLst>
                    <a:ext uri="{FF2B5EF4-FFF2-40B4-BE49-F238E27FC236}">
                      <a16:creationId xmlns:a16="http://schemas.microsoft.com/office/drawing/2014/main" id="{6D95DB77-F7B5-E68B-FC20-EB945904216A}"/>
                    </a:ext>
                  </a:extLst>
                </p:cNvPr>
                <p:cNvSpPr/>
                <p:nvPr/>
              </p:nvSpPr>
              <p:spPr>
                <a:xfrm>
                  <a:off x="4017360" y="3342061"/>
                  <a:ext cx="37870" cy="323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15" h="4117" extrusionOk="0">
                      <a:moveTo>
                        <a:pt x="2749" y="0"/>
                      </a:moveTo>
                      <a:cubicBezTo>
                        <a:pt x="2243" y="0"/>
                        <a:pt x="1726" y="189"/>
                        <a:pt x="1307" y="608"/>
                      </a:cubicBezTo>
                      <a:cubicBezTo>
                        <a:pt x="0" y="1903"/>
                        <a:pt x="920" y="4116"/>
                        <a:pt x="2758" y="4116"/>
                      </a:cubicBezTo>
                      <a:cubicBezTo>
                        <a:pt x="3895" y="4116"/>
                        <a:pt x="4815" y="3197"/>
                        <a:pt x="4815" y="2060"/>
                      </a:cubicBezTo>
                      <a:cubicBezTo>
                        <a:pt x="4815" y="817"/>
                        <a:pt x="3804" y="0"/>
                        <a:pt x="274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58" name="Google Shape;11819;p128">
                  <a:extLst>
                    <a:ext uri="{FF2B5EF4-FFF2-40B4-BE49-F238E27FC236}">
                      <a16:creationId xmlns:a16="http://schemas.microsoft.com/office/drawing/2014/main" id="{7B249EBF-1365-2FC9-B9C3-ED44112DEBA6}"/>
                    </a:ext>
                  </a:extLst>
                </p:cNvPr>
                <p:cNvSpPr/>
                <p:nvPr/>
              </p:nvSpPr>
              <p:spPr>
                <a:xfrm>
                  <a:off x="4032484" y="3351790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35" y="0"/>
                      </a:moveTo>
                      <a:cubicBezTo>
                        <a:pt x="376" y="0"/>
                        <a:pt x="1" y="363"/>
                        <a:pt x="1" y="823"/>
                      </a:cubicBezTo>
                      <a:cubicBezTo>
                        <a:pt x="1" y="1283"/>
                        <a:pt x="376" y="1658"/>
                        <a:pt x="835" y="1658"/>
                      </a:cubicBezTo>
                      <a:cubicBezTo>
                        <a:pt x="1295" y="1658"/>
                        <a:pt x="1658" y="1283"/>
                        <a:pt x="1658" y="823"/>
                      </a:cubicBezTo>
                      <a:cubicBezTo>
                        <a:pt x="1658" y="363"/>
                        <a:pt x="1295" y="0"/>
                        <a:pt x="83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253" name="Google Shape;11820;p128">
                <a:extLst>
                  <a:ext uri="{FF2B5EF4-FFF2-40B4-BE49-F238E27FC236}">
                    <a16:creationId xmlns:a16="http://schemas.microsoft.com/office/drawing/2014/main" id="{ACA86ECE-655C-7FD4-4EB7-72B398CECFF9}"/>
                  </a:ext>
                </a:extLst>
              </p:cNvPr>
              <p:cNvSpPr/>
              <p:nvPr/>
            </p:nvSpPr>
            <p:spPr>
              <a:xfrm>
                <a:off x="3998712" y="3520180"/>
                <a:ext cx="47764" cy="40929"/>
              </a:xfrm>
              <a:custGeom>
                <a:avLst/>
                <a:gdLst/>
                <a:ahLst/>
                <a:cxnLst/>
                <a:rect l="l" t="t" r="r" b="b"/>
                <a:pathLst>
                  <a:path w="6073" h="5204" extrusionOk="0">
                    <a:moveTo>
                      <a:pt x="3457" y="0"/>
                    </a:moveTo>
                    <a:cubicBezTo>
                      <a:pt x="2821" y="0"/>
                      <a:pt x="2173" y="236"/>
                      <a:pt x="1645" y="764"/>
                    </a:cubicBezTo>
                    <a:cubicBezTo>
                      <a:pt x="0" y="2397"/>
                      <a:pt x="1162" y="5191"/>
                      <a:pt x="3472" y="5203"/>
                    </a:cubicBezTo>
                    <a:cubicBezTo>
                      <a:pt x="4899" y="5191"/>
                      <a:pt x="6061" y="4030"/>
                      <a:pt x="6073" y="2602"/>
                    </a:cubicBezTo>
                    <a:cubicBezTo>
                      <a:pt x="6073" y="1038"/>
                      <a:pt x="4792" y="0"/>
                      <a:pt x="34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4" name="Google Shape;11821;p128">
                <a:extLst>
                  <a:ext uri="{FF2B5EF4-FFF2-40B4-BE49-F238E27FC236}">
                    <a16:creationId xmlns:a16="http://schemas.microsoft.com/office/drawing/2014/main" id="{195FC3C5-4FC8-4589-D8E3-D10F11F3059C}"/>
                  </a:ext>
                </a:extLst>
              </p:cNvPr>
              <p:cNvSpPr/>
              <p:nvPr/>
            </p:nvSpPr>
            <p:spPr>
              <a:xfrm>
                <a:off x="4011744" y="3529893"/>
                <a:ext cx="25026" cy="21448"/>
              </a:xfrm>
              <a:custGeom>
                <a:avLst/>
                <a:gdLst/>
                <a:ahLst/>
                <a:cxnLst/>
                <a:rect l="l" t="t" r="r" b="b"/>
                <a:pathLst>
                  <a:path w="3182" h="2727" extrusionOk="0">
                    <a:moveTo>
                      <a:pt x="1815" y="0"/>
                    </a:moveTo>
                    <a:cubicBezTo>
                      <a:pt x="605" y="0"/>
                      <a:pt x="1" y="1464"/>
                      <a:pt x="847" y="2323"/>
                    </a:cubicBezTo>
                    <a:cubicBezTo>
                      <a:pt x="1126" y="2601"/>
                      <a:pt x="1468" y="2726"/>
                      <a:pt x="1803" y="2726"/>
                    </a:cubicBezTo>
                    <a:cubicBezTo>
                      <a:pt x="2503" y="2726"/>
                      <a:pt x="3174" y="2185"/>
                      <a:pt x="3182" y="1367"/>
                    </a:cubicBezTo>
                    <a:cubicBezTo>
                      <a:pt x="3182" y="605"/>
                      <a:pt x="2565" y="0"/>
                      <a:pt x="181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255" name="Google Shape;11822;p128">
                <a:extLst>
                  <a:ext uri="{FF2B5EF4-FFF2-40B4-BE49-F238E27FC236}">
                    <a16:creationId xmlns:a16="http://schemas.microsoft.com/office/drawing/2014/main" id="{8282648D-7697-4911-4DBC-836643CDCCB0}"/>
                  </a:ext>
                </a:extLst>
              </p:cNvPr>
              <p:cNvGrpSpPr/>
              <p:nvPr/>
            </p:nvGrpSpPr>
            <p:grpSpPr>
              <a:xfrm>
                <a:off x="3750870" y="3418650"/>
                <a:ext cx="37776" cy="32380"/>
                <a:chOff x="3750870" y="3418650"/>
                <a:chExt cx="37776" cy="32380"/>
              </a:xfrm>
              <a:grpFill/>
            </p:grpSpPr>
            <p:sp>
              <p:nvSpPr>
                <p:cNvPr id="2355" name="Google Shape;11823;p128">
                  <a:extLst>
                    <a:ext uri="{FF2B5EF4-FFF2-40B4-BE49-F238E27FC236}">
                      <a16:creationId xmlns:a16="http://schemas.microsoft.com/office/drawing/2014/main" id="{24B97115-D20F-C377-D2ED-E31CE43E997A}"/>
                    </a:ext>
                  </a:extLst>
                </p:cNvPr>
                <p:cNvSpPr/>
                <p:nvPr/>
              </p:nvSpPr>
              <p:spPr>
                <a:xfrm>
                  <a:off x="3750870" y="3418650"/>
                  <a:ext cx="37776" cy="323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7" extrusionOk="0">
                      <a:moveTo>
                        <a:pt x="2737" y="0"/>
                      </a:moveTo>
                      <a:cubicBezTo>
                        <a:pt x="2231" y="0"/>
                        <a:pt x="1714" y="188"/>
                        <a:pt x="1295" y="608"/>
                      </a:cubicBezTo>
                      <a:cubicBezTo>
                        <a:pt x="0" y="1903"/>
                        <a:pt x="920" y="4116"/>
                        <a:pt x="2746" y="4116"/>
                      </a:cubicBezTo>
                      <a:cubicBezTo>
                        <a:pt x="3883" y="4104"/>
                        <a:pt x="4803" y="3185"/>
                        <a:pt x="4803" y="2060"/>
                      </a:cubicBezTo>
                      <a:cubicBezTo>
                        <a:pt x="4803" y="817"/>
                        <a:pt x="3792" y="0"/>
                        <a:pt x="273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56" name="Google Shape;11824;p128">
                  <a:extLst>
                    <a:ext uri="{FF2B5EF4-FFF2-40B4-BE49-F238E27FC236}">
                      <a16:creationId xmlns:a16="http://schemas.microsoft.com/office/drawing/2014/main" id="{42D632E6-8A68-FE32-3103-A90E1A895F81}"/>
                    </a:ext>
                  </a:extLst>
                </p:cNvPr>
                <p:cNvSpPr/>
                <p:nvPr/>
              </p:nvSpPr>
              <p:spPr>
                <a:xfrm>
                  <a:off x="3765994" y="3428285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23" y="0"/>
                      </a:moveTo>
                      <a:cubicBezTo>
                        <a:pt x="363" y="0"/>
                        <a:pt x="1" y="375"/>
                        <a:pt x="1" y="835"/>
                      </a:cubicBezTo>
                      <a:cubicBezTo>
                        <a:pt x="1" y="1294"/>
                        <a:pt x="363" y="1657"/>
                        <a:pt x="823" y="1657"/>
                      </a:cubicBezTo>
                      <a:cubicBezTo>
                        <a:pt x="1283" y="1657"/>
                        <a:pt x="1658" y="1294"/>
                        <a:pt x="1658" y="835"/>
                      </a:cubicBezTo>
                      <a:cubicBezTo>
                        <a:pt x="1658" y="375"/>
                        <a:pt x="1283" y="0"/>
                        <a:pt x="82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256" name="Google Shape;11825;p128">
                <a:extLst>
                  <a:ext uri="{FF2B5EF4-FFF2-40B4-BE49-F238E27FC236}">
                    <a16:creationId xmlns:a16="http://schemas.microsoft.com/office/drawing/2014/main" id="{0802057B-75C2-D12B-B9FD-BD78BFDB5575}"/>
                  </a:ext>
                </a:extLst>
              </p:cNvPr>
              <p:cNvGrpSpPr/>
              <p:nvPr/>
            </p:nvGrpSpPr>
            <p:grpSpPr>
              <a:xfrm>
                <a:off x="3632509" y="3274438"/>
                <a:ext cx="37783" cy="32357"/>
                <a:chOff x="3632509" y="3274438"/>
                <a:chExt cx="37783" cy="32357"/>
              </a:xfrm>
              <a:grpFill/>
            </p:grpSpPr>
            <p:sp>
              <p:nvSpPr>
                <p:cNvPr id="2353" name="Google Shape;11826;p128">
                  <a:extLst>
                    <a:ext uri="{FF2B5EF4-FFF2-40B4-BE49-F238E27FC236}">
                      <a16:creationId xmlns:a16="http://schemas.microsoft.com/office/drawing/2014/main" id="{43F2EB86-6C0B-1F5B-42AB-59F3532B2570}"/>
                    </a:ext>
                  </a:extLst>
                </p:cNvPr>
                <p:cNvSpPr/>
                <p:nvPr/>
              </p:nvSpPr>
              <p:spPr>
                <a:xfrm>
                  <a:off x="3632509" y="3274438"/>
                  <a:ext cx="37783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14" extrusionOk="0">
                      <a:moveTo>
                        <a:pt x="2732" y="0"/>
                      </a:moveTo>
                      <a:cubicBezTo>
                        <a:pt x="2228" y="0"/>
                        <a:pt x="1713" y="187"/>
                        <a:pt x="1295" y="605"/>
                      </a:cubicBezTo>
                      <a:cubicBezTo>
                        <a:pt x="1" y="1900"/>
                        <a:pt x="908" y="4114"/>
                        <a:pt x="2747" y="4114"/>
                      </a:cubicBezTo>
                      <a:cubicBezTo>
                        <a:pt x="3872" y="4114"/>
                        <a:pt x="4791" y="3194"/>
                        <a:pt x="4803" y="2057"/>
                      </a:cubicBezTo>
                      <a:cubicBezTo>
                        <a:pt x="4803" y="821"/>
                        <a:pt x="3789" y="0"/>
                        <a:pt x="273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54" name="Google Shape;11827;p128">
                  <a:extLst>
                    <a:ext uri="{FF2B5EF4-FFF2-40B4-BE49-F238E27FC236}">
                      <a16:creationId xmlns:a16="http://schemas.microsoft.com/office/drawing/2014/main" id="{F9984577-EE49-101D-5A64-DF29757B0297}"/>
                    </a:ext>
                  </a:extLst>
                </p:cNvPr>
                <p:cNvSpPr/>
                <p:nvPr/>
              </p:nvSpPr>
              <p:spPr>
                <a:xfrm>
                  <a:off x="3647547" y="3284049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35" y="0"/>
                      </a:moveTo>
                      <a:cubicBezTo>
                        <a:pt x="375" y="0"/>
                        <a:pt x="0" y="375"/>
                        <a:pt x="0" y="835"/>
                      </a:cubicBezTo>
                      <a:cubicBezTo>
                        <a:pt x="0" y="1295"/>
                        <a:pt x="375" y="1658"/>
                        <a:pt x="835" y="1658"/>
                      </a:cubicBezTo>
                      <a:cubicBezTo>
                        <a:pt x="1282" y="1658"/>
                        <a:pt x="1657" y="1295"/>
                        <a:pt x="1657" y="835"/>
                      </a:cubicBezTo>
                      <a:cubicBezTo>
                        <a:pt x="1657" y="375"/>
                        <a:pt x="1282" y="0"/>
                        <a:pt x="83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257" name="Google Shape;11828;p128">
                <a:extLst>
                  <a:ext uri="{FF2B5EF4-FFF2-40B4-BE49-F238E27FC236}">
                    <a16:creationId xmlns:a16="http://schemas.microsoft.com/office/drawing/2014/main" id="{0187DCB8-C37B-2334-16B3-DC8A5077B4C4}"/>
                  </a:ext>
                </a:extLst>
              </p:cNvPr>
              <p:cNvGrpSpPr/>
              <p:nvPr/>
            </p:nvGrpSpPr>
            <p:grpSpPr>
              <a:xfrm>
                <a:off x="3906424" y="3297561"/>
                <a:ext cx="37776" cy="32451"/>
                <a:chOff x="3906424" y="3297561"/>
                <a:chExt cx="37776" cy="32451"/>
              </a:xfrm>
              <a:grpFill/>
            </p:grpSpPr>
            <p:sp>
              <p:nvSpPr>
                <p:cNvPr id="2351" name="Google Shape;11829;p128">
                  <a:extLst>
                    <a:ext uri="{FF2B5EF4-FFF2-40B4-BE49-F238E27FC236}">
                      <a16:creationId xmlns:a16="http://schemas.microsoft.com/office/drawing/2014/main" id="{CA29EBBC-227B-CA59-EEFB-257EDFBDD919}"/>
                    </a:ext>
                  </a:extLst>
                </p:cNvPr>
                <p:cNvSpPr/>
                <p:nvPr/>
              </p:nvSpPr>
              <p:spPr>
                <a:xfrm>
                  <a:off x="3906424" y="3297561"/>
                  <a:ext cx="37776" cy="324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26" extrusionOk="0">
                      <a:moveTo>
                        <a:pt x="2730" y="0"/>
                      </a:moveTo>
                      <a:cubicBezTo>
                        <a:pt x="2226" y="0"/>
                        <a:pt x="1713" y="187"/>
                        <a:pt x="1295" y="605"/>
                      </a:cubicBezTo>
                      <a:cubicBezTo>
                        <a:pt x="0" y="1899"/>
                        <a:pt x="920" y="4125"/>
                        <a:pt x="2746" y="4125"/>
                      </a:cubicBezTo>
                      <a:cubicBezTo>
                        <a:pt x="3883" y="4113"/>
                        <a:pt x="4803" y="3194"/>
                        <a:pt x="4803" y="2069"/>
                      </a:cubicBezTo>
                      <a:cubicBezTo>
                        <a:pt x="4803" y="824"/>
                        <a:pt x="3788" y="0"/>
                        <a:pt x="273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52" name="Google Shape;11830;p128">
                  <a:extLst>
                    <a:ext uri="{FF2B5EF4-FFF2-40B4-BE49-F238E27FC236}">
                      <a16:creationId xmlns:a16="http://schemas.microsoft.com/office/drawing/2014/main" id="{AB0EA62F-6738-0B66-106F-788CE91503F2}"/>
                    </a:ext>
                  </a:extLst>
                </p:cNvPr>
                <p:cNvSpPr/>
                <p:nvPr/>
              </p:nvSpPr>
              <p:spPr>
                <a:xfrm>
                  <a:off x="3921548" y="3307361"/>
                  <a:ext cx="13048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58" extrusionOk="0">
                      <a:moveTo>
                        <a:pt x="823" y="0"/>
                      </a:moveTo>
                      <a:cubicBezTo>
                        <a:pt x="364" y="0"/>
                        <a:pt x="1" y="363"/>
                        <a:pt x="1" y="823"/>
                      </a:cubicBezTo>
                      <a:cubicBezTo>
                        <a:pt x="1" y="1282"/>
                        <a:pt x="364" y="1657"/>
                        <a:pt x="823" y="1657"/>
                      </a:cubicBezTo>
                      <a:cubicBezTo>
                        <a:pt x="1283" y="1657"/>
                        <a:pt x="1658" y="1282"/>
                        <a:pt x="1658" y="823"/>
                      </a:cubicBezTo>
                      <a:cubicBezTo>
                        <a:pt x="1658" y="363"/>
                        <a:pt x="1283" y="0"/>
                        <a:pt x="82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258" name="Google Shape;11831;p128">
                <a:extLst>
                  <a:ext uri="{FF2B5EF4-FFF2-40B4-BE49-F238E27FC236}">
                    <a16:creationId xmlns:a16="http://schemas.microsoft.com/office/drawing/2014/main" id="{D2FCFDE4-6D8D-9534-B6B9-C382F161DB14}"/>
                  </a:ext>
                </a:extLst>
              </p:cNvPr>
              <p:cNvGrpSpPr/>
              <p:nvPr/>
            </p:nvGrpSpPr>
            <p:grpSpPr>
              <a:xfrm>
                <a:off x="3866084" y="3412107"/>
                <a:ext cx="37776" cy="32357"/>
                <a:chOff x="3866084" y="3412107"/>
                <a:chExt cx="37776" cy="32357"/>
              </a:xfrm>
              <a:grpFill/>
            </p:grpSpPr>
            <p:sp>
              <p:nvSpPr>
                <p:cNvPr id="2349" name="Google Shape;11832;p128">
                  <a:extLst>
                    <a:ext uri="{FF2B5EF4-FFF2-40B4-BE49-F238E27FC236}">
                      <a16:creationId xmlns:a16="http://schemas.microsoft.com/office/drawing/2014/main" id="{8D8F2CF1-5B8D-E093-C97C-8460A23761D1}"/>
                    </a:ext>
                  </a:extLst>
                </p:cNvPr>
                <p:cNvSpPr/>
                <p:nvPr/>
              </p:nvSpPr>
              <p:spPr>
                <a:xfrm>
                  <a:off x="3866084" y="3412107"/>
                  <a:ext cx="37776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4" extrusionOk="0">
                      <a:moveTo>
                        <a:pt x="2732" y="0"/>
                      </a:moveTo>
                      <a:cubicBezTo>
                        <a:pt x="2227" y="0"/>
                        <a:pt x="1713" y="187"/>
                        <a:pt x="1295" y="605"/>
                      </a:cubicBezTo>
                      <a:cubicBezTo>
                        <a:pt x="0" y="1900"/>
                        <a:pt x="920" y="4114"/>
                        <a:pt x="2746" y="4114"/>
                      </a:cubicBezTo>
                      <a:cubicBezTo>
                        <a:pt x="3883" y="4114"/>
                        <a:pt x="4803" y="3194"/>
                        <a:pt x="4803" y="2057"/>
                      </a:cubicBezTo>
                      <a:cubicBezTo>
                        <a:pt x="4803" y="821"/>
                        <a:pt x="3789" y="0"/>
                        <a:pt x="273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50" name="Google Shape;11833;p128">
                  <a:extLst>
                    <a:ext uri="{FF2B5EF4-FFF2-40B4-BE49-F238E27FC236}">
                      <a16:creationId xmlns:a16="http://schemas.microsoft.com/office/drawing/2014/main" id="{9D384E93-8FAD-960B-88EF-20EDC453C04C}"/>
                    </a:ext>
                  </a:extLst>
                </p:cNvPr>
                <p:cNvSpPr/>
                <p:nvPr/>
              </p:nvSpPr>
              <p:spPr>
                <a:xfrm>
                  <a:off x="3881208" y="3421812"/>
                  <a:ext cx="13048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9" h="1658" extrusionOk="0">
                      <a:moveTo>
                        <a:pt x="823" y="1"/>
                      </a:moveTo>
                      <a:cubicBezTo>
                        <a:pt x="364" y="1"/>
                        <a:pt x="1" y="363"/>
                        <a:pt x="1" y="823"/>
                      </a:cubicBezTo>
                      <a:cubicBezTo>
                        <a:pt x="1" y="1283"/>
                        <a:pt x="364" y="1658"/>
                        <a:pt x="823" y="1658"/>
                      </a:cubicBezTo>
                      <a:cubicBezTo>
                        <a:pt x="1283" y="1658"/>
                        <a:pt x="1658" y="1283"/>
                        <a:pt x="1658" y="823"/>
                      </a:cubicBezTo>
                      <a:cubicBezTo>
                        <a:pt x="1658" y="363"/>
                        <a:pt x="1283" y="1"/>
                        <a:pt x="82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259" name="Google Shape;11834;p128">
                <a:extLst>
                  <a:ext uri="{FF2B5EF4-FFF2-40B4-BE49-F238E27FC236}">
                    <a16:creationId xmlns:a16="http://schemas.microsoft.com/office/drawing/2014/main" id="{408632C6-0C0C-E0C1-4CBB-DA6E47E1149D}"/>
                  </a:ext>
                </a:extLst>
              </p:cNvPr>
              <p:cNvGrpSpPr/>
              <p:nvPr/>
            </p:nvGrpSpPr>
            <p:grpSpPr>
              <a:xfrm>
                <a:off x="4023919" y="3766409"/>
                <a:ext cx="37783" cy="32357"/>
                <a:chOff x="4023919" y="3766409"/>
                <a:chExt cx="37783" cy="32357"/>
              </a:xfrm>
              <a:grpFill/>
            </p:grpSpPr>
            <p:sp>
              <p:nvSpPr>
                <p:cNvPr id="2347" name="Google Shape;11835;p128">
                  <a:extLst>
                    <a:ext uri="{FF2B5EF4-FFF2-40B4-BE49-F238E27FC236}">
                      <a16:creationId xmlns:a16="http://schemas.microsoft.com/office/drawing/2014/main" id="{1C27B777-BD5E-FCA0-D0FB-2BCCE05D710D}"/>
                    </a:ext>
                  </a:extLst>
                </p:cNvPr>
                <p:cNvSpPr/>
                <p:nvPr/>
              </p:nvSpPr>
              <p:spPr>
                <a:xfrm>
                  <a:off x="4023919" y="3766409"/>
                  <a:ext cx="37783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14" extrusionOk="0">
                      <a:moveTo>
                        <a:pt x="2732" y="0"/>
                      </a:moveTo>
                      <a:cubicBezTo>
                        <a:pt x="2228" y="0"/>
                        <a:pt x="1714" y="187"/>
                        <a:pt x="1295" y="606"/>
                      </a:cubicBezTo>
                      <a:cubicBezTo>
                        <a:pt x="1" y="1900"/>
                        <a:pt x="920" y="4114"/>
                        <a:pt x="2747" y="4114"/>
                      </a:cubicBezTo>
                      <a:cubicBezTo>
                        <a:pt x="3884" y="4114"/>
                        <a:pt x="4803" y="3194"/>
                        <a:pt x="4803" y="2057"/>
                      </a:cubicBezTo>
                      <a:cubicBezTo>
                        <a:pt x="4803" y="821"/>
                        <a:pt x="3789" y="0"/>
                        <a:pt x="273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48" name="Google Shape;11836;p128">
                  <a:extLst>
                    <a:ext uri="{FF2B5EF4-FFF2-40B4-BE49-F238E27FC236}">
                      <a16:creationId xmlns:a16="http://schemas.microsoft.com/office/drawing/2014/main" id="{73E2B6AE-4FCD-ACB2-6914-C50BDFD61A5C}"/>
                    </a:ext>
                  </a:extLst>
                </p:cNvPr>
                <p:cNvSpPr/>
                <p:nvPr/>
              </p:nvSpPr>
              <p:spPr>
                <a:xfrm>
                  <a:off x="4039051" y="3776115"/>
                  <a:ext cx="13040" cy="13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9" extrusionOk="0">
                      <a:moveTo>
                        <a:pt x="823" y="1"/>
                      </a:moveTo>
                      <a:cubicBezTo>
                        <a:pt x="363" y="1"/>
                        <a:pt x="0" y="376"/>
                        <a:pt x="0" y="823"/>
                      </a:cubicBezTo>
                      <a:cubicBezTo>
                        <a:pt x="0" y="1283"/>
                        <a:pt x="363" y="1658"/>
                        <a:pt x="823" y="1658"/>
                      </a:cubicBezTo>
                      <a:cubicBezTo>
                        <a:pt x="1283" y="1658"/>
                        <a:pt x="1658" y="1283"/>
                        <a:pt x="1658" y="823"/>
                      </a:cubicBezTo>
                      <a:cubicBezTo>
                        <a:pt x="1658" y="376"/>
                        <a:pt x="1283" y="1"/>
                        <a:pt x="82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260" name="Google Shape;11837;p128">
                <a:extLst>
                  <a:ext uri="{FF2B5EF4-FFF2-40B4-BE49-F238E27FC236}">
                    <a16:creationId xmlns:a16="http://schemas.microsoft.com/office/drawing/2014/main" id="{C5854CB7-1CB8-1EA2-EBAF-DE208DFE483D}"/>
                  </a:ext>
                </a:extLst>
              </p:cNvPr>
              <p:cNvGrpSpPr/>
              <p:nvPr/>
            </p:nvGrpSpPr>
            <p:grpSpPr>
              <a:xfrm>
                <a:off x="3973882" y="3779449"/>
                <a:ext cx="37776" cy="32357"/>
                <a:chOff x="3973882" y="3779449"/>
                <a:chExt cx="37776" cy="32357"/>
              </a:xfrm>
              <a:grpFill/>
            </p:grpSpPr>
            <p:sp>
              <p:nvSpPr>
                <p:cNvPr id="2345" name="Google Shape;11838;p128">
                  <a:extLst>
                    <a:ext uri="{FF2B5EF4-FFF2-40B4-BE49-F238E27FC236}">
                      <a16:creationId xmlns:a16="http://schemas.microsoft.com/office/drawing/2014/main" id="{66664E3F-0E5C-4348-A35C-B815CF4E5782}"/>
                    </a:ext>
                  </a:extLst>
                </p:cNvPr>
                <p:cNvSpPr/>
                <p:nvPr/>
              </p:nvSpPr>
              <p:spPr>
                <a:xfrm>
                  <a:off x="3973882" y="3779449"/>
                  <a:ext cx="37776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4" extrusionOk="0">
                      <a:moveTo>
                        <a:pt x="2730" y="0"/>
                      </a:moveTo>
                      <a:cubicBezTo>
                        <a:pt x="2226" y="0"/>
                        <a:pt x="1712" y="187"/>
                        <a:pt x="1294" y="605"/>
                      </a:cubicBezTo>
                      <a:cubicBezTo>
                        <a:pt x="0" y="1899"/>
                        <a:pt x="919" y="4113"/>
                        <a:pt x="2746" y="4113"/>
                      </a:cubicBezTo>
                      <a:cubicBezTo>
                        <a:pt x="3883" y="4113"/>
                        <a:pt x="4802" y="3194"/>
                        <a:pt x="4802" y="2069"/>
                      </a:cubicBezTo>
                      <a:cubicBezTo>
                        <a:pt x="4802" y="824"/>
                        <a:pt x="3787" y="0"/>
                        <a:pt x="273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46" name="Google Shape;11839;p128">
                  <a:extLst>
                    <a:ext uri="{FF2B5EF4-FFF2-40B4-BE49-F238E27FC236}">
                      <a16:creationId xmlns:a16="http://schemas.microsoft.com/office/drawing/2014/main" id="{99312083-B5F8-F080-0BBE-6C62E2AE5C9D}"/>
                    </a:ext>
                  </a:extLst>
                </p:cNvPr>
                <p:cNvSpPr/>
                <p:nvPr/>
              </p:nvSpPr>
              <p:spPr>
                <a:xfrm>
                  <a:off x="3989006" y="3789155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23" y="0"/>
                      </a:moveTo>
                      <a:cubicBezTo>
                        <a:pt x="363" y="0"/>
                        <a:pt x="0" y="375"/>
                        <a:pt x="0" y="823"/>
                      </a:cubicBezTo>
                      <a:cubicBezTo>
                        <a:pt x="0" y="1282"/>
                        <a:pt x="363" y="1657"/>
                        <a:pt x="823" y="1657"/>
                      </a:cubicBezTo>
                      <a:cubicBezTo>
                        <a:pt x="1283" y="1657"/>
                        <a:pt x="1658" y="1282"/>
                        <a:pt x="1658" y="823"/>
                      </a:cubicBezTo>
                      <a:cubicBezTo>
                        <a:pt x="1658" y="375"/>
                        <a:pt x="1283" y="0"/>
                        <a:pt x="82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261" name="Google Shape;11840;p128">
                <a:extLst>
                  <a:ext uri="{FF2B5EF4-FFF2-40B4-BE49-F238E27FC236}">
                    <a16:creationId xmlns:a16="http://schemas.microsoft.com/office/drawing/2014/main" id="{435F9513-F296-2509-61A6-A09511084367}"/>
                  </a:ext>
                </a:extLst>
              </p:cNvPr>
              <p:cNvGrpSpPr/>
              <p:nvPr/>
            </p:nvGrpSpPr>
            <p:grpSpPr>
              <a:xfrm>
                <a:off x="4073398" y="3838028"/>
                <a:ext cx="37776" cy="32380"/>
                <a:chOff x="4073398" y="3838028"/>
                <a:chExt cx="37776" cy="32380"/>
              </a:xfrm>
              <a:grpFill/>
            </p:grpSpPr>
            <p:sp>
              <p:nvSpPr>
                <p:cNvPr id="2343" name="Google Shape;11841;p128">
                  <a:extLst>
                    <a:ext uri="{FF2B5EF4-FFF2-40B4-BE49-F238E27FC236}">
                      <a16:creationId xmlns:a16="http://schemas.microsoft.com/office/drawing/2014/main" id="{F37D46DB-8C17-55B2-E601-DA15F0C63301}"/>
                    </a:ext>
                  </a:extLst>
                </p:cNvPr>
                <p:cNvSpPr/>
                <p:nvPr/>
              </p:nvSpPr>
              <p:spPr>
                <a:xfrm>
                  <a:off x="4073398" y="3838028"/>
                  <a:ext cx="37776" cy="323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7" extrusionOk="0">
                      <a:moveTo>
                        <a:pt x="2737" y="1"/>
                      </a:moveTo>
                      <a:cubicBezTo>
                        <a:pt x="2231" y="1"/>
                        <a:pt x="1714" y="189"/>
                        <a:pt x="1295" y="609"/>
                      </a:cubicBezTo>
                      <a:cubicBezTo>
                        <a:pt x="0" y="1891"/>
                        <a:pt x="920" y="4105"/>
                        <a:pt x="2746" y="4117"/>
                      </a:cubicBezTo>
                      <a:cubicBezTo>
                        <a:pt x="3883" y="4105"/>
                        <a:pt x="4803" y="3185"/>
                        <a:pt x="4803" y="2060"/>
                      </a:cubicBezTo>
                      <a:cubicBezTo>
                        <a:pt x="4803" y="818"/>
                        <a:pt x="3792" y="1"/>
                        <a:pt x="273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44" name="Google Shape;11842;p128">
                  <a:extLst>
                    <a:ext uri="{FF2B5EF4-FFF2-40B4-BE49-F238E27FC236}">
                      <a16:creationId xmlns:a16="http://schemas.microsoft.com/office/drawing/2014/main" id="{81EBD085-2F1E-35CA-3AD2-D8124F73C3A3}"/>
                    </a:ext>
                  </a:extLst>
                </p:cNvPr>
                <p:cNvSpPr/>
                <p:nvPr/>
              </p:nvSpPr>
              <p:spPr>
                <a:xfrm>
                  <a:off x="4088428" y="3847663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35" y="1"/>
                      </a:moveTo>
                      <a:cubicBezTo>
                        <a:pt x="376" y="1"/>
                        <a:pt x="1" y="376"/>
                        <a:pt x="1" y="835"/>
                      </a:cubicBezTo>
                      <a:cubicBezTo>
                        <a:pt x="1" y="1283"/>
                        <a:pt x="376" y="1658"/>
                        <a:pt x="835" y="1658"/>
                      </a:cubicBezTo>
                      <a:cubicBezTo>
                        <a:pt x="1295" y="1658"/>
                        <a:pt x="1658" y="1283"/>
                        <a:pt x="1658" y="835"/>
                      </a:cubicBezTo>
                      <a:cubicBezTo>
                        <a:pt x="1658" y="376"/>
                        <a:pt x="1295" y="1"/>
                        <a:pt x="83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262" name="Google Shape;11843;p128">
                <a:extLst>
                  <a:ext uri="{FF2B5EF4-FFF2-40B4-BE49-F238E27FC236}">
                    <a16:creationId xmlns:a16="http://schemas.microsoft.com/office/drawing/2014/main" id="{CF7FCF79-1C12-04F1-8546-E1913A8F4005}"/>
                  </a:ext>
                </a:extLst>
              </p:cNvPr>
              <p:cNvGrpSpPr/>
              <p:nvPr/>
            </p:nvGrpSpPr>
            <p:grpSpPr>
              <a:xfrm>
                <a:off x="4342672" y="4144496"/>
                <a:ext cx="37752" cy="32364"/>
                <a:chOff x="4342672" y="4144496"/>
                <a:chExt cx="37752" cy="32364"/>
              </a:xfrm>
              <a:grpFill/>
            </p:grpSpPr>
            <p:sp>
              <p:nvSpPr>
                <p:cNvPr id="2341" name="Google Shape;11844;p128">
                  <a:extLst>
                    <a:ext uri="{FF2B5EF4-FFF2-40B4-BE49-F238E27FC236}">
                      <a16:creationId xmlns:a16="http://schemas.microsoft.com/office/drawing/2014/main" id="{473F24A0-D2D7-0575-9F07-AB60092AE379}"/>
                    </a:ext>
                  </a:extLst>
                </p:cNvPr>
                <p:cNvSpPr/>
                <p:nvPr/>
              </p:nvSpPr>
              <p:spPr>
                <a:xfrm>
                  <a:off x="4342672" y="4144496"/>
                  <a:ext cx="37752" cy="323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0" h="4115" extrusionOk="0">
                      <a:moveTo>
                        <a:pt x="2729" y="1"/>
                      </a:moveTo>
                      <a:cubicBezTo>
                        <a:pt x="2224" y="1"/>
                        <a:pt x="1710" y="188"/>
                        <a:pt x="1291" y="606"/>
                      </a:cubicBezTo>
                      <a:cubicBezTo>
                        <a:pt x="1" y="1897"/>
                        <a:pt x="912" y="4114"/>
                        <a:pt x="2740" y="4114"/>
                      </a:cubicBezTo>
                      <a:cubicBezTo>
                        <a:pt x="2745" y="4114"/>
                        <a:pt x="2750" y="4114"/>
                        <a:pt x="2755" y="4114"/>
                      </a:cubicBezTo>
                      <a:cubicBezTo>
                        <a:pt x="3880" y="4114"/>
                        <a:pt x="4800" y="3195"/>
                        <a:pt x="4800" y="2058"/>
                      </a:cubicBezTo>
                      <a:cubicBezTo>
                        <a:pt x="4800" y="822"/>
                        <a:pt x="3785" y="1"/>
                        <a:pt x="272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42" name="Google Shape;11845;p128">
                  <a:extLst>
                    <a:ext uri="{FF2B5EF4-FFF2-40B4-BE49-F238E27FC236}">
                      <a16:creationId xmlns:a16="http://schemas.microsoft.com/office/drawing/2014/main" id="{794C089C-0BCE-23E8-1747-046F185CDE38}"/>
                    </a:ext>
                  </a:extLst>
                </p:cNvPr>
                <p:cNvSpPr/>
                <p:nvPr/>
              </p:nvSpPr>
              <p:spPr>
                <a:xfrm>
                  <a:off x="4355586" y="4154209"/>
                  <a:ext cx="15227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6" h="1658" extrusionOk="0">
                      <a:moveTo>
                        <a:pt x="1101" y="0"/>
                      </a:moveTo>
                      <a:cubicBezTo>
                        <a:pt x="363" y="0"/>
                        <a:pt x="0" y="895"/>
                        <a:pt x="520" y="1416"/>
                      </a:cubicBezTo>
                      <a:cubicBezTo>
                        <a:pt x="688" y="1583"/>
                        <a:pt x="893" y="1657"/>
                        <a:pt x="1096" y="1657"/>
                      </a:cubicBezTo>
                      <a:cubicBezTo>
                        <a:pt x="1523" y="1657"/>
                        <a:pt x="1936" y="1324"/>
                        <a:pt x="1936" y="823"/>
                      </a:cubicBezTo>
                      <a:cubicBezTo>
                        <a:pt x="1936" y="375"/>
                        <a:pt x="1561" y="0"/>
                        <a:pt x="110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263" name="Google Shape;11846;p128">
                <a:extLst>
                  <a:ext uri="{FF2B5EF4-FFF2-40B4-BE49-F238E27FC236}">
                    <a16:creationId xmlns:a16="http://schemas.microsoft.com/office/drawing/2014/main" id="{AA6DB0AF-FBC9-679C-98E1-5B6F913A07B0}"/>
                  </a:ext>
                </a:extLst>
              </p:cNvPr>
              <p:cNvGrpSpPr/>
              <p:nvPr/>
            </p:nvGrpSpPr>
            <p:grpSpPr>
              <a:xfrm>
                <a:off x="4406386" y="4056872"/>
                <a:ext cx="37783" cy="32364"/>
                <a:chOff x="4406386" y="4056872"/>
                <a:chExt cx="37783" cy="32364"/>
              </a:xfrm>
              <a:grpFill/>
            </p:grpSpPr>
            <p:sp>
              <p:nvSpPr>
                <p:cNvPr id="2339" name="Google Shape;11847;p128">
                  <a:extLst>
                    <a:ext uri="{FF2B5EF4-FFF2-40B4-BE49-F238E27FC236}">
                      <a16:creationId xmlns:a16="http://schemas.microsoft.com/office/drawing/2014/main" id="{4496DE60-17A8-8F78-37D7-F92E5E0A9C99}"/>
                    </a:ext>
                  </a:extLst>
                </p:cNvPr>
                <p:cNvSpPr/>
                <p:nvPr/>
              </p:nvSpPr>
              <p:spPr>
                <a:xfrm>
                  <a:off x="4406386" y="4056872"/>
                  <a:ext cx="37783" cy="323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15" extrusionOk="0">
                      <a:moveTo>
                        <a:pt x="2733" y="1"/>
                      </a:moveTo>
                      <a:cubicBezTo>
                        <a:pt x="2228" y="1"/>
                        <a:pt x="1714" y="188"/>
                        <a:pt x="1295" y="606"/>
                      </a:cubicBezTo>
                      <a:cubicBezTo>
                        <a:pt x="1" y="1900"/>
                        <a:pt x="920" y="4114"/>
                        <a:pt x="2747" y="4114"/>
                      </a:cubicBezTo>
                      <a:cubicBezTo>
                        <a:pt x="3884" y="4114"/>
                        <a:pt x="4803" y="3195"/>
                        <a:pt x="4803" y="2058"/>
                      </a:cubicBezTo>
                      <a:cubicBezTo>
                        <a:pt x="4803" y="821"/>
                        <a:pt x="3789" y="1"/>
                        <a:pt x="273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40" name="Google Shape;11848;p128">
                  <a:extLst>
                    <a:ext uri="{FF2B5EF4-FFF2-40B4-BE49-F238E27FC236}">
                      <a16:creationId xmlns:a16="http://schemas.microsoft.com/office/drawing/2014/main" id="{9901BD03-237E-CEAE-D811-C75C4986810C}"/>
                    </a:ext>
                  </a:extLst>
                </p:cNvPr>
                <p:cNvSpPr/>
                <p:nvPr/>
              </p:nvSpPr>
              <p:spPr>
                <a:xfrm>
                  <a:off x="4419332" y="4066577"/>
                  <a:ext cx="15227" cy="130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6" h="1655" extrusionOk="0">
                      <a:moveTo>
                        <a:pt x="1123" y="1"/>
                      </a:moveTo>
                      <a:cubicBezTo>
                        <a:pt x="1115" y="1"/>
                        <a:pt x="1108" y="1"/>
                        <a:pt x="1101" y="1"/>
                      </a:cubicBezTo>
                      <a:cubicBezTo>
                        <a:pt x="363" y="1"/>
                        <a:pt x="0" y="884"/>
                        <a:pt x="520" y="1404"/>
                      </a:cubicBezTo>
                      <a:cubicBezTo>
                        <a:pt x="689" y="1577"/>
                        <a:pt x="898" y="1655"/>
                        <a:pt x="1103" y="1655"/>
                      </a:cubicBezTo>
                      <a:cubicBezTo>
                        <a:pt x="1528" y="1655"/>
                        <a:pt x="1936" y="1322"/>
                        <a:pt x="1936" y="824"/>
                      </a:cubicBezTo>
                      <a:cubicBezTo>
                        <a:pt x="1936" y="371"/>
                        <a:pt x="1572" y="1"/>
                        <a:pt x="112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264" name="Google Shape;11849;p128">
                <a:extLst>
                  <a:ext uri="{FF2B5EF4-FFF2-40B4-BE49-F238E27FC236}">
                    <a16:creationId xmlns:a16="http://schemas.microsoft.com/office/drawing/2014/main" id="{5137FDD3-541B-EC4A-1419-47E0532558A6}"/>
                  </a:ext>
                </a:extLst>
              </p:cNvPr>
              <p:cNvGrpSpPr/>
              <p:nvPr/>
            </p:nvGrpSpPr>
            <p:grpSpPr>
              <a:xfrm>
                <a:off x="4284416" y="4245254"/>
                <a:ext cx="37783" cy="32357"/>
                <a:chOff x="4284416" y="4245254"/>
                <a:chExt cx="37783" cy="32357"/>
              </a:xfrm>
              <a:grpFill/>
            </p:grpSpPr>
            <p:sp>
              <p:nvSpPr>
                <p:cNvPr id="2337" name="Google Shape;11850;p128">
                  <a:extLst>
                    <a:ext uri="{FF2B5EF4-FFF2-40B4-BE49-F238E27FC236}">
                      <a16:creationId xmlns:a16="http://schemas.microsoft.com/office/drawing/2014/main" id="{ACF3777F-9CB3-DE3D-3FB9-E4051B3AEBA5}"/>
                    </a:ext>
                  </a:extLst>
                </p:cNvPr>
                <p:cNvSpPr/>
                <p:nvPr/>
              </p:nvSpPr>
              <p:spPr>
                <a:xfrm>
                  <a:off x="4284416" y="4245254"/>
                  <a:ext cx="37783" cy="32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4" h="4114" extrusionOk="0">
                      <a:moveTo>
                        <a:pt x="2732" y="0"/>
                      </a:moveTo>
                      <a:cubicBezTo>
                        <a:pt x="2228" y="0"/>
                        <a:pt x="1714" y="187"/>
                        <a:pt x="1295" y="606"/>
                      </a:cubicBezTo>
                      <a:cubicBezTo>
                        <a:pt x="1" y="1900"/>
                        <a:pt x="920" y="4114"/>
                        <a:pt x="2747" y="4114"/>
                      </a:cubicBezTo>
                      <a:cubicBezTo>
                        <a:pt x="3884" y="4114"/>
                        <a:pt x="4803" y="3194"/>
                        <a:pt x="4803" y="2057"/>
                      </a:cubicBezTo>
                      <a:cubicBezTo>
                        <a:pt x="4803" y="821"/>
                        <a:pt x="3789" y="0"/>
                        <a:pt x="273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38" name="Google Shape;11851;p128">
                  <a:extLst>
                    <a:ext uri="{FF2B5EF4-FFF2-40B4-BE49-F238E27FC236}">
                      <a16:creationId xmlns:a16="http://schemas.microsoft.com/office/drawing/2014/main" id="{70BBB62F-A65D-1FD1-0041-3AF7FE8BC2C1}"/>
                    </a:ext>
                  </a:extLst>
                </p:cNvPr>
                <p:cNvSpPr/>
                <p:nvPr/>
              </p:nvSpPr>
              <p:spPr>
                <a:xfrm>
                  <a:off x="4299548" y="4254959"/>
                  <a:ext cx="13040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8" h="1658" extrusionOk="0">
                      <a:moveTo>
                        <a:pt x="823" y="1"/>
                      </a:moveTo>
                      <a:cubicBezTo>
                        <a:pt x="363" y="1"/>
                        <a:pt x="0" y="364"/>
                        <a:pt x="0" y="823"/>
                      </a:cubicBezTo>
                      <a:cubicBezTo>
                        <a:pt x="0" y="1283"/>
                        <a:pt x="363" y="1658"/>
                        <a:pt x="823" y="1658"/>
                      </a:cubicBezTo>
                      <a:cubicBezTo>
                        <a:pt x="1283" y="1658"/>
                        <a:pt x="1658" y="1283"/>
                        <a:pt x="1658" y="823"/>
                      </a:cubicBezTo>
                      <a:cubicBezTo>
                        <a:pt x="1658" y="364"/>
                        <a:pt x="1283" y="1"/>
                        <a:pt x="82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265" name="Google Shape;11852;p128">
                <a:extLst>
                  <a:ext uri="{FF2B5EF4-FFF2-40B4-BE49-F238E27FC236}">
                    <a16:creationId xmlns:a16="http://schemas.microsoft.com/office/drawing/2014/main" id="{69F3BC32-69F3-0CF7-E8C0-2879FCD80663}"/>
                  </a:ext>
                </a:extLst>
              </p:cNvPr>
              <p:cNvGrpSpPr/>
              <p:nvPr/>
            </p:nvGrpSpPr>
            <p:grpSpPr>
              <a:xfrm>
                <a:off x="4219057" y="4331258"/>
                <a:ext cx="37776" cy="32364"/>
                <a:chOff x="4219057" y="4331258"/>
                <a:chExt cx="37776" cy="32364"/>
              </a:xfrm>
              <a:grpFill/>
            </p:grpSpPr>
            <p:sp>
              <p:nvSpPr>
                <p:cNvPr id="2335" name="Google Shape;11853;p128">
                  <a:extLst>
                    <a:ext uri="{FF2B5EF4-FFF2-40B4-BE49-F238E27FC236}">
                      <a16:creationId xmlns:a16="http://schemas.microsoft.com/office/drawing/2014/main" id="{000AF65B-DE36-1D15-F2A4-4EC0D612B43B}"/>
                    </a:ext>
                  </a:extLst>
                </p:cNvPr>
                <p:cNvSpPr/>
                <p:nvPr/>
              </p:nvSpPr>
              <p:spPr>
                <a:xfrm>
                  <a:off x="4219057" y="4331258"/>
                  <a:ext cx="37776" cy="323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3" h="4115" extrusionOk="0">
                      <a:moveTo>
                        <a:pt x="2732" y="1"/>
                      </a:moveTo>
                      <a:cubicBezTo>
                        <a:pt x="2227" y="1"/>
                        <a:pt x="1713" y="188"/>
                        <a:pt x="1295" y="606"/>
                      </a:cubicBezTo>
                      <a:cubicBezTo>
                        <a:pt x="0" y="1901"/>
                        <a:pt x="920" y="4114"/>
                        <a:pt x="2746" y="4114"/>
                      </a:cubicBezTo>
                      <a:cubicBezTo>
                        <a:pt x="3883" y="4114"/>
                        <a:pt x="4803" y="3195"/>
                        <a:pt x="4803" y="2058"/>
                      </a:cubicBezTo>
                      <a:cubicBezTo>
                        <a:pt x="4803" y="821"/>
                        <a:pt x="3789" y="1"/>
                        <a:pt x="273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36" name="Google Shape;11854;p128">
                  <a:extLst>
                    <a:ext uri="{FF2B5EF4-FFF2-40B4-BE49-F238E27FC236}">
                      <a16:creationId xmlns:a16="http://schemas.microsoft.com/office/drawing/2014/main" id="{0E232684-5AC3-3A26-2BAC-EF4B59502920}"/>
                    </a:ext>
                  </a:extLst>
                </p:cNvPr>
                <p:cNvSpPr/>
                <p:nvPr/>
              </p:nvSpPr>
              <p:spPr>
                <a:xfrm>
                  <a:off x="4231995" y="4340971"/>
                  <a:ext cx="15235" cy="1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37" h="1658" extrusionOk="0">
                      <a:moveTo>
                        <a:pt x="1113" y="0"/>
                      </a:moveTo>
                      <a:cubicBezTo>
                        <a:pt x="363" y="0"/>
                        <a:pt x="1" y="895"/>
                        <a:pt x="521" y="1416"/>
                      </a:cubicBezTo>
                      <a:cubicBezTo>
                        <a:pt x="688" y="1583"/>
                        <a:pt x="894" y="1657"/>
                        <a:pt x="1096" y="1657"/>
                      </a:cubicBezTo>
                      <a:cubicBezTo>
                        <a:pt x="1524" y="1657"/>
                        <a:pt x="1936" y="1324"/>
                        <a:pt x="1936" y="823"/>
                      </a:cubicBezTo>
                      <a:cubicBezTo>
                        <a:pt x="1936" y="375"/>
                        <a:pt x="1561" y="0"/>
                        <a:pt x="111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266" name="Google Shape;11855;p128">
                <a:extLst>
                  <a:ext uri="{FF2B5EF4-FFF2-40B4-BE49-F238E27FC236}">
                    <a16:creationId xmlns:a16="http://schemas.microsoft.com/office/drawing/2014/main" id="{F88BD449-436E-54B1-4ED5-C551E5C7D7EE}"/>
                  </a:ext>
                </a:extLst>
              </p:cNvPr>
              <p:cNvGrpSpPr/>
              <p:nvPr/>
            </p:nvGrpSpPr>
            <p:grpSpPr>
              <a:xfrm>
                <a:off x="4204122" y="4141688"/>
                <a:ext cx="33497" cy="28699"/>
                <a:chOff x="4204122" y="4141688"/>
                <a:chExt cx="33497" cy="28699"/>
              </a:xfrm>
              <a:grpFill/>
            </p:grpSpPr>
            <p:sp>
              <p:nvSpPr>
                <p:cNvPr id="2333" name="Google Shape;11856;p128">
                  <a:extLst>
                    <a:ext uri="{FF2B5EF4-FFF2-40B4-BE49-F238E27FC236}">
                      <a16:creationId xmlns:a16="http://schemas.microsoft.com/office/drawing/2014/main" id="{A2444C16-C502-10DC-1BA7-9564DF6F7074}"/>
                    </a:ext>
                  </a:extLst>
                </p:cNvPr>
                <p:cNvSpPr/>
                <p:nvPr/>
              </p:nvSpPr>
              <p:spPr>
                <a:xfrm>
                  <a:off x="4204122" y="4141688"/>
                  <a:ext cx="33497" cy="286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59" h="3649" extrusionOk="0">
                      <a:moveTo>
                        <a:pt x="2427" y="1"/>
                      </a:moveTo>
                      <a:cubicBezTo>
                        <a:pt x="1979" y="1"/>
                        <a:pt x="1522" y="168"/>
                        <a:pt x="1149" y="540"/>
                      </a:cubicBezTo>
                      <a:cubicBezTo>
                        <a:pt x="0" y="1677"/>
                        <a:pt x="811" y="3649"/>
                        <a:pt x="2432" y="3649"/>
                      </a:cubicBezTo>
                      <a:cubicBezTo>
                        <a:pt x="3448" y="3649"/>
                        <a:pt x="4258" y="2826"/>
                        <a:pt x="4258" y="1822"/>
                      </a:cubicBezTo>
                      <a:cubicBezTo>
                        <a:pt x="4258" y="726"/>
                        <a:pt x="3363" y="1"/>
                        <a:pt x="24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34" name="Google Shape;11857;p128">
                  <a:extLst>
                    <a:ext uri="{FF2B5EF4-FFF2-40B4-BE49-F238E27FC236}">
                      <a16:creationId xmlns:a16="http://schemas.microsoft.com/office/drawing/2014/main" id="{BF553AAD-F7B4-ED3A-B076-E8144003E3EA}"/>
                    </a:ext>
                  </a:extLst>
                </p:cNvPr>
                <p:cNvSpPr/>
                <p:nvPr/>
              </p:nvSpPr>
              <p:spPr>
                <a:xfrm>
                  <a:off x="4216965" y="4151259"/>
                  <a:ext cx="11042" cy="93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4" h="1195" extrusionOk="0">
                      <a:moveTo>
                        <a:pt x="799" y="0"/>
                      </a:moveTo>
                      <a:cubicBezTo>
                        <a:pt x="266" y="0"/>
                        <a:pt x="0" y="641"/>
                        <a:pt x="375" y="1016"/>
                      </a:cubicBezTo>
                      <a:cubicBezTo>
                        <a:pt x="498" y="1139"/>
                        <a:pt x="650" y="1195"/>
                        <a:pt x="799" y="1195"/>
                      </a:cubicBezTo>
                      <a:cubicBezTo>
                        <a:pt x="1103" y="1195"/>
                        <a:pt x="1395" y="963"/>
                        <a:pt x="1404" y="605"/>
                      </a:cubicBezTo>
                      <a:cubicBezTo>
                        <a:pt x="1404" y="278"/>
                        <a:pt x="1137" y="0"/>
                        <a:pt x="79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267" name="Google Shape;11858;p128">
                <a:extLst>
                  <a:ext uri="{FF2B5EF4-FFF2-40B4-BE49-F238E27FC236}">
                    <a16:creationId xmlns:a16="http://schemas.microsoft.com/office/drawing/2014/main" id="{61E0482B-497A-B1D0-639D-5D6EE253FDD7}"/>
                  </a:ext>
                </a:extLst>
              </p:cNvPr>
              <p:cNvGrpSpPr/>
              <p:nvPr/>
            </p:nvGrpSpPr>
            <p:grpSpPr>
              <a:xfrm>
                <a:off x="4301546" y="4003869"/>
                <a:ext cx="38916" cy="33324"/>
                <a:chOff x="4301546" y="4003869"/>
                <a:chExt cx="38916" cy="33324"/>
              </a:xfrm>
              <a:grpFill/>
            </p:grpSpPr>
            <p:sp>
              <p:nvSpPr>
                <p:cNvPr id="2331" name="Google Shape;11859;p128">
                  <a:extLst>
                    <a:ext uri="{FF2B5EF4-FFF2-40B4-BE49-F238E27FC236}">
                      <a16:creationId xmlns:a16="http://schemas.microsoft.com/office/drawing/2014/main" id="{D7AAA451-0F03-6C75-D586-72A85408B6E0}"/>
                    </a:ext>
                  </a:extLst>
                </p:cNvPr>
                <p:cNvSpPr/>
                <p:nvPr/>
              </p:nvSpPr>
              <p:spPr>
                <a:xfrm>
                  <a:off x="4301546" y="4003869"/>
                  <a:ext cx="38916" cy="333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48" h="4237" extrusionOk="0">
                      <a:moveTo>
                        <a:pt x="2818" y="1"/>
                      </a:moveTo>
                      <a:cubicBezTo>
                        <a:pt x="2295" y="1"/>
                        <a:pt x="1763" y="196"/>
                        <a:pt x="1331" y="631"/>
                      </a:cubicBezTo>
                      <a:cubicBezTo>
                        <a:pt x="0" y="1962"/>
                        <a:pt x="944" y="4236"/>
                        <a:pt x="2831" y="4236"/>
                      </a:cubicBezTo>
                      <a:cubicBezTo>
                        <a:pt x="3992" y="4236"/>
                        <a:pt x="4948" y="3293"/>
                        <a:pt x="4948" y="2119"/>
                      </a:cubicBezTo>
                      <a:cubicBezTo>
                        <a:pt x="4948" y="845"/>
                        <a:pt x="3905" y="1"/>
                        <a:pt x="281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32" name="Google Shape;11860;p128">
                  <a:extLst>
                    <a:ext uri="{FF2B5EF4-FFF2-40B4-BE49-F238E27FC236}">
                      <a16:creationId xmlns:a16="http://schemas.microsoft.com/office/drawing/2014/main" id="{42A1498D-2612-287D-6CCB-356258D21AA3}"/>
                    </a:ext>
                  </a:extLst>
                </p:cNvPr>
                <p:cNvSpPr/>
                <p:nvPr/>
              </p:nvSpPr>
              <p:spPr>
                <a:xfrm>
                  <a:off x="4314389" y="4013590"/>
                  <a:ext cx="16469" cy="14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4" h="1780" extrusionOk="0">
                      <a:moveTo>
                        <a:pt x="1220" y="0"/>
                      </a:moveTo>
                      <a:cubicBezTo>
                        <a:pt x="1213" y="0"/>
                        <a:pt x="1205" y="0"/>
                        <a:pt x="1198" y="0"/>
                      </a:cubicBezTo>
                      <a:cubicBezTo>
                        <a:pt x="400" y="0"/>
                        <a:pt x="0" y="956"/>
                        <a:pt x="569" y="1512"/>
                      </a:cubicBezTo>
                      <a:cubicBezTo>
                        <a:pt x="750" y="1697"/>
                        <a:pt x="974" y="1780"/>
                        <a:pt x="1194" y="1780"/>
                      </a:cubicBezTo>
                      <a:cubicBezTo>
                        <a:pt x="1652" y="1780"/>
                        <a:pt x="2093" y="1422"/>
                        <a:pt x="2093" y="883"/>
                      </a:cubicBezTo>
                      <a:cubicBezTo>
                        <a:pt x="2093" y="395"/>
                        <a:pt x="1706" y="0"/>
                        <a:pt x="122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268" name="Google Shape;11861;p128">
                <a:extLst>
                  <a:ext uri="{FF2B5EF4-FFF2-40B4-BE49-F238E27FC236}">
                    <a16:creationId xmlns:a16="http://schemas.microsoft.com/office/drawing/2014/main" id="{0D03B7C9-B52B-F2AF-585E-0C7C122D2485}"/>
                  </a:ext>
                </a:extLst>
              </p:cNvPr>
              <p:cNvGrpSpPr/>
              <p:nvPr/>
            </p:nvGrpSpPr>
            <p:grpSpPr>
              <a:xfrm>
                <a:off x="4210681" y="3924669"/>
                <a:ext cx="36549" cy="31366"/>
                <a:chOff x="4210681" y="3924669"/>
                <a:chExt cx="36549" cy="31366"/>
              </a:xfrm>
              <a:grpFill/>
            </p:grpSpPr>
            <p:sp>
              <p:nvSpPr>
                <p:cNvPr id="2329" name="Google Shape;11862;p128">
                  <a:extLst>
                    <a:ext uri="{FF2B5EF4-FFF2-40B4-BE49-F238E27FC236}">
                      <a16:creationId xmlns:a16="http://schemas.microsoft.com/office/drawing/2014/main" id="{1E08F9FE-771D-C777-CF3A-F2D7D3D418E3}"/>
                    </a:ext>
                  </a:extLst>
                </p:cNvPr>
                <p:cNvSpPr/>
                <p:nvPr/>
              </p:nvSpPr>
              <p:spPr>
                <a:xfrm>
                  <a:off x="4210681" y="3924669"/>
                  <a:ext cx="36549" cy="313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47" h="3988" extrusionOk="0">
                      <a:moveTo>
                        <a:pt x="2642" y="0"/>
                      </a:moveTo>
                      <a:cubicBezTo>
                        <a:pt x="2152" y="0"/>
                        <a:pt x="1654" y="182"/>
                        <a:pt x="1247" y="589"/>
                      </a:cubicBezTo>
                      <a:cubicBezTo>
                        <a:pt x="1" y="1847"/>
                        <a:pt x="884" y="3988"/>
                        <a:pt x="2662" y="3988"/>
                      </a:cubicBezTo>
                      <a:cubicBezTo>
                        <a:pt x="3751" y="3976"/>
                        <a:pt x="4646" y="3093"/>
                        <a:pt x="4646" y="1992"/>
                      </a:cubicBezTo>
                      <a:cubicBezTo>
                        <a:pt x="4646" y="797"/>
                        <a:pt x="3665" y="0"/>
                        <a:pt x="264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30" name="Google Shape;11863;p128">
                  <a:extLst>
                    <a:ext uri="{FF2B5EF4-FFF2-40B4-BE49-F238E27FC236}">
                      <a16:creationId xmlns:a16="http://schemas.microsoft.com/office/drawing/2014/main" id="{C2982196-4FA8-B404-401E-66337EBCF8E8}"/>
                    </a:ext>
                  </a:extLst>
                </p:cNvPr>
                <p:cNvSpPr/>
                <p:nvPr/>
              </p:nvSpPr>
              <p:spPr>
                <a:xfrm>
                  <a:off x="4225625" y="3934335"/>
                  <a:ext cx="11994" cy="119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5" h="1525" extrusionOk="0">
                      <a:moveTo>
                        <a:pt x="762" y="1"/>
                      </a:moveTo>
                      <a:cubicBezTo>
                        <a:pt x="339" y="1"/>
                        <a:pt x="0" y="339"/>
                        <a:pt x="0" y="763"/>
                      </a:cubicBezTo>
                      <a:cubicBezTo>
                        <a:pt x="0" y="1186"/>
                        <a:pt x="339" y="1525"/>
                        <a:pt x="762" y="1525"/>
                      </a:cubicBezTo>
                      <a:cubicBezTo>
                        <a:pt x="1173" y="1525"/>
                        <a:pt x="1524" y="1186"/>
                        <a:pt x="1524" y="763"/>
                      </a:cubicBezTo>
                      <a:cubicBezTo>
                        <a:pt x="1524" y="339"/>
                        <a:pt x="1173" y="1"/>
                        <a:pt x="76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269" name="Google Shape;11864;p128">
                <a:extLst>
                  <a:ext uri="{FF2B5EF4-FFF2-40B4-BE49-F238E27FC236}">
                    <a16:creationId xmlns:a16="http://schemas.microsoft.com/office/drawing/2014/main" id="{8EB260C1-CCB0-4FFA-B3C8-B15FA893A829}"/>
                  </a:ext>
                </a:extLst>
              </p:cNvPr>
              <p:cNvGrpSpPr/>
              <p:nvPr/>
            </p:nvGrpSpPr>
            <p:grpSpPr>
              <a:xfrm>
                <a:off x="3987771" y="3628874"/>
                <a:ext cx="31499" cy="26993"/>
                <a:chOff x="3987771" y="3628874"/>
                <a:chExt cx="31499" cy="26993"/>
              </a:xfrm>
              <a:grpFill/>
            </p:grpSpPr>
            <p:sp>
              <p:nvSpPr>
                <p:cNvPr id="2327" name="Google Shape;11865;p128">
                  <a:extLst>
                    <a:ext uri="{FF2B5EF4-FFF2-40B4-BE49-F238E27FC236}">
                      <a16:creationId xmlns:a16="http://schemas.microsoft.com/office/drawing/2014/main" id="{8E9D68BE-0449-97FE-6E7E-B280731F2A66}"/>
                    </a:ext>
                  </a:extLst>
                </p:cNvPr>
                <p:cNvSpPr/>
                <p:nvPr/>
              </p:nvSpPr>
              <p:spPr>
                <a:xfrm>
                  <a:off x="3987771" y="3628874"/>
                  <a:ext cx="31499" cy="269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32" extrusionOk="0">
                      <a:moveTo>
                        <a:pt x="2284" y="0"/>
                      </a:moveTo>
                      <a:cubicBezTo>
                        <a:pt x="1865" y="0"/>
                        <a:pt x="1437" y="156"/>
                        <a:pt x="1089" y="504"/>
                      </a:cubicBezTo>
                      <a:cubicBezTo>
                        <a:pt x="0" y="1581"/>
                        <a:pt x="774" y="3432"/>
                        <a:pt x="2299" y="3432"/>
                      </a:cubicBezTo>
                      <a:cubicBezTo>
                        <a:pt x="3242" y="3419"/>
                        <a:pt x="4004" y="2657"/>
                        <a:pt x="4004" y="1714"/>
                      </a:cubicBezTo>
                      <a:cubicBezTo>
                        <a:pt x="4004" y="682"/>
                        <a:pt x="3162" y="0"/>
                        <a:pt x="228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28" name="Google Shape;11866;p128">
                  <a:extLst>
                    <a:ext uri="{FF2B5EF4-FFF2-40B4-BE49-F238E27FC236}">
                      <a16:creationId xmlns:a16="http://schemas.microsoft.com/office/drawing/2014/main" id="{F38C850C-F3F5-855A-F8E5-21C57DCD358B}"/>
                    </a:ext>
                  </a:extLst>
                </p:cNvPr>
                <p:cNvSpPr/>
                <p:nvPr/>
              </p:nvSpPr>
              <p:spPr>
                <a:xfrm>
                  <a:off x="4000709" y="3638540"/>
                  <a:ext cx="8856" cy="7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967" extrusionOk="0">
                      <a:moveTo>
                        <a:pt x="641" y="1"/>
                      </a:moveTo>
                      <a:cubicBezTo>
                        <a:pt x="218" y="1"/>
                        <a:pt x="0" y="521"/>
                        <a:pt x="303" y="823"/>
                      </a:cubicBezTo>
                      <a:cubicBezTo>
                        <a:pt x="402" y="922"/>
                        <a:pt x="524" y="967"/>
                        <a:pt x="643" y="967"/>
                      </a:cubicBezTo>
                      <a:cubicBezTo>
                        <a:pt x="890" y="967"/>
                        <a:pt x="1125" y="778"/>
                        <a:pt x="1125" y="485"/>
                      </a:cubicBezTo>
                      <a:cubicBezTo>
                        <a:pt x="1125" y="219"/>
                        <a:pt x="908" y="1"/>
                        <a:pt x="64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270" name="Google Shape;11867;p128">
                <a:extLst>
                  <a:ext uri="{FF2B5EF4-FFF2-40B4-BE49-F238E27FC236}">
                    <a16:creationId xmlns:a16="http://schemas.microsoft.com/office/drawing/2014/main" id="{E6964B59-EB96-7E74-631E-69687CE19626}"/>
                  </a:ext>
                </a:extLst>
              </p:cNvPr>
              <p:cNvGrpSpPr/>
              <p:nvPr/>
            </p:nvGrpSpPr>
            <p:grpSpPr>
              <a:xfrm>
                <a:off x="4087382" y="3775674"/>
                <a:ext cx="31405" cy="26898"/>
                <a:chOff x="4087382" y="3775674"/>
                <a:chExt cx="31405" cy="26898"/>
              </a:xfrm>
              <a:grpFill/>
            </p:grpSpPr>
            <p:sp>
              <p:nvSpPr>
                <p:cNvPr id="2325" name="Google Shape;11868;p128">
                  <a:extLst>
                    <a:ext uri="{FF2B5EF4-FFF2-40B4-BE49-F238E27FC236}">
                      <a16:creationId xmlns:a16="http://schemas.microsoft.com/office/drawing/2014/main" id="{F4CC9C9F-BA25-F7D4-594E-2DF463D56070}"/>
                    </a:ext>
                  </a:extLst>
                </p:cNvPr>
                <p:cNvSpPr/>
                <p:nvPr/>
              </p:nvSpPr>
              <p:spPr>
                <a:xfrm>
                  <a:off x="4087382" y="3775674"/>
                  <a:ext cx="31405" cy="26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20" extrusionOk="0">
                      <a:moveTo>
                        <a:pt x="2273" y="0"/>
                      </a:moveTo>
                      <a:cubicBezTo>
                        <a:pt x="1853" y="0"/>
                        <a:pt x="1425" y="156"/>
                        <a:pt x="1077" y="504"/>
                      </a:cubicBezTo>
                      <a:cubicBezTo>
                        <a:pt x="0" y="1581"/>
                        <a:pt x="750" y="3420"/>
                        <a:pt x="2275" y="3420"/>
                      </a:cubicBezTo>
                      <a:cubicBezTo>
                        <a:pt x="3230" y="3420"/>
                        <a:pt x="3992" y="2658"/>
                        <a:pt x="3992" y="1714"/>
                      </a:cubicBezTo>
                      <a:cubicBezTo>
                        <a:pt x="3992" y="683"/>
                        <a:pt x="3151" y="0"/>
                        <a:pt x="227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26" name="Google Shape;11869;p128">
                  <a:extLst>
                    <a:ext uri="{FF2B5EF4-FFF2-40B4-BE49-F238E27FC236}">
                      <a16:creationId xmlns:a16="http://schemas.microsoft.com/office/drawing/2014/main" id="{F08D122C-68B4-DF91-E98F-B7819586C7E5}"/>
                    </a:ext>
                  </a:extLst>
                </p:cNvPr>
                <p:cNvSpPr/>
                <p:nvPr/>
              </p:nvSpPr>
              <p:spPr>
                <a:xfrm>
                  <a:off x="4101460" y="3785348"/>
                  <a:ext cx="7621" cy="76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" h="968" extrusionOk="0">
                      <a:moveTo>
                        <a:pt x="485" y="0"/>
                      </a:moveTo>
                      <a:cubicBezTo>
                        <a:pt x="219" y="0"/>
                        <a:pt x="1" y="218"/>
                        <a:pt x="1" y="484"/>
                      </a:cubicBezTo>
                      <a:cubicBezTo>
                        <a:pt x="1" y="750"/>
                        <a:pt x="219" y="968"/>
                        <a:pt x="485" y="968"/>
                      </a:cubicBezTo>
                      <a:cubicBezTo>
                        <a:pt x="751" y="968"/>
                        <a:pt x="969" y="750"/>
                        <a:pt x="969" y="484"/>
                      </a:cubicBezTo>
                      <a:cubicBezTo>
                        <a:pt x="969" y="218"/>
                        <a:pt x="751" y="0"/>
                        <a:pt x="48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271" name="Google Shape;11870;p128">
                <a:extLst>
                  <a:ext uri="{FF2B5EF4-FFF2-40B4-BE49-F238E27FC236}">
                    <a16:creationId xmlns:a16="http://schemas.microsoft.com/office/drawing/2014/main" id="{9DD2AC21-2C53-FBC7-DE55-9D2C4DE17652}"/>
                  </a:ext>
                </a:extLst>
              </p:cNvPr>
              <p:cNvGrpSpPr/>
              <p:nvPr/>
            </p:nvGrpSpPr>
            <p:grpSpPr>
              <a:xfrm>
                <a:off x="4118873" y="3856637"/>
                <a:ext cx="31405" cy="26906"/>
                <a:chOff x="4118873" y="3856637"/>
                <a:chExt cx="31405" cy="26906"/>
              </a:xfrm>
              <a:grpFill/>
            </p:grpSpPr>
            <p:sp>
              <p:nvSpPr>
                <p:cNvPr id="2323" name="Google Shape;11871;p128">
                  <a:extLst>
                    <a:ext uri="{FF2B5EF4-FFF2-40B4-BE49-F238E27FC236}">
                      <a16:creationId xmlns:a16="http://schemas.microsoft.com/office/drawing/2014/main" id="{6DF152F2-5E93-86A2-A3B4-FEC8BFD41D45}"/>
                    </a:ext>
                  </a:extLst>
                </p:cNvPr>
                <p:cNvSpPr/>
                <p:nvPr/>
              </p:nvSpPr>
              <p:spPr>
                <a:xfrm>
                  <a:off x="4118873" y="3856637"/>
                  <a:ext cx="31405" cy="269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21" extrusionOk="0">
                      <a:moveTo>
                        <a:pt x="2273" y="1"/>
                      </a:moveTo>
                      <a:cubicBezTo>
                        <a:pt x="1853" y="1"/>
                        <a:pt x="1425" y="157"/>
                        <a:pt x="1077" y="505"/>
                      </a:cubicBezTo>
                      <a:cubicBezTo>
                        <a:pt x="1" y="1581"/>
                        <a:pt x="763" y="3420"/>
                        <a:pt x="2287" y="3420"/>
                      </a:cubicBezTo>
                      <a:cubicBezTo>
                        <a:pt x="3230" y="3420"/>
                        <a:pt x="3992" y="2658"/>
                        <a:pt x="3992" y="1714"/>
                      </a:cubicBezTo>
                      <a:cubicBezTo>
                        <a:pt x="3992" y="683"/>
                        <a:pt x="3151" y="1"/>
                        <a:pt x="227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24" name="Google Shape;11872;p128">
                  <a:extLst>
                    <a:ext uri="{FF2B5EF4-FFF2-40B4-BE49-F238E27FC236}">
                      <a16:creationId xmlns:a16="http://schemas.microsoft.com/office/drawing/2014/main" id="{50B076DB-2C25-E50E-5B60-23254A617FA3}"/>
                    </a:ext>
                  </a:extLst>
                </p:cNvPr>
                <p:cNvSpPr/>
                <p:nvPr/>
              </p:nvSpPr>
              <p:spPr>
                <a:xfrm>
                  <a:off x="4133046" y="3866310"/>
                  <a:ext cx="7621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" h="969" extrusionOk="0">
                      <a:moveTo>
                        <a:pt x="485" y="1"/>
                      </a:moveTo>
                      <a:cubicBezTo>
                        <a:pt x="219" y="1"/>
                        <a:pt x="1" y="218"/>
                        <a:pt x="1" y="484"/>
                      </a:cubicBezTo>
                      <a:cubicBezTo>
                        <a:pt x="1" y="751"/>
                        <a:pt x="219" y="968"/>
                        <a:pt x="485" y="968"/>
                      </a:cubicBezTo>
                      <a:cubicBezTo>
                        <a:pt x="751" y="968"/>
                        <a:pt x="969" y="751"/>
                        <a:pt x="969" y="484"/>
                      </a:cubicBezTo>
                      <a:cubicBezTo>
                        <a:pt x="969" y="218"/>
                        <a:pt x="751" y="1"/>
                        <a:pt x="48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272" name="Google Shape;11873;p128">
                <a:extLst>
                  <a:ext uri="{FF2B5EF4-FFF2-40B4-BE49-F238E27FC236}">
                    <a16:creationId xmlns:a16="http://schemas.microsoft.com/office/drawing/2014/main" id="{627E4896-2A9E-38C4-CA87-5CC2B1949B43}"/>
                  </a:ext>
                </a:extLst>
              </p:cNvPr>
              <p:cNvGrpSpPr/>
              <p:nvPr/>
            </p:nvGrpSpPr>
            <p:grpSpPr>
              <a:xfrm>
                <a:off x="4168541" y="3639523"/>
                <a:ext cx="31499" cy="26906"/>
                <a:chOff x="4168541" y="3639523"/>
                <a:chExt cx="31499" cy="26906"/>
              </a:xfrm>
              <a:grpFill/>
            </p:grpSpPr>
            <p:sp>
              <p:nvSpPr>
                <p:cNvPr id="2321" name="Google Shape;11874;p128">
                  <a:extLst>
                    <a:ext uri="{FF2B5EF4-FFF2-40B4-BE49-F238E27FC236}">
                      <a16:creationId xmlns:a16="http://schemas.microsoft.com/office/drawing/2014/main" id="{009844D6-43FA-2F0D-F6C8-8CCC60A57190}"/>
                    </a:ext>
                  </a:extLst>
                </p:cNvPr>
                <p:cNvSpPr/>
                <p:nvPr/>
              </p:nvSpPr>
              <p:spPr>
                <a:xfrm>
                  <a:off x="4168541" y="3639523"/>
                  <a:ext cx="31499" cy="269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21" extrusionOk="0">
                      <a:moveTo>
                        <a:pt x="2284" y="1"/>
                      </a:moveTo>
                      <a:cubicBezTo>
                        <a:pt x="1865" y="1"/>
                        <a:pt x="1437" y="157"/>
                        <a:pt x="1089" y="505"/>
                      </a:cubicBezTo>
                      <a:cubicBezTo>
                        <a:pt x="0" y="1582"/>
                        <a:pt x="774" y="3420"/>
                        <a:pt x="2298" y="3420"/>
                      </a:cubicBezTo>
                      <a:cubicBezTo>
                        <a:pt x="3242" y="3420"/>
                        <a:pt x="4004" y="2658"/>
                        <a:pt x="4004" y="1715"/>
                      </a:cubicBezTo>
                      <a:cubicBezTo>
                        <a:pt x="4004" y="683"/>
                        <a:pt x="3162" y="1"/>
                        <a:pt x="228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22" name="Google Shape;11875;p128">
                  <a:extLst>
                    <a:ext uri="{FF2B5EF4-FFF2-40B4-BE49-F238E27FC236}">
                      <a16:creationId xmlns:a16="http://schemas.microsoft.com/office/drawing/2014/main" id="{3644145F-2F04-084D-2CF8-2AE3361B4916}"/>
                    </a:ext>
                  </a:extLst>
                </p:cNvPr>
                <p:cNvSpPr/>
                <p:nvPr/>
              </p:nvSpPr>
              <p:spPr>
                <a:xfrm>
                  <a:off x="4182713" y="3649197"/>
                  <a:ext cx="7716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1" h="969" extrusionOk="0">
                      <a:moveTo>
                        <a:pt x="496" y="1"/>
                      </a:moveTo>
                      <a:cubicBezTo>
                        <a:pt x="218" y="1"/>
                        <a:pt x="0" y="218"/>
                        <a:pt x="0" y="485"/>
                      </a:cubicBezTo>
                      <a:cubicBezTo>
                        <a:pt x="0" y="751"/>
                        <a:pt x="218" y="968"/>
                        <a:pt x="496" y="968"/>
                      </a:cubicBezTo>
                      <a:cubicBezTo>
                        <a:pt x="763" y="968"/>
                        <a:pt x="980" y="751"/>
                        <a:pt x="980" y="485"/>
                      </a:cubicBezTo>
                      <a:cubicBezTo>
                        <a:pt x="980" y="218"/>
                        <a:pt x="763" y="1"/>
                        <a:pt x="49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273" name="Google Shape;11876;p128">
                <a:extLst>
                  <a:ext uri="{FF2B5EF4-FFF2-40B4-BE49-F238E27FC236}">
                    <a16:creationId xmlns:a16="http://schemas.microsoft.com/office/drawing/2014/main" id="{4CCA48F9-1271-2BED-5FFB-DD3B1771478B}"/>
                  </a:ext>
                </a:extLst>
              </p:cNvPr>
              <p:cNvGrpSpPr/>
              <p:nvPr/>
            </p:nvGrpSpPr>
            <p:grpSpPr>
              <a:xfrm>
                <a:off x="3965789" y="3393545"/>
                <a:ext cx="31405" cy="26945"/>
                <a:chOff x="3965789" y="3393545"/>
                <a:chExt cx="31405" cy="26945"/>
              </a:xfrm>
              <a:grpFill/>
            </p:grpSpPr>
            <p:sp>
              <p:nvSpPr>
                <p:cNvPr id="2319" name="Google Shape;11877;p128">
                  <a:extLst>
                    <a:ext uri="{FF2B5EF4-FFF2-40B4-BE49-F238E27FC236}">
                      <a16:creationId xmlns:a16="http://schemas.microsoft.com/office/drawing/2014/main" id="{0DB38188-3B3F-CD5B-5FAC-C0A97F86C838}"/>
                    </a:ext>
                  </a:extLst>
                </p:cNvPr>
                <p:cNvSpPr/>
                <p:nvPr/>
              </p:nvSpPr>
              <p:spPr>
                <a:xfrm>
                  <a:off x="3965789" y="3393545"/>
                  <a:ext cx="31405" cy="269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26" extrusionOk="0">
                      <a:moveTo>
                        <a:pt x="2273" y="0"/>
                      </a:moveTo>
                      <a:cubicBezTo>
                        <a:pt x="1854" y="0"/>
                        <a:pt x="1426" y="158"/>
                        <a:pt x="1077" y="510"/>
                      </a:cubicBezTo>
                      <a:cubicBezTo>
                        <a:pt x="1" y="1586"/>
                        <a:pt x="763" y="3425"/>
                        <a:pt x="2287" y="3425"/>
                      </a:cubicBezTo>
                      <a:cubicBezTo>
                        <a:pt x="3231" y="3425"/>
                        <a:pt x="3993" y="2663"/>
                        <a:pt x="3993" y="1720"/>
                      </a:cubicBezTo>
                      <a:cubicBezTo>
                        <a:pt x="3993" y="688"/>
                        <a:pt x="3151" y="0"/>
                        <a:pt x="227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20" name="Google Shape;11878;p128">
                  <a:extLst>
                    <a:ext uri="{FF2B5EF4-FFF2-40B4-BE49-F238E27FC236}">
                      <a16:creationId xmlns:a16="http://schemas.microsoft.com/office/drawing/2014/main" id="{7B8D1A2D-7D41-5834-701C-5E898D579F4F}"/>
                    </a:ext>
                  </a:extLst>
                </p:cNvPr>
                <p:cNvSpPr/>
                <p:nvPr/>
              </p:nvSpPr>
              <p:spPr>
                <a:xfrm>
                  <a:off x="3978632" y="3403259"/>
                  <a:ext cx="8950" cy="75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8" h="965" extrusionOk="0">
                      <a:moveTo>
                        <a:pt x="654" y="1"/>
                      </a:moveTo>
                      <a:cubicBezTo>
                        <a:pt x="219" y="1"/>
                        <a:pt x="1" y="509"/>
                        <a:pt x="315" y="823"/>
                      </a:cubicBezTo>
                      <a:cubicBezTo>
                        <a:pt x="413" y="921"/>
                        <a:pt x="533" y="964"/>
                        <a:pt x="651" y="964"/>
                      </a:cubicBezTo>
                      <a:cubicBezTo>
                        <a:pt x="899" y="964"/>
                        <a:pt x="1138" y="772"/>
                        <a:pt x="1138" y="485"/>
                      </a:cubicBezTo>
                      <a:cubicBezTo>
                        <a:pt x="1138" y="206"/>
                        <a:pt x="920" y="1"/>
                        <a:pt x="65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274" name="Google Shape;11879;p128">
                <a:extLst>
                  <a:ext uri="{FF2B5EF4-FFF2-40B4-BE49-F238E27FC236}">
                    <a16:creationId xmlns:a16="http://schemas.microsoft.com/office/drawing/2014/main" id="{CDDEB24B-49D1-E5B5-08EF-8984E8771F2A}"/>
                  </a:ext>
                </a:extLst>
              </p:cNvPr>
              <p:cNvGrpSpPr/>
              <p:nvPr/>
            </p:nvGrpSpPr>
            <p:grpSpPr>
              <a:xfrm>
                <a:off x="3925166" y="3491008"/>
                <a:ext cx="31405" cy="27001"/>
                <a:chOff x="3925166" y="3491008"/>
                <a:chExt cx="31405" cy="27001"/>
              </a:xfrm>
              <a:grpFill/>
            </p:grpSpPr>
            <p:sp>
              <p:nvSpPr>
                <p:cNvPr id="2317" name="Google Shape;11880;p128">
                  <a:extLst>
                    <a:ext uri="{FF2B5EF4-FFF2-40B4-BE49-F238E27FC236}">
                      <a16:creationId xmlns:a16="http://schemas.microsoft.com/office/drawing/2014/main" id="{0B6C8A44-6445-61DB-B381-76F258514C6A}"/>
                    </a:ext>
                  </a:extLst>
                </p:cNvPr>
                <p:cNvSpPr/>
                <p:nvPr/>
              </p:nvSpPr>
              <p:spPr>
                <a:xfrm>
                  <a:off x="3925166" y="3491008"/>
                  <a:ext cx="31405" cy="270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3" h="3433" extrusionOk="0">
                      <a:moveTo>
                        <a:pt x="2273" y="1"/>
                      </a:moveTo>
                      <a:cubicBezTo>
                        <a:pt x="1853" y="1"/>
                        <a:pt x="1425" y="157"/>
                        <a:pt x="1077" y="505"/>
                      </a:cubicBezTo>
                      <a:cubicBezTo>
                        <a:pt x="0" y="1582"/>
                        <a:pt x="763" y="3432"/>
                        <a:pt x="2287" y="3432"/>
                      </a:cubicBezTo>
                      <a:cubicBezTo>
                        <a:pt x="3230" y="3432"/>
                        <a:pt x="3992" y="2658"/>
                        <a:pt x="3992" y="1715"/>
                      </a:cubicBezTo>
                      <a:cubicBezTo>
                        <a:pt x="3992" y="683"/>
                        <a:pt x="3151" y="1"/>
                        <a:pt x="227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18" name="Google Shape;11881;p128">
                  <a:extLst>
                    <a:ext uri="{FF2B5EF4-FFF2-40B4-BE49-F238E27FC236}">
                      <a16:creationId xmlns:a16="http://schemas.microsoft.com/office/drawing/2014/main" id="{29ECBF35-977F-18DC-E5FB-4A3604C89148}"/>
                    </a:ext>
                  </a:extLst>
                </p:cNvPr>
                <p:cNvSpPr/>
                <p:nvPr/>
              </p:nvSpPr>
              <p:spPr>
                <a:xfrm>
                  <a:off x="3939339" y="3500682"/>
                  <a:ext cx="7621" cy="76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" h="969" extrusionOk="0">
                      <a:moveTo>
                        <a:pt x="485" y="1"/>
                      </a:moveTo>
                      <a:cubicBezTo>
                        <a:pt x="219" y="1"/>
                        <a:pt x="1" y="218"/>
                        <a:pt x="1" y="485"/>
                      </a:cubicBezTo>
                      <a:cubicBezTo>
                        <a:pt x="1" y="751"/>
                        <a:pt x="219" y="968"/>
                        <a:pt x="485" y="968"/>
                      </a:cubicBezTo>
                      <a:cubicBezTo>
                        <a:pt x="751" y="968"/>
                        <a:pt x="969" y="751"/>
                        <a:pt x="969" y="485"/>
                      </a:cubicBezTo>
                      <a:cubicBezTo>
                        <a:pt x="969" y="218"/>
                        <a:pt x="751" y="1"/>
                        <a:pt x="48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275" name="Google Shape;11882;p128">
                <a:extLst>
                  <a:ext uri="{FF2B5EF4-FFF2-40B4-BE49-F238E27FC236}">
                    <a16:creationId xmlns:a16="http://schemas.microsoft.com/office/drawing/2014/main" id="{DFD920A3-BE49-28C3-67FC-E0FAA2F79390}"/>
                  </a:ext>
                </a:extLst>
              </p:cNvPr>
              <p:cNvGrpSpPr/>
              <p:nvPr/>
            </p:nvGrpSpPr>
            <p:grpSpPr>
              <a:xfrm>
                <a:off x="3682845" y="3340976"/>
                <a:ext cx="31397" cy="26898"/>
                <a:chOff x="3682845" y="3340976"/>
                <a:chExt cx="31397" cy="26898"/>
              </a:xfrm>
              <a:grpFill/>
            </p:grpSpPr>
            <p:sp>
              <p:nvSpPr>
                <p:cNvPr id="2315" name="Google Shape;11883;p128">
                  <a:extLst>
                    <a:ext uri="{FF2B5EF4-FFF2-40B4-BE49-F238E27FC236}">
                      <a16:creationId xmlns:a16="http://schemas.microsoft.com/office/drawing/2014/main" id="{433A2F0E-1F60-FBD7-7500-589E5ECD29EE}"/>
                    </a:ext>
                  </a:extLst>
                </p:cNvPr>
                <p:cNvSpPr/>
                <p:nvPr/>
              </p:nvSpPr>
              <p:spPr>
                <a:xfrm>
                  <a:off x="3682845" y="3340976"/>
                  <a:ext cx="31397" cy="26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92" h="3420" extrusionOk="0">
                      <a:moveTo>
                        <a:pt x="2272" y="0"/>
                      </a:moveTo>
                      <a:cubicBezTo>
                        <a:pt x="1853" y="0"/>
                        <a:pt x="1425" y="156"/>
                        <a:pt x="1077" y="504"/>
                      </a:cubicBezTo>
                      <a:cubicBezTo>
                        <a:pt x="0" y="1581"/>
                        <a:pt x="762" y="3420"/>
                        <a:pt x="2286" y="3420"/>
                      </a:cubicBezTo>
                      <a:cubicBezTo>
                        <a:pt x="3230" y="3420"/>
                        <a:pt x="3992" y="2658"/>
                        <a:pt x="3992" y="1714"/>
                      </a:cubicBezTo>
                      <a:cubicBezTo>
                        <a:pt x="3992" y="683"/>
                        <a:pt x="3150" y="0"/>
                        <a:pt x="227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16" name="Google Shape;11884;p128">
                  <a:extLst>
                    <a:ext uri="{FF2B5EF4-FFF2-40B4-BE49-F238E27FC236}">
                      <a16:creationId xmlns:a16="http://schemas.microsoft.com/office/drawing/2014/main" id="{6FEE0D68-0655-8CA6-6FF5-1B310E279BE3}"/>
                    </a:ext>
                  </a:extLst>
                </p:cNvPr>
                <p:cNvSpPr/>
                <p:nvPr/>
              </p:nvSpPr>
              <p:spPr>
                <a:xfrm>
                  <a:off x="3695783" y="3350650"/>
                  <a:ext cx="8856" cy="76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972" extrusionOk="0">
                      <a:moveTo>
                        <a:pt x="641" y="0"/>
                      </a:moveTo>
                      <a:cubicBezTo>
                        <a:pt x="206" y="0"/>
                        <a:pt x="0" y="520"/>
                        <a:pt x="303" y="823"/>
                      </a:cubicBezTo>
                      <a:cubicBezTo>
                        <a:pt x="401" y="926"/>
                        <a:pt x="524" y="972"/>
                        <a:pt x="643" y="972"/>
                      </a:cubicBezTo>
                      <a:cubicBezTo>
                        <a:pt x="890" y="972"/>
                        <a:pt x="1125" y="777"/>
                        <a:pt x="1125" y="484"/>
                      </a:cubicBezTo>
                      <a:cubicBezTo>
                        <a:pt x="1125" y="218"/>
                        <a:pt x="907" y="0"/>
                        <a:pt x="64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276" name="Google Shape;11885;p128">
                <a:extLst>
                  <a:ext uri="{FF2B5EF4-FFF2-40B4-BE49-F238E27FC236}">
                    <a16:creationId xmlns:a16="http://schemas.microsoft.com/office/drawing/2014/main" id="{47AE4B48-1878-835A-6A9B-AC4B7E16BE21}"/>
                  </a:ext>
                </a:extLst>
              </p:cNvPr>
              <p:cNvGrpSpPr/>
              <p:nvPr/>
            </p:nvGrpSpPr>
            <p:grpSpPr>
              <a:xfrm>
                <a:off x="3795393" y="3353725"/>
                <a:ext cx="31499" cy="26993"/>
                <a:chOff x="3795393" y="3353725"/>
                <a:chExt cx="31499" cy="26993"/>
              </a:xfrm>
              <a:grpFill/>
            </p:grpSpPr>
            <p:sp>
              <p:nvSpPr>
                <p:cNvPr id="2313" name="Google Shape;11886;p128">
                  <a:extLst>
                    <a:ext uri="{FF2B5EF4-FFF2-40B4-BE49-F238E27FC236}">
                      <a16:creationId xmlns:a16="http://schemas.microsoft.com/office/drawing/2014/main" id="{8144BA41-4B7F-5710-35EA-EC7D51AEAFE3}"/>
                    </a:ext>
                  </a:extLst>
                </p:cNvPr>
                <p:cNvSpPr/>
                <p:nvPr/>
              </p:nvSpPr>
              <p:spPr>
                <a:xfrm>
                  <a:off x="3795393" y="3353725"/>
                  <a:ext cx="31499" cy="269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32" extrusionOk="0">
                      <a:moveTo>
                        <a:pt x="2285" y="0"/>
                      </a:moveTo>
                      <a:cubicBezTo>
                        <a:pt x="1865" y="0"/>
                        <a:pt x="1437" y="156"/>
                        <a:pt x="1089" y="504"/>
                      </a:cubicBezTo>
                      <a:cubicBezTo>
                        <a:pt x="0" y="1581"/>
                        <a:pt x="775" y="3432"/>
                        <a:pt x="2299" y="3432"/>
                      </a:cubicBezTo>
                      <a:cubicBezTo>
                        <a:pt x="3242" y="3432"/>
                        <a:pt x="4005" y="2658"/>
                        <a:pt x="4005" y="1714"/>
                      </a:cubicBezTo>
                      <a:cubicBezTo>
                        <a:pt x="4005" y="683"/>
                        <a:pt x="3163" y="0"/>
                        <a:pt x="228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14" name="Google Shape;11887;p128">
                  <a:extLst>
                    <a:ext uri="{FF2B5EF4-FFF2-40B4-BE49-F238E27FC236}">
                      <a16:creationId xmlns:a16="http://schemas.microsoft.com/office/drawing/2014/main" id="{A4E7EE9A-5221-D4BF-A3B6-F3969FA27971}"/>
                    </a:ext>
                  </a:extLst>
                </p:cNvPr>
                <p:cNvSpPr/>
                <p:nvPr/>
              </p:nvSpPr>
              <p:spPr>
                <a:xfrm>
                  <a:off x="3809668" y="3363399"/>
                  <a:ext cx="7613" cy="76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8" h="968" extrusionOk="0">
                      <a:moveTo>
                        <a:pt x="484" y="0"/>
                      </a:moveTo>
                      <a:cubicBezTo>
                        <a:pt x="206" y="0"/>
                        <a:pt x="0" y="218"/>
                        <a:pt x="0" y="484"/>
                      </a:cubicBezTo>
                      <a:cubicBezTo>
                        <a:pt x="0" y="750"/>
                        <a:pt x="206" y="968"/>
                        <a:pt x="484" y="968"/>
                      </a:cubicBezTo>
                      <a:cubicBezTo>
                        <a:pt x="750" y="968"/>
                        <a:pt x="968" y="750"/>
                        <a:pt x="968" y="484"/>
                      </a:cubicBezTo>
                      <a:cubicBezTo>
                        <a:pt x="968" y="218"/>
                        <a:pt x="750" y="0"/>
                        <a:pt x="48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277" name="Google Shape;11888;p128">
                <a:extLst>
                  <a:ext uri="{FF2B5EF4-FFF2-40B4-BE49-F238E27FC236}">
                    <a16:creationId xmlns:a16="http://schemas.microsoft.com/office/drawing/2014/main" id="{4B374F9E-D2FF-F60A-D80B-8B080E2A09DB}"/>
                  </a:ext>
                </a:extLst>
              </p:cNvPr>
              <p:cNvGrpSpPr/>
              <p:nvPr/>
            </p:nvGrpSpPr>
            <p:grpSpPr>
              <a:xfrm>
                <a:off x="4176909" y="4363221"/>
                <a:ext cx="38924" cy="33316"/>
                <a:chOff x="4176909" y="4363221"/>
                <a:chExt cx="38924" cy="33316"/>
              </a:xfrm>
              <a:grpFill/>
            </p:grpSpPr>
            <p:sp>
              <p:nvSpPr>
                <p:cNvPr id="2311" name="Google Shape;11889;p128">
                  <a:extLst>
                    <a:ext uri="{FF2B5EF4-FFF2-40B4-BE49-F238E27FC236}">
                      <a16:creationId xmlns:a16="http://schemas.microsoft.com/office/drawing/2014/main" id="{860DFA89-B5CD-89A9-C77E-6D0A5375338E}"/>
                    </a:ext>
                  </a:extLst>
                </p:cNvPr>
                <p:cNvSpPr/>
                <p:nvPr/>
              </p:nvSpPr>
              <p:spPr>
                <a:xfrm>
                  <a:off x="4176909" y="4363221"/>
                  <a:ext cx="38924" cy="333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49" h="4236" extrusionOk="0">
                      <a:moveTo>
                        <a:pt x="2823" y="0"/>
                      </a:moveTo>
                      <a:cubicBezTo>
                        <a:pt x="2301" y="0"/>
                        <a:pt x="1767" y="195"/>
                        <a:pt x="1331" y="631"/>
                      </a:cubicBezTo>
                      <a:cubicBezTo>
                        <a:pt x="1" y="1961"/>
                        <a:pt x="944" y="4236"/>
                        <a:pt x="2831" y="4236"/>
                      </a:cubicBezTo>
                      <a:cubicBezTo>
                        <a:pt x="4005" y="4236"/>
                        <a:pt x="4948" y="3292"/>
                        <a:pt x="4948" y="2119"/>
                      </a:cubicBezTo>
                      <a:cubicBezTo>
                        <a:pt x="4948" y="844"/>
                        <a:pt x="3911" y="0"/>
                        <a:pt x="282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12" name="Google Shape;11890;p128">
                  <a:extLst>
                    <a:ext uri="{FF2B5EF4-FFF2-40B4-BE49-F238E27FC236}">
                      <a16:creationId xmlns:a16="http://schemas.microsoft.com/office/drawing/2014/main" id="{25F6757B-B6A4-EAD3-4063-C9A1CCF49FAA}"/>
                    </a:ext>
                  </a:extLst>
                </p:cNvPr>
                <p:cNvSpPr/>
                <p:nvPr/>
              </p:nvSpPr>
              <p:spPr>
                <a:xfrm>
                  <a:off x="4192230" y="4372934"/>
                  <a:ext cx="13897" cy="139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67" h="1779" extrusionOk="0">
                      <a:moveTo>
                        <a:pt x="883" y="1"/>
                      </a:moveTo>
                      <a:cubicBezTo>
                        <a:pt x="399" y="1"/>
                        <a:pt x="0" y="400"/>
                        <a:pt x="0" y="896"/>
                      </a:cubicBezTo>
                      <a:cubicBezTo>
                        <a:pt x="0" y="1380"/>
                        <a:pt x="399" y="1779"/>
                        <a:pt x="883" y="1779"/>
                      </a:cubicBezTo>
                      <a:cubicBezTo>
                        <a:pt x="1379" y="1779"/>
                        <a:pt x="1766" y="1380"/>
                        <a:pt x="1766" y="896"/>
                      </a:cubicBezTo>
                      <a:cubicBezTo>
                        <a:pt x="1766" y="400"/>
                        <a:pt x="1379" y="1"/>
                        <a:pt x="88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278" name="Google Shape;11891;p128">
                <a:extLst>
                  <a:ext uri="{FF2B5EF4-FFF2-40B4-BE49-F238E27FC236}">
                    <a16:creationId xmlns:a16="http://schemas.microsoft.com/office/drawing/2014/main" id="{7A941025-3158-A17A-8A31-C84B559CA6F2}"/>
                  </a:ext>
                </a:extLst>
              </p:cNvPr>
              <p:cNvGrpSpPr/>
              <p:nvPr/>
            </p:nvGrpSpPr>
            <p:grpSpPr>
              <a:xfrm>
                <a:off x="4226191" y="4007660"/>
                <a:ext cx="33560" cy="28770"/>
                <a:chOff x="4226191" y="4007660"/>
                <a:chExt cx="33560" cy="28770"/>
              </a:xfrm>
              <a:grpFill/>
            </p:grpSpPr>
            <p:sp>
              <p:nvSpPr>
                <p:cNvPr id="2309" name="Google Shape;11892;p128">
                  <a:extLst>
                    <a:ext uri="{FF2B5EF4-FFF2-40B4-BE49-F238E27FC236}">
                      <a16:creationId xmlns:a16="http://schemas.microsoft.com/office/drawing/2014/main" id="{14A6AAFA-7098-D9AE-E85C-5179A2C05740}"/>
                    </a:ext>
                  </a:extLst>
                </p:cNvPr>
                <p:cNvSpPr/>
                <p:nvPr/>
              </p:nvSpPr>
              <p:spPr>
                <a:xfrm>
                  <a:off x="4226191" y="4007660"/>
                  <a:ext cx="33560" cy="287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67" h="3658" extrusionOk="0">
                      <a:moveTo>
                        <a:pt x="2427" y="1"/>
                      </a:moveTo>
                      <a:cubicBezTo>
                        <a:pt x="1980" y="1"/>
                        <a:pt x="1524" y="167"/>
                        <a:pt x="1150" y="537"/>
                      </a:cubicBezTo>
                      <a:cubicBezTo>
                        <a:pt x="1" y="1686"/>
                        <a:pt x="811" y="3645"/>
                        <a:pt x="2444" y="3658"/>
                      </a:cubicBezTo>
                      <a:cubicBezTo>
                        <a:pt x="3436" y="3645"/>
                        <a:pt x="4259" y="2835"/>
                        <a:pt x="4259" y="1843"/>
                      </a:cubicBezTo>
                      <a:cubicBezTo>
                        <a:pt x="4267" y="736"/>
                        <a:pt x="3369" y="1"/>
                        <a:pt x="24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10" name="Google Shape;11893;p128">
                  <a:extLst>
                    <a:ext uri="{FF2B5EF4-FFF2-40B4-BE49-F238E27FC236}">
                      <a16:creationId xmlns:a16="http://schemas.microsoft.com/office/drawing/2014/main" id="{98464273-5430-BB28-6101-D2D2218B1470}"/>
                    </a:ext>
                  </a:extLst>
                </p:cNvPr>
                <p:cNvSpPr/>
                <p:nvPr/>
              </p:nvSpPr>
              <p:spPr>
                <a:xfrm>
                  <a:off x="4239129" y="4017397"/>
                  <a:ext cx="10948" cy="9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2" h="1193" extrusionOk="0">
                      <a:moveTo>
                        <a:pt x="787" y="0"/>
                      </a:moveTo>
                      <a:cubicBezTo>
                        <a:pt x="267" y="0"/>
                        <a:pt x="1" y="641"/>
                        <a:pt x="376" y="1016"/>
                      </a:cubicBezTo>
                      <a:cubicBezTo>
                        <a:pt x="497" y="1138"/>
                        <a:pt x="647" y="1192"/>
                        <a:pt x="794" y="1192"/>
                      </a:cubicBezTo>
                      <a:cubicBezTo>
                        <a:pt x="1099" y="1192"/>
                        <a:pt x="1392" y="957"/>
                        <a:pt x="1392" y="605"/>
                      </a:cubicBezTo>
                      <a:cubicBezTo>
                        <a:pt x="1392" y="266"/>
                        <a:pt x="1126" y="0"/>
                        <a:pt x="78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279" name="Google Shape;11894;p128">
                <a:extLst>
                  <a:ext uri="{FF2B5EF4-FFF2-40B4-BE49-F238E27FC236}">
                    <a16:creationId xmlns:a16="http://schemas.microsoft.com/office/drawing/2014/main" id="{C854F763-2302-376D-893E-638AAF1279C0}"/>
                  </a:ext>
                </a:extLst>
              </p:cNvPr>
              <p:cNvGrpSpPr/>
              <p:nvPr/>
            </p:nvGrpSpPr>
            <p:grpSpPr>
              <a:xfrm>
                <a:off x="3597785" y="3377045"/>
                <a:ext cx="33591" cy="28699"/>
                <a:chOff x="3597785" y="3377045"/>
                <a:chExt cx="33591" cy="28699"/>
              </a:xfrm>
              <a:grpFill/>
            </p:grpSpPr>
            <p:sp>
              <p:nvSpPr>
                <p:cNvPr id="2307" name="Google Shape;11895;p128">
                  <a:extLst>
                    <a:ext uri="{FF2B5EF4-FFF2-40B4-BE49-F238E27FC236}">
                      <a16:creationId xmlns:a16="http://schemas.microsoft.com/office/drawing/2014/main" id="{32B770C9-6890-A91D-1BEC-C07D935F7131}"/>
                    </a:ext>
                  </a:extLst>
                </p:cNvPr>
                <p:cNvSpPr/>
                <p:nvPr/>
              </p:nvSpPr>
              <p:spPr>
                <a:xfrm>
                  <a:off x="3597785" y="3377045"/>
                  <a:ext cx="33591" cy="286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71" h="3649" extrusionOk="0">
                      <a:moveTo>
                        <a:pt x="2428" y="0"/>
                      </a:moveTo>
                      <a:cubicBezTo>
                        <a:pt x="1979" y="0"/>
                        <a:pt x="1522" y="167"/>
                        <a:pt x="1150" y="539"/>
                      </a:cubicBezTo>
                      <a:cubicBezTo>
                        <a:pt x="0" y="1676"/>
                        <a:pt x="811" y="3648"/>
                        <a:pt x="2444" y="3648"/>
                      </a:cubicBezTo>
                      <a:cubicBezTo>
                        <a:pt x="3448" y="3648"/>
                        <a:pt x="4259" y="2826"/>
                        <a:pt x="4271" y="1822"/>
                      </a:cubicBezTo>
                      <a:cubicBezTo>
                        <a:pt x="4262" y="726"/>
                        <a:pt x="3364" y="0"/>
                        <a:pt x="242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08" name="Google Shape;11896;p128">
                  <a:extLst>
                    <a:ext uri="{FF2B5EF4-FFF2-40B4-BE49-F238E27FC236}">
                      <a16:creationId xmlns:a16="http://schemas.microsoft.com/office/drawing/2014/main" id="{02503C3F-913B-AAE3-2479-7522A26E582C}"/>
                    </a:ext>
                  </a:extLst>
                </p:cNvPr>
                <p:cNvSpPr/>
                <p:nvPr/>
              </p:nvSpPr>
              <p:spPr>
                <a:xfrm>
                  <a:off x="3612343" y="3386703"/>
                  <a:ext cx="9328" cy="93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6" h="1187" extrusionOk="0">
                      <a:moveTo>
                        <a:pt x="593" y="1"/>
                      </a:moveTo>
                      <a:cubicBezTo>
                        <a:pt x="266" y="1"/>
                        <a:pt x="0" y="267"/>
                        <a:pt x="0" y="594"/>
                      </a:cubicBezTo>
                      <a:cubicBezTo>
                        <a:pt x="0" y="920"/>
                        <a:pt x="266" y="1186"/>
                        <a:pt x="593" y="1186"/>
                      </a:cubicBezTo>
                      <a:cubicBezTo>
                        <a:pt x="920" y="1186"/>
                        <a:pt x="1186" y="920"/>
                        <a:pt x="1186" y="594"/>
                      </a:cubicBezTo>
                      <a:cubicBezTo>
                        <a:pt x="1186" y="267"/>
                        <a:pt x="920" y="1"/>
                        <a:pt x="59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280" name="Google Shape;11897;p128">
                <a:extLst>
                  <a:ext uri="{FF2B5EF4-FFF2-40B4-BE49-F238E27FC236}">
                    <a16:creationId xmlns:a16="http://schemas.microsoft.com/office/drawing/2014/main" id="{ABC17BAB-ABF6-B1E8-2AA1-28C2F316CBEE}"/>
                  </a:ext>
                </a:extLst>
              </p:cNvPr>
              <p:cNvGrpSpPr/>
              <p:nvPr/>
            </p:nvGrpSpPr>
            <p:grpSpPr>
              <a:xfrm>
                <a:off x="3887870" y="3669796"/>
                <a:ext cx="33591" cy="28692"/>
                <a:chOff x="3887870" y="3669796"/>
                <a:chExt cx="33591" cy="28692"/>
              </a:xfrm>
              <a:grpFill/>
            </p:grpSpPr>
            <p:sp>
              <p:nvSpPr>
                <p:cNvPr id="2305" name="Google Shape;11898;p128">
                  <a:extLst>
                    <a:ext uri="{FF2B5EF4-FFF2-40B4-BE49-F238E27FC236}">
                      <a16:creationId xmlns:a16="http://schemas.microsoft.com/office/drawing/2014/main" id="{5AFEB137-CE91-E708-766F-11AE0AA8ACEC}"/>
                    </a:ext>
                  </a:extLst>
                </p:cNvPr>
                <p:cNvSpPr/>
                <p:nvPr/>
              </p:nvSpPr>
              <p:spPr>
                <a:xfrm>
                  <a:off x="3887870" y="3669796"/>
                  <a:ext cx="33591" cy="286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71" h="3648" extrusionOk="0">
                      <a:moveTo>
                        <a:pt x="2431" y="0"/>
                      </a:moveTo>
                      <a:cubicBezTo>
                        <a:pt x="1981" y="0"/>
                        <a:pt x="1522" y="167"/>
                        <a:pt x="1150" y="539"/>
                      </a:cubicBezTo>
                      <a:cubicBezTo>
                        <a:pt x="1" y="1676"/>
                        <a:pt x="823" y="3648"/>
                        <a:pt x="2444" y="3648"/>
                      </a:cubicBezTo>
                      <a:cubicBezTo>
                        <a:pt x="3448" y="3648"/>
                        <a:pt x="4271" y="2825"/>
                        <a:pt x="4271" y="1821"/>
                      </a:cubicBezTo>
                      <a:cubicBezTo>
                        <a:pt x="4271" y="725"/>
                        <a:pt x="3370" y="0"/>
                        <a:pt x="243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06" name="Google Shape;11899;p128">
                  <a:extLst>
                    <a:ext uri="{FF2B5EF4-FFF2-40B4-BE49-F238E27FC236}">
                      <a16:creationId xmlns:a16="http://schemas.microsoft.com/office/drawing/2014/main" id="{39B95047-ADA2-624B-0AD9-285A56E0BC6D}"/>
                    </a:ext>
                  </a:extLst>
                </p:cNvPr>
                <p:cNvSpPr/>
                <p:nvPr/>
              </p:nvSpPr>
              <p:spPr>
                <a:xfrm>
                  <a:off x="3902428" y="3679454"/>
                  <a:ext cx="9422" cy="93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8" h="1186" extrusionOk="0">
                      <a:moveTo>
                        <a:pt x="593" y="1"/>
                      </a:moveTo>
                      <a:cubicBezTo>
                        <a:pt x="266" y="1"/>
                        <a:pt x="0" y="267"/>
                        <a:pt x="0" y="593"/>
                      </a:cubicBezTo>
                      <a:cubicBezTo>
                        <a:pt x="0" y="920"/>
                        <a:pt x="266" y="1186"/>
                        <a:pt x="593" y="1186"/>
                      </a:cubicBezTo>
                      <a:cubicBezTo>
                        <a:pt x="932" y="1186"/>
                        <a:pt x="1198" y="920"/>
                        <a:pt x="1198" y="593"/>
                      </a:cubicBezTo>
                      <a:cubicBezTo>
                        <a:pt x="1198" y="267"/>
                        <a:pt x="932" y="1"/>
                        <a:pt x="59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281" name="Google Shape;11900;p128">
                <a:extLst>
                  <a:ext uri="{FF2B5EF4-FFF2-40B4-BE49-F238E27FC236}">
                    <a16:creationId xmlns:a16="http://schemas.microsoft.com/office/drawing/2014/main" id="{3A3E5822-CCD1-5216-9183-900159545864}"/>
                  </a:ext>
                </a:extLst>
              </p:cNvPr>
              <p:cNvGrpSpPr/>
              <p:nvPr/>
            </p:nvGrpSpPr>
            <p:grpSpPr>
              <a:xfrm>
                <a:off x="3818320" y="3481625"/>
                <a:ext cx="33497" cy="28770"/>
                <a:chOff x="3818320" y="3481625"/>
                <a:chExt cx="33497" cy="28770"/>
              </a:xfrm>
              <a:grpFill/>
            </p:grpSpPr>
            <p:sp>
              <p:nvSpPr>
                <p:cNvPr id="2303" name="Google Shape;11901;p128">
                  <a:extLst>
                    <a:ext uri="{FF2B5EF4-FFF2-40B4-BE49-F238E27FC236}">
                      <a16:creationId xmlns:a16="http://schemas.microsoft.com/office/drawing/2014/main" id="{432812EC-38F3-5CB5-2E74-86F6D267A9C6}"/>
                    </a:ext>
                  </a:extLst>
                </p:cNvPr>
                <p:cNvSpPr/>
                <p:nvPr/>
              </p:nvSpPr>
              <p:spPr>
                <a:xfrm>
                  <a:off x="3818320" y="3481625"/>
                  <a:ext cx="33497" cy="287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59" h="3658" extrusionOk="0">
                      <a:moveTo>
                        <a:pt x="2421" y="1"/>
                      </a:moveTo>
                      <a:cubicBezTo>
                        <a:pt x="1975" y="1"/>
                        <a:pt x="1520" y="166"/>
                        <a:pt x="1150" y="537"/>
                      </a:cubicBezTo>
                      <a:cubicBezTo>
                        <a:pt x="1" y="1686"/>
                        <a:pt x="811" y="3658"/>
                        <a:pt x="2432" y="3658"/>
                      </a:cubicBezTo>
                      <a:cubicBezTo>
                        <a:pt x="3448" y="3658"/>
                        <a:pt x="4259" y="2835"/>
                        <a:pt x="4259" y="1831"/>
                      </a:cubicBezTo>
                      <a:cubicBezTo>
                        <a:pt x="4259" y="732"/>
                        <a:pt x="3359" y="1"/>
                        <a:pt x="242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04" name="Google Shape;11902;p128">
                  <a:extLst>
                    <a:ext uri="{FF2B5EF4-FFF2-40B4-BE49-F238E27FC236}">
                      <a16:creationId xmlns:a16="http://schemas.microsoft.com/office/drawing/2014/main" id="{3C516791-565F-024E-91D5-E474ECBCAF59}"/>
                    </a:ext>
                  </a:extLst>
                </p:cNvPr>
                <p:cNvSpPr/>
                <p:nvPr/>
              </p:nvSpPr>
              <p:spPr>
                <a:xfrm>
                  <a:off x="3831258" y="3491362"/>
                  <a:ext cx="10956" cy="9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3" h="1192" extrusionOk="0">
                      <a:moveTo>
                        <a:pt x="787" y="0"/>
                      </a:moveTo>
                      <a:cubicBezTo>
                        <a:pt x="267" y="0"/>
                        <a:pt x="1" y="641"/>
                        <a:pt x="376" y="1016"/>
                      </a:cubicBezTo>
                      <a:cubicBezTo>
                        <a:pt x="497" y="1137"/>
                        <a:pt x="646" y="1192"/>
                        <a:pt x="792" y="1192"/>
                      </a:cubicBezTo>
                      <a:cubicBezTo>
                        <a:pt x="1098" y="1192"/>
                        <a:pt x="1392" y="953"/>
                        <a:pt x="1392" y="593"/>
                      </a:cubicBezTo>
                      <a:cubicBezTo>
                        <a:pt x="1392" y="266"/>
                        <a:pt x="1126" y="0"/>
                        <a:pt x="78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282" name="Google Shape;11903;p128">
                <a:extLst>
                  <a:ext uri="{FF2B5EF4-FFF2-40B4-BE49-F238E27FC236}">
                    <a16:creationId xmlns:a16="http://schemas.microsoft.com/office/drawing/2014/main" id="{F7D6D1CF-5B73-66F6-13BC-7060663A2B70}"/>
                  </a:ext>
                </a:extLst>
              </p:cNvPr>
              <p:cNvGrpSpPr/>
              <p:nvPr/>
            </p:nvGrpSpPr>
            <p:grpSpPr>
              <a:xfrm>
                <a:off x="4278139" y="4120948"/>
                <a:ext cx="37492" cy="32129"/>
                <a:chOff x="4278139" y="4120948"/>
                <a:chExt cx="37492" cy="32129"/>
              </a:xfrm>
              <a:grpFill/>
            </p:grpSpPr>
            <p:sp>
              <p:nvSpPr>
                <p:cNvPr id="2301" name="Google Shape;11904;p128">
                  <a:extLst>
                    <a:ext uri="{FF2B5EF4-FFF2-40B4-BE49-F238E27FC236}">
                      <a16:creationId xmlns:a16="http://schemas.microsoft.com/office/drawing/2014/main" id="{DBC7FA21-DCE5-70E1-394B-0611AFC5CE3C}"/>
                    </a:ext>
                  </a:extLst>
                </p:cNvPr>
                <p:cNvSpPr/>
                <p:nvPr/>
              </p:nvSpPr>
              <p:spPr>
                <a:xfrm>
                  <a:off x="4278139" y="4120948"/>
                  <a:ext cx="37492" cy="321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7" h="4085" extrusionOk="0">
                      <a:moveTo>
                        <a:pt x="2708" y="0"/>
                      </a:moveTo>
                      <a:cubicBezTo>
                        <a:pt x="2207" y="0"/>
                        <a:pt x="1697" y="186"/>
                        <a:pt x="1283" y="600"/>
                      </a:cubicBezTo>
                      <a:cubicBezTo>
                        <a:pt x="1" y="1895"/>
                        <a:pt x="908" y="4084"/>
                        <a:pt x="2722" y="4084"/>
                      </a:cubicBezTo>
                      <a:cubicBezTo>
                        <a:pt x="3847" y="4084"/>
                        <a:pt x="4755" y="3177"/>
                        <a:pt x="4767" y="2052"/>
                      </a:cubicBezTo>
                      <a:cubicBezTo>
                        <a:pt x="4767" y="815"/>
                        <a:pt x="3758" y="0"/>
                        <a:pt x="270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02" name="Google Shape;11905;p128">
                  <a:extLst>
                    <a:ext uri="{FF2B5EF4-FFF2-40B4-BE49-F238E27FC236}">
                      <a16:creationId xmlns:a16="http://schemas.microsoft.com/office/drawing/2014/main" id="{9598F4A4-CF3D-3A8F-FA60-AD706CE62359}"/>
                    </a:ext>
                  </a:extLst>
                </p:cNvPr>
                <p:cNvSpPr/>
                <p:nvPr/>
              </p:nvSpPr>
              <p:spPr>
                <a:xfrm>
                  <a:off x="4290983" y="4130614"/>
                  <a:ext cx="14943" cy="128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0" h="1629" extrusionOk="0">
                      <a:moveTo>
                        <a:pt x="1089" y="0"/>
                      </a:moveTo>
                      <a:cubicBezTo>
                        <a:pt x="363" y="0"/>
                        <a:pt x="1" y="883"/>
                        <a:pt x="509" y="1391"/>
                      </a:cubicBezTo>
                      <a:cubicBezTo>
                        <a:pt x="673" y="1555"/>
                        <a:pt x="876" y="1629"/>
                        <a:pt x="1076" y="1629"/>
                      </a:cubicBezTo>
                      <a:cubicBezTo>
                        <a:pt x="1495" y="1629"/>
                        <a:pt x="1900" y="1306"/>
                        <a:pt x="1900" y="823"/>
                      </a:cubicBezTo>
                      <a:cubicBezTo>
                        <a:pt x="1900" y="363"/>
                        <a:pt x="1537" y="0"/>
                        <a:pt x="108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283" name="Google Shape;11906;p128">
                <a:extLst>
                  <a:ext uri="{FF2B5EF4-FFF2-40B4-BE49-F238E27FC236}">
                    <a16:creationId xmlns:a16="http://schemas.microsoft.com/office/drawing/2014/main" id="{BE63A94E-AB31-70FA-E963-F1899301A7FF}"/>
                  </a:ext>
                </a:extLst>
              </p:cNvPr>
              <p:cNvGrpSpPr/>
              <p:nvPr/>
            </p:nvGrpSpPr>
            <p:grpSpPr>
              <a:xfrm>
                <a:off x="4419898" y="3977388"/>
                <a:ext cx="33497" cy="28692"/>
                <a:chOff x="4419898" y="3977388"/>
                <a:chExt cx="33497" cy="28692"/>
              </a:xfrm>
              <a:grpFill/>
            </p:grpSpPr>
            <p:sp>
              <p:nvSpPr>
                <p:cNvPr id="2299" name="Google Shape;11907;p128">
                  <a:extLst>
                    <a:ext uri="{FF2B5EF4-FFF2-40B4-BE49-F238E27FC236}">
                      <a16:creationId xmlns:a16="http://schemas.microsoft.com/office/drawing/2014/main" id="{9D9D3938-1194-BF3C-B170-7C28BB2A48A5}"/>
                    </a:ext>
                  </a:extLst>
                </p:cNvPr>
                <p:cNvSpPr/>
                <p:nvPr/>
              </p:nvSpPr>
              <p:spPr>
                <a:xfrm>
                  <a:off x="4419898" y="3977388"/>
                  <a:ext cx="33497" cy="286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59" h="3648" extrusionOk="0">
                      <a:moveTo>
                        <a:pt x="2426" y="0"/>
                      </a:moveTo>
                      <a:cubicBezTo>
                        <a:pt x="1979" y="0"/>
                        <a:pt x="1522" y="167"/>
                        <a:pt x="1150" y="539"/>
                      </a:cubicBezTo>
                      <a:cubicBezTo>
                        <a:pt x="1" y="1688"/>
                        <a:pt x="811" y="3648"/>
                        <a:pt x="2432" y="3648"/>
                      </a:cubicBezTo>
                      <a:cubicBezTo>
                        <a:pt x="3448" y="3648"/>
                        <a:pt x="4259" y="2837"/>
                        <a:pt x="4259" y="1833"/>
                      </a:cubicBezTo>
                      <a:cubicBezTo>
                        <a:pt x="4259" y="729"/>
                        <a:pt x="3362" y="0"/>
                        <a:pt x="242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00" name="Google Shape;11908;p128">
                  <a:extLst>
                    <a:ext uri="{FF2B5EF4-FFF2-40B4-BE49-F238E27FC236}">
                      <a16:creationId xmlns:a16="http://schemas.microsoft.com/office/drawing/2014/main" id="{F14A0F06-FBCB-74F7-9F65-35BB0A7A5458}"/>
                    </a:ext>
                  </a:extLst>
                </p:cNvPr>
                <p:cNvSpPr/>
                <p:nvPr/>
              </p:nvSpPr>
              <p:spPr>
                <a:xfrm>
                  <a:off x="4432742" y="3987046"/>
                  <a:ext cx="11042" cy="93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4" h="1195" extrusionOk="0">
                      <a:moveTo>
                        <a:pt x="799" y="0"/>
                      </a:moveTo>
                      <a:cubicBezTo>
                        <a:pt x="267" y="0"/>
                        <a:pt x="1" y="641"/>
                        <a:pt x="376" y="1016"/>
                      </a:cubicBezTo>
                      <a:cubicBezTo>
                        <a:pt x="499" y="1139"/>
                        <a:pt x="650" y="1195"/>
                        <a:pt x="799" y="1195"/>
                      </a:cubicBezTo>
                      <a:cubicBezTo>
                        <a:pt x="1104" y="1195"/>
                        <a:pt x="1396" y="963"/>
                        <a:pt x="1404" y="605"/>
                      </a:cubicBezTo>
                      <a:cubicBezTo>
                        <a:pt x="1404" y="266"/>
                        <a:pt x="1138" y="0"/>
                        <a:pt x="79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284" name="Google Shape;11909;p128">
                <a:extLst>
                  <a:ext uri="{FF2B5EF4-FFF2-40B4-BE49-F238E27FC236}">
                    <a16:creationId xmlns:a16="http://schemas.microsoft.com/office/drawing/2014/main" id="{604B92A5-7C2E-078D-9CE7-9EA5821A4260}"/>
                  </a:ext>
                </a:extLst>
              </p:cNvPr>
              <p:cNvGrpSpPr/>
              <p:nvPr/>
            </p:nvGrpSpPr>
            <p:grpSpPr>
              <a:xfrm>
                <a:off x="4158930" y="4034684"/>
                <a:ext cx="33497" cy="28762"/>
                <a:chOff x="4158930" y="4034684"/>
                <a:chExt cx="33497" cy="28762"/>
              </a:xfrm>
              <a:grpFill/>
            </p:grpSpPr>
            <p:sp>
              <p:nvSpPr>
                <p:cNvPr id="2297" name="Google Shape;11910;p128">
                  <a:extLst>
                    <a:ext uri="{FF2B5EF4-FFF2-40B4-BE49-F238E27FC236}">
                      <a16:creationId xmlns:a16="http://schemas.microsoft.com/office/drawing/2014/main" id="{B2B51E05-ADA9-D33C-0BFC-6A496E8F6238}"/>
                    </a:ext>
                  </a:extLst>
                </p:cNvPr>
                <p:cNvSpPr/>
                <p:nvPr/>
              </p:nvSpPr>
              <p:spPr>
                <a:xfrm>
                  <a:off x="4158930" y="4034684"/>
                  <a:ext cx="33497" cy="287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59" h="3657" extrusionOk="0">
                      <a:moveTo>
                        <a:pt x="2421" y="0"/>
                      </a:moveTo>
                      <a:cubicBezTo>
                        <a:pt x="1974" y="0"/>
                        <a:pt x="1520" y="166"/>
                        <a:pt x="1149" y="536"/>
                      </a:cubicBezTo>
                      <a:cubicBezTo>
                        <a:pt x="0" y="1685"/>
                        <a:pt x="811" y="3645"/>
                        <a:pt x="2432" y="3657"/>
                      </a:cubicBezTo>
                      <a:cubicBezTo>
                        <a:pt x="3436" y="3645"/>
                        <a:pt x="4258" y="2834"/>
                        <a:pt x="4258" y="1830"/>
                      </a:cubicBezTo>
                      <a:cubicBezTo>
                        <a:pt x="4258" y="732"/>
                        <a:pt x="3358" y="0"/>
                        <a:pt x="242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98" name="Google Shape;11911;p128">
                  <a:extLst>
                    <a:ext uri="{FF2B5EF4-FFF2-40B4-BE49-F238E27FC236}">
                      <a16:creationId xmlns:a16="http://schemas.microsoft.com/office/drawing/2014/main" id="{01C6B244-B546-8C61-7D0F-2CE6D66E158B}"/>
                    </a:ext>
                  </a:extLst>
                </p:cNvPr>
                <p:cNvSpPr/>
                <p:nvPr/>
              </p:nvSpPr>
              <p:spPr>
                <a:xfrm>
                  <a:off x="4173385" y="4044319"/>
                  <a:ext cx="9336" cy="94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7" h="1199" extrusionOk="0">
                      <a:moveTo>
                        <a:pt x="594" y="1"/>
                      </a:moveTo>
                      <a:cubicBezTo>
                        <a:pt x="267" y="1"/>
                        <a:pt x="1" y="279"/>
                        <a:pt x="1" y="605"/>
                      </a:cubicBezTo>
                      <a:cubicBezTo>
                        <a:pt x="1" y="932"/>
                        <a:pt x="267" y="1198"/>
                        <a:pt x="594" y="1198"/>
                      </a:cubicBezTo>
                      <a:cubicBezTo>
                        <a:pt x="920" y="1198"/>
                        <a:pt x="1186" y="932"/>
                        <a:pt x="1186" y="605"/>
                      </a:cubicBezTo>
                      <a:cubicBezTo>
                        <a:pt x="1186" y="279"/>
                        <a:pt x="920" y="1"/>
                        <a:pt x="59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285" name="Google Shape;11912;p128">
                <a:extLst>
                  <a:ext uri="{FF2B5EF4-FFF2-40B4-BE49-F238E27FC236}">
                    <a16:creationId xmlns:a16="http://schemas.microsoft.com/office/drawing/2014/main" id="{29E5AC75-5FB6-9799-CBAA-AD510D83F091}"/>
                  </a:ext>
                </a:extLst>
              </p:cNvPr>
              <p:cNvGrpSpPr/>
              <p:nvPr/>
            </p:nvGrpSpPr>
            <p:grpSpPr>
              <a:xfrm>
                <a:off x="4134949" y="3957049"/>
                <a:ext cx="33497" cy="28770"/>
                <a:chOff x="4134949" y="3957049"/>
                <a:chExt cx="33497" cy="28770"/>
              </a:xfrm>
              <a:grpFill/>
            </p:grpSpPr>
            <p:sp>
              <p:nvSpPr>
                <p:cNvPr id="2295" name="Google Shape;11913;p128">
                  <a:extLst>
                    <a:ext uri="{FF2B5EF4-FFF2-40B4-BE49-F238E27FC236}">
                      <a16:creationId xmlns:a16="http://schemas.microsoft.com/office/drawing/2014/main" id="{4F1DBD65-DD64-85BE-530D-F192E8A0EFC4}"/>
                    </a:ext>
                  </a:extLst>
                </p:cNvPr>
                <p:cNvSpPr/>
                <p:nvPr/>
              </p:nvSpPr>
              <p:spPr>
                <a:xfrm>
                  <a:off x="4134949" y="3957049"/>
                  <a:ext cx="33497" cy="287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59" h="3658" extrusionOk="0">
                      <a:moveTo>
                        <a:pt x="2421" y="0"/>
                      </a:moveTo>
                      <a:cubicBezTo>
                        <a:pt x="1975" y="0"/>
                        <a:pt x="1520" y="166"/>
                        <a:pt x="1150" y="536"/>
                      </a:cubicBezTo>
                      <a:cubicBezTo>
                        <a:pt x="1" y="1685"/>
                        <a:pt x="811" y="3657"/>
                        <a:pt x="2432" y="3657"/>
                      </a:cubicBezTo>
                      <a:cubicBezTo>
                        <a:pt x="3436" y="3657"/>
                        <a:pt x="4259" y="2834"/>
                        <a:pt x="4259" y="1830"/>
                      </a:cubicBezTo>
                      <a:cubicBezTo>
                        <a:pt x="4259" y="732"/>
                        <a:pt x="3359" y="0"/>
                        <a:pt x="242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96" name="Google Shape;11914;p128">
                  <a:extLst>
                    <a:ext uri="{FF2B5EF4-FFF2-40B4-BE49-F238E27FC236}">
                      <a16:creationId xmlns:a16="http://schemas.microsoft.com/office/drawing/2014/main" id="{2D118F0A-4C3B-BE45-4B49-724C14C4087A}"/>
                    </a:ext>
                  </a:extLst>
                </p:cNvPr>
                <p:cNvSpPr/>
                <p:nvPr/>
              </p:nvSpPr>
              <p:spPr>
                <a:xfrm>
                  <a:off x="4147793" y="3966778"/>
                  <a:ext cx="10956" cy="9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3" h="1193" extrusionOk="0">
                      <a:moveTo>
                        <a:pt x="799" y="1"/>
                      </a:moveTo>
                      <a:cubicBezTo>
                        <a:pt x="267" y="1"/>
                        <a:pt x="1" y="642"/>
                        <a:pt x="376" y="1017"/>
                      </a:cubicBezTo>
                      <a:cubicBezTo>
                        <a:pt x="497" y="1138"/>
                        <a:pt x="646" y="1192"/>
                        <a:pt x="792" y="1192"/>
                      </a:cubicBezTo>
                      <a:cubicBezTo>
                        <a:pt x="1098" y="1192"/>
                        <a:pt x="1392" y="954"/>
                        <a:pt x="1392" y="593"/>
                      </a:cubicBezTo>
                      <a:cubicBezTo>
                        <a:pt x="1392" y="267"/>
                        <a:pt x="1126" y="1"/>
                        <a:pt x="79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286" name="Google Shape;11915;p128">
                <a:extLst>
                  <a:ext uri="{FF2B5EF4-FFF2-40B4-BE49-F238E27FC236}">
                    <a16:creationId xmlns:a16="http://schemas.microsoft.com/office/drawing/2014/main" id="{E0C06B57-8DE9-9ACD-5A99-A92216169930}"/>
                  </a:ext>
                </a:extLst>
              </p:cNvPr>
              <p:cNvGrpSpPr/>
              <p:nvPr/>
            </p:nvGrpSpPr>
            <p:grpSpPr>
              <a:xfrm>
                <a:off x="4193653" y="4184403"/>
                <a:ext cx="43580" cy="37264"/>
                <a:chOff x="4193653" y="4184403"/>
                <a:chExt cx="43580" cy="37264"/>
              </a:xfrm>
              <a:grpFill/>
            </p:grpSpPr>
            <p:sp>
              <p:nvSpPr>
                <p:cNvPr id="2293" name="Google Shape;11916;p128">
                  <a:extLst>
                    <a:ext uri="{FF2B5EF4-FFF2-40B4-BE49-F238E27FC236}">
                      <a16:creationId xmlns:a16="http://schemas.microsoft.com/office/drawing/2014/main" id="{4C20F7C0-30B0-4FC3-13A8-2028E5666A09}"/>
                    </a:ext>
                  </a:extLst>
                </p:cNvPr>
                <p:cNvSpPr/>
                <p:nvPr/>
              </p:nvSpPr>
              <p:spPr>
                <a:xfrm>
                  <a:off x="4193653" y="4184403"/>
                  <a:ext cx="43580" cy="372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41" h="4738" extrusionOk="0">
                      <a:moveTo>
                        <a:pt x="3156" y="1"/>
                      </a:moveTo>
                      <a:cubicBezTo>
                        <a:pt x="2575" y="1"/>
                        <a:pt x="1982" y="216"/>
                        <a:pt x="1501" y="698"/>
                      </a:cubicBezTo>
                      <a:cubicBezTo>
                        <a:pt x="1" y="2185"/>
                        <a:pt x="1065" y="4738"/>
                        <a:pt x="3170" y="4738"/>
                      </a:cubicBezTo>
                      <a:cubicBezTo>
                        <a:pt x="4476" y="4738"/>
                        <a:pt x="5529" y="3673"/>
                        <a:pt x="5541" y="2367"/>
                      </a:cubicBezTo>
                      <a:cubicBezTo>
                        <a:pt x="5541" y="943"/>
                        <a:pt x="4373" y="1"/>
                        <a:pt x="315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94" name="Google Shape;11917;p128">
                  <a:extLst>
                    <a:ext uri="{FF2B5EF4-FFF2-40B4-BE49-F238E27FC236}">
                      <a16:creationId xmlns:a16="http://schemas.microsoft.com/office/drawing/2014/main" id="{DD93CC47-2AE2-2AF4-2711-15564E1A9669}"/>
                    </a:ext>
                  </a:extLst>
                </p:cNvPr>
                <p:cNvSpPr/>
                <p:nvPr/>
              </p:nvSpPr>
              <p:spPr>
                <a:xfrm>
                  <a:off x="4206591" y="4194069"/>
                  <a:ext cx="20944" cy="179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63" h="2282" extrusionOk="0">
                      <a:moveTo>
                        <a:pt x="1525" y="1"/>
                      </a:moveTo>
                      <a:cubicBezTo>
                        <a:pt x="509" y="1"/>
                        <a:pt x="1" y="1223"/>
                        <a:pt x="714" y="1948"/>
                      </a:cubicBezTo>
                      <a:cubicBezTo>
                        <a:pt x="948" y="2179"/>
                        <a:pt x="1234" y="2282"/>
                        <a:pt x="1514" y="2282"/>
                      </a:cubicBezTo>
                      <a:cubicBezTo>
                        <a:pt x="2101" y="2282"/>
                        <a:pt x="2662" y="1826"/>
                        <a:pt x="2662" y="1138"/>
                      </a:cubicBezTo>
                      <a:cubicBezTo>
                        <a:pt x="2662" y="509"/>
                        <a:pt x="2154" y="1"/>
                        <a:pt x="152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287" name="Google Shape;11918;p128">
                <a:extLst>
                  <a:ext uri="{FF2B5EF4-FFF2-40B4-BE49-F238E27FC236}">
                    <a16:creationId xmlns:a16="http://schemas.microsoft.com/office/drawing/2014/main" id="{C075459C-95ED-A104-71D1-B2955CD7E2FB}"/>
                  </a:ext>
                </a:extLst>
              </p:cNvPr>
              <p:cNvGrpSpPr/>
              <p:nvPr/>
            </p:nvGrpSpPr>
            <p:grpSpPr>
              <a:xfrm>
                <a:off x="4343600" y="3943844"/>
                <a:ext cx="43580" cy="37312"/>
                <a:chOff x="4343600" y="3943844"/>
                <a:chExt cx="43580" cy="37312"/>
              </a:xfrm>
              <a:grpFill/>
            </p:grpSpPr>
            <p:sp>
              <p:nvSpPr>
                <p:cNvPr id="2291" name="Google Shape;11919;p128">
                  <a:extLst>
                    <a:ext uri="{FF2B5EF4-FFF2-40B4-BE49-F238E27FC236}">
                      <a16:creationId xmlns:a16="http://schemas.microsoft.com/office/drawing/2014/main" id="{586343B3-B938-2781-78EF-426AB290D0FA}"/>
                    </a:ext>
                  </a:extLst>
                </p:cNvPr>
                <p:cNvSpPr/>
                <p:nvPr/>
              </p:nvSpPr>
              <p:spPr>
                <a:xfrm>
                  <a:off x="4343600" y="3943844"/>
                  <a:ext cx="43580" cy="373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41" h="4744" extrusionOk="0">
                      <a:moveTo>
                        <a:pt x="3156" y="1"/>
                      </a:moveTo>
                      <a:cubicBezTo>
                        <a:pt x="2574" y="1"/>
                        <a:pt x="1982" y="218"/>
                        <a:pt x="1500" y="703"/>
                      </a:cubicBezTo>
                      <a:cubicBezTo>
                        <a:pt x="0" y="2191"/>
                        <a:pt x="1065" y="4743"/>
                        <a:pt x="3169" y="4743"/>
                      </a:cubicBezTo>
                      <a:cubicBezTo>
                        <a:pt x="4476" y="4731"/>
                        <a:pt x="5528" y="3679"/>
                        <a:pt x="5540" y="2372"/>
                      </a:cubicBezTo>
                      <a:cubicBezTo>
                        <a:pt x="5540" y="949"/>
                        <a:pt x="4373" y="1"/>
                        <a:pt x="315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92" name="Google Shape;11920;p128">
                  <a:extLst>
                    <a:ext uri="{FF2B5EF4-FFF2-40B4-BE49-F238E27FC236}">
                      <a16:creationId xmlns:a16="http://schemas.microsoft.com/office/drawing/2014/main" id="{8913DD07-0751-0477-6AE9-B76B5D82A58C}"/>
                    </a:ext>
                  </a:extLst>
                </p:cNvPr>
                <p:cNvSpPr/>
                <p:nvPr/>
              </p:nvSpPr>
              <p:spPr>
                <a:xfrm>
                  <a:off x="4359581" y="3953557"/>
                  <a:ext cx="17893" cy="178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75" h="2275" extrusionOk="0">
                      <a:moveTo>
                        <a:pt x="1137" y="0"/>
                      </a:moveTo>
                      <a:cubicBezTo>
                        <a:pt x="508" y="0"/>
                        <a:pt x="0" y="508"/>
                        <a:pt x="0" y="1137"/>
                      </a:cubicBezTo>
                      <a:cubicBezTo>
                        <a:pt x="0" y="1766"/>
                        <a:pt x="508" y="2274"/>
                        <a:pt x="1137" y="2274"/>
                      </a:cubicBezTo>
                      <a:cubicBezTo>
                        <a:pt x="1766" y="2274"/>
                        <a:pt x="2275" y="1766"/>
                        <a:pt x="2275" y="1137"/>
                      </a:cubicBezTo>
                      <a:cubicBezTo>
                        <a:pt x="2275" y="508"/>
                        <a:pt x="1766" y="0"/>
                        <a:pt x="113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288" name="Google Shape;11921;p128">
                <a:extLst>
                  <a:ext uri="{FF2B5EF4-FFF2-40B4-BE49-F238E27FC236}">
                    <a16:creationId xmlns:a16="http://schemas.microsoft.com/office/drawing/2014/main" id="{1FE5D34F-BB92-25BE-1936-A2D797FFF3BD}"/>
                  </a:ext>
                </a:extLst>
              </p:cNvPr>
              <p:cNvGrpSpPr/>
              <p:nvPr/>
            </p:nvGrpSpPr>
            <p:grpSpPr>
              <a:xfrm>
                <a:off x="4172339" y="3381693"/>
                <a:ext cx="31499" cy="27001"/>
                <a:chOff x="4172339" y="3381693"/>
                <a:chExt cx="31499" cy="27001"/>
              </a:xfrm>
              <a:grpFill/>
            </p:grpSpPr>
            <p:sp>
              <p:nvSpPr>
                <p:cNvPr id="2289" name="Google Shape;11922;p128">
                  <a:extLst>
                    <a:ext uri="{FF2B5EF4-FFF2-40B4-BE49-F238E27FC236}">
                      <a16:creationId xmlns:a16="http://schemas.microsoft.com/office/drawing/2014/main" id="{9D1ACFBB-EA0E-0F00-7B3C-A0FA36A45538}"/>
                    </a:ext>
                  </a:extLst>
                </p:cNvPr>
                <p:cNvSpPr/>
                <p:nvPr/>
              </p:nvSpPr>
              <p:spPr>
                <a:xfrm>
                  <a:off x="4172339" y="3381693"/>
                  <a:ext cx="31499" cy="270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5" h="3433" extrusionOk="0">
                      <a:moveTo>
                        <a:pt x="2285" y="1"/>
                      </a:moveTo>
                      <a:cubicBezTo>
                        <a:pt x="1866" y="1"/>
                        <a:pt x="1438" y="157"/>
                        <a:pt x="1090" y="505"/>
                      </a:cubicBezTo>
                      <a:cubicBezTo>
                        <a:pt x="1" y="1581"/>
                        <a:pt x="775" y="3420"/>
                        <a:pt x="2299" y="3432"/>
                      </a:cubicBezTo>
                      <a:cubicBezTo>
                        <a:pt x="3243" y="3420"/>
                        <a:pt x="4005" y="2658"/>
                        <a:pt x="4005" y="1714"/>
                      </a:cubicBezTo>
                      <a:cubicBezTo>
                        <a:pt x="4005" y="683"/>
                        <a:pt x="3163" y="1"/>
                        <a:pt x="228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90" name="Google Shape;11923;p128">
                  <a:extLst>
                    <a:ext uri="{FF2B5EF4-FFF2-40B4-BE49-F238E27FC236}">
                      <a16:creationId xmlns:a16="http://schemas.microsoft.com/office/drawing/2014/main" id="{199F39DB-4946-AA14-BEE2-73203642CC33}"/>
                    </a:ext>
                  </a:extLst>
                </p:cNvPr>
                <p:cNvSpPr/>
                <p:nvPr/>
              </p:nvSpPr>
              <p:spPr>
                <a:xfrm>
                  <a:off x="4185285" y="3391367"/>
                  <a:ext cx="8856" cy="76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6" h="967" extrusionOk="0">
                      <a:moveTo>
                        <a:pt x="653" y="1"/>
                      </a:moveTo>
                      <a:cubicBezTo>
                        <a:pt x="218" y="1"/>
                        <a:pt x="0" y="521"/>
                        <a:pt x="302" y="823"/>
                      </a:cubicBezTo>
                      <a:cubicBezTo>
                        <a:pt x="401" y="922"/>
                        <a:pt x="523" y="967"/>
                        <a:pt x="643" y="967"/>
                      </a:cubicBezTo>
                      <a:cubicBezTo>
                        <a:pt x="889" y="967"/>
                        <a:pt x="1125" y="778"/>
                        <a:pt x="1125" y="484"/>
                      </a:cubicBezTo>
                      <a:cubicBezTo>
                        <a:pt x="1125" y="218"/>
                        <a:pt x="919" y="1"/>
                        <a:pt x="65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3045" name="Título 1">
            <a:extLst>
              <a:ext uri="{FF2B5EF4-FFF2-40B4-BE49-F238E27FC236}">
                <a16:creationId xmlns:a16="http://schemas.microsoft.com/office/drawing/2014/main" id="{2C00135E-A6FF-EB1F-A278-0A116F7D13E8}"/>
              </a:ext>
            </a:extLst>
          </p:cNvPr>
          <p:cNvSpPr txBox="1">
            <a:spLocks/>
          </p:cNvSpPr>
          <p:nvPr/>
        </p:nvSpPr>
        <p:spPr>
          <a:xfrm>
            <a:off x="1868181" y="1451620"/>
            <a:ext cx="7128211" cy="662382"/>
          </a:xfrm>
          <a:prstGeom prst="rect">
            <a:avLst/>
          </a:prstGeom>
        </p:spPr>
        <p:txBody>
          <a:bodyPr vert="horz" lIns="91440" tIns="45720" rIns="91440" bIns="45720" rtlCol="0" anchor="b" wrap="square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sz="2200" b="1">
                <a:solidFill>
                  <a:srgbClr val="1F67AE"/>
                </a:solidFill>
                <a:latin typeface="Arial"/>
              </a:rPr>
              <a:t>5. METODOLOGÍA</a:t>
            </a:r>
          </a:p>
        </p:txBody>
      </p:sp>
    </p:spTree>
    <p:extLst>
      <p:ext uri="{BB962C8B-B14F-4D97-AF65-F5344CB8AC3E}">
        <p14:creationId xmlns:p14="http://schemas.microsoft.com/office/powerpoint/2010/main" val="26577474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AEB8C9FE-6AD5-64CA-595F-53D963618A69}"/>
              </a:ext>
            </a:extLst>
          </p:cNvPr>
          <p:cNvGrpSpPr/>
          <p:nvPr/>
        </p:nvGrpSpPr>
        <p:grpSpPr>
          <a:xfrm>
            <a:off x="2287374" y="2656033"/>
            <a:ext cx="7474779" cy="3124889"/>
            <a:chOff x="738492" y="1959429"/>
            <a:chExt cx="9141067" cy="3821494"/>
          </a:xfrm>
        </p:grpSpPr>
        <p:grpSp>
          <p:nvGrpSpPr>
            <p:cNvPr id="3" name="Google Shape;11928;p129">
              <a:extLst>
                <a:ext uri="{FF2B5EF4-FFF2-40B4-BE49-F238E27FC236}">
                  <a16:creationId xmlns:a16="http://schemas.microsoft.com/office/drawing/2014/main" id="{D51785C2-CFBB-AAC0-4F39-885F0D9B5948}"/>
                </a:ext>
              </a:extLst>
            </p:cNvPr>
            <p:cNvGrpSpPr/>
            <p:nvPr/>
          </p:nvGrpSpPr>
          <p:grpSpPr>
            <a:xfrm>
              <a:off x="743581" y="1968806"/>
              <a:ext cx="2976461" cy="244782"/>
              <a:chOff x="106648" y="895722"/>
              <a:chExt cx="4481413" cy="374300"/>
            </a:xfrm>
          </p:grpSpPr>
          <p:grpSp>
            <p:nvGrpSpPr>
              <p:cNvPr id="655" name="Google Shape;11929;p129">
                <a:extLst>
                  <a:ext uri="{FF2B5EF4-FFF2-40B4-BE49-F238E27FC236}">
                    <a16:creationId xmlns:a16="http://schemas.microsoft.com/office/drawing/2014/main" id="{17BD4993-9571-15F3-770D-EAC0AFE03409}"/>
                  </a:ext>
                </a:extLst>
              </p:cNvPr>
              <p:cNvGrpSpPr/>
              <p:nvPr/>
            </p:nvGrpSpPr>
            <p:grpSpPr>
              <a:xfrm>
                <a:off x="2233276" y="895722"/>
                <a:ext cx="1082667" cy="223591"/>
                <a:chOff x="4808316" y="2800065"/>
                <a:chExt cx="1999386" cy="412910"/>
              </a:xfrm>
            </p:grpSpPr>
            <p:sp>
              <p:nvSpPr>
                <p:cNvPr id="671" name="Google Shape;11930;p129">
                  <a:extLst>
                    <a:ext uri="{FF2B5EF4-FFF2-40B4-BE49-F238E27FC236}">
                      <a16:creationId xmlns:a16="http://schemas.microsoft.com/office/drawing/2014/main" id="{CA9380CC-4892-6AA9-E93E-C12E93E81528}"/>
                    </a:ext>
                  </a:extLst>
                </p:cNvPr>
                <p:cNvSpPr/>
                <p:nvPr/>
              </p:nvSpPr>
              <p:spPr>
                <a:xfrm>
                  <a:off x="4849302" y="3079475"/>
                  <a:ext cx="1958400" cy="133500"/>
                </a:xfrm>
                <a:prstGeom prst="rect">
                  <a:avLst/>
                </a:prstGeom>
                <a:solidFill>
                  <a:srgbClr val="BAC8D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672" name="Google Shape;11931;p129">
                  <a:extLst>
                    <a:ext uri="{FF2B5EF4-FFF2-40B4-BE49-F238E27FC236}">
                      <a16:creationId xmlns:a16="http://schemas.microsoft.com/office/drawing/2014/main" id="{06D4E5E0-9E18-30D0-6A4A-057FD765EBEF}"/>
                    </a:ext>
                  </a:extLst>
                </p:cNvPr>
                <p:cNvGrpSpPr/>
                <p:nvPr/>
              </p:nvGrpSpPr>
              <p:grpSpPr>
                <a:xfrm>
                  <a:off x="4808316" y="2800065"/>
                  <a:ext cx="92400" cy="411825"/>
                  <a:chOff x="845575" y="2563700"/>
                  <a:chExt cx="92400" cy="411825"/>
                </a:xfrm>
              </p:grpSpPr>
              <p:cxnSp>
                <p:nvCxnSpPr>
                  <p:cNvPr id="673" name="Google Shape;11932;p129">
                    <a:extLst>
                      <a:ext uri="{FF2B5EF4-FFF2-40B4-BE49-F238E27FC236}">
                        <a16:creationId xmlns:a16="http://schemas.microsoft.com/office/drawing/2014/main" id="{00BBD18B-9D88-D472-FC8C-F67BEFE7F162}"/>
                      </a:ext>
                    </a:extLst>
                  </p:cNvPr>
                  <p:cNvCxnSpPr/>
                  <p:nvPr/>
                </p:nvCxnSpPr>
                <p:spPr>
                  <a:xfrm>
                    <a:off x="891775" y="2616125"/>
                    <a:ext cx="0" cy="3594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667E9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sp>
                <p:nvSpPr>
                  <p:cNvPr id="674" name="Google Shape;11933;p129">
                    <a:extLst>
                      <a:ext uri="{FF2B5EF4-FFF2-40B4-BE49-F238E27FC236}">
                        <a16:creationId xmlns:a16="http://schemas.microsoft.com/office/drawing/2014/main" id="{F1A00ABA-C50F-EC38-342B-3C42355F9499}"/>
                      </a:ext>
                    </a:extLst>
                  </p:cNvPr>
                  <p:cNvSpPr/>
                  <p:nvPr/>
                </p:nvSpPr>
                <p:spPr>
                  <a:xfrm>
                    <a:off x="845575" y="2563700"/>
                    <a:ext cx="92400" cy="92400"/>
                  </a:xfrm>
                  <a:prstGeom prst="ellipse">
                    <a:avLst/>
                  </a:prstGeom>
                  <a:solidFill>
                    <a:srgbClr val="667E9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656" name="Google Shape;11934;p129">
                <a:extLst>
                  <a:ext uri="{FF2B5EF4-FFF2-40B4-BE49-F238E27FC236}">
                    <a16:creationId xmlns:a16="http://schemas.microsoft.com/office/drawing/2014/main" id="{CD09F30A-6BF4-2727-93D7-CDAC38DBCFBC}"/>
                  </a:ext>
                </a:extLst>
              </p:cNvPr>
              <p:cNvGrpSpPr/>
              <p:nvPr/>
            </p:nvGrpSpPr>
            <p:grpSpPr>
              <a:xfrm>
                <a:off x="106648" y="895722"/>
                <a:ext cx="1088401" cy="223591"/>
                <a:chOff x="881025" y="2800065"/>
                <a:chExt cx="2009975" cy="412910"/>
              </a:xfrm>
            </p:grpSpPr>
            <p:sp>
              <p:nvSpPr>
                <p:cNvPr id="667" name="Google Shape;11935;p129">
                  <a:extLst>
                    <a:ext uri="{FF2B5EF4-FFF2-40B4-BE49-F238E27FC236}">
                      <a16:creationId xmlns:a16="http://schemas.microsoft.com/office/drawing/2014/main" id="{0A201484-772C-78A6-B9EB-7EDA5DE23D4F}"/>
                    </a:ext>
                  </a:extLst>
                </p:cNvPr>
                <p:cNvSpPr/>
                <p:nvPr/>
              </p:nvSpPr>
              <p:spPr>
                <a:xfrm>
                  <a:off x="932600" y="3079475"/>
                  <a:ext cx="1958400" cy="133500"/>
                </a:xfrm>
                <a:prstGeom prst="rect">
                  <a:avLst/>
                </a:prstGeom>
                <a:solidFill>
                  <a:srgbClr val="BAC8D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668" name="Google Shape;11936;p129">
                  <a:extLst>
                    <a:ext uri="{FF2B5EF4-FFF2-40B4-BE49-F238E27FC236}">
                      <a16:creationId xmlns:a16="http://schemas.microsoft.com/office/drawing/2014/main" id="{5F9A244F-844F-9EA0-8C34-FC9DF0BF9877}"/>
                    </a:ext>
                  </a:extLst>
                </p:cNvPr>
                <p:cNvGrpSpPr/>
                <p:nvPr/>
              </p:nvGrpSpPr>
              <p:grpSpPr>
                <a:xfrm>
                  <a:off x="881025" y="2800065"/>
                  <a:ext cx="92400" cy="411825"/>
                  <a:chOff x="845575" y="2563700"/>
                  <a:chExt cx="92400" cy="411825"/>
                </a:xfrm>
              </p:grpSpPr>
              <p:cxnSp>
                <p:nvCxnSpPr>
                  <p:cNvPr id="669" name="Google Shape;11937;p129">
                    <a:extLst>
                      <a:ext uri="{FF2B5EF4-FFF2-40B4-BE49-F238E27FC236}">
                        <a16:creationId xmlns:a16="http://schemas.microsoft.com/office/drawing/2014/main" id="{DA7F2B3C-9AD3-CF7A-7F6C-DEBC783150D9}"/>
                      </a:ext>
                    </a:extLst>
                  </p:cNvPr>
                  <p:cNvCxnSpPr/>
                  <p:nvPr/>
                </p:nvCxnSpPr>
                <p:spPr>
                  <a:xfrm>
                    <a:off x="891775" y="2616125"/>
                    <a:ext cx="0" cy="3594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667E9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sp>
                <p:nvSpPr>
                  <p:cNvPr id="670" name="Google Shape;11938;p129">
                    <a:extLst>
                      <a:ext uri="{FF2B5EF4-FFF2-40B4-BE49-F238E27FC236}">
                        <a16:creationId xmlns:a16="http://schemas.microsoft.com/office/drawing/2014/main" id="{5C9F5E15-BA7F-131E-B041-C18328133BC3}"/>
                      </a:ext>
                    </a:extLst>
                  </p:cNvPr>
                  <p:cNvSpPr/>
                  <p:nvPr/>
                </p:nvSpPr>
                <p:spPr>
                  <a:xfrm>
                    <a:off x="845575" y="2563700"/>
                    <a:ext cx="92400" cy="92400"/>
                  </a:xfrm>
                  <a:prstGeom prst="ellipse">
                    <a:avLst/>
                  </a:prstGeom>
                  <a:solidFill>
                    <a:srgbClr val="667E9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657" name="Google Shape;11939;p129">
                <a:extLst>
                  <a:ext uri="{FF2B5EF4-FFF2-40B4-BE49-F238E27FC236}">
                    <a16:creationId xmlns:a16="http://schemas.microsoft.com/office/drawing/2014/main" id="{287D56EA-EE57-8893-B916-11463EF1960B}"/>
                  </a:ext>
                </a:extLst>
              </p:cNvPr>
              <p:cNvGrpSpPr/>
              <p:nvPr/>
            </p:nvGrpSpPr>
            <p:grpSpPr>
              <a:xfrm>
                <a:off x="1172346" y="1047018"/>
                <a:ext cx="1083151" cy="223003"/>
                <a:chOff x="2849073" y="3079467"/>
                <a:chExt cx="2000279" cy="411825"/>
              </a:xfrm>
            </p:grpSpPr>
            <p:sp>
              <p:nvSpPr>
                <p:cNvPr id="663" name="Google Shape;11940;p129">
                  <a:extLst>
                    <a:ext uri="{FF2B5EF4-FFF2-40B4-BE49-F238E27FC236}">
                      <a16:creationId xmlns:a16="http://schemas.microsoft.com/office/drawing/2014/main" id="{AF843C77-6618-38A9-E11A-0BA89B55DCEE}"/>
                    </a:ext>
                  </a:extLst>
                </p:cNvPr>
                <p:cNvSpPr/>
                <p:nvPr/>
              </p:nvSpPr>
              <p:spPr>
                <a:xfrm>
                  <a:off x="2890952" y="3079475"/>
                  <a:ext cx="1958400" cy="133500"/>
                </a:xfrm>
                <a:prstGeom prst="rect">
                  <a:avLst/>
                </a:prstGeom>
                <a:solidFill>
                  <a:srgbClr val="869FB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664" name="Google Shape;11941;p129">
                  <a:extLst>
                    <a:ext uri="{FF2B5EF4-FFF2-40B4-BE49-F238E27FC236}">
                      <a16:creationId xmlns:a16="http://schemas.microsoft.com/office/drawing/2014/main" id="{5DF57862-A6C8-5D27-E40A-38D930888846}"/>
                    </a:ext>
                  </a:extLst>
                </p:cNvPr>
                <p:cNvGrpSpPr/>
                <p:nvPr/>
              </p:nvGrpSpPr>
              <p:grpSpPr>
                <a:xfrm rot="10800000">
                  <a:off x="2849073" y="3079467"/>
                  <a:ext cx="92400" cy="411825"/>
                  <a:chOff x="2070100" y="2563700"/>
                  <a:chExt cx="92400" cy="411825"/>
                </a:xfrm>
              </p:grpSpPr>
              <p:cxnSp>
                <p:nvCxnSpPr>
                  <p:cNvPr id="665" name="Google Shape;11942;p129">
                    <a:extLst>
                      <a:ext uri="{FF2B5EF4-FFF2-40B4-BE49-F238E27FC236}">
                        <a16:creationId xmlns:a16="http://schemas.microsoft.com/office/drawing/2014/main" id="{54D28903-97B2-D5F0-2825-1699F2547E6E}"/>
                      </a:ext>
                    </a:extLst>
                  </p:cNvPr>
                  <p:cNvCxnSpPr/>
                  <p:nvPr/>
                </p:nvCxnSpPr>
                <p:spPr>
                  <a:xfrm>
                    <a:off x="2116300" y="2616125"/>
                    <a:ext cx="0" cy="3594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667E9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sp>
                <p:nvSpPr>
                  <p:cNvPr id="666" name="Google Shape;11943;p129">
                    <a:extLst>
                      <a:ext uri="{FF2B5EF4-FFF2-40B4-BE49-F238E27FC236}">
                        <a16:creationId xmlns:a16="http://schemas.microsoft.com/office/drawing/2014/main" id="{39468C02-9161-7675-E783-AFCD0995E178}"/>
                      </a:ext>
                    </a:extLst>
                  </p:cNvPr>
                  <p:cNvSpPr/>
                  <p:nvPr/>
                </p:nvSpPr>
                <p:spPr>
                  <a:xfrm>
                    <a:off x="2070100" y="2563700"/>
                    <a:ext cx="92400" cy="92400"/>
                  </a:xfrm>
                  <a:prstGeom prst="ellipse">
                    <a:avLst/>
                  </a:prstGeom>
                  <a:solidFill>
                    <a:srgbClr val="667E9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658" name="Google Shape;11944;p129">
                <a:extLst>
                  <a:ext uri="{FF2B5EF4-FFF2-40B4-BE49-F238E27FC236}">
                    <a16:creationId xmlns:a16="http://schemas.microsoft.com/office/drawing/2014/main" id="{130A4D1A-EB4E-1433-1749-4D147AD23240}"/>
                  </a:ext>
                </a:extLst>
              </p:cNvPr>
              <p:cNvGrpSpPr/>
              <p:nvPr/>
            </p:nvGrpSpPr>
            <p:grpSpPr>
              <a:xfrm>
                <a:off x="3290132" y="1047018"/>
                <a:ext cx="1297929" cy="223003"/>
                <a:chOff x="6760035" y="3079467"/>
                <a:chExt cx="2396914" cy="411825"/>
              </a:xfrm>
            </p:grpSpPr>
            <p:sp>
              <p:nvSpPr>
                <p:cNvPr id="659" name="Google Shape;11945;p129">
                  <a:extLst>
                    <a:ext uri="{FF2B5EF4-FFF2-40B4-BE49-F238E27FC236}">
                      <a16:creationId xmlns:a16="http://schemas.microsoft.com/office/drawing/2014/main" id="{5249FD7E-3310-6474-24EC-261BB556835A}"/>
                    </a:ext>
                  </a:extLst>
                </p:cNvPr>
                <p:cNvSpPr/>
                <p:nvPr/>
              </p:nvSpPr>
              <p:spPr>
                <a:xfrm>
                  <a:off x="6807650" y="3079475"/>
                  <a:ext cx="2349300" cy="133500"/>
                </a:xfrm>
                <a:prstGeom prst="rect">
                  <a:avLst/>
                </a:prstGeom>
                <a:solidFill>
                  <a:srgbClr val="869FB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grpSp>
              <p:nvGrpSpPr>
                <p:cNvPr id="660" name="Google Shape;11946;p129">
                  <a:extLst>
                    <a:ext uri="{FF2B5EF4-FFF2-40B4-BE49-F238E27FC236}">
                      <a16:creationId xmlns:a16="http://schemas.microsoft.com/office/drawing/2014/main" id="{7EEC7B34-E42E-B151-510F-30912855441E}"/>
                    </a:ext>
                  </a:extLst>
                </p:cNvPr>
                <p:cNvGrpSpPr/>
                <p:nvPr/>
              </p:nvGrpSpPr>
              <p:grpSpPr>
                <a:xfrm rot="10800000">
                  <a:off x="6760035" y="3079467"/>
                  <a:ext cx="92400" cy="411825"/>
                  <a:chOff x="2070100" y="2563700"/>
                  <a:chExt cx="92400" cy="411825"/>
                </a:xfrm>
              </p:grpSpPr>
              <p:cxnSp>
                <p:nvCxnSpPr>
                  <p:cNvPr id="661" name="Google Shape;11947;p129">
                    <a:extLst>
                      <a:ext uri="{FF2B5EF4-FFF2-40B4-BE49-F238E27FC236}">
                        <a16:creationId xmlns:a16="http://schemas.microsoft.com/office/drawing/2014/main" id="{90B7C462-A444-9645-5AED-353FC2B8B425}"/>
                      </a:ext>
                    </a:extLst>
                  </p:cNvPr>
                  <p:cNvCxnSpPr/>
                  <p:nvPr/>
                </p:nvCxnSpPr>
                <p:spPr>
                  <a:xfrm>
                    <a:off x="2116300" y="2616125"/>
                    <a:ext cx="0" cy="3594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667E9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</p:cxnSp>
              <p:sp>
                <p:nvSpPr>
                  <p:cNvPr id="662" name="Google Shape;11948;p129">
                    <a:extLst>
                      <a:ext uri="{FF2B5EF4-FFF2-40B4-BE49-F238E27FC236}">
                        <a16:creationId xmlns:a16="http://schemas.microsoft.com/office/drawing/2014/main" id="{F81515DE-EFB6-49D8-F482-8A44375738F3}"/>
                      </a:ext>
                    </a:extLst>
                  </p:cNvPr>
                  <p:cNvSpPr/>
                  <p:nvPr/>
                </p:nvSpPr>
                <p:spPr>
                  <a:xfrm>
                    <a:off x="2070100" y="2563700"/>
                    <a:ext cx="92400" cy="92400"/>
                  </a:xfrm>
                  <a:prstGeom prst="ellipse">
                    <a:avLst/>
                  </a:prstGeom>
                  <a:solidFill>
                    <a:srgbClr val="667E9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grpSp>
          <p:nvGrpSpPr>
            <p:cNvPr id="4" name="Google Shape;11949;p129">
              <a:extLst>
                <a:ext uri="{FF2B5EF4-FFF2-40B4-BE49-F238E27FC236}">
                  <a16:creationId xmlns:a16="http://schemas.microsoft.com/office/drawing/2014/main" id="{887CD9AF-7274-820C-BF31-ABAA994C063B}"/>
                </a:ext>
              </a:extLst>
            </p:cNvPr>
            <p:cNvGrpSpPr/>
            <p:nvPr/>
          </p:nvGrpSpPr>
          <p:grpSpPr>
            <a:xfrm>
              <a:off x="2426297" y="4816577"/>
              <a:ext cx="1289786" cy="948828"/>
              <a:chOff x="2183288" y="3555572"/>
              <a:chExt cx="1136241" cy="835873"/>
            </a:xfrm>
          </p:grpSpPr>
          <p:sp>
            <p:nvSpPr>
              <p:cNvPr id="634" name="Google Shape;11950;p129">
                <a:extLst>
                  <a:ext uri="{FF2B5EF4-FFF2-40B4-BE49-F238E27FC236}">
                    <a16:creationId xmlns:a16="http://schemas.microsoft.com/office/drawing/2014/main" id="{C828C273-C221-A1AB-1697-037C27EE46F8}"/>
                  </a:ext>
                </a:extLst>
              </p:cNvPr>
              <p:cNvSpPr/>
              <p:nvPr/>
            </p:nvSpPr>
            <p:spPr>
              <a:xfrm>
                <a:off x="2673740" y="4350566"/>
                <a:ext cx="270028" cy="11697"/>
              </a:xfrm>
              <a:custGeom>
                <a:avLst/>
                <a:gdLst/>
                <a:ahLst/>
                <a:cxnLst/>
                <a:rect l="l" t="t" r="r" b="b"/>
                <a:pathLst>
                  <a:path w="106520" h="2706" extrusionOk="0">
                    <a:moveTo>
                      <a:pt x="0" y="0"/>
                    </a:moveTo>
                    <a:lnTo>
                      <a:pt x="0" y="2705"/>
                    </a:lnTo>
                    <a:lnTo>
                      <a:pt x="106520" y="2705"/>
                    </a:lnTo>
                    <a:lnTo>
                      <a:pt x="106520" y="0"/>
                    </a:lnTo>
                    <a:close/>
                  </a:path>
                </a:pathLst>
              </a:custGeom>
              <a:solidFill>
                <a:srgbClr val="A5B7C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635" name="Google Shape;11951;p129">
                <a:extLst>
                  <a:ext uri="{FF2B5EF4-FFF2-40B4-BE49-F238E27FC236}">
                    <a16:creationId xmlns:a16="http://schemas.microsoft.com/office/drawing/2014/main" id="{49529478-1C63-36EC-67B0-EAB1172A4BD3}"/>
                  </a:ext>
                </a:extLst>
              </p:cNvPr>
              <p:cNvGrpSpPr/>
              <p:nvPr/>
            </p:nvGrpSpPr>
            <p:grpSpPr>
              <a:xfrm>
                <a:off x="2205895" y="3637269"/>
                <a:ext cx="1089848" cy="724993"/>
                <a:chOff x="2205895" y="3637269"/>
                <a:chExt cx="1089848" cy="724993"/>
              </a:xfrm>
            </p:grpSpPr>
            <p:sp>
              <p:nvSpPr>
                <p:cNvPr id="649" name="Google Shape;11952;p129">
                  <a:extLst>
                    <a:ext uri="{FF2B5EF4-FFF2-40B4-BE49-F238E27FC236}">
                      <a16:creationId xmlns:a16="http://schemas.microsoft.com/office/drawing/2014/main" id="{414F835C-90B0-FBEE-5BF8-78444C8E1147}"/>
                    </a:ext>
                  </a:extLst>
                </p:cNvPr>
                <p:cNvSpPr/>
                <p:nvPr/>
              </p:nvSpPr>
              <p:spPr>
                <a:xfrm>
                  <a:off x="2205895" y="4204394"/>
                  <a:ext cx="555376" cy="1578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485" h="36518" extrusionOk="0">
                      <a:moveTo>
                        <a:pt x="2706" y="1"/>
                      </a:moveTo>
                      <a:lnTo>
                        <a:pt x="1" y="326"/>
                      </a:lnTo>
                      <a:cubicBezTo>
                        <a:pt x="1461" y="10577"/>
                        <a:pt x="6547" y="19612"/>
                        <a:pt x="13850" y="26130"/>
                      </a:cubicBezTo>
                      <a:cubicBezTo>
                        <a:pt x="21288" y="32568"/>
                        <a:pt x="30999" y="36517"/>
                        <a:pt x="41575" y="36517"/>
                      </a:cubicBezTo>
                      <a:lnTo>
                        <a:pt x="128484" y="36517"/>
                      </a:lnTo>
                      <a:lnTo>
                        <a:pt x="128484" y="33812"/>
                      </a:lnTo>
                      <a:lnTo>
                        <a:pt x="41575" y="33812"/>
                      </a:lnTo>
                      <a:cubicBezTo>
                        <a:pt x="31675" y="33812"/>
                        <a:pt x="22641" y="30188"/>
                        <a:pt x="15662" y="24102"/>
                      </a:cubicBezTo>
                      <a:cubicBezTo>
                        <a:pt x="8792" y="18016"/>
                        <a:pt x="4058" y="9468"/>
                        <a:pt x="2706" y="1"/>
                      </a:cubicBezTo>
                      <a:close/>
                    </a:path>
                  </a:pathLst>
                </a:custGeom>
                <a:solidFill>
                  <a:srgbClr val="A5B7C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0" name="Google Shape;11953;p129">
                  <a:extLst>
                    <a:ext uri="{FF2B5EF4-FFF2-40B4-BE49-F238E27FC236}">
                      <a16:creationId xmlns:a16="http://schemas.microsoft.com/office/drawing/2014/main" id="{0AA21369-2F53-D471-52AE-3B748B53910B}"/>
                    </a:ext>
                  </a:extLst>
                </p:cNvPr>
                <p:cNvSpPr/>
                <p:nvPr/>
              </p:nvSpPr>
              <p:spPr>
                <a:xfrm>
                  <a:off x="2206834" y="3993916"/>
                  <a:ext cx="218757" cy="1534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609" h="35489" extrusionOk="0">
                      <a:moveTo>
                        <a:pt x="41358" y="0"/>
                      </a:moveTo>
                      <a:cubicBezTo>
                        <a:pt x="30998" y="0"/>
                        <a:pt x="21423" y="3814"/>
                        <a:pt x="14093" y="10144"/>
                      </a:cubicBezTo>
                      <a:cubicBezTo>
                        <a:pt x="6762" y="16338"/>
                        <a:pt x="1596" y="25129"/>
                        <a:pt x="0" y="35029"/>
                      </a:cubicBezTo>
                      <a:lnTo>
                        <a:pt x="2597" y="35489"/>
                      </a:lnTo>
                      <a:cubicBezTo>
                        <a:pt x="4166" y="26238"/>
                        <a:pt x="9034" y="18015"/>
                        <a:pt x="15905" y="12173"/>
                      </a:cubicBezTo>
                      <a:cubicBezTo>
                        <a:pt x="22775" y="6303"/>
                        <a:pt x="31675" y="2705"/>
                        <a:pt x="41358" y="2705"/>
                      </a:cubicBezTo>
                      <a:lnTo>
                        <a:pt x="50609" y="2705"/>
                      </a:lnTo>
                      <a:lnTo>
                        <a:pt x="50609" y="0"/>
                      </a:lnTo>
                      <a:close/>
                    </a:path>
                  </a:pathLst>
                </a:custGeom>
                <a:solidFill>
                  <a:srgbClr val="A5B7C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1" name="Google Shape;11954;p129">
                  <a:extLst>
                    <a:ext uri="{FF2B5EF4-FFF2-40B4-BE49-F238E27FC236}">
                      <a16:creationId xmlns:a16="http://schemas.microsoft.com/office/drawing/2014/main" id="{C3ACC4C1-F564-F4C7-4A64-A3662D18F28F}"/>
                    </a:ext>
                  </a:extLst>
                </p:cNvPr>
                <p:cNvSpPr/>
                <p:nvPr/>
              </p:nvSpPr>
              <p:spPr>
                <a:xfrm>
                  <a:off x="2487003" y="3847747"/>
                  <a:ext cx="808740" cy="1578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7100" h="36518" extrusionOk="0">
                      <a:moveTo>
                        <a:pt x="184395" y="1"/>
                      </a:moveTo>
                      <a:cubicBezTo>
                        <a:pt x="183150" y="9468"/>
                        <a:pt x="178309" y="17908"/>
                        <a:pt x="171438" y="23994"/>
                      </a:cubicBezTo>
                      <a:cubicBezTo>
                        <a:pt x="164432" y="30080"/>
                        <a:pt x="155425" y="33812"/>
                        <a:pt x="145498" y="33812"/>
                      </a:cubicBezTo>
                      <a:lnTo>
                        <a:pt x="1" y="33812"/>
                      </a:lnTo>
                      <a:lnTo>
                        <a:pt x="1" y="36517"/>
                      </a:lnTo>
                      <a:lnTo>
                        <a:pt x="145498" y="36517"/>
                      </a:lnTo>
                      <a:cubicBezTo>
                        <a:pt x="156101" y="36517"/>
                        <a:pt x="165785" y="32568"/>
                        <a:pt x="173223" y="26022"/>
                      </a:cubicBezTo>
                      <a:cubicBezTo>
                        <a:pt x="180554" y="19612"/>
                        <a:pt x="185747" y="10469"/>
                        <a:pt x="187100" y="326"/>
                      </a:cubicBezTo>
                      <a:lnTo>
                        <a:pt x="184395" y="1"/>
                      </a:lnTo>
                      <a:close/>
                    </a:path>
                  </a:pathLst>
                </a:custGeom>
                <a:solidFill>
                  <a:srgbClr val="A5B7C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2" name="Google Shape;11955;p129">
                  <a:extLst>
                    <a:ext uri="{FF2B5EF4-FFF2-40B4-BE49-F238E27FC236}">
                      <a16:creationId xmlns:a16="http://schemas.microsoft.com/office/drawing/2014/main" id="{DC18E7CC-AF1F-2B44-7133-3CB536E50ED8}"/>
                    </a:ext>
                  </a:extLst>
                </p:cNvPr>
                <p:cNvSpPr/>
                <p:nvPr/>
              </p:nvSpPr>
              <p:spPr>
                <a:xfrm>
                  <a:off x="2919192" y="3637269"/>
                  <a:ext cx="375081" cy="1484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774" h="34353" extrusionOk="0">
                      <a:moveTo>
                        <a:pt x="0" y="0"/>
                      </a:moveTo>
                      <a:lnTo>
                        <a:pt x="0" y="2705"/>
                      </a:lnTo>
                      <a:lnTo>
                        <a:pt x="45524" y="2705"/>
                      </a:lnTo>
                      <a:cubicBezTo>
                        <a:pt x="54991" y="2705"/>
                        <a:pt x="63674" y="6195"/>
                        <a:pt x="70545" y="11821"/>
                      </a:cubicBezTo>
                      <a:cubicBezTo>
                        <a:pt x="77415" y="17582"/>
                        <a:pt x="82284" y="25454"/>
                        <a:pt x="84177" y="34353"/>
                      </a:cubicBezTo>
                      <a:lnTo>
                        <a:pt x="86774" y="33920"/>
                      </a:lnTo>
                      <a:cubicBezTo>
                        <a:pt x="84854" y="24345"/>
                        <a:pt x="79579" y="15878"/>
                        <a:pt x="72249" y="9792"/>
                      </a:cubicBezTo>
                      <a:cubicBezTo>
                        <a:pt x="65027" y="3706"/>
                        <a:pt x="55668" y="0"/>
                        <a:pt x="45524" y="0"/>
                      </a:cubicBezTo>
                      <a:close/>
                    </a:path>
                  </a:pathLst>
                </a:custGeom>
                <a:solidFill>
                  <a:srgbClr val="A5B7C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3" name="Google Shape;11956;p129">
                  <a:extLst>
                    <a:ext uri="{FF2B5EF4-FFF2-40B4-BE49-F238E27FC236}">
                      <a16:creationId xmlns:a16="http://schemas.microsoft.com/office/drawing/2014/main" id="{59F02095-E039-0FAB-D5A6-60FB74E8A8BB}"/>
                    </a:ext>
                  </a:extLst>
                </p:cNvPr>
                <p:cNvSpPr/>
                <p:nvPr/>
              </p:nvSpPr>
              <p:spPr>
                <a:xfrm>
                  <a:off x="2233143" y="3637269"/>
                  <a:ext cx="621199" cy="116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713" h="2706" extrusionOk="0">
                      <a:moveTo>
                        <a:pt x="0" y="0"/>
                      </a:moveTo>
                      <a:lnTo>
                        <a:pt x="0" y="2705"/>
                      </a:lnTo>
                      <a:lnTo>
                        <a:pt x="143712" y="2705"/>
                      </a:lnTo>
                      <a:lnTo>
                        <a:pt x="143712" y="0"/>
                      </a:lnTo>
                      <a:close/>
                    </a:path>
                  </a:pathLst>
                </a:custGeom>
                <a:solidFill>
                  <a:srgbClr val="A5B7C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4" name="Google Shape;11957;p129">
                  <a:extLst>
                    <a:ext uri="{FF2B5EF4-FFF2-40B4-BE49-F238E27FC236}">
                      <a16:creationId xmlns:a16="http://schemas.microsoft.com/office/drawing/2014/main" id="{3804F32E-4412-6A84-6B80-0295B5006E27}"/>
                    </a:ext>
                  </a:extLst>
                </p:cNvPr>
                <p:cNvSpPr/>
                <p:nvPr/>
              </p:nvSpPr>
              <p:spPr>
                <a:xfrm>
                  <a:off x="3004568" y="4350566"/>
                  <a:ext cx="270028" cy="116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520" h="2706" extrusionOk="0">
                      <a:moveTo>
                        <a:pt x="0" y="0"/>
                      </a:moveTo>
                      <a:lnTo>
                        <a:pt x="0" y="2705"/>
                      </a:lnTo>
                      <a:lnTo>
                        <a:pt x="106520" y="2705"/>
                      </a:lnTo>
                      <a:lnTo>
                        <a:pt x="106520" y="0"/>
                      </a:lnTo>
                      <a:close/>
                    </a:path>
                  </a:pathLst>
                </a:custGeom>
                <a:solidFill>
                  <a:srgbClr val="A5B7C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636" name="Google Shape;11958;p129">
                <a:extLst>
                  <a:ext uri="{FF2B5EF4-FFF2-40B4-BE49-F238E27FC236}">
                    <a16:creationId xmlns:a16="http://schemas.microsoft.com/office/drawing/2014/main" id="{B927722A-2920-2BFC-601C-4032E58D531F}"/>
                  </a:ext>
                </a:extLst>
              </p:cNvPr>
              <p:cNvSpPr/>
              <p:nvPr/>
            </p:nvSpPr>
            <p:spPr>
              <a:xfrm rot="5400000">
                <a:off x="2852961" y="3612770"/>
                <a:ext cx="70048" cy="60717"/>
              </a:xfrm>
              <a:custGeom>
                <a:avLst/>
                <a:gdLst/>
                <a:ahLst/>
                <a:cxnLst/>
                <a:rect l="l" t="t" r="r" b="b"/>
                <a:pathLst>
                  <a:path w="31949" h="27693" extrusionOk="0">
                    <a:moveTo>
                      <a:pt x="7959" y="1"/>
                    </a:moveTo>
                    <a:lnTo>
                      <a:pt x="1" y="13847"/>
                    </a:lnTo>
                    <a:lnTo>
                      <a:pt x="7959" y="27693"/>
                    </a:lnTo>
                    <a:lnTo>
                      <a:pt x="23991" y="27693"/>
                    </a:lnTo>
                    <a:lnTo>
                      <a:pt x="31949" y="13847"/>
                    </a:lnTo>
                    <a:lnTo>
                      <a:pt x="23991" y="1"/>
                    </a:lnTo>
                    <a:close/>
                  </a:path>
                </a:pathLst>
              </a:custGeom>
              <a:solidFill>
                <a:srgbClr val="435D74"/>
              </a:solidFill>
              <a:ln w="9525" cap="flat" cmpd="sng">
                <a:solidFill>
                  <a:srgbClr val="869FB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637" name="Google Shape;11959;p129">
                <a:extLst>
                  <a:ext uri="{FF2B5EF4-FFF2-40B4-BE49-F238E27FC236}">
                    <a16:creationId xmlns:a16="http://schemas.microsoft.com/office/drawing/2014/main" id="{F955D602-9A4C-6B94-FEEA-76D401BC4710}"/>
                  </a:ext>
                </a:extLst>
              </p:cNvPr>
              <p:cNvCxnSpPr/>
              <p:nvPr/>
            </p:nvCxnSpPr>
            <p:spPr>
              <a:xfrm>
                <a:off x="2887992" y="3555572"/>
                <a:ext cx="0" cy="525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BAC8D3"/>
                </a:solidFill>
                <a:prstDash val="solid"/>
                <a:round/>
                <a:headEnd type="diamond" w="med" len="med"/>
                <a:tailEnd type="none" w="med" len="med"/>
              </a:ln>
            </p:spPr>
          </p:cxnSp>
          <p:grpSp>
            <p:nvGrpSpPr>
              <p:cNvPr id="638" name="Google Shape;11960;p129">
                <a:extLst>
                  <a:ext uri="{FF2B5EF4-FFF2-40B4-BE49-F238E27FC236}">
                    <a16:creationId xmlns:a16="http://schemas.microsoft.com/office/drawing/2014/main" id="{E10E2951-5DCF-BE7C-5E1A-C8F897B6B923}"/>
                  </a:ext>
                </a:extLst>
              </p:cNvPr>
              <p:cNvGrpSpPr/>
              <p:nvPr/>
            </p:nvGrpSpPr>
            <p:grpSpPr>
              <a:xfrm>
                <a:off x="3173850" y="3779426"/>
                <a:ext cx="145679" cy="70048"/>
                <a:chOff x="3173850" y="3779426"/>
                <a:chExt cx="145679" cy="70048"/>
              </a:xfrm>
            </p:grpSpPr>
            <p:cxnSp>
              <p:nvCxnSpPr>
                <p:cNvPr id="647" name="Google Shape;11961;p129">
                  <a:extLst>
                    <a:ext uri="{FF2B5EF4-FFF2-40B4-BE49-F238E27FC236}">
                      <a16:creationId xmlns:a16="http://schemas.microsoft.com/office/drawing/2014/main" id="{5C860640-F607-8C8D-2726-EFD3CD04B2AF}"/>
                    </a:ext>
                  </a:extLst>
                </p:cNvPr>
                <p:cNvCxnSpPr/>
                <p:nvPr/>
              </p:nvCxnSpPr>
              <p:spPr>
                <a:xfrm rot="10800000">
                  <a:off x="3173850" y="3817250"/>
                  <a:ext cx="945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BAC8D3"/>
                  </a:solidFill>
                  <a:prstDash val="solid"/>
                  <a:round/>
                  <a:headEnd type="none" w="med" len="med"/>
                  <a:tailEnd type="diamond" w="med" len="med"/>
                </a:ln>
              </p:spPr>
            </p:cxnSp>
            <p:sp>
              <p:nvSpPr>
                <p:cNvPr id="648" name="Google Shape;11962;p129">
                  <a:extLst>
                    <a:ext uri="{FF2B5EF4-FFF2-40B4-BE49-F238E27FC236}">
                      <a16:creationId xmlns:a16="http://schemas.microsoft.com/office/drawing/2014/main" id="{BEDBBFC4-1F53-7D06-5B8C-D3F16DBD3754}"/>
                    </a:ext>
                  </a:extLst>
                </p:cNvPr>
                <p:cNvSpPr/>
                <p:nvPr/>
              </p:nvSpPr>
              <p:spPr>
                <a:xfrm rot="5400000">
                  <a:off x="3254146" y="3784092"/>
                  <a:ext cx="70048" cy="607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49" h="27693" extrusionOk="0">
                      <a:moveTo>
                        <a:pt x="7959" y="1"/>
                      </a:moveTo>
                      <a:lnTo>
                        <a:pt x="1" y="13847"/>
                      </a:lnTo>
                      <a:lnTo>
                        <a:pt x="7959" y="27693"/>
                      </a:lnTo>
                      <a:lnTo>
                        <a:pt x="23991" y="27693"/>
                      </a:lnTo>
                      <a:lnTo>
                        <a:pt x="31949" y="13847"/>
                      </a:lnTo>
                      <a:lnTo>
                        <a:pt x="23991" y="1"/>
                      </a:lnTo>
                      <a:close/>
                    </a:path>
                  </a:pathLst>
                </a:custGeom>
                <a:solidFill>
                  <a:srgbClr val="435D74"/>
                </a:solidFill>
                <a:ln w="9525" cap="flat" cmpd="sng">
                  <a:solidFill>
                    <a:srgbClr val="869FB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39" name="Google Shape;11963;p129">
                <a:extLst>
                  <a:ext uri="{FF2B5EF4-FFF2-40B4-BE49-F238E27FC236}">
                    <a16:creationId xmlns:a16="http://schemas.microsoft.com/office/drawing/2014/main" id="{326191F3-5E9F-F961-C5A8-0B947ACB0780}"/>
                  </a:ext>
                </a:extLst>
              </p:cNvPr>
              <p:cNvGrpSpPr/>
              <p:nvPr/>
            </p:nvGrpSpPr>
            <p:grpSpPr>
              <a:xfrm>
                <a:off x="2183288" y="4139483"/>
                <a:ext cx="145133" cy="70048"/>
                <a:chOff x="2183288" y="4139483"/>
                <a:chExt cx="145133" cy="70048"/>
              </a:xfrm>
            </p:grpSpPr>
            <p:cxnSp>
              <p:nvCxnSpPr>
                <p:cNvPr id="645" name="Google Shape;11964;p129">
                  <a:extLst>
                    <a:ext uri="{FF2B5EF4-FFF2-40B4-BE49-F238E27FC236}">
                      <a16:creationId xmlns:a16="http://schemas.microsoft.com/office/drawing/2014/main" id="{9339EEE3-DABE-2225-D8CE-EC63E8144322}"/>
                    </a:ext>
                  </a:extLst>
                </p:cNvPr>
                <p:cNvCxnSpPr/>
                <p:nvPr/>
              </p:nvCxnSpPr>
              <p:spPr>
                <a:xfrm rot="10800000">
                  <a:off x="2239021" y="4174494"/>
                  <a:ext cx="894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BAC8D3"/>
                  </a:solidFill>
                  <a:prstDash val="solid"/>
                  <a:round/>
                  <a:headEnd type="diamond" w="med" len="med"/>
                  <a:tailEnd type="none" w="med" len="med"/>
                </a:ln>
              </p:spPr>
            </p:cxnSp>
            <p:sp>
              <p:nvSpPr>
                <p:cNvPr id="646" name="Google Shape;11965;p129">
                  <a:extLst>
                    <a:ext uri="{FF2B5EF4-FFF2-40B4-BE49-F238E27FC236}">
                      <a16:creationId xmlns:a16="http://schemas.microsoft.com/office/drawing/2014/main" id="{6E6446BE-CC04-9415-5372-4494216C65B2}"/>
                    </a:ext>
                  </a:extLst>
                </p:cNvPr>
                <p:cNvSpPr/>
                <p:nvPr/>
              </p:nvSpPr>
              <p:spPr>
                <a:xfrm rot="5400000">
                  <a:off x="2178622" y="4144149"/>
                  <a:ext cx="70048" cy="607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49" h="27693" extrusionOk="0">
                      <a:moveTo>
                        <a:pt x="7959" y="1"/>
                      </a:moveTo>
                      <a:lnTo>
                        <a:pt x="1" y="13847"/>
                      </a:lnTo>
                      <a:lnTo>
                        <a:pt x="7959" y="27693"/>
                      </a:lnTo>
                      <a:lnTo>
                        <a:pt x="23991" y="27693"/>
                      </a:lnTo>
                      <a:lnTo>
                        <a:pt x="31949" y="13847"/>
                      </a:lnTo>
                      <a:lnTo>
                        <a:pt x="23991" y="1"/>
                      </a:lnTo>
                      <a:close/>
                    </a:path>
                  </a:pathLst>
                </a:custGeom>
                <a:solidFill>
                  <a:srgbClr val="435D74"/>
                </a:solidFill>
                <a:ln w="9525" cap="flat" cmpd="sng">
                  <a:solidFill>
                    <a:srgbClr val="869FB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640" name="Google Shape;11966;p129">
                <a:extLst>
                  <a:ext uri="{FF2B5EF4-FFF2-40B4-BE49-F238E27FC236}">
                    <a16:creationId xmlns:a16="http://schemas.microsoft.com/office/drawing/2014/main" id="{94D07C45-88A6-4536-699E-6155169B27DA}"/>
                  </a:ext>
                </a:extLst>
              </p:cNvPr>
              <p:cNvSpPr/>
              <p:nvPr/>
            </p:nvSpPr>
            <p:spPr>
              <a:xfrm rot="5400000">
                <a:off x="2420934" y="3967554"/>
                <a:ext cx="70048" cy="60717"/>
              </a:xfrm>
              <a:custGeom>
                <a:avLst/>
                <a:gdLst/>
                <a:ahLst/>
                <a:cxnLst/>
                <a:rect l="l" t="t" r="r" b="b"/>
                <a:pathLst>
                  <a:path w="31949" h="27693" extrusionOk="0">
                    <a:moveTo>
                      <a:pt x="7959" y="1"/>
                    </a:moveTo>
                    <a:lnTo>
                      <a:pt x="1" y="13847"/>
                    </a:lnTo>
                    <a:lnTo>
                      <a:pt x="7959" y="27693"/>
                    </a:lnTo>
                    <a:lnTo>
                      <a:pt x="23991" y="27693"/>
                    </a:lnTo>
                    <a:lnTo>
                      <a:pt x="31949" y="13847"/>
                    </a:lnTo>
                    <a:lnTo>
                      <a:pt x="23991" y="1"/>
                    </a:lnTo>
                    <a:close/>
                  </a:path>
                </a:pathLst>
              </a:custGeom>
              <a:solidFill>
                <a:srgbClr val="435D74"/>
              </a:solidFill>
              <a:ln w="9525" cap="flat" cmpd="sng">
                <a:solidFill>
                  <a:srgbClr val="869FB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641" name="Google Shape;11967;p129">
                <a:extLst>
                  <a:ext uri="{FF2B5EF4-FFF2-40B4-BE49-F238E27FC236}">
                    <a16:creationId xmlns:a16="http://schemas.microsoft.com/office/drawing/2014/main" id="{3BD14985-4333-40F6-E1AE-00C07090678A}"/>
                  </a:ext>
                </a:extLst>
              </p:cNvPr>
              <p:cNvCxnSpPr/>
              <p:nvPr/>
            </p:nvCxnSpPr>
            <p:spPr>
              <a:xfrm>
                <a:off x="2455973" y="3911736"/>
                <a:ext cx="0" cy="525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BAC8D3"/>
                </a:solidFill>
                <a:prstDash val="solid"/>
                <a:round/>
                <a:headEnd type="diamond" w="med" len="med"/>
                <a:tailEnd type="none" w="med" len="med"/>
              </a:ln>
            </p:spPr>
          </p:cxnSp>
          <p:grpSp>
            <p:nvGrpSpPr>
              <p:cNvPr id="642" name="Google Shape;11968;p129">
                <a:extLst>
                  <a:ext uri="{FF2B5EF4-FFF2-40B4-BE49-F238E27FC236}">
                    <a16:creationId xmlns:a16="http://schemas.microsoft.com/office/drawing/2014/main" id="{E87DAFE8-E604-CAEC-0E75-73731E2AE6D2}"/>
                  </a:ext>
                </a:extLst>
              </p:cNvPr>
              <p:cNvGrpSpPr/>
              <p:nvPr/>
            </p:nvGrpSpPr>
            <p:grpSpPr>
              <a:xfrm>
                <a:off x="2943836" y="4268886"/>
                <a:ext cx="60717" cy="122559"/>
                <a:chOff x="2943836" y="4268886"/>
                <a:chExt cx="60717" cy="122559"/>
              </a:xfrm>
            </p:grpSpPr>
            <p:sp>
              <p:nvSpPr>
                <p:cNvPr id="643" name="Google Shape;11969;p129">
                  <a:extLst>
                    <a:ext uri="{FF2B5EF4-FFF2-40B4-BE49-F238E27FC236}">
                      <a16:creationId xmlns:a16="http://schemas.microsoft.com/office/drawing/2014/main" id="{F5805E11-8742-FC54-AA8C-3520E8A373CB}"/>
                    </a:ext>
                  </a:extLst>
                </p:cNvPr>
                <p:cNvSpPr/>
                <p:nvPr/>
              </p:nvSpPr>
              <p:spPr>
                <a:xfrm rot="5400000">
                  <a:off x="2939170" y="4326062"/>
                  <a:ext cx="70048" cy="607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49" h="27693" extrusionOk="0">
                      <a:moveTo>
                        <a:pt x="7959" y="1"/>
                      </a:moveTo>
                      <a:lnTo>
                        <a:pt x="1" y="13847"/>
                      </a:lnTo>
                      <a:lnTo>
                        <a:pt x="7959" y="27693"/>
                      </a:lnTo>
                      <a:lnTo>
                        <a:pt x="23991" y="27693"/>
                      </a:lnTo>
                      <a:lnTo>
                        <a:pt x="31949" y="13847"/>
                      </a:lnTo>
                      <a:lnTo>
                        <a:pt x="23991" y="1"/>
                      </a:lnTo>
                      <a:close/>
                    </a:path>
                  </a:pathLst>
                </a:custGeom>
                <a:solidFill>
                  <a:srgbClr val="435D74"/>
                </a:solidFill>
                <a:ln w="9525" cap="flat" cmpd="sng">
                  <a:solidFill>
                    <a:srgbClr val="869FB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644" name="Google Shape;11970;p129">
                  <a:extLst>
                    <a:ext uri="{FF2B5EF4-FFF2-40B4-BE49-F238E27FC236}">
                      <a16:creationId xmlns:a16="http://schemas.microsoft.com/office/drawing/2014/main" id="{FFC25716-9CF9-23A6-3589-37E9F706ED57}"/>
                    </a:ext>
                  </a:extLst>
                </p:cNvPr>
                <p:cNvCxnSpPr/>
                <p:nvPr/>
              </p:nvCxnSpPr>
              <p:spPr>
                <a:xfrm>
                  <a:off x="2974204" y="4268886"/>
                  <a:ext cx="0" cy="52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BAC8D3"/>
                  </a:solidFill>
                  <a:prstDash val="solid"/>
                  <a:round/>
                  <a:headEnd type="diamond" w="med" len="med"/>
                  <a:tailEnd type="none" w="med" len="med"/>
                </a:ln>
              </p:spPr>
            </p:cxnSp>
          </p:grpSp>
        </p:grpSp>
        <p:grpSp>
          <p:nvGrpSpPr>
            <p:cNvPr id="5" name="Google Shape;11971;p129">
              <a:extLst>
                <a:ext uri="{FF2B5EF4-FFF2-40B4-BE49-F238E27FC236}">
                  <a16:creationId xmlns:a16="http://schemas.microsoft.com/office/drawing/2014/main" id="{028FBB33-8C4E-CE21-D02B-6F5BD4515840}"/>
                </a:ext>
              </a:extLst>
            </p:cNvPr>
            <p:cNvGrpSpPr/>
            <p:nvPr/>
          </p:nvGrpSpPr>
          <p:grpSpPr>
            <a:xfrm>
              <a:off x="3925264" y="2349049"/>
              <a:ext cx="1989060" cy="899954"/>
              <a:chOff x="3530532" y="1496185"/>
              <a:chExt cx="1562000" cy="706730"/>
            </a:xfrm>
            <a:solidFill>
              <a:schemeClr val="accent1">
                <a:lumMod val="75000"/>
              </a:schemeClr>
            </a:solidFill>
          </p:grpSpPr>
          <p:cxnSp>
            <p:nvCxnSpPr>
              <p:cNvPr id="613" name="Google Shape;11972;p129">
                <a:extLst>
                  <a:ext uri="{FF2B5EF4-FFF2-40B4-BE49-F238E27FC236}">
                    <a16:creationId xmlns:a16="http://schemas.microsoft.com/office/drawing/2014/main" id="{405FF13B-B597-59B1-D15C-33EC64CDD8F0}"/>
                  </a:ext>
                </a:extLst>
              </p:cNvPr>
              <p:cNvCxnSpPr/>
              <p:nvPr/>
            </p:nvCxnSpPr>
            <p:spPr>
              <a:xfrm>
                <a:off x="3583832" y="1857562"/>
                <a:ext cx="1508700" cy="0"/>
              </a:xfrm>
              <a:prstGeom prst="straightConnector1">
                <a:avLst/>
              </a:prstGeom>
              <a:grpFill/>
              <a:ln w="28575" cap="flat" cmpd="sng">
                <a:solidFill>
                  <a:srgbClr val="A5B7C6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grpSp>
            <p:nvGrpSpPr>
              <p:cNvPr id="614" name="Google Shape;11973;p129">
                <a:extLst>
                  <a:ext uri="{FF2B5EF4-FFF2-40B4-BE49-F238E27FC236}">
                    <a16:creationId xmlns:a16="http://schemas.microsoft.com/office/drawing/2014/main" id="{B26335C6-860B-DC14-4172-6753F67A8CDE}"/>
                  </a:ext>
                </a:extLst>
              </p:cNvPr>
              <p:cNvGrpSpPr/>
              <p:nvPr/>
            </p:nvGrpSpPr>
            <p:grpSpPr>
              <a:xfrm>
                <a:off x="3530532" y="1496185"/>
                <a:ext cx="323430" cy="463587"/>
                <a:chOff x="3530532" y="1496185"/>
                <a:chExt cx="323430" cy="463587"/>
              </a:xfrm>
              <a:grpFill/>
            </p:grpSpPr>
            <p:grpSp>
              <p:nvGrpSpPr>
                <p:cNvPr id="630" name="Google Shape;11974;p129">
                  <a:extLst>
                    <a:ext uri="{FF2B5EF4-FFF2-40B4-BE49-F238E27FC236}">
                      <a16:creationId xmlns:a16="http://schemas.microsoft.com/office/drawing/2014/main" id="{8383BA11-85A0-1EDF-50EF-8C5D91977B4D}"/>
                    </a:ext>
                  </a:extLst>
                </p:cNvPr>
                <p:cNvGrpSpPr/>
                <p:nvPr/>
              </p:nvGrpSpPr>
              <p:grpSpPr>
                <a:xfrm>
                  <a:off x="3567462" y="1496185"/>
                  <a:ext cx="286500" cy="361376"/>
                  <a:chOff x="3567462" y="1496185"/>
                  <a:chExt cx="286500" cy="361376"/>
                </a:xfrm>
                <a:grpFill/>
              </p:grpSpPr>
              <p:cxnSp>
                <p:nvCxnSpPr>
                  <p:cNvPr id="632" name="Google Shape;11975;p129">
                    <a:extLst>
                      <a:ext uri="{FF2B5EF4-FFF2-40B4-BE49-F238E27FC236}">
                        <a16:creationId xmlns:a16="http://schemas.microsoft.com/office/drawing/2014/main" id="{223909AD-FFBE-CBCC-F934-EFEADFDE2AF8}"/>
                      </a:ext>
                    </a:extLst>
                  </p:cNvPr>
                  <p:cNvCxnSpPr/>
                  <p:nvPr/>
                </p:nvCxnSpPr>
                <p:spPr>
                  <a:xfrm rot="10800000">
                    <a:off x="3626630" y="1565661"/>
                    <a:ext cx="0" cy="291900"/>
                  </a:xfrm>
                  <a:prstGeom prst="straightConnector1">
                    <a:avLst/>
                  </a:prstGeom>
                  <a:grpFill/>
                  <a:ln w="28575" cap="flat" cmpd="sng">
                    <a:solidFill>
                      <a:srgbClr val="A5B7C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sp>
                <p:nvSpPr>
                  <p:cNvPr id="633" name="Google Shape;11976;p129">
                    <a:extLst>
                      <a:ext uri="{FF2B5EF4-FFF2-40B4-BE49-F238E27FC236}">
                        <a16:creationId xmlns:a16="http://schemas.microsoft.com/office/drawing/2014/main" id="{AB6F6F8F-0668-AD0C-9C2B-BFCBBBBBA116}"/>
                      </a:ext>
                    </a:extLst>
                  </p:cNvPr>
                  <p:cNvSpPr/>
                  <p:nvPr/>
                </p:nvSpPr>
                <p:spPr>
                  <a:xfrm>
                    <a:off x="3567462" y="1496185"/>
                    <a:ext cx="286500" cy="99900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631" name="Google Shape;11977;p129">
                  <a:extLst>
                    <a:ext uri="{FF2B5EF4-FFF2-40B4-BE49-F238E27FC236}">
                      <a16:creationId xmlns:a16="http://schemas.microsoft.com/office/drawing/2014/main" id="{A2908192-7B49-5A8F-9465-D1B1BC27B67B}"/>
                    </a:ext>
                  </a:extLst>
                </p:cNvPr>
                <p:cNvSpPr/>
                <p:nvPr/>
              </p:nvSpPr>
              <p:spPr>
                <a:xfrm>
                  <a:off x="3530532" y="1771972"/>
                  <a:ext cx="187800" cy="1878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15" name="Google Shape;11978;p129">
                <a:extLst>
                  <a:ext uri="{FF2B5EF4-FFF2-40B4-BE49-F238E27FC236}">
                    <a16:creationId xmlns:a16="http://schemas.microsoft.com/office/drawing/2014/main" id="{669A24A1-5263-0600-1D3F-7F9A3C98EE1F}"/>
                  </a:ext>
                </a:extLst>
              </p:cNvPr>
              <p:cNvGrpSpPr/>
              <p:nvPr/>
            </p:nvGrpSpPr>
            <p:grpSpPr>
              <a:xfrm>
                <a:off x="3891569" y="1779209"/>
                <a:ext cx="323945" cy="423706"/>
                <a:chOff x="3891569" y="1779209"/>
                <a:chExt cx="323945" cy="423706"/>
              </a:xfrm>
              <a:grpFill/>
            </p:grpSpPr>
            <p:grpSp>
              <p:nvGrpSpPr>
                <p:cNvPr id="626" name="Google Shape;11979;p129">
                  <a:extLst>
                    <a:ext uri="{FF2B5EF4-FFF2-40B4-BE49-F238E27FC236}">
                      <a16:creationId xmlns:a16="http://schemas.microsoft.com/office/drawing/2014/main" id="{67DD0FF7-6338-9A18-A08D-A08078E3C7D1}"/>
                    </a:ext>
                  </a:extLst>
                </p:cNvPr>
                <p:cNvGrpSpPr/>
                <p:nvPr/>
              </p:nvGrpSpPr>
              <p:grpSpPr>
                <a:xfrm>
                  <a:off x="3929014" y="1881638"/>
                  <a:ext cx="286500" cy="321278"/>
                  <a:chOff x="3929014" y="1881638"/>
                  <a:chExt cx="286500" cy="321278"/>
                </a:xfrm>
                <a:grpFill/>
              </p:grpSpPr>
              <p:cxnSp>
                <p:nvCxnSpPr>
                  <p:cNvPr id="628" name="Google Shape;11980;p129">
                    <a:extLst>
                      <a:ext uri="{FF2B5EF4-FFF2-40B4-BE49-F238E27FC236}">
                        <a16:creationId xmlns:a16="http://schemas.microsoft.com/office/drawing/2014/main" id="{B62C3ECB-414A-54C6-228F-1E0CA3269D52}"/>
                      </a:ext>
                    </a:extLst>
                  </p:cNvPr>
                  <p:cNvCxnSpPr/>
                  <p:nvPr/>
                </p:nvCxnSpPr>
                <p:spPr>
                  <a:xfrm rot="10800000">
                    <a:off x="3988388" y="1881638"/>
                    <a:ext cx="0" cy="291900"/>
                  </a:xfrm>
                  <a:prstGeom prst="straightConnector1">
                    <a:avLst/>
                  </a:prstGeom>
                  <a:grpFill/>
                  <a:ln w="28575" cap="flat" cmpd="sng">
                    <a:solidFill>
                      <a:srgbClr val="A5B7C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sp>
                <p:nvSpPr>
                  <p:cNvPr id="629" name="Google Shape;11981;p129">
                    <a:extLst>
                      <a:ext uri="{FF2B5EF4-FFF2-40B4-BE49-F238E27FC236}">
                        <a16:creationId xmlns:a16="http://schemas.microsoft.com/office/drawing/2014/main" id="{96CC9E94-1DBB-9285-D98E-E998A7A599F5}"/>
                      </a:ext>
                    </a:extLst>
                  </p:cNvPr>
                  <p:cNvSpPr/>
                  <p:nvPr/>
                </p:nvSpPr>
                <p:spPr>
                  <a:xfrm>
                    <a:off x="3929014" y="2103016"/>
                    <a:ext cx="286500" cy="99900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627" name="Google Shape;11982;p129">
                  <a:extLst>
                    <a:ext uri="{FF2B5EF4-FFF2-40B4-BE49-F238E27FC236}">
                      <a16:creationId xmlns:a16="http://schemas.microsoft.com/office/drawing/2014/main" id="{ED2F18D8-5F83-6209-1F1C-5EA56FFDC832}"/>
                    </a:ext>
                  </a:extLst>
                </p:cNvPr>
                <p:cNvSpPr/>
                <p:nvPr/>
              </p:nvSpPr>
              <p:spPr>
                <a:xfrm>
                  <a:off x="3891569" y="1779209"/>
                  <a:ext cx="187800" cy="1878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16" name="Google Shape;11983;p129">
                <a:extLst>
                  <a:ext uri="{FF2B5EF4-FFF2-40B4-BE49-F238E27FC236}">
                    <a16:creationId xmlns:a16="http://schemas.microsoft.com/office/drawing/2014/main" id="{F2A5B188-4205-4930-3EF5-EA8EEF903E60}"/>
                  </a:ext>
                </a:extLst>
              </p:cNvPr>
              <p:cNvGrpSpPr/>
              <p:nvPr/>
            </p:nvGrpSpPr>
            <p:grpSpPr>
              <a:xfrm>
                <a:off x="4252606" y="1496185"/>
                <a:ext cx="324721" cy="463587"/>
                <a:chOff x="4252606" y="1496185"/>
                <a:chExt cx="324721" cy="463587"/>
              </a:xfrm>
              <a:grpFill/>
            </p:grpSpPr>
            <p:grpSp>
              <p:nvGrpSpPr>
                <p:cNvPr id="622" name="Google Shape;11984;p129">
                  <a:extLst>
                    <a:ext uri="{FF2B5EF4-FFF2-40B4-BE49-F238E27FC236}">
                      <a16:creationId xmlns:a16="http://schemas.microsoft.com/office/drawing/2014/main" id="{FA673F86-FC8B-5C6A-80C8-680121490F4F}"/>
                    </a:ext>
                  </a:extLst>
                </p:cNvPr>
                <p:cNvGrpSpPr/>
                <p:nvPr/>
              </p:nvGrpSpPr>
              <p:grpSpPr>
                <a:xfrm>
                  <a:off x="4290828" y="1496185"/>
                  <a:ext cx="286500" cy="361376"/>
                  <a:chOff x="4290828" y="1496185"/>
                  <a:chExt cx="286500" cy="361376"/>
                </a:xfrm>
                <a:grpFill/>
              </p:grpSpPr>
              <p:cxnSp>
                <p:nvCxnSpPr>
                  <p:cNvPr id="624" name="Google Shape;11985;p129">
                    <a:extLst>
                      <a:ext uri="{FF2B5EF4-FFF2-40B4-BE49-F238E27FC236}">
                        <a16:creationId xmlns:a16="http://schemas.microsoft.com/office/drawing/2014/main" id="{4FCF6ADC-4B53-9D8A-BE05-66616028D7BF}"/>
                      </a:ext>
                    </a:extLst>
                  </p:cNvPr>
                  <p:cNvCxnSpPr/>
                  <p:nvPr/>
                </p:nvCxnSpPr>
                <p:spPr>
                  <a:xfrm rot="10800000">
                    <a:off x="4349995" y="1565661"/>
                    <a:ext cx="0" cy="291900"/>
                  </a:xfrm>
                  <a:prstGeom prst="straightConnector1">
                    <a:avLst/>
                  </a:prstGeom>
                  <a:grpFill/>
                  <a:ln w="28575" cap="flat" cmpd="sng">
                    <a:solidFill>
                      <a:srgbClr val="A5B7C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sp>
                <p:nvSpPr>
                  <p:cNvPr id="625" name="Google Shape;11986;p129">
                    <a:extLst>
                      <a:ext uri="{FF2B5EF4-FFF2-40B4-BE49-F238E27FC236}">
                        <a16:creationId xmlns:a16="http://schemas.microsoft.com/office/drawing/2014/main" id="{D5309AF7-5E1A-6D01-891E-F821EA87F184}"/>
                      </a:ext>
                    </a:extLst>
                  </p:cNvPr>
                  <p:cNvSpPr/>
                  <p:nvPr/>
                </p:nvSpPr>
                <p:spPr>
                  <a:xfrm>
                    <a:off x="4290828" y="1496185"/>
                    <a:ext cx="286500" cy="99900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623" name="Google Shape;11987;p129">
                  <a:extLst>
                    <a:ext uri="{FF2B5EF4-FFF2-40B4-BE49-F238E27FC236}">
                      <a16:creationId xmlns:a16="http://schemas.microsoft.com/office/drawing/2014/main" id="{6E018222-BE94-878F-A595-611CA1C02209}"/>
                    </a:ext>
                  </a:extLst>
                </p:cNvPr>
                <p:cNvSpPr/>
                <p:nvPr/>
              </p:nvSpPr>
              <p:spPr>
                <a:xfrm>
                  <a:off x="4252606" y="1771972"/>
                  <a:ext cx="187800" cy="1878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17" name="Google Shape;11988;p129">
                <a:extLst>
                  <a:ext uri="{FF2B5EF4-FFF2-40B4-BE49-F238E27FC236}">
                    <a16:creationId xmlns:a16="http://schemas.microsoft.com/office/drawing/2014/main" id="{570A7039-5828-68D6-8E5F-2541FD1AF7CC}"/>
                  </a:ext>
                </a:extLst>
              </p:cNvPr>
              <p:cNvGrpSpPr/>
              <p:nvPr/>
            </p:nvGrpSpPr>
            <p:grpSpPr>
              <a:xfrm>
                <a:off x="4613643" y="1763716"/>
                <a:ext cx="325308" cy="439200"/>
                <a:chOff x="4613643" y="1763716"/>
                <a:chExt cx="325308" cy="439200"/>
              </a:xfrm>
              <a:grpFill/>
            </p:grpSpPr>
            <p:grpSp>
              <p:nvGrpSpPr>
                <p:cNvPr id="618" name="Google Shape;11989;p129">
                  <a:extLst>
                    <a:ext uri="{FF2B5EF4-FFF2-40B4-BE49-F238E27FC236}">
                      <a16:creationId xmlns:a16="http://schemas.microsoft.com/office/drawing/2014/main" id="{847988E5-AE33-1827-2193-A88FD1DA938D}"/>
                    </a:ext>
                  </a:extLst>
                </p:cNvPr>
                <p:cNvGrpSpPr/>
                <p:nvPr/>
              </p:nvGrpSpPr>
              <p:grpSpPr>
                <a:xfrm>
                  <a:off x="4652451" y="1879538"/>
                  <a:ext cx="286500" cy="323378"/>
                  <a:chOff x="4652451" y="1879538"/>
                  <a:chExt cx="286500" cy="323378"/>
                </a:xfrm>
                <a:grpFill/>
              </p:grpSpPr>
              <p:cxnSp>
                <p:nvCxnSpPr>
                  <p:cNvPr id="620" name="Google Shape;11990;p129">
                    <a:extLst>
                      <a:ext uri="{FF2B5EF4-FFF2-40B4-BE49-F238E27FC236}">
                        <a16:creationId xmlns:a16="http://schemas.microsoft.com/office/drawing/2014/main" id="{32531DE3-0CDC-F8C0-DB71-9A7D7FF183CF}"/>
                      </a:ext>
                    </a:extLst>
                  </p:cNvPr>
                  <p:cNvCxnSpPr/>
                  <p:nvPr/>
                </p:nvCxnSpPr>
                <p:spPr>
                  <a:xfrm rot="10800000">
                    <a:off x="4707486" y="1879538"/>
                    <a:ext cx="0" cy="294000"/>
                  </a:xfrm>
                  <a:prstGeom prst="straightConnector1">
                    <a:avLst/>
                  </a:prstGeom>
                  <a:grpFill/>
                  <a:ln w="28575" cap="flat" cmpd="sng">
                    <a:solidFill>
                      <a:srgbClr val="A5B7C6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sp>
                <p:nvSpPr>
                  <p:cNvPr id="621" name="Google Shape;11991;p129">
                    <a:extLst>
                      <a:ext uri="{FF2B5EF4-FFF2-40B4-BE49-F238E27FC236}">
                        <a16:creationId xmlns:a16="http://schemas.microsoft.com/office/drawing/2014/main" id="{2560A00C-6C0E-96FE-0D85-AE33E35E9748}"/>
                      </a:ext>
                    </a:extLst>
                  </p:cNvPr>
                  <p:cNvSpPr/>
                  <p:nvPr/>
                </p:nvSpPr>
                <p:spPr>
                  <a:xfrm>
                    <a:off x="4652451" y="2103016"/>
                    <a:ext cx="286500" cy="99900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619" name="Google Shape;11992;p129">
                  <a:extLst>
                    <a:ext uri="{FF2B5EF4-FFF2-40B4-BE49-F238E27FC236}">
                      <a16:creationId xmlns:a16="http://schemas.microsoft.com/office/drawing/2014/main" id="{0EAD47A1-AD4C-5E51-D004-787B94D61ABB}"/>
                    </a:ext>
                  </a:extLst>
                </p:cNvPr>
                <p:cNvSpPr/>
                <p:nvPr/>
              </p:nvSpPr>
              <p:spPr>
                <a:xfrm>
                  <a:off x="4613643" y="1763716"/>
                  <a:ext cx="187800" cy="18780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6" name="Google Shape;11993;p129">
              <a:extLst>
                <a:ext uri="{FF2B5EF4-FFF2-40B4-BE49-F238E27FC236}">
                  <a16:creationId xmlns:a16="http://schemas.microsoft.com/office/drawing/2014/main" id="{C37ECFAE-FDF3-509D-1B35-BD5214D214E7}"/>
                </a:ext>
              </a:extLst>
            </p:cNvPr>
            <p:cNvGrpSpPr/>
            <p:nvPr/>
          </p:nvGrpSpPr>
          <p:grpSpPr>
            <a:xfrm>
              <a:off x="3939340" y="3362203"/>
              <a:ext cx="1960934" cy="464684"/>
              <a:chOff x="3512551" y="2358270"/>
              <a:chExt cx="1597383" cy="378533"/>
            </a:xfrm>
          </p:grpSpPr>
          <p:cxnSp>
            <p:nvCxnSpPr>
              <p:cNvPr id="596" name="Google Shape;11994;p129">
                <a:extLst>
                  <a:ext uri="{FF2B5EF4-FFF2-40B4-BE49-F238E27FC236}">
                    <a16:creationId xmlns:a16="http://schemas.microsoft.com/office/drawing/2014/main" id="{00147AEA-E732-F216-7C0D-199900FA55DB}"/>
                  </a:ext>
                </a:extLst>
              </p:cNvPr>
              <p:cNvCxnSpPr>
                <a:stCxn id="611" idx="6"/>
                <a:endCxn id="602" idx="2"/>
              </p:cNvCxnSpPr>
              <p:nvPr/>
            </p:nvCxnSpPr>
            <p:spPr>
              <a:xfrm>
                <a:off x="3738198" y="2553118"/>
                <a:ext cx="11460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435D7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597" name="Google Shape;11997;p129">
                <a:extLst>
                  <a:ext uri="{FF2B5EF4-FFF2-40B4-BE49-F238E27FC236}">
                    <a16:creationId xmlns:a16="http://schemas.microsoft.com/office/drawing/2014/main" id="{C98B4D9A-C587-139E-891D-3BF93D256482}"/>
                  </a:ext>
                </a:extLst>
              </p:cNvPr>
              <p:cNvGrpSpPr/>
              <p:nvPr/>
            </p:nvGrpSpPr>
            <p:grpSpPr>
              <a:xfrm>
                <a:off x="3512551" y="2358270"/>
                <a:ext cx="225647" cy="307714"/>
                <a:chOff x="2182679" y="2004714"/>
                <a:chExt cx="792300" cy="1080458"/>
              </a:xfrm>
            </p:grpSpPr>
            <p:cxnSp>
              <p:nvCxnSpPr>
                <p:cNvPr id="610" name="Google Shape;11998;p129">
                  <a:extLst>
                    <a:ext uri="{FF2B5EF4-FFF2-40B4-BE49-F238E27FC236}">
                      <a16:creationId xmlns:a16="http://schemas.microsoft.com/office/drawing/2014/main" id="{CA62E978-B9D4-CAE8-2DA0-EFB0475A57D4}"/>
                    </a:ext>
                  </a:extLst>
                </p:cNvPr>
                <p:cNvCxnSpPr>
                  <a:stCxn id="612" idx="0"/>
                </p:cNvCxnSpPr>
                <p:nvPr/>
              </p:nvCxnSpPr>
              <p:spPr>
                <a:xfrm rot="10800000">
                  <a:off x="2578961" y="2004714"/>
                  <a:ext cx="0" cy="3891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435D7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611" name="Google Shape;11995;p129">
                  <a:extLst>
                    <a:ext uri="{FF2B5EF4-FFF2-40B4-BE49-F238E27FC236}">
                      <a16:creationId xmlns:a16="http://schemas.microsoft.com/office/drawing/2014/main" id="{A8202A53-4AF3-1B07-1F24-139D6B4B67DA}"/>
                    </a:ext>
                  </a:extLst>
                </p:cNvPr>
                <p:cNvSpPr/>
                <p:nvPr/>
              </p:nvSpPr>
              <p:spPr>
                <a:xfrm>
                  <a:off x="2182679" y="2292572"/>
                  <a:ext cx="792300" cy="792600"/>
                </a:xfrm>
                <a:prstGeom prst="ellipse">
                  <a:avLst/>
                </a:prstGeom>
                <a:noFill/>
                <a:ln w="19050" cap="flat" cmpd="sng">
                  <a:solidFill>
                    <a:srgbClr val="BAC8D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2" name="Google Shape;11999;p129">
                  <a:extLst>
                    <a:ext uri="{FF2B5EF4-FFF2-40B4-BE49-F238E27FC236}">
                      <a16:creationId xmlns:a16="http://schemas.microsoft.com/office/drawing/2014/main" id="{EA6F1F0E-FC6F-5F04-55C1-11D34A25EE87}"/>
                    </a:ext>
                  </a:extLst>
                </p:cNvPr>
                <p:cNvSpPr/>
                <p:nvPr/>
              </p:nvSpPr>
              <p:spPr>
                <a:xfrm>
                  <a:off x="2283911" y="2393814"/>
                  <a:ext cx="590100" cy="5901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98" name="Google Shape;12000;p129">
                <a:extLst>
                  <a:ext uri="{FF2B5EF4-FFF2-40B4-BE49-F238E27FC236}">
                    <a16:creationId xmlns:a16="http://schemas.microsoft.com/office/drawing/2014/main" id="{295D5CE0-43BD-E6DD-C4F5-D597A0A4A6D1}"/>
                  </a:ext>
                </a:extLst>
              </p:cNvPr>
              <p:cNvGrpSpPr/>
              <p:nvPr/>
            </p:nvGrpSpPr>
            <p:grpSpPr>
              <a:xfrm>
                <a:off x="3969644" y="2440153"/>
                <a:ext cx="225853" cy="296651"/>
                <a:chOff x="3775710" y="1729289"/>
                <a:chExt cx="136500" cy="179289"/>
              </a:xfrm>
            </p:grpSpPr>
            <p:cxnSp>
              <p:nvCxnSpPr>
                <p:cNvPr id="607" name="Google Shape;12001;p129">
                  <a:extLst>
                    <a:ext uri="{FF2B5EF4-FFF2-40B4-BE49-F238E27FC236}">
                      <a16:creationId xmlns:a16="http://schemas.microsoft.com/office/drawing/2014/main" id="{31184470-7F4B-44DF-5C55-4BF763773CBE}"/>
                    </a:ext>
                  </a:extLst>
                </p:cNvPr>
                <p:cNvCxnSpPr/>
                <p:nvPr/>
              </p:nvCxnSpPr>
              <p:spPr>
                <a:xfrm>
                  <a:off x="3843851" y="1848278"/>
                  <a:ext cx="0" cy="60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435D7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608" name="Google Shape;12002;p129">
                  <a:extLst>
                    <a:ext uri="{FF2B5EF4-FFF2-40B4-BE49-F238E27FC236}">
                      <a16:creationId xmlns:a16="http://schemas.microsoft.com/office/drawing/2014/main" id="{6111D0C7-B809-1E73-9511-31A8790DC348}"/>
                    </a:ext>
                  </a:extLst>
                </p:cNvPr>
                <p:cNvSpPr/>
                <p:nvPr/>
              </p:nvSpPr>
              <p:spPr>
                <a:xfrm>
                  <a:off x="3775710" y="1729289"/>
                  <a:ext cx="136500" cy="136500"/>
                </a:xfrm>
                <a:prstGeom prst="ellipse">
                  <a:avLst/>
                </a:prstGeom>
                <a:noFill/>
                <a:ln w="19050" cap="flat" cmpd="sng">
                  <a:solidFill>
                    <a:srgbClr val="BAC8D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9" name="Google Shape;12003;p129">
                  <a:extLst>
                    <a:ext uri="{FF2B5EF4-FFF2-40B4-BE49-F238E27FC236}">
                      <a16:creationId xmlns:a16="http://schemas.microsoft.com/office/drawing/2014/main" id="{4636BB00-5BCF-1E20-1577-B4032A5EAC3E}"/>
                    </a:ext>
                  </a:extLst>
                </p:cNvPr>
                <p:cNvSpPr/>
                <p:nvPr/>
              </p:nvSpPr>
              <p:spPr>
                <a:xfrm>
                  <a:off x="3793133" y="1746713"/>
                  <a:ext cx="101700" cy="1017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99" name="Google Shape;12004;p129">
                <a:extLst>
                  <a:ext uri="{FF2B5EF4-FFF2-40B4-BE49-F238E27FC236}">
                    <a16:creationId xmlns:a16="http://schemas.microsoft.com/office/drawing/2014/main" id="{D0BCE13E-03FB-6F8D-6741-6DC51C91D153}"/>
                  </a:ext>
                </a:extLst>
              </p:cNvPr>
              <p:cNvGrpSpPr/>
              <p:nvPr/>
            </p:nvGrpSpPr>
            <p:grpSpPr>
              <a:xfrm>
                <a:off x="4427051" y="2358270"/>
                <a:ext cx="225647" cy="307714"/>
                <a:chOff x="5393704" y="2004714"/>
                <a:chExt cx="792300" cy="1080458"/>
              </a:xfrm>
            </p:grpSpPr>
            <p:cxnSp>
              <p:nvCxnSpPr>
                <p:cNvPr id="604" name="Google Shape;12005;p129">
                  <a:extLst>
                    <a:ext uri="{FF2B5EF4-FFF2-40B4-BE49-F238E27FC236}">
                      <a16:creationId xmlns:a16="http://schemas.microsoft.com/office/drawing/2014/main" id="{A2169E46-67A9-6EC9-950E-2278151027DE}"/>
                    </a:ext>
                  </a:extLst>
                </p:cNvPr>
                <p:cNvCxnSpPr>
                  <a:stCxn id="606" idx="0"/>
                </p:cNvCxnSpPr>
                <p:nvPr/>
              </p:nvCxnSpPr>
              <p:spPr>
                <a:xfrm rot="10800000">
                  <a:off x="5789986" y="2004714"/>
                  <a:ext cx="0" cy="3891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435D7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605" name="Google Shape;12007;p129">
                  <a:extLst>
                    <a:ext uri="{FF2B5EF4-FFF2-40B4-BE49-F238E27FC236}">
                      <a16:creationId xmlns:a16="http://schemas.microsoft.com/office/drawing/2014/main" id="{28B1EAB9-FE52-AB9D-4542-9C6CD43DB533}"/>
                    </a:ext>
                  </a:extLst>
                </p:cNvPr>
                <p:cNvSpPr/>
                <p:nvPr/>
              </p:nvSpPr>
              <p:spPr>
                <a:xfrm>
                  <a:off x="5393704" y="2292572"/>
                  <a:ext cx="792300" cy="792600"/>
                </a:xfrm>
                <a:prstGeom prst="ellipse">
                  <a:avLst/>
                </a:prstGeom>
                <a:noFill/>
                <a:ln w="19050" cap="flat" cmpd="sng">
                  <a:solidFill>
                    <a:srgbClr val="BAC8D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6" name="Google Shape;12006;p129">
                  <a:extLst>
                    <a:ext uri="{FF2B5EF4-FFF2-40B4-BE49-F238E27FC236}">
                      <a16:creationId xmlns:a16="http://schemas.microsoft.com/office/drawing/2014/main" id="{A1A7B62C-798E-D85C-D8A6-5CB37E1322D3}"/>
                    </a:ext>
                  </a:extLst>
                </p:cNvPr>
                <p:cNvSpPr/>
                <p:nvPr/>
              </p:nvSpPr>
              <p:spPr>
                <a:xfrm>
                  <a:off x="5494936" y="2393814"/>
                  <a:ext cx="590100" cy="5901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</p:grpSp>
          <p:grpSp>
            <p:nvGrpSpPr>
              <p:cNvPr id="600" name="Google Shape;12008;p129">
                <a:extLst>
                  <a:ext uri="{FF2B5EF4-FFF2-40B4-BE49-F238E27FC236}">
                    <a16:creationId xmlns:a16="http://schemas.microsoft.com/office/drawing/2014/main" id="{BC21BF2C-1365-F964-EC14-7209737F9BDE}"/>
                  </a:ext>
                </a:extLst>
              </p:cNvPr>
              <p:cNvGrpSpPr/>
              <p:nvPr/>
            </p:nvGrpSpPr>
            <p:grpSpPr>
              <a:xfrm>
                <a:off x="4884287" y="2440252"/>
                <a:ext cx="225647" cy="296532"/>
                <a:chOff x="6999166" y="2292572"/>
                <a:chExt cx="792300" cy="1041192"/>
              </a:xfrm>
            </p:grpSpPr>
            <p:cxnSp>
              <p:nvCxnSpPr>
                <p:cNvPr id="601" name="Google Shape;12009;p129">
                  <a:extLst>
                    <a:ext uri="{FF2B5EF4-FFF2-40B4-BE49-F238E27FC236}">
                      <a16:creationId xmlns:a16="http://schemas.microsoft.com/office/drawing/2014/main" id="{A9172CA1-AC09-D3D3-00C6-B25FF2C33925}"/>
                    </a:ext>
                  </a:extLst>
                </p:cNvPr>
                <p:cNvCxnSpPr/>
                <p:nvPr/>
              </p:nvCxnSpPr>
              <p:spPr>
                <a:xfrm>
                  <a:off x="7395553" y="2983964"/>
                  <a:ext cx="0" cy="349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435D7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602" name="Google Shape;11996;p129">
                  <a:extLst>
                    <a:ext uri="{FF2B5EF4-FFF2-40B4-BE49-F238E27FC236}">
                      <a16:creationId xmlns:a16="http://schemas.microsoft.com/office/drawing/2014/main" id="{A49BAB02-5059-4A68-D68E-54B16243CF65}"/>
                    </a:ext>
                  </a:extLst>
                </p:cNvPr>
                <p:cNvSpPr/>
                <p:nvPr/>
              </p:nvSpPr>
              <p:spPr>
                <a:xfrm>
                  <a:off x="6999166" y="2292572"/>
                  <a:ext cx="792300" cy="792600"/>
                </a:xfrm>
                <a:prstGeom prst="ellipse">
                  <a:avLst/>
                </a:prstGeom>
                <a:noFill/>
                <a:ln w="19050" cap="flat" cmpd="sng">
                  <a:solidFill>
                    <a:srgbClr val="BAC8D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3" name="Google Shape;12010;p129">
                  <a:extLst>
                    <a:ext uri="{FF2B5EF4-FFF2-40B4-BE49-F238E27FC236}">
                      <a16:creationId xmlns:a16="http://schemas.microsoft.com/office/drawing/2014/main" id="{1A8466AF-069E-5462-B766-B5CE56451609}"/>
                    </a:ext>
                  </a:extLst>
                </p:cNvPr>
                <p:cNvSpPr/>
                <p:nvPr/>
              </p:nvSpPr>
              <p:spPr>
                <a:xfrm>
                  <a:off x="7100398" y="2393814"/>
                  <a:ext cx="590100" cy="5901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7" name="Google Shape;12011;p129">
              <a:extLst>
                <a:ext uri="{FF2B5EF4-FFF2-40B4-BE49-F238E27FC236}">
                  <a16:creationId xmlns:a16="http://schemas.microsoft.com/office/drawing/2014/main" id="{4E102033-8F52-B055-84EC-DDE667977551}"/>
                </a:ext>
              </a:extLst>
            </p:cNvPr>
            <p:cNvGrpSpPr/>
            <p:nvPr/>
          </p:nvGrpSpPr>
          <p:grpSpPr>
            <a:xfrm>
              <a:off x="7999436" y="1980908"/>
              <a:ext cx="1877462" cy="869768"/>
              <a:chOff x="634175" y="2986275"/>
              <a:chExt cx="3147949" cy="1458344"/>
            </a:xfrm>
            <a:solidFill>
              <a:schemeClr val="accent1">
                <a:lumMod val="60000"/>
                <a:lumOff val="40000"/>
              </a:schemeClr>
            </a:solidFill>
          </p:grpSpPr>
          <p:cxnSp>
            <p:nvCxnSpPr>
              <p:cNvPr id="587" name="Google Shape;12012;p129">
                <a:extLst>
                  <a:ext uri="{FF2B5EF4-FFF2-40B4-BE49-F238E27FC236}">
                    <a16:creationId xmlns:a16="http://schemas.microsoft.com/office/drawing/2014/main" id="{C446C89B-C1C5-74C5-DCA4-DE22C596998B}"/>
                  </a:ext>
                </a:extLst>
              </p:cNvPr>
              <p:cNvCxnSpPr>
                <a:stCxn id="593" idx="4"/>
                <a:endCxn id="595" idx="0"/>
              </p:cNvCxnSpPr>
              <p:nvPr/>
            </p:nvCxnSpPr>
            <p:spPr>
              <a:xfrm>
                <a:off x="929975" y="3577875"/>
                <a:ext cx="591300" cy="275100"/>
              </a:xfrm>
              <a:prstGeom prst="straightConnector1">
                <a:avLst/>
              </a:prstGeom>
              <a:grpFill/>
              <a:ln w="19050" cap="flat" cmpd="sng">
                <a:solidFill>
                  <a:srgbClr val="435D7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88" name="Google Shape;12015;p129">
                <a:extLst>
                  <a:ext uri="{FF2B5EF4-FFF2-40B4-BE49-F238E27FC236}">
                    <a16:creationId xmlns:a16="http://schemas.microsoft.com/office/drawing/2014/main" id="{4E8EDE21-CAEA-034D-1E6B-FC58B1B6DBC2}"/>
                  </a:ext>
                </a:extLst>
              </p:cNvPr>
              <p:cNvCxnSpPr>
                <a:stCxn id="595" idx="0"/>
                <a:endCxn id="592" idx="4"/>
              </p:cNvCxnSpPr>
              <p:nvPr/>
            </p:nvCxnSpPr>
            <p:spPr>
              <a:xfrm rot="10800000" flipH="1">
                <a:off x="1521366" y="3577919"/>
                <a:ext cx="686700" cy="275100"/>
              </a:xfrm>
              <a:prstGeom prst="straightConnector1">
                <a:avLst/>
              </a:prstGeom>
              <a:grpFill/>
              <a:ln w="19050" cap="flat" cmpd="sng">
                <a:solidFill>
                  <a:srgbClr val="435D7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89" name="Google Shape;12017;p129">
                <a:extLst>
                  <a:ext uri="{FF2B5EF4-FFF2-40B4-BE49-F238E27FC236}">
                    <a16:creationId xmlns:a16="http://schemas.microsoft.com/office/drawing/2014/main" id="{7EDCDD75-CECB-452B-AD73-CDDC843EC807}"/>
                  </a:ext>
                </a:extLst>
              </p:cNvPr>
              <p:cNvCxnSpPr>
                <a:stCxn id="592" idx="4"/>
                <a:endCxn id="594" idx="0"/>
              </p:cNvCxnSpPr>
              <p:nvPr/>
            </p:nvCxnSpPr>
            <p:spPr>
              <a:xfrm>
                <a:off x="2208152" y="3577875"/>
                <a:ext cx="686700" cy="275100"/>
              </a:xfrm>
              <a:prstGeom prst="straightConnector1">
                <a:avLst/>
              </a:prstGeom>
              <a:grpFill/>
              <a:ln w="19050" cap="flat" cmpd="sng">
                <a:solidFill>
                  <a:srgbClr val="435D7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90" name="Google Shape;12019;p129">
                <a:extLst>
                  <a:ext uri="{FF2B5EF4-FFF2-40B4-BE49-F238E27FC236}">
                    <a16:creationId xmlns:a16="http://schemas.microsoft.com/office/drawing/2014/main" id="{E576BD96-20C1-B008-C298-50419D2FE4C4}"/>
                  </a:ext>
                </a:extLst>
              </p:cNvPr>
              <p:cNvCxnSpPr>
                <a:stCxn id="594" idx="0"/>
                <a:endCxn id="591" idx="4"/>
              </p:cNvCxnSpPr>
              <p:nvPr/>
            </p:nvCxnSpPr>
            <p:spPr>
              <a:xfrm rot="10800000" flipH="1">
                <a:off x="2894933" y="3577918"/>
                <a:ext cx="591300" cy="275100"/>
              </a:xfrm>
              <a:prstGeom prst="straightConnector1">
                <a:avLst/>
              </a:prstGeom>
              <a:grpFill/>
              <a:ln w="19050" cap="flat" cmpd="sng">
                <a:solidFill>
                  <a:srgbClr val="435D74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591" name="Google Shape;12020;p129">
                <a:extLst>
                  <a:ext uri="{FF2B5EF4-FFF2-40B4-BE49-F238E27FC236}">
                    <a16:creationId xmlns:a16="http://schemas.microsoft.com/office/drawing/2014/main" id="{2CEF569C-A18D-B083-D81B-D1B92B26D301}"/>
                  </a:ext>
                </a:extLst>
              </p:cNvPr>
              <p:cNvSpPr/>
              <p:nvPr/>
            </p:nvSpPr>
            <p:spPr>
              <a:xfrm>
                <a:off x="3190524" y="2986275"/>
                <a:ext cx="591600" cy="591600"/>
              </a:xfrm>
              <a:prstGeom prst="ellipse">
                <a:avLst/>
              </a:prstGeom>
              <a:grpFill/>
              <a:ln w="19050" cap="flat" cmpd="sng">
                <a:solidFill>
                  <a:srgbClr val="435D7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C3B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2" name="Google Shape;12016;p129">
                <a:extLst>
                  <a:ext uri="{FF2B5EF4-FFF2-40B4-BE49-F238E27FC236}">
                    <a16:creationId xmlns:a16="http://schemas.microsoft.com/office/drawing/2014/main" id="{845FBF8B-0D53-8B71-BF6A-8630E79E0953}"/>
                  </a:ext>
                </a:extLst>
              </p:cNvPr>
              <p:cNvSpPr/>
              <p:nvPr/>
            </p:nvSpPr>
            <p:spPr>
              <a:xfrm>
                <a:off x="1912352" y="2986275"/>
                <a:ext cx="591600" cy="591600"/>
              </a:xfrm>
              <a:prstGeom prst="ellipse">
                <a:avLst/>
              </a:prstGeom>
              <a:grpFill/>
              <a:ln w="19050" cap="flat" cmpd="sng">
                <a:solidFill>
                  <a:srgbClr val="435D7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C3B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3" name="Google Shape;12013;p129">
                <a:extLst>
                  <a:ext uri="{FF2B5EF4-FFF2-40B4-BE49-F238E27FC236}">
                    <a16:creationId xmlns:a16="http://schemas.microsoft.com/office/drawing/2014/main" id="{D251A062-A90E-48A1-6477-41337147E392}"/>
                  </a:ext>
                </a:extLst>
              </p:cNvPr>
              <p:cNvSpPr/>
              <p:nvPr/>
            </p:nvSpPr>
            <p:spPr>
              <a:xfrm>
                <a:off x="634175" y="2986275"/>
                <a:ext cx="591600" cy="591600"/>
              </a:xfrm>
              <a:prstGeom prst="ellipse">
                <a:avLst/>
              </a:prstGeom>
              <a:grpFill/>
              <a:ln w="19050" cap="flat" cmpd="sng">
                <a:solidFill>
                  <a:srgbClr val="435D7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C3B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4" name="Google Shape;12018;p129">
                <a:extLst>
                  <a:ext uri="{FF2B5EF4-FFF2-40B4-BE49-F238E27FC236}">
                    <a16:creationId xmlns:a16="http://schemas.microsoft.com/office/drawing/2014/main" id="{5B109182-62E0-40CB-B988-135D74CD579A}"/>
                  </a:ext>
                </a:extLst>
              </p:cNvPr>
              <p:cNvSpPr/>
              <p:nvPr/>
            </p:nvSpPr>
            <p:spPr>
              <a:xfrm>
                <a:off x="2599133" y="3853018"/>
                <a:ext cx="591600" cy="591600"/>
              </a:xfrm>
              <a:prstGeom prst="ellipse">
                <a:avLst/>
              </a:prstGeom>
              <a:grpFill/>
              <a:ln w="19050" cap="flat" cmpd="sng">
                <a:solidFill>
                  <a:srgbClr val="435D7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C3B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5" name="Google Shape;12014;p129">
                <a:extLst>
                  <a:ext uri="{FF2B5EF4-FFF2-40B4-BE49-F238E27FC236}">
                    <a16:creationId xmlns:a16="http://schemas.microsoft.com/office/drawing/2014/main" id="{4F8CDA9C-3ABD-4DB1-8A96-D81C74ECF5EB}"/>
                  </a:ext>
                </a:extLst>
              </p:cNvPr>
              <p:cNvSpPr/>
              <p:nvPr/>
            </p:nvSpPr>
            <p:spPr>
              <a:xfrm>
                <a:off x="1225566" y="3853019"/>
                <a:ext cx="591600" cy="591600"/>
              </a:xfrm>
              <a:prstGeom prst="ellipse">
                <a:avLst/>
              </a:prstGeom>
              <a:grpFill/>
              <a:ln w="19050" cap="flat" cmpd="sng">
                <a:solidFill>
                  <a:srgbClr val="435D7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" name="Google Shape;12021;p129">
              <a:extLst>
                <a:ext uri="{FF2B5EF4-FFF2-40B4-BE49-F238E27FC236}">
                  <a16:creationId xmlns:a16="http://schemas.microsoft.com/office/drawing/2014/main" id="{BCFD9D5C-F094-1EF1-9E24-6AFA4BD8429A}"/>
                </a:ext>
              </a:extLst>
            </p:cNvPr>
            <p:cNvGrpSpPr/>
            <p:nvPr/>
          </p:nvGrpSpPr>
          <p:grpSpPr>
            <a:xfrm>
              <a:off x="3925719" y="3991854"/>
              <a:ext cx="1988179" cy="372294"/>
              <a:chOff x="998425" y="1182125"/>
              <a:chExt cx="1065400" cy="199500"/>
            </a:xfrm>
          </p:grpSpPr>
          <p:sp>
            <p:nvSpPr>
              <p:cNvPr id="582" name="Google Shape;12022;p129">
                <a:extLst>
                  <a:ext uri="{FF2B5EF4-FFF2-40B4-BE49-F238E27FC236}">
                    <a16:creationId xmlns:a16="http://schemas.microsoft.com/office/drawing/2014/main" id="{6797E517-8139-C9FA-8566-AF66D1470347}"/>
                  </a:ext>
                </a:extLst>
              </p:cNvPr>
              <p:cNvSpPr/>
              <p:nvPr/>
            </p:nvSpPr>
            <p:spPr>
              <a:xfrm>
                <a:off x="998425" y="1182125"/>
                <a:ext cx="1065400" cy="199500"/>
              </a:xfrm>
              <a:custGeom>
                <a:avLst/>
                <a:gdLst/>
                <a:ahLst/>
                <a:cxnLst/>
                <a:rect l="l" t="t" r="r" b="b"/>
                <a:pathLst>
                  <a:path w="42616" h="7980" extrusionOk="0">
                    <a:moveTo>
                      <a:pt x="4324" y="1"/>
                    </a:moveTo>
                    <a:cubicBezTo>
                      <a:pt x="3159" y="1"/>
                      <a:pt x="1997" y="512"/>
                      <a:pt x="1246" y="1424"/>
                    </a:cubicBezTo>
                    <a:cubicBezTo>
                      <a:pt x="180" y="2720"/>
                      <a:pt x="1" y="4577"/>
                      <a:pt x="867" y="6031"/>
                    </a:cubicBezTo>
                    <a:cubicBezTo>
                      <a:pt x="1600" y="7262"/>
                      <a:pt x="2935" y="7980"/>
                      <a:pt x="4331" y="7980"/>
                    </a:cubicBezTo>
                    <a:cubicBezTo>
                      <a:pt x="4576" y="7980"/>
                      <a:pt x="4822" y="7958"/>
                      <a:pt x="5067" y="7913"/>
                    </a:cubicBezTo>
                    <a:cubicBezTo>
                      <a:pt x="6219" y="7700"/>
                      <a:pt x="7170" y="6971"/>
                      <a:pt x="7733" y="6006"/>
                    </a:cubicBezTo>
                    <a:cubicBezTo>
                      <a:pt x="8105" y="5370"/>
                      <a:pt x="8773" y="4970"/>
                      <a:pt x="9508" y="4970"/>
                    </a:cubicBezTo>
                    <a:lnTo>
                      <a:pt x="10488" y="4970"/>
                    </a:lnTo>
                    <a:cubicBezTo>
                      <a:pt x="11237" y="4970"/>
                      <a:pt x="11919" y="5376"/>
                      <a:pt x="12300" y="6020"/>
                    </a:cubicBezTo>
                    <a:lnTo>
                      <a:pt x="12307" y="6031"/>
                    </a:lnTo>
                    <a:cubicBezTo>
                      <a:pt x="13039" y="7262"/>
                      <a:pt x="14375" y="7980"/>
                      <a:pt x="15771" y="7980"/>
                    </a:cubicBezTo>
                    <a:cubicBezTo>
                      <a:pt x="16016" y="7980"/>
                      <a:pt x="16262" y="7958"/>
                      <a:pt x="16507" y="7913"/>
                    </a:cubicBezTo>
                    <a:cubicBezTo>
                      <a:pt x="17658" y="7700"/>
                      <a:pt x="18610" y="6971"/>
                      <a:pt x="19173" y="6006"/>
                    </a:cubicBezTo>
                    <a:cubicBezTo>
                      <a:pt x="19545" y="5370"/>
                      <a:pt x="20213" y="4970"/>
                      <a:pt x="20946" y="4970"/>
                    </a:cubicBezTo>
                    <a:lnTo>
                      <a:pt x="21928" y="4970"/>
                    </a:lnTo>
                    <a:cubicBezTo>
                      <a:pt x="22677" y="4970"/>
                      <a:pt x="23359" y="5376"/>
                      <a:pt x="23740" y="6020"/>
                    </a:cubicBezTo>
                    <a:lnTo>
                      <a:pt x="23747" y="6031"/>
                    </a:lnTo>
                    <a:cubicBezTo>
                      <a:pt x="24479" y="7262"/>
                      <a:pt x="25815" y="7980"/>
                      <a:pt x="27210" y="7980"/>
                    </a:cubicBezTo>
                    <a:cubicBezTo>
                      <a:pt x="27454" y="7980"/>
                      <a:pt x="27700" y="7958"/>
                      <a:pt x="27945" y="7913"/>
                    </a:cubicBezTo>
                    <a:cubicBezTo>
                      <a:pt x="29098" y="7700"/>
                      <a:pt x="30048" y="6971"/>
                      <a:pt x="30613" y="6006"/>
                    </a:cubicBezTo>
                    <a:cubicBezTo>
                      <a:pt x="30985" y="5370"/>
                      <a:pt x="31652" y="4970"/>
                      <a:pt x="32388" y="4970"/>
                    </a:cubicBezTo>
                    <a:lnTo>
                      <a:pt x="33368" y="4970"/>
                    </a:lnTo>
                    <a:cubicBezTo>
                      <a:pt x="34117" y="4970"/>
                      <a:pt x="34799" y="5376"/>
                      <a:pt x="35180" y="6020"/>
                    </a:cubicBezTo>
                    <a:lnTo>
                      <a:pt x="35187" y="6031"/>
                    </a:lnTo>
                    <a:cubicBezTo>
                      <a:pt x="35920" y="7262"/>
                      <a:pt x="37255" y="7980"/>
                      <a:pt x="38651" y="7980"/>
                    </a:cubicBezTo>
                    <a:cubicBezTo>
                      <a:pt x="38896" y="7980"/>
                      <a:pt x="39142" y="7958"/>
                      <a:pt x="39387" y="7913"/>
                    </a:cubicBezTo>
                    <a:cubicBezTo>
                      <a:pt x="41256" y="7567"/>
                      <a:pt x="42594" y="5866"/>
                      <a:pt x="42615" y="3993"/>
                    </a:cubicBezTo>
                    <a:cubicBezTo>
                      <a:pt x="42599" y="2323"/>
                      <a:pt x="41557" y="833"/>
                      <a:pt x="39994" y="246"/>
                    </a:cubicBezTo>
                    <a:cubicBezTo>
                      <a:pt x="39559" y="81"/>
                      <a:pt x="39100" y="2"/>
                      <a:pt x="38642" y="2"/>
                    </a:cubicBezTo>
                    <a:cubicBezTo>
                      <a:pt x="37477" y="2"/>
                      <a:pt x="36315" y="513"/>
                      <a:pt x="35565" y="1426"/>
                    </a:cubicBezTo>
                    <a:cubicBezTo>
                      <a:pt x="35428" y="1592"/>
                      <a:pt x="35304" y="1770"/>
                      <a:pt x="35195" y="1957"/>
                    </a:cubicBezTo>
                    <a:cubicBezTo>
                      <a:pt x="34817" y="2606"/>
                      <a:pt x="34133" y="3018"/>
                      <a:pt x="33382" y="3018"/>
                    </a:cubicBezTo>
                    <a:lnTo>
                      <a:pt x="32420" y="3018"/>
                    </a:lnTo>
                    <a:cubicBezTo>
                      <a:pt x="31683" y="3018"/>
                      <a:pt x="30996" y="2632"/>
                      <a:pt x="30624" y="1994"/>
                    </a:cubicBezTo>
                    <a:cubicBezTo>
                      <a:pt x="30157" y="1190"/>
                      <a:pt x="29425" y="572"/>
                      <a:pt x="28556" y="244"/>
                    </a:cubicBezTo>
                    <a:cubicBezTo>
                      <a:pt x="28121" y="80"/>
                      <a:pt x="27663" y="1"/>
                      <a:pt x="27205" y="1"/>
                    </a:cubicBezTo>
                    <a:cubicBezTo>
                      <a:pt x="26039" y="1"/>
                      <a:pt x="24877" y="513"/>
                      <a:pt x="24125" y="1426"/>
                    </a:cubicBezTo>
                    <a:cubicBezTo>
                      <a:pt x="23989" y="1592"/>
                      <a:pt x="23865" y="1770"/>
                      <a:pt x="23755" y="1957"/>
                    </a:cubicBezTo>
                    <a:cubicBezTo>
                      <a:pt x="23377" y="2606"/>
                      <a:pt x="22695" y="3018"/>
                      <a:pt x="21944" y="3018"/>
                    </a:cubicBezTo>
                    <a:lnTo>
                      <a:pt x="20981" y="3018"/>
                    </a:lnTo>
                    <a:cubicBezTo>
                      <a:pt x="20243" y="3018"/>
                      <a:pt x="19556" y="2632"/>
                      <a:pt x="19185" y="1994"/>
                    </a:cubicBezTo>
                    <a:cubicBezTo>
                      <a:pt x="18717" y="1190"/>
                      <a:pt x="17987" y="572"/>
                      <a:pt x="17116" y="244"/>
                    </a:cubicBezTo>
                    <a:cubicBezTo>
                      <a:pt x="16681" y="80"/>
                      <a:pt x="16223" y="1"/>
                      <a:pt x="15766" y="1"/>
                    </a:cubicBezTo>
                    <a:cubicBezTo>
                      <a:pt x="14600" y="1"/>
                      <a:pt x="13437" y="513"/>
                      <a:pt x="12686" y="1426"/>
                    </a:cubicBezTo>
                    <a:cubicBezTo>
                      <a:pt x="12549" y="1592"/>
                      <a:pt x="12425" y="1770"/>
                      <a:pt x="12316" y="1957"/>
                    </a:cubicBezTo>
                    <a:cubicBezTo>
                      <a:pt x="11937" y="2606"/>
                      <a:pt x="11255" y="3016"/>
                      <a:pt x="10504" y="3016"/>
                    </a:cubicBezTo>
                    <a:lnTo>
                      <a:pt x="9541" y="3016"/>
                    </a:lnTo>
                    <a:cubicBezTo>
                      <a:pt x="8805" y="3016"/>
                      <a:pt x="8116" y="2632"/>
                      <a:pt x="7745" y="1994"/>
                    </a:cubicBezTo>
                    <a:cubicBezTo>
                      <a:pt x="7277" y="1190"/>
                      <a:pt x="6547" y="572"/>
                      <a:pt x="5676" y="244"/>
                    </a:cubicBezTo>
                    <a:cubicBezTo>
                      <a:pt x="5241" y="80"/>
                      <a:pt x="4782" y="1"/>
                      <a:pt x="4324" y="1"/>
                    </a:cubicBez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83" name="Google Shape;12023;p129">
                <a:extLst>
                  <a:ext uri="{FF2B5EF4-FFF2-40B4-BE49-F238E27FC236}">
                    <a16:creationId xmlns:a16="http://schemas.microsoft.com/office/drawing/2014/main" id="{D2A5F42B-DDC4-4A42-FE7A-25B794D0B9FD}"/>
                  </a:ext>
                </a:extLst>
              </p:cNvPr>
              <p:cNvSpPr/>
              <p:nvPr/>
            </p:nvSpPr>
            <p:spPr>
              <a:xfrm>
                <a:off x="1017250" y="1193175"/>
                <a:ext cx="177475" cy="177500"/>
              </a:xfrm>
              <a:custGeom>
                <a:avLst/>
                <a:gdLst/>
                <a:ahLst/>
                <a:cxnLst/>
                <a:rect l="l" t="t" r="r" b="b"/>
                <a:pathLst>
                  <a:path w="7099" h="7100" extrusionOk="0">
                    <a:moveTo>
                      <a:pt x="3550" y="1"/>
                    </a:moveTo>
                    <a:cubicBezTo>
                      <a:pt x="1589" y="1"/>
                      <a:pt x="0" y="1589"/>
                      <a:pt x="0" y="3551"/>
                    </a:cubicBezTo>
                    <a:cubicBezTo>
                      <a:pt x="0" y="5511"/>
                      <a:pt x="1589" y="7099"/>
                      <a:pt x="3550" y="7099"/>
                    </a:cubicBezTo>
                    <a:cubicBezTo>
                      <a:pt x="5510" y="7099"/>
                      <a:pt x="7099" y="5511"/>
                      <a:pt x="7099" y="3551"/>
                    </a:cubicBezTo>
                    <a:cubicBezTo>
                      <a:pt x="7099" y="1589"/>
                      <a:pt x="5510" y="1"/>
                      <a:pt x="3550" y="1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Google Shape;12024;p129">
                <a:extLst>
                  <a:ext uri="{FF2B5EF4-FFF2-40B4-BE49-F238E27FC236}">
                    <a16:creationId xmlns:a16="http://schemas.microsoft.com/office/drawing/2014/main" id="{7C319247-5330-1020-5675-E812292D9AAC}"/>
                  </a:ext>
                </a:extLst>
              </p:cNvPr>
              <p:cNvSpPr/>
              <p:nvPr/>
            </p:nvSpPr>
            <p:spPr>
              <a:xfrm>
                <a:off x="1303250" y="1193175"/>
                <a:ext cx="177475" cy="177500"/>
              </a:xfrm>
              <a:custGeom>
                <a:avLst/>
                <a:gdLst/>
                <a:ahLst/>
                <a:cxnLst/>
                <a:rect l="l" t="t" r="r" b="b"/>
                <a:pathLst>
                  <a:path w="7099" h="7100" extrusionOk="0">
                    <a:moveTo>
                      <a:pt x="3550" y="1"/>
                    </a:moveTo>
                    <a:cubicBezTo>
                      <a:pt x="1589" y="1"/>
                      <a:pt x="0" y="1589"/>
                      <a:pt x="0" y="3551"/>
                    </a:cubicBezTo>
                    <a:cubicBezTo>
                      <a:pt x="0" y="5511"/>
                      <a:pt x="1589" y="7099"/>
                      <a:pt x="3550" y="7099"/>
                    </a:cubicBezTo>
                    <a:cubicBezTo>
                      <a:pt x="5510" y="7099"/>
                      <a:pt x="7099" y="5511"/>
                      <a:pt x="7099" y="3551"/>
                    </a:cubicBezTo>
                    <a:cubicBezTo>
                      <a:pt x="7099" y="1589"/>
                      <a:pt x="5510" y="1"/>
                      <a:pt x="3550" y="1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Google Shape;12025;p129">
                <a:extLst>
                  <a:ext uri="{FF2B5EF4-FFF2-40B4-BE49-F238E27FC236}">
                    <a16:creationId xmlns:a16="http://schemas.microsoft.com/office/drawing/2014/main" id="{E26D54F8-9BE4-BF4B-D656-685969BE8EA1}"/>
                  </a:ext>
                </a:extLst>
              </p:cNvPr>
              <p:cNvSpPr/>
              <p:nvPr/>
            </p:nvSpPr>
            <p:spPr>
              <a:xfrm>
                <a:off x="1589250" y="1193175"/>
                <a:ext cx="177475" cy="177500"/>
              </a:xfrm>
              <a:custGeom>
                <a:avLst/>
                <a:gdLst/>
                <a:ahLst/>
                <a:cxnLst/>
                <a:rect l="l" t="t" r="r" b="b"/>
                <a:pathLst>
                  <a:path w="7099" h="7100" extrusionOk="0">
                    <a:moveTo>
                      <a:pt x="3549" y="1"/>
                    </a:moveTo>
                    <a:cubicBezTo>
                      <a:pt x="1589" y="1"/>
                      <a:pt x="0" y="1589"/>
                      <a:pt x="0" y="3551"/>
                    </a:cubicBezTo>
                    <a:cubicBezTo>
                      <a:pt x="0" y="5511"/>
                      <a:pt x="1589" y="7099"/>
                      <a:pt x="3549" y="7099"/>
                    </a:cubicBezTo>
                    <a:cubicBezTo>
                      <a:pt x="5510" y="7099"/>
                      <a:pt x="7099" y="5511"/>
                      <a:pt x="7099" y="3551"/>
                    </a:cubicBezTo>
                    <a:cubicBezTo>
                      <a:pt x="7099" y="1589"/>
                      <a:pt x="5510" y="1"/>
                      <a:pt x="3549" y="1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Google Shape;12026;p129">
                <a:extLst>
                  <a:ext uri="{FF2B5EF4-FFF2-40B4-BE49-F238E27FC236}">
                    <a16:creationId xmlns:a16="http://schemas.microsoft.com/office/drawing/2014/main" id="{6ABE3405-0D4B-F6FB-26E9-76148D33CA46}"/>
                  </a:ext>
                </a:extLst>
              </p:cNvPr>
              <p:cNvSpPr/>
              <p:nvPr/>
            </p:nvSpPr>
            <p:spPr>
              <a:xfrm>
                <a:off x="1875200" y="1193175"/>
                <a:ext cx="177525" cy="177500"/>
              </a:xfrm>
              <a:custGeom>
                <a:avLst/>
                <a:gdLst/>
                <a:ahLst/>
                <a:cxnLst/>
                <a:rect l="l" t="t" r="r" b="b"/>
                <a:pathLst>
                  <a:path w="7101" h="7100" extrusionOk="0">
                    <a:moveTo>
                      <a:pt x="3551" y="1"/>
                    </a:moveTo>
                    <a:cubicBezTo>
                      <a:pt x="1590" y="1"/>
                      <a:pt x="0" y="1589"/>
                      <a:pt x="0" y="3551"/>
                    </a:cubicBezTo>
                    <a:cubicBezTo>
                      <a:pt x="0" y="5511"/>
                      <a:pt x="1590" y="7099"/>
                      <a:pt x="3551" y="7099"/>
                    </a:cubicBezTo>
                    <a:cubicBezTo>
                      <a:pt x="5511" y="7099"/>
                      <a:pt x="7101" y="5511"/>
                      <a:pt x="7101" y="3551"/>
                    </a:cubicBezTo>
                    <a:cubicBezTo>
                      <a:pt x="7101" y="1589"/>
                      <a:pt x="5511" y="1"/>
                      <a:pt x="3551" y="1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" name="Google Shape;12027;p129">
              <a:extLst>
                <a:ext uri="{FF2B5EF4-FFF2-40B4-BE49-F238E27FC236}">
                  <a16:creationId xmlns:a16="http://schemas.microsoft.com/office/drawing/2014/main" id="{D5407BC3-FB5F-7E56-C437-602214D5A343}"/>
                </a:ext>
              </a:extLst>
            </p:cNvPr>
            <p:cNvGrpSpPr/>
            <p:nvPr/>
          </p:nvGrpSpPr>
          <p:grpSpPr>
            <a:xfrm>
              <a:off x="3925718" y="5126474"/>
              <a:ext cx="1988180" cy="623523"/>
              <a:chOff x="5194708" y="3484366"/>
              <a:chExt cx="3148148" cy="987304"/>
            </a:xfrm>
          </p:grpSpPr>
          <p:grpSp>
            <p:nvGrpSpPr>
              <p:cNvPr id="566" name="Google Shape;12028;p129">
                <a:extLst>
                  <a:ext uri="{FF2B5EF4-FFF2-40B4-BE49-F238E27FC236}">
                    <a16:creationId xmlns:a16="http://schemas.microsoft.com/office/drawing/2014/main" id="{505C2DB7-9775-4CDC-E81F-CDE2684F617D}"/>
                  </a:ext>
                </a:extLst>
              </p:cNvPr>
              <p:cNvGrpSpPr/>
              <p:nvPr/>
            </p:nvGrpSpPr>
            <p:grpSpPr>
              <a:xfrm>
                <a:off x="7531521" y="3484366"/>
                <a:ext cx="811335" cy="987304"/>
                <a:chOff x="3379425" y="1617275"/>
                <a:chExt cx="1090650" cy="1327200"/>
              </a:xfrm>
            </p:grpSpPr>
            <p:sp>
              <p:nvSpPr>
                <p:cNvPr id="579" name="Google Shape;12029;p129">
                  <a:extLst>
                    <a:ext uri="{FF2B5EF4-FFF2-40B4-BE49-F238E27FC236}">
                      <a16:creationId xmlns:a16="http://schemas.microsoft.com/office/drawing/2014/main" id="{8E85E9BB-3657-4D62-98A8-E07A994781C3}"/>
                    </a:ext>
                  </a:extLst>
                </p:cNvPr>
                <p:cNvSpPr/>
                <p:nvPr/>
              </p:nvSpPr>
              <p:spPr>
                <a:xfrm>
                  <a:off x="3554475" y="1792400"/>
                  <a:ext cx="740475" cy="740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619" h="29615" extrusionOk="0">
                      <a:moveTo>
                        <a:pt x="14809" y="1"/>
                      </a:moveTo>
                      <a:cubicBezTo>
                        <a:pt x="6631" y="1"/>
                        <a:pt x="0" y="6631"/>
                        <a:pt x="0" y="14809"/>
                      </a:cubicBezTo>
                      <a:cubicBezTo>
                        <a:pt x="0" y="22988"/>
                        <a:pt x="6631" y="29615"/>
                        <a:pt x="14809" y="29615"/>
                      </a:cubicBezTo>
                      <a:cubicBezTo>
                        <a:pt x="22987" y="29615"/>
                        <a:pt x="29618" y="22988"/>
                        <a:pt x="29618" y="14809"/>
                      </a:cubicBezTo>
                      <a:cubicBezTo>
                        <a:pt x="29618" y="6631"/>
                        <a:pt x="22987" y="1"/>
                        <a:pt x="14809" y="1"/>
                      </a:cubicBezTo>
                      <a:close/>
                    </a:path>
                  </a:pathLst>
                </a:custGeom>
                <a:solidFill>
                  <a:srgbClr val="A5B7C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580" name="Google Shape;12030;p129">
                  <a:extLst>
                    <a:ext uri="{FF2B5EF4-FFF2-40B4-BE49-F238E27FC236}">
                      <a16:creationId xmlns:a16="http://schemas.microsoft.com/office/drawing/2014/main" id="{FCFDE4F2-C4AC-C2CC-CC9C-42ADEBC2EF61}"/>
                    </a:ext>
                  </a:extLst>
                </p:cNvPr>
                <p:cNvSpPr/>
                <p:nvPr/>
              </p:nvSpPr>
              <p:spPr>
                <a:xfrm>
                  <a:off x="3379425" y="1617275"/>
                  <a:ext cx="1090650" cy="1273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626" h="50958" extrusionOk="0">
                      <a:moveTo>
                        <a:pt x="21811" y="0"/>
                      </a:moveTo>
                      <a:cubicBezTo>
                        <a:pt x="9785" y="0"/>
                        <a:pt x="0" y="9788"/>
                        <a:pt x="0" y="21814"/>
                      </a:cubicBezTo>
                      <a:cubicBezTo>
                        <a:pt x="8" y="22289"/>
                        <a:pt x="401" y="22672"/>
                        <a:pt x="876" y="22672"/>
                      </a:cubicBezTo>
                      <a:cubicBezTo>
                        <a:pt x="1355" y="22672"/>
                        <a:pt x="1744" y="22289"/>
                        <a:pt x="1755" y="21814"/>
                      </a:cubicBezTo>
                      <a:cubicBezTo>
                        <a:pt x="1755" y="10757"/>
                        <a:pt x="10754" y="1755"/>
                        <a:pt x="21811" y="1755"/>
                      </a:cubicBezTo>
                      <a:cubicBezTo>
                        <a:pt x="32869" y="1755"/>
                        <a:pt x="41867" y="10753"/>
                        <a:pt x="41867" y="21814"/>
                      </a:cubicBezTo>
                      <a:cubicBezTo>
                        <a:pt x="41871" y="32872"/>
                        <a:pt x="32869" y="41870"/>
                        <a:pt x="21811" y="41870"/>
                      </a:cubicBezTo>
                      <a:cubicBezTo>
                        <a:pt x="21329" y="41870"/>
                        <a:pt x="20932" y="42263"/>
                        <a:pt x="20935" y="42750"/>
                      </a:cubicBezTo>
                      <a:lnTo>
                        <a:pt x="20935" y="50957"/>
                      </a:lnTo>
                      <a:lnTo>
                        <a:pt x="22691" y="50942"/>
                      </a:lnTo>
                      <a:lnTo>
                        <a:pt x="22691" y="43610"/>
                      </a:lnTo>
                      <a:cubicBezTo>
                        <a:pt x="34312" y="43147"/>
                        <a:pt x="43626" y="33547"/>
                        <a:pt x="43626" y="21814"/>
                      </a:cubicBezTo>
                      <a:cubicBezTo>
                        <a:pt x="43626" y="9785"/>
                        <a:pt x="33841" y="0"/>
                        <a:pt x="21811" y="0"/>
                      </a:cubicBezTo>
                      <a:close/>
                    </a:path>
                  </a:pathLst>
                </a:custGeom>
                <a:solidFill>
                  <a:srgbClr val="A5B7C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1" name="Google Shape;12031;p129">
                  <a:extLst>
                    <a:ext uri="{FF2B5EF4-FFF2-40B4-BE49-F238E27FC236}">
                      <a16:creationId xmlns:a16="http://schemas.microsoft.com/office/drawing/2014/main" id="{F496E37A-FC44-5486-F238-9DC2AAE8A9FD}"/>
                    </a:ext>
                  </a:extLst>
                </p:cNvPr>
                <p:cNvSpPr/>
                <p:nvPr/>
              </p:nvSpPr>
              <p:spPr>
                <a:xfrm>
                  <a:off x="3775050" y="2771175"/>
                  <a:ext cx="300875" cy="173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35" h="6932" extrusionOk="0">
                      <a:moveTo>
                        <a:pt x="11087" y="1"/>
                      </a:moveTo>
                      <a:cubicBezTo>
                        <a:pt x="10861" y="1"/>
                        <a:pt x="10636" y="87"/>
                        <a:pt x="10465" y="260"/>
                      </a:cubicBezTo>
                      <a:lnTo>
                        <a:pt x="6866" y="3859"/>
                      </a:lnTo>
                      <a:lnTo>
                        <a:pt x="5979" y="4742"/>
                      </a:lnTo>
                      <a:lnTo>
                        <a:pt x="5110" y="3874"/>
                      </a:lnTo>
                      <a:lnTo>
                        <a:pt x="1496" y="260"/>
                      </a:lnTo>
                      <a:cubicBezTo>
                        <a:pt x="1342" y="153"/>
                        <a:pt x="1166" y="102"/>
                        <a:pt x="990" y="102"/>
                      </a:cubicBezTo>
                      <a:cubicBezTo>
                        <a:pt x="731" y="102"/>
                        <a:pt x="475" y="214"/>
                        <a:pt x="298" y="427"/>
                      </a:cubicBezTo>
                      <a:cubicBezTo>
                        <a:pt x="1" y="783"/>
                        <a:pt x="23" y="1306"/>
                        <a:pt x="350" y="1636"/>
                      </a:cubicBezTo>
                      <a:lnTo>
                        <a:pt x="5389" y="6675"/>
                      </a:lnTo>
                      <a:cubicBezTo>
                        <a:pt x="5559" y="6846"/>
                        <a:pt x="5784" y="6931"/>
                        <a:pt x="6009" y="6931"/>
                      </a:cubicBezTo>
                      <a:cubicBezTo>
                        <a:pt x="6234" y="6931"/>
                        <a:pt x="6459" y="6846"/>
                        <a:pt x="6632" y="6675"/>
                      </a:cubicBezTo>
                      <a:lnTo>
                        <a:pt x="11667" y="1636"/>
                      </a:lnTo>
                      <a:cubicBezTo>
                        <a:pt x="12016" y="1250"/>
                        <a:pt x="12034" y="668"/>
                        <a:pt x="11712" y="260"/>
                      </a:cubicBezTo>
                      <a:cubicBezTo>
                        <a:pt x="11539" y="87"/>
                        <a:pt x="11313" y="1"/>
                        <a:pt x="11087" y="1"/>
                      </a:cubicBezTo>
                      <a:close/>
                    </a:path>
                  </a:pathLst>
                </a:custGeom>
                <a:solidFill>
                  <a:srgbClr val="A5B7C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67" name="Google Shape;12032;p129">
                <a:extLst>
                  <a:ext uri="{FF2B5EF4-FFF2-40B4-BE49-F238E27FC236}">
                    <a16:creationId xmlns:a16="http://schemas.microsoft.com/office/drawing/2014/main" id="{E2E984AC-49EE-5C9A-51C6-F02F0AABD1E7}"/>
                  </a:ext>
                </a:extLst>
              </p:cNvPr>
              <p:cNvGrpSpPr/>
              <p:nvPr/>
            </p:nvGrpSpPr>
            <p:grpSpPr>
              <a:xfrm>
                <a:off x="6752546" y="3484366"/>
                <a:ext cx="811428" cy="987304"/>
                <a:chOff x="2332275" y="1617275"/>
                <a:chExt cx="1090775" cy="1327200"/>
              </a:xfrm>
            </p:grpSpPr>
            <p:sp>
              <p:nvSpPr>
                <p:cNvPr id="576" name="Google Shape;12033;p129">
                  <a:extLst>
                    <a:ext uri="{FF2B5EF4-FFF2-40B4-BE49-F238E27FC236}">
                      <a16:creationId xmlns:a16="http://schemas.microsoft.com/office/drawing/2014/main" id="{8856A003-83DE-7BD2-7616-E27D045FED56}"/>
                    </a:ext>
                  </a:extLst>
                </p:cNvPr>
                <p:cNvSpPr/>
                <p:nvPr/>
              </p:nvSpPr>
              <p:spPr>
                <a:xfrm>
                  <a:off x="2507425" y="1792400"/>
                  <a:ext cx="740375" cy="740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615" h="29615" extrusionOk="0">
                      <a:moveTo>
                        <a:pt x="14810" y="1"/>
                      </a:moveTo>
                      <a:cubicBezTo>
                        <a:pt x="6631" y="1"/>
                        <a:pt x="1" y="6631"/>
                        <a:pt x="1" y="14809"/>
                      </a:cubicBezTo>
                      <a:cubicBezTo>
                        <a:pt x="1" y="22988"/>
                        <a:pt x="6631" y="29615"/>
                        <a:pt x="14810" y="29615"/>
                      </a:cubicBezTo>
                      <a:cubicBezTo>
                        <a:pt x="22988" y="29615"/>
                        <a:pt x="29615" y="22988"/>
                        <a:pt x="29615" y="14809"/>
                      </a:cubicBezTo>
                      <a:cubicBezTo>
                        <a:pt x="29615" y="6631"/>
                        <a:pt x="22988" y="1"/>
                        <a:pt x="14810" y="1"/>
                      </a:cubicBez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7" name="Google Shape;12034;p129">
                  <a:extLst>
                    <a:ext uri="{FF2B5EF4-FFF2-40B4-BE49-F238E27FC236}">
                      <a16:creationId xmlns:a16="http://schemas.microsoft.com/office/drawing/2014/main" id="{D5E9C00B-DE93-F2AD-B60E-D146D52E418E}"/>
                    </a:ext>
                  </a:extLst>
                </p:cNvPr>
                <p:cNvSpPr/>
                <p:nvPr/>
              </p:nvSpPr>
              <p:spPr>
                <a:xfrm>
                  <a:off x="2332275" y="1617275"/>
                  <a:ext cx="1090775" cy="1273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631" h="50958" extrusionOk="0">
                      <a:moveTo>
                        <a:pt x="21816" y="0"/>
                      </a:moveTo>
                      <a:cubicBezTo>
                        <a:pt x="9786" y="0"/>
                        <a:pt x="1" y="9788"/>
                        <a:pt x="1" y="21814"/>
                      </a:cubicBezTo>
                      <a:cubicBezTo>
                        <a:pt x="12" y="22289"/>
                        <a:pt x="402" y="22672"/>
                        <a:pt x="880" y="22672"/>
                      </a:cubicBezTo>
                      <a:cubicBezTo>
                        <a:pt x="1355" y="22672"/>
                        <a:pt x="1745" y="22289"/>
                        <a:pt x="1756" y="21814"/>
                      </a:cubicBezTo>
                      <a:cubicBezTo>
                        <a:pt x="1756" y="10757"/>
                        <a:pt x="10754" y="1755"/>
                        <a:pt x="21812" y="1755"/>
                      </a:cubicBezTo>
                      <a:cubicBezTo>
                        <a:pt x="32869" y="1755"/>
                        <a:pt x="41871" y="10753"/>
                        <a:pt x="41871" y="21814"/>
                      </a:cubicBezTo>
                      <a:cubicBezTo>
                        <a:pt x="41871" y="32872"/>
                        <a:pt x="32873" y="41870"/>
                        <a:pt x="21816" y="41870"/>
                      </a:cubicBezTo>
                      <a:cubicBezTo>
                        <a:pt x="21329" y="41870"/>
                        <a:pt x="20936" y="42263"/>
                        <a:pt x="20936" y="42750"/>
                      </a:cubicBezTo>
                      <a:lnTo>
                        <a:pt x="20936" y="50957"/>
                      </a:lnTo>
                      <a:lnTo>
                        <a:pt x="22691" y="50942"/>
                      </a:lnTo>
                      <a:lnTo>
                        <a:pt x="22691" y="43610"/>
                      </a:lnTo>
                      <a:cubicBezTo>
                        <a:pt x="34317" y="43147"/>
                        <a:pt x="43630" y="33547"/>
                        <a:pt x="43627" y="21814"/>
                      </a:cubicBezTo>
                      <a:cubicBezTo>
                        <a:pt x="43627" y="9785"/>
                        <a:pt x="33842" y="0"/>
                        <a:pt x="21816" y="0"/>
                      </a:cubicBezTo>
                      <a:close/>
                    </a:path>
                  </a:pathLst>
                </a:custGeom>
                <a:solidFill>
                  <a:srgbClr val="667E9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8" name="Google Shape;12035;p129">
                  <a:extLst>
                    <a:ext uri="{FF2B5EF4-FFF2-40B4-BE49-F238E27FC236}">
                      <a16:creationId xmlns:a16="http://schemas.microsoft.com/office/drawing/2014/main" id="{C6AEE00F-8389-32AE-673C-90F9D4560524}"/>
                    </a:ext>
                  </a:extLst>
                </p:cNvPr>
                <p:cNvSpPr/>
                <p:nvPr/>
              </p:nvSpPr>
              <p:spPr>
                <a:xfrm>
                  <a:off x="2727925" y="2771175"/>
                  <a:ext cx="300950" cy="173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38" h="6932" extrusionOk="0">
                      <a:moveTo>
                        <a:pt x="11088" y="1"/>
                      </a:moveTo>
                      <a:cubicBezTo>
                        <a:pt x="10863" y="1"/>
                        <a:pt x="10637" y="87"/>
                        <a:pt x="10465" y="260"/>
                      </a:cubicBezTo>
                      <a:lnTo>
                        <a:pt x="6869" y="3859"/>
                      </a:lnTo>
                      <a:lnTo>
                        <a:pt x="5982" y="4742"/>
                      </a:lnTo>
                      <a:lnTo>
                        <a:pt x="5110" y="3874"/>
                      </a:lnTo>
                      <a:lnTo>
                        <a:pt x="1496" y="260"/>
                      </a:lnTo>
                      <a:cubicBezTo>
                        <a:pt x="1342" y="153"/>
                        <a:pt x="1165" y="102"/>
                        <a:pt x="990" y="102"/>
                      </a:cubicBezTo>
                      <a:cubicBezTo>
                        <a:pt x="731" y="102"/>
                        <a:pt x="475" y="214"/>
                        <a:pt x="297" y="427"/>
                      </a:cubicBezTo>
                      <a:cubicBezTo>
                        <a:pt x="1" y="783"/>
                        <a:pt x="27" y="1306"/>
                        <a:pt x="353" y="1636"/>
                      </a:cubicBezTo>
                      <a:lnTo>
                        <a:pt x="5388" y="6675"/>
                      </a:lnTo>
                      <a:cubicBezTo>
                        <a:pt x="5561" y="6846"/>
                        <a:pt x="5785" y="6931"/>
                        <a:pt x="6010" y="6931"/>
                      </a:cubicBezTo>
                      <a:cubicBezTo>
                        <a:pt x="6234" y="6931"/>
                        <a:pt x="6459" y="6846"/>
                        <a:pt x="6632" y="6675"/>
                      </a:cubicBezTo>
                      <a:lnTo>
                        <a:pt x="11667" y="1636"/>
                      </a:lnTo>
                      <a:cubicBezTo>
                        <a:pt x="12019" y="1250"/>
                        <a:pt x="12038" y="668"/>
                        <a:pt x="11711" y="260"/>
                      </a:cubicBezTo>
                      <a:cubicBezTo>
                        <a:pt x="11539" y="87"/>
                        <a:pt x="11313" y="1"/>
                        <a:pt x="11088" y="1"/>
                      </a:cubicBezTo>
                      <a:close/>
                    </a:path>
                  </a:pathLst>
                </a:custGeom>
                <a:solidFill>
                  <a:srgbClr val="667E9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68" name="Google Shape;12036;p129">
                <a:extLst>
                  <a:ext uri="{FF2B5EF4-FFF2-40B4-BE49-F238E27FC236}">
                    <a16:creationId xmlns:a16="http://schemas.microsoft.com/office/drawing/2014/main" id="{6FF93445-A637-FA9C-E9B2-BA02C62404E7}"/>
                  </a:ext>
                </a:extLst>
              </p:cNvPr>
              <p:cNvGrpSpPr/>
              <p:nvPr/>
            </p:nvGrpSpPr>
            <p:grpSpPr>
              <a:xfrm>
                <a:off x="5973664" y="3484366"/>
                <a:ext cx="811335" cy="987304"/>
                <a:chOff x="1285250" y="1617275"/>
                <a:chExt cx="1090650" cy="1327200"/>
              </a:xfrm>
            </p:grpSpPr>
            <p:sp>
              <p:nvSpPr>
                <p:cNvPr id="573" name="Google Shape;12037;p129">
                  <a:extLst>
                    <a:ext uri="{FF2B5EF4-FFF2-40B4-BE49-F238E27FC236}">
                      <a16:creationId xmlns:a16="http://schemas.microsoft.com/office/drawing/2014/main" id="{7E2CB533-7E96-06D1-0CF9-3702F290CA3A}"/>
                    </a:ext>
                  </a:extLst>
                </p:cNvPr>
                <p:cNvSpPr/>
                <p:nvPr/>
              </p:nvSpPr>
              <p:spPr>
                <a:xfrm>
                  <a:off x="1460300" y="1792400"/>
                  <a:ext cx="740475" cy="740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619" h="29615" extrusionOk="0">
                      <a:moveTo>
                        <a:pt x="14809" y="1"/>
                      </a:moveTo>
                      <a:cubicBezTo>
                        <a:pt x="6631" y="1"/>
                        <a:pt x="0" y="6631"/>
                        <a:pt x="0" y="14809"/>
                      </a:cubicBezTo>
                      <a:cubicBezTo>
                        <a:pt x="0" y="22988"/>
                        <a:pt x="6631" y="29615"/>
                        <a:pt x="14809" y="29615"/>
                      </a:cubicBezTo>
                      <a:cubicBezTo>
                        <a:pt x="22987" y="29615"/>
                        <a:pt x="29618" y="22988"/>
                        <a:pt x="29618" y="14809"/>
                      </a:cubicBezTo>
                      <a:cubicBezTo>
                        <a:pt x="29618" y="6631"/>
                        <a:pt x="22987" y="1"/>
                        <a:pt x="14809" y="1"/>
                      </a:cubicBezTo>
                      <a:close/>
                    </a:path>
                  </a:pathLst>
                </a:custGeom>
                <a:solidFill>
                  <a:srgbClr val="445D7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4" name="Google Shape;12038;p129">
                  <a:extLst>
                    <a:ext uri="{FF2B5EF4-FFF2-40B4-BE49-F238E27FC236}">
                      <a16:creationId xmlns:a16="http://schemas.microsoft.com/office/drawing/2014/main" id="{2F212A56-EFCB-E893-2375-3915DDA1E9EA}"/>
                    </a:ext>
                  </a:extLst>
                </p:cNvPr>
                <p:cNvSpPr/>
                <p:nvPr/>
              </p:nvSpPr>
              <p:spPr>
                <a:xfrm>
                  <a:off x="1285250" y="1617275"/>
                  <a:ext cx="1090650" cy="1273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626" h="50958" extrusionOk="0">
                      <a:moveTo>
                        <a:pt x="21811" y="0"/>
                      </a:moveTo>
                      <a:cubicBezTo>
                        <a:pt x="9785" y="0"/>
                        <a:pt x="0" y="9788"/>
                        <a:pt x="0" y="21814"/>
                      </a:cubicBezTo>
                      <a:cubicBezTo>
                        <a:pt x="8" y="22289"/>
                        <a:pt x="401" y="22672"/>
                        <a:pt x="876" y="22672"/>
                      </a:cubicBezTo>
                      <a:cubicBezTo>
                        <a:pt x="1355" y="22672"/>
                        <a:pt x="1744" y="22289"/>
                        <a:pt x="1755" y="21814"/>
                      </a:cubicBezTo>
                      <a:cubicBezTo>
                        <a:pt x="1755" y="10757"/>
                        <a:pt x="10754" y="1755"/>
                        <a:pt x="21811" y="1755"/>
                      </a:cubicBezTo>
                      <a:cubicBezTo>
                        <a:pt x="32869" y="1755"/>
                        <a:pt x="41867" y="10753"/>
                        <a:pt x="41867" y="21814"/>
                      </a:cubicBezTo>
                      <a:cubicBezTo>
                        <a:pt x="41871" y="32872"/>
                        <a:pt x="32869" y="41870"/>
                        <a:pt x="21811" y="41870"/>
                      </a:cubicBezTo>
                      <a:cubicBezTo>
                        <a:pt x="21329" y="41870"/>
                        <a:pt x="20932" y="42263"/>
                        <a:pt x="20936" y="42750"/>
                      </a:cubicBezTo>
                      <a:lnTo>
                        <a:pt x="20936" y="50957"/>
                      </a:lnTo>
                      <a:lnTo>
                        <a:pt x="22691" y="50942"/>
                      </a:lnTo>
                      <a:lnTo>
                        <a:pt x="22691" y="43610"/>
                      </a:lnTo>
                      <a:cubicBezTo>
                        <a:pt x="34312" y="43147"/>
                        <a:pt x="43626" y="33547"/>
                        <a:pt x="43626" y="21814"/>
                      </a:cubicBezTo>
                      <a:cubicBezTo>
                        <a:pt x="43626" y="9785"/>
                        <a:pt x="33841" y="0"/>
                        <a:pt x="21811" y="0"/>
                      </a:cubicBezTo>
                      <a:close/>
                    </a:path>
                  </a:pathLst>
                </a:custGeom>
                <a:solidFill>
                  <a:srgbClr val="445D7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5" name="Google Shape;12039;p129">
                  <a:extLst>
                    <a:ext uri="{FF2B5EF4-FFF2-40B4-BE49-F238E27FC236}">
                      <a16:creationId xmlns:a16="http://schemas.microsoft.com/office/drawing/2014/main" id="{2603BF64-C992-DDB2-FD05-D95602B0BE39}"/>
                    </a:ext>
                  </a:extLst>
                </p:cNvPr>
                <p:cNvSpPr/>
                <p:nvPr/>
              </p:nvSpPr>
              <p:spPr>
                <a:xfrm>
                  <a:off x="1680900" y="2771175"/>
                  <a:ext cx="300850" cy="173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34" h="6932" extrusionOk="0">
                      <a:moveTo>
                        <a:pt x="11086" y="1"/>
                      </a:moveTo>
                      <a:cubicBezTo>
                        <a:pt x="10860" y="1"/>
                        <a:pt x="10635" y="87"/>
                        <a:pt x="10464" y="260"/>
                      </a:cubicBezTo>
                      <a:lnTo>
                        <a:pt x="6865" y="3859"/>
                      </a:lnTo>
                      <a:lnTo>
                        <a:pt x="5978" y="4742"/>
                      </a:lnTo>
                      <a:lnTo>
                        <a:pt x="5110" y="3874"/>
                      </a:lnTo>
                      <a:lnTo>
                        <a:pt x="1495" y="260"/>
                      </a:lnTo>
                      <a:cubicBezTo>
                        <a:pt x="1341" y="153"/>
                        <a:pt x="1165" y="102"/>
                        <a:pt x="989" y="102"/>
                      </a:cubicBezTo>
                      <a:cubicBezTo>
                        <a:pt x="730" y="102"/>
                        <a:pt x="474" y="214"/>
                        <a:pt x="297" y="427"/>
                      </a:cubicBezTo>
                      <a:cubicBezTo>
                        <a:pt x="0" y="783"/>
                        <a:pt x="22" y="1306"/>
                        <a:pt x="349" y="1636"/>
                      </a:cubicBezTo>
                      <a:lnTo>
                        <a:pt x="5388" y="6675"/>
                      </a:lnTo>
                      <a:cubicBezTo>
                        <a:pt x="5559" y="6846"/>
                        <a:pt x="5783" y="6931"/>
                        <a:pt x="6008" y="6931"/>
                      </a:cubicBezTo>
                      <a:cubicBezTo>
                        <a:pt x="6233" y="6931"/>
                        <a:pt x="6458" y="6846"/>
                        <a:pt x="6631" y="6675"/>
                      </a:cubicBezTo>
                      <a:lnTo>
                        <a:pt x="11666" y="1636"/>
                      </a:lnTo>
                      <a:cubicBezTo>
                        <a:pt x="12015" y="1250"/>
                        <a:pt x="12034" y="668"/>
                        <a:pt x="11711" y="260"/>
                      </a:cubicBezTo>
                      <a:cubicBezTo>
                        <a:pt x="11538" y="87"/>
                        <a:pt x="11312" y="1"/>
                        <a:pt x="11086" y="1"/>
                      </a:cubicBezTo>
                      <a:close/>
                    </a:path>
                  </a:pathLst>
                </a:custGeom>
                <a:solidFill>
                  <a:srgbClr val="445D7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69" name="Google Shape;12040;p129">
                <a:extLst>
                  <a:ext uri="{FF2B5EF4-FFF2-40B4-BE49-F238E27FC236}">
                    <a16:creationId xmlns:a16="http://schemas.microsoft.com/office/drawing/2014/main" id="{1D4EE2C2-D6B8-D2EE-89D3-8C4F2DE7C50A}"/>
                  </a:ext>
                </a:extLst>
              </p:cNvPr>
              <p:cNvGrpSpPr/>
              <p:nvPr/>
            </p:nvGrpSpPr>
            <p:grpSpPr>
              <a:xfrm>
                <a:off x="5194708" y="3484366"/>
                <a:ext cx="811409" cy="987304"/>
                <a:chOff x="238125" y="1617275"/>
                <a:chExt cx="1090750" cy="1327200"/>
              </a:xfrm>
            </p:grpSpPr>
            <p:sp>
              <p:nvSpPr>
                <p:cNvPr id="570" name="Google Shape;12041;p129">
                  <a:extLst>
                    <a:ext uri="{FF2B5EF4-FFF2-40B4-BE49-F238E27FC236}">
                      <a16:creationId xmlns:a16="http://schemas.microsoft.com/office/drawing/2014/main" id="{BDA6EF59-4599-C72B-5E97-079CD8795BCA}"/>
                    </a:ext>
                  </a:extLst>
                </p:cNvPr>
                <p:cNvSpPr/>
                <p:nvPr/>
              </p:nvSpPr>
              <p:spPr>
                <a:xfrm>
                  <a:off x="413250" y="1792400"/>
                  <a:ext cx="740375" cy="740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615" h="29615" extrusionOk="0">
                      <a:moveTo>
                        <a:pt x="14810" y="1"/>
                      </a:moveTo>
                      <a:cubicBezTo>
                        <a:pt x="6631" y="1"/>
                        <a:pt x="1" y="6631"/>
                        <a:pt x="1" y="14809"/>
                      </a:cubicBezTo>
                      <a:cubicBezTo>
                        <a:pt x="1" y="22988"/>
                        <a:pt x="6631" y="29615"/>
                        <a:pt x="14810" y="29615"/>
                      </a:cubicBezTo>
                      <a:cubicBezTo>
                        <a:pt x="22988" y="29615"/>
                        <a:pt x="29615" y="22988"/>
                        <a:pt x="29615" y="14809"/>
                      </a:cubicBezTo>
                      <a:cubicBezTo>
                        <a:pt x="29615" y="6631"/>
                        <a:pt x="22988" y="1"/>
                        <a:pt x="14810" y="1"/>
                      </a:cubicBez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1" name="Google Shape;12042;p129">
                  <a:extLst>
                    <a:ext uri="{FF2B5EF4-FFF2-40B4-BE49-F238E27FC236}">
                      <a16:creationId xmlns:a16="http://schemas.microsoft.com/office/drawing/2014/main" id="{B487453B-A3B3-A73B-DCF1-774DC88C9362}"/>
                    </a:ext>
                  </a:extLst>
                </p:cNvPr>
                <p:cNvSpPr/>
                <p:nvPr/>
              </p:nvSpPr>
              <p:spPr>
                <a:xfrm>
                  <a:off x="238125" y="1617275"/>
                  <a:ext cx="1090750" cy="1273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630" h="50958" extrusionOk="0">
                      <a:moveTo>
                        <a:pt x="21815" y="0"/>
                      </a:moveTo>
                      <a:cubicBezTo>
                        <a:pt x="9785" y="0"/>
                        <a:pt x="0" y="9788"/>
                        <a:pt x="0" y="21814"/>
                      </a:cubicBezTo>
                      <a:cubicBezTo>
                        <a:pt x="11" y="22289"/>
                        <a:pt x="401" y="22672"/>
                        <a:pt x="879" y="22672"/>
                      </a:cubicBezTo>
                      <a:cubicBezTo>
                        <a:pt x="1354" y="22672"/>
                        <a:pt x="1744" y="22289"/>
                        <a:pt x="1755" y="21814"/>
                      </a:cubicBezTo>
                      <a:cubicBezTo>
                        <a:pt x="1755" y="10757"/>
                        <a:pt x="10753" y="1755"/>
                        <a:pt x="21811" y="1755"/>
                      </a:cubicBezTo>
                      <a:cubicBezTo>
                        <a:pt x="32869" y="1755"/>
                        <a:pt x="41870" y="10753"/>
                        <a:pt x="41870" y="21814"/>
                      </a:cubicBezTo>
                      <a:cubicBezTo>
                        <a:pt x="41870" y="32872"/>
                        <a:pt x="32872" y="41870"/>
                        <a:pt x="21815" y="41870"/>
                      </a:cubicBezTo>
                      <a:cubicBezTo>
                        <a:pt x="21329" y="41870"/>
                        <a:pt x="20935" y="42263"/>
                        <a:pt x="20935" y="42750"/>
                      </a:cubicBezTo>
                      <a:lnTo>
                        <a:pt x="20935" y="50957"/>
                      </a:lnTo>
                      <a:lnTo>
                        <a:pt x="22694" y="50942"/>
                      </a:lnTo>
                      <a:lnTo>
                        <a:pt x="22694" y="43610"/>
                      </a:lnTo>
                      <a:cubicBezTo>
                        <a:pt x="34316" y="43147"/>
                        <a:pt x="43629" y="33547"/>
                        <a:pt x="43626" y="21814"/>
                      </a:cubicBezTo>
                      <a:cubicBezTo>
                        <a:pt x="43626" y="9785"/>
                        <a:pt x="33841" y="0"/>
                        <a:pt x="21815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2" name="Google Shape;12043;p129">
                  <a:extLst>
                    <a:ext uri="{FF2B5EF4-FFF2-40B4-BE49-F238E27FC236}">
                      <a16:creationId xmlns:a16="http://schemas.microsoft.com/office/drawing/2014/main" id="{6239D0E2-F3A6-159D-AB68-D92FA157DAA7}"/>
                    </a:ext>
                  </a:extLst>
                </p:cNvPr>
                <p:cNvSpPr/>
                <p:nvPr/>
              </p:nvSpPr>
              <p:spPr>
                <a:xfrm>
                  <a:off x="633750" y="2771175"/>
                  <a:ext cx="300950" cy="173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38" h="6932" extrusionOk="0">
                      <a:moveTo>
                        <a:pt x="11088" y="1"/>
                      </a:moveTo>
                      <a:cubicBezTo>
                        <a:pt x="10863" y="1"/>
                        <a:pt x="10637" y="87"/>
                        <a:pt x="10465" y="260"/>
                      </a:cubicBezTo>
                      <a:lnTo>
                        <a:pt x="6869" y="3859"/>
                      </a:lnTo>
                      <a:lnTo>
                        <a:pt x="5982" y="4742"/>
                      </a:lnTo>
                      <a:lnTo>
                        <a:pt x="5110" y="3874"/>
                      </a:lnTo>
                      <a:lnTo>
                        <a:pt x="1496" y="260"/>
                      </a:lnTo>
                      <a:cubicBezTo>
                        <a:pt x="1342" y="153"/>
                        <a:pt x="1165" y="102"/>
                        <a:pt x="990" y="102"/>
                      </a:cubicBezTo>
                      <a:cubicBezTo>
                        <a:pt x="731" y="102"/>
                        <a:pt x="475" y="214"/>
                        <a:pt x="298" y="427"/>
                      </a:cubicBezTo>
                      <a:cubicBezTo>
                        <a:pt x="1" y="783"/>
                        <a:pt x="27" y="1306"/>
                        <a:pt x="353" y="1636"/>
                      </a:cubicBezTo>
                      <a:lnTo>
                        <a:pt x="5389" y="6675"/>
                      </a:lnTo>
                      <a:cubicBezTo>
                        <a:pt x="5561" y="6846"/>
                        <a:pt x="5786" y="6931"/>
                        <a:pt x="6010" y="6931"/>
                      </a:cubicBezTo>
                      <a:cubicBezTo>
                        <a:pt x="6235" y="6931"/>
                        <a:pt x="6459" y="6846"/>
                        <a:pt x="6632" y="6675"/>
                      </a:cubicBezTo>
                      <a:lnTo>
                        <a:pt x="11667" y="1636"/>
                      </a:lnTo>
                      <a:cubicBezTo>
                        <a:pt x="12019" y="1250"/>
                        <a:pt x="12038" y="668"/>
                        <a:pt x="11711" y="260"/>
                      </a:cubicBezTo>
                      <a:cubicBezTo>
                        <a:pt x="11539" y="87"/>
                        <a:pt x="11313" y="1"/>
                        <a:pt x="11088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0" name="Google Shape;12044;p129">
              <a:extLst>
                <a:ext uri="{FF2B5EF4-FFF2-40B4-BE49-F238E27FC236}">
                  <a16:creationId xmlns:a16="http://schemas.microsoft.com/office/drawing/2014/main" id="{AF7E1146-2C0A-DAC6-ACC7-DBC40F4A1353}"/>
                </a:ext>
              </a:extLst>
            </p:cNvPr>
            <p:cNvGrpSpPr/>
            <p:nvPr/>
          </p:nvGrpSpPr>
          <p:grpSpPr>
            <a:xfrm>
              <a:off x="8001097" y="3519304"/>
              <a:ext cx="1874141" cy="619825"/>
              <a:chOff x="6853641" y="2534077"/>
              <a:chExt cx="1515545" cy="501229"/>
            </a:xfrm>
          </p:grpSpPr>
          <p:grpSp>
            <p:nvGrpSpPr>
              <p:cNvPr id="555" name="Google Shape;12045;p129">
                <a:extLst>
                  <a:ext uri="{FF2B5EF4-FFF2-40B4-BE49-F238E27FC236}">
                    <a16:creationId xmlns:a16="http://schemas.microsoft.com/office/drawing/2014/main" id="{8FC7238A-18AF-DE88-2BE5-F1B986842837}"/>
                  </a:ext>
                </a:extLst>
              </p:cNvPr>
              <p:cNvGrpSpPr/>
              <p:nvPr/>
            </p:nvGrpSpPr>
            <p:grpSpPr>
              <a:xfrm>
                <a:off x="6853641" y="2618923"/>
                <a:ext cx="1515545" cy="324556"/>
                <a:chOff x="6853641" y="2618923"/>
                <a:chExt cx="1515545" cy="324556"/>
              </a:xfrm>
            </p:grpSpPr>
            <p:sp>
              <p:nvSpPr>
                <p:cNvPr id="561" name="Google Shape;12046;p129">
                  <a:extLst>
                    <a:ext uri="{FF2B5EF4-FFF2-40B4-BE49-F238E27FC236}">
                      <a16:creationId xmlns:a16="http://schemas.microsoft.com/office/drawing/2014/main" id="{A4C8D08D-80C4-FBA7-48FF-1055DB505E57}"/>
                    </a:ext>
                  </a:extLst>
                </p:cNvPr>
                <p:cNvSpPr/>
                <p:nvPr/>
              </p:nvSpPr>
              <p:spPr>
                <a:xfrm>
                  <a:off x="7747010" y="2781222"/>
                  <a:ext cx="324578" cy="1622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04" h="3951" extrusionOk="0">
                      <a:moveTo>
                        <a:pt x="1" y="0"/>
                      </a:moveTo>
                      <a:cubicBezTo>
                        <a:pt x="1" y="540"/>
                        <a:pt x="113" y="1075"/>
                        <a:pt x="327" y="1571"/>
                      </a:cubicBezTo>
                      <a:cubicBezTo>
                        <a:pt x="938" y="2971"/>
                        <a:pt x="2332" y="3951"/>
                        <a:pt x="3953" y="3951"/>
                      </a:cubicBezTo>
                      <a:cubicBezTo>
                        <a:pt x="6132" y="3951"/>
                        <a:pt x="7903" y="2178"/>
                        <a:pt x="7903" y="0"/>
                      </a:cubicBezTo>
                      <a:lnTo>
                        <a:pt x="7248" y="0"/>
                      </a:lnTo>
                      <a:cubicBezTo>
                        <a:pt x="7248" y="1818"/>
                        <a:pt x="5770" y="3296"/>
                        <a:pt x="3953" y="3296"/>
                      </a:cubicBezTo>
                      <a:cubicBezTo>
                        <a:pt x="2135" y="3296"/>
                        <a:pt x="657" y="1818"/>
                        <a:pt x="657" y="0"/>
                      </a:cubicBezTo>
                      <a:close/>
                    </a:path>
                  </a:pathLst>
                </a:custGeom>
                <a:solidFill>
                  <a:srgbClr val="A5B7C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2" name="Google Shape;12047;p129">
                  <a:extLst>
                    <a:ext uri="{FF2B5EF4-FFF2-40B4-BE49-F238E27FC236}">
                      <a16:creationId xmlns:a16="http://schemas.microsoft.com/office/drawing/2014/main" id="{7E43E445-6A33-36F1-7FB2-E63078A33872}"/>
                    </a:ext>
                  </a:extLst>
                </p:cNvPr>
                <p:cNvSpPr/>
                <p:nvPr/>
              </p:nvSpPr>
              <p:spPr>
                <a:xfrm>
                  <a:off x="7449412" y="2618923"/>
                  <a:ext cx="324496" cy="1622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02" h="3951" extrusionOk="0">
                      <a:moveTo>
                        <a:pt x="3951" y="0"/>
                      </a:moveTo>
                      <a:cubicBezTo>
                        <a:pt x="2330" y="0"/>
                        <a:pt x="935" y="982"/>
                        <a:pt x="327" y="2380"/>
                      </a:cubicBezTo>
                      <a:cubicBezTo>
                        <a:pt x="111" y="2874"/>
                        <a:pt x="0" y="3409"/>
                        <a:pt x="0" y="3951"/>
                      </a:cubicBezTo>
                      <a:lnTo>
                        <a:pt x="653" y="3951"/>
                      </a:lnTo>
                      <a:cubicBezTo>
                        <a:pt x="653" y="2135"/>
                        <a:pt x="2133" y="657"/>
                        <a:pt x="3951" y="657"/>
                      </a:cubicBezTo>
                      <a:cubicBezTo>
                        <a:pt x="5767" y="657"/>
                        <a:pt x="7246" y="2135"/>
                        <a:pt x="7246" y="3951"/>
                      </a:cubicBezTo>
                      <a:lnTo>
                        <a:pt x="7901" y="3951"/>
                      </a:lnTo>
                      <a:cubicBezTo>
                        <a:pt x="7901" y="3411"/>
                        <a:pt x="7791" y="2876"/>
                        <a:pt x="7574" y="2381"/>
                      </a:cubicBezTo>
                      <a:cubicBezTo>
                        <a:pt x="6966" y="982"/>
                        <a:pt x="5571" y="0"/>
                        <a:pt x="3951" y="0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3" name="Google Shape;12048;p129">
                  <a:extLst>
                    <a:ext uri="{FF2B5EF4-FFF2-40B4-BE49-F238E27FC236}">
                      <a16:creationId xmlns:a16="http://schemas.microsoft.com/office/drawing/2014/main" id="{19C56C6C-8FDB-43D9-346D-FCEB6D7D7932}"/>
                    </a:ext>
                  </a:extLst>
                </p:cNvPr>
                <p:cNvSpPr/>
                <p:nvPr/>
              </p:nvSpPr>
              <p:spPr>
                <a:xfrm>
                  <a:off x="6853641" y="2618923"/>
                  <a:ext cx="324824" cy="1627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10" h="3964" extrusionOk="0">
                      <a:moveTo>
                        <a:pt x="3958" y="0"/>
                      </a:moveTo>
                      <a:cubicBezTo>
                        <a:pt x="3954" y="0"/>
                        <a:pt x="3950" y="0"/>
                        <a:pt x="3946" y="0"/>
                      </a:cubicBezTo>
                      <a:cubicBezTo>
                        <a:pt x="1768" y="6"/>
                        <a:pt x="0" y="1784"/>
                        <a:pt x="6" y="3963"/>
                      </a:cubicBezTo>
                      <a:lnTo>
                        <a:pt x="661" y="3962"/>
                      </a:lnTo>
                      <a:cubicBezTo>
                        <a:pt x="657" y="2144"/>
                        <a:pt x="2131" y="661"/>
                        <a:pt x="3947" y="655"/>
                      </a:cubicBezTo>
                      <a:cubicBezTo>
                        <a:pt x="3951" y="655"/>
                        <a:pt x="3955" y="655"/>
                        <a:pt x="3959" y="655"/>
                      </a:cubicBezTo>
                      <a:cubicBezTo>
                        <a:pt x="5771" y="655"/>
                        <a:pt x="7248" y="2127"/>
                        <a:pt x="7254" y="3939"/>
                      </a:cubicBezTo>
                      <a:lnTo>
                        <a:pt x="7256" y="3939"/>
                      </a:lnTo>
                      <a:lnTo>
                        <a:pt x="7909" y="3938"/>
                      </a:lnTo>
                      <a:cubicBezTo>
                        <a:pt x="7907" y="3398"/>
                        <a:pt x="7795" y="2863"/>
                        <a:pt x="7578" y="2368"/>
                      </a:cubicBezTo>
                      <a:cubicBezTo>
                        <a:pt x="6966" y="976"/>
                        <a:pt x="5573" y="0"/>
                        <a:pt x="3958" y="0"/>
                      </a:cubicBezTo>
                      <a:close/>
                    </a:path>
                  </a:pathLst>
                </a:custGeom>
                <a:solidFill>
                  <a:srgbClr val="869FB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4" name="Google Shape;12049;p129">
                  <a:extLst>
                    <a:ext uri="{FF2B5EF4-FFF2-40B4-BE49-F238E27FC236}">
                      <a16:creationId xmlns:a16="http://schemas.microsoft.com/office/drawing/2014/main" id="{9FBF69F6-5F3F-26E1-A2B8-DD66E4A0C889}"/>
                    </a:ext>
                  </a:extLst>
                </p:cNvPr>
                <p:cNvSpPr/>
                <p:nvPr/>
              </p:nvSpPr>
              <p:spPr>
                <a:xfrm>
                  <a:off x="7151691" y="2781222"/>
                  <a:ext cx="324578" cy="1622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04" h="3951" extrusionOk="0">
                      <a:moveTo>
                        <a:pt x="1" y="0"/>
                      </a:moveTo>
                      <a:cubicBezTo>
                        <a:pt x="1" y="540"/>
                        <a:pt x="111" y="1075"/>
                        <a:pt x="328" y="1571"/>
                      </a:cubicBezTo>
                      <a:cubicBezTo>
                        <a:pt x="938" y="2971"/>
                        <a:pt x="2332" y="3951"/>
                        <a:pt x="3953" y="3951"/>
                      </a:cubicBezTo>
                      <a:cubicBezTo>
                        <a:pt x="5574" y="3951"/>
                        <a:pt x="6967" y="2971"/>
                        <a:pt x="7575" y="1573"/>
                      </a:cubicBezTo>
                      <a:cubicBezTo>
                        <a:pt x="7791" y="1076"/>
                        <a:pt x="7903" y="541"/>
                        <a:pt x="7903" y="0"/>
                      </a:cubicBezTo>
                      <a:lnTo>
                        <a:pt x="7249" y="0"/>
                      </a:lnTo>
                      <a:cubicBezTo>
                        <a:pt x="7249" y="1818"/>
                        <a:pt x="5770" y="3296"/>
                        <a:pt x="3953" y="3296"/>
                      </a:cubicBezTo>
                      <a:cubicBezTo>
                        <a:pt x="2135" y="3296"/>
                        <a:pt x="657" y="1818"/>
                        <a:pt x="657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5" name="Google Shape;12050;p129">
                  <a:extLst>
                    <a:ext uri="{FF2B5EF4-FFF2-40B4-BE49-F238E27FC236}">
                      <a16:creationId xmlns:a16="http://schemas.microsoft.com/office/drawing/2014/main" id="{4506B2FD-AB13-F96D-DF99-E987D676AFD6}"/>
                    </a:ext>
                  </a:extLst>
                </p:cNvPr>
                <p:cNvSpPr/>
                <p:nvPr/>
              </p:nvSpPr>
              <p:spPr>
                <a:xfrm>
                  <a:off x="8044362" y="2618923"/>
                  <a:ext cx="324824" cy="1627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10" h="3964" extrusionOk="0">
                      <a:moveTo>
                        <a:pt x="3959" y="0"/>
                      </a:moveTo>
                      <a:cubicBezTo>
                        <a:pt x="3955" y="0"/>
                        <a:pt x="3951" y="0"/>
                        <a:pt x="3947" y="0"/>
                      </a:cubicBezTo>
                      <a:cubicBezTo>
                        <a:pt x="1769" y="8"/>
                        <a:pt x="1" y="1786"/>
                        <a:pt x="7" y="3963"/>
                      </a:cubicBezTo>
                      <a:lnTo>
                        <a:pt x="664" y="3962"/>
                      </a:lnTo>
                      <a:cubicBezTo>
                        <a:pt x="658" y="2144"/>
                        <a:pt x="2132" y="661"/>
                        <a:pt x="3948" y="657"/>
                      </a:cubicBezTo>
                      <a:cubicBezTo>
                        <a:pt x="3952" y="657"/>
                        <a:pt x="3956" y="657"/>
                        <a:pt x="3960" y="657"/>
                      </a:cubicBezTo>
                      <a:cubicBezTo>
                        <a:pt x="5772" y="657"/>
                        <a:pt x="7249" y="2127"/>
                        <a:pt x="7255" y="3941"/>
                      </a:cubicBezTo>
                      <a:lnTo>
                        <a:pt x="7257" y="3941"/>
                      </a:lnTo>
                      <a:lnTo>
                        <a:pt x="7910" y="3939"/>
                      </a:lnTo>
                      <a:cubicBezTo>
                        <a:pt x="7908" y="3398"/>
                        <a:pt x="7796" y="2865"/>
                        <a:pt x="7578" y="2370"/>
                      </a:cubicBezTo>
                      <a:cubicBezTo>
                        <a:pt x="6967" y="976"/>
                        <a:pt x="5574" y="0"/>
                        <a:pt x="3959" y="0"/>
                      </a:cubicBezTo>
                      <a:close/>
                    </a:path>
                  </a:pathLst>
                </a:custGeom>
                <a:solidFill>
                  <a:srgbClr val="667E9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556" name="Google Shape;12051;p129">
                <a:extLst>
                  <a:ext uri="{FF2B5EF4-FFF2-40B4-BE49-F238E27FC236}">
                    <a16:creationId xmlns:a16="http://schemas.microsoft.com/office/drawing/2014/main" id="{231770D0-EC35-27B2-D0A8-A06E73D76D61}"/>
                  </a:ext>
                </a:extLst>
              </p:cNvPr>
              <p:cNvSpPr/>
              <p:nvPr/>
            </p:nvSpPr>
            <p:spPr>
              <a:xfrm>
                <a:off x="6899264" y="2673830"/>
                <a:ext cx="225242" cy="361476"/>
              </a:xfrm>
              <a:custGeom>
                <a:avLst/>
                <a:gdLst/>
                <a:ahLst/>
                <a:cxnLst/>
                <a:rect l="l" t="t" r="r" b="b"/>
                <a:pathLst>
                  <a:path w="5485" h="8802" extrusionOk="0">
                    <a:moveTo>
                      <a:pt x="2798" y="1197"/>
                    </a:moveTo>
                    <a:cubicBezTo>
                      <a:pt x="2989" y="1197"/>
                      <a:pt x="3183" y="1234"/>
                      <a:pt x="3366" y="1310"/>
                    </a:cubicBezTo>
                    <a:cubicBezTo>
                      <a:pt x="3924" y="1542"/>
                      <a:pt x="4287" y="2085"/>
                      <a:pt x="4287" y="2689"/>
                    </a:cubicBezTo>
                    <a:cubicBezTo>
                      <a:pt x="4287" y="3512"/>
                      <a:pt x="3619" y="4178"/>
                      <a:pt x="2796" y="4180"/>
                    </a:cubicBezTo>
                    <a:cubicBezTo>
                      <a:pt x="2194" y="4180"/>
                      <a:pt x="1650" y="3816"/>
                      <a:pt x="1419" y="3259"/>
                    </a:cubicBezTo>
                    <a:cubicBezTo>
                      <a:pt x="1189" y="2702"/>
                      <a:pt x="1317" y="2061"/>
                      <a:pt x="1743" y="1634"/>
                    </a:cubicBezTo>
                    <a:cubicBezTo>
                      <a:pt x="2028" y="1348"/>
                      <a:pt x="2410" y="1197"/>
                      <a:pt x="2798" y="1197"/>
                    </a:cubicBezTo>
                    <a:close/>
                    <a:moveTo>
                      <a:pt x="2796" y="1"/>
                    </a:moveTo>
                    <a:cubicBezTo>
                      <a:pt x="2254" y="1"/>
                      <a:pt x="1714" y="165"/>
                      <a:pt x="1253" y="489"/>
                    </a:cubicBezTo>
                    <a:cubicBezTo>
                      <a:pt x="433" y="1063"/>
                      <a:pt x="0" y="2048"/>
                      <a:pt x="132" y="3043"/>
                    </a:cubicBezTo>
                    <a:cubicBezTo>
                      <a:pt x="263" y="4037"/>
                      <a:pt x="937" y="4875"/>
                      <a:pt x="1880" y="5216"/>
                    </a:cubicBezTo>
                    <a:lnTo>
                      <a:pt x="1880" y="6705"/>
                    </a:lnTo>
                    <a:lnTo>
                      <a:pt x="1067" y="6705"/>
                    </a:lnTo>
                    <a:lnTo>
                      <a:pt x="2723" y="8801"/>
                    </a:lnTo>
                    <a:lnTo>
                      <a:pt x="4377" y="6705"/>
                    </a:lnTo>
                    <a:lnTo>
                      <a:pt x="3563" y="6705"/>
                    </a:lnTo>
                    <a:lnTo>
                      <a:pt x="3563" y="5265"/>
                    </a:lnTo>
                    <a:cubicBezTo>
                      <a:pt x="4703" y="4926"/>
                      <a:pt x="5485" y="3877"/>
                      <a:pt x="5485" y="2689"/>
                    </a:cubicBezTo>
                    <a:cubicBezTo>
                      <a:pt x="5485" y="1685"/>
                      <a:pt x="4926" y="766"/>
                      <a:pt x="4037" y="304"/>
                    </a:cubicBezTo>
                    <a:cubicBezTo>
                      <a:pt x="3647" y="101"/>
                      <a:pt x="3221" y="1"/>
                      <a:pt x="2796" y="1"/>
                    </a:cubicBezTo>
                    <a:close/>
                  </a:path>
                </a:pathLst>
              </a:custGeom>
              <a:solidFill>
                <a:srgbClr val="869F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Google Shape;12052;p129">
                <a:extLst>
                  <a:ext uri="{FF2B5EF4-FFF2-40B4-BE49-F238E27FC236}">
                    <a16:creationId xmlns:a16="http://schemas.microsoft.com/office/drawing/2014/main" id="{C1E9FAAE-2D46-A1E3-F66D-FB5FDFEC1F90}"/>
                  </a:ext>
                </a:extLst>
              </p:cNvPr>
              <p:cNvSpPr/>
              <p:nvPr/>
            </p:nvSpPr>
            <p:spPr>
              <a:xfrm>
                <a:off x="7198259" y="2534077"/>
                <a:ext cx="235261" cy="360532"/>
              </a:xfrm>
              <a:custGeom>
                <a:avLst/>
                <a:gdLst/>
                <a:ahLst/>
                <a:cxnLst/>
                <a:rect l="l" t="t" r="r" b="b"/>
                <a:pathLst>
                  <a:path w="5729" h="8779" extrusionOk="0">
                    <a:moveTo>
                      <a:pt x="2858" y="4600"/>
                    </a:moveTo>
                    <a:cubicBezTo>
                      <a:pt x="3050" y="4600"/>
                      <a:pt x="3243" y="4637"/>
                      <a:pt x="3427" y="4713"/>
                    </a:cubicBezTo>
                    <a:cubicBezTo>
                      <a:pt x="3985" y="4945"/>
                      <a:pt x="4347" y="5488"/>
                      <a:pt x="4347" y="6092"/>
                    </a:cubicBezTo>
                    <a:cubicBezTo>
                      <a:pt x="4347" y="6915"/>
                      <a:pt x="3679" y="7581"/>
                      <a:pt x="2856" y="7583"/>
                    </a:cubicBezTo>
                    <a:cubicBezTo>
                      <a:pt x="2254" y="7583"/>
                      <a:pt x="1709" y="7219"/>
                      <a:pt x="1479" y="6662"/>
                    </a:cubicBezTo>
                    <a:cubicBezTo>
                      <a:pt x="1248" y="6105"/>
                      <a:pt x="1376" y="5464"/>
                      <a:pt x="1802" y="5037"/>
                    </a:cubicBezTo>
                    <a:cubicBezTo>
                      <a:pt x="2087" y="4751"/>
                      <a:pt x="2469" y="4600"/>
                      <a:pt x="2858" y="4600"/>
                    </a:cubicBezTo>
                    <a:close/>
                    <a:moveTo>
                      <a:pt x="2883" y="0"/>
                    </a:moveTo>
                    <a:lnTo>
                      <a:pt x="1227" y="2097"/>
                    </a:lnTo>
                    <a:lnTo>
                      <a:pt x="2041" y="2097"/>
                    </a:lnTo>
                    <a:lnTo>
                      <a:pt x="2041" y="3530"/>
                    </a:lnTo>
                    <a:cubicBezTo>
                      <a:pt x="782" y="3930"/>
                      <a:pt x="1" y="5184"/>
                      <a:pt x="196" y="6491"/>
                    </a:cubicBezTo>
                    <a:cubicBezTo>
                      <a:pt x="393" y="7796"/>
                      <a:pt x="1507" y="8766"/>
                      <a:pt x="2827" y="8779"/>
                    </a:cubicBezTo>
                    <a:cubicBezTo>
                      <a:pt x="2837" y="8779"/>
                      <a:pt x="2847" y="8779"/>
                      <a:pt x="2857" y="8779"/>
                    </a:cubicBezTo>
                    <a:cubicBezTo>
                      <a:pt x="4165" y="8779"/>
                      <a:pt x="5285" y="7837"/>
                      <a:pt x="5506" y="6545"/>
                    </a:cubicBezTo>
                    <a:cubicBezTo>
                      <a:pt x="5729" y="5245"/>
                      <a:pt x="4974" y="3973"/>
                      <a:pt x="3724" y="3547"/>
                    </a:cubicBezTo>
                    <a:lnTo>
                      <a:pt x="3724" y="2097"/>
                    </a:lnTo>
                    <a:lnTo>
                      <a:pt x="4539" y="2097"/>
                    </a:lnTo>
                    <a:lnTo>
                      <a:pt x="2883" y="0"/>
                    </a:ln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Google Shape;12053;p129">
                <a:extLst>
                  <a:ext uri="{FF2B5EF4-FFF2-40B4-BE49-F238E27FC236}">
                    <a16:creationId xmlns:a16="http://schemas.microsoft.com/office/drawing/2014/main" id="{82527D0F-5F62-CD39-6096-945F9C71C6FF}"/>
                  </a:ext>
                </a:extLst>
              </p:cNvPr>
              <p:cNvSpPr/>
              <p:nvPr/>
            </p:nvSpPr>
            <p:spPr>
              <a:xfrm>
                <a:off x="7493639" y="2673830"/>
                <a:ext cx="225200" cy="361476"/>
              </a:xfrm>
              <a:custGeom>
                <a:avLst/>
                <a:gdLst/>
                <a:ahLst/>
                <a:cxnLst/>
                <a:rect l="l" t="t" r="r" b="b"/>
                <a:pathLst>
                  <a:path w="5484" h="8802" extrusionOk="0">
                    <a:moveTo>
                      <a:pt x="2796" y="1197"/>
                    </a:moveTo>
                    <a:cubicBezTo>
                      <a:pt x="2988" y="1197"/>
                      <a:pt x="3181" y="1234"/>
                      <a:pt x="3365" y="1310"/>
                    </a:cubicBezTo>
                    <a:cubicBezTo>
                      <a:pt x="3922" y="1542"/>
                      <a:pt x="4286" y="2085"/>
                      <a:pt x="4286" y="2689"/>
                    </a:cubicBezTo>
                    <a:cubicBezTo>
                      <a:pt x="4284" y="3512"/>
                      <a:pt x="3618" y="4178"/>
                      <a:pt x="2795" y="4180"/>
                    </a:cubicBezTo>
                    <a:cubicBezTo>
                      <a:pt x="2191" y="4180"/>
                      <a:pt x="1649" y="3816"/>
                      <a:pt x="1418" y="3259"/>
                    </a:cubicBezTo>
                    <a:cubicBezTo>
                      <a:pt x="1187" y="2702"/>
                      <a:pt x="1314" y="2061"/>
                      <a:pt x="1740" y="1634"/>
                    </a:cubicBezTo>
                    <a:cubicBezTo>
                      <a:pt x="2026" y="1348"/>
                      <a:pt x="2408" y="1197"/>
                      <a:pt x="2796" y="1197"/>
                    </a:cubicBezTo>
                    <a:close/>
                    <a:moveTo>
                      <a:pt x="2794" y="1"/>
                    </a:moveTo>
                    <a:cubicBezTo>
                      <a:pt x="2254" y="1"/>
                      <a:pt x="1717" y="163"/>
                      <a:pt x="1258" y="484"/>
                    </a:cubicBezTo>
                    <a:cubicBezTo>
                      <a:pt x="436" y="1055"/>
                      <a:pt x="1" y="2037"/>
                      <a:pt x="127" y="3030"/>
                    </a:cubicBezTo>
                    <a:cubicBezTo>
                      <a:pt x="255" y="4023"/>
                      <a:pt x="923" y="4863"/>
                      <a:pt x="1862" y="5211"/>
                    </a:cubicBezTo>
                    <a:lnTo>
                      <a:pt x="1862" y="6705"/>
                    </a:lnTo>
                    <a:lnTo>
                      <a:pt x="1048" y="6705"/>
                    </a:lnTo>
                    <a:lnTo>
                      <a:pt x="2704" y="8801"/>
                    </a:lnTo>
                    <a:lnTo>
                      <a:pt x="4360" y="6705"/>
                    </a:lnTo>
                    <a:lnTo>
                      <a:pt x="3545" y="6705"/>
                    </a:lnTo>
                    <a:lnTo>
                      <a:pt x="3545" y="5270"/>
                    </a:lnTo>
                    <a:cubicBezTo>
                      <a:pt x="4693" y="4935"/>
                      <a:pt x="5484" y="3883"/>
                      <a:pt x="5484" y="2689"/>
                    </a:cubicBezTo>
                    <a:cubicBezTo>
                      <a:pt x="5482" y="1688"/>
                      <a:pt x="4927" y="769"/>
                      <a:pt x="4039" y="306"/>
                    </a:cubicBezTo>
                    <a:cubicBezTo>
                      <a:pt x="3647" y="102"/>
                      <a:pt x="3220" y="1"/>
                      <a:pt x="2794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Google Shape;12054;p129">
                <a:extLst>
                  <a:ext uri="{FF2B5EF4-FFF2-40B4-BE49-F238E27FC236}">
                    <a16:creationId xmlns:a16="http://schemas.microsoft.com/office/drawing/2014/main" id="{515617D1-D4D4-BA59-9557-653E22E9B202}"/>
                  </a:ext>
                </a:extLst>
              </p:cNvPr>
              <p:cNvSpPr/>
              <p:nvPr/>
            </p:nvSpPr>
            <p:spPr>
              <a:xfrm>
                <a:off x="7792387" y="2534077"/>
                <a:ext cx="235261" cy="360532"/>
              </a:xfrm>
              <a:custGeom>
                <a:avLst/>
                <a:gdLst/>
                <a:ahLst/>
                <a:cxnLst/>
                <a:rect l="l" t="t" r="r" b="b"/>
                <a:pathLst>
                  <a:path w="5729" h="8779" extrusionOk="0">
                    <a:moveTo>
                      <a:pt x="2861" y="4601"/>
                    </a:moveTo>
                    <a:cubicBezTo>
                      <a:pt x="3053" y="4601"/>
                      <a:pt x="3247" y="4638"/>
                      <a:pt x="3431" y="4715"/>
                    </a:cubicBezTo>
                    <a:cubicBezTo>
                      <a:pt x="3988" y="4945"/>
                      <a:pt x="4351" y="5488"/>
                      <a:pt x="4351" y="6092"/>
                    </a:cubicBezTo>
                    <a:cubicBezTo>
                      <a:pt x="4350" y="6915"/>
                      <a:pt x="3684" y="7581"/>
                      <a:pt x="2861" y="7583"/>
                    </a:cubicBezTo>
                    <a:cubicBezTo>
                      <a:pt x="2259" y="7583"/>
                      <a:pt x="1714" y="7219"/>
                      <a:pt x="1483" y="6662"/>
                    </a:cubicBezTo>
                    <a:cubicBezTo>
                      <a:pt x="1253" y="6105"/>
                      <a:pt x="1381" y="5464"/>
                      <a:pt x="1807" y="5038"/>
                    </a:cubicBezTo>
                    <a:cubicBezTo>
                      <a:pt x="2092" y="4752"/>
                      <a:pt x="2473" y="4601"/>
                      <a:pt x="2861" y="4601"/>
                    </a:cubicBezTo>
                    <a:close/>
                    <a:moveTo>
                      <a:pt x="2870" y="0"/>
                    </a:moveTo>
                    <a:lnTo>
                      <a:pt x="1214" y="2097"/>
                    </a:lnTo>
                    <a:lnTo>
                      <a:pt x="2028" y="2097"/>
                    </a:lnTo>
                    <a:lnTo>
                      <a:pt x="2028" y="3536"/>
                    </a:lnTo>
                    <a:cubicBezTo>
                      <a:pt x="773" y="3944"/>
                      <a:pt x="1" y="5205"/>
                      <a:pt x="204" y="6508"/>
                    </a:cubicBezTo>
                    <a:cubicBezTo>
                      <a:pt x="409" y="7813"/>
                      <a:pt x="1532" y="8776"/>
                      <a:pt x="2851" y="8779"/>
                    </a:cubicBezTo>
                    <a:cubicBezTo>
                      <a:pt x="2854" y="8779"/>
                      <a:pt x="2858" y="8779"/>
                      <a:pt x="2861" y="8779"/>
                    </a:cubicBezTo>
                    <a:cubicBezTo>
                      <a:pt x="4178" y="8779"/>
                      <a:pt x="5300" y="7828"/>
                      <a:pt x="5514" y="6527"/>
                    </a:cubicBezTo>
                    <a:cubicBezTo>
                      <a:pt x="5729" y="5225"/>
                      <a:pt x="4965" y="3959"/>
                      <a:pt x="3713" y="3543"/>
                    </a:cubicBezTo>
                    <a:lnTo>
                      <a:pt x="3713" y="2097"/>
                    </a:lnTo>
                    <a:lnTo>
                      <a:pt x="4526" y="2097"/>
                    </a:lnTo>
                    <a:lnTo>
                      <a:pt x="2870" y="0"/>
                    </a:lnTo>
                    <a:close/>
                  </a:path>
                </a:pathLst>
              </a:custGeom>
              <a:solidFill>
                <a:srgbClr val="A5B7C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Google Shape;12055;p129">
                <a:extLst>
                  <a:ext uri="{FF2B5EF4-FFF2-40B4-BE49-F238E27FC236}">
                    <a16:creationId xmlns:a16="http://schemas.microsoft.com/office/drawing/2014/main" id="{0378AC77-6A69-9FB3-5784-8B5BD86578FE}"/>
                  </a:ext>
                </a:extLst>
              </p:cNvPr>
              <p:cNvSpPr/>
              <p:nvPr/>
            </p:nvSpPr>
            <p:spPr>
              <a:xfrm>
                <a:off x="8090150" y="2673789"/>
                <a:ext cx="225857" cy="361517"/>
              </a:xfrm>
              <a:custGeom>
                <a:avLst/>
                <a:gdLst/>
                <a:ahLst/>
                <a:cxnLst/>
                <a:rect l="l" t="t" r="r" b="b"/>
                <a:pathLst>
                  <a:path w="5500" h="8803" extrusionOk="0">
                    <a:moveTo>
                      <a:pt x="2811" y="1198"/>
                    </a:moveTo>
                    <a:cubicBezTo>
                      <a:pt x="3003" y="1198"/>
                      <a:pt x="3197" y="1235"/>
                      <a:pt x="3381" y="1311"/>
                    </a:cubicBezTo>
                    <a:cubicBezTo>
                      <a:pt x="3938" y="1543"/>
                      <a:pt x="4302" y="2086"/>
                      <a:pt x="4302" y="2690"/>
                    </a:cubicBezTo>
                    <a:cubicBezTo>
                      <a:pt x="4300" y="3513"/>
                      <a:pt x="3634" y="4179"/>
                      <a:pt x="2811" y="4181"/>
                    </a:cubicBezTo>
                    <a:cubicBezTo>
                      <a:pt x="2209" y="4181"/>
                      <a:pt x="1664" y="3817"/>
                      <a:pt x="1434" y="3260"/>
                    </a:cubicBezTo>
                    <a:cubicBezTo>
                      <a:pt x="1203" y="2703"/>
                      <a:pt x="1330" y="2062"/>
                      <a:pt x="1757" y="1635"/>
                    </a:cubicBezTo>
                    <a:cubicBezTo>
                      <a:pt x="2042" y="1349"/>
                      <a:pt x="2423" y="1198"/>
                      <a:pt x="2811" y="1198"/>
                    </a:cubicBezTo>
                    <a:close/>
                    <a:moveTo>
                      <a:pt x="2812" y="1"/>
                    </a:moveTo>
                    <a:cubicBezTo>
                      <a:pt x="2257" y="1"/>
                      <a:pt x="1706" y="172"/>
                      <a:pt x="1238" y="509"/>
                    </a:cubicBezTo>
                    <a:cubicBezTo>
                      <a:pt x="420" y="1098"/>
                      <a:pt x="1" y="2097"/>
                      <a:pt x="154" y="3095"/>
                    </a:cubicBezTo>
                    <a:cubicBezTo>
                      <a:pt x="306" y="4093"/>
                      <a:pt x="1005" y="4920"/>
                      <a:pt x="1962" y="5239"/>
                    </a:cubicBezTo>
                    <a:lnTo>
                      <a:pt x="1962" y="6706"/>
                    </a:lnTo>
                    <a:lnTo>
                      <a:pt x="1149" y="6706"/>
                    </a:lnTo>
                    <a:lnTo>
                      <a:pt x="2804" y="8802"/>
                    </a:lnTo>
                    <a:lnTo>
                      <a:pt x="4460" y="6706"/>
                    </a:lnTo>
                    <a:lnTo>
                      <a:pt x="3645" y="6706"/>
                    </a:lnTo>
                    <a:lnTo>
                      <a:pt x="3645" y="5244"/>
                    </a:lnTo>
                    <a:cubicBezTo>
                      <a:pt x="4750" y="4882"/>
                      <a:pt x="5499" y="3852"/>
                      <a:pt x="5499" y="2690"/>
                    </a:cubicBezTo>
                    <a:cubicBezTo>
                      <a:pt x="5499" y="1679"/>
                      <a:pt x="4934" y="755"/>
                      <a:pt x="4036" y="296"/>
                    </a:cubicBezTo>
                    <a:cubicBezTo>
                      <a:pt x="3650" y="98"/>
                      <a:pt x="3230" y="1"/>
                      <a:pt x="2812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" name="Google Shape;12056;p129">
              <a:extLst>
                <a:ext uri="{FF2B5EF4-FFF2-40B4-BE49-F238E27FC236}">
                  <a16:creationId xmlns:a16="http://schemas.microsoft.com/office/drawing/2014/main" id="{2E36B453-997A-EB0B-9278-483EDF8EE85E}"/>
                </a:ext>
              </a:extLst>
            </p:cNvPr>
            <p:cNvGrpSpPr/>
            <p:nvPr/>
          </p:nvGrpSpPr>
          <p:grpSpPr>
            <a:xfrm>
              <a:off x="3959635" y="4557873"/>
              <a:ext cx="1920347" cy="411392"/>
              <a:chOff x="1808063" y="4294338"/>
              <a:chExt cx="3370782" cy="721817"/>
            </a:xfrm>
          </p:grpSpPr>
          <p:sp>
            <p:nvSpPr>
              <p:cNvPr id="545" name="Google Shape;12057;p129">
                <a:extLst>
                  <a:ext uri="{FF2B5EF4-FFF2-40B4-BE49-F238E27FC236}">
                    <a16:creationId xmlns:a16="http://schemas.microsoft.com/office/drawing/2014/main" id="{5483ADC2-2F2C-91D5-5E55-1B9A97C423D3}"/>
                  </a:ext>
                </a:extLst>
              </p:cNvPr>
              <p:cNvSpPr/>
              <p:nvPr/>
            </p:nvSpPr>
            <p:spPr>
              <a:xfrm>
                <a:off x="1906300" y="4423127"/>
                <a:ext cx="526025" cy="525979"/>
              </a:xfrm>
              <a:custGeom>
                <a:avLst/>
                <a:gdLst/>
                <a:ahLst/>
                <a:cxnLst/>
                <a:rect l="l" t="t" r="r" b="b"/>
                <a:pathLst>
                  <a:path w="22903" h="22901" extrusionOk="0">
                    <a:moveTo>
                      <a:pt x="11452" y="4551"/>
                    </a:moveTo>
                    <a:cubicBezTo>
                      <a:pt x="15263" y="4551"/>
                      <a:pt x="18352" y="7640"/>
                      <a:pt x="18352" y="11451"/>
                    </a:cubicBezTo>
                    <a:cubicBezTo>
                      <a:pt x="18352" y="15262"/>
                      <a:pt x="15263" y="18350"/>
                      <a:pt x="11452" y="18350"/>
                    </a:cubicBezTo>
                    <a:lnTo>
                      <a:pt x="11452" y="18351"/>
                    </a:lnTo>
                    <a:cubicBezTo>
                      <a:pt x="7640" y="18351"/>
                      <a:pt x="4552" y="15262"/>
                      <a:pt x="4552" y="11451"/>
                    </a:cubicBezTo>
                    <a:cubicBezTo>
                      <a:pt x="4552" y="7640"/>
                      <a:pt x="7640" y="4551"/>
                      <a:pt x="11452" y="4551"/>
                    </a:cubicBezTo>
                    <a:close/>
                    <a:moveTo>
                      <a:pt x="9850" y="0"/>
                    </a:moveTo>
                    <a:cubicBezTo>
                      <a:pt x="9464" y="0"/>
                      <a:pt x="9152" y="312"/>
                      <a:pt x="9152" y="698"/>
                    </a:cubicBezTo>
                    <a:lnTo>
                      <a:pt x="9152" y="2564"/>
                    </a:lnTo>
                    <a:cubicBezTo>
                      <a:pt x="8324" y="2777"/>
                      <a:pt x="7530" y="3105"/>
                      <a:pt x="6793" y="3539"/>
                    </a:cubicBezTo>
                    <a:lnTo>
                      <a:pt x="5474" y="2221"/>
                    </a:lnTo>
                    <a:cubicBezTo>
                      <a:pt x="5338" y="2085"/>
                      <a:pt x="5159" y="2017"/>
                      <a:pt x="4981" y="2017"/>
                    </a:cubicBezTo>
                    <a:cubicBezTo>
                      <a:pt x="4802" y="2017"/>
                      <a:pt x="4624" y="2085"/>
                      <a:pt x="4487" y="2221"/>
                    </a:cubicBezTo>
                    <a:lnTo>
                      <a:pt x="2222" y="4487"/>
                    </a:lnTo>
                    <a:cubicBezTo>
                      <a:pt x="1949" y="4759"/>
                      <a:pt x="1949" y="5201"/>
                      <a:pt x="2222" y="5473"/>
                    </a:cubicBezTo>
                    <a:lnTo>
                      <a:pt x="3541" y="6791"/>
                    </a:lnTo>
                    <a:cubicBezTo>
                      <a:pt x="3107" y="7528"/>
                      <a:pt x="2777" y="8322"/>
                      <a:pt x="2564" y="9150"/>
                    </a:cubicBezTo>
                    <a:lnTo>
                      <a:pt x="699" y="9150"/>
                    </a:lnTo>
                    <a:cubicBezTo>
                      <a:pt x="313" y="9150"/>
                      <a:pt x="1" y="9462"/>
                      <a:pt x="1" y="9848"/>
                    </a:cubicBezTo>
                    <a:lnTo>
                      <a:pt x="1" y="13053"/>
                    </a:lnTo>
                    <a:cubicBezTo>
                      <a:pt x="1" y="13438"/>
                      <a:pt x="313" y="13751"/>
                      <a:pt x="699" y="13751"/>
                    </a:cubicBezTo>
                    <a:lnTo>
                      <a:pt x="2564" y="13751"/>
                    </a:lnTo>
                    <a:cubicBezTo>
                      <a:pt x="2777" y="14579"/>
                      <a:pt x="3106" y="15373"/>
                      <a:pt x="3541" y="16109"/>
                    </a:cubicBezTo>
                    <a:lnTo>
                      <a:pt x="2222" y="17427"/>
                    </a:lnTo>
                    <a:cubicBezTo>
                      <a:pt x="1949" y="17701"/>
                      <a:pt x="1949" y="18142"/>
                      <a:pt x="2222" y="18415"/>
                    </a:cubicBezTo>
                    <a:lnTo>
                      <a:pt x="4487" y="20681"/>
                    </a:lnTo>
                    <a:cubicBezTo>
                      <a:pt x="4624" y="20817"/>
                      <a:pt x="4802" y="20885"/>
                      <a:pt x="4981" y="20885"/>
                    </a:cubicBezTo>
                    <a:cubicBezTo>
                      <a:pt x="5159" y="20885"/>
                      <a:pt x="5338" y="20817"/>
                      <a:pt x="5474" y="20681"/>
                    </a:cubicBezTo>
                    <a:lnTo>
                      <a:pt x="6793" y="19362"/>
                    </a:lnTo>
                    <a:cubicBezTo>
                      <a:pt x="7530" y="19796"/>
                      <a:pt x="8324" y="20124"/>
                      <a:pt x="9152" y="20339"/>
                    </a:cubicBezTo>
                    <a:lnTo>
                      <a:pt x="9152" y="22204"/>
                    </a:lnTo>
                    <a:cubicBezTo>
                      <a:pt x="9152" y="22588"/>
                      <a:pt x="9464" y="22901"/>
                      <a:pt x="9850" y="22901"/>
                    </a:cubicBezTo>
                    <a:lnTo>
                      <a:pt x="13055" y="22901"/>
                    </a:lnTo>
                    <a:cubicBezTo>
                      <a:pt x="13439" y="22901"/>
                      <a:pt x="13751" y="22588"/>
                      <a:pt x="13751" y="22204"/>
                    </a:cubicBezTo>
                    <a:lnTo>
                      <a:pt x="13751" y="20339"/>
                    </a:lnTo>
                    <a:cubicBezTo>
                      <a:pt x="14581" y="20124"/>
                      <a:pt x="15373" y="19796"/>
                      <a:pt x="16110" y="19362"/>
                    </a:cubicBezTo>
                    <a:lnTo>
                      <a:pt x="17429" y="20680"/>
                    </a:lnTo>
                    <a:cubicBezTo>
                      <a:pt x="17566" y="20816"/>
                      <a:pt x="17744" y="20884"/>
                      <a:pt x="17923" y="20884"/>
                    </a:cubicBezTo>
                    <a:cubicBezTo>
                      <a:pt x="18101" y="20884"/>
                      <a:pt x="18280" y="20816"/>
                      <a:pt x="18416" y="20680"/>
                    </a:cubicBezTo>
                    <a:lnTo>
                      <a:pt x="20682" y="18414"/>
                    </a:lnTo>
                    <a:cubicBezTo>
                      <a:pt x="20954" y="18142"/>
                      <a:pt x="20954" y="17700"/>
                      <a:pt x="20682" y="17427"/>
                    </a:cubicBezTo>
                    <a:lnTo>
                      <a:pt x="19364" y="16109"/>
                    </a:lnTo>
                    <a:cubicBezTo>
                      <a:pt x="19798" y="15373"/>
                      <a:pt x="20126" y="14579"/>
                      <a:pt x="20339" y="13751"/>
                    </a:cubicBezTo>
                    <a:lnTo>
                      <a:pt x="22205" y="13751"/>
                    </a:lnTo>
                    <a:cubicBezTo>
                      <a:pt x="22591" y="13751"/>
                      <a:pt x="22903" y="13438"/>
                      <a:pt x="22903" y="13053"/>
                    </a:cubicBezTo>
                    <a:lnTo>
                      <a:pt x="22903" y="9850"/>
                    </a:lnTo>
                    <a:cubicBezTo>
                      <a:pt x="22903" y="9465"/>
                      <a:pt x="22592" y="9152"/>
                      <a:pt x="22208" y="9152"/>
                    </a:cubicBezTo>
                    <a:cubicBezTo>
                      <a:pt x="22207" y="9152"/>
                      <a:pt x="22206" y="9152"/>
                      <a:pt x="22205" y="9152"/>
                    </a:cubicBezTo>
                    <a:lnTo>
                      <a:pt x="20339" y="9152"/>
                    </a:lnTo>
                    <a:cubicBezTo>
                      <a:pt x="20126" y="8322"/>
                      <a:pt x="19798" y="7530"/>
                      <a:pt x="19364" y="6793"/>
                    </a:cubicBezTo>
                    <a:lnTo>
                      <a:pt x="20682" y="5473"/>
                    </a:lnTo>
                    <a:cubicBezTo>
                      <a:pt x="20954" y="5201"/>
                      <a:pt x="20954" y="4759"/>
                      <a:pt x="20682" y="4487"/>
                    </a:cubicBezTo>
                    <a:lnTo>
                      <a:pt x="18416" y="2221"/>
                    </a:lnTo>
                    <a:cubicBezTo>
                      <a:pt x="18280" y="2085"/>
                      <a:pt x="18101" y="2017"/>
                      <a:pt x="17923" y="2017"/>
                    </a:cubicBezTo>
                    <a:cubicBezTo>
                      <a:pt x="17744" y="2017"/>
                      <a:pt x="17566" y="2085"/>
                      <a:pt x="17429" y="2221"/>
                    </a:cubicBezTo>
                    <a:lnTo>
                      <a:pt x="16110" y="3541"/>
                    </a:lnTo>
                    <a:cubicBezTo>
                      <a:pt x="15373" y="3105"/>
                      <a:pt x="14581" y="2777"/>
                      <a:pt x="13751" y="2564"/>
                    </a:cubicBezTo>
                    <a:lnTo>
                      <a:pt x="13751" y="698"/>
                    </a:lnTo>
                    <a:cubicBezTo>
                      <a:pt x="13751" y="312"/>
                      <a:pt x="13439" y="0"/>
                      <a:pt x="13055" y="0"/>
                    </a:cubicBezTo>
                    <a:close/>
                  </a:path>
                </a:pathLst>
              </a:custGeom>
              <a:solidFill>
                <a:srgbClr val="ABBCC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Google Shape;12058;p129">
                <a:extLst>
                  <a:ext uri="{FF2B5EF4-FFF2-40B4-BE49-F238E27FC236}">
                    <a16:creationId xmlns:a16="http://schemas.microsoft.com/office/drawing/2014/main" id="{83A2A157-F8C2-853C-DA21-2C359D9F93BA}"/>
                  </a:ext>
                </a:extLst>
              </p:cNvPr>
              <p:cNvSpPr/>
              <p:nvPr/>
            </p:nvSpPr>
            <p:spPr>
              <a:xfrm>
                <a:off x="3795035" y="4655290"/>
                <a:ext cx="721912" cy="360865"/>
              </a:xfrm>
              <a:custGeom>
                <a:avLst/>
                <a:gdLst/>
                <a:ahLst/>
                <a:cxnLst/>
                <a:rect l="l" t="t" r="r" b="b"/>
                <a:pathLst>
                  <a:path w="7904" h="3951" extrusionOk="0">
                    <a:moveTo>
                      <a:pt x="1" y="0"/>
                    </a:moveTo>
                    <a:cubicBezTo>
                      <a:pt x="1" y="540"/>
                      <a:pt x="113" y="1075"/>
                      <a:pt x="327" y="1571"/>
                    </a:cubicBezTo>
                    <a:cubicBezTo>
                      <a:pt x="938" y="2971"/>
                      <a:pt x="2332" y="3951"/>
                      <a:pt x="3953" y="3951"/>
                    </a:cubicBezTo>
                    <a:cubicBezTo>
                      <a:pt x="6132" y="3951"/>
                      <a:pt x="7903" y="2178"/>
                      <a:pt x="7903" y="0"/>
                    </a:cubicBezTo>
                    <a:lnTo>
                      <a:pt x="7248" y="0"/>
                    </a:lnTo>
                    <a:cubicBezTo>
                      <a:pt x="7248" y="1818"/>
                      <a:pt x="5770" y="3296"/>
                      <a:pt x="3953" y="3296"/>
                    </a:cubicBezTo>
                    <a:cubicBezTo>
                      <a:pt x="2135" y="3296"/>
                      <a:pt x="657" y="1818"/>
                      <a:pt x="657" y="0"/>
                    </a:cubicBezTo>
                    <a:close/>
                  </a:path>
                </a:pathLst>
              </a:custGeom>
              <a:solidFill>
                <a:srgbClr val="A5B7C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Google Shape;12059;p129">
                <a:extLst>
                  <a:ext uri="{FF2B5EF4-FFF2-40B4-BE49-F238E27FC236}">
                    <a16:creationId xmlns:a16="http://schemas.microsoft.com/office/drawing/2014/main" id="{4CC562F1-D9B2-F211-7A6E-CCC02DEA975A}"/>
                  </a:ext>
                </a:extLst>
              </p:cNvPr>
              <p:cNvSpPr/>
              <p:nvPr/>
            </p:nvSpPr>
            <p:spPr>
              <a:xfrm>
                <a:off x="3133137" y="4294338"/>
                <a:ext cx="721729" cy="360865"/>
              </a:xfrm>
              <a:custGeom>
                <a:avLst/>
                <a:gdLst/>
                <a:ahLst/>
                <a:cxnLst/>
                <a:rect l="l" t="t" r="r" b="b"/>
                <a:pathLst>
                  <a:path w="7902" h="3951" extrusionOk="0">
                    <a:moveTo>
                      <a:pt x="3951" y="0"/>
                    </a:moveTo>
                    <a:cubicBezTo>
                      <a:pt x="2330" y="0"/>
                      <a:pt x="935" y="982"/>
                      <a:pt x="327" y="2380"/>
                    </a:cubicBezTo>
                    <a:cubicBezTo>
                      <a:pt x="111" y="2874"/>
                      <a:pt x="0" y="3409"/>
                      <a:pt x="0" y="3951"/>
                    </a:cubicBezTo>
                    <a:lnTo>
                      <a:pt x="653" y="3951"/>
                    </a:lnTo>
                    <a:cubicBezTo>
                      <a:pt x="653" y="2135"/>
                      <a:pt x="2133" y="657"/>
                      <a:pt x="3951" y="657"/>
                    </a:cubicBezTo>
                    <a:cubicBezTo>
                      <a:pt x="5767" y="657"/>
                      <a:pt x="7246" y="2135"/>
                      <a:pt x="7246" y="3951"/>
                    </a:cubicBezTo>
                    <a:lnTo>
                      <a:pt x="7901" y="3951"/>
                    </a:lnTo>
                    <a:cubicBezTo>
                      <a:pt x="7901" y="3411"/>
                      <a:pt x="7791" y="2876"/>
                      <a:pt x="7574" y="2381"/>
                    </a:cubicBezTo>
                    <a:cubicBezTo>
                      <a:pt x="6966" y="982"/>
                      <a:pt x="5571" y="0"/>
                      <a:pt x="3951" y="0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Google Shape;12060;p129">
                <a:extLst>
                  <a:ext uri="{FF2B5EF4-FFF2-40B4-BE49-F238E27FC236}">
                    <a16:creationId xmlns:a16="http://schemas.microsoft.com/office/drawing/2014/main" id="{84A0CFE5-DBFE-55CC-B968-3FA547FAF0BA}"/>
                  </a:ext>
                </a:extLst>
              </p:cNvPr>
              <p:cNvSpPr/>
              <p:nvPr/>
            </p:nvSpPr>
            <p:spPr>
              <a:xfrm>
                <a:off x="1808063" y="4294338"/>
                <a:ext cx="722460" cy="362052"/>
              </a:xfrm>
              <a:custGeom>
                <a:avLst/>
                <a:gdLst/>
                <a:ahLst/>
                <a:cxnLst/>
                <a:rect l="l" t="t" r="r" b="b"/>
                <a:pathLst>
                  <a:path w="7910" h="3964" extrusionOk="0">
                    <a:moveTo>
                      <a:pt x="3958" y="0"/>
                    </a:moveTo>
                    <a:cubicBezTo>
                      <a:pt x="3954" y="0"/>
                      <a:pt x="3950" y="0"/>
                      <a:pt x="3946" y="0"/>
                    </a:cubicBezTo>
                    <a:cubicBezTo>
                      <a:pt x="1768" y="6"/>
                      <a:pt x="0" y="1784"/>
                      <a:pt x="6" y="3963"/>
                    </a:cubicBezTo>
                    <a:lnTo>
                      <a:pt x="661" y="3962"/>
                    </a:lnTo>
                    <a:cubicBezTo>
                      <a:pt x="657" y="2144"/>
                      <a:pt x="2131" y="661"/>
                      <a:pt x="3947" y="655"/>
                    </a:cubicBezTo>
                    <a:cubicBezTo>
                      <a:pt x="3951" y="655"/>
                      <a:pt x="3955" y="655"/>
                      <a:pt x="3959" y="655"/>
                    </a:cubicBezTo>
                    <a:cubicBezTo>
                      <a:pt x="5771" y="655"/>
                      <a:pt x="7248" y="2127"/>
                      <a:pt x="7254" y="3939"/>
                    </a:cubicBezTo>
                    <a:lnTo>
                      <a:pt x="7256" y="3939"/>
                    </a:lnTo>
                    <a:lnTo>
                      <a:pt x="7909" y="3938"/>
                    </a:lnTo>
                    <a:cubicBezTo>
                      <a:pt x="7907" y="3398"/>
                      <a:pt x="7795" y="2863"/>
                      <a:pt x="7578" y="2368"/>
                    </a:cubicBezTo>
                    <a:cubicBezTo>
                      <a:pt x="6966" y="976"/>
                      <a:pt x="5573" y="0"/>
                      <a:pt x="3958" y="0"/>
                    </a:cubicBezTo>
                    <a:close/>
                  </a:path>
                </a:pathLst>
              </a:custGeom>
              <a:solidFill>
                <a:srgbClr val="869F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Google Shape;12061;p129">
                <a:extLst>
                  <a:ext uri="{FF2B5EF4-FFF2-40B4-BE49-F238E27FC236}">
                    <a16:creationId xmlns:a16="http://schemas.microsoft.com/office/drawing/2014/main" id="{6427F7E3-0544-0BC1-8CC5-7E95594B5E5F}"/>
                  </a:ext>
                </a:extLst>
              </p:cNvPr>
              <p:cNvSpPr/>
              <p:nvPr/>
            </p:nvSpPr>
            <p:spPr>
              <a:xfrm>
                <a:off x="2470965" y="4655290"/>
                <a:ext cx="721912" cy="360865"/>
              </a:xfrm>
              <a:custGeom>
                <a:avLst/>
                <a:gdLst/>
                <a:ahLst/>
                <a:cxnLst/>
                <a:rect l="l" t="t" r="r" b="b"/>
                <a:pathLst>
                  <a:path w="7904" h="3951" extrusionOk="0">
                    <a:moveTo>
                      <a:pt x="1" y="0"/>
                    </a:moveTo>
                    <a:cubicBezTo>
                      <a:pt x="1" y="540"/>
                      <a:pt x="111" y="1075"/>
                      <a:pt x="328" y="1571"/>
                    </a:cubicBezTo>
                    <a:cubicBezTo>
                      <a:pt x="938" y="2971"/>
                      <a:pt x="2332" y="3951"/>
                      <a:pt x="3953" y="3951"/>
                    </a:cubicBezTo>
                    <a:cubicBezTo>
                      <a:pt x="5574" y="3951"/>
                      <a:pt x="6967" y="2971"/>
                      <a:pt x="7575" y="1573"/>
                    </a:cubicBezTo>
                    <a:cubicBezTo>
                      <a:pt x="7791" y="1076"/>
                      <a:pt x="7903" y="541"/>
                      <a:pt x="7903" y="0"/>
                    </a:cubicBezTo>
                    <a:lnTo>
                      <a:pt x="7249" y="0"/>
                    </a:lnTo>
                    <a:cubicBezTo>
                      <a:pt x="7249" y="1818"/>
                      <a:pt x="5770" y="3296"/>
                      <a:pt x="3953" y="3296"/>
                    </a:cubicBezTo>
                    <a:cubicBezTo>
                      <a:pt x="2135" y="3296"/>
                      <a:pt x="657" y="1818"/>
                      <a:pt x="657" y="0"/>
                    </a:cubicBez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Google Shape;12062;p129">
                <a:extLst>
                  <a:ext uri="{FF2B5EF4-FFF2-40B4-BE49-F238E27FC236}">
                    <a16:creationId xmlns:a16="http://schemas.microsoft.com/office/drawing/2014/main" id="{4A288D46-187F-7FE9-439C-EABF97FF0F6A}"/>
                  </a:ext>
                </a:extLst>
              </p:cNvPr>
              <p:cNvSpPr/>
              <p:nvPr/>
            </p:nvSpPr>
            <p:spPr>
              <a:xfrm>
                <a:off x="4456385" y="4294338"/>
                <a:ext cx="722460" cy="362052"/>
              </a:xfrm>
              <a:custGeom>
                <a:avLst/>
                <a:gdLst/>
                <a:ahLst/>
                <a:cxnLst/>
                <a:rect l="l" t="t" r="r" b="b"/>
                <a:pathLst>
                  <a:path w="7910" h="3964" extrusionOk="0">
                    <a:moveTo>
                      <a:pt x="3959" y="0"/>
                    </a:moveTo>
                    <a:cubicBezTo>
                      <a:pt x="3955" y="0"/>
                      <a:pt x="3951" y="0"/>
                      <a:pt x="3947" y="0"/>
                    </a:cubicBezTo>
                    <a:cubicBezTo>
                      <a:pt x="1769" y="8"/>
                      <a:pt x="1" y="1786"/>
                      <a:pt x="7" y="3963"/>
                    </a:cubicBezTo>
                    <a:lnTo>
                      <a:pt x="664" y="3962"/>
                    </a:lnTo>
                    <a:cubicBezTo>
                      <a:pt x="658" y="2144"/>
                      <a:pt x="2132" y="661"/>
                      <a:pt x="3948" y="657"/>
                    </a:cubicBezTo>
                    <a:cubicBezTo>
                      <a:pt x="3952" y="657"/>
                      <a:pt x="3956" y="657"/>
                      <a:pt x="3960" y="657"/>
                    </a:cubicBezTo>
                    <a:cubicBezTo>
                      <a:pt x="5772" y="657"/>
                      <a:pt x="7249" y="2127"/>
                      <a:pt x="7255" y="3941"/>
                    </a:cubicBezTo>
                    <a:lnTo>
                      <a:pt x="7257" y="3941"/>
                    </a:lnTo>
                    <a:lnTo>
                      <a:pt x="7910" y="3939"/>
                    </a:lnTo>
                    <a:cubicBezTo>
                      <a:pt x="7908" y="3398"/>
                      <a:pt x="7796" y="2865"/>
                      <a:pt x="7578" y="2370"/>
                    </a:cubicBezTo>
                    <a:cubicBezTo>
                      <a:pt x="6967" y="976"/>
                      <a:pt x="5574" y="0"/>
                      <a:pt x="3959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Google Shape;12063;p129">
                <a:extLst>
                  <a:ext uri="{FF2B5EF4-FFF2-40B4-BE49-F238E27FC236}">
                    <a16:creationId xmlns:a16="http://schemas.microsoft.com/office/drawing/2014/main" id="{B22E1C17-5D54-E5BF-923D-CF5D0AE01B80}"/>
                  </a:ext>
                </a:extLst>
              </p:cNvPr>
              <p:cNvSpPr/>
              <p:nvPr/>
            </p:nvSpPr>
            <p:spPr>
              <a:xfrm>
                <a:off x="2568813" y="4351427"/>
                <a:ext cx="526025" cy="525979"/>
              </a:xfrm>
              <a:custGeom>
                <a:avLst/>
                <a:gdLst/>
                <a:ahLst/>
                <a:cxnLst/>
                <a:rect l="l" t="t" r="r" b="b"/>
                <a:pathLst>
                  <a:path w="22903" h="22901" extrusionOk="0">
                    <a:moveTo>
                      <a:pt x="11452" y="4551"/>
                    </a:moveTo>
                    <a:cubicBezTo>
                      <a:pt x="15263" y="4551"/>
                      <a:pt x="18352" y="7640"/>
                      <a:pt x="18352" y="11451"/>
                    </a:cubicBezTo>
                    <a:cubicBezTo>
                      <a:pt x="18352" y="15262"/>
                      <a:pt x="15263" y="18350"/>
                      <a:pt x="11452" y="18350"/>
                    </a:cubicBezTo>
                    <a:lnTo>
                      <a:pt x="11452" y="18351"/>
                    </a:lnTo>
                    <a:cubicBezTo>
                      <a:pt x="7640" y="18351"/>
                      <a:pt x="4552" y="15262"/>
                      <a:pt x="4552" y="11451"/>
                    </a:cubicBezTo>
                    <a:cubicBezTo>
                      <a:pt x="4552" y="7640"/>
                      <a:pt x="7640" y="4551"/>
                      <a:pt x="11452" y="4551"/>
                    </a:cubicBezTo>
                    <a:close/>
                    <a:moveTo>
                      <a:pt x="9850" y="0"/>
                    </a:moveTo>
                    <a:cubicBezTo>
                      <a:pt x="9464" y="0"/>
                      <a:pt x="9152" y="312"/>
                      <a:pt x="9152" y="698"/>
                    </a:cubicBezTo>
                    <a:lnTo>
                      <a:pt x="9152" y="2564"/>
                    </a:lnTo>
                    <a:cubicBezTo>
                      <a:pt x="8324" y="2777"/>
                      <a:pt x="7530" y="3105"/>
                      <a:pt x="6793" y="3539"/>
                    </a:cubicBezTo>
                    <a:lnTo>
                      <a:pt x="5474" y="2221"/>
                    </a:lnTo>
                    <a:cubicBezTo>
                      <a:pt x="5338" y="2085"/>
                      <a:pt x="5159" y="2017"/>
                      <a:pt x="4981" y="2017"/>
                    </a:cubicBezTo>
                    <a:cubicBezTo>
                      <a:pt x="4802" y="2017"/>
                      <a:pt x="4624" y="2085"/>
                      <a:pt x="4487" y="2221"/>
                    </a:cubicBezTo>
                    <a:lnTo>
                      <a:pt x="2222" y="4487"/>
                    </a:lnTo>
                    <a:cubicBezTo>
                      <a:pt x="1949" y="4759"/>
                      <a:pt x="1949" y="5201"/>
                      <a:pt x="2222" y="5473"/>
                    </a:cubicBezTo>
                    <a:lnTo>
                      <a:pt x="3541" y="6791"/>
                    </a:lnTo>
                    <a:cubicBezTo>
                      <a:pt x="3107" y="7528"/>
                      <a:pt x="2777" y="8322"/>
                      <a:pt x="2564" y="9150"/>
                    </a:cubicBezTo>
                    <a:lnTo>
                      <a:pt x="699" y="9150"/>
                    </a:lnTo>
                    <a:cubicBezTo>
                      <a:pt x="313" y="9150"/>
                      <a:pt x="1" y="9462"/>
                      <a:pt x="1" y="9848"/>
                    </a:cubicBezTo>
                    <a:lnTo>
                      <a:pt x="1" y="13053"/>
                    </a:lnTo>
                    <a:cubicBezTo>
                      <a:pt x="1" y="13438"/>
                      <a:pt x="313" y="13751"/>
                      <a:pt x="699" y="13751"/>
                    </a:cubicBezTo>
                    <a:lnTo>
                      <a:pt x="2564" y="13751"/>
                    </a:lnTo>
                    <a:cubicBezTo>
                      <a:pt x="2777" y="14579"/>
                      <a:pt x="3106" y="15373"/>
                      <a:pt x="3541" y="16109"/>
                    </a:cubicBezTo>
                    <a:lnTo>
                      <a:pt x="2222" y="17427"/>
                    </a:lnTo>
                    <a:cubicBezTo>
                      <a:pt x="1949" y="17701"/>
                      <a:pt x="1949" y="18142"/>
                      <a:pt x="2222" y="18415"/>
                    </a:cubicBezTo>
                    <a:lnTo>
                      <a:pt x="4487" y="20681"/>
                    </a:lnTo>
                    <a:cubicBezTo>
                      <a:pt x="4624" y="20817"/>
                      <a:pt x="4802" y="20885"/>
                      <a:pt x="4981" y="20885"/>
                    </a:cubicBezTo>
                    <a:cubicBezTo>
                      <a:pt x="5159" y="20885"/>
                      <a:pt x="5338" y="20817"/>
                      <a:pt x="5474" y="20681"/>
                    </a:cubicBezTo>
                    <a:lnTo>
                      <a:pt x="6793" y="19362"/>
                    </a:lnTo>
                    <a:cubicBezTo>
                      <a:pt x="7530" y="19796"/>
                      <a:pt x="8324" y="20124"/>
                      <a:pt x="9152" y="20339"/>
                    </a:cubicBezTo>
                    <a:lnTo>
                      <a:pt x="9152" y="22204"/>
                    </a:lnTo>
                    <a:cubicBezTo>
                      <a:pt x="9152" y="22588"/>
                      <a:pt x="9464" y="22901"/>
                      <a:pt x="9850" y="22901"/>
                    </a:cubicBezTo>
                    <a:lnTo>
                      <a:pt x="13055" y="22901"/>
                    </a:lnTo>
                    <a:cubicBezTo>
                      <a:pt x="13439" y="22901"/>
                      <a:pt x="13751" y="22588"/>
                      <a:pt x="13751" y="22204"/>
                    </a:cubicBezTo>
                    <a:lnTo>
                      <a:pt x="13751" y="20339"/>
                    </a:lnTo>
                    <a:cubicBezTo>
                      <a:pt x="14581" y="20124"/>
                      <a:pt x="15373" y="19796"/>
                      <a:pt x="16110" y="19362"/>
                    </a:cubicBezTo>
                    <a:lnTo>
                      <a:pt x="17429" y="20680"/>
                    </a:lnTo>
                    <a:cubicBezTo>
                      <a:pt x="17566" y="20816"/>
                      <a:pt x="17744" y="20884"/>
                      <a:pt x="17923" y="20884"/>
                    </a:cubicBezTo>
                    <a:cubicBezTo>
                      <a:pt x="18101" y="20884"/>
                      <a:pt x="18280" y="20816"/>
                      <a:pt x="18416" y="20680"/>
                    </a:cubicBezTo>
                    <a:lnTo>
                      <a:pt x="20682" y="18414"/>
                    </a:lnTo>
                    <a:cubicBezTo>
                      <a:pt x="20954" y="18142"/>
                      <a:pt x="20954" y="17700"/>
                      <a:pt x="20682" y="17427"/>
                    </a:cubicBezTo>
                    <a:lnTo>
                      <a:pt x="19364" y="16109"/>
                    </a:lnTo>
                    <a:cubicBezTo>
                      <a:pt x="19798" y="15373"/>
                      <a:pt x="20126" y="14579"/>
                      <a:pt x="20339" y="13751"/>
                    </a:cubicBezTo>
                    <a:lnTo>
                      <a:pt x="22205" y="13751"/>
                    </a:lnTo>
                    <a:cubicBezTo>
                      <a:pt x="22591" y="13751"/>
                      <a:pt x="22903" y="13438"/>
                      <a:pt x="22903" y="13053"/>
                    </a:cubicBezTo>
                    <a:lnTo>
                      <a:pt x="22903" y="9850"/>
                    </a:lnTo>
                    <a:cubicBezTo>
                      <a:pt x="22903" y="9465"/>
                      <a:pt x="22592" y="9152"/>
                      <a:pt x="22208" y="9152"/>
                    </a:cubicBezTo>
                    <a:cubicBezTo>
                      <a:pt x="22207" y="9152"/>
                      <a:pt x="22206" y="9152"/>
                      <a:pt x="22205" y="9152"/>
                    </a:cubicBezTo>
                    <a:lnTo>
                      <a:pt x="20339" y="9152"/>
                    </a:lnTo>
                    <a:cubicBezTo>
                      <a:pt x="20126" y="8322"/>
                      <a:pt x="19798" y="7530"/>
                      <a:pt x="19364" y="6793"/>
                    </a:cubicBezTo>
                    <a:lnTo>
                      <a:pt x="20682" y="5473"/>
                    </a:lnTo>
                    <a:cubicBezTo>
                      <a:pt x="20954" y="5201"/>
                      <a:pt x="20954" y="4759"/>
                      <a:pt x="20682" y="4487"/>
                    </a:cubicBezTo>
                    <a:lnTo>
                      <a:pt x="18416" y="2221"/>
                    </a:lnTo>
                    <a:cubicBezTo>
                      <a:pt x="18280" y="2085"/>
                      <a:pt x="18101" y="2017"/>
                      <a:pt x="17923" y="2017"/>
                    </a:cubicBezTo>
                    <a:cubicBezTo>
                      <a:pt x="17744" y="2017"/>
                      <a:pt x="17566" y="2085"/>
                      <a:pt x="17429" y="2221"/>
                    </a:cubicBezTo>
                    <a:lnTo>
                      <a:pt x="16110" y="3541"/>
                    </a:lnTo>
                    <a:cubicBezTo>
                      <a:pt x="15373" y="3105"/>
                      <a:pt x="14581" y="2777"/>
                      <a:pt x="13751" y="2564"/>
                    </a:cubicBezTo>
                    <a:lnTo>
                      <a:pt x="13751" y="698"/>
                    </a:lnTo>
                    <a:cubicBezTo>
                      <a:pt x="13751" y="312"/>
                      <a:pt x="13439" y="0"/>
                      <a:pt x="13055" y="0"/>
                    </a:cubicBezTo>
                    <a:close/>
                  </a:path>
                </a:pathLst>
              </a:custGeom>
              <a:solidFill>
                <a:srgbClr val="ABBCC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Google Shape;12064;p129">
                <a:extLst>
                  <a:ext uri="{FF2B5EF4-FFF2-40B4-BE49-F238E27FC236}">
                    <a16:creationId xmlns:a16="http://schemas.microsoft.com/office/drawing/2014/main" id="{C3A2293F-FD8F-F5BE-1BCE-170C8767167D}"/>
                  </a:ext>
                </a:extLst>
              </p:cNvPr>
              <p:cNvSpPr/>
              <p:nvPr/>
            </p:nvSpPr>
            <p:spPr>
              <a:xfrm>
                <a:off x="3231883" y="4423127"/>
                <a:ext cx="526025" cy="525979"/>
              </a:xfrm>
              <a:custGeom>
                <a:avLst/>
                <a:gdLst/>
                <a:ahLst/>
                <a:cxnLst/>
                <a:rect l="l" t="t" r="r" b="b"/>
                <a:pathLst>
                  <a:path w="22903" h="22901" extrusionOk="0">
                    <a:moveTo>
                      <a:pt x="11452" y="4551"/>
                    </a:moveTo>
                    <a:cubicBezTo>
                      <a:pt x="15263" y="4551"/>
                      <a:pt x="18352" y="7640"/>
                      <a:pt x="18352" y="11451"/>
                    </a:cubicBezTo>
                    <a:cubicBezTo>
                      <a:pt x="18352" y="15262"/>
                      <a:pt x="15263" y="18350"/>
                      <a:pt x="11452" y="18350"/>
                    </a:cubicBezTo>
                    <a:lnTo>
                      <a:pt x="11452" y="18351"/>
                    </a:lnTo>
                    <a:cubicBezTo>
                      <a:pt x="7640" y="18351"/>
                      <a:pt x="4552" y="15262"/>
                      <a:pt x="4552" y="11451"/>
                    </a:cubicBezTo>
                    <a:cubicBezTo>
                      <a:pt x="4552" y="7640"/>
                      <a:pt x="7640" y="4551"/>
                      <a:pt x="11452" y="4551"/>
                    </a:cubicBezTo>
                    <a:close/>
                    <a:moveTo>
                      <a:pt x="9850" y="0"/>
                    </a:moveTo>
                    <a:cubicBezTo>
                      <a:pt x="9464" y="0"/>
                      <a:pt x="9152" y="312"/>
                      <a:pt x="9152" y="698"/>
                    </a:cubicBezTo>
                    <a:lnTo>
                      <a:pt x="9152" y="2564"/>
                    </a:lnTo>
                    <a:cubicBezTo>
                      <a:pt x="8324" y="2777"/>
                      <a:pt x="7530" y="3105"/>
                      <a:pt x="6793" y="3539"/>
                    </a:cubicBezTo>
                    <a:lnTo>
                      <a:pt x="5474" y="2221"/>
                    </a:lnTo>
                    <a:cubicBezTo>
                      <a:pt x="5338" y="2085"/>
                      <a:pt x="5159" y="2017"/>
                      <a:pt x="4981" y="2017"/>
                    </a:cubicBezTo>
                    <a:cubicBezTo>
                      <a:pt x="4802" y="2017"/>
                      <a:pt x="4624" y="2085"/>
                      <a:pt x="4487" y="2221"/>
                    </a:cubicBezTo>
                    <a:lnTo>
                      <a:pt x="2222" y="4487"/>
                    </a:lnTo>
                    <a:cubicBezTo>
                      <a:pt x="1949" y="4759"/>
                      <a:pt x="1949" y="5201"/>
                      <a:pt x="2222" y="5473"/>
                    </a:cubicBezTo>
                    <a:lnTo>
                      <a:pt x="3541" y="6791"/>
                    </a:lnTo>
                    <a:cubicBezTo>
                      <a:pt x="3107" y="7528"/>
                      <a:pt x="2777" y="8322"/>
                      <a:pt x="2564" y="9150"/>
                    </a:cubicBezTo>
                    <a:lnTo>
                      <a:pt x="699" y="9150"/>
                    </a:lnTo>
                    <a:cubicBezTo>
                      <a:pt x="313" y="9150"/>
                      <a:pt x="1" y="9462"/>
                      <a:pt x="1" y="9848"/>
                    </a:cubicBezTo>
                    <a:lnTo>
                      <a:pt x="1" y="13053"/>
                    </a:lnTo>
                    <a:cubicBezTo>
                      <a:pt x="1" y="13438"/>
                      <a:pt x="313" y="13751"/>
                      <a:pt x="699" y="13751"/>
                    </a:cubicBezTo>
                    <a:lnTo>
                      <a:pt x="2564" y="13751"/>
                    </a:lnTo>
                    <a:cubicBezTo>
                      <a:pt x="2777" y="14579"/>
                      <a:pt x="3106" y="15373"/>
                      <a:pt x="3541" y="16109"/>
                    </a:cubicBezTo>
                    <a:lnTo>
                      <a:pt x="2222" y="17427"/>
                    </a:lnTo>
                    <a:cubicBezTo>
                      <a:pt x="1949" y="17701"/>
                      <a:pt x="1949" y="18142"/>
                      <a:pt x="2222" y="18415"/>
                    </a:cubicBezTo>
                    <a:lnTo>
                      <a:pt x="4487" y="20681"/>
                    </a:lnTo>
                    <a:cubicBezTo>
                      <a:pt x="4624" y="20817"/>
                      <a:pt x="4802" y="20885"/>
                      <a:pt x="4981" y="20885"/>
                    </a:cubicBezTo>
                    <a:cubicBezTo>
                      <a:pt x="5159" y="20885"/>
                      <a:pt x="5338" y="20817"/>
                      <a:pt x="5474" y="20681"/>
                    </a:cubicBezTo>
                    <a:lnTo>
                      <a:pt x="6793" y="19362"/>
                    </a:lnTo>
                    <a:cubicBezTo>
                      <a:pt x="7530" y="19796"/>
                      <a:pt x="8324" y="20124"/>
                      <a:pt x="9152" y="20339"/>
                    </a:cubicBezTo>
                    <a:lnTo>
                      <a:pt x="9152" y="22204"/>
                    </a:lnTo>
                    <a:cubicBezTo>
                      <a:pt x="9152" y="22588"/>
                      <a:pt x="9464" y="22901"/>
                      <a:pt x="9850" y="22901"/>
                    </a:cubicBezTo>
                    <a:lnTo>
                      <a:pt x="13055" y="22901"/>
                    </a:lnTo>
                    <a:cubicBezTo>
                      <a:pt x="13439" y="22901"/>
                      <a:pt x="13751" y="22588"/>
                      <a:pt x="13751" y="22204"/>
                    </a:cubicBezTo>
                    <a:lnTo>
                      <a:pt x="13751" y="20339"/>
                    </a:lnTo>
                    <a:cubicBezTo>
                      <a:pt x="14581" y="20124"/>
                      <a:pt x="15373" y="19796"/>
                      <a:pt x="16110" y="19362"/>
                    </a:cubicBezTo>
                    <a:lnTo>
                      <a:pt x="17429" y="20680"/>
                    </a:lnTo>
                    <a:cubicBezTo>
                      <a:pt x="17566" y="20816"/>
                      <a:pt x="17744" y="20884"/>
                      <a:pt x="17923" y="20884"/>
                    </a:cubicBezTo>
                    <a:cubicBezTo>
                      <a:pt x="18101" y="20884"/>
                      <a:pt x="18280" y="20816"/>
                      <a:pt x="18416" y="20680"/>
                    </a:cubicBezTo>
                    <a:lnTo>
                      <a:pt x="20682" y="18414"/>
                    </a:lnTo>
                    <a:cubicBezTo>
                      <a:pt x="20954" y="18142"/>
                      <a:pt x="20954" y="17700"/>
                      <a:pt x="20682" y="17427"/>
                    </a:cubicBezTo>
                    <a:lnTo>
                      <a:pt x="19364" y="16109"/>
                    </a:lnTo>
                    <a:cubicBezTo>
                      <a:pt x="19798" y="15373"/>
                      <a:pt x="20126" y="14579"/>
                      <a:pt x="20339" y="13751"/>
                    </a:cubicBezTo>
                    <a:lnTo>
                      <a:pt x="22205" y="13751"/>
                    </a:lnTo>
                    <a:cubicBezTo>
                      <a:pt x="22591" y="13751"/>
                      <a:pt x="22903" y="13438"/>
                      <a:pt x="22903" y="13053"/>
                    </a:cubicBezTo>
                    <a:lnTo>
                      <a:pt x="22903" y="9850"/>
                    </a:lnTo>
                    <a:cubicBezTo>
                      <a:pt x="22903" y="9465"/>
                      <a:pt x="22592" y="9152"/>
                      <a:pt x="22208" y="9152"/>
                    </a:cubicBezTo>
                    <a:cubicBezTo>
                      <a:pt x="22207" y="9152"/>
                      <a:pt x="22206" y="9152"/>
                      <a:pt x="22205" y="9152"/>
                    </a:cubicBezTo>
                    <a:lnTo>
                      <a:pt x="20339" y="9152"/>
                    </a:lnTo>
                    <a:cubicBezTo>
                      <a:pt x="20126" y="8322"/>
                      <a:pt x="19798" y="7530"/>
                      <a:pt x="19364" y="6793"/>
                    </a:cubicBezTo>
                    <a:lnTo>
                      <a:pt x="20682" y="5473"/>
                    </a:lnTo>
                    <a:cubicBezTo>
                      <a:pt x="20954" y="5201"/>
                      <a:pt x="20954" y="4759"/>
                      <a:pt x="20682" y="4487"/>
                    </a:cubicBezTo>
                    <a:lnTo>
                      <a:pt x="18416" y="2221"/>
                    </a:lnTo>
                    <a:cubicBezTo>
                      <a:pt x="18280" y="2085"/>
                      <a:pt x="18101" y="2017"/>
                      <a:pt x="17923" y="2017"/>
                    </a:cubicBezTo>
                    <a:cubicBezTo>
                      <a:pt x="17744" y="2017"/>
                      <a:pt x="17566" y="2085"/>
                      <a:pt x="17429" y="2221"/>
                    </a:cubicBezTo>
                    <a:lnTo>
                      <a:pt x="16110" y="3541"/>
                    </a:lnTo>
                    <a:cubicBezTo>
                      <a:pt x="15373" y="3105"/>
                      <a:pt x="14581" y="2777"/>
                      <a:pt x="13751" y="2564"/>
                    </a:cubicBezTo>
                    <a:lnTo>
                      <a:pt x="13751" y="698"/>
                    </a:lnTo>
                    <a:cubicBezTo>
                      <a:pt x="13751" y="312"/>
                      <a:pt x="13439" y="0"/>
                      <a:pt x="13055" y="0"/>
                    </a:cubicBezTo>
                    <a:close/>
                  </a:path>
                </a:pathLst>
              </a:custGeom>
              <a:solidFill>
                <a:srgbClr val="ABBCC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Google Shape;12065;p129">
                <a:extLst>
                  <a:ext uri="{FF2B5EF4-FFF2-40B4-BE49-F238E27FC236}">
                    <a16:creationId xmlns:a16="http://schemas.microsoft.com/office/drawing/2014/main" id="{C4F983A7-D9D1-1C19-C360-E0DE91005934}"/>
                  </a:ext>
                </a:extLst>
              </p:cNvPr>
              <p:cNvSpPr/>
              <p:nvPr/>
            </p:nvSpPr>
            <p:spPr>
              <a:xfrm>
                <a:off x="3894395" y="4351427"/>
                <a:ext cx="526025" cy="525979"/>
              </a:xfrm>
              <a:custGeom>
                <a:avLst/>
                <a:gdLst/>
                <a:ahLst/>
                <a:cxnLst/>
                <a:rect l="l" t="t" r="r" b="b"/>
                <a:pathLst>
                  <a:path w="22903" h="22901" extrusionOk="0">
                    <a:moveTo>
                      <a:pt x="11452" y="4551"/>
                    </a:moveTo>
                    <a:cubicBezTo>
                      <a:pt x="15263" y="4551"/>
                      <a:pt x="18352" y="7640"/>
                      <a:pt x="18352" y="11451"/>
                    </a:cubicBezTo>
                    <a:cubicBezTo>
                      <a:pt x="18352" y="15262"/>
                      <a:pt x="15263" y="18350"/>
                      <a:pt x="11452" y="18350"/>
                    </a:cubicBezTo>
                    <a:lnTo>
                      <a:pt x="11452" y="18351"/>
                    </a:lnTo>
                    <a:cubicBezTo>
                      <a:pt x="7640" y="18351"/>
                      <a:pt x="4552" y="15262"/>
                      <a:pt x="4552" y="11451"/>
                    </a:cubicBezTo>
                    <a:cubicBezTo>
                      <a:pt x="4552" y="7640"/>
                      <a:pt x="7640" y="4551"/>
                      <a:pt x="11452" y="4551"/>
                    </a:cubicBezTo>
                    <a:close/>
                    <a:moveTo>
                      <a:pt x="9850" y="0"/>
                    </a:moveTo>
                    <a:cubicBezTo>
                      <a:pt x="9464" y="0"/>
                      <a:pt x="9152" y="312"/>
                      <a:pt x="9152" y="698"/>
                    </a:cubicBezTo>
                    <a:lnTo>
                      <a:pt x="9152" y="2564"/>
                    </a:lnTo>
                    <a:cubicBezTo>
                      <a:pt x="8324" y="2777"/>
                      <a:pt x="7530" y="3105"/>
                      <a:pt x="6793" y="3539"/>
                    </a:cubicBezTo>
                    <a:lnTo>
                      <a:pt x="5474" y="2221"/>
                    </a:lnTo>
                    <a:cubicBezTo>
                      <a:pt x="5338" y="2085"/>
                      <a:pt x="5159" y="2017"/>
                      <a:pt x="4981" y="2017"/>
                    </a:cubicBezTo>
                    <a:cubicBezTo>
                      <a:pt x="4802" y="2017"/>
                      <a:pt x="4624" y="2085"/>
                      <a:pt x="4487" y="2221"/>
                    </a:cubicBezTo>
                    <a:lnTo>
                      <a:pt x="2222" y="4487"/>
                    </a:lnTo>
                    <a:cubicBezTo>
                      <a:pt x="1949" y="4759"/>
                      <a:pt x="1949" y="5201"/>
                      <a:pt x="2222" y="5473"/>
                    </a:cubicBezTo>
                    <a:lnTo>
                      <a:pt x="3541" y="6791"/>
                    </a:lnTo>
                    <a:cubicBezTo>
                      <a:pt x="3107" y="7528"/>
                      <a:pt x="2777" y="8322"/>
                      <a:pt x="2564" y="9150"/>
                    </a:cubicBezTo>
                    <a:lnTo>
                      <a:pt x="699" y="9150"/>
                    </a:lnTo>
                    <a:cubicBezTo>
                      <a:pt x="313" y="9150"/>
                      <a:pt x="1" y="9462"/>
                      <a:pt x="1" y="9848"/>
                    </a:cubicBezTo>
                    <a:lnTo>
                      <a:pt x="1" y="13053"/>
                    </a:lnTo>
                    <a:cubicBezTo>
                      <a:pt x="1" y="13438"/>
                      <a:pt x="313" y="13751"/>
                      <a:pt x="699" y="13751"/>
                    </a:cubicBezTo>
                    <a:lnTo>
                      <a:pt x="2564" y="13751"/>
                    </a:lnTo>
                    <a:cubicBezTo>
                      <a:pt x="2777" y="14579"/>
                      <a:pt x="3106" y="15373"/>
                      <a:pt x="3541" y="16109"/>
                    </a:cubicBezTo>
                    <a:lnTo>
                      <a:pt x="2222" y="17427"/>
                    </a:lnTo>
                    <a:cubicBezTo>
                      <a:pt x="1949" y="17701"/>
                      <a:pt x="1949" y="18142"/>
                      <a:pt x="2222" y="18415"/>
                    </a:cubicBezTo>
                    <a:lnTo>
                      <a:pt x="4487" y="20681"/>
                    </a:lnTo>
                    <a:cubicBezTo>
                      <a:pt x="4624" y="20817"/>
                      <a:pt x="4802" y="20885"/>
                      <a:pt x="4981" y="20885"/>
                    </a:cubicBezTo>
                    <a:cubicBezTo>
                      <a:pt x="5159" y="20885"/>
                      <a:pt x="5338" y="20817"/>
                      <a:pt x="5474" y="20681"/>
                    </a:cubicBezTo>
                    <a:lnTo>
                      <a:pt x="6793" y="19362"/>
                    </a:lnTo>
                    <a:cubicBezTo>
                      <a:pt x="7530" y="19796"/>
                      <a:pt x="8324" y="20124"/>
                      <a:pt x="9152" y="20339"/>
                    </a:cubicBezTo>
                    <a:lnTo>
                      <a:pt x="9152" y="22204"/>
                    </a:lnTo>
                    <a:cubicBezTo>
                      <a:pt x="9152" y="22588"/>
                      <a:pt x="9464" y="22901"/>
                      <a:pt x="9850" y="22901"/>
                    </a:cubicBezTo>
                    <a:lnTo>
                      <a:pt x="13055" y="22901"/>
                    </a:lnTo>
                    <a:cubicBezTo>
                      <a:pt x="13439" y="22901"/>
                      <a:pt x="13751" y="22588"/>
                      <a:pt x="13751" y="22204"/>
                    </a:cubicBezTo>
                    <a:lnTo>
                      <a:pt x="13751" y="20339"/>
                    </a:lnTo>
                    <a:cubicBezTo>
                      <a:pt x="14581" y="20124"/>
                      <a:pt x="15373" y="19796"/>
                      <a:pt x="16110" y="19362"/>
                    </a:cubicBezTo>
                    <a:lnTo>
                      <a:pt x="17429" y="20680"/>
                    </a:lnTo>
                    <a:cubicBezTo>
                      <a:pt x="17566" y="20816"/>
                      <a:pt x="17744" y="20884"/>
                      <a:pt x="17923" y="20884"/>
                    </a:cubicBezTo>
                    <a:cubicBezTo>
                      <a:pt x="18101" y="20884"/>
                      <a:pt x="18280" y="20816"/>
                      <a:pt x="18416" y="20680"/>
                    </a:cubicBezTo>
                    <a:lnTo>
                      <a:pt x="20682" y="18414"/>
                    </a:lnTo>
                    <a:cubicBezTo>
                      <a:pt x="20954" y="18142"/>
                      <a:pt x="20954" y="17700"/>
                      <a:pt x="20682" y="17427"/>
                    </a:cubicBezTo>
                    <a:lnTo>
                      <a:pt x="19364" y="16109"/>
                    </a:lnTo>
                    <a:cubicBezTo>
                      <a:pt x="19798" y="15373"/>
                      <a:pt x="20126" y="14579"/>
                      <a:pt x="20339" y="13751"/>
                    </a:cubicBezTo>
                    <a:lnTo>
                      <a:pt x="22205" y="13751"/>
                    </a:lnTo>
                    <a:cubicBezTo>
                      <a:pt x="22591" y="13751"/>
                      <a:pt x="22903" y="13438"/>
                      <a:pt x="22903" y="13053"/>
                    </a:cubicBezTo>
                    <a:lnTo>
                      <a:pt x="22903" y="9850"/>
                    </a:lnTo>
                    <a:cubicBezTo>
                      <a:pt x="22903" y="9465"/>
                      <a:pt x="22592" y="9152"/>
                      <a:pt x="22208" y="9152"/>
                    </a:cubicBezTo>
                    <a:cubicBezTo>
                      <a:pt x="22207" y="9152"/>
                      <a:pt x="22206" y="9152"/>
                      <a:pt x="22205" y="9152"/>
                    </a:cubicBezTo>
                    <a:lnTo>
                      <a:pt x="20339" y="9152"/>
                    </a:lnTo>
                    <a:cubicBezTo>
                      <a:pt x="20126" y="8322"/>
                      <a:pt x="19798" y="7530"/>
                      <a:pt x="19364" y="6793"/>
                    </a:cubicBezTo>
                    <a:lnTo>
                      <a:pt x="20682" y="5473"/>
                    </a:lnTo>
                    <a:cubicBezTo>
                      <a:pt x="20954" y="5201"/>
                      <a:pt x="20954" y="4759"/>
                      <a:pt x="20682" y="4487"/>
                    </a:cubicBezTo>
                    <a:lnTo>
                      <a:pt x="18416" y="2221"/>
                    </a:lnTo>
                    <a:cubicBezTo>
                      <a:pt x="18280" y="2085"/>
                      <a:pt x="18101" y="2017"/>
                      <a:pt x="17923" y="2017"/>
                    </a:cubicBezTo>
                    <a:cubicBezTo>
                      <a:pt x="17744" y="2017"/>
                      <a:pt x="17566" y="2085"/>
                      <a:pt x="17429" y="2221"/>
                    </a:cubicBezTo>
                    <a:lnTo>
                      <a:pt x="16110" y="3541"/>
                    </a:lnTo>
                    <a:cubicBezTo>
                      <a:pt x="15373" y="3105"/>
                      <a:pt x="14581" y="2777"/>
                      <a:pt x="13751" y="2564"/>
                    </a:cubicBezTo>
                    <a:lnTo>
                      <a:pt x="13751" y="698"/>
                    </a:lnTo>
                    <a:cubicBezTo>
                      <a:pt x="13751" y="312"/>
                      <a:pt x="13439" y="0"/>
                      <a:pt x="13055" y="0"/>
                    </a:cubicBezTo>
                    <a:close/>
                  </a:path>
                </a:pathLst>
              </a:custGeom>
              <a:solidFill>
                <a:srgbClr val="ABBCC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Google Shape;12066;p129">
                <a:extLst>
                  <a:ext uri="{FF2B5EF4-FFF2-40B4-BE49-F238E27FC236}">
                    <a16:creationId xmlns:a16="http://schemas.microsoft.com/office/drawing/2014/main" id="{E12E6DE9-79B7-0178-6B34-E22186A76EA0}"/>
                  </a:ext>
                </a:extLst>
              </p:cNvPr>
              <p:cNvSpPr/>
              <p:nvPr/>
            </p:nvSpPr>
            <p:spPr>
              <a:xfrm>
                <a:off x="4560958" y="4423127"/>
                <a:ext cx="526025" cy="525979"/>
              </a:xfrm>
              <a:custGeom>
                <a:avLst/>
                <a:gdLst/>
                <a:ahLst/>
                <a:cxnLst/>
                <a:rect l="l" t="t" r="r" b="b"/>
                <a:pathLst>
                  <a:path w="22903" h="22901" extrusionOk="0">
                    <a:moveTo>
                      <a:pt x="11452" y="4551"/>
                    </a:moveTo>
                    <a:cubicBezTo>
                      <a:pt x="15263" y="4551"/>
                      <a:pt x="18352" y="7640"/>
                      <a:pt x="18352" y="11451"/>
                    </a:cubicBezTo>
                    <a:cubicBezTo>
                      <a:pt x="18352" y="15262"/>
                      <a:pt x="15263" y="18350"/>
                      <a:pt x="11452" y="18350"/>
                    </a:cubicBezTo>
                    <a:lnTo>
                      <a:pt x="11452" y="18351"/>
                    </a:lnTo>
                    <a:cubicBezTo>
                      <a:pt x="7640" y="18351"/>
                      <a:pt x="4552" y="15262"/>
                      <a:pt x="4552" y="11451"/>
                    </a:cubicBezTo>
                    <a:cubicBezTo>
                      <a:pt x="4552" y="7640"/>
                      <a:pt x="7640" y="4551"/>
                      <a:pt x="11452" y="4551"/>
                    </a:cubicBezTo>
                    <a:close/>
                    <a:moveTo>
                      <a:pt x="9850" y="0"/>
                    </a:moveTo>
                    <a:cubicBezTo>
                      <a:pt x="9464" y="0"/>
                      <a:pt x="9152" y="312"/>
                      <a:pt x="9152" y="698"/>
                    </a:cubicBezTo>
                    <a:lnTo>
                      <a:pt x="9152" y="2564"/>
                    </a:lnTo>
                    <a:cubicBezTo>
                      <a:pt x="8324" y="2777"/>
                      <a:pt x="7530" y="3105"/>
                      <a:pt x="6793" y="3539"/>
                    </a:cubicBezTo>
                    <a:lnTo>
                      <a:pt x="5474" y="2221"/>
                    </a:lnTo>
                    <a:cubicBezTo>
                      <a:pt x="5338" y="2085"/>
                      <a:pt x="5159" y="2017"/>
                      <a:pt x="4981" y="2017"/>
                    </a:cubicBezTo>
                    <a:cubicBezTo>
                      <a:pt x="4802" y="2017"/>
                      <a:pt x="4624" y="2085"/>
                      <a:pt x="4487" y="2221"/>
                    </a:cubicBezTo>
                    <a:lnTo>
                      <a:pt x="2222" y="4487"/>
                    </a:lnTo>
                    <a:cubicBezTo>
                      <a:pt x="1949" y="4759"/>
                      <a:pt x="1949" y="5201"/>
                      <a:pt x="2222" y="5473"/>
                    </a:cubicBezTo>
                    <a:lnTo>
                      <a:pt x="3541" y="6791"/>
                    </a:lnTo>
                    <a:cubicBezTo>
                      <a:pt x="3107" y="7528"/>
                      <a:pt x="2777" y="8322"/>
                      <a:pt x="2564" y="9150"/>
                    </a:cubicBezTo>
                    <a:lnTo>
                      <a:pt x="699" y="9150"/>
                    </a:lnTo>
                    <a:cubicBezTo>
                      <a:pt x="313" y="9150"/>
                      <a:pt x="1" y="9462"/>
                      <a:pt x="1" y="9848"/>
                    </a:cubicBezTo>
                    <a:lnTo>
                      <a:pt x="1" y="13053"/>
                    </a:lnTo>
                    <a:cubicBezTo>
                      <a:pt x="1" y="13438"/>
                      <a:pt x="313" y="13751"/>
                      <a:pt x="699" y="13751"/>
                    </a:cubicBezTo>
                    <a:lnTo>
                      <a:pt x="2564" y="13751"/>
                    </a:lnTo>
                    <a:cubicBezTo>
                      <a:pt x="2777" y="14579"/>
                      <a:pt x="3106" y="15373"/>
                      <a:pt x="3541" y="16109"/>
                    </a:cubicBezTo>
                    <a:lnTo>
                      <a:pt x="2222" y="17427"/>
                    </a:lnTo>
                    <a:cubicBezTo>
                      <a:pt x="1949" y="17701"/>
                      <a:pt x="1949" y="18142"/>
                      <a:pt x="2222" y="18415"/>
                    </a:cubicBezTo>
                    <a:lnTo>
                      <a:pt x="4487" y="20681"/>
                    </a:lnTo>
                    <a:cubicBezTo>
                      <a:pt x="4624" y="20817"/>
                      <a:pt x="4802" y="20885"/>
                      <a:pt x="4981" y="20885"/>
                    </a:cubicBezTo>
                    <a:cubicBezTo>
                      <a:pt x="5159" y="20885"/>
                      <a:pt x="5338" y="20817"/>
                      <a:pt x="5474" y="20681"/>
                    </a:cubicBezTo>
                    <a:lnTo>
                      <a:pt x="6793" y="19362"/>
                    </a:lnTo>
                    <a:cubicBezTo>
                      <a:pt x="7530" y="19796"/>
                      <a:pt x="8324" y="20124"/>
                      <a:pt x="9152" y="20339"/>
                    </a:cubicBezTo>
                    <a:lnTo>
                      <a:pt x="9152" y="22204"/>
                    </a:lnTo>
                    <a:cubicBezTo>
                      <a:pt x="9152" y="22588"/>
                      <a:pt x="9464" y="22901"/>
                      <a:pt x="9850" y="22901"/>
                    </a:cubicBezTo>
                    <a:lnTo>
                      <a:pt x="13055" y="22901"/>
                    </a:lnTo>
                    <a:cubicBezTo>
                      <a:pt x="13439" y="22901"/>
                      <a:pt x="13751" y="22588"/>
                      <a:pt x="13751" y="22204"/>
                    </a:cubicBezTo>
                    <a:lnTo>
                      <a:pt x="13751" y="20339"/>
                    </a:lnTo>
                    <a:cubicBezTo>
                      <a:pt x="14581" y="20124"/>
                      <a:pt x="15373" y="19796"/>
                      <a:pt x="16110" y="19362"/>
                    </a:cubicBezTo>
                    <a:lnTo>
                      <a:pt x="17429" y="20680"/>
                    </a:lnTo>
                    <a:cubicBezTo>
                      <a:pt x="17566" y="20816"/>
                      <a:pt x="17744" y="20884"/>
                      <a:pt x="17923" y="20884"/>
                    </a:cubicBezTo>
                    <a:cubicBezTo>
                      <a:pt x="18101" y="20884"/>
                      <a:pt x="18280" y="20816"/>
                      <a:pt x="18416" y="20680"/>
                    </a:cubicBezTo>
                    <a:lnTo>
                      <a:pt x="20682" y="18414"/>
                    </a:lnTo>
                    <a:cubicBezTo>
                      <a:pt x="20954" y="18142"/>
                      <a:pt x="20954" y="17700"/>
                      <a:pt x="20682" y="17427"/>
                    </a:cubicBezTo>
                    <a:lnTo>
                      <a:pt x="19364" y="16109"/>
                    </a:lnTo>
                    <a:cubicBezTo>
                      <a:pt x="19798" y="15373"/>
                      <a:pt x="20126" y="14579"/>
                      <a:pt x="20339" y="13751"/>
                    </a:cubicBezTo>
                    <a:lnTo>
                      <a:pt x="22205" y="13751"/>
                    </a:lnTo>
                    <a:cubicBezTo>
                      <a:pt x="22591" y="13751"/>
                      <a:pt x="22903" y="13438"/>
                      <a:pt x="22903" y="13053"/>
                    </a:cubicBezTo>
                    <a:lnTo>
                      <a:pt x="22903" y="9850"/>
                    </a:lnTo>
                    <a:cubicBezTo>
                      <a:pt x="22903" y="9465"/>
                      <a:pt x="22592" y="9152"/>
                      <a:pt x="22208" y="9152"/>
                    </a:cubicBezTo>
                    <a:cubicBezTo>
                      <a:pt x="22207" y="9152"/>
                      <a:pt x="22206" y="9152"/>
                      <a:pt x="22205" y="9152"/>
                    </a:cubicBezTo>
                    <a:lnTo>
                      <a:pt x="20339" y="9152"/>
                    </a:lnTo>
                    <a:cubicBezTo>
                      <a:pt x="20126" y="8322"/>
                      <a:pt x="19798" y="7530"/>
                      <a:pt x="19364" y="6793"/>
                    </a:cubicBezTo>
                    <a:lnTo>
                      <a:pt x="20682" y="5473"/>
                    </a:lnTo>
                    <a:cubicBezTo>
                      <a:pt x="20954" y="5201"/>
                      <a:pt x="20954" y="4759"/>
                      <a:pt x="20682" y="4487"/>
                    </a:cubicBezTo>
                    <a:lnTo>
                      <a:pt x="18416" y="2221"/>
                    </a:lnTo>
                    <a:cubicBezTo>
                      <a:pt x="18280" y="2085"/>
                      <a:pt x="18101" y="2017"/>
                      <a:pt x="17923" y="2017"/>
                    </a:cubicBezTo>
                    <a:cubicBezTo>
                      <a:pt x="17744" y="2017"/>
                      <a:pt x="17566" y="2085"/>
                      <a:pt x="17429" y="2221"/>
                    </a:cubicBezTo>
                    <a:lnTo>
                      <a:pt x="16110" y="3541"/>
                    </a:lnTo>
                    <a:cubicBezTo>
                      <a:pt x="15373" y="3105"/>
                      <a:pt x="14581" y="2777"/>
                      <a:pt x="13751" y="2564"/>
                    </a:cubicBezTo>
                    <a:lnTo>
                      <a:pt x="13751" y="698"/>
                    </a:lnTo>
                    <a:cubicBezTo>
                      <a:pt x="13751" y="312"/>
                      <a:pt x="13439" y="0"/>
                      <a:pt x="13055" y="0"/>
                    </a:cubicBezTo>
                    <a:close/>
                  </a:path>
                </a:pathLst>
              </a:custGeom>
              <a:solidFill>
                <a:srgbClr val="ABBCC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" name="Google Shape;12067;p129">
              <a:extLst>
                <a:ext uri="{FF2B5EF4-FFF2-40B4-BE49-F238E27FC236}">
                  <a16:creationId xmlns:a16="http://schemas.microsoft.com/office/drawing/2014/main" id="{FFCC740B-2C6F-71AB-AEF1-21D1E9388BDB}"/>
                </a:ext>
              </a:extLst>
            </p:cNvPr>
            <p:cNvGrpSpPr/>
            <p:nvPr/>
          </p:nvGrpSpPr>
          <p:grpSpPr>
            <a:xfrm>
              <a:off x="6126877" y="5349227"/>
              <a:ext cx="1681891" cy="416127"/>
              <a:chOff x="4234950" y="2101012"/>
              <a:chExt cx="4219974" cy="1044090"/>
            </a:xfrm>
          </p:grpSpPr>
          <p:sp>
            <p:nvSpPr>
              <p:cNvPr id="529" name="Google Shape;12068;p129">
                <a:extLst>
                  <a:ext uri="{FF2B5EF4-FFF2-40B4-BE49-F238E27FC236}">
                    <a16:creationId xmlns:a16="http://schemas.microsoft.com/office/drawing/2014/main" id="{51785051-A4E0-A861-39E8-9C71B8567A18}"/>
                  </a:ext>
                </a:extLst>
              </p:cNvPr>
              <p:cNvSpPr/>
              <p:nvPr/>
            </p:nvSpPr>
            <p:spPr>
              <a:xfrm rot="10800000">
                <a:off x="7528544" y="2218809"/>
                <a:ext cx="826790" cy="826702"/>
              </a:xfrm>
              <a:custGeom>
                <a:avLst/>
                <a:gdLst/>
                <a:ahLst/>
                <a:cxnLst/>
                <a:rect l="l" t="t" r="r" b="b"/>
                <a:pathLst>
                  <a:path w="34893" h="34893" extrusionOk="0">
                    <a:moveTo>
                      <a:pt x="1" y="1"/>
                    </a:moveTo>
                    <a:lnTo>
                      <a:pt x="1" y="34892"/>
                    </a:lnTo>
                    <a:lnTo>
                      <a:pt x="34892" y="34892"/>
                    </a:lnTo>
                    <a:lnTo>
                      <a:pt x="34892" y="1"/>
                    </a:lnTo>
                    <a:close/>
                  </a:path>
                </a:pathLst>
              </a:custGeom>
              <a:solidFill>
                <a:srgbClr val="435D7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Google Shape;12069;p129">
                <a:extLst>
                  <a:ext uri="{FF2B5EF4-FFF2-40B4-BE49-F238E27FC236}">
                    <a16:creationId xmlns:a16="http://schemas.microsoft.com/office/drawing/2014/main" id="{40447C1E-E42B-6D33-D1B4-14F666E584EC}"/>
                  </a:ext>
                </a:extLst>
              </p:cNvPr>
              <p:cNvSpPr/>
              <p:nvPr/>
            </p:nvSpPr>
            <p:spPr>
              <a:xfrm rot="10800000">
                <a:off x="6487595" y="2218809"/>
                <a:ext cx="827572" cy="826702"/>
              </a:xfrm>
              <a:custGeom>
                <a:avLst/>
                <a:gdLst/>
                <a:ahLst/>
                <a:cxnLst/>
                <a:rect l="l" t="t" r="r" b="b"/>
                <a:pathLst>
                  <a:path w="34926" h="34893" extrusionOk="0">
                    <a:moveTo>
                      <a:pt x="1" y="1"/>
                    </a:moveTo>
                    <a:lnTo>
                      <a:pt x="1" y="34892"/>
                    </a:lnTo>
                    <a:lnTo>
                      <a:pt x="34926" y="34892"/>
                    </a:lnTo>
                    <a:lnTo>
                      <a:pt x="34926" y="1"/>
                    </a:lnTo>
                    <a:close/>
                  </a:path>
                </a:pathLst>
              </a:custGeom>
              <a:solidFill>
                <a:srgbClr val="5F7D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Google Shape;12070;p129">
                <a:extLst>
                  <a:ext uri="{FF2B5EF4-FFF2-40B4-BE49-F238E27FC236}">
                    <a16:creationId xmlns:a16="http://schemas.microsoft.com/office/drawing/2014/main" id="{A32886B0-9D42-A2D4-A385-322B4A2C3656}"/>
                  </a:ext>
                </a:extLst>
              </p:cNvPr>
              <p:cNvSpPr/>
              <p:nvPr/>
            </p:nvSpPr>
            <p:spPr>
              <a:xfrm rot="10800000">
                <a:off x="5430819" y="2218809"/>
                <a:ext cx="827572" cy="826702"/>
              </a:xfrm>
              <a:custGeom>
                <a:avLst/>
                <a:gdLst/>
                <a:ahLst/>
                <a:cxnLst/>
                <a:rect l="l" t="t" r="r" b="b"/>
                <a:pathLst>
                  <a:path w="34926" h="34893" extrusionOk="0">
                    <a:moveTo>
                      <a:pt x="0" y="1"/>
                    </a:moveTo>
                    <a:lnTo>
                      <a:pt x="0" y="34892"/>
                    </a:lnTo>
                    <a:lnTo>
                      <a:pt x="34925" y="34892"/>
                    </a:lnTo>
                    <a:lnTo>
                      <a:pt x="34925" y="1"/>
                    </a:lnTo>
                    <a:close/>
                  </a:path>
                </a:pathLst>
              </a:custGeom>
              <a:solidFill>
                <a:srgbClr val="869F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Google Shape;12071;p129">
                <a:extLst>
                  <a:ext uri="{FF2B5EF4-FFF2-40B4-BE49-F238E27FC236}">
                    <a16:creationId xmlns:a16="http://schemas.microsoft.com/office/drawing/2014/main" id="{8793941E-24E6-867B-4F61-169DC0487B46}"/>
                  </a:ext>
                </a:extLst>
              </p:cNvPr>
              <p:cNvSpPr/>
              <p:nvPr/>
            </p:nvSpPr>
            <p:spPr>
              <a:xfrm rot="10800000">
                <a:off x="4374848" y="2218809"/>
                <a:ext cx="826790" cy="826702"/>
              </a:xfrm>
              <a:custGeom>
                <a:avLst/>
                <a:gdLst/>
                <a:ahLst/>
                <a:cxnLst/>
                <a:rect l="l" t="t" r="r" b="b"/>
                <a:pathLst>
                  <a:path w="34893" h="34893" extrusionOk="0">
                    <a:moveTo>
                      <a:pt x="1" y="1"/>
                    </a:moveTo>
                    <a:lnTo>
                      <a:pt x="1" y="34892"/>
                    </a:lnTo>
                    <a:lnTo>
                      <a:pt x="34892" y="34892"/>
                    </a:lnTo>
                    <a:lnTo>
                      <a:pt x="34892" y="1"/>
                    </a:lnTo>
                    <a:close/>
                  </a:path>
                </a:pathLst>
              </a:custGeom>
              <a:solidFill>
                <a:srgbClr val="BAC8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Google Shape;12072;p129">
                <a:extLst>
                  <a:ext uri="{FF2B5EF4-FFF2-40B4-BE49-F238E27FC236}">
                    <a16:creationId xmlns:a16="http://schemas.microsoft.com/office/drawing/2014/main" id="{8AEE97DB-1229-50D7-7172-35C6ADB8FE0C}"/>
                  </a:ext>
                </a:extLst>
              </p:cNvPr>
              <p:cNvSpPr/>
              <p:nvPr/>
            </p:nvSpPr>
            <p:spPr>
              <a:xfrm rot="10800000">
                <a:off x="7410780" y="2622683"/>
                <a:ext cx="1044144" cy="522420"/>
              </a:xfrm>
              <a:custGeom>
                <a:avLst/>
                <a:gdLst/>
                <a:ahLst/>
                <a:cxnLst/>
                <a:rect l="l" t="t" r="r" b="b"/>
                <a:pathLst>
                  <a:path w="44066" h="22050" fill="none" extrusionOk="0">
                    <a:moveTo>
                      <a:pt x="1" y="22050"/>
                    </a:moveTo>
                    <a:cubicBezTo>
                      <a:pt x="1" y="9874"/>
                      <a:pt x="9874" y="1"/>
                      <a:pt x="22050" y="1"/>
                    </a:cubicBezTo>
                    <a:cubicBezTo>
                      <a:pt x="34192" y="1"/>
                      <a:pt x="44065" y="9874"/>
                      <a:pt x="44065" y="22050"/>
                    </a:cubicBezTo>
                  </a:path>
                </a:pathLst>
              </a:custGeom>
              <a:noFill/>
              <a:ln w="20850" cap="rnd" cmpd="sng">
                <a:solidFill>
                  <a:srgbClr val="435D74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Google Shape;12073;p129">
                <a:extLst>
                  <a:ext uri="{FF2B5EF4-FFF2-40B4-BE49-F238E27FC236}">
                    <a16:creationId xmlns:a16="http://schemas.microsoft.com/office/drawing/2014/main" id="{0E92CD13-1C9A-E791-D69C-BED6C9B66C71}"/>
                  </a:ext>
                </a:extLst>
              </p:cNvPr>
              <p:cNvSpPr/>
              <p:nvPr/>
            </p:nvSpPr>
            <p:spPr>
              <a:xfrm rot="10800000">
                <a:off x="6366656" y="2101012"/>
                <a:ext cx="1044144" cy="521638"/>
              </a:xfrm>
              <a:custGeom>
                <a:avLst/>
                <a:gdLst/>
                <a:ahLst/>
                <a:cxnLst/>
                <a:rect l="l" t="t" r="r" b="b"/>
                <a:pathLst>
                  <a:path w="44066" h="22017" fill="none" extrusionOk="0">
                    <a:moveTo>
                      <a:pt x="44065" y="1"/>
                    </a:moveTo>
                    <a:cubicBezTo>
                      <a:pt x="44065" y="12176"/>
                      <a:pt x="34191" y="22016"/>
                      <a:pt x="22049" y="22016"/>
                    </a:cubicBezTo>
                    <a:cubicBezTo>
                      <a:pt x="9874" y="22016"/>
                      <a:pt x="0" y="12176"/>
                      <a:pt x="0" y="1"/>
                    </a:cubicBezTo>
                  </a:path>
                </a:pathLst>
              </a:custGeom>
              <a:noFill/>
              <a:ln w="20850" cap="rnd" cmpd="sng">
                <a:solidFill>
                  <a:srgbClr val="5F7D95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Google Shape;12074;p129">
                <a:extLst>
                  <a:ext uri="{FF2B5EF4-FFF2-40B4-BE49-F238E27FC236}">
                    <a16:creationId xmlns:a16="http://schemas.microsoft.com/office/drawing/2014/main" id="{5FAD8F65-9CDB-0339-CB53-0967CCA5F288}"/>
                  </a:ext>
                </a:extLst>
              </p:cNvPr>
              <p:cNvSpPr/>
              <p:nvPr/>
            </p:nvSpPr>
            <p:spPr>
              <a:xfrm rot="10800000">
                <a:off x="5322557" y="2622683"/>
                <a:ext cx="1044120" cy="522420"/>
              </a:xfrm>
              <a:custGeom>
                <a:avLst/>
                <a:gdLst/>
                <a:ahLst/>
                <a:cxnLst/>
                <a:rect l="l" t="t" r="r" b="b"/>
                <a:pathLst>
                  <a:path w="44065" h="22050" fill="none" extrusionOk="0">
                    <a:moveTo>
                      <a:pt x="0" y="22050"/>
                    </a:moveTo>
                    <a:cubicBezTo>
                      <a:pt x="0" y="9874"/>
                      <a:pt x="9874" y="1"/>
                      <a:pt x="22049" y="1"/>
                    </a:cubicBezTo>
                    <a:cubicBezTo>
                      <a:pt x="34191" y="1"/>
                      <a:pt x="44065" y="9874"/>
                      <a:pt x="44065" y="22050"/>
                    </a:cubicBezTo>
                  </a:path>
                </a:pathLst>
              </a:custGeom>
              <a:noFill/>
              <a:ln w="20850" cap="rnd" cmpd="sng">
                <a:solidFill>
                  <a:srgbClr val="869FB2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Google Shape;12075;p129">
                <a:extLst>
                  <a:ext uri="{FF2B5EF4-FFF2-40B4-BE49-F238E27FC236}">
                    <a16:creationId xmlns:a16="http://schemas.microsoft.com/office/drawing/2014/main" id="{371FEEDF-4C0E-3939-0240-211486CB8D5F}"/>
                  </a:ext>
                </a:extLst>
              </p:cNvPr>
              <p:cNvSpPr/>
              <p:nvPr/>
            </p:nvSpPr>
            <p:spPr>
              <a:xfrm rot="10800000">
                <a:off x="4278434" y="2101012"/>
                <a:ext cx="1044144" cy="521638"/>
              </a:xfrm>
              <a:custGeom>
                <a:avLst/>
                <a:gdLst/>
                <a:ahLst/>
                <a:cxnLst/>
                <a:rect l="l" t="t" r="r" b="b"/>
                <a:pathLst>
                  <a:path w="44066" h="22017" fill="none" extrusionOk="0">
                    <a:moveTo>
                      <a:pt x="44066" y="1"/>
                    </a:moveTo>
                    <a:cubicBezTo>
                      <a:pt x="44066" y="12176"/>
                      <a:pt x="34192" y="22016"/>
                      <a:pt x="22017" y="22016"/>
                    </a:cubicBezTo>
                    <a:cubicBezTo>
                      <a:pt x="9875" y="22016"/>
                      <a:pt x="1" y="12176"/>
                      <a:pt x="1" y="1"/>
                    </a:cubicBezTo>
                  </a:path>
                </a:pathLst>
              </a:custGeom>
              <a:noFill/>
              <a:ln w="20850" cap="rnd" cmpd="sng">
                <a:solidFill>
                  <a:srgbClr val="BAC8D3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Google Shape;12076;p129">
                <a:extLst>
                  <a:ext uri="{FF2B5EF4-FFF2-40B4-BE49-F238E27FC236}">
                    <a16:creationId xmlns:a16="http://schemas.microsoft.com/office/drawing/2014/main" id="{B2043FAA-3456-8265-3163-816A35553BBD}"/>
                  </a:ext>
                </a:extLst>
              </p:cNvPr>
              <p:cNvSpPr/>
              <p:nvPr/>
            </p:nvSpPr>
            <p:spPr>
              <a:xfrm rot="10800000">
                <a:off x="7367296" y="2570459"/>
                <a:ext cx="86984" cy="86975"/>
              </a:xfrm>
              <a:custGeom>
                <a:avLst/>
                <a:gdLst/>
                <a:ahLst/>
                <a:cxnLst/>
                <a:rect l="l" t="t" r="r" b="b"/>
                <a:pathLst>
                  <a:path w="3671" h="3671" extrusionOk="0">
                    <a:moveTo>
                      <a:pt x="1835" y="1"/>
                    </a:moveTo>
                    <a:cubicBezTo>
                      <a:pt x="835" y="1"/>
                      <a:pt x="1" y="835"/>
                      <a:pt x="1" y="1836"/>
                    </a:cubicBezTo>
                    <a:cubicBezTo>
                      <a:pt x="1" y="2870"/>
                      <a:pt x="835" y="3670"/>
                      <a:pt x="1835" y="3670"/>
                    </a:cubicBezTo>
                    <a:cubicBezTo>
                      <a:pt x="2869" y="3670"/>
                      <a:pt x="3670" y="2870"/>
                      <a:pt x="3670" y="1836"/>
                    </a:cubicBezTo>
                    <a:cubicBezTo>
                      <a:pt x="3670" y="835"/>
                      <a:pt x="2836" y="1"/>
                      <a:pt x="183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Google Shape;12077;p129">
                <a:extLst>
                  <a:ext uri="{FF2B5EF4-FFF2-40B4-BE49-F238E27FC236}">
                    <a16:creationId xmlns:a16="http://schemas.microsoft.com/office/drawing/2014/main" id="{30E216E2-A5EE-36F4-D626-969F4C22C833}"/>
                  </a:ext>
                </a:extLst>
              </p:cNvPr>
              <p:cNvSpPr/>
              <p:nvPr/>
            </p:nvSpPr>
            <p:spPr>
              <a:xfrm rot="10800000">
                <a:off x="6323197" y="2570459"/>
                <a:ext cx="86961" cy="86975"/>
              </a:xfrm>
              <a:custGeom>
                <a:avLst/>
                <a:gdLst/>
                <a:ahLst/>
                <a:cxnLst/>
                <a:rect l="l" t="t" r="r" b="b"/>
                <a:pathLst>
                  <a:path w="3670" h="3671" extrusionOk="0">
                    <a:moveTo>
                      <a:pt x="1835" y="1"/>
                    </a:moveTo>
                    <a:cubicBezTo>
                      <a:pt x="834" y="1"/>
                      <a:pt x="1" y="835"/>
                      <a:pt x="1" y="1836"/>
                    </a:cubicBezTo>
                    <a:cubicBezTo>
                      <a:pt x="1" y="2870"/>
                      <a:pt x="834" y="3670"/>
                      <a:pt x="1835" y="3670"/>
                    </a:cubicBezTo>
                    <a:cubicBezTo>
                      <a:pt x="2836" y="3670"/>
                      <a:pt x="3670" y="2870"/>
                      <a:pt x="3670" y="1836"/>
                    </a:cubicBezTo>
                    <a:cubicBezTo>
                      <a:pt x="3670" y="835"/>
                      <a:pt x="2869" y="1"/>
                      <a:pt x="183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Google Shape;12078;p129">
                <a:extLst>
                  <a:ext uri="{FF2B5EF4-FFF2-40B4-BE49-F238E27FC236}">
                    <a16:creationId xmlns:a16="http://schemas.microsoft.com/office/drawing/2014/main" id="{3310385A-83F3-ABDE-7A59-377EBF65BDA1}"/>
                  </a:ext>
                </a:extLst>
              </p:cNvPr>
              <p:cNvSpPr/>
              <p:nvPr/>
            </p:nvSpPr>
            <p:spPr>
              <a:xfrm rot="10800000">
                <a:off x="5279073" y="2570459"/>
                <a:ext cx="86961" cy="86975"/>
              </a:xfrm>
              <a:custGeom>
                <a:avLst/>
                <a:gdLst/>
                <a:ahLst/>
                <a:cxnLst/>
                <a:rect l="l" t="t" r="r" b="b"/>
                <a:pathLst>
                  <a:path w="3670" h="3671" extrusionOk="0">
                    <a:moveTo>
                      <a:pt x="1835" y="1"/>
                    </a:moveTo>
                    <a:cubicBezTo>
                      <a:pt x="834" y="1"/>
                      <a:pt x="0" y="835"/>
                      <a:pt x="0" y="1836"/>
                    </a:cubicBezTo>
                    <a:cubicBezTo>
                      <a:pt x="0" y="2870"/>
                      <a:pt x="834" y="3670"/>
                      <a:pt x="1835" y="3670"/>
                    </a:cubicBezTo>
                    <a:cubicBezTo>
                      <a:pt x="2836" y="3670"/>
                      <a:pt x="3670" y="2870"/>
                      <a:pt x="3670" y="1836"/>
                    </a:cubicBezTo>
                    <a:cubicBezTo>
                      <a:pt x="3670" y="835"/>
                      <a:pt x="2836" y="1"/>
                      <a:pt x="183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Google Shape;12079;p129">
                <a:extLst>
                  <a:ext uri="{FF2B5EF4-FFF2-40B4-BE49-F238E27FC236}">
                    <a16:creationId xmlns:a16="http://schemas.microsoft.com/office/drawing/2014/main" id="{7B54C710-DCEB-ADE1-F860-5FB05925B7C8}"/>
                  </a:ext>
                </a:extLst>
              </p:cNvPr>
              <p:cNvSpPr/>
              <p:nvPr/>
            </p:nvSpPr>
            <p:spPr>
              <a:xfrm rot="10800000">
                <a:off x="4234950" y="2570459"/>
                <a:ext cx="86961" cy="86975"/>
              </a:xfrm>
              <a:custGeom>
                <a:avLst/>
                <a:gdLst/>
                <a:ahLst/>
                <a:cxnLst/>
                <a:rect l="l" t="t" r="r" b="b"/>
                <a:pathLst>
                  <a:path w="3670" h="3671" extrusionOk="0">
                    <a:moveTo>
                      <a:pt x="1835" y="1"/>
                    </a:moveTo>
                    <a:cubicBezTo>
                      <a:pt x="834" y="1"/>
                      <a:pt x="0" y="835"/>
                      <a:pt x="0" y="1836"/>
                    </a:cubicBezTo>
                    <a:cubicBezTo>
                      <a:pt x="0" y="2870"/>
                      <a:pt x="834" y="3670"/>
                      <a:pt x="1835" y="3670"/>
                    </a:cubicBezTo>
                    <a:cubicBezTo>
                      <a:pt x="2836" y="3670"/>
                      <a:pt x="3669" y="2870"/>
                      <a:pt x="3669" y="1836"/>
                    </a:cubicBezTo>
                    <a:cubicBezTo>
                      <a:pt x="3669" y="835"/>
                      <a:pt x="2836" y="1"/>
                      <a:pt x="183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Google Shape;12080;p129">
                <a:extLst>
                  <a:ext uri="{FF2B5EF4-FFF2-40B4-BE49-F238E27FC236}">
                    <a16:creationId xmlns:a16="http://schemas.microsoft.com/office/drawing/2014/main" id="{F1D82AF2-AAB9-E712-2AA3-328387A37CF0}"/>
                  </a:ext>
                </a:extLst>
              </p:cNvPr>
              <p:cNvSpPr/>
              <p:nvPr/>
            </p:nvSpPr>
            <p:spPr>
              <a:xfrm rot="10800000">
                <a:off x="7541197" y="2231460"/>
                <a:ext cx="801483" cy="800617"/>
              </a:xfrm>
              <a:custGeom>
                <a:avLst/>
                <a:gdLst/>
                <a:ahLst/>
                <a:cxnLst/>
                <a:rect l="l" t="t" r="r" b="b"/>
                <a:pathLst>
                  <a:path w="33825" h="33792" extrusionOk="0">
                    <a:moveTo>
                      <a:pt x="16912" y="1835"/>
                    </a:moveTo>
                    <a:cubicBezTo>
                      <a:pt x="25218" y="1835"/>
                      <a:pt x="31956" y="8573"/>
                      <a:pt x="31956" y="16879"/>
                    </a:cubicBezTo>
                    <a:cubicBezTo>
                      <a:pt x="31956" y="25185"/>
                      <a:pt x="25218" y="31923"/>
                      <a:pt x="16912" y="31923"/>
                    </a:cubicBezTo>
                    <a:cubicBezTo>
                      <a:pt x="8606" y="31923"/>
                      <a:pt x="1868" y="25185"/>
                      <a:pt x="1868" y="16879"/>
                    </a:cubicBezTo>
                    <a:cubicBezTo>
                      <a:pt x="1868" y="8573"/>
                      <a:pt x="8606" y="1835"/>
                      <a:pt x="16912" y="1835"/>
                    </a:cubicBezTo>
                    <a:close/>
                    <a:moveTo>
                      <a:pt x="16912" y="1"/>
                    </a:moveTo>
                    <a:cubicBezTo>
                      <a:pt x="7572" y="1"/>
                      <a:pt x="0" y="7539"/>
                      <a:pt x="0" y="16879"/>
                    </a:cubicBezTo>
                    <a:cubicBezTo>
                      <a:pt x="0" y="26219"/>
                      <a:pt x="7572" y="33791"/>
                      <a:pt x="16912" y="33791"/>
                    </a:cubicBezTo>
                    <a:cubicBezTo>
                      <a:pt x="26252" y="33791"/>
                      <a:pt x="33824" y="26219"/>
                      <a:pt x="33824" y="16879"/>
                    </a:cubicBezTo>
                    <a:cubicBezTo>
                      <a:pt x="33824" y="7539"/>
                      <a:pt x="26252" y="1"/>
                      <a:pt x="1691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Google Shape;12081;p129">
                <a:extLst>
                  <a:ext uri="{FF2B5EF4-FFF2-40B4-BE49-F238E27FC236}">
                    <a16:creationId xmlns:a16="http://schemas.microsoft.com/office/drawing/2014/main" id="{DDB9792D-A068-6EB0-D76D-EAF80B757323}"/>
                  </a:ext>
                </a:extLst>
              </p:cNvPr>
              <p:cNvSpPr/>
              <p:nvPr/>
            </p:nvSpPr>
            <p:spPr>
              <a:xfrm rot="10800000">
                <a:off x="6488377" y="2231460"/>
                <a:ext cx="800701" cy="800617"/>
              </a:xfrm>
              <a:custGeom>
                <a:avLst/>
                <a:gdLst/>
                <a:ahLst/>
                <a:cxnLst/>
                <a:rect l="l" t="t" r="r" b="b"/>
                <a:pathLst>
                  <a:path w="33792" h="33792" extrusionOk="0">
                    <a:moveTo>
                      <a:pt x="16912" y="1"/>
                    </a:moveTo>
                    <a:cubicBezTo>
                      <a:pt x="7572" y="1"/>
                      <a:pt x="0" y="7539"/>
                      <a:pt x="0" y="16879"/>
                    </a:cubicBezTo>
                    <a:cubicBezTo>
                      <a:pt x="0" y="26219"/>
                      <a:pt x="7572" y="33791"/>
                      <a:pt x="16912" y="33791"/>
                    </a:cubicBezTo>
                    <a:cubicBezTo>
                      <a:pt x="26219" y="33791"/>
                      <a:pt x="33791" y="26219"/>
                      <a:pt x="33791" y="16879"/>
                    </a:cubicBezTo>
                    <a:cubicBezTo>
                      <a:pt x="33791" y="7539"/>
                      <a:pt x="26252" y="1"/>
                      <a:pt x="16912" y="1"/>
                    </a:cubicBezTo>
                    <a:close/>
                    <a:moveTo>
                      <a:pt x="16912" y="31923"/>
                    </a:moveTo>
                    <a:cubicBezTo>
                      <a:pt x="8607" y="31923"/>
                      <a:pt x="1868" y="25185"/>
                      <a:pt x="1868" y="16879"/>
                    </a:cubicBezTo>
                    <a:cubicBezTo>
                      <a:pt x="1868" y="8573"/>
                      <a:pt x="8607" y="1835"/>
                      <a:pt x="16912" y="1835"/>
                    </a:cubicBezTo>
                    <a:cubicBezTo>
                      <a:pt x="25218" y="1835"/>
                      <a:pt x="31957" y="8573"/>
                      <a:pt x="31957" y="16879"/>
                    </a:cubicBezTo>
                    <a:cubicBezTo>
                      <a:pt x="31957" y="25185"/>
                      <a:pt x="25218" y="31923"/>
                      <a:pt x="16912" y="31923"/>
                    </a:cubicBezTo>
                    <a:close/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Google Shape;12082;p129">
                <a:extLst>
                  <a:ext uri="{FF2B5EF4-FFF2-40B4-BE49-F238E27FC236}">
                    <a16:creationId xmlns:a16="http://schemas.microsoft.com/office/drawing/2014/main" id="{3245C3D8-198B-8840-1FCF-8FC33DF90960}"/>
                  </a:ext>
                </a:extLst>
              </p:cNvPr>
              <p:cNvSpPr/>
              <p:nvPr/>
            </p:nvSpPr>
            <p:spPr>
              <a:xfrm rot="10800000">
                <a:off x="5434776" y="2231460"/>
                <a:ext cx="800701" cy="800617"/>
              </a:xfrm>
              <a:custGeom>
                <a:avLst/>
                <a:gdLst/>
                <a:ahLst/>
                <a:cxnLst/>
                <a:rect l="l" t="t" r="r" b="b"/>
                <a:pathLst>
                  <a:path w="33792" h="33792" extrusionOk="0">
                    <a:moveTo>
                      <a:pt x="16879" y="1"/>
                    </a:moveTo>
                    <a:cubicBezTo>
                      <a:pt x="7539" y="1"/>
                      <a:pt x="0" y="7539"/>
                      <a:pt x="0" y="16879"/>
                    </a:cubicBezTo>
                    <a:cubicBezTo>
                      <a:pt x="0" y="26219"/>
                      <a:pt x="7539" y="33791"/>
                      <a:pt x="16879" y="33791"/>
                    </a:cubicBezTo>
                    <a:cubicBezTo>
                      <a:pt x="26219" y="33791"/>
                      <a:pt x="33791" y="26219"/>
                      <a:pt x="33791" y="16879"/>
                    </a:cubicBezTo>
                    <a:cubicBezTo>
                      <a:pt x="33791" y="7539"/>
                      <a:pt x="26219" y="1"/>
                      <a:pt x="16879" y="1"/>
                    </a:cubicBezTo>
                    <a:close/>
                    <a:moveTo>
                      <a:pt x="16879" y="31923"/>
                    </a:moveTo>
                    <a:cubicBezTo>
                      <a:pt x="8573" y="31923"/>
                      <a:pt x="1835" y="25185"/>
                      <a:pt x="1835" y="16879"/>
                    </a:cubicBezTo>
                    <a:cubicBezTo>
                      <a:pt x="1835" y="8573"/>
                      <a:pt x="8573" y="1835"/>
                      <a:pt x="16879" y="1835"/>
                    </a:cubicBezTo>
                    <a:cubicBezTo>
                      <a:pt x="25185" y="1835"/>
                      <a:pt x="31923" y="8573"/>
                      <a:pt x="31923" y="16879"/>
                    </a:cubicBezTo>
                    <a:cubicBezTo>
                      <a:pt x="31923" y="25185"/>
                      <a:pt x="25185" y="31923"/>
                      <a:pt x="16879" y="31923"/>
                    </a:cubicBezTo>
                    <a:close/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Google Shape;12083;p129">
                <a:extLst>
                  <a:ext uri="{FF2B5EF4-FFF2-40B4-BE49-F238E27FC236}">
                    <a16:creationId xmlns:a16="http://schemas.microsoft.com/office/drawing/2014/main" id="{40303019-D7F0-A228-4D0F-68F96ED63FBF}"/>
                  </a:ext>
                </a:extLst>
              </p:cNvPr>
              <p:cNvSpPr/>
              <p:nvPr/>
            </p:nvSpPr>
            <p:spPr>
              <a:xfrm rot="10800000">
                <a:off x="4381980" y="2231460"/>
                <a:ext cx="800678" cy="800617"/>
              </a:xfrm>
              <a:custGeom>
                <a:avLst/>
                <a:gdLst/>
                <a:ahLst/>
                <a:cxnLst/>
                <a:rect l="l" t="t" r="r" b="b"/>
                <a:pathLst>
                  <a:path w="33791" h="33792" extrusionOk="0">
                    <a:moveTo>
                      <a:pt x="16912" y="1"/>
                    </a:moveTo>
                    <a:cubicBezTo>
                      <a:pt x="7572" y="1"/>
                      <a:pt x="0" y="7539"/>
                      <a:pt x="0" y="16879"/>
                    </a:cubicBezTo>
                    <a:cubicBezTo>
                      <a:pt x="0" y="26219"/>
                      <a:pt x="7572" y="33791"/>
                      <a:pt x="16912" y="33791"/>
                    </a:cubicBezTo>
                    <a:cubicBezTo>
                      <a:pt x="26252" y="33791"/>
                      <a:pt x="33791" y="26219"/>
                      <a:pt x="33791" y="16879"/>
                    </a:cubicBezTo>
                    <a:cubicBezTo>
                      <a:pt x="33791" y="7539"/>
                      <a:pt x="26252" y="1"/>
                      <a:pt x="16912" y="1"/>
                    </a:cubicBezTo>
                    <a:close/>
                    <a:moveTo>
                      <a:pt x="16912" y="31923"/>
                    </a:moveTo>
                    <a:cubicBezTo>
                      <a:pt x="8606" y="31923"/>
                      <a:pt x="1868" y="25185"/>
                      <a:pt x="1868" y="16879"/>
                    </a:cubicBezTo>
                    <a:cubicBezTo>
                      <a:pt x="1868" y="8573"/>
                      <a:pt x="8606" y="1835"/>
                      <a:pt x="16912" y="1835"/>
                    </a:cubicBezTo>
                    <a:cubicBezTo>
                      <a:pt x="25218" y="1835"/>
                      <a:pt x="31956" y="8573"/>
                      <a:pt x="31956" y="16879"/>
                    </a:cubicBezTo>
                    <a:cubicBezTo>
                      <a:pt x="31956" y="25185"/>
                      <a:pt x="25218" y="31923"/>
                      <a:pt x="16912" y="31923"/>
                    </a:cubicBezTo>
                    <a:close/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" name="Google Shape;12084;p129">
              <a:extLst>
                <a:ext uri="{FF2B5EF4-FFF2-40B4-BE49-F238E27FC236}">
                  <a16:creationId xmlns:a16="http://schemas.microsoft.com/office/drawing/2014/main" id="{EC213007-144C-403F-6A2C-8714AF8B6599}"/>
                </a:ext>
              </a:extLst>
            </p:cNvPr>
            <p:cNvGrpSpPr/>
            <p:nvPr/>
          </p:nvGrpSpPr>
          <p:grpSpPr>
            <a:xfrm>
              <a:off x="7996776" y="2964494"/>
              <a:ext cx="1882783" cy="440994"/>
              <a:chOff x="1247650" y="2075423"/>
              <a:chExt cx="6648477" cy="1557238"/>
            </a:xfrm>
            <a:solidFill>
              <a:schemeClr val="accent1">
                <a:lumMod val="75000"/>
              </a:schemeClr>
            </a:solidFill>
          </p:grpSpPr>
          <p:sp>
            <p:nvSpPr>
              <p:cNvPr id="523" name="Google Shape;12085;p129">
                <a:extLst>
                  <a:ext uri="{FF2B5EF4-FFF2-40B4-BE49-F238E27FC236}">
                    <a16:creationId xmlns:a16="http://schemas.microsoft.com/office/drawing/2014/main" id="{CD6581CD-D3B7-17E0-7C40-85808E65D669}"/>
                  </a:ext>
                </a:extLst>
              </p:cNvPr>
              <p:cNvSpPr/>
              <p:nvPr/>
            </p:nvSpPr>
            <p:spPr>
              <a:xfrm>
                <a:off x="6633862" y="2075423"/>
                <a:ext cx="953444" cy="825696"/>
              </a:xfrm>
              <a:custGeom>
                <a:avLst/>
                <a:gdLst/>
                <a:ahLst/>
                <a:cxnLst/>
                <a:rect l="l" t="t" r="r" b="b"/>
                <a:pathLst>
                  <a:path w="57767" h="50027" extrusionOk="0">
                    <a:moveTo>
                      <a:pt x="14439" y="0"/>
                    </a:moveTo>
                    <a:lnTo>
                      <a:pt x="0" y="25014"/>
                    </a:lnTo>
                    <a:lnTo>
                      <a:pt x="14439" y="50027"/>
                    </a:lnTo>
                    <a:lnTo>
                      <a:pt x="43329" y="50027"/>
                    </a:lnTo>
                    <a:lnTo>
                      <a:pt x="57767" y="25014"/>
                    </a:lnTo>
                    <a:lnTo>
                      <a:pt x="4332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Google Shape;12086;p129">
                <a:extLst>
                  <a:ext uri="{FF2B5EF4-FFF2-40B4-BE49-F238E27FC236}">
                    <a16:creationId xmlns:a16="http://schemas.microsoft.com/office/drawing/2014/main" id="{B496FB40-D5D0-E3D1-DD03-8F95DAE1152F}"/>
                  </a:ext>
                </a:extLst>
              </p:cNvPr>
              <p:cNvSpPr/>
              <p:nvPr/>
            </p:nvSpPr>
            <p:spPr>
              <a:xfrm>
                <a:off x="5359252" y="2806965"/>
                <a:ext cx="953461" cy="825696"/>
              </a:xfrm>
              <a:custGeom>
                <a:avLst/>
                <a:gdLst/>
                <a:ahLst/>
                <a:cxnLst/>
                <a:rect l="l" t="t" r="r" b="b"/>
                <a:pathLst>
                  <a:path w="57768" h="50027" extrusionOk="0">
                    <a:moveTo>
                      <a:pt x="14439" y="0"/>
                    </a:moveTo>
                    <a:lnTo>
                      <a:pt x="1" y="25013"/>
                    </a:lnTo>
                    <a:lnTo>
                      <a:pt x="14439" y="50027"/>
                    </a:lnTo>
                    <a:lnTo>
                      <a:pt x="43329" y="50027"/>
                    </a:lnTo>
                    <a:lnTo>
                      <a:pt x="57767" y="25013"/>
                    </a:lnTo>
                    <a:lnTo>
                      <a:pt x="4332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Google Shape;12087;p129">
                <a:extLst>
                  <a:ext uri="{FF2B5EF4-FFF2-40B4-BE49-F238E27FC236}">
                    <a16:creationId xmlns:a16="http://schemas.microsoft.com/office/drawing/2014/main" id="{4758085D-330E-32FB-2322-435CB4B09B07}"/>
                  </a:ext>
                </a:extLst>
              </p:cNvPr>
              <p:cNvSpPr/>
              <p:nvPr/>
            </p:nvSpPr>
            <p:spPr>
              <a:xfrm>
                <a:off x="1601478" y="2075425"/>
                <a:ext cx="953316" cy="825696"/>
              </a:xfrm>
              <a:custGeom>
                <a:avLst/>
                <a:gdLst/>
                <a:ahLst/>
                <a:cxnLst/>
                <a:rect l="l" t="t" r="r" b="b"/>
                <a:pathLst>
                  <a:path w="57768" h="50027" extrusionOk="0">
                    <a:moveTo>
                      <a:pt x="14439" y="0"/>
                    </a:moveTo>
                    <a:lnTo>
                      <a:pt x="1" y="25013"/>
                    </a:lnTo>
                    <a:lnTo>
                      <a:pt x="14439" y="50027"/>
                    </a:lnTo>
                    <a:lnTo>
                      <a:pt x="43329" y="50027"/>
                    </a:lnTo>
                    <a:lnTo>
                      <a:pt x="57768" y="25013"/>
                    </a:lnTo>
                    <a:lnTo>
                      <a:pt x="4332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Google Shape;12088;p129">
                <a:extLst>
                  <a:ext uri="{FF2B5EF4-FFF2-40B4-BE49-F238E27FC236}">
                    <a16:creationId xmlns:a16="http://schemas.microsoft.com/office/drawing/2014/main" id="{E342C0D7-768F-BF2C-241F-6A0905F40688}"/>
                  </a:ext>
                </a:extLst>
              </p:cNvPr>
              <p:cNvSpPr/>
              <p:nvPr/>
            </p:nvSpPr>
            <p:spPr>
              <a:xfrm>
                <a:off x="2857827" y="2807112"/>
                <a:ext cx="953370" cy="825320"/>
              </a:xfrm>
              <a:custGeom>
                <a:avLst/>
                <a:gdLst/>
                <a:ahLst/>
                <a:cxnLst/>
                <a:rect l="l" t="t" r="r" b="b"/>
                <a:pathLst>
                  <a:path w="57780" h="50027" extrusionOk="0">
                    <a:moveTo>
                      <a:pt x="14452" y="0"/>
                    </a:moveTo>
                    <a:lnTo>
                      <a:pt x="0" y="25013"/>
                    </a:lnTo>
                    <a:lnTo>
                      <a:pt x="14452" y="50027"/>
                    </a:lnTo>
                    <a:lnTo>
                      <a:pt x="43328" y="50027"/>
                    </a:lnTo>
                    <a:lnTo>
                      <a:pt x="57780" y="25013"/>
                    </a:lnTo>
                    <a:lnTo>
                      <a:pt x="43328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Google Shape;12089;p129">
                <a:extLst>
                  <a:ext uri="{FF2B5EF4-FFF2-40B4-BE49-F238E27FC236}">
                    <a16:creationId xmlns:a16="http://schemas.microsoft.com/office/drawing/2014/main" id="{7088ABED-6BFC-4F5A-A6A6-2E69F47B291E}"/>
                  </a:ext>
                </a:extLst>
              </p:cNvPr>
              <p:cNvSpPr/>
              <p:nvPr/>
            </p:nvSpPr>
            <p:spPr>
              <a:xfrm>
                <a:off x="4097386" y="2075425"/>
                <a:ext cx="953444" cy="825696"/>
              </a:xfrm>
              <a:custGeom>
                <a:avLst/>
                <a:gdLst/>
                <a:ahLst/>
                <a:cxnLst/>
                <a:rect l="l" t="t" r="r" b="b"/>
                <a:pathLst>
                  <a:path w="57767" h="50027" extrusionOk="0">
                    <a:moveTo>
                      <a:pt x="14439" y="0"/>
                    </a:moveTo>
                    <a:lnTo>
                      <a:pt x="0" y="25013"/>
                    </a:lnTo>
                    <a:lnTo>
                      <a:pt x="14439" y="50027"/>
                    </a:lnTo>
                    <a:lnTo>
                      <a:pt x="43328" y="50027"/>
                    </a:lnTo>
                    <a:lnTo>
                      <a:pt x="57767" y="25013"/>
                    </a:lnTo>
                    <a:lnTo>
                      <a:pt x="43328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Google Shape;12090;p129">
                <a:extLst>
                  <a:ext uri="{FF2B5EF4-FFF2-40B4-BE49-F238E27FC236}">
                    <a16:creationId xmlns:a16="http://schemas.microsoft.com/office/drawing/2014/main" id="{82F44C1A-BAA4-5D8C-1220-9AA265CD027C}"/>
                  </a:ext>
                </a:extLst>
              </p:cNvPr>
              <p:cNvSpPr/>
              <p:nvPr/>
            </p:nvSpPr>
            <p:spPr>
              <a:xfrm>
                <a:off x="1247650" y="2490334"/>
                <a:ext cx="6648477" cy="729445"/>
              </a:xfrm>
              <a:custGeom>
                <a:avLst/>
                <a:gdLst/>
                <a:ahLst/>
                <a:cxnLst/>
                <a:rect l="l" t="t" r="r" b="b"/>
                <a:pathLst>
                  <a:path w="285373" h="31310" fill="none" extrusionOk="0">
                    <a:moveTo>
                      <a:pt x="285373" y="3317"/>
                    </a:moveTo>
                    <a:lnTo>
                      <a:pt x="269256" y="31309"/>
                    </a:lnTo>
                    <a:lnTo>
                      <a:pt x="233095" y="31309"/>
                    </a:lnTo>
                    <a:lnTo>
                      <a:pt x="215067" y="352"/>
                    </a:lnTo>
                    <a:lnTo>
                      <a:pt x="179426" y="352"/>
                    </a:lnTo>
                    <a:lnTo>
                      <a:pt x="161606" y="31218"/>
                    </a:lnTo>
                    <a:lnTo>
                      <a:pt x="125718" y="31309"/>
                    </a:lnTo>
                    <a:lnTo>
                      <a:pt x="107651" y="0"/>
                    </a:lnTo>
                    <a:lnTo>
                      <a:pt x="71490" y="0"/>
                    </a:lnTo>
                    <a:lnTo>
                      <a:pt x="53669" y="31075"/>
                    </a:lnTo>
                    <a:lnTo>
                      <a:pt x="18042" y="31075"/>
                    </a:lnTo>
                    <a:lnTo>
                      <a:pt x="0" y="118"/>
                    </a:lnTo>
                  </a:path>
                </a:pathLst>
              </a:custGeom>
              <a:grpFill/>
              <a:ln w="19050" cap="flat" cmpd="sng">
                <a:solidFill>
                  <a:srgbClr val="869FB2"/>
                </a:solidFill>
                <a:prstDash val="solid"/>
                <a:miter lim="1300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" name="Google Shape;12091;p129">
              <a:extLst>
                <a:ext uri="{FF2B5EF4-FFF2-40B4-BE49-F238E27FC236}">
                  <a16:creationId xmlns:a16="http://schemas.microsoft.com/office/drawing/2014/main" id="{376F321C-5F37-5E51-87F9-0C2F11E37746}"/>
                </a:ext>
              </a:extLst>
            </p:cNvPr>
            <p:cNvGrpSpPr/>
            <p:nvPr/>
          </p:nvGrpSpPr>
          <p:grpSpPr>
            <a:xfrm>
              <a:off x="6134879" y="1959429"/>
              <a:ext cx="1680151" cy="1956614"/>
              <a:chOff x="1839112" y="2209163"/>
              <a:chExt cx="1918159" cy="2233784"/>
            </a:xfrm>
            <a:solidFill>
              <a:schemeClr val="accent1">
                <a:lumMod val="75000"/>
              </a:schemeClr>
            </a:solidFill>
          </p:grpSpPr>
          <p:sp>
            <p:nvSpPr>
              <p:cNvPr id="512" name="Google Shape;12092;p129">
                <a:extLst>
                  <a:ext uri="{FF2B5EF4-FFF2-40B4-BE49-F238E27FC236}">
                    <a16:creationId xmlns:a16="http://schemas.microsoft.com/office/drawing/2014/main" id="{99B9619F-CDC4-879A-A86C-C53F1729F4A5}"/>
                  </a:ext>
                </a:extLst>
              </p:cNvPr>
              <p:cNvSpPr/>
              <p:nvPr/>
            </p:nvSpPr>
            <p:spPr>
              <a:xfrm>
                <a:off x="1839112" y="2209163"/>
                <a:ext cx="575100" cy="575100"/>
              </a:xfrm>
              <a:prstGeom prst="flowChartConnector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12093;p129">
                <a:extLst>
                  <a:ext uri="{FF2B5EF4-FFF2-40B4-BE49-F238E27FC236}">
                    <a16:creationId xmlns:a16="http://schemas.microsoft.com/office/drawing/2014/main" id="{7E1F358E-4DA1-B9BA-520E-23413682565F}"/>
                  </a:ext>
                </a:extLst>
              </p:cNvPr>
              <p:cNvSpPr/>
              <p:nvPr/>
            </p:nvSpPr>
            <p:spPr>
              <a:xfrm>
                <a:off x="3182171" y="2209163"/>
                <a:ext cx="575100" cy="575100"/>
              </a:xfrm>
              <a:prstGeom prst="flowChartConnector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Google Shape;12094;p129">
                <a:extLst>
                  <a:ext uri="{FF2B5EF4-FFF2-40B4-BE49-F238E27FC236}">
                    <a16:creationId xmlns:a16="http://schemas.microsoft.com/office/drawing/2014/main" id="{B91B4756-1521-DE75-3F49-FE7784606202}"/>
                  </a:ext>
                </a:extLst>
              </p:cNvPr>
              <p:cNvSpPr/>
              <p:nvPr/>
            </p:nvSpPr>
            <p:spPr>
              <a:xfrm>
                <a:off x="3182171" y="3040766"/>
                <a:ext cx="575100" cy="575100"/>
              </a:xfrm>
              <a:prstGeom prst="flowChartConnector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15" name="Google Shape;12095;p129">
                <a:extLst>
                  <a:ext uri="{FF2B5EF4-FFF2-40B4-BE49-F238E27FC236}">
                    <a16:creationId xmlns:a16="http://schemas.microsoft.com/office/drawing/2014/main" id="{96955875-5144-3D0F-5792-7D334F0F88EE}"/>
                  </a:ext>
                </a:extLst>
              </p:cNvPr>
              <p:cNvCxnSpPr>
                <a:stCxn id="512" idx="6"/>
                <a:endCxn id="513" idx="2"/>
              </p:cNvCxnSpPr>
              <p:nvPr/>
            </p:nvCxnSpPr>
            <p:spPr>
              <a:xfrm>
                <a:off x="2414212" y="2496713"/>
                <a:ext cx="768000" cy="600"/>
              </a:xfrm>
              <a:prstGeom prst="bentConnector3">
                <a:avLst>
                  <a:gd name="adj1" fmla="val 49997"/>
                </a:avLst>
              </a:prstGeom>
              <a:grpFill/>
              <a:ln w="19050" cap="flat" cmpd="sng">
                <a:solidFill>
                  <a:srgbClr val="374957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16" name="Google Shape;12096;p129">
                <a:extLst>
                  <a:ext uri="{FF2B5EF4-FFF2-40B4-BE49-F238E27FC236}">
                    <a16:creationId xmlns:a16="http://schemas.microsoft.com/office/drawing/2014/main" id="{E670A3E6-3563-8EB8-6FD2-BA746931533D}"/>
                  </a:ext>
                </a:extLst>
              </p:cNvPr>
              <p:cNvCxnSpPr>
                <a:stCxn id="513" idx="4"/>
                <a:endCxn id="519" idx="0"/>
              </p:cNvCxnSpPr>
              <p:nvPr/>
            </p:nvCxnSpPr>
            <p:spPr>
              <a:xfrm rot="5400000">
                <a:off x="2669921" y="2240963"/>
                <a:ext cx="256500" cy="1343100"/>
              </a:xfrm>
              <a:prstGeom prst="bentConnector3">
                <a:avLst>
                  <a:gd name="adj1" fmla="val 50000"/>
                </a:avLst>
              </a:prstGeom>
              <a:grpFill/>
              <a:ln w="19050" cap="flat" cmpd="sng">
                <a:solidFill>
                  <a:srgbClr val="374957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17" name="Google Shape;12098;p129">
                <a:extLst>
                  <a:ext uri="{FF2B5EF4-FFF2-40B4-BE49-F238E27FC236}">
                    <a16:creationId xmlns:a16="http://schemas.microsoft.com/office/drawing/2014/main" id="{90185891-A41E-F24C-ABA4-B129C04E799C}"/>
                  </a:ext>
                </a:extLst>
              </p:cNvPr>
              <p:cNvCxnSpPr>
                <a:stCxn id="519" idx="6"/>
                <a:endCxn id="514" idx="2"/>
              </p:cNvCxnSpPr>
              <p:nvPr/>
            </p:nvCxnSpPr>
            <p:spPr>
              <a:xfrm>
                <a:off x="2414212" y="3328316"/>
                <a:ext cx="768000" cy="600"/>
              </a:xfrm>
              <a:prstGeom prst="bentConnector3">
                <a:avLst>
                  <a:gd name="adj1" fmla="val 49997"/>
                </a:avLst>
              </a:prstGeom>
              <a:grpFill/>
              <a:ln w="19050" cap="flat" cmpd="sng">
                <a:solidFill>
                  <a:srgbClr val="374957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18" name="Google Shape;12099;p129">
                <a:extLst>
                  <a:ext uri="{FF2B5EF4-FFF2-40B4-BE49-F238E27FC236}">
                    <a16:creationId xmlns:a16="http://schemas.microsoft.com/office/drawing/2014/main" id="{4DBA21CB-A1E1-2F88-9E93-CABACB4889E6}"/>
                  </a:ext>
                </a:extLst>
              </p:cNvPr>
              <p:cNvCxnSpPr>
                <a:stCxn id="514" idx="4"/>
                <a:endCxn id="520" idx="0"/>
              </p:cNvCxnSpPr>
              <p:nvPr/>
            </p:nvCxnSpPr>
            <p:spPr>
              <a:xfrm rot="5400000">
                <a:off x="2672171" y="3070316"/>
                <a:ext cx="252000" cy="1343100"/>
              </a:xfrm>
              <a:prstGeom prst="bentConnector3">
                <a:avLst>
                  <a:gd name="adj1" fmla="val 49996"/>
                </a:avLst>
              </a:prstGeom>
              <a:grpFill/>
              <a:ln w="19050" cap="flat" cmpd="sng">
                <a:solidFill>
                  <a:srgbClr val="374957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519" name="Google Shape;12097;p129">
                <a:extLst>
                  <a:ext uri="{FF2B5EF4-FFF2-40B4-BE49-F238E27FC236}">
                    <a16:creationId xmlns:a16="http://schemas.microsoft.com/office/drawing/2014/main" id="{E5D695A3-668C-CA5C-D495-73DBF9157144}"/>
                  </a:ext>
                </a:extLst>
              </p:cNvPr>
              <p:cNvSpPr/>
              <p:nvPr/>
            </p:nvSpPr>
            <p:spPr>
              <a:xfrm>
                <a:off x="1839112" y="3040766"/>
                <a:ext cx="575100" cy="575100"/>
              </a:xfrm>
              <a:prstGeom prst="flowChartConnector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Google Shape;12100;p129">
                <a:extLst>
                  <a:ext uri="{FF2B5EF4-FFF2-40B4-BE49-F238E27FC236}">
                    <a16:creationId xmlns:a16="http://schemas.microsoft.com/office/drawing/2014/main" id="{FB09DE8A-495A-61A0-3196-314640FB62DC}"/>
                  </a:ext>
                </a:extLst>
              </p:cNvPr>
              <p:cNvSpPr/>
              <p:nvPr/>
            </p:nvSpPr>
            <p:spPr>
              <a:xfrm>
                <a:off x="1839112" y="3867848"/>
                <a:ext cx="575100" cy="575100"/>
              </a:xfrm>
              <a:prstGeom prst="flowChartConnector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Google Shape;12101;p129">
                <a:extLst>
                  <a:ext uri="{FF2B5EF4-FFF2-40B4-BE49-F238E27FC236}">
                    <a16:creationId xmlns:a16="http://schemas.microsoft.com/office/drawing/2014/main" id="{C27AFF14-D03F-C9EC-8949-AE1E60A73B0A}"/>
                  </a:ext>
                </a:extLst>
              </p:cNvPr>
              <p:cNvSpPr/>
              <p:nvPr/>
            </p:nvSpPr>
            <p:spPr>
              <a:xfrm>
                <a:off x="3182171" y="3867848"/>
                <a:ext cx="575100" cy="575100"/>
              </a:xfrm>
              <a:prstGeom prst="flowChartConnector">
                <a:avLst/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22" name="Google Shape;12102;p129">
                <a:extLst>
                  <a:ext uri="{FF2B5EF4-FFF2-40B4-BE49-F238E27FC236}">
                    <a16:creationId xmlns:a16="http://schemas.microsoft.com/office/drawing/2014/main" id="{999B55BA-DFE0-E705-D2C3-80083A921E49}"/>
                  </a:ext>
                </a:extLst>
              </p:cNvPr>
              <p:cNvCxnSpPr>
                <a:endCxn id="521" idx="2"/>
              </p:cNvCxnSpPr>
              <p:nvPr/>
            </p:nvCxnSpPr>
            <p:spPr>
              <a:xfrm>
                <a:off x="2413871" y="4154498"/>
                <a:ext cx="768300" cy="900"/>
              </a:xfrm>
              <a:prstGeom prst="bentConnector3">
                <a:avLst>
                  <a:gd name="adj1" fmla="val 50000"/>
                </a:avLst>
              </a:prstGeom>
              <a:grpFill/>
              <a:ln w="19050" cap="flat" cmpd="sng">
                <a:solidFill>
                  <a:srgbClr val="374957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5" name="Google Shape;12103;p129">
              <a:extLst>
                <a:ext uri="{FF2B5EF4-FFF2-40B4-BE49-F238E27FC236}">
                  <a16:creationId xmlns:a16="http://schemas.microsoft.com/office/drawing/2014/main" id="{146B5E7D-1174-F0E6-C59C-7F8D7DBF905F}"/>
                </a:ext>
              </a:extLst>
            </p:cNvPr>
            <p:cNvGrpSpPr/>
            <p:nvPr/>
          </p:nvGrpSpPr>
          <p:grpSpPr>
            <a:xfrm>
              <a:off x="3947771" y="1980893"/>
              <a:ext cx="1944075" cy="183898"/>
              <a:chOff x="238125" y="2506075"/>
              <a:chExt cx="7115411" cy="673075"/>
            </a:xfrm>
          </p:grpSpPr>
          <p:sp>
            <p:nvSpPr>
              <p:cNvPr id="507" name="Google Shape;12104;p129">
                <a:extLst>
                  <a:ext uri="{FF2B5EF4-FFF2-40B4-BE49-F238E27FC236}">
                    <a16:creationId xmlns:a16="http://schemas.microsoft.com/office/drawing/2014/main" id="{CB831F52-E5E3-17E2-0706-A982338BE3AC}"/>
                  </a:ext>
                </a:extLst>
              </p:cNvPr>
              <p:cNvSpPr/>
              <p:nvPr/>
            </p:nvSpPr>
            <p:spPr>
              <a:xfrm>
                <a:off x="238125" y="2506075"/>
                <a:ext cx="1643150" cy="673075"/>
              </a:xfrm>
              <a:custGeom>
                <a:avLst/>
                <a:gdLst/>
                <a:ahLst/>
                <a:cxnLst/>
                <a:rect l="l" t="t" r="r" b="b"/>
                <a:pathLst>
                  <a:path w="65726" h="26923" extrusionOk="0">
                    <a:moveTo>
                      <a:pt x="0" y="0"/>
                    </a:moveTo>
                    <a:lnTo>
                      <a:pt x="10782" y="13477"/>
                    </a:lnTo>
                    <a:lnTo>
                      <a:pt x="0" y="26923"/>
                    </a:lnTo>
                    <a:lnTo>
                      <a:pt x="54943" y="26923"/>
                    </a:lnTo>
                    <a:lnTo>
                      <a:pt x="65725" y="13477"/>
                    </a:lnTo>
                    <a:lnTo>
                      <a:pt x="54943" y="0"/>
                    </a:lnTo>
                    <a:close/>
                  </a:path>
                </a:pathLst>
              </a:custGeom>
              <a:solidFill>
                <a:srgbClr val="A5B7C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Google Shape;12105;p129">
                <a:extLst>
                  <a:ext uri="{FF2B5EF4-FFF2-40B4-BE49-F238E27FC236}">
                    <a16:creationId xmlns:a16="http://schemas.microsoft.com/office/drawing/2014/main" id="{C3E73F0C-0525-59FF-B568-F0B0445F3C42}"/>
                  </a:ext>
                </a:extLst>
              </p:cNvPr>
              <p:cNvSpPr/>
              <p:nvPr/>
            </p:nvSpPr>
            <p:spPr>
              <a:xfrm>
                <a:off x="1606190" y="2506075"/>
                <a:ext cx="1643925" cy="673075"/>
              </a:xfrm>
              <a:custGeom>
                <a:avLst/>
                <a:gdLst/>
                <a:ahLst/>
                <a:cxnLst/>
                <a:rect l="l" t="t" r="r" b="b"/>
                <a:pathLst>
                  <a:path w="65757" h="26923" extrusionOk="0">
                    <a:moveTo>
                      <a:pt x="0" y="0"/>
                    </a:moveTo>
                    <a:lnTo>
                      <a:pt x="10782" y="13477"/>
                    </a:lnTo>
                    <a:lnTo>
                      <a:pt x="0" y="26923"/>
                    </a:lnTo>
                    <a:lnTo>
                      <a:pt x="54975" y="26923"/>
                    </a:lnTo>
                    <a:lnTo>
                      <a:pt x="65757" y="13477"/>
                    </a:lnTo>
                    <a:lnTo>
                      <a:pt x="54975" y="0"/>
                    </a:lnTo>
                    <a:close/>
                  </a:path>
                </a:pathLst>
              </a:custGeom>
              <a:solidFill>
                <a:srgbClr val="445D7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Google Shape;12106;p129">
                <a:extLst>
                  <a:ext uri="{FF2B5EF4-FFF2-40B4-BE49-F238E27FC236}">
                    <a16:creationId xmlns:a16="http://schemas.microsoft.com/office/drawing/2014/main" id="{5EFF95DE-604E-5DBF-E8A7-B081D5735FBF}"/>
                  </a:ext>
                </a:extLst>
              </p:cNvPr>
              <p:cNvSpPr/>
              <p:nvPr/>
            </p:nvSpPr>
            <p:spPr>
              <a:xfrm>
                <a:off x="2973481" y="2506075"/>
                <a:ext cx="1643925" cy="673075"/>
              </a:xfrm>
              <a:custGeom>
                <a:avLst/>
                <a:gdLst/>
                <a:ahLst/>
                <a:cxnLst/>
                <a:rect l="l" t="t" r="r" b="b"/>
                <a:pathLst>
                  <a:path w="65757" h="26923" extrusionOk="0">
                    <a:moveTo>
                      <a:pt x="0" y="0"/>
                    </a:moveTo>
                    <a:lnTo>
                      <a:pt x="10782" y="13477"/>
                    </a:lnTo>
                    <a:lnTo>
                      <a:pt x="0" y="26923"/>
                    </a:lnTo>
                    <a:lnTo>
                      <a:pt x="54975" y="26923"/>
                    </a:lnTo>
                    <a:lnTo>
                      <a:pt x="65757" y="13477"/>
                    </a:lnTo>
                    <a:lnTo>
                      <a:pt x="54975" y="0"/>
                    </a:ln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Google Shape;12107;p129">
                <a:extLst>
                  <a:ext uri="{FF2B5EF4-FFF2-40B4-BE49-F238E27FC236}">
                    <a16:creationId xmlns:a16="http://schemas.microsoft.com/office/drawing/2014/main" id="{44BC8F29-0870-A02C-6B3F-3FB43E936F4A}"/>
                  </a:ext>
                </a:extLst>
              </p:cNvPr>
              <p:cNvSpPr/>
              <p:nvPr/>
            </p:nvSpPr>
            <p:spPr>
              <a:xfrm>
                <a:off x="5709611" y="2506075"/>
                <a:ext cx="1643925" cy="673075"/>
              </a:xfrm>
              <a:custGeom>
                <a:avLst/>
                <a:gdLst/>
                <a:ahLst/>
                <a:cxnLst/>
                <a:rect l="l" t="t" r="r" b="b"/>
                <a:pathLst>
                  <a:path w="65757" h="26923" extrusionOk="0">
                    <a:moveTo>
                      <a:pt x="0" y="0"/>
                    </a:moveTo>
                    <a:lnTo>
                      <a:pt x="10782" y="13477"/>
                    </a:lnTo>
                    <a:lnTo>
                      <a:pt x="0" y="26923"/>
                    </a:lnTo>
                    <a:lnTo>
                      <a:pt x="54975" y="26923"/>
                    </a:lnTo>
                    <a:lnTo>
                      <a:pt x="65757" y="13477"/>
                    </a:lnTo>
                    <a:lnTo>
                      <a:pt x="54975" y="0"/>
                    </a:ln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Google Shape;12108;p129">
                <a:extLst>
                  <a:ext uri="{FF2B5EF4-FFF2-40B4-BE49-F238E27FC236}">
                    <a16:creationId xmlns:a16="http://schemas.microsoft.com/office/drawing/2014/main" id="{823477EC-A92F-5FF0-C906-DF672EDF1A48}"/>
                  </a:ext>
                </a:extLst>
              </p:cNvPr>
              <p:cNvSpPr/>
              <p:nvPr/>
            </p:nvSpPr>
            <p:spPr>
              <a:xfrm>
                <a:off x="4342321" y="2506075"/>
                <a:ext cx="1643150" cy="673075"/>
              </a:xfrm>
              <a:custGeom>
                <a:avLst/>
                <a:gdLst/>
                <a:ahLst/>
                <a:cxnLst/>
                <a:rect l="l" t="t" r="r" b="b"/>
                <a:pathLst>
                  <a:path w="65726" h="26923" extrusionOk="0">
                    <a:moveTo>
                      <a:pt x="1" y="0"/>
                    </a:moveTo>
                    <a:lnTo>
                      <a:pt x="10751" y="13477"/>
                    </a:lnTo>
                    <a:lnTo>
                      <a:pt x="1" y="26923"/>
                    </a:lnTo>
                    <a:lnTo>
                      <a:pt x="54944" y="26923"/>
                    </a:lnTo>
                    <a:lnTo>
                      <a:pt x="65726" y="13477"/>
                    </a:lnTo>
                    <a:lnTo>
                      <a:pt x="54944" y="0"/>
                    </a:lnTo>
                    <a:close/>
                  </a:path>
                </a:pathLst>
              </a:custGeom>
              <a:solidFill>
                <a:srgbClr val="A5B7C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" name="Google Shape;12109;p129">
              <a:extLst>
                <a:ext uri="{FF2B5EF4-FFF2-40B4-BE49-F238E27FC236}">
                  <a16:creationId xmlns:a16="http://schemas.microsoft.com/office/drawing/2014/main" id="{33303A0C-593A-9A90-6024-DF7D755B8346}"/>
                </a:ext>
              </a:extLst>
            </p:cNvPr>
            <p:cNvGrpSpPr/>
            <p:nvPr/>
          </p:nvGrpSpPr>
          <p:grpSpPr>
            <a:xfrm>
              <a:off x="2215797" y="2354425"/>
              <a:ext cx="1498951" cy="932187"/>
              <a:chOff x="548861" y="389676"/>
              <a:chExt cx="3843371" cy="2390163"/>
            </a:xfrm>
            <a:solidFill>
              <a:schemeClr val="accent1">
                <a:lumMod val="75000"/>
              </a:schemeClr>
            </a:solidFill>
          </p:grpSpPr>
          <p:cxnSp>
            <p:nvCxnSpPr>
              <p:cNvPr id="494" name="Google Shape;12110;p129">
                <a:extLst>
                  <a:ext uri="{FF2B5EF4-FFF2-40B4-BE49-F238E27FC236}">
                    <a16:creationId xmlns:a16="http://schemas.microsoft.com/office/drawing/2014/main" id="{83589360-F4E7-3734-0A93-E02CD3BE6807}"/>
                  </a:ext>
                </a:extLst>
              </p:cNvPr>
              <p:cNvCxnSpPr/>
              <p:nvPr/>
            </p:nvCxnSpPr>
            <p:spPr>
              <a:xfrm rot="10800000" flipH="1">
                <a:off x="3486925" y="1918250"/>
                <a:ext cx="742200" cy="690300"/>
              </a:xfrm>
              <a:prstGeom prst="bentConnector3">
                <a:avLst>
                  <a:gd name="adj1" fmla="val 50000"/>
                </a:avLst>
              </a:prstGeom>
              <a:grpFill/>
              <a:ln w="9525" cap="flat" cmpd="sng">
                <a:solidFill>
                  <a:srgbClr val="869FB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5" name="Google Shape;12111;p129">
                <a:extLst>
                  <a:ext uri="{FF2B5EF4-FFF2-40B4-BE49-F238E27FC236}">
                    <a16:creationId xmlns:a16="http://schemas.microsoft.com/office/drawing/2014/main" id="{85FA8A14-26EB-C97E-68A3-E4978AB53817}"/>
                  </a:ext>
                </a:extLst>
              </p:cNvPr>
              <p:cNvCxnSpPr/>
              <p:nvPr/>
            </p:nvCxnSpPr>
            <p:spPr>
              <a:xfrm rot="-5400000" flipH="1">
                <a:off x="3486925" y="577350"/>
                <a:ext cx="650100" cy="650100"/>
              </a:xfrm>
              <a:prstGeom prst="bentConnector3">
                <a:avLst>
                  <a:gd name="adj1" fmla="val 50000"/>
                </a:avLst>
              </a:prstGeom>
              <a:grpFill/>
              <a:ln w="9525" cap="flat" cmpd="sng">
                <a:solidFill>
                  <a:srgbClr val="869FB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6" name="Google Shape;12112;p129">
                <a:extLst>
                  <a:ext uri="{FF2B5EF4-FFF2-40B4-BE49-F238E27FC236}">
                    <a16:creationId xmlns:a16="http://schemas.microsoft.com/office/drawing/2014/main" id="{59605C11-96D5-EFDB-D90A-D08A3600D85C}"/>
                  </a:ext>
                </a:extLst>
              </p:cNvPr>
              <p:cNvCxnSpPr/>
              <p:nvPr/>
            </p:nvCxnSpPr>
            <p:spPr>
              <a:xfrm>
                <a:off x="2725450" y="576000"/>
                <a:ext cx="1410600" cy="1800"/>
              </a:xfrm>
              <a:prstGeom prst="bentConnector3">
                <a:avLst>
                  <a:gd name="adj1" fmla="val 50000"/>
                </a:avLst>
              </a:prstGeom>
              <a:grpFill/>
              <a:ln w="9525" cap="flat" cmpd="sng">
                <a:solidFill>
                  <a:srgbClr val="869FB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7" name="Google Shape;12113;p129">
                <a:extLst>
                  <a:ext uri="{FF2B5EF4-FFF2-40B4-BE49-F238E27FC236}">
                    <a16:creationId xmlns:a16="http://schemas.microsoft.com/office/drawing/2014/main" id="{559F0255-19CF-6FA3-4BB3-26A2190EB493}"/>
                  </a:ext>
                </a:extLst>
              </p:cNvPr>
              <p:cNvCxnSpPr/>
              <p:nvPr/>
            </p:nvCxnSpPr>
            <p:spPr>
              <a:xfrm rot="10800000" flipH="1">
                <a:off x="756500" y="577975"/>
                <a:ext cx="1705500" cy="1049100"/>
              </a:xfrm>
              <a:prstGeom prst="bentConnector3">
                <a:avLst>
                  <a:gd name="adj1" fmla="val 50000"/>
                </a:avLst>
              </a:prstGeom>
              <a:grpFill/>
              <a:ln w="9525" cap="flat" cmpd="sng">
                <a:solidFill>
                  <a:srgbClr val="BAC8D3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8" name="Google Shape;12114;p129">
                <a:extLst>
                  <a:ext uri="{FF2B5EF4-FFF2-40B4-BE49-F238E27FC236}">
                    <a16:creationId xmlns:a16="http://schemas.microsoft.com/office/drawing/2014/main" id="{361ACCF3-DFE9-8472-4236-D54AC739520D}"/>
                  </a:ext>
                </a:extLst>
              </p:cNvPr>
              <p:cNvCxnSpPr/>
              <p:nvPr/>
            </p:nvCxnSpPr>
            <p:spPr>
              <a:xfrm>
                <a:off x="760067" y="1625791"/>
                <a:ext cx="1689000" cy="974100"/>
              </a:xfrm>
              <a:prstGeom prst="bentConnector3">
                <a:avLst>
                  <a:gd name="adj1" fmla="val 50000"/>
                </a:avLst>
              </a:prstGeom>
              <a:grpFill/>
              <a:ln w="9525" cap="flat" cmpd="sng">
                <a:solidFill>
                  <a:srgbClr val="BAC8D3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99" name="Google Shape;12115;p129">
                <a:extLst>
                  <a:ext uri="{FF2B5EF4-FFF2-40B4-BE49-F238E27FC236}">
                    <a16:creationId xmlns:a16="http://schemas.microsoft.com/office/drawing/2014/main" id="{DDFB6144-FC01-EE95-4554-31D0533509B1}"/>
                  </a:ext>
                </a:extLst>
              </p:cNvPr>
              <p:cNvSpPr/>
              <p:nvPr/>
            </p:nvSpPr>
            <p:spPr>
              <a:xfrm>
                <a:off x="548861" y="1338125"/>
                <a:ext cx="502050" cy="502875"/>
              </a:xfrm>
              <a:custGeom>
                <a:avLst/>
                <a:gdLst/>
                <a:ahLst/>
                <a:cxnLst/>
                <a:rect l="l" t="t" r="r" b="b"/>
                <a:pathLst>
                  <a:path w="20082" h="20115" extrusionOk="0">
                    <a:moveTo>
                      <a:pt x="10041" y="1"/>
                    </a:moveTo>
                    <a:cubicBezTo>
                      <a:pt x="4503" y="1"/>
                      <a:pt x="0" y="4504"/>
                      <a:pt x="0" y="10041"/>
                    </a:cubicBezTo>
                    <a:cubicBezTo>
                      <a:pt x="0" y="15612"/>
                      <a:pt x="4503" y="20115"/>
                      <a:pt x="10041" y="20115"/>
                    </a:cubicBezTo>
                    <a:cubicBezTo>
                      <a:pt x="15578" y="20115"/>
                      <a:pt x="20081" y="15612"/>
                      <a:pt x="20081" y="10041"/>
                    </a:cubicBezTo>
                    <a:cubicBezTo>
                      <a:pt x="20081" y="4504"/>
                      <a:pt x="15578" y="1"/>
                      <a:pt x="1004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00" name="Google Shape;12116;p129">
                <a:extLst>
                  <a:ext uri="{FF2B5EF4-FFF2-40B4-BE49-F238E27FC236}">
                    <a16:creationId xmlns:a16="http://schemas.microsoft.com/office/drawing/2014/main" id="{A6CE9D85-358F-37DC-C308-12B50CCB2C17}"/>
                  </a:ext>
                </a:extLst>
              </p:cNvPr>
              <p:cNvCxnSpPr/>
              <p:nvPr/>
            </p:nvCxnSpPr>
            <p:spPr>
              <a:xfrm>
                <a:off x="2725450" y="2609025"/>
                <a:ext cx="1416000" cy="1800"/>
              </a:xfrm>
              <a:prstGeom prst="bentConnector3">
                <a:avLst>
                  <a:gd name="adj1" fmla="val 50000"/>
                </a:avLst>
              </a:prstGeom>
              <a:grpFill/>
              <a:ln w="9525" cap="flat" cmpd="sng">
                <a:solidFill>
                  <a:srgbClr val="869FB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501" name="Google Shape;12117;p129">
                <a:extLst>
                  <a:ext uri="{FF2B5EF4-FFF2-40B4-BE49-F238E27FC236}">
                    <a16:creationId xmlns:a16="http://schemas.microsoft.com/office/drawing/2014/main" id="{8BF0CE20-5AF1-2E3D-87C5-39D7654FE50B}"/>
                  </a:ext>
                </a:extLst>
              </p:cNvPr>
              <p:cNvSpPr/>
              <p:nvPr/>
            </p:nvSpPr>
            <p:spPr>
              <a:xfrm>
                <a:off x="4095707" y="1083398"/>
                <a:ext cx="289400" cy="268650"/>
              </a:xfrm>
              <a:custGeom>
                <a:avLst/>
                <a:gdLst/>
                <a:ahLst/>
                <a:cxnLst/>
                <a:rect l="l" t="t" r="r" b="b"/>
                <a:pathLst>
                  <a:path w="11576" h="10746" extrusionOk="0">
                    <a:moveTo>
                      <a:pt x="5775" y="1"/>
                    </a:moveTo>
                    <a:cubicBezTo>
                      <a:pt x="3179" y="1"/>
                      <a:pt x="889" y="1860"/>
                      <a:pt x="468" y="4506"/>
                    </a:cubicBezTo>
                    <a:cubicBezTo>
                      <a:pt x="1" y="7441"/>
                      <a:pt x="2002" y="10210"/>
                      <a:pt x="4904" y="10677"/>
                    </a:cubicBezTo>
                    <a:cubicBezTo>
                      <a:pt x="5194" y="10723"/>
                      <a:pt x="5483" y="10745"/>
                      <a:pt x="5768" y="10745"/>
                    </a:cubicBezTo>
                    <a:cubicBezTo>
                      <a:pt x="8364" y="10745"/>
                      <a:pt x="10655" y="8886"/>
                      <a:pt x="11075" y="6240"/>
                    </a:cubicBezTo>
                    <a:cubicBezTo>
                      <a:pt x="11576" y="3305"/>
                      <a:pt x="9574" y="536"/>
                      <a:pt x="6639" y="69"/>
                    </a:cubicBezTo>
                    <a:cubicBezTo>
                      <a:pt x="6349" y="23"/>
                      <a:pt x="6060" y="1"/>
                      <a:pt x="57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Google Shape;12118;p129">
                <a:extLst>
                  <a:ext uri="{FF2B5EF4-FFF2-40B4-BE49-F238E27FC236}">
                    <a16:creationId xmlns:a16="http://schemas.microsoft.com/office/drawing/2014/main" id="{5A33CA58-B9ED-055E-5912-1C65218CE693}"/>
                  </a:ext>
                </a:extLst>
              </p:cNvPr>
              <p:cNvSpPr/>
              <p:nvPr/>
            </p:nvSpPr>
            <p:spPr>
              <a:xfrm>
                <a:off x="2421967" y="389676"/>
                <a:ext cx="383625" cy="371825"/>
              </a:xfrm>
              <a:custGeom>
                <a:avLst/>
                <a:gdLst/>
                <a:ahLst/>
                <a:cxnLst/>
                <a:rect l="l" t="t" r="r" b="b"/>
                <a:pathLst>
                  <a:path w="15345" h="14873" extrusionOk="0">
                    <a:moveTo>
                      <a:pt x="7692" y="1"/>
                    </a:moveTo>
                    <a:cubicBezTo>
                      <a:pt x="7531" y="1"/>
                      <a:pt x="7369" y="6"/>
                      <a:pt x="7206" y="16"/>
                    </a:cubicBezTo>
                    <a:cubicBezTo>
                      <a:pt x="3136" y="283"/>
                      <a:pt x="0" y="3786"/>
                      <a:pt x="267" y="7889"/>
                    </a:cubicBezTo>
                    <a:cubicBezTo>
                      <a:pt x="493" y="11846"/>
                      <a:pt x="3790" y="14873"/>
                      <a:pt x="7706" y="14873"/>
                    </a:cubicBezTo>
                    <a:cubicBezTo>
                      <a:pt x="7850" y="14873"/>
                      <a:pt x="7994" y="14869"/>
                      <a:pt x="8140" y="14860"/>
                    </a:cubicBezTo>
                    <a:cubicBezTo>
                      <a:pt x="12243" y="14594"/>
                      <a:pt x="15345" y="11058"/>
                      <a:pt x="15111" y="6988"/>
                    </a:cubicBezTo>
                    <a:cubicBezTo>
                      <a:pt x="14855" y="3048"/>
                      <a:pt x="11585" y="1"/>
                      <a:pt x="769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Google Shape;12119;p129">
                <a:extLst>
                  <a:ext uri="{FF2B5EF4-FFF2-40B4-BE49-F238E27FC236}">
                    <a16:creationId xmlns:a16="http://schemas.microsoft.com/office/drawing/2014/main" id="{BDC0A17F-F323-4868-5EB0-E7B8F0AAF466}"/>
                  </a:ext>
                </a:extLst>
              </p:cNvPr>
              <p:cNvSpPr/>
              <p:nvPr/>
            </p:nvSpPr>
            <p:spPr>
              <a:xfrm>
                <a:off x="4095707" y="426309"/>
                <a:ext cx="289400" cy="268850"/>
              </a:xfrm>
              <a:custGeom>
                <a:avLst/>
                <a:gdLst/>
                <a:ahLst/>
                <a:cxnLst/>
                <a:rect l="l" t="t" r="r" b="b"/>
                <a:pathLst>
                  <a:path w="11576" h="10754" extrusionOk="0">
                    <a:moveTo>
                      <a:pt x="5736" y="0"/>
                    </a:moveTo>
                    <a:cubicBezTo>
                      <a:pt x="3156" y="0"/>
                      <a:pt x="887" y="1881"/>
                      <a:pt x="468" y="4513"/>
                    </a:cubicBezTo>
                    <a:cubicBezTo>
                      <a:pt x="1" y="7449"/>
                      <a:pt x="2002" y="10218"/>
                      <a:pt x="4904" y="10685"/>
                    </a:cubicBezTo>
                    <a:cubicBezTo>
                      <a:pt x="5194" y="10731"/>
                      <a:pt x="5483" y="10753"/>
                      <a:pt x="5768" y="10753"/>
                    </a:cubicBezTo>
                    <a:cubicBezTo>
                      <a:pt x="8364" y="10753"/>
                      <a:pt x="10655" y="8893"/>
                      <a:pt x="11075" y="6248"/>
                    </a:cubicBezTo>
                    <a:cubicBezTo>
                      <a:pt x="11576" y="3313"/>
                      <a:pt x="9574" y="544"/>
                      <a:pt x="6639" y="77"/>
                    </a:cubicBezTo>
                    <a:cubicBezTo>
                      <a:pt x="6335" y="25"/>
                      <a:pt x="6034" y="0"/>
                      <a:pt x="573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" name="Google Shape;12120;p129">
                <a:extLst>
                  <a:ext uri="{FF2B5EF4-FFF2-40B4-BE49-F238E27FC236}">
                    <a16:creationId xmlns:a16="http://schemas.microsoft.com/office/drawing/2014/main" id="{A31D36D4-9169-F69B-377F-3E62A1C88F91}"/>
                  </a:ext>
                </a:extLst>
              </p:cNvPr>
              <p:cNvSpPr/>
              <p:nvPr/>
            </p:nvSpPr>
            <p:spPr>
              <a:xfrm>
                <a:off x="4102832" y="2474633"/>
                <a:ext cx="289400" cy="269425"/>
              </a:xfrm>
              <a:custGeom>
                <a:avLst/>
                <a:gdLst/>
                <a:ahLst/>
                <a:cxnLst/>
                <a:rect l="l" t="t" r="r" b="b"/>
                <a:pathLst>
                  <a:path w="11576" h="10777" extrusionOk="0">
                    <a:moveTo>
                      <a:pt x="5787" y="0"/>
                    </a:moveTo>
                    <a:cubicBezTo>
                      <a:pt x="3185" y="0"/>
                      <a:pt x="889" y="1889"/>
                      <a:pt x="468" y="4538"/>
                    </a:cubicBezTo>
                    <a:cubicBezTo>
                      <a:pt x="1" y="7473"/>
                      <a:pt x="2002" y="10208"/>
                      <a:pt x="4938" y="10709"/>
                    </a:cubicBezTo>
                    <a:cubicBezTo>
                      <a:pt x="5221" y="10754"/>
                      <a:pt x="5503" y="10776"/>
                      <a:pt x="5781" y="10776"/>
                    </a:cubicBezTo>
                    <a:cubicBezTo>
                      <a:pt x="8358" y="10776"/>
                      <a:pt x="10654" y="8888"/>
                      <a:pt x="11075" y="6239"/>
                    </a:cubicBezTo>
                    <a:cubicBezTo>
                      <a:pt x="11576" y="3303"/>
                      <a:pt x="9574" y="535"/>
                      <a:pt x="6639" y="68"/>
                    </a:cubicBezTo>
                    <a:cubicBezTo>
                      <a:pt x="6352" y="22"/>
                      <a:pt x="6068" y="0"/>
                      <a:pt x="57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Google Shape;12121;p129">
                <a:extLst>
                  <a:ext uri="{FF2B5EF4-FFF2-40B4-BE49-F238E27FC236}">
                    <a16:creationId xmlns:a16="http://schemas.microsoft.com/office/drawing/2014/main" id="{94C086B0-027F-81D1-7AD1-6849D20BA258}"/>
                  </a:ext>
                </a:extLst>
              </p:cNvPr>
              <p:cNvSpPr/>
              <p:nvPr/>
            </p:nvSpPr>
            <p:spPr>
              <a:xfrm>
                <a:off x="4095707" y="1772738"/>
                <a:ext cx="289400" cy="268825"/>
              </a:xfrm>
              <a:custGeom>
                <a:avLst/>
                <a:gdLst/>
                <a:ahLst/>
                <a:cxnLst/>
                <a:rect l="l" t="t" r="r" b="b"/>
                <a:pathLst>
                  <a:path w="11576" h="10753" extrusionOk="0">
                    <a:moveTo>
                      <a:pt x="5786" y="1"/>
                    </a:moveTo>
                    <a:cubicBezTo>
                      <a:pt x="3185" y="1"/>
                      <a:pt x="889" y="1886"/>
                      <a:pt x="468" y="4505"/>
                    </a:cubicBezTo>
                    <a:cubicBezTo>
                      <a:pt x="1" y="7440"/>
                      <a:pt x="2002" y="10209"/>
                      <a:pt x="4904" y="10676"/>
                    </a:cubicBezTo>
                    <a:cubicBezTo>
                      <a:pt x="5208" y="10728"/>
                      <a:pt x="5509" y="10753"/>
                      <a:pt x="5807" y="10753"/>
                    </a:cubicBezTo>
                    <a:cubicBezTo>
                      <a:pt x="8387" y="10753"/>
                      <a:pt x="10657" y="8872"/>
                      <a:pt x="11075" y="6240"/>
                    </a:cubicBezTo>
                    <a:cubicBezTo>
                      <a:pt x="11576" y="3304"/>
                      <a:pt x="9574" y="535"/>
                      <a:pt x="6639" y="68"/>
                    </a:cubicBezTo>
                    <a:cubicBezTo>
                      <a:pt x="6352" y="23"/>
                      <a:pt x="6067" y="1"/>
                      <a:pt x="578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Google Shape;12122;p129">
                <a:extLst>
                  <a:ext uri="{FF2B5EF4-FFF2-40B4-BE49-F238E27FC236}">
                    <a16:creationId xmlns:a16="http://schemas.microsoft.com/office/drawing/2014/main" id="{F25BEC9E-13E8-E954-5B83-CFD6644BAAB3}"/>
                  </a:ext>
                </a:extLst>
              </p:cNvPr>
              <p:cNvSpPr/>
              <p:nvPr/>
            </p:nvSpPr>
            <p:spPr>
              <a:xfrm>
                <a:off x="2422792" y="2408015"/>
                <a:ext cx="383650" cy="371825"/>
              </a:xfrm>
              <a:custGeom>
                <a:avLst/>
                <a:gdLst/>
                <a:ahLst/>
                <a:cxnLst/>
                <a:rect l="l" t="t" r="r" b="b"/>
                <a:pathLst>
                  <a:path w="15346" h="14873" extrusionOk="0">
                    <a:moveTo>
                      <a:pt x="7697" y="0"/>
                    </a:moveTo>
                    <a:cubicBezTo>
                      <a:pt x="7535" y="0"/>
                      <a:pt x="7371" y="5"/>
                      <a:pt x="7206" y="16"/>
                    </a:cubicBezTo>
                    <a:cubicBezTo>
                      <a:pt x="3103" y="250"/>
                      <a:pt x="1" y="3785"/>
                      <a:pt x="268" y="7888"/>
                    </a:cubicBezTo>
                    <a:cubicBezTo>
                      <a:pt x="493" y="11846"/>
                      <a:pt x="3790" y="14872"/>
                      <a:pt x="7706" y="14872"/>
                    </a:cubicBezTo>
                    <a:cubicBezTo>
                      <a:pt x="7850" y="14872"/>
                      <a:pt x="7994" y="14868"/>
                      <a:pt x="8140" y="14860"/>
                    </a:cubicBezTo>
                    <a:cubicBezTo>
                      <a:pt x="12243" y="14593"/>
                      <a:pt x="15345" y="11057"/>
                      <a:pt x="15112" y="6954"/>
                    </a:cubicBezTo>
                    <a:cubicBezTo>
                      <a:pt x="14855" y="3016"/>
                      <a:pt x="11588" y="0"/>
                      <a:pt x="769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" name="Google Shape;12123;p129">
              <a:extLst>
                <a:ext uri="{FF2B5EF4-FFF2-40B4-BE49-F238E27FC236}">
                  <a16:creationId xmlns:a16="http://schemas.microsoft.com/office/drawing/2014/main" id="{401ED7CA-DF5F-635B-450A-D3C701E0CAFF}"/>
                </a:ext>
              </a:extLst>
            </p:cNvPr>
            <p:cNvGrpSpPr/>
            <p:nvPr/>
          </p:nvGrpSpPr>
          <p:grpSpPr>
            <a:xfrm>
              <a:off x="777452" y="3668159"/>
              <a:ext cx="1675942" cy="751963"/>
              <a:chOff x="1187400" y="2529299"/>
              <a:chExt cx="6769193" cy="2241903"/>
            </a:xfrm>
          </p:grpSpPr>
          <p:sp>
            <p:nvSpPr>
              <p:cNvPr id="481" name="Google Shape;12124;p129">
                <a:extLst>
                  <a:ext uri="{FF2B5EF4-FFF2-40B4-BE49-F238E27FC236}">
                    <a16:creationId xmlns:a16="http://schemas.microsoft.com/office/drawing/2014/main" id="{D7242716-F7E5-DC54-358C-95C7CAF29D6D}"/>
                  </a:ext>
                </a:extLst>
              </p:cNvPr>
              <p:cNvSpPr/>
              <p:nvPr/>
            </p:nvSpPr>
            <p:spPr>
              <a:xfrm>
                <a:off x="3802943" y="2529299"/>
                <a:ext cx="1538100" cy="4425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482" name="Google Shape;12125;p129">
                <a:extLst>
                  <a:ext uri="{FF2B5EF4-FFF2-40B4-BE49-F238E27FC236}">
                    <a16:creationId xmlns:a16="http://schemas.microsoft.com/office/drawing/2014/main" id="{AA2A19DB-BE13-6839-1614-CC8630507246}"/>
                  </a:ext>
                </a:extLst>
              </p:cNvPr>
              <p:cNvSpPr/>
              <p:nvPr/>
            </p:nvSpPr>
            <p:spPr>
              <a:xfrm>
                <a:off x="5573240" y="3429000"/>
                <a:ext cx="1538100" cy="4425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483" name="Google Shape;12126;p129">
                <a:extLst>
                  <a:ext uri="{FF2B5EF4-FFF2-40B4-BE49-F238E27FC236}">
                    <a16:creationId xmlns:a16="http://schemas.microsoft.com/office/drawing/2014/main" id="{0EA880E2-D8C1-C693-BE95-68EF686E7EBC}"/>
                  </a:ext>
                </a:extLst>
              </p:cNvPr>
              <p:cNvSpPr/>
              <p:nvPr/>
            </p:nvSpPr>
            <p:spPr>
              <a:xfrm>
                <a:off x="2032647" y="3429000"/>
                <a:ext cx="1538100" cy="4425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484" name="Google Shape;12127;p129">
                <a:extLst>
                  <a:ext uri="{FF2B5EF4-FFF2-40B4-BE49-F238E27FC236}">
                    <a16:creationId xmlns:a16="http://schemas.microsoft.com/office/drawing/2014/main" id="{84C2A40C-C2FE-9694-0C18-9ED86A4CA8C8}"/>
                  </a:ext>
                </a:extLst>
              </p:cNvPr>
              <p:cNvSpPr/>
              <p:nvPr/>
            </p:nvSpPr>
            <p:spPr>
              <a:xfrm>
                <a:off x="1187400" y="4328701"/>
                <a:ext cx="1538100" cy="442500"/>
              </a:xfrm>
              <a:prstGeom prst="roundRect">
                <a:avLst>
                  <a:gd name="adj" fmla="val 50000"/>
                </a:avLst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485" name="Google Shape;12128;p129">
                <a:extLst>
                  <a:ext uri="{FF2B5EF4-FFF2-40B4-BE49-F238E27FC236}">
                    <a16:creationId xmlns:a16="http://schemas.microsoft.com/office/drawing/2014/main" id="{359C3735-74CD-D0B4-65C6-1038E3E2D8A3}"/>
                  </a:ext>
                </a:extLst>
              </p:cNvPr>
              <p:cNvSpPr/>
              <p:nvPr/>
            </p:nvSpPr>
            <p:spPr>
              <a:xfrm>
                <a:off x="2877893" y="4328701"/>
                <a:ext cx="1538100" cy="442500"/>
              </a:xfrm>
              <a:prstGeom prst="roundRect">
                <a:avLst>
                  <a:gd name="adj" fmla="val 50000"/>
                </a:avLst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486" name="Google Shape;12129;p129">
                <a:extLst>
                  <a:ext uri="{FF2B5EF4-FFF2-40B4-BE49-F238E27FC236}">
                    <a16:creationId xmlns:a16="http://schemas.microsoft.com/office/drawing/2014/main" id="{80163426-A2DC-6DA6-080F-16ED59155479}"/>
                  </a:ext>
                </a:extLst>
              </p:cNvPr>
              <p:cNvSpPr/>
              <p:nvPr/>
            </p:nvSpPr>
            <p:spPr>
              <a:xfrm>
                <a:off x="4728000" y="4328701"/>
                <a:ext cx="1538100" cy="442500"/>
              </a:xfrm>
              <a:prstGeom prst="roundRect">
                <a:avLst>
                  <a:gd name="adj" fmla="val 50000"/>
                </a:avLst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487" name="Google Shape;12130;p129">
                <a:extLst>
                  <a:ext uri="{FF2B5EF4-FFF2-40B4-BE49-F238E27FC236}">
                    <a16:creationId xmlns:a16="http://schemas.microsoft.com/office/drawing/2014/main" id="{1EF82941-3A83-1D69-C960-8486946243CD}"/>
                  </a:ext>
                </a:extLst>
              </p:cNvPr>
              <p:cNvSpPr/>
              <p:nvPr/>
            </p:nvSpPr>
            <p:spPr>
              <a:xfrm>
                <a:off x="6418493" y="4328701"/>
                <a:ext cx="1538100" cy="442500"/>
              </a:xfrm>
              <a:prstGeom prst="roundRect">
                <a:avLst>
                  <a:gd name="adj" fmla="val 50000"/>
                </a:avLst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488" name="Google Shape;12131;p129">
                <a:extLst>
                  <a:ext uri="{FF2B5EF4-FFF2-40B4-BE49-F238E27FC236}">
                    <a16:creationId xmlns:a16="http://schemas.microsoft.com/office/drawing/2014/main" id="{F20F5B29-467E-B8BF-A1E7-5B7C2A5A1F7A}"/>
                  </a:ext>
                </a:extLst>
              </p:cNvPr>
              <p:cNvCxnSpPr>
                <a:stCxn id="481" idx="2"/>
                <a:endCxn id="482" idx="0"/>
              </p:cNvCxnSpPr>
              <p:nvPr/>
            </p:nvCxnSpPr>
            <p:spPr>
              <a:xfrm rot="-5400000" flipH="1">
                <a:off x="5228543" y="2315249"/>
                <a:ext cx="457200" cy="1770300"/>
              </a:xfrm>
              <a:prstGeom prst="bentConnector3">
                <a:avLst>
                  <a:gd name="adj1" fmla="val 49967"/>
                </a:avLst>
              </a:prstGeom>
              <a:noFill/>
              <a:ln w="9525" cap="flat" cmpd="sng">
                <a:solidFill>
                  <a:srgbClr val="C2C2C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89" name="Google Shape;12132;p129">
                <a:extLst>
                  <a:ext uri="{FF2B5EF4-FFF2-40B4-BE49-F238E27FC236}">
                    <a16:creationId xmlns:a16="http://schemas.microsoft.com/office/drawing/2014/main" id="{F5F5F8F9-E668-017E-9B78-C7ED135F53B2}"/>
                  </a:ext>
                </a:extLst>
              </p:cNvPr>
              <p:cNvCxnSpPr>
                <a:stCxn id="483" idx="0"/>
                <a:endCxn id="481" idx="2"/>
              </p:cNvCxnSpPr>
              <p:nvPr/>
            </p:nvCxnSpPr>
            <p:spPr>
              <a:xfrm rot="-5400000">
                <a:off x="3458247" y="2315250"/>
                <a:ext cx="457200" cy="1770300"/>
              </a:xfrm>
              <a:prstGeom prst="bentConnector3">
                <a:avLst>
                  <a:gd name="adj1" fmla="val 49967"/>
                </a:avLst>
              </a:prstGeom>
              <a:noFill/>
              <a:ln w="9525" cap="flat" cmpd="sng">
                <a:solidFill>
                  <a:srgbClr val="C2C2C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90" name="Google Shape;12133;p129">
                <a:extLst>
                  <a:ext uri="{FF2B5EF4-FFF2-40B4-BE49-F238E27FC236}">
                    <a16:creationId xmlns:a16="http://schemas.microsoft.com/office/drawing/2014/main" id="{90BA7BA8-075D-062C-ABCA-EBF23B1FF1DC}"/>
                  </a:ext>
                </a:extLst>
              </p:cNvPr>
              <p:cNvCxnSpPr>
                <a:stCxn id="483" idx="2"/>
                <a:endCxn id="485" idx="0"/>
              </p:cNvCxnSpPr>
              <p:nvPr/>
            </p:nvCxnSpPr>
            <p:spPr>
              <a:xfrm rot="-5400000" flipH="1">
                <a:off x="2995647" y="3677550"/>
                <a:ext cx="457200" cy="845100"/>
              </a:xfrm>
              <a:prstGeom prst="bentConnector3">
                <a:avLst>
                  <a:gd name="adj1" fmla="val 49967"/>
                </a:avLst>
              </a:prstGeom>
              <a:noFill/>
              <a:ln w="9525" cap="flat" cmpd="sng">
                <a:solidFill>
                  <a:srgbClr val="C2C2C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91" name="Google Shape;12134;p129">
                <a:extLst>
                  <a:ext uri="{FF2B5EF4-FFF2-40B4-BE49-F238E27FC236}">
                    <a16:creationId xmlns:a16="http://schemas.microsoft.com/office/drawing/2014/main" id="{E7C5EED6-01D4-BD80-04D0-88B372EF49A8}"/>
                  </a:ext>
                </a:extLst>
              </p:cNvPr>
              <p:cNvCxnSpPr>
                <a:stCxn id="484" idx="0"/>
                <a:endCxn id="483" idx="2"/>
              </p:cNvCxnSpPr>
              <p:nvPr/>
            </p:nvCxnSpPr>
            <p:spPr>
              <a:xfrm rot="-5400000">
                <a:off x="2150400" y="3677551"/>
                <a:ext cx="457200" cy="845100"/>
              </a:xfrm>
              <a:prstGeom prst="bentConnector3">
                <a:avLst>
                  <a:gd name="adj1" fmla="val 49967"/>
                </a:avLst>
              </a:prstGeom>
              <a:noFill/>
              <a:ln w="9525" cap="flat" cmpd="sng">
                <a:solidFill>
                  <a:srgbClr val="C2C2C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92" name="Google Shape;12135;p129">
                <a:extLst>
                  <a:ext uri="{FF2B5EF4-FFF2-40B4-BE49-F238E27FC236}">
                    <a16:creationId xmlns:a16="http://schemas.microsoft.com/office/drawing/2014/main" id="{B934CFA1-D8DF-73C4-3C85-DBF10B149FD7}"/>
                  </a:ext>
                </a:extLst>
              </p:cNvPr>
              <p:cNvCxnSpPr>
                <a:stCxn id="482" idx="2"/>
                <a:endCxn id="487" idx="0"/>
              </p:cNvCxnSpPr>
              <p:nvPr/>
            </p:nvCxnSpPr>
            <p:spPr>
              <a:xfrm rot="-5400000" flipH="1">
                <a:off x="6536390" y="3677400"/>
                <a:ext cx="457200" cy="845400"/>
              </a:xfrm>
              <a:prstGeom prst="bentConnector3">
                <a:avLst>
                  <a:gd name="adj1" fmla="val 49967"/>
                </a:avLst>
              </a:prstGeom>
              <a:noFill/>
              <a:ln w="9525" cap="flat" cmpd="sng">
                <a:solidFill>
                  <a:srgbClr val="C2C2C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493" name="Google Shape;12136;p129">
                <a:extLst>
                  <a:ext uri="{FF2B5EF4-FFF2-40B4-BE49-F238E27FC236}">
                    <a16:creationId xmlns:a16="http://schemas.microsoft.com/office/drawing/2014/main" id="{5ED89DBD-1583-51C3-C833-39F3E3621498}"/>
                  </a:ext>
                </a:extLst>
              </p:cNvPr>
              <p:cNvCxnSpPr>
                <a:stCxn id="486" idx="0"/>
                <a:endCxn id="482" idx="2"/>
              </p:cNvCxnSpPr>
              <p:nvPr/>
            </p:nvCxnSpPr>
            <p:spPr>
              <a:xfrm rot="-5400000">
                <a:off x="5691000" y="3677551"/>
                <a:ext cx="457200" cy="845100"/>
              </a:xfrm>
              <a:prstGeom prst="bentConnector3">
                <a:avLst>
                  <a:gd name="adj1" fmla="val 49967"/>
                </a:avLst>
              </a:prstGeom>
              <a:noFill/>
              <a:ln w="9525" cap="flat" cmpd="sng">
                <a:solidFill>
                  <a:srgbClr val="C2C2C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18" name="Google Shape;12137;p129">
              <a:extLst>
                <a:ext uri="{FF2B5EF4-FFF2-40B4-BE49-F238E27FC236}">
                  <a16:creationId xmlns:a16="http://schemas.microsoft.com/office/drawing/2014/main" id="{93539C45-282D-029A-61F3-0DBDE60576D9}"/>
                </a:ext>
              </a:extLst>
            </p:cNvPr>
            <p:cNvGrpSpPr/>
            <p:nvPr/>
          </p:nvGrpSpPr>
          <p:grpSpPr>
            <a:xfrm>
              <a:off x="8001108" y="4252945"/>
              <a:ext cx="1874128" cy="641952"/>
              <a:chOff x="6895650" y="3126697"/>
              <a:chExt cx="1436662" cy="492105"/>
            </a:xfrm>
          </p:grpSpPr>
          <p:sp>
            <p:nvSpPr>
              <p:cNvPr id="470" name="Google Shape;12138;p129">
                <a:extLst>
                  <a:ext uri="{FF2B5EF4-FFF2-40B4-BE49-F238E27FC236}">
                    <a16:creationId xmlns:a16="http://schemas.microsoft.com/office/drawing/2014/main" id="{F6B49F9D-DB18-5A49-8D31-CC503A0BD080}"/>
                  </a:ext>
                </a:extLst>
              </p:cNvPr>
              <p:cNvSpPr/>
              <p:nvPr/>
            </p:nvSpPr>
            <p:spPr>
              <a:xfrm>
                <a:off x="7151820" y="3406364"/>
                <a:ext cx="414806" cy="212438"/>
              </a:xfrm>
              <a:custGeom>
                <a:avLst/>
                <a:gdLst/>
                <a:ahLst/>
                <a:cxnLst/>
                <a:rect l="l" t="t" r="r" b="b"/>
                <a:pathLst>
                  <a:path w="12481" h="6392" extrusionOk="0">
                    <a:moveTo>
                      <a:pt x="2" y="0"/>
                    </a:moveTo>
                    <a:lnTo>
                      <a:pt x="2" y="66"/>
                    </a:lnTo>
                    <a:cubicBezTo>
                      <a:pt x="0" y="3558"/>
                      <a:pt x="2794" y="6391"/>
                      <a:pt x="6241" y="6391"/>
                    </a:cubicBezTo>
                    <a:cubicBezTo>
                      <a:pt x="9687" y="6391"/>
                      <a:pt x="12481" y="3558"/>
                      <a:pt x="12481" y="66"/>
                    </a:cubicBezTo>
                    <a:lnTo>
                      <a:pt x="12481" y="0"/>
                    </a:lnTo>
                    <a:lnTo>
                      <a:pt x="7664" y="0"/>
                    </a:lnTo>
                    <a:cubicBezTo>
                      <a:pt x="7664" y="12"/>
                      <a:pt x="7666" y="23"/>
                      <a:pt x="7666" y="32"/>
                    </a:cubicBezTo>
                    <a:cubicBezTo>
                      <a:pt x="7666" y="838"/>
                      <a:pt x="7022" y="1490"/>
                      <a:pt x="6229" y="1490"/>
                    </a:cubicBezTo>
                    <a:cubicBezTo>
                      <a:pt x="5435" y="1490"/>
                      <a:pt x="4793" y="838"/>
                      <a:pt x="4793" y="32"/>
                    </a:cubicBezTo>
                    <a:cubicBezTo>
                      <a:pt x="4793" y="23"/>
                      <a:pt x="4795" y="12"/>
                      <a:pt x="4795" y="0"/>
                    </a:cubicBez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Google Shape;12139;p129">
                <a:extLst>
                  <a:ext uri="{FF2B5EF4-FFF2-40B4-BE49-F238E27FC236}">
                    <a16:creationId xmlns:a16="http://schemas.microsoft.com/office/drawing/2014/main" id="{BC6F8672-822F-3B36-58C9-6A9BC9AB1717}"/>
                  </a:ext>
                </a:extLst>
              </p:cNvPr>
              <p:cNvSpPr/>
              <p:nvPr/>
            </p:nvSpPr>
            <p:spPr>
              <a:xfrm>
                <a:off x="7664160" y="3406364"/>
                <a:ext cx="414806" cy="212438"/>
              </a:xfrm>
              <a:custGeom>
                <a:avLst/>
                <a:gdLst/>
                <a:ahLst/>
                <a:cxnLst/>
                <a:rect l="l" t="t" r="r" b="b"/>
                <a:pathLst>
                  <a:path w="12481" h="6392" extrusionOk="0">
                    <a:moveTo>
                      <a:pt x="2" y="0"/>
                    </a:moveTo>
                    <a:lnTo>
                      <a:pt x="2" y="66"/>
                    </a:lnTo>
                    <a:cubicBezTo>
                      <a:pt x="0" y="3558"/>
                      <a:pt x="2794" y="6391"/>
                      <a:pt x="6241" y="6391"/>
                    </a:cubicBezTo>
                    <a:cubicBezTo>
                      <a:pt x="9687" y="6391"/>
                      <a:pt x="12481" y="3558"/>
                      <a:pt x="12481" y="66"/>
                    </a:cubicBezTo>
                    <a:lnTo>
                      <a:pt x="12481" y="0"/>
                    </a:lnTo>
                    <a:lnTo>
                      <a:pt x="7664" y="0"/>
                    </a:lnTo>
                    <a:cubicBezTo>
                      <a:pt x="7664" y="12"/>
                      <a:pt x="7666" y="23"/>
                      <a:pt x="7666" y="32"/>
                    </a:cubicBezTo>
                    <a:cubicBezTo>
                      <a:pt x="7666" y="838"/>
                      <a:pt x="7022" y="1490"/>
                      <a:pt x="6229" y="1490"/>
                    </a:cubicBezTo>
                    <a:cubicBezTo>
                      <a:pt x="5437" y="1490"/>
                      <a:pt x="4793" y="838"/>
                      <a:pt x="4793" y="32"/>
                    </a:cubicBezTo>
                    <a:cubicBezTo>
                      <a:pt x="4793" y="23"/>
                      <a:pt x="4795" y="12"/>
                      <a:pt x="4795" y="0"/>
                    </a:cubicBez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72" name="Google Shape;12140;p129">
                <a:extLst>
                  <a:ext uri="{FF2B5EF4-FFF2-40B4-BE49-F238E27FC236}">
                    <a16:creationId xmlns:a16="http://schemas.microsoft.com/office/drawing/2014/main" id="{040FDA4C-9177-20C6-DA5B-DED23B736F7A}"/>
                  </a:ext>
                </a:extLst>
              </p:cNvPr>
              <p:cNvSpPr/>
              <p:nvPr/>
            </p:nvSpPr>
            <p:spPr>
              <a:xfrm>
                <a:off x="6895650" y="3127761"/>
                <a:ext cx="420489" cy="212471"/>
              </a:xfrm>
              <a:custGeom>
                <a:avLst/>
                <a:gdLst/>
                <a:ahLst/>
                <a:cxnLst/>
                <a:rect l="l" t="t" r="r" b="b"/>
                <a:pathLst>
                  <a:path w="12652" h="6393" extrusionOk="0">
                    <a:moveTo>
                      <a:pt x="6326" y="0"/>
                    </a:moveTo>
                    <a:cubicBezTo>
                      <a:pt x="2832" y="0"/>
                      <a:pt x="1" y="2833"/>
                      <a:pt x="1" y="6326"/>
                    </a:cubicBezTo>
                    <a:lnTo>
                      <a:pt x="1" y="6393"/>
                    </a:lnTo>
                    <a:lnTo>
                      <a:pt x="4883" y="6393"/>
                    </a:lnTo>
                    <a:cubicBezTo>
                      <a:pt x="4883" y="6382"/>
                      <a:pt x="4882" y="6370"/>
                      <a:pt x="4882" y="6359"/>
                    </a:cubicBezTo>
                    <a:cubicBezTo>
                      <a:pt x="4882" y="5555"/>
                      <a:pt x="5534" y="4904"/>
                      <a:pt x="6337" y="4904"/>
                    </a:cubicBezTo>
                    <a:cubicBezTo>
                      <a:pt x="7141" y="4904"/>
                      <a:pt x="7793" y="5555"/>
                      <a:pt x="7793" y="6359"/>
                    </a:cubicBezTo>
                    <a:cubicBezTo>
                      <a:pt x="7793" y="6370"/>
                      <a:pt x="7791" y="6382"/>
                      <a:pt x="7791" y="6393"/>
                    </a:cubicBezTo>
                    <a:lnTo>
                      <a:pt x="12651" y="6393"/>
                    </a:lnTo>
                    <a:lnTo>
                      <a:pt x="12651" y="6326"/>
                    </a:lnTo>
                    <a:cubicBezTo>
                      <a:pt x="12651" y="2833"/>
                      <a:pt x="9820" y="0"/>
                      <a:pt x="6326" y="0"/>
                    </a:cubicBezTo>
                    <a:close/>
                  </a:path>
                </a:pathLst>
              </a:custGeom>
              <a:solidFill>
                <a:srgbClr val="A5B7C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Google Shape;12141;p129">
                <a:extLst>
                  <a:ext uri="{FF2B5EF4-FFF2-40B4-BE49-F238E27FC236}">
                    <a16:creationId xmlns:a16="http://schemas.microsoft.com/office/drawing/2014/main" id="{356D4027-0B41-C4E1-C655-33A88C48C061}"/>
                  </a:ext>
                </a:extLst>
              </p:cNvPr>
              <p:cNvSpPr/>
              <p:nvPr/>
            </p:nvSpPr>
            <p:spPr>
              <a:xfrm>
                <a:off x="7399482" y="3126697"/>
                <a:ext cx="420489" cy="212438"/>
              </a:xfrm>
              <a:custGeom>
                <a:avLst/>
                <a:gdLst/>
                <a:ahLst/>
                <a:cxnLst/>
                <a:rect l="l" t="t" r="r" b="b"/>
                <a:pathLst>
                  <a:path w="12652" h="6392" extrusionOk="0">
                    <a:moveTo>
                      <a:pt x="6326" y="0"/>
                    </a:moveTo>
                    <a:cubicBezTo>
                      <a:pt x="2832" y="0"/>
                      <a:pt x="1" y="2832"/>
                      <a:pt x="1" y="6326"/>
                    </a:cubicBezTo>
                    <a:lnTo>
                      <a:pt x="1" y="6391"/>
                    </a:lnTo>
                    <a:lnTo>
                      <a:pt x="4883" y="6391"/>
                    </a:lnTo>
                    <a:cubicBezTo>
                      <a:pt x="4883" y="6380"/>
                      <a:pt x="4882" y="6369"/>
                      <a:pt x="4882" y="6358"/>
                    </a:cubicBezTo>
                    <a:cubicBezTo>
                      <a:pt x="4882" y="5554"/>
                      <a:pt x="5533" y="4902"/>
                      <a:pt x="6337" y="4902"/>
                    </a:cubicBezTo>
                    <a:cubicBezTo>
                      <a:pt x="7141" y="4902"/>
                      <a:pt x="7793" y="5554"/>
                      <a:pt x="7793" y="6358"/>
                    </a:cubicBezTo>
                    <a:cubicBezTo>
                      <a:pt x="7793" y="6369"/>
                      <a:pt x="7791" y="6380"/>
                      <a:pt x="7791" y="6391"/>
                    </a:cubicBezTo>
                    <a:lnTo>
                      <a:pt x="12650" y="6391"/>
                    </a:lnTo>
                    <a:lnTo>
                      <a:pt x="12650" y="6326"/>
                    </a:lnTo>
                    <a:cubicBezTo>
                      <a:pt x="12651" y="2833"/>
                      <a:pt x="9819" y="0"/>
                      <a:pt x="6326" y="0"/>
                    </a:cubicBezTo>
                    <a:close/>
                  </a:path>
                </a:pathLst>
              </a:custGeom>
              <a:solidFill>
                <a:srgbClr val="A5B7C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Google Shape;12142;p129">
                <a:extLst>
                  <a:ext uri="{FF2B5EF4-FFF2-40B4-BE49-F238E27FC236}">
                    <a16:creationId xmlns:a16="http://schemas.microsoft.com/office/drawing/2014/main" id="{6B8E5C2C-F870-059E-B3C4-89C1212AC7E6}"/>
                  </a:ext>
                </a:extLst>
              </p:cNvPr>
              <p:cNvSpPr/>
              <p:nvPr/>
            </p:nvSpPr>
            <p:spPr>
              <a:xfrm>
                <a:off x="7911823" y="3126697"/>
                <a:ext cx="420489" cy="212438"/>
              </a:xfrm>
              <a:custGeom>
                <a:avLst/>
                <a:gdLst/>
                <a:ahLst/>
                <a:cxnLst/>
                <a:rect l="l" t="t" r="r" b="b"/>
                <a:pathLst>
                  <a:path w="12652" h="6392" extrusionOk="0">
                    <a:moveTo>
                      <a:pt x="6326" y="0"/>
                    </a:moveTo>
                    <a:cubicBezTo>
                      <a:pt x="2832" y="0"/>
                      <a:pt x="1" y="2832"/>
                      <a:pt x="1" y="6326"/>
                    </a:cubicBezTo>
                    <a:lnTo>
                      <a:pt x="1" y="6391"/>
                    </a:lnTo>
                    <a:lnTo>
                      <a:pt x="4883" y="6391"/>
                    </a:lnTo>
                    <a:cubicBezTo>
                      <a:pt x="4883" y="6380"/>
                      <a:pt x="4882" y="6369"/>
                      <a:pt x="4882" y="6358"/>
                    </a:cubicBezTo>
                    <a:cubicBezTo>
                      <a:pt x="4882" y="5554"/>
                      <a:pt x="5533" y="4902"/>
                      <a:pt x="6337" y="4902"/>
                    </a:cubicBezTo>
                    <a:cubicBezTo>
                      <a:pt x="7141" y="4902"/>
                      <a:pt x="7793" y="5554"/>
                      <a:pt x="7793" y="6358"/>
                    </a:cubicBezTo>
                    <a:cubicBezTo>
                      <a:pt x="7793" y="6369"/>
                      <a:pt x="7791" y="6380"/>
                      <a:pt x="7791" y="6391"/>
                    </a:cubicBezTo>
                    <a:lnTo>
                      <a:pt x="12650" y="6391"/>
                    </a:lnTo>
                    <a:lnTo>
                      <a:pt x="12650" y="6326"/>
                    </a:lnTo>
                    <a:cubicBezTo>
                      <a:pt x="12651" y="2833"/>
                      <a:pt x="9819" y="0"/>
                      <a:pt x="6326" y="0"/>
                    </a:cubicBezTo>
                    <a:close/>
                  </a:path>
                </a:pathLst>
              </a:custGeom>
              <a:solidFill>
                <a:srgbClr val="A5B7C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75" name="Google Shape;12143;p129">
                <a:extLst>
                  <a:ext uri="{FF2B5EF4-FFF2-40B4-BE49-F238E27FC236}">
                    <a16:creationId xmlns:a16="http://schemas.microsoft.com/office/drawing/2014/main" id="{12123FA5-D94A-EEAE-C121-965DED63E097}"/>
                  </a:ext>
                </a:extLst>
              </p:cNvPr>
              <p:cNvGrpSpPr/>
              <p:nvPr/>
            </p:nvGrpSpPr>
            <p:grpSpPr>
              <a:xfrm>
                <a:off x="6995957" y="3335810"/>
                <a:ext cx="1230393" cy="71754"/>
                <a:chOff x="6995957" y="3287964"/>
                <a:chExt cx="1230393" cy="71754"/>
              </a:xfrm>
            </p:grpSpPr>
            <p:sp>
              <p:nvSpPr>
                <p:cNvPr id="476" name="Google Shape;12144;p129">
                  <a:extLst>
                    <a:ext uri="{FF2B5EF4-FFF2-40B4-BE49-F238E27FC236}">
                      <a16:creationId xmlns:a16="http://schemas.microsoft.com/office/drawing/2014/main" id="{938D9440-4DDA-7433-B9F1-8842A1EF4916}"/>
                    </a:ext>
                  </a:extLst>
                </p:cNvPr>
                <p:cNvSpPr/>
                <p:nvPr/>
              </p:nvSpPr>
              <p:spPr>
                <a:xfrm>
                  <a:off x="8006733" y="3287964"/>
                  <a:ext cx="219617" cy="717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08" h="2159" extrusionOk="0">
                      <a:moveTo>
                        <a:pt x="3501" y="647"/>
                      </a:moveTo>
                      <a:cubicBezTo>
                        <a:pt x="3723" y="647"/>
                        <a:pt x="3935" y="820"/>
                        <a:pt x="3936" y="1080"/>
                      </a:cubicBezTo>
                      <a:cubicBezTo>
                        <a:pt x="3936" y="1318"/>
                        <a:pt x="3743" y="1512"/>
                        <a:pt x="3504" y="1512"/>
                      </a:cubicBezTo>
                      <a:cubicBezTo>
                        <a:pt x="3118" y="1512"/>
                        <a:pt x="2924" y="1048"/>
                        <a:pt x="3198" y="775"/>
                      </a:cubicBezTo>
                      <a:cubicBezTo>
                        <a:pt x="3286" y="687"/>
                        <a:pt x="3395" y="647"/>
                        <a:pt x="3501" y="647"/>
                      </a:cubicBezTo>
                      <a:close/>
                      <a:moveTo>
                        <a:pt x="3504" y="0"/>
                      </a:moveTo>
                      <a:cubicBezTo>
                        <a:pt x="3051" y="0"/>
                        <a:pt x="2646" y="282"/>
                        <a:pt x="2490" y="708"/>
                      </a:cubicBezTo>
                      <a:lnTo>
                        <a:pt x="357" y="708"/>
                      </a:lnTo>
                      <a:cubicBezTo>
                        <a:pt x="160" y="708"/>
                        <a:pt x="0" y="868"/>
                        <a:pt x="0" y="1065"/>
                      </a:cubicBezTo>
                      <a:lnTo>
                        <a:pt x="0" y="1129"/>
                      </a:lnTo>
                      <a:cubicBezTo>
                        <a:pt x="0" y="1326"/>
                        <a:pt x="160" y="1486"/>
                        <a:pt x="357" y="1486"/>
                      </a:cubicBezTo>
                      <a:lnTo>
                        <a:pt x="2502" y="1486"/>
                      </a:lnTo>
                      <a:cubicBezTo>
                        <a:pt x="2668" y="1893"/>
                        <a:pt x="3064" y="2159"/>
                        <a:pt x="3502" y="2159"/>
                      </a:cubicBezTo>
                      <a:cubicBezTo>
                        <a:pt x="3943" y="2159"/>
                        <a:pt x="4338" y="1893"/>
                        <a:pt x="4503" y="1486"/>
                      </a:cubicBezTo>
                      <a:lnTo>
                        <a:pt x="6271" y="1486"/>
                      </a:lnTo>
                      <a:cubicBezTo>
                        <a:pt x="6457" y="1486"/>
                        <a:pt x="6607" y="1336"/>
                        <a:pt x="6607" y="1150"/>
                      </a:cubicBezTo>
                      <a:lnTo>
                        <a:pt x="6607" y="1044"/>
                      </a:lnTo>
                      <a:cubicBezTo>
                        <a:pt x="6607" y="859"/>
                        <a:pt x="6457" y="710"/>
                        <a:pt x="6271" y="708"/>
                      </a:cubicBezTo>
                      <a:lnTo>
                        <a:pt x="4518" y="708"/>
                      </a:lnTo>
                      <a:cubicBezTo>
                        <a:pt x="4362" y="282"/>
                        <a:pt x="3957" y="0"/>
                        <a:pt x="3504" y="0"/>
                      </a:cubicBezTo>
                      <a:close/>
                    </a:path>
                  </a:pathLst>
                </a:custGeom>
                <a:solidFill>
                  <a:srgbClr val="A5B7C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7" name="Google Shape;12145;p129">
                  <a:extLst>
                    <a:ext uri="{FF2B5EF4-FFF2-40B4-BE49-F238E27FC236}">
                      <a16:creationId xmlns:a16="http://schemas.microsoft.com/office/drawing/2014/main" id="{B00345B0-3607-038A-9D98-4D7B5782E780}"/>
                    </a:ext>
                  </a:extLst>
                </p:cNvPr>
                <p:cNvSpPr/>
                <p:nvPr/>
              </p:nvSpPr>
              <p:spPr>
                <a:xfrm>
                  <a:off x="7756540" y="3287964"/>
                  <a:ext cx="219617" cy="717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08" h="2159" extrusionOk="0">
                      <a:moveTo>
                        <a:pt x="3500" y="647"/>
                      </a:moveTo>
                      <a:cubicBezTo>
                        <a:pt x="3722" y="647"/>
                        <a:pt x="3935" y="820"/>
                        <a:pt x="3935" y="1080"/>
                      </a:cubicBezTo>
                      <a:cubicBezTo>
                        <a:pt x="3935" y="1318"/>
                        <a:pt x="3741" y="1512"/>
                        <a:pt x="3503" y="1512"/>
                      </a:cubicBezTo>
                      <a:cubicBezTo>
                        <a:pt x="3117" y="1512"/>
                        <a:pt x="2925" y="1048"/>
                        <a:pt x="3197" y="775"/>
                      </a:cubicBezTo>
                      <a:cubicBezTo>
                        <a:pt x="3285" y="687"/>
                        <a:pt x="3393" y="647"/>
                        <a:pt x="3500" y="647"/>
                      </a:cubicBezTo>
                      <a:close/>
                      <a:moveTo>
                        <a:pt x="3503" y="0"/>
                      </a:moveTo>
                      <a:cubicBezTo>
                        <a:pt x="3049" y="0"/>
                        <a:pt x="2644" y="282"/>
                        <a:pt x="2489" y="708"/>
                      </a:cubicBezTo>
                      <a:lnTo>
                        <a:pt x="358" y="708"/>
                      </a:lnTo>
                      <a:cubicBezTo>
                        <a:pt x="159" y="708"/>
                        <a:pt x="0" y="868"/>
                        <a:pt x="0" y="1065"/>
                      </a:cubicBezTo>
                      <a:lnTo>
                        <a:pt x="0" y="1129"/>
                      </a:lnTo>
                      <a:cubicBezTo>
                        <a:pt x="0" y="1326"/>
                        <a:pt x="159" y="1486"/>
                        <a:pt x="358" y="1486"/>
                      </a:cubicBezTo>
                      <a:lnTo>
                        <a:pt x="2502" y="1486"/>
                      </a:lnTo>
                      <a:cubicBezTo>
                        <a:pt x="2668" y="1893"/>
                        <a:pt x="3064" y="2159"/>
                        <a:pt x="3503" y="2159"/>
                      </a:cubicBezTo>
                      <a:cubicBezTo>
                        <a:pt x="3941" y="2159"/>
                        <a:pt x="4338" y="1893"/>
                        <a:pt x="4503" y="1486"/>
                      </a:cubicBezTo>
                      <a:lnTo>
                        <a:pt x="6271" y="1486"/>
                      </a:lnTo>
                      <a:cubicBezTo>
                        <a:pt x="6457" y="1486"/>
                        <a:pt x="6608" y="1336"/>
                        <a:pt x="6608" y="1150"/>
                      </a:cubicBezTo>
                      <a:lnTo>
                        <a:pt x="6608" y="1044"/>
                      </a:lnTo>
                      <a:cubicBezTo>
                        <a:pt x="6606" y="859"/>
                        <a:pt x="6455" y="708"/>
                        <a:pt x="6270" y="708"/>
                      </a:cubicBezTo>
                      <a:lnTo>
                        <a:pt x="4516" y="708"/>
                      </a:lnTo>
                      <a:cubicBezTo>
                        <a:pt x="4361" y="282"/>
                        <a:pt x="3956" y="0"/>
                        <a:pt x="3503" y="0"/>
                      </a:cubicBezTo>
                      <a:close/>
                    </a:path>
                  </a:pathLst>
                </a:custGeom>
                <a:solidFill>
                  <a:srgbClr val="A5B7C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8" name="Google Shape;12146;p129">
                  <a:extLst>
                    <a:ext uri="{FF2B5EF4-FFF2-40B4-BE49-F238E27FC236}">
                      <a16:creationId xmlns:a16="http://schemas.microsoft.com/office/drawing/2014/main" id="{07C3E167-B8E0-A01A-C2C4-7483CFEC483D}"/>
                    </a:ext>
                  </a:extLst>
                </p:cNvPr>
                <p:cNvSpPr/>
                <p:nvPr/>
              </p:nvSpPr>
              <p:spPr>
                <a:xfrm>
                  <a:off x="7496443" y="3287964"/>
                  <a:ext cx="219617" cy="717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08" h="2159" extrusionOk="0">
                      <a:moveTo>
                        <a:pt x="3500" y="647"/>
                      </a:moveTo>
                      <a:cubicBezTo>
                        <a:pt x="3722" y="647"/>
                        <a:pt x="3935" y="820"/>
                        <a:pt x="3935" y="1080"/>
                      </a:cubicBezTo>
                      <a:cubicBezTo>
                        <a:pt x="3935" y="1318"/>
                        <a:pt x="3743" y="1512"/>
                        <a:pt x="3504" y="1512"/>
                      </a:cubicBezTo>
                      <a:cubicBezTo>
                        <a:pt x="3119" y="1512"/>
                        <a:pt x="2925" y="1048"/>
                        <a:pt x="3197" y="775"/>
                      </a:cubicBezTo>
                      <a:cubicBezTo>
                        <a:pt x="3285" y="687"/>
                        <a:pt x="3394" y="647"/>
                        <a:pt x="3500" y="647"/>
                      </a:cubicBezTo>
                      <a:close/>
                      <a:moveTo>
                        <a:pt x="3504" y="0"/>
                      </a:moveTo>
                      <a:cubicBezTo>
                        <a:pt x="3050" y="0"/>
                        <a:pt x="2646" y="282"/>
                        <a:pt x="2491" y="708"/>
                      </a:cubicBezTo>
                      <a:lnTo>
                        <a:pt x="358" y="708"/>
                      </a:lnTo>
                      <a:cubicBezTo>
                        <a:pt x="159" y="708"/>
                        <a:pt x="1" y="868"/>
                        <a:pt x="1" y="1065"/>
                      </a:cubicBezTo>
                      <a:lnTo>
                        <a:pt x="1" y="1129"/>
                      </a:lnTo>
                      <a:cubicBezTo>
                        <a:pt x="1" y="1326"/>
                        <a:pt x="159" y="1486"/>
                        <a:pt x="358" y="1486"/>
                      </a:cubicBezTo>
                      <a:lnTo>
                        <a:pt x="2502" y="1486"/>
                      </a:lnTo>
                      <a:cubicBezTo>
                        <a:pt x="2669" y="1893"/>
                        <a:pt x="3064" y="2159"/>
                        <a:pt x="3503" y="2159"/>
                      </a:cubicBezTo>
                      <a:cubicBezTo>
                        <a:pt x="3943" y="2159"/>
                        <a:pt x="4339" y="1893"/>
                        <a:pt x="4504" y="1486"/>
                      </a:cubicBezTo>
                      <a:lnTo>
                        <a:pt x="6272" y="1486"/>
                      </a:lnTo>
                      <a:cubicBezTo>
                        <a:pt x="6457" y="1486"/>
                        <a:pt x="6608" y="1336"/>
                        <a:pt x="6608" y="1150"/>
                      </a:cubicBezTo>
                      <a:lnTo>
                        <a:pt x="6608" y="1044"/>
                      </a:lnTo>
                      <a:cubicBezTo>
                        <a:pt x="6608" y="859"/>
                        <a:pt x="6457" y="710"/>
                        <a:pt x="6272" y="708"/>
                      </a:cubicBezTo>
                      <a:lnTo>
                        <a:pt x="4518" y="708"/>
                      </a:lnTo>
                      <a:cubicBezTo>
                        <a:pt x="4361" y="282"/>
                        <a:pt x="3958" y="0"/>
                        <a:pt x="3504" y="0"/>
                      </a:cubicBezTo>
                      <a:close/>
                    </a:path>
                  </a:pathLst>
                </a:custGeom>
                <a:solidFill>
                  <a:srgbClr val="A5B7C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9" name="Google Shape;12147;p129">
                  <a:extLst>
                    <a:ext uri="{FF2B5EF4-FFF2-40B4-BE49-F238E27FC236}">
                      <a16:creationId xmlns:a16="http://schemas.microsoft.com/office/drawing/2014/main" id="{74E03AA8-E54C-F3F9-65D0-AA9CEA548D88}"/>
                    </a:ext>
                  </a:extLst>
                </p:cNvPr>
                <p:cNvSpPr/>
                <p:nvPr/>
              </p:nvSpPr>
              <p:spPr>
                <a:xfrm>
                  <a:off x="7243757" y="3287964"/>
                  <a:ext cx="219617" cy="717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08" h="2159" extrusionOk="0">
                      <a:moveTo>
                        <a:pt x="3500" y="647"/>
                      </a:moveTo>
                      <a:cubicBezTo>
                        <a:pt x="3722" y="647"/>
                        <a:pt x="3935" y="820"/>
                        <a:pt x="3935" y="1080"/>
                      </a:cubicBezTo>
                      <a:cubicBezTo>
                        <a:pt x="3935" y="1318"/>
                        <a:pt x="3743" y="1512"/>
                        <a:pt x="3503" y="1512"/>
                      </a:cubicBezTo>
                      <a:cubicBezTo>
                        <a:pt x="3118" y="1512"/>
                        <a:pt x="2925" y="1048"/>
                        <a:pt x="3197" y="775"/>
                      </a:cubicBezTo>
                      <a:cubicBezTo>
                        <a:pt x="3285" y="687"/>
                        <a:pt x="3394" y="647"/>
                        <a:pt x="3500" y="647"/>
                      </a:cubicBezTo>
                      <a:close/>
                      <a:moveTo>
                        <a:pt x="3503" y="0"/>
                      </a:moveTo>
                      <a:cubicBezTo>
                        <a:pt x="3050" y="0"/>
                        <a:pt x="2644" y="282"/>
                        <a:pt x="2489" y="708"/>
                      </a:cubicBezTo>
                      <a:lnTo>
                        <a:pt x="358" y="708"/>
                      </a:lnTo>
                      <a:cubicBezTo>
                        <a:pt x="159" y="708"/>
                        <a:pt x="1" y="868"/>
                        <a:pt x="1" y="1065"/>
                      </a:cubicBezTo>
                      <a:lnTo>
                        <a:pt x="1" y="1129"/>
                      </a:lnTo>
                      <a:cubicBezTo>
                        <a:pt x="1" y="1326"/>
                        <a:pt x="159" y="1486"/>
                        <a:pt x="358" y="1486"/>
                      </a:cubicBezTo>
                      <a:lnTo>
                        <a:pt x="2502" y="1486"/>
                      </a:lnTo>
                      <a:cubicBezTo>
                        <a:pt x="2668" y="1893"/>
                        <a:pt x="3064" y="2159"/>
                        <a:pt x="3503" y="2159"/>
                      </a:cubicBezTo>
                      <a:cubicBezTo>
                        <a:pt x="3943" y="2159"/>
                        <a:pt x="4339" y="1893"/>
                        <a:pt x="4504" y="1486"/>
                      </a:cubicBezTo>
                      <a:lnTo>
                        <a:pt x="6271" y="1486"/>
                      </a:lnTo>
                      <a:cubicBezTo>
                        <a:pt x="6457" y="1486"/>
                        <a:pt x="6608" y="1336"/>
                        <a:pt x="6608" y="1150"/>
                      </a:cubicBezTo>
                      <a:lnTo>
                        <a:pt x="6608" y="1044"/>
                      </a:lnTo>
                      <a:cubicBezTo>
                        <a:pt x="6608" y="859"/>
                        <a:pt x="6457" y="710"/>
                        <a:pt x="6271" y="708"/>
                      </a:cubicBezTo>
                      <a:lnTo>
                        <a:pt x="4516" y="708"/>
                      </a:lnTo>
                      <a:cubicBezTo>
                        <a:pt x="4361" y="282"/>
                        <a:pt x="3956" y="0"/>
                        <a:pt x="3503" y="0"/>
                      </a:cubicBezTo>
                      <a:close/>
                    </a:path>
                  </a:pathLst>
                </a:custGeom>
                <a:solidFill>
                  <a:srgbClr val="A5B7C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0" name="Google Shape;12148;p129">
                  <a:extLst>
                    <a:ext uri="{FF2B5EF4-FFF2-40B4-BE49-F238E27FC236}">
                      <a16:creationId xmlns:a16="http://schemas.microsoft.com/office/drawing/2014/main" id="{31CFBD0C-662C-261D-6D4C-03B1382F49E8}"/>
                    </a:ext>
                  </a:extLst>
                </p:cNvPr>
                <p:cNvSpPr/>
                <p:nvPr/>
              </p:nvSpPr>
              <p:spPr>
                <a:xfrm>
                  <a:off x="6995957" y="3287964"/>
                  <a:ext cx="219617" cy="717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08" h="2159" extrusionOk="0">
                      <a:moveTo>
                        <a:pt x="3502" y="647"/>
                      </a:moveTo>
                      <a:cubicBezTo>
                        <a:pt x="3724" y="647"/>
                        <a:pt x="3937" y="820"/>
                        <a:pt x="3937" y="1080"/>
                      </a:cubicBezTo>
                      <a:cubicBezTo>
                        <a:pt x="3937" y="1318"/>
                        <a:pt x="3743" y="1512"/>
                        <a:pt x="3505" y="1512"/>
                      </a:cubicBezTo>
                      <a:cubicBezTo>
                        <a:pt x="3119" y="1512"/>
                        <a:pt x="2926" y="1048"/>
                        <a:pt x="3199" y="775"/>
                      </a:cubicBezTo>
                      <a:cubicBezTo>
                        <a:pt x="3287" y="687"/>
                        <a:pt x="3395" y="647"/>
                        <a:pt x="3502" y="647"/>
                      </a:cubicBezTo>
                      <a:close/>
                      <a:moveTo>
                        <a:pt x="3505" y="0"/>
                      </a:moveTo>
                      <a:cubicBezTo>
                        <a:pt x="3051" y="0"/>
                        <a:pt x="2646" y="282"/>
                        <a:pt x="2491" y="708"/>
                      </a:cubicBezTo>
                      <a:lnTo>
                        <a:pt x="358" y="708"/>
                      </a:lnTo>
                      <a:cubicBezTo>
                        <a:pt x="161" y="708"/>
                        <a:pt x="1" y="868"/>
                        <a:pt x="1" y="1065"/>
                      </a:cubicBezTo>
                      <a:lnTo>
                        <a:pt x="1" y="1129"/>
                      </a:lnTo>
                      <a:cubicBezTo>
                        <a:pt x="1" y="1326"/>
                        <a:pt x="161" y="1486"/>
                        <a:pt x="358" y="1486"/>
                      </a:cubicBezTo>
                      <a:lnTo>
                        <a:pt x="2504" y="1486"/>
                      </a:lnTo>
                      <a:cubicBezTo>
                        <a:pt x="2669" y="1893"/>
                        <a:pt x="3064" y="2159"/>
                        <a:pt x="3505" y="2159"/>
                      </a:cubicBezTo>
                      <a:cubicBezTo>
                        <a:pt x="3943" y="2159"/>
                        <a:pt x="4339" y="1893"/>
                        <a:pt x="4505" y="1486"/>
                      </a:cubicBezTo>
                      <a:lnTo>
                        <a:pt x="6272" y="1486"/>
                      </a:lnTo>
                      <a:cubicBezTo>
                        <a:pt x="6457" y="1486"/>
                        <a:pt x="6608" y="1336"/>
                        <a:pt x="6608" y="1150"/>
                      </a:cubicBezTo>
                      <a:lnTo>
                        <a:pt x="6608" y="1044"/>
                      </a:lnTo>
                      <a:cubicBezTo>
                        <a:pt x="6608" y="859"/>
                        <a:pt x="6457" y="710"/>
                        <a:pt x="6272" y="708"/>
                      </a:cubicBezTo>
                      <a:lnTo>
                        <a:pt x="4518" y="708"/>
                      </a:lnTo>
                      <a:cubicBezTo>
                        <a:pt x="4363" y="282"/>
                        <a:pt x="3958" y="0"/>
                        <a:pt x="3505" y="0"/>
                      </a:cubicBezTo>
                      <a:close/>
                    </a:path>
                  </a:pathLst>
                </a:custGeom>
                <a:solidFill>
                  <a:srgbClr val="A5B7C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9" name="Google Shape;12149;p129">
              <a:extLst>
                <a:ext uri="{FF2B5EF4-FFF2-40B4-BE49-F238E27FC236}">
                  <a16:creationId xmlns:a16="http://schemas.microsoft.com/office/drawing/2014/main" id="{F4FC41AC-668C-E90F-F1D3-673B10D8F213}"/>
                </a:ext>
              </a:extLst>
            </p:cNvPr>
            <p:cNvGrpSpPr/>
            <p:nvPr/>
          </p:nvGrpSpPr>
          <p:grpSpPr>
            <a:xfrm>
              <a:off x="7999425" y="5008708"/>
              <a:ext cx="1877484" cy="772215"/>
              <a:chOff x="6777990" y="3710194"/>
              <a:chExt cx="1646915" cy="677382"/>
            </a:xfrm>
            <a:solidFill>
              <a:schemeClr val="accent1">
                <a:lumMod val="75000"/>
              </a:schemeClr>
            </a:solidFill>
          </p:grpSpPr>
          <p:grpSp>
            <p:nvGrpSpPr>
              <p:cNvPr id="458" name="Google Shape;12150;p129">
                <a:extLst>
                  <a:ext uri="{FF2B5EF4-FFF2-40B4-BE49-F238E27FC236}">
                    <a16:creationId xmlns:a16="http://schemas.microsoft.com/office/drawing/2014/main" id="{F997FBB7-EC73-D548-4994-2A82A423508E}"/>
                  </a:ext>
                </a:extLst>
              </p:cNvPr>
              <p:cNvGrpSpPr/>
              <p:nvPr/>
            </p:nvGrpSpPr>
            <p:grpSpPr>
              <a:xfrm>
                <a:off x="6777990" y="3874492"/>
                <a:ext cx="411129" cy="513083"/>
                <a:chOff x="6777990" y="3874492"/>
                <a:chExt cx="411129" cy="513083"/>
              </a:xfrm>
              <a:grpFill/>
            </p:grpSpPr>
            <p:cxnSp>
              <p:nvCxnSpPr>
                <p:cNvPr id="468" name="Google Shape;12151;p129">
                  <a:extLst>
                    <a:ext uri="{FF2B5EF4-FFF2-40B4-BE49-F238E27FC236}">
                      <a16:creationId xmlns:a16="http://schemas.microsoft.com/office/drawing/2014/main" id="{4A0C8601-CF80-EAA6-3D40-2FB5D5277FA9}"/>
                    </a:ext>
                  </a:extLst>
                </p:cNvPr>
                <p:cNvCxnSpPr/>
                <p:nvPr/>
              </p:nvCxnSpPr>
              <p:spPr>
                <a:xfrm>
                  <a:off x="6977019" y="4216875"/>
                  <a:ext cx="0" cy="170700"/>
                </a:xfrm>
                <a:prstGeom prst="straightConnector1">
                  <a:avLst/>
                </a:prstGeom>
                <a:grpFill/>
                <a:ln w="19050" cap="flat" cmpd="sng">
                  <a:solidFill>
                    <a:srgbClr val="A5B7C6"/>
                  </a:solidFill>
                  <a:prstDash val="solid"/>
                  <a:round/>
                  <a:headEnd type="none" w="med" len="med"/>
                  <a:tailEnd type="diamond" w="med" len="med"/>
                </a:ln>
              </p:spPr>
            </p:cxnSp>
            <p:sp>
              <p:nvSpPr>
                <p:cNvPr id="469" name="Google Shape;12152;p129">
                  <a:extLst>
                    <a:ext uri="{FF2B5EF4-FFF2-40B4-BE49-F238E27FC236}">
                      <a16:creationId xmlns:a16="http://schemas.microsoft.com/office/drawing/2014/main" id="{9C1D2A37-811E-05E4-5D93-D9CDE0C2EAB3}"/>
                    </a:ext>
                  </a:extLst>
                </p:cNvPr>
                <p:cNvSpPr/>
                <p:nvPr/>
              </p:nvSpPr>
              <p:spPr>
                <a:xfrm>
                  <a:off x="6777990" y="3874492"/>
                  <a:ext cx="411129" cy="3562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272" h="60023" extrusionOk="0">
                      <a:moveTo>
                        <a:pt x="17333" y="0"/>
                      </a:moveTo>
                      <a:lnTo>
                        <a:pt x="0" y="30011"/>
                      </a:lnTo>
                      <a:lnTo>
                        <a:pt x="17333" y="60023"/>
                      </a:lnTo>
                      <a:lnTo>
                        <a:pt x="51939" y="60023"/>
                      </a:lnTo>
                      <a:lnTo>
                        <a:pt x="69271" y="30011"/>
                      </a:lnTo>
                      <a:lnTo>
                        <a:pt x="51939" y="0"/>
                      </a:lnTo>
                      <a:close/>
                    </a:path>
                  </a:pathLst>
                </a:custGeom>
                <a:grpFill/>
                <a:ln w="19050" cap="flat" cmpd="sng">
                  <a:solidFill>
                    <a:srgbClr val="A5B7C5"/>
                  </a:solidFill>
                  <a:prstDash val="solid"/>
                  <a:miter lim="58162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59" name="Google Shape;12153;p129">
                <a:extLst>
                  <a:ext uri="{FF2B5EF4-FFF2-40B4-BE49-F238E27FC236}">
                    <a16:creationId xmlns:a16="http://schemas.microsoft.com/office/drawing/2014/main" id="{272BEBEC-3D8C-789D-62BC-703057F175A1}"/>
                  </a:ext>
                </a:extLst>
              </p:cNvPr>
              <p:cNvGrpSpPr/>
              <p:nvPr/>
            </p:nvGrpSpPr>
            <p:grpSpPr>
              <a:xfrm>
                <a:off x="7188425" y="3710194"/>
                <a:ext cx="411123" cy="520535"/>
                <a:chOff x="7188425" y="3710194"/>
                <a:chExt cx="411123" cy="520535"/>
              </a:xfrm>
              <a:grpFill/>
            </p:grpSpPr>
            <p:cxnSp>
              <p:nvCxnSpPr>
                <p:cNvPr id="466" name="Google Shape;12154;p129">
                  <a:extLst>
                    <a:ext uri="{FF2B5EF4-FFF2-40B4-BE49-F238E27FC236}">
                      <a16:creationId xmlns:a16="http://schemas.microsoft.com/office/drawing/2014/main" id="{5893DDDA-B898-B056-70FC-07FE42AF7771}"/>
                    </a:ext>
                  </a:extLst>
                </p:cNvPr>
                <p:cNvCxnSpPr/>
                <p:nvPr/>
              </p:nvCxnSpPr>
              <p:spPr>
                <a:xfrm rot="10800000">
                  <a:off x="7393988" y="3710194"/>
                  <a:ext cx="0" cy="170700"/>
                </a:xfrm>
                <a:prstGeom prst="straightConnector1">
                  <a:avLst/>
                </a:prstGeom>
                <a:grpFill/>
                <a:ln w="19050" cap="flat" cmpd="sng">
                  <a:solidFill>
                    <a:srgbClr val="A5B7C6"/>
                  </a:solidFill>
                  <a:prstDash val="solid"/>
                  <a:round/>
                  <a:headEnd type="none" w="med" len="med"/>
                  <a:tailEnd type="diamond" w="med" len="med"/>
                </a:ln>
              </p:spPr>
            </p:cxnSp>
            <p:sp>
              <p:nvSpPr>
                <p:cNvPr id="467" name="Google Shape;12155;p129">
                  <a:extLst>
                    <a:ext uri="{FF2B5EF4-FFF2-40B4-BE49-F238E27FC236}">
                      <a16:creationId xmlns:a16="http://schemas.microsoft.com/office/drawing/2014/main" id="{B63B2CBD-D7B4-2B57-C265-402B265A07CF}"/>
                    </a:ext>
                  </a:extLst>
                </p:cNvPr>
                <p:cNvSpPr/>
                <p:nvPr/>
              </p:nvSpPr>
              <p:spPr>
                <a:xfrm>
                  <a:off x="7188425" y="3874492"/>
                  <a:ext cx="411123" cy="3562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271" h="60023" extrusionOk="0">
                      <a:moveTo>
                        <a:pt x="17274" y="0"/>
                      </a:moveTo>
                      <a:lnTo>
                        <a:pt x="0" y="30011"/>
                      </a:lnTo>
                      <a:lnTo>
                        <a:pt x="17274" y="60023"/>
                      </a:lnTo>
                      <a:lnTo>
                        <a:pt x="51939" y="60023"/>
                      </a:lnTo>
                      <a:lnTo>
                        <a:pt x="69271" y="30011"/>
                      </a:lnTo>
                      <a:lnTo>
                        <a:pt x="51939" y="0"/>
                      </a:lnTo>
                      <a:close/>
                    </a:path>
                  </a:pathLst>
                </a:custGeom>
                <a:grpFill/>
                <a:ln w="19050" cap="flat" cmpd="sng">
                  <a:solidFill>
                    <a:srgbClr val="A5B7C5"/>
                  </a:solidFill>
                  <a:prstDash val="solid"/>
                  <a:miter lim="58162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60" name="Google Shape;12156;p129">
                <a:extLst>
                  <a:ext uri="{FF2B5EF4-FFF2-40B4-BE49-F238E27FC236}">
                    <a16:creationId xmlns:a16="http://schemas.microsoft.com/office/drawing/2014/main" id="{2983CB7A-D495-D5F0-19EE-8D0F37DDFF00}"/>
                  </a:ext>
                </a:extLst>
              </p:cNvPr>
              <p:cNvGrpSpPr/>
              <p:nvPr/>
            </p:nvGrpSpPr>
            <p:grpSpPr>
              <a:xfrm>
                <a:off x="7603341" y="3874492"/>
                <a:ext cx="411474" cy="513083"/>
                <a:chOff x="7603341" y="3874492"/>
                <a:chExt cx="411474" cy="513083"/>
              </a:xfrm>
              <a:grpFill/>
            </p:grpSpPr>
            <p:cxnSp>
              <p:nvCxnSpPr>
                <p:cNvPr id="464" name="Google Shape;12157;p129">
                  <a:extLst>
                    <a:ext uri="{FF2B5EF4-FFF2-40B4-BE49-F238E27FC236}">
                      <a16:creationId xmlns:a16="http://schemas.microsoft.com/office/drawing/2014/main" id="{D5972D88-6B32-CFEF-CBDE-979F88C82FC9}"/>
                    </a:ext>
                  </a:extLst>
                </p:cNvPr>
                <p:cNvCxnSpPr/>
                <p:nvPr/>
              </p:nvCxnSpPr>
              <p:spPr>
                <a:xfrm>
                  <a:off x="7809095" y="4216875"/>
                  <a:ext cx="0" cy="170700"/>
                </a:xfrm>
                <a:prstGeom prst="straightConnector1">
                  <a:avLst/>
                </a:prstGeom>
                <a:grpFill/>
                <a:ln w="19050" cap="flat" cmpd="sng">
                  <a:solidFill>
                    <a:srgbClr val="A5B7C6"/>
                  </a:solidFill>
                  <a:prstDash val="solid"/>
                  <a:round/>
                  <a:headEnd type="none" w="med" len="med"/>
                  <a:tailEnd type="diamond" w="med" len="med"/>
                </a:ln>
              </p:spPr>
            </p:cxnSp>
            <p:sp>
              <p:nvSpPr>
                <p:cNvPr id="465" name="Google Shape;12158;p129">
                  <a:extLst>
                    <a:ext uri="{FF2B5EF4-FFF2-40B4-BE49-F238E27FC236}">
                      <a16:creationId xmlns:a16="http://schemas.microsoft.com/office/drawing/2014/main" id="{D83541EC-DACD-062D-5827-F4AB3D964F6E}"/>
                    </a:ext>
                  </a:extLst>
                </p:cNvPr>
                <p:cNvSpPr/>
                <p:nvPr/>
              </p:nvSpPr>
              <p:spPr>
                <a:xfrm>
                  <a:off x="7603341" y="3874492"/>
                  <a:ext cx="411474" cy="3562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330" h="60023" extrusionOk="0">
                      <a:moveTo>
                        <a:pt x="17333" y="0"/>
                      </a:moveTo>
                      <a:lnTo>
                        <a:pt x="1" y="30011"/>
                      </a:lnTo>
                      <a:lnTo>
                        <a:pt x="17333" y="60023"/>
                      </a:lnTo>
                      <a:lnTo>
                        <a:pt x="51998" y="60023"/>
                      </a:lnTo>
                      <a:lnTo>
                        <a:pt x="69330" y="30011"/>
                      </a:lnTo>
                      <a:lnTo>
                        <a:pt x="51998" y="0"/>
                      </a:lnTo>
                      <a:close/>
                    </a:path>
                  </a:pathLst>
                </a:custGeom>
                <a:grpFill/>
                <a:ln w="19050" cap="flat" cmpd="sng">
                  <a:solidFill>
                    <a:srgbClr val="A5B7C5"/>
                  </a:solidFill>
                  <a:prstDash val="solid"/>
                  <a:miter lim="58162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61" name="Google Shape;12159;p129">
                <a:extLst>
                  <a:ext uri="{FF2B5EF4-FFF2-40B4-BE49-F238E27FC236}">
                    <a16:creationId xmlns:a16="http://schemas.microsoft.com/office/drawing/2014/main" id="{751EB6B9-B8EF-673F-05D3-97AEDB128DAA}"/>
                  </a:ext>
                </a:extLst>
              </p:cNvPr>
              <p:cNvGrpSpPr/>
              <p:nvPr/>
            </p:nvGrpSpPr>
            <p:grpSpPr>
              <a:xfrm>
                <a:off x="8013776" y="3722847"/>
                <a:ext cx="411129" cy="507881"/>
                <a:chOff x="8013776" y="3722847"/>
                <a:chExt cx="411129" cy="507881"/>
              </a:xfrm>
              <a:grpFill/>
            </p:grpSpPr>
            <p:cxnSp>
              <p:nvCxnSpPr>
                <p:cNvPr id="462" name="Google Shape;12160;p129">
                  <a:extLst>
                    <a:ext uri="{FF2B5EF4-FFF2-40B4-BE49-F238E27FC236}">
                      <a16:creationId xmlns:a16="http://schemas.microsoft.com/office/drawing/2014/main" id="{8C364A50-CF22-8D3A-1CC5-2CBEBFDCA8F5}"/>
                    </a:ext>
                  </a:extLst>
                </p:cNvPr>
                <p:cNvCxnSpPr/>
                <p:nvPr/>
              </p:nvCxnSpPr>
              <p:spPr>
                <a:xfrm rot="10800000">
                  <a:off x="8219339" y="3722847"/>
                  <a:ext cx="0" cy="169800"/>
                </a:xfrm>
                <a:prstGeom prst="straightConnector1">
                  <a:avLst/>
                </a:prstGeom>
                <a:grpFill/>
                <a:ln w="19050" cap="flat" cmpd="sng">
                  <a:solidFill>
                    <a:srgbClr val="A5B7C6"/>
                  </a:solidFill>
                  <a:prstDash val="solid"/>
                  <a:round/>
                  <a:headEnd type="none" w="med" len="med"/>
                  <a:tailEnd type="diamond" w="med" len="med"/>
                </a:ln>
              </p:spPr>
            </p:cxnSp>
            <p:sp>
              <p:nvSpPr>
                <p:cNvPr id="463" name="Google Shape;12161;p129">
                  <a:extLst>
                    <a:ext uri="{FF2B5EF4-FFF2-40B4-BE49-F238E27FC236}">
                      <a16:creationId xmlns:a16="http://schemas.microsoft.com/office/drawing/2014/main" id="{83DD4643-0A8B-4305-4C25-753949626421}"/>
                    </a:ext>
                  </a:extLst>
                </p:cNvPr>
                <p:cNvSpPr/>
                <p:nvPr/>
              </p:nvSpPr>
              <p:spPr>
                <a:xfrm>
                  <a:off x="8013776" y="3874492"/>
                  <a:ext cx="411129" cy="3562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272" h="60023" extrusionOk="0">
                      <a:moveTo>
                        <a:pt x="17333" y="0"/>
                      </a:moveTo>
                      <a:lnTo>
                        <a:pt x="0" y="30011"/>
                      </a:lnTo>
                      <a:lnTo>
                        <a:pt x="17333" y="60023"/>
                      </a:lnTo>
                      <a:lnTo>
                        <a:pt x="51939" y="60023"/>
                      </a:lnTo>
                      <a:lnTo>
                        <a:pt x="69271" y="30011"/>
                      </a:lnTo>
                      <a:lnTo>
                        <a:pt x="51939" y="0"/>
                      </a:lnTo>
                      <a:close/>
                    </a:path>
                  </a:pathLst>
                </a:custGeom>
                <a:grpFill/>
                <a:ln w="19050" cap="flat" cmpd="sng">
                  <a:solidFill>
                    <a:srgbClr val="A5B7C5"/>
                  </a:solidFill>
                  <a:prstDash val="solid"/>
                  <a:miter lim="58162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0" name="Google Shape;12162;p129">
              <a:extLst>
                <a:ext uri="{FF2B5EF4-FFF2-40B4-BE49-F238E27FC236}">
                  <a16:creationId xmlns:a16="http://schemas.microsoft.com/office/drawing/2014/main" id="{21D231EC-8671-A79E-BD14-46D246A5105D}"/>
                </a:ext>
              </a:extLst>
            </p:cNvPr>
            <p:cNvGrpSpPr/>
            <p:nvPr/>
          </p:nvGrpSpPr>
          <p:grpSpPr>
            <a:xfrm>
              <a:off x="6123576" y="4026966"/>
              <a:ext cx="1687614" cy="1211335"/>
              <a:chOff x="5190863" y="2824811"/>
              <a:chExt cx="1544860" cy="1108869"/>
            </a:xfrm>
          </p:grpSpPr>
          <p:grpSp>
            <p:nvGrpSpPr>
              <p:cNvPr id="435" name="Google Shape;12163;p129">
                <a:extLst>
                  <a:ext uri="{FF2B5EF4-FFF2-40B4-BE49-F238E27FC236}">
                    <a16:creationId xmlns:a16="http://schemas.microsoft.com/office/drawing/2014/main" id="{F09D153E-E84F-2AD1-245C-BE335287D169}"/>
                  </a:ext>
                </a:extLst>
              </p:cNvPr>
              <p:cNvGrpSpPr/>
              <p:nvPr/>
            </p:nvGrpSpPr>
            <p:grpSpPr>
              <a:xfrm>
                <a:off x="5938695" y="3176919"/>
                <a:ext cx="685761" cy="404739"/>
                <a:chOff x="5938695" y="3176919"/>
                <a:chExt cx="685761" cy="404739"/>
              </a:xfrm>
            </p:grpSpPr>
            <p:grpSp>
              <p:nvGrpSpPr>
                <p:cNvPr id="454" name="Google Shape;12164;p129">
                  <a:extLst>
                    <a:ext uri="{FF2B5EF4-FFF2-40B4-BE49-F238E27FC236}">
                      <a16:creationId xmlns:a16="http://schemas.microsoft.com/office/drawing/2014/main" id="{760ABBD0-CE2A-5225-D1DA-A05D3C07CB49}"/>
                    </a:ext>
                  </a:extLst>
                </p:cNvPr>
                <p:cNvGrpSpPr/>
                <p:nvPr/>
              </p:nvGrpSpPr>
              <p:grpSpPr>
                <a:xfrm>
                  <a:off x="5938695" y="3176919"/>
                  <a:ext cx="685761" cy="404739"/>
                  <a:chOff x="5938695" y="3176919"/>
                  <a:chExt cx="685761" cy="404739"/>
                </a:xfrm>
              </p:grpSpPr>
              <p:sp>
                <p:nvSpPr>
                  <p:cNvPr id="456" name="Google Shape;12165;p129">
                    <a:extLst>
                      <a:ext uri="{FF2B5EF4-FFF2-40B4-BE49-F238E27FC236}">
                        <a16:creationId xmlns:a16="http://schemas.microsoft.com/office/drawing/2014/main" id="{222E8BA8-912F-DBC3-3086-E1CDE1F52B1D}"/>
                      </a:ext>
                    </a:extLst>
                  </p:cNvPr>
                  <p:cNvSpPr/>
                  <p:nvPr/>
                </p:nvSpPr>
                <p:spPr>
                  <a:xfrm>
                    <a:off x="5938695" y="3176919"/>
                    <a:ext cx="404679" cy="40473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649" h="9651" extrusionOk="0">
                        <a:moveTo>
                          <a:pt x="4922" y="1"/>
                        </a:moveTo>
                        <a:cubicBezTo>
                          <a:pt x="4890" y="1"/>
                          <a:pt x="4858" y="2"/>
                          <a:pt x="4826" y="2"/>
                        </a:cubicBezTo>
                        <a:lnTo>
                          <a:pt x="4826" y="1251"/>
                        </a:lnTo>
                        <a:cubicBezTo>
                          <a:pt x="4858" y="1251"/>
                          <a:pt x="4890" y="1251"/>
                          <a:pt x="4922" y="1253"/>
                        </a:cubicBezTo>
                        <a:lnTo>
                          <a:pt x="4925" y="1253"/>
                        </a:lnTo>
                        <a:cubicBezTo>
                          <a:pt x="6858" y="1309"/>
                          <a:pt x="8395" y="2891"/>
                          <a:pt x="8395" y="4825"/>
                        </a:cubicBezTo>
                        <a:cubicBezTo>
                          <a:pt x="8395" y="4845"/>
                          <a:pt x="8393" y="4864"/>
                          <a:pt x="8393" y="4883"/>
                        </a:cubicBezTo>
                        <a:cubicBezTo>
                          <a:pt x="8361" y="6814"/>
                          <a:pt x="6800" y="8371"/>
                          <a:pt x="4869" y="8396"/>
                        </a:cubicBezTo>
                        <a:cubicBezTo>
                          <a:pt x="4853" y="8397"/>
                          <a:pt x="4837" y="8397"/>
                          <a:pt x="4820" y="8397"/>
                        </a:cubicBezTo>
                        <a:cubicBezTo>
                          <a:pt x="2911" y="8397"/>
                          <a:pt x="1336" y="6893"/>
                          <a:pt x="1253" y="4979"/>
                        </a:cubicBezTo>
                        <a:lnTo>
                          <a:pt x="1253" y="4971"/>
                        </a:lnTo>
                        <a:cubicBezTo>
                          <a:pt x="1251" y="4942"/>
                          <a:pt x="1251" y="4912"/>
                          <a:pt x="1251" y="4883"/>
                        </a:cubicBezTo>
                        <a:lnTo>
                          <a:pt x="2" y="4883"/>
                        </a:lnTo>
                        <a:cubicBezTo>
                          <a:pt x="2" y="4913"/>
                          <a:pt x="2" y="4944"/>
                          <a:pt x="1" y="4976"/>
                        </a:cubicBezTo>
                        <a:lnTo>
                          <a:pt x="1" y="4979"/>
                        </a:lnTo>
                        <a:cubicBezTo>
                          <a:pt x="23" y="5762"/>
                          <a:pt x="238" y="6528"/>
                          <a:pt x="627" y="7208"/>
                        </a:cubicBezTo>
                        <a:cubicBezTo>
                          <a:pt x="1484" y="8717"/>
                          <a:pt x="3085" y="9650"/>
                          <a:pt x="4822" y="9650"/>
                        </a:cubicBezTo>
                        <a:cubicBezTo>
                          <a:pt x="7468" y="9650"/>
                          <a:pt x="9614" y="7520"/>
                          <a:pt x="9646" y="4883"/>
                        </a:cubicBezTo>
                        <a:cubicBezTo>
                          <a:pt x="9646" y="4864"/>
                          <a:pt x="9647" y="4845"/>
                          <a:pt x="9647" y="4825"/>
                        </a:cubicBezTo>
                        <a:cubicBezTo>
                          <a:pt x="9649" y="3088"/>
                          <a:pt x="8714" y="1483"/>
                          <a:pt x="7200" y="628"/>
                        </a:cubicBezTo>
                        <a:cubicBezTo>
                          <a:pt x="6746" y="369"/>
                          <a:pt x="6251" y="186"/>
                          <a:pt x="5737" y="87"/>
                        </a:cubicBezTo>
                        <a:cubicBezTo>
                          <a:pt x="5468" y="36"/>
                          <a:pt x="5195" y="7"/>
                          <a:pt x="4922" y="1"/>
                        </a:cubicBezTo>
                        <a:close/>
                      </a:path>
                    </a:pathLst>
                  </a:custGeom>
                  <a:solidFill>
                    <a:srgbClr val="A5B7C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7" name="Google Shape;12166;p129">
                    <a:extLst>
                      <a:ext uri="{FF2B5EF4-FFF2-40B4-BE49-F238E27FC236}">
                        <a16:creationId xmlns:a16="http://schemas.microsoft.com/office/drawing/2014/main" id="{C3639317-FE67-EA66-F840-FAAE10801B7E}"/>
                      </a:ext>
                    </a:extLst>
                  </p:cNvPr>
                  <p:cNvSpPr/>
                  <p:nvPr/>
                </p:nvSpPr>
                <p:spPr>
                  <a:xfrm>
                    <a:off x="6256893" y="3285705"/>
                    <a:ext cx="367562" cy="1877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64" h="4477" extrusionOk="0">
                        <a:moveTo>
                          <a:pt x="6645" y="1"/>
                        </a:moveTo>
                        <a:cubicBezTo>
                          <a:pt x="6644" y="1"/>
                          <a:pt x="6643" y="1"/>
                          <a:pt x="6642" y="1"/>
                        </a:cubicBezTo>
                        <a:lnTo>
                          <a:pt x="14" y="1"/>
                        </a:lnTo>
                        <a:cubicBezTo>
                          <a:pt x="1061" y="1309"/>
                          <a:pt x="1055" y="3173"/>
                          <a:pt x="1" y="4476"/>
                        </a:cubicBezTo>
                        <a:lnTo>
                          <a:pt x="6642" y="4476"/>
                        </a:lnTo>
                        <a:cubicBezTo>
                          <a:pt x="7814" y="4476"/>
                          <a:pt x="8763" y="3527"/>
                          <a:pt x="8763" y="2355"/>
                        </a:cubicBezTo>
                        <a:lnTo>
                          <a:pt x="8763" y="2121"/>
                        </a:lnTo>
                        <a:cubicBezTo>
                          <a:pt x="8762" y="950"/>
                          <a:pt x="7814" y="1"/>
                          <a:pt x="6645" y="1"/>
                        </a:cubicBezTo>
                        <a:close/>
                      </a:path>
                    </a:pathLst>
                  </a:custGeom>
                  <a:solidFill>
                    <a:srgbClr val="667E9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455" name="Google Shape;12167;p129">
                  <a:extLst>
                    <a:ext uri="{FF2B5EF4-FFF2-40B4-BE49-F238E27FC236}">
                      <a16:creationId xmlns:a16="http://schemas.microsoft.com/office/drawing/2014/main" id="{E06DEE92-7C7E-32B9-4E8B-A045B77C3674}"/>
                    </a:ext>
                  </a:extLst>
                </p:cNvPr>
                <p:cNvSpPr/>
                <p:nvPr/>
              </p:nvSpPr>
              <p:spPr>
                <a:xfrm>
                  <a:off x="6044300" y="3282475"/>
                  <a:ext cx="191959" cy="1919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7" h="4578" extrusionOk="0">
                      <a:moveTo>
                        <a:pt x="2288" y="1"/>
                      </a:moveTo>
                      <a:cubicBezTo>
                        <a:pt x="1025" y="1"/>
                        <a:pt x="0" y="1024"/>
                        <a:pt x="0" y="2289"/>
                      </a:cubicBezTo>
                      <a:cubicBezTo>
                        <a:pt x="0" y="3553"/>
                        <a:pt x="1025" y="4577"/>
                        <a:pt x="2288" y="4577"/>
                      </a:cubicBezTo>
                      <a:cubicBezTo>
                        <a:pt x="3552" y="4577"/>
                        <a:pt x="4577" y="3553"/>
                        <a:pt x="4577" y="2289"/>
                      </a:cubicBezTo>
                      <a:cubicBezTo>
                        <a:pt x="4577" y="1024"/>
                        <a:pt x="3552" y="1"/>
                        <a:pt x="2288" y="1"/>
                      </a:cubicBezTo>
                      <a:close/>
                    </a:path>
                  </a:pathLst>
                </a:custGeom>
                <a:solidFill>
                  <a:srgbClr val="E3E9E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36" name="Google Shape;12168;p129">
                <a:extLst>
                  <a:ext uri="{FF2B5EF4-FFF2-40B4-BE49-F238E27FC236}">
                    <a16:creationId xmlns:a16="http://schemas.microsoft.com/office/drawing/2014/main" id="{D01C6A56-4123-E419-FC84-717D5EA102BF}"/>
                  </a:ext>
                </a:extLst>
              </p:cNvPr>
              <p:cNvGrpSpPr/>
              <p:nvPr/>
            </p:nvGrpSpPr>
            <p:grpSpPr>
              <a:xfrm>
                <a:off x="5305233" y="3176835"/>
                <a:ext cx="685971" cy="404655"/>
                <a:chOff x="5305233" y="3176835"/>
                <a:chExt cx="685971" cy="404655"/>
              </a:xfrm>
            </p:grpSpPr>
            <p:grpSp>
              <p:nvGrpSpPr>
                <p:cNvPr id="450" name="Google Shape;12169;p129">
                  <a:extLst>
                    <a:ext uri="{FF2B5EF4-FFF2-40B4-BE49-F238E27FC236}">
                      <a16:creationId xmlns:a16="http://schemas.microsoft.com/office/drawing/2014/main" id="{8B1977AD-02D6-8D5D-2271-61B0F2CAB214}"/>
                    </a:ext>
                  </a:extLst>
                </p:cNvPr>
                <p:cNvGrpSpPr/>
                <p:nvPr/>
              </p:nvGrpSpPr>
              <p:grpSpPr>
                <a:xfrm>
                  <a:off x="5305233" y="3176835"/>
                  <a:ext cx="685971" cy="404655"/>
                  <a:chOff x="5305233" y="3176835"/>
                  <a:chExt cx="685971" cy="404655"/>
                </a:xfrm>
              </p:grpSpPr>
              <p:sp>
                <p:nvSpPr>
                  <p:cNvPr id="452" name="Google Shape;12170;p129">
                    <a:extLst>
                      <a:ext uri="{FF2B5EF4-FFF2-40B4-BE49-F238E27FC236}">
                        <a16:creationId xmlns:a16="http://schemas.microsoft.com/office/drawing/2014/main" id="{7D2DEF6A-9231-5616-8829-029A77360EEC}"/>
                      </a:ext>
                    </a:extLst>
                  </p:cNvPr>
                  <p:cNvSpPr/>
                  <p:nvPr/>
                </p:nvSpPr>
                <p:spPr>
                  <a:xfrm>
                    <a:off x="5586650" y="3176835"/>
                    <a:ext cx="404553" cy="40465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646" h="9649" extrusionOk="0">
                        <a:moveTo>
                          <a:pt x="4824" y="1"/>
                        </a:moveTo>
                        <a:cubicBezTo>
                          <a:pt x="2159" y="1"/>
                          <a:pt x="1" y="2161"/>
                          <a:pt x="1" y="4826"/>
                        </a:cubicBezTo>
                        <a:lnTo>
                          <a:pt x="1" y="4883"/>
                        </a:lnTo>
                        <a:cubicBezTo>
                          <a:pt x="31" y="7486"/>
                          <a:pt x="2121" y="9594"/>
                          <a:pt x="4724" y="9647"/>
                        </a:cubicBezTo>
                        <a:cubicBezTo>
                          <a:pt x="4756" y="9647"/>
                          <a:pt x="4790" y="9649"/>
                          <a:pt x="4824" y="9649"/>
                        </a:cubicBezTo>
                        <a:lnTo>
                          <a:pt x="4829" y="9649"/>
                        </a:lnTo>
                        <a:cubicBezTo>
                          <a:pt x="4861" y="9649"/>
                          <a:pt x="4893" y="9649"/>
                          <a:pt x="4925" y="9647"/>
                        </a:cubicBezTo>
                        <a:cubicBezTo>
                          <a:pt x="5725" y="9633"/>
                          <a:pt x="6508" y="9417"/>
                          <a:pt x="7205" y="9021"/>
                        </a:cubicBezTo>
                        <a:cubicBezTo>
                          <a:pt x="6508" y="8626"/>
                          <a:pt x="5725" y="8411"/>
                          <a:pt x="4925" y="8395"/>
                        </a:cubicBezTo>
                        <a:cubicBezTo>
                          <a:pt x="4893" y="8397"/>
                          <a:pt x="4861" y="8397"/>
                          <a:pt x="4829" y="8397"/>
                        </a:cubicBezTo>
                        <a:lnTo>
                          <a:pt x="4824" y="8397"/>
                        </a:lnTo>
                        <a:cubicBezTo>
                          <a:pt x="4790" y="8397"/>
                          <a:pt x="4756" y="8397"/>
                          <a:pt x="4724" y="8395"/>
                        </a:cubicBezTo>
                        <a:cubicBezTo>
                          <a:pt x="2817" y="8344"/>
                          <a:pt x="1283" y="6795"/>
                          <a:pt x="1253" y="4883"/>
                        </a:cubicBezTo>
                        <a:cubicBezTo>
                          <a:pt x="1253" y="4863"/>
                          <a:pt x="1251" y="4843"/>
                          <a:pt x="1251" y="4824"/>
                        </a:cubicBezTo>
                        <a:cubicBezTo>
                          <a:pt x="1251" y="2851"/>
                          <a:pt x="2851" y="1252"/>
                          <a:pt x="4824" y="1252"/>
                        </a:cubicBezTo>
                        <a:cubicBezTo>
                          <a:pt x="6745" y="1252"/>
                          <a:pt x="8313" y="2768"/>
                          <a:pt x="8393" y="4670"/>
                        </a:cubicBezTo>
                        <a:lnTo>
                          <a:pt x="8393" y="4674"/>
                        </a:lnTo>
                        <a:cubicBezTo>
                          <a:pt x="8396" y="4723"/>
                          <a:pt x="8396" y="4774"/>
                          <a:pt x="8396" y="4824"/>
                        </a:cubicBezTo>
                        <a:cubicBezTo>
                          <a:pt x="8396" y="4845"/>
                          <a:pt x="8396" y="4863"/>
                          <a:pt x="8396" y="4883"/>
                        </a:cubicBezTo>
                        <a:lnTo>
                          <a:pt x="9644" y="4883"/>
                        </a:lnTo>
                        <a:cubicBezTo>
                          <a:pt x="9644" y="4863"/>
                          <a:pt x="9642" y="4843"/>
                          <a:pt x="9642" y="4824"/>
                        </a:cubicBezTo>
                        <a:cubicBezTo>
                          <a:pt x="9644" y="4778"/>
                          <a:pt x="9644" y="4728"/>
                          <a:pt x="9645" y="4680"/>
                        </a:cubicBezTo>
                        <a:lnTo>
                          <a:pt x="9645" y="4672"/>
                        </a:lnTo>
                        <a:cubicBezTo>
                          <a:pt x="9623" y="3889"/>
                          <a:pt x="9407" y="3124"/>
                          <a:pt x="9019" y="2443"/>
                        </a:cubicBezTo>
                        <a:cubicBezTo>
                          <a:pt x="8163" y="933"/>
                          <a:pt x="6560" y="1"/>
                          <a:pt x="4824" y="1"/>
                        </a:cubicBezTo>
                        <a:close/>
                      </a:path>
                    </a:pathLst>
                  </a:custGeom>
                  <a:solidFill>
                    <a:srgbClr val="CFD9E0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3" name="Google Shape;12171;p129">
                    <a:extLst>
                      <a:ext uri="{FF2B5EF4-FFF2-40B4-BE49-F238E27FC236}">
                        <a16:creationId xmlns:a16="http://schemas.microsoft.com/office/drawing/2014/main" id="{32782BE0-6ECF-9B13-C320-A841D678DF99}"/>
                      </a:ext>
                    </a:extLst>
                  </p:cNvPr>
                  <p:cNvSpPr/>
                  <p:nvPr/>
                </p:nvSpPr>
                <p:spPr>
                  <a:xfrm>
                    <a:off x="5305233" y="3285914"/>
                    <a:ext cx="367352" cy="1877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59" h="4478" extrusionOk="0">
                        <a:moveTo>
                          <a:pt x="2123" y="0"/>
                        </a:moveTo>
                        <a:cubicBezTo>
                          <a:pt x="951" y="0"/>
                          <a:pt x="1" y="950"/>
                          <a:pt x="1" y="2122"/>
                        </a:cubicBezTo>
                        <a:lnTo>
                          <a:pt x="1" y="2356"/>
                        </a:lnTo>
                        <a:cubicBezTo>
                          <a:pt x="1" y="3528"/>
                          <a:pt x="951" y="4478"/>
                          <a:pt x="2123" y="4478"/>
                        </a:cubicBezTo>
                        <a:lnTo>
                          <a:pt x="8759" y="4478"/>
                        </a:lnTo>
                        <a:cubicBezTo>
                          <a:pt x="7702" y="3176"/>
                          <a:pt x="7694" y="1314"/>
                          <a:pt x="8739" y="2"/>
                        </a:cubicBezTo>
                        <a:lnTo>
                          <a:pt x="8739" y="0"/>
                        </a:lnTo>
                        <a:close/>
                      </a:path>
                    </a:pathLst>
                  </a:custGeom>
                  <a:solidFill>
                    <a:srgbClr val="869FB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451" name="Google Shape;12172;p129">
                  <a:extLst>
                    <a:ext uri="{FF2B5EF4-FFF2-40B4-BE49-F238E27FC236}">
                      <a16:creationId xmlns:a16="http://schemas.microsoft.com/office/drawing/2014/main" id="{F701B792-FD0A-AE58-88D6-08FC3F54E5A0}"/>
                    </a:ext>
                  </a:extLst>
                </p:cNvPr>
                <p:cNvSpPr/>
                <p:nvPr/>
              </p:nvSpPr>
              <p:spPr>
                <a:xfrm>
                  <a:off x="5694436" y="3282475"/>
                  <a:ext cx="192001" cy="1919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8" h="4578" extrusionOk="0">
                      <a:moveTo>
                        <a:pt x="2289" y="1"/>
                      </a:moveTo>
                      <a:cubicBezTo>
                        <a:pt x="1026" y="1"/>
                        <a:pt x="1" y="1024"/>
                        <a:pt x="1" y="2289"/>
                      </a:cubicBezTo>
                      <a:cubicBezTo>
                        <a:pt x="1" y="3553"/>
                        <a:pt x="1026" y="4577"/>
                        <a:pt x="2289" y="4577"/>
                      </a:cubicBezTo>
                      <a:cubicBezTo>
                        <a:pt x="3552" y="4577"/>
                        <a:pt x="4577" y="3553"/>
                        <a:pt x="4577" y="2289"/>
                      </a:cubicBezTo>
                      <a:cubicBezTo>
                        <a:pt x="4577" y="1024"/>
                        <a:pt x="3552" y="1"/>
                        <a:pt x="2289" y="1"/>
                      </a:cubicBezTo>
                      <a:close/>
                    </a:path>
                  </a:pathLst>
                </a:custGeom>
                <a:solidFill>
                  <a:srgbClr val="E3E9E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437" name="Google Shape;12173;p129">
                <a:extLst>
                  <a:ext uri="{FF2B5EF4-FFF2-40B4-BE49-F238E27FC236}">
                    <a16:creationId xmlns:a16="http://schemas.microsoft.com/office/drawing/2014/main" id="{4AF7ABEB-95DD-5C82-7591-AAEA1C4C83A0}"/>
                  </a:ext>
                </a:extLst>
              </p:cNvPr>
              <p:cNvSpPr/>
              <p:nvPr/>
            </p:nvSpPr>
            <p:spPr>
              <a:xfrm>
                <a:off x="6103938" y="3114683"/>
                <a:ext cx="40933" cy="7549"/>
              </a:xfrm>
              <a:custGeom>
                <a:avLst/>
                <a:gdLst/>
                <a:ahLst/>
                <a:cxnLst/>
                <a:rect l="l" t="t" r="r" b="b"/>
                <a:pathLst>
                  <a:path w="976" h="180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279" y="119"/>
                      <a:pt x="578" y="179"/>
                      <a:pt x="881" y="179"/>
                    </a:cubicBezTo>
                    <a:cubicBezTo>
                      <a:pt x="881" y="179"/>
                      <a:pt x="881" y="179"/>
                      <a:pt x="881" y="179"/>
                    </a:cubicBezTo>
                    <a:lnTo>
                      <a:pt x="881" y="179"/>
                    </a:lnTo>
                    <a:cubicBezTo>
                      <a:pt x="882" y="179"/>
                      <a:pt x="882" y="179"/>
                      <a:pt x="882" y="179"/>
                    </a:cubicBezTo>
                    <a:cubicBezTo>
                      <a:pt x="913" y="179"/>
                      <a:pt x="945" y="178"/>
                      <a:pt x="975" y="176"/>
                    </a:cubicBezTo>
                    <a:lnTo>
                      <a:pt x="975" y="176"/>
                    </a:lnTo>
                    <a:cubicBezTo>
                      <a:pt x="943" y="178"/>
                      <a:pt x="913" y="179"/>
                      <a:pt x="881" y="179"/>
                    </a:cubicBezTo>
                    <a:lnTo>
                      <a:pt x="881" y="179"/>
                    </a:lnTo>
                    <a:cubicBezTo>
                      <a:pt x="579" y="179"/>
                      <a:pt x="279" y="119"/>
                      <a:pt x="1" y="1"/>
                    </a:cubicBezTo>
                    <a:close/>
                  </a:path>
                </a:pathLst>
              </a:custGeom>
              <a:solidFill>
                <a:srgbClr val="A5B7C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38" name="Google Shape;12174;p129">
                <a:extLst>
                  <a:ext uri="{FF2B5EF4-FFF2-40B4-BE49-F238E27FC236}">
                    <a16:creationId xmlns:a16="http://schemas.microsoft.com/office/drawing/2014/main" id="{0CEA0349-2F46-EEC3-FEB0-0EC4E53417EB}"/>
                  </a:ext>
                </a:extLst>
              </p:cNvPr>
              <p:cNvGrpSpPr/>
              <p:nvPr/>
            </p:nvGrpSpPr>
            <p:grpSpPr>
              <a:xfrm>
                <a:off x="5657361" y="2824811"/>
                <a:ext cx="1078361" cy="404655"/>
                <a:chOff x="5657361" y="2824811"/>
                <a:chExt cx="1078361" cy="404655"/>
              </a:xfrm>
            </p:grpSpPr>
            <p:grpSp>
              <p:nvGrpSpPr>
                <p:cNvPr id="444" name="Google Shape;12175;p129">
                  <a:extLst>
                    <a:ext uri="{FF2B5EF4-FFF2-40B4-BE49-F238E27FC236}">
                      <a16:creationId xmlns:a16="http://schemas.microsoft.com/office/drawing/2014/main" id="{D683CF1F-0651-E23C-BA7B-44C073F22B9E}"/>
                    </a:ext>
                  </a:extLst>
                </p:cNvPr>
                <p:cNvGrpSpPr/>
                <p:nvPr/>
              </p:nvGrpSpPr>
              <p:grpSpPr>
                <a:xfrm>
                  <a:off x="5657361" y="2824811"/>
                  <a:ext cx="1078361" cy="404655"/>
                  <a:chOff x="5657361" y="2824811"/>
                  <a:chExt cx="1078361" cy="404655"/>
                </a:xfrm>
              </p:grpSpPr>
              <p:grpSp>
                <p:nvGrpSpPr>
                  <p:cNvPr id="446" name="Google Shape;12176;p129">
                    <a:extLst>
                      <a:ext uri="{FF2B5EF4-FFF2-40B4-BE49-F238E27FC236}">
                        <a16:creationId xmlns:a16="http://schemas.microsoft.com/office/drawing/2014/main" id="{8C9926BE-5A35-3A97-0CF5-7DEED1506897}"/>
                      </a:ext>
                    </a:extLst>
                  </p:cNvPr>
                  <p:cNvGrpSpPr/>
                  <p:nvPr/>
                </p:nvGrpSpPr>
                <p:grpSpPr>
                  <a:xfrm>
                    <a:off x="5938485" y="2824811"/>
                    <a:ext cx="797237" cy="404655"/>
                    <a:chOff x="5938485" y="2824811"/>
                    <a:chExt cx="797237" cy="404655"/>
                  </a:xfrm>
                </p:grpSpPr>
                <p:sp>
                  <p:nvSpPr>
                    <p:cNvPr id="448" name="Google Shape;12177;p129">
                      <a:extLst>
                        <a:ext uri="{FF2B5EF4-FFF2-40B4-BE49-F238E27FC236}">
                          <a16:creationId xmlns:a16="http://schemas.microsoft.com/office/drawing/2014/main" id="{20874CB2-2584-A80F-ACEF-6D2ACA19B7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137952" y="2824811"/>
                      <a:ext cx="597771" cy="30169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4253" h="7194" extrusionOk="0">
                          <a:moveTo>
                            <a:pt x="1" y="1"/>
                          </a:moveTo>
                          <a:lnTo>
                            <a:pt x="1" y="1255"/>
                          </a:lnTo>
                          <a:cubicBezTo>
                            <a:pt x="1972" y="1256"/>
                            <a:pt x="3570" y="2856"/>
                            <a:pt x="3570" y="4826"/>
                          </a:cubicBezTo>
                          <a:lnTo>
                            <a:pt x="3570" y="4827"/>
                          </a:lnTo>
                          <a:cubicBezTo>
                            <a:pt x="3570" y="4994"/>
                            <a:pt x="3578" y="5160"/>
                            <a:pt x="3594" y="5322"/>
                          </a:cubicBezTo>
                          <a:cubicBezTo>
                            <a:pt x="3703" y="6385"/>
                            <a:pt x="4598" y="7194"/>
                            <a:pt x="5668" y="7194"/>
                          </a:cubicBezTo>
                          <a:lnTo>
                            <a:pt x="14253" y="7194"/>
                          </a:lnTo>
                          <a:lnTo>
                            <a:pt x="14253" y="6015"/>
                          </a:lnTo>
                          <a:lnTo>
                            <a:pt x="5982" y="6017"/>
                          </a:lnTo>
                          <a:cubicBezTo>
                            <a:pt x="5333" y="6017"/>
                            <a:pt x="4819" y="5485"/>
                            <a:pt x="4821" y="4838"/>
                          </a:cubicBezTo>
                          <a:lnTo>
                            <a:pt x="4821" y="4826"/>
                          </a:lnTo>
                          <a:cubicBezTo>
                            <a:pt x="4821" y="2163"/>
                            <a:pt x="2662" y="2"/>
                            <a:pt x="1" y="1"/>
                          </a:cubicBezTo>
                          <a:close/>
                        </a:path>
                      </a:pathLst>
                    </a:custGeom>
                    <a:solidFill>
                      <a:srgbClr val="667E9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49" name="Google Shape;12178;p129">
                      <a:extLst>
                        <a:ext uri="{FF2B5EF4-FFF2-40B4-BE49-F238E27FC236}">
                          <a16:creationId xmlns:a16="http://schemas.microsoft.com/office/drawing/2014/main" id="{40E838DE-2A19-61B4-C90D-F3E3A4DD657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38485" y="2824811"/>
                      <a:ext cx="202151" cy="40465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820" h="9649" extrusionOk="0">
                          <a:moveTo>
                            <a:pt x="4819" y="1"/>
                          </a:moveTo>
                          <a:cubicBezTo>
                            <a:pt x="2161" y="4"/>
                            <a:pt x="1" y="2167"/>
                            <a:pt x="1" y="4827"/>
                          </a:cubicBezTo>
                          <a:cubicBezTo>
                            <a:pt x="1" y="6565"/>
                            <a:pt x="934" y="8168"/>
                            <a:pt x="2446" y="9023"/>
                          </a:cubicBezTo>
                          <a:cubicBezTo>
                            <a:pt x="3141" y="9418"/>
                            <a:pt x="3924" y="9634"/>
                            <a:pt x="4725" y="9649"/>
                          </a:cubicBezTo>
                          <a:cubicBezTo>
                            <a:pt x="4757" y="9649"/>
                            <a:pt x="4789" y="9647"/>
                            <a:pt x="4819" y="9647"/>
                          </a:cubicBezTo>
                          <a:lnTo>
                            <a:pt x="4819" y="8398"/>
                          </a:lnTo>
                          <a:cubicBezTo>
                            <a:pt x="4787" y="8398"/>
                            <a:pt x="4757" y="8398"/>
                            <a:pt x="4725" y="8397"/>
                          </a:cubicBezTo>
                          <a:lnTo>
                            <a:pt x="4723" y="8397"/>
                          </a:lnTo>
                          <a:cubicBezTo>
                            <a:pt x="2742" y="8342"/>
                            <a:pt x="1165" y="6672"/>
                            <a:pt x="1256" y="4657"/>
                          </a:cubicBezTo>
                          <a:cubicBezTo>
                            <a:pt x="1340" y="2818"/>
                            <a:pt x="2843" y="1327"/>
                            <a:pt x="4685" y="1255"/>
                          </a:cubicBezTo>
                          <a:cubicBezTo>
                            <a:pt x="4730" y="1253"/>
                            <a:pt x="4774" y="1253"/>
                            <a:pt x="4819" y="1253"/>
                          </a:cubicBezTo>
                          <a:lnTo>
                            <a:pt x="4819" y="1"/>
                          </a:lnTo>
                          <a:close/>
                        </a:path>
                      </a:pathLst>
                    </a:custGeom>
                    <a:solidFill>
                      <a:srgbClr val="667E9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sp>
                <p:nvSpPr>
                  <p:cNvPr id="447" name="Google Shape;12179;p129">
                    <a:extLst>
                      <a:ext uri="{FF2B5EF4-FFF2-40B4-BE49-F238E27FC236}">
                        <a16:creationId xmlns:a16="http://schemas.microsoft.com/office/drawing/2014/main" id="{7EFEBD8A-71D1-8E94-303D-147F70267C97}"/>
                      </a:ext>
                    </a:extLst>
                  </p:cNvPr>
                  <p:cNvSpPr/>
                  <p:nvPr/>
                </p:nvSpPr>
                <p:spPr>
                  <a:xfrm>
                    <a:off x="5657361" y="2934478"/>
                    <a:ext cx="367688" cy="18783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67" h="4479" extrusionOk="0">
                        <a:moveTo>
                          <a:pt x="2123" y="1"/>
                        </a:moveTo>
                        <a:cubicBezTo>
                          <a:pt x="952" y="1"/>
                          <a:pt x="1" y="950"/>
                          <a:pt x="1" y="2123"/>
                        </a:cubicBezTo>
                        <a:lnTo>
                          <a:pt x="1" y="2356"/>
                        </a:lnTo>
                        <a:cubicBezTo>
                          <a:pt x="1" y="3527"/>
                          <a:pt x="952" y="4478"/>
                          <a:pt x="2123" y="4478"/>
                        </a:cubicBezTo>
                        <a:lnTo>
                          <a:pt x="8766" y="4478"/>
                        </a:lnTo>
                        <a:cubicBezTo>
                          <a:pt x="7702" y="3181"/>
                          <a:pt x="7684" y="1319"/>
                          <a:pt x="8723" y="1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75000"/>
                    </a:scheme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</p:grpSp>
            <p:sp>
              <p:nvSpPr>
                <p:cNvPr id="445" name="Google Shape;12180;p129">
                  <a:extLst>
                    <a:ext uri="{FF2B5EF4-FFF2-40B4-BE49-F238E27FC236}">
                      <a16:creationId xmlns:a16="http://schemas.microsoft.com/office/drawing/2014/main" id="{7B3E06F2-729B-44FB-240A-0EA5B8163FAF}"/>
                    </a:ext>
                  </a:extLst>
                </p:cNvPr>
                <p:cNvSpPr/>
                <p:nvPr/>
              </p:nvSpPr>
              <p:spPr>
                <a:xfrm>
                  <a:off x="6047361" y="2932675"/>
                  <a:ext cx="192001" cy="1919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8" h="4578" extrusionOk="0">
                      <a:moveTo>
                        <a:pt x="2289" y="1"/>
                      </a:moveTo>
                      <a:cubicBezTo>
                        <a:pt x="1026" y="1"/>
                        <a:pt x="1" y="1024"/>
                        <a:pt x="1" y="2289"/>
                      </a:cubicBezTo>
                      <a:cubicBezTo>
                        <a:pt x="1" y="3552"/>
                        <a:pt x="1026" y="4577"/>
                        <a:pt x="2289" y="4577"/>
                      </a:cubicBezTo>
                      <a:cubicBezTo>
                        <a:pt x="3552" y="4577"/>
                        <a:pt x="4577" y="3552"/>
                        <a:pt x="4577" y="2289"/>
                      </a:cubicBezTo>
                      <a:cubicBezTo>
                        <a:pt x="4577" y="1024"/>
                        <a:pt x="3552" y="1"/>
                        <a:pt x="2289" y="1"/>
                      </a:cubicBezTo>
                      <a:close/>
                    </a:path>
                  </a:pathLst>
                </a:custGeom>
                <a:solidFill>
                  <a:srgbClr val="E3E9E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39" name="Google Shape;12181;p129">
                <a:extLst>
                  <a:ext uri="{FF2B5EF4-FFF2-40B4-BE49-F238E27FC236}">
                    <a16:creationId xmlns:a16="http://schemas.microsoft.com/office/drawing/2014/main" id="{33940F40-A1CE-1262-697B-EC79BB6F4DE3}"/>
                  </a:ext>
                </a:extLst>
              </p:cNvPr>
              <p:cNvGrpSpPr/>
              <p:nvPr/>
            </p:nvGrpSpPr>
            <p:grpSpPr>
              <a:xfrm>
                <a:off x="5190863" y="3528942"/>
                <a:ext cx="1078026" cy="404739"/>
                <a:chOff x="5190863" y="3528942"/>
                <a:chExt cx="1078026" cy="404739"/>
              </a:xfrm>
            </p:grpSpPr>
            <p:sp>
              <p:nvSpPr>
                <p:cNvPr id="440" name="Google Shape;12182;p129">
                  <a:extLst>
                    <a:ext uri="{FF2B5EF4-FFF2-40B4-BE49-F238E27FC236}">
                      <a16:creationId xmlns:a16="http://schemas.microsoft.com/office/drawing/2014/main" id="{62105FDB-5E42-E523-1BB2-A1B9859245FA}"/>
                    </a:ext>
                  </a:extLst>
                </p:cNvPr>
                <p:cNvSpPr/>
                <p:nvPr/>
              </p:nvSpPr>
              <p:spPr>
                <a:xfrm>
                  <a:off x="5694436" y="3635379"/>
                  <a:ext cx="192001" cy="1919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8" h="4578" extrusionOk="0">
                      <a:moveTo>
                        <a:pt x="2289" y="1"/>
                      </a:moveTo>
                      <a:cubicBezTo>
                        <a:pt x="1026" y="1"/>
                        <a:pt x="1" y="1024"/>
                        <a:pt x="1" y="2289"/>
                      </a:cubicBezTo>
                      <a:cubicBezTo>
                        <a:pt x="1" y="3553"/>
                        <a:pt x="1026" y="4577"/>
                        <a:pt x="2289" y="4577"/>
                      </a:cubicBezTo>
                      <a:cubicBezTo>
                        <a:pt x="3552" y="4577"/>
                        <a:pt x="4577" y="3553"/>
                        <a:pt x="4577" y="2289"/>
                      </a:cubicBezTo>
                      <a:cubicBezTo>
                        <a:pt x="4577" y="1024"/>
                        <a:pt x="3552" y="1"/>
                        <a:pt x="2289" y="1"/>
                      </a:cubicBezTo>
                      <a:close/>
                    </a:path>
                  </a:pathLst>
                </a:custGeom>
                <a:solidFill>
                  <a:srgbClr val="E3E9E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441" name="Google Shape;12183;p129">
                  <a:extLst>
                    <a:ext uri="{FF2B5EF4-FFF2-40B4-BE49-F238E27FC236}">
                      <a16:creationId xmlns:a16="http://schemas.microsoft.com/office/drawing/2014/main" id="{972425CF-EFA0-870A-6478-BCEE2BF40D09}"/>
                    </a:ext>
                  </a:extLst>
                </p:cNvPr>
                <p:cNvGrpSpPr/>
                <p:nvPr/>
              </p:nvGrpSpPr>
              <p:grpSpPr>
                <a:xfrm>
                  <a:off x="5190863" y="3528942"/>
                  <a:ext cx="1078026" cy="404739"/>
                  <a:chOff x="5190863" y="3528942"/>
                  <a:chExt cx="1078026" cy="404739"/>
                </a:xfrm>
              </p:grpSpPr>
              <p:sp>
                <p:nvSpPr>
                  <p:cNvPr id="442" name="Google Shape;12184;p129">
                    <a:extLst>
                      <a:ext uri="{FF2B5EF4-FFF2-40B4-BE49-F238E27FC236}">
                        <a16:creationId xmlns:a16="http://schemas.microsoft.com/office/drawing/2014/main" id="{20DD9BAA-43E1-8C99-F021-6294BA9AFA4C}"/>
                      </a:ext>
                    </a:extLst>
                  </p:cNvPr>
                  <p:cNvSpPr/>
                  <p:nvPr/>
                </p:nvSpPr>
                <p:spPr>
                  <a:xfrm>
                    <a:off x="5190863" y="3528942"/>
                    <a:ext cx="800551" cy="40473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088" h="9651" extrusionOk="0">
                        <a:moveTo>
                          <a:pt x="14266" y="1"/>
                        </a:moveTo>
                        <a:lnTo>
                          <a:pt x="14266" y="1253"/>
                        </a:lnTo>
                        <a:cubicBezTo>
                          <a:pt x="14298" y="1253"/>
                          <a:pt x="14330" y="1253"/>
                          <a:pt x="14362" y="1255"/>
                        </a:cubicBezTo>
                        <a:cubicBezTo>
                          <a:pt x="16314" y="1309"/>
                          <a:pt x="17861" y="2922"/>
                          <a:pt x="17833" y="4874"/>
                        </a:cubicBezTo>
                        <a:cubicBezTo>
                          <a:pt x="17808" y="6827"/>
                          <a:pt x="16218" y="8396"/>
                          <a:pt x="14266" y="8398"/>
                        </a:cubicBezTo>
                        <a:lnTo>
                          <a:pt x="14261" y="8398"/>
                        </a:lnTo>
                        <a:cubicBezTo>
                          <a:pt x="12331" y="8398"/>
                          <a:pt x="10757" y="6867"/>
                          <a:pt x="10691" y="4952"/>
                        </a:cubicBezTo>
                        <a:lnTo>
                          <a:pt x="10691" y="4950"/>
                        </a:lnTo>
                        <a:cubicBezTo>
                          <a:pt x="10688" y="4909"/>
                          <a:pt x="10688" y="4867"/>
                          <a:pt x="10688" y="4825"/>
                        </a:cubicBezTo>
                        <a:cubicBezTo>
                          <a:pt x="10688" y="4784"/>
                          <a:pt x="10688" y="4744"/>
                          <a:pt x="10691" y="4704"/>
                        </a:cubicBezTo>
                        <a:lnTo>
                          <a:pt x="10691" y="4680"/>
                        </a:lnTo>
                        <a:cubicBezTo>
                          <a:pt x="10653" y="3432"/>
                          <a:pt x="9614" y="2446"/>
                          <a:pt x="8364" y="2446"/>
                        </a:cubicBezTo>
                        <a:cubicBezTo>
                          <a:pt x="8363" y="2446"/>
                          <a:pt x="8362" y="2446"/>
                          <a:pt x="8361" y="2446"/>
                        </a:cubicBezTo>
                        <a:cubicBezTo>
                          <a:pt x="6936" y="2446"/>
                          <a:pt x="2798" y="2449"/>
                          <a:pt x="1" y="2449"/>
                        </a:cubicBezTo>
                        <a:lnTo>
                          <a:pt x="1" y="3626"/>
                        </a:lnTo>
                        <a:lnTo>
                          <a:pt x="8387" y="3626"/>
                        </a:lnTo>
                        <a:cubicBezTo>
                          <a:pt x="8978" y="3626"/>
                          <a:pt x="9452" y="4113"/>
                          <a:pt x="9438" y="4704"/>
                        </a:cubicBezTo>
                        <a:lnTo>
                          <a:pt x="9438" y="4715"/>
                        </a:lnTo>
                        <a:cubicBezTo>
                          <a:pt x="9438" y="4752"/>
                          <a:pt x="9438" y="4789"/>
                          <a:pt x="9438" y="4825"/>
                        </a:cubicBezTo>
                        <a:cubicBezTo>
                          <a:pt x="9438" y="4862"/>
                          <a:pt x="9438" y="4901"/>
                          <a:pt x="9438" y="4939"/>
                        </a:cubicBezTo>
                        <a:cubicBezTo>
                          <a:pt x="9498" y="7558"/>
                          <a:pt x="11639" y="9650"/>
                          <a:pt x="14259" y="9650"/>
                        </a:cubicBezTo>
                        <a:cubicBezTo>
                          <a:pt x="14260" y="9650"/>
                          <a:pt x="14261" y="9650"/>
                          <a:pt x="14262" y="9650"/>
                        </a:cubicBezTo>
                        <a:lnTo>
                          <a:pt x="14267" y="9650"/>
                        </a:lnTo>
                        <a:cubicBezTo>
                          <a:pt x="16929" y="9647"/>
                          <a:pt x="19087" y="7488"/>
                          <a:pt x="19087" y="4825"/>
                        </a:cubicBezTo>
                        <a:cubicBezTo>
                          <a:pt x="19087" y="3088"/>
                          <a:pt x="18154" y="1484"/>
                          <a:pt x="16640" y="628"/>
                        </a:cubicBezTo>
                        <a:cubicBezTo>
                          <a:pt x="15945" y="233"/>
                          <a:pt x="15162" y="17"/>
                          <a:pt x="14362" y="2"/>
                        </a:cubicBezTo>
                        <a:cubicBezTo>
                          <a:pt x="14330" y="2"/>
                          <a:pt x="14298" y="1"/>
                          <a:pt x="14266" y="1"/>
                        </a:cubicBezTo>
                        <a:close/>
                      </a:path>
                    </a:pathLst>
                  </a:custGeom>
                  <a:solidFill>
                    <a:srgbClr val="869FB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43" name="Google Shape;12185;p129">
                    <a:extLst>
                      <a:ext uri="{FF2B5EF4-FFF2-40B4-BE49-F238E27FC236}">
                        <a16:creationId xmlns:a16="http://schemas.microsoft.com/office/drawing/2014/main" id="{5726056F-EABD-5ED3-D2F4-FDAB231F23C0}"/>
                      </a:ext>
                    </a:extLst>
                  </p:cNvPr>
                  <p:cNvSpPr/>
                  <p:nvPr/>
                </p:nvSpPr>
                <p:spPr>
                  <a:xfrm>
                    <a:off x="5905730" y="3637351"/>
                    <a:ext cx="363158" cy="1877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659" h="4478" extrusionOk="0">
                        <a:moveTo>
                          <a:pt x="0" y="0"/>
                        </a:moveTo>
                        <a:cubicBezTo>
                          <a:pt x="1051" y="1307"/>
                          <a:pt x="1051" y="3169"/>
                          <a:pt x="0" y="4478"/>
                        </a:cubicBezTo>
                        <a:lnTo>
                          <a:pt x="6537" y="4478"/>
                        </a:lnTo>
                        <a:cubicBezTo>
                          <a:pt x="7708" y="4478"/>
                          <a:pt x="8659" y="3526"/>
                          <a:pt x="8659" y="2356"/>
                        </a:cubicBezTo>
                        <a:lnTo>
                          <a:pt x="8659" y="2120"/>
                        </a:lnTo>
                        <a:cubicBezTo>
                          <a:pt x="8657" y="950"/>
                          <a:pt x="7708" y="0"/>
                          <a:pt x="6537" y="0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75000"/>
                    </a:scheme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grpSp>
          <p:nvGrpSpPr>
            <p:cNvPr id="21" name="Google Shape;12186;p129">
              <a:extLst>
                <a:ext uri="{FF2B5EF4-FFF2-40B4-BE49-F238E27FC236}">
                  <a16:creationId xmlns:a16="http://schemas.microsoft.com/office/drawing/2014/main" id="{A417E4AB-DCF8-68CF-2DE9-C82490BEB40F}"/>
                </a:ext>
              </a:extLst>
            </p:cNvPr>
            <p:cNvGrpSpPr/>
            <p:nvPr/>
          </p:nvGrpSpPr>
          <p:grpSpPr>
            <a:xfrm>
              <a:off x="742261" y="2323160"/>
              <a:ext cx="1289807" cy="1043847"/>
              <a:chOff x="803162" y="1474292"/>
              <a:chExt cx="1086719" cy="879487"/>
            </a:xfrm>
          </p:grpSpPr>
          <p:grpSp>
            <p:nvGrpSpPr>
              <p:cNvPr id="400" name="Google Shape;12187;p129">
                <a:extLst>
                  <a:ext uri="{FF2B5EF4-FFF2-40B4-BE49-F238E27FC236}">
                    <a16:creationId xmlns:a16="http://schemas.microsoft.com/office/drawing/2014/main" id="{B16C6CA5-AB64-744C-89B7-22C6A4E71744}"/>
                  </a:ext>
                </a:extLst>
              </p:cNvPr>
              <p:cNvGrpSpPr/>
              <p:nvPr/>
            </p:nvGrpSpPr>
            <p:grpSpPr>
              <a:xfrm>
                <a:off x="803162" y="1625948"/>
                <a:ext cx="445856" cy="576579"/>
                <a:chOff x="803162" y="1625948"/>
                <a:chExt cx="445856" cy="576579"/>
              </a:xfrm>
            </p:grpSpPr>
            <p:sp>
              <p:nvSpPr>
                <p:cNvPr id="428" name="Google Shape;12188;p129">
                  <a:extLst>
                    <a:ext uri="{FF2B5EF4-FFF2-40B4-BE49-F238E27FC236}">
                      <a16:creationId xmlns:a16="http://schemas.microsoft.com/office/drawing/2014/main" id="{0E324D7F-1210-672B-67A2-26A74D27DE62}"/>
                    </a:ext>
                  </a:extLst>
                </p:cNvPr>
                <p:cNvSpPr/>
                <p:nvPr/>
              </p:nvSpPr>
              <p:spPr>
                <a:xfrm>
                  <a:off x="803162" y="1847356"/>
                  <a:ext cx="133646" cy="1338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82" h="20115" extrusionOk="0">
                      <a:moveTo>
                        <a:pt x="10041" y="1"/>
                      </a:moveTo>
                      <a:cubicBezTo>
                        <a:pt x="4503" y="1"/>
                        <a:pt x="0" y="4504"/>
                        <a:pt x="0" y="10041"/>
                      </a:cubicBezTo>
                      <a:cubicBezTo>
                        <a:pt x="0" y="15612"/>
                        <a:pt x="4503" y="20115"/>
                        <a:pt x="10041" y="20115"/>
                      </a:cubicBezTo>
                      <a:cubicBezTo>
                        <a:pt x="15578" y="20115"/>
                        <a:pt x="20081" y="15612"/>
                        <a:pt x="20081" y="10041"/>
                      </a:cubicBezTo>
                      <a:cubicBezTo>
                        <a:pt x="20081" y="4504"/>
                        <a:pt x="15578" y="1"/>
                        <a:pt x="10041" y="1"/>
                      </a:cubicBezTo>
                      <a:close/>
                    </a:path>
                  </a:pathLst>
                </a:custGeom>
                <a:solidFill>
                  <a:srgbClr val="435D7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429" name="Google Shape;12189;p129">
                  <a:extLst>
                    <a:ext uri="{FF2B5EF4-FFF2-40B4-BE49-F238E27FC236}">
                      <a16:creationId xmlns:a16="http://schemas.microsoft.com/office/drawing/2014/main" id="{FBDFB82E-6D99-5E8C-5998-20A0106BA598}"/>
                    </a:ext>
                  </a:extLst>
                </p:cNvPr>
                <p:cNvGrpSpPr/>
                <p:nvPr/>
              </p:nvGrpSpPr>
              <p:grpSpPr>
                <a:xfrm>
                  <a:off x="1056023" y="1625948"/>
                  <a:ext cx="192995" cy="576579"/>
                  <a:chOff x="1056023" y="1625948"/>
                  <a:chExt cx="192995" cy="576579"/>
                </a:xfrm>
              </p:grpSpPr>
              <p:sp>
                <p:nvSpPr>
                  <p:cNvPr id="430" name="Google Shape;12190;p129">
                    <a:extLst>
                      <a:ext uri="{FF2B5EF4-FFF2-40B4-BE49-F238E27FC236}">
                        <a16:creationId xmlns:a16="http://schemas.microsoft.com/office/drawing/2014/main" id="{5BDE6AA2-6FF8-1569-01C7-A8EDD2CEFFA2}"/>
                      </a:ext>
                    </a:extLst>
                  </p:cNvPr>
                  <p:cNvSpPr/>
                  <p:nvPr/>
                </p:nvSpPr>
                <p:spPr>
                  <a:xfrm>
                    <a:off x="1066902" y="1914079"/>
                    <a:ext cx="167456" cy="26938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153" h="40463" fill="none" extrusionOk="0">
                        <a:moveTo>
                          <a:pt x="25152" y="40463"/>
                        </a:moveTo>
                        <a:cubicBezTo>
                          <a:pt x="19315" y="40463"/>
                          <a:pt x="14378" y="32724"/>
                          <a:pt x="12777" y="22150"/>
                        </a:cubicBezTo>
                        <a:lnTo>
                          <a:pt x="12810" y="22350"/>
                        </a:lnTo>
                        <a:cubicBezTo>
                          <a:pt x="10542" y="7606"/>
                          <a:pt x="6372" y="1"/>
                          <a:pt x="1" y="1"/>
                        </a:cubicBezTo>
                        <a:lnTo>
                          <a:pt x="1" y="1"/>
                        </a:lnTo>
                      </a:path>
                    </a:pathLst>
                  </a:custGeom>
                  <a:noFill/>
                  <a:ln w="9525" cap="rnd" cmpd="sng">
                    <a:solidFill>
                      <a:srgbClr val="435D74"/>
                    </a:solidFill>
                    <a:prstDash val="solid"/>
                    <a:miter lim="3335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31" name="Google Shape;12191;p129">
                    <a:extLst>
                      <a:ext uri="{FF2B5EF4-FFF2-40B4-BE49-F238E27FC236}">
                        <a16:creationId xmlns:a16="http://schemas.microsoft.com/office/drawing/2014/main" id="{222C80F6-05DE-AB6A-16BF-2E98FFDF93F0}"/>
                      </a:ext>
                    </a:extLst>
                  </p:cNvPr>
                  <p:cNvSpPr/>
                  <p:nvPr/>
                </p:nvSpPr>
                <p:spPr>
                  <a:xfrm>
                    <a:off x="1066902" y="1645136"/>
                    <a:ext cx="167456" cy="26938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153" h="40463" fill="none" extrusionOk="0">
                        <a:moveTo>
                          <a:pt x="25152" y="0"/>
                        </a:moveTo>
                        <a:cubicBezTo>
                          <a:pt x="19315" y="0"/>
                          <a:pt x="14378" y="7706"/>
                          <a:pt x="12777" y="18313"/>
                        </a:cubicBezTo>
                        <a:lnTo>
                          <a:pt x="12810" y="18113"/>
                        </a:lnTo>
                        <a:cubicBezTo>
                          <a:pt x="10542" y="32857"/>
                          <a:pt x="6372" y="40462"/>
                          <a:pt x="1" y="40462"/>
                        </a:cubicBezTo>
                        <a:lnTo>
                          <a:pt x="1" y="40462"/>
                        </a:lnTo>
                      </a:path>
                    </a:pathLst>
                  </a:custGeom>
                  <a:noFill/>
                  <a:ln w="9525" cap="rnd" cmpd="sng">
                    <a:solidFill>
                      <a:srgbClr val="435D74"/>
                    </a:solidFill>
                    <a:prstDash val="solid"/>
                    <a:miter lim="3335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32" name="Google Shape;12192;p129">
                    <a:extLst>
                      <a:ext uri="{FF2B5EF4-FFF2-40B4-BE49-F238E27FC236}">
                        <a16:creationId xmlns:a16="http://schemas.microsoft.com/office/drawing/2014/main" id="{14C3D930-B64D-22BC-3EDA-0D9B7063054E}"/>
                      </a:ext>
                    </a:extLst>
                  </p:cNvPr>
                  <p:cNvSpPr/>
                  <p:nvPr/>
                </p:nvSpPr>
                <p:spPr>
                  <a:xfrm>
                    <a:off x="1056023" y="1893872"/>
                    <a:ext cx="40644" cy="406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105" h="6105" extrusionOk="0">
                        <a:moveTo>
                          <a:pt x="3069" y="0"/>
                        </a:moveTo>
                        <a:cubicBezTo>
                          <a:pt x="1368" y="0"/>
                          <a:pt x="0" y="1368"/>
                          <a:pt x="0" y="3036"/>
                        </a:cubicBezTo>
                        <a:cubicBezTo>
                          <a:pt x="0" y="4737"/>
                          <a:pt x="1368" y="6105"/>
                          <a:pt x="3069" y="6105"/>
                        </a:cubicBezTo>
                        <a:cubicBezTo>
                          <a:pt x="4737" y="6105"/>
                          <a:pt x="6105" y="4737"/>
                          <a:pt x="6105" y="3036"/>
                        </a:cubicBezTo>
                        <a:cubicBezTo>
                          <a:pt x="6105" y="1368"/>
                          <a:pt x="4737" y="0"/>
                          <a:pt x="3069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33" name="Google Shape;12193;p129">
                    <a:extLst>
                      <a:ext uri="{FF2B5EF4-FFF2-40B4-BE49-F238E27FC236}">
                        <a16:creationId xmlns:a16="http://schemas.microsoft.com/office/drawing/2014/main" id="{440E6794-06BE-39B7-5A11-FAE23D286C8C}"/>
                      </a:ext>
                    </a:extLst>
                  </p:cNvPr>
                  <p:cNvSpPr/>
                  <p:nvPr/>
                </p:nvSpPr>
                <p:spPr>
                  <a:xfrm>
                    <a:off x="1220365" y="2164199"/>
                    <a:ext cx="28654" cy="383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04" h="5757" extrusionOk="0">
                        <a:moveTo>
                          <a:pt x="509" y="0"/>
                        </a:moveTo>
                        <a:cubicBezTo>
                          <a:pt x="247" y="0"/>
                          <a:pt x="1" y="203"/>
                          <a:pt x="1" y="493"/>
                        </a:cubicBezTo>
                        <a:lnTo>
                          <a:pt x="1" y="5263"/>
                        </a:lnTo>
                        <a:cubicBezTo>
                          <a:pt x="1" y="5554"/>
                          <a:pt x="229" y="5757"/>
                          <a:pt x="482" y="5757"/>
                        </a:cubicBezTo>
                        <a:cubicBezTo>
                          <a:pt x="577" y="5757"/>
                          <a:pt x="676" y="5728"/>
                          <a:pt x="768" y="5664"/>
                        </a:cubicBezTo>
                        <a:lnTo>
                          <a:pt x="4003" y="3395"/>
                        </a:lnTo>
                        <a:cubicBezTo>
                          <a:pt x="4304" y="3195"/>
                          <a:pt x="4304" y="2795"/>
                          <a:pt x="4037" y="2595"/>
                        </a:cubicBezTo>
                        <a:lnTo>
                          <a:pt x="801" y="93"/>
                        </a:lnTo>
                        <a:cubicBezTo>
                          <a:pt x="710" y="29"/>
                          <a:pt x="608" y="0"/>
                          <a:pt x="509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34" name="Google Shape;12194;p129">
                    <a:extLst>
                      <a:ext uri="{FF2B5EF4-FFF2-40B4-BE49-F238E27FC236}">
                        <a16:creationId xmlns:a16="http://schemas.microsoft.com/office/drawing/2014/main" id="{61788235-F89A-B828-48E6-9A8C6066C2A4}"/>
                      </a:ext>
                    </a:extLst>
                  </p:cNvPr>
                  <p:cNvSpPr/>
                  <p:nvPr/>
                </p:nvSpPr>
                <p:spPr>
                  <a:xfrm>
                    <a:off x="1220365" y="1625948"/>
                    <a:ext cx="28654" cy="3846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304" h="5778" extrusionOk="0">
                        <a:moveTo>
                          <a:pt x="489" y="0"/>
                        </a:moveTo>
                        <a:cubicBezTo>
                          <a:pt x="234" y="0"/>
                          <a:pt x="1" y="207"/>
                          <a:pt x="1" y="514"/>
                        </a:cubicBezTo>
                        <a:lnTo>
                          <a:pt x="1" y="5284"/>
                        </a:lnTo>
                        <a:cubicBezTo>
                          <a:pt x="1" y="5574"/>
                          <a:pt x="229" y="5777"/>
                          <a:pt x="482" y="5777"/>
                        </a:cubicBezTo>
                        <a:cubicBezTo>
                          <a:pt x="577" y="5777"/>
                          <a:pt x="676" y="5748"/>
                          <a:pt x="768" y="5684"/>
                        </a:cubicBezTo>
                        <a:lnTo>
                          <a:pt x="4003" y="3382"/>
                        </a:lnTo>
                        <a:cubicBezTo>
                          <a:pt x="4304" y="3182"/>
                          <a:pt x="4304" y="2782"/>
                          <a:pt x="4037" y="2582"/>
                        </a:cubicBezTo>
                        <a:lnTo>
                          <a:pt x="801" y="113"/>
                        </a:lnTo>
                        <a:cubicBezTo>
                          <a:pt x="704" y="35"/>
                          <a:pt x="595" y="0"/>
                          <a:pt x="489" y="0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401" name="Google Shape;12195;p129">
                <a:extLst>
                  <a:ext uri="{FF2B5EF4-FFF2-40B4-BE49-F238E27FC236}">
                    <a16:creationId xmlns:a16="http://schemas.microsoft.com/office/drawing/2014/main" id="{6E21A2A6-CFD1-21D8-6A0C-9AB485F57B29}"/>
                  </a:ext>
                </a:extLst>
              </p:cNvPr>
              <p:cNvGrpSpPr/>
              <p:nvPr/>
            </p:nvGrpSpPr>
            <p:grpSpPr>
              <a:xfrm>
                <a:off x="1371406" y="1474292"/>
                <a:ext cx="518475" cy="879487"/>
                <a:chOff x="1398231" y="1474292"/>
                <a:chExt cx="518475" cy="879487"/>
              </a:xfrm>
            </p:grpSpPr>
            <p:grpSp>
              <p:nvGrpSpPr>
                <p:cNvPr id="402" name="Google Shape;12196;p129">
                  <a:extLst>
                    <a:ext uri="{FF2B5EF4-FFF2-40B4-BE49-F238E27FC236}">
                      <a16:creationId xmlns:a16="http://schemas.microsoft.com/office/drawing/2014/main" id="{BFFB5244-B57F-3C9B-570D-D386BAA91EA7}"/>
                    </a:ext>
                  </a:extLst>
                </p:cNvPr>
                <p:cNvGrpSpPr/>
                <p:nvPr/>
              </p:nvGrpSpPr>
              <p:grpSpPr>
                <a:xfrm>
                  <a:off x="1398231" y="1474292"/>
                  <a:ext cx="518475" cy="341643"/>
                  <a:chOff x="1398231" y="1474292"/>
                  <a:chExt cx="518475" cy="341643"/>
                </a:xfrm>
              </p:grpSpPr>
              <p:sp>
                <p:nvSpPr>
                  <p:cNvPr id="416" name="Google Shape;12197;p129">
                    <a:extLst>
                      <a:ext uri="{FF2B5EF4-FFF2-40B4-BE49-F238E27FC236}">
                        <a16:creationId xmlns:a16="http://schemas.microsoft.com/office/drawing/2014/main" id="{A434030B-0190-90DF-CC36-D4BAEBBEF42E}"/>
                      </a:ext>
                    </a:extLst>
                  </p:cNvPr>
                  <p:cNvSpPr/>
                  <p:nvPr/>
                </p:nvSpPr>
                <p:spPr>
                  <a:xfrm>
                    <a:off x="1398231" y="1595601"/>
                    <a:ext cx="102159" cy="990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345" h="14873" extrusionOk="0">
                        <a:moveTo>
                          <a:pt x="7692" y="1"/>
                        </a:moveTo>
                        <a:cubicBezTo>
                          <a:pt x="7531" y="1"/>
                          <a:pt x="7369" y="6"/>
                          <a:pt x="7206" y="16"/>
                        </a:cubicBezTo>
                        <a:cubicBezTo>
                          <a:pt x="3136" y="283"/>
                          <a:pt x="0" y="3786"/>
                          <a:pt x="267" y="7889"/>
                        </a:cubicBezTo>
                        <a:cubicBezTo>
                          <a:pt x="493" y="11846"/>
                          <a:pt x="3790" y="14873"/>
                          <a:pt x="7706" y="14873"/>
                        </a:cubicBezTo>
                        <a:cubicBezTo>
                          <a:pt x="7850" y="14873"/>
                          <a:pt x="7994" y="14869"/>
                          <a:pt x="8140" y="14860"/>
                        </a:cubicBezTo>
                        <a:cubicBezTo>
                          <a:pt x="12243" y="14594"/>
                          <a:pt x="15345" y="11058"/>
                          <a:pt x="15111" y="6988"/>
                        </a:cubicBezTo>
                        <a:cubicBezTo>
                          <a:pt x="14855" y="3048"/>
                          <a:pt x="11585" y="1"/>
                          <a:pt x="7692" y="1"/>
                        </a:cubicBezTo>
                        <a:close/>
                      </a:path>
                    </a:pathLst>
                  </a:custGeom>
                  <a:solidFill>
                    <a:srgbClr val="5F7D9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417" name="Google Shape;12198;p129">
                    <a:extLst>
                      <a:ext uri="{FF2B5EF4-FFF2-40B4-BE49-F238E27FC236}">
                        <a16:creationId xmlns:a16="http://schemas.microsoft.com/office/drawing/2014/main" id="{E8F8F372-953A-F129-3F92-F9463825C1EF}"/>
                      </a:ext>
                    </a:extLst>
                  </p:cNvPr>
                  <p:cNvGrpSpPr/>
                  <p:nvPr/>
                </p:nvGrpSpPr>
                <p:grpSpPr>
                  <a:xfrm>
                    <a:off x="1616453" y="1474292"/>
                    <a:ext cx="300253" cy="341643"/>
                    <a:chOff x="1616453" y="1475379"/>
                    <a:chExt cx="300253" cy="341643"/>
                  </a:xfrm>
                </p:grpSpPr>
                <p:sp>
                  <p:nvSpPr>
                    <p:cNvPr id="418" name="Google Shape;12199;p129">
                      <a:extLst>
                        <a:ext uri="{FF2B5EF4-FFF2-40B4-BE49-F238E27FC236}">
                          <a16:creationId xmlns:a16="http://schemas.microsoft.com/office/drawing/2014/main" id="{03E80127-C9D2-B3FD-8756-E15DA619BEE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31387" y="1645136"/>
                      <a:ext cx="85283" cy="7462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810" h="11209" fill="none" extrusionOk="0">
                          <a:moveTo>
                            <a:pt x="1" y="0"/>
                          </a:moveTo>
                          <a:lnTo>
                            <a:pt x="1" y="0"/>
                          </a:lnTo>
                          <a:cubicBezTo>
                            <a:pt x="6372" y="0"/>
                            <a:pt x="10542" y="3803"/>
                            <a:pt x="12810" y="11208"/>
                          </a:cubicBezTo>
                        </a:path>
                      </a:pathLst>
                    </a:custGeom>
                    <a:noFill/>
                    <a:ln w="9525" cap="rnd" cmpd="sng">
                      <a:solidFill>
                        <a:srgbClr val="5F7D95"/>
                      </a:solidFill>
                      <a:prstDash val="solid"/>
                      <a:miter lim="33357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19" name="Google Shape;12200;p129">
                      <a:extLst>
                        <a:ext uri="{FF2B5EF4-FFF2-40B4-BE49-F238E27FC236}">
                          <a16:creationId xmlns:a16="http://schemas.microsoft.com/office/drawing/2014/main" id="{7D6B62F2-F11C-F33F-DEBB-4DDA2F090DC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6447" y="1509882"/>
                      <a:ext cx="82400" cy="6130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377" h="9208" fill="none" extrusionOk="0">
                          <a:moveTo>
                            <a:pt x="1" y="9207"/>
                          </a:moveTo>
                          <a:cubicBezTo>
                            <a:pt x="1635" y="3870"/>
                            <a:pt x="6539" y="1"/>
                            <a:pt x="12376" y="1"/>
                          </a:cubicBezTo>
                        </a:path>
                      </a:pathLst>
                    </a:custGeom>
                    <a:noFill/>
                    <a:ln w="9525" cap="rnd" cmpd="sng">
                      <a:solidFill>
                        <a:srgbClr val="5F7D95"/>
                      </a:solidFill>
                      <a:prstDash val="solid"/>
                      <a:miter lim="33357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20" name="Google Shape;12201;p129">
                      <a:extLst>
                        <a:ext uri="{FF2B5EF4-FFF2-40B4-BE49-F238E27FC236}">
                          <a16:creationId xmlns:a16="http://schemas.microsoft.com/office/drawing/2014/main" id="{D856C899-895A-2893-C0AA-9D520B959D7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6447" y="1719091"/>
                      <a:ext cx="82400" cy="6107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377" h="9174" fill="none" extrusionOk="0">
                          <a:moveTo>
                            <a:pt x="1" y="0"/>
                          </a:moveTo>
                          <a:cubicBezTo>
                            <a:pt x="1635" y="5304"/>
                            <a:pt x="6539" y="9173"/>
                            <a:pt x="12376" y="9173"/>
                          </a:cubicBezTo>
                        </a:path>
                      </a:pathLst>
                    </a:custGeom>
                    <a:noFill/>
                    <a:ln w="9525" cap="rnd" cmpd="sng">
                      <a:solidFill>
                        <a:srgbClr val="5F7D95"/>
                      </a:solidFill>
                      <a:prstDash val="solid"/>
                      <a:miter lim="33357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21" name="Google Shape;12202;p129">
                      <a:extLst>
                        <a:ext uri="{FF2B5EF4-FFF2-40B4-BE49-F238E27FC236}">
                          <a16:creationId xmlns:a16="http://schemas.microsoft.com/office/drawing/2014/main" id="{BBE0AF40-5D63-723C-403E-D7C13B9C0A9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31387" y="1570955"/>
                      <a:ext cx="85283" cy="7418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810" h="11143" fill="none" extrusionOk="0">
                          <a:moveTo>
                            <a:pt x="1" y="11142"/>
                          </a:moveTo>
                          <a:cubicBezTo>
                            <a:pt x="6539" y="11142"/>
                            <a:pt x="10275" y="7106"/>
                            <a:pt x="12810" y="1"/>
                          </a:cubicBezTo>
                        </a:path>
                      </a:pathLst>
                    </a:custGeom>
                    <a:noFill/>
                    <a:ln w="9525" cap="rnd" cmpd="sng">
                      <a:solidFill>
                        <a:srgbClr val="5F7D95"/>
                      </a:solidFill>
                      <a:prstDash val="solid"/>
                      <a:miter lim="33357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22" name="Google Shape;12203;p129">
                      <a:extLst>
                        <a:ext uri="{FF2B5EF4-FFF2-40B4-BE49-F238E27FC236}">
                          <a16:creationId xmlns:a16="http://schemas.microsoft.com/office/drawing/2014/main" id="{0CC2C4C0-1814-E8B1-EC7B-EE47EC7D621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16453" y="1624776"/>
                      <a:ext cx="42868" cy="4071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439" h="6116" extrusionOk="0">
                          <a:moveTo>
                            <a:pt x="3199" y="1"/>
                          </a:moveTo>
                          <a:cubicBezTo>
                            <a:pt x="3079" y="1"/>
                            <a:pt x="2958" y="8"/>
                            <a:pt x="2835" y="23"/>
                          </a:cubicBezTo>
                          <a:cubicBezTo>
                            <a:pt x="1168" y="256"/>
                            <a:pt x="0" y="1757"/>
                            <a:pt x="200" y="3425"/>
                          </a:cubicBezTo>
                          <a:cubicBezTo>
                            <a:pt x="386" y="4971"/>
                            <a:pt x="1717" y="6115"/>
                            <a:pt x="3239" y="6115"/>
                          </a:cubicBezTo>
                          <a:cubicBezTo>
                            <a:pt x="3359" y="6115"/>
                            <a:pt x="3481" y="6108"/>
                            <a:pt x="3603" y="6094"/>
                          </a:cubicBezTo>
                          <a:cubicBezTo>
                            <a:pt x="5271" y="5860"/>
                            <a:pt x="6438" y="4359"/>
                            <a:pt x="6238" y="2691"/>
                          </a:cubicBezTo>
                          <a:cubicBezTo>
                            <a:pt x="6052" y="1145"/>
                            <a:pt x="4721" y="1"/>
                            <a:pt x="3199" y="1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23" name="Google Shape;12204;p129">
                      <a:extLst>
                        <a:ext uri="{FF2B5EF4-FFF2-40B4-BE49-F238E27FC236}">
                          <a16:creationId xmlns:a16="http://schemas.microsoft.com/office/drawing/2014/main" id="{776757FD-B88C-C829-DFB3-403740CC0E2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84849" y="1760975"/>
                      <a:ext cx="28654" cy="3846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304" h="5778" extrusionOk="0">
                          <a:moveTo>
                            <a:pt x="489" y="0"/>
                          </a:moveTo>
                          <a:cubicBezTo>
                            <a:pt x="234" y="0"/>
                            <a:pt x="1" y="207"/>
                            <a:pt x="1" y="514"/>
                          </a:cubicBezTo>
                          <a:lnTo>
                            <a:pt x="1" y="5284"/>
                          </a:lnTo>
                          <a:cubicBezTo>
                            <a:pt x="1" y="5575"/>
                            <a:pt x="229" y="5777"/>
                            <a:pt x="482" y="5777"/>
                          </a:cubicBezTo>
                          <a:cubicBezTo>
                            <a:pt x="577" y="5777"/>
                            <a:pt x="676" y="5748"/>
                            <a:pt x="768" y="5684"/>
                          </a:cubicBezTo>
                          <a:lnTo>
                            <a:pt x="4037" y="3383"/>
                          </a:lnTo>
                          <a:cubicBezTo>
                            <a:pt x="4304" y="3183"/>
                            <a:pt x="4304" y="2782"/>
                            <a:pt x="4037" y="2582"/>
                          </a:cubicBezTo>
                          <a:lnTo>
                            <a:pt x="801" y="114"/>
                          </a:lnTo>
                          <a:cubicBezTo>
                            <a:pt x="704" y="36"/>
                            <a:pt x="595" y="0"/>
                            <a:pt x="489" y="0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24" name="Google Shape;12205;p129">
                      <a:extLst>
                        <a:ext uri="{FF2B5EF4-FFF2-40B4-BE49-F238E27FC236}">
                          <a16:creationId xmlns:a16="http://schemas.microsoft.com/office/drawing/2014/main" id="{FFF084AD-D8C9-986D-2CBE-84E28773E63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84849" y="1490834"/>
                      <a:ext cx="28654" cy="3832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304" h="5757" extrusionOk="0">
                          <a:moveTo>
                            <a:pt x="509" y="0"/>
                          </a:moveTo>
                          <a:cubicBezTo>
                            <a:pt x="247" y="0"/>
                            <a:pt x="1" y="203"/>
                            <a:pt x="1" y="493"/>
                          </a:cubicBezTo>
                          <a:lnTo>
                            <a:pt x="1" y="5263"/>
                          </a:lnTo>
                          <a:cubicBezTo>
                            <a:pt x="1" y="5554"/>
                            <a:pt x="229" y="5757"/>
                            <a:pt x="482" y="5757"/>
                          </a:cubicBezTo>
                          <a:cubicBezTo>
                            <a:pt x="577" y="5757"/>
                            <a:pt x="676" y="5728"/>
                            <a:pt x="768" y="5664"/>
                          </a:cubicBezTo>
                          <a:lnTo>
                            <a:pt x="4037" y="3395"/>
                          </a:lnTo>
                          <a:cubicBezTo>
                            <a:pt x="4304" y="3195"/>
                            <a:pt x="4304" y="2795"/>
                            <a:pt x="4037" y="2561"/>
                          </a:cubicBezTo>
                          <a:lnTo>
                            <a:pt x="801" y="93"/>
                          </a:lnTo>
                          <a:cubicBezTo>
                            <a:pt x="710" y="29"/>
                            <a:pt x="608" y="0"/>
                            <a:pt x="509" y="0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grpSp>
                  <p:nvGrpSpPr>
                    <p:cNvPr id="425" name="Google Shape;12206;p129">
                      <a:extLst>
                        <a:ext uri="{FF2B5EF4-FFF2-40B4-BE49-F238E27FC236}">
                          <a16:creationId xmlns:a16="http://schemas.microsoft.com/office/drawing/2014/main" id="{D664D5B2-BD44-24E3-96E8-E327D3314A3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839639" y="1475379"/>
                      <a:ext cx="77067" cy="341643"/>
                      <a:chOff x="1839639" y="1475379"/>
                      <a:chExt cx="77067" cy="341643"/>
                    </a:xfrm>
                  </p:grpSpPr>
                  <p:sp>
                    <p:nvSpPr>
                      <p:cNvPr id="426" name="Google Shape;12207;p129">
                        <a:extLst>
                          <a:ext uri="{FF2B5EF4-FFF2-40B4-BE49-F238E27FC236}">
                            <a16:creationId xmlns:a16="http://schemas.microsoft.com/office/drawing/2014/main" id="{272DA894-2591-1BBF-ECE3-CC7E1B4F7DB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839639" y="1745481"/>
                        <a:ext cx="77067" cy="71541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1576" h="10746" extrusionOk="0">
                            <a:moveTo>
                              <a:pt x="5775" y="1"/>
                            </a:moveTo>
                            <a:cubicBezTo>
                              <a:pt x="3179" y="1"/>
                              <a:pt x="889" y="1860"/>
                              <a:pt x="468" y="4506"/>
                            </a:cubicBezTo>
                            <a:cubicBezTo>
                              <a:pt x="1" y="7441"/>
                              <a:pt x="2002" y="10210"/>
                              <a:pt x="4904" y="10677"/>
                            </a:cubicBezTo>
                            <a:cubicBezTo>
                              <a:pt x="5194" y="10723"/>
                              <a:pt x="5483" y="10745"/>
                              <a:pt x="5768" y="10745"/>
                            </a:cubicBezTo>
                            <a:cubicBezTo>
                              <a:pt x="8364" y="10745"/>
                              <a:pt x="10655" y="8886"/>
                              <a:pt x="11075" y="6240"/>
                            </a:cubicBezTo>
                            <a:cubicBezTo>
                              <a:pt x="11576" y="3305"/>
                              <a:pt x="9574" y="536"/>
                              <a:pt x="6639" y="69"/>
                            </a:cubicBezTo>
                            <a:cubicBezTo>
                              <a:pt x="6349" y="23"/>
                              <a:pt x="6060" y="1"/>
                              <a:pt x="5775" y="1"/>
                            </a:cubicBezTo>
                            <a:close/>
                          </a:path>
                        </a:pathLst>
                      </a:custGeom>
                      <a:solidFill>
                        <a:srgbClr val="A5B7C6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427" name="Google Shape;12208;p129">
                        <a:extLst>
                          <a:ext uri="{FF2B5EF4-FFF2-40B4-BE49-F238E27FC236}">
                            <a16:creationId xmlns:a16="http://schemas.microsoft.com/office/drawing/2014/main" id="{CB90E9BE-00D2-8BAA-985B-FB51CEB976C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839639" y="1475379"/>
                        <a:ext cx="77067" cy="71595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1576" h="10754" extrusionOk="0">
                            <a:moveTo>
                              <a:pt x="5736" y="0"/>
                            </a:moveTo>
                            <a:cubicBezTo>
                              <a:pt x="3156" y="0"/>
                              <a:pt x="887" y="1881"/>
                              <a:pt x="468" y="4513"/>
                            </a:cubicBezTo>
                            <a:cubicBezTo>
                              <a:pt x="1" y="7449"/>
                              <a:pt x="2002" y="10218"/>
                              <a:pt x="4904" y="10685"/>
                            </a:cubicBezTo>
                            <a:cubicBezTo>
                              <a:pt x="5194" y="10731"/>
                              <a:pt x="5483" y="10753"/>
                              <a:pt x="5768" y="10753"/>
                            </a:cubicBezTo>
                            <a:cubicBezTo>
                              <a:pt x="8364" y="10753"/>
                              <a:pt x="10655" y="8893"/>
                              <a:pt x="11075" y="6248"/>
                            </a:cubicBezTo>
                            <a:cubicBezTo>
                              <a:pt x="11576" y="3313"/>
                              <a:pt x="9574" y="544"/>
                              <a:pt x="6639" y="77"/>
                            </a:cubicBezTo>
                            <a:cubicBezTo>
                              <a:pt x="6335" y="25"/>
                              <a:pt x="6034" y="0"/>
                              <a:pt x="5736" y="0"/>
                            </a:cubicBezTo>
                            <a:close/>
                          </a:path>
                        </a:pathLst>
                      </a:custGeom>
                      <a:solidFill>
                        <a:srgbClr val="A5B7C6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</p:grpSp>
            </p:grpSp>
            <p:grpSp>
              <p:nvGrpSpPr>
                <p:cNvPr id="403" name="Google Shape;12209;p129">
                  <a:extLst>
                    <a:ext uri="{FF2B5EF4-FFF2-40B4-BE49-F238E27FC236}">
                      <a16:creationId xmlns:a16="http://schemas.microsoft.com/office/drawing/2014/main" id="{FD7ECC0F-A444-A9B7-D630-95B4029E6E1F}"/>
                    </a:ext>
                  </a:extLst>
                </p:cNvPr>
                <p:cNvGrpSpPr/>
                <p:nvPr/>
              </p:nvGrpSpPr>
              <p:grpSpPr>
                <a:xfrm>
                  <a:off x="1398451" y="2012951"/>
                  <a:ext cx="518255" cy="340828"/>
                  <a:chOff x="1398451" y="2012951"/>
                  <a:chExt cx="518255" cy="340828"/>
                </a:xfrm>
              </p:grpSpPr>
              <p:sp>
                <p:nvSpPr>
                  <p:cNvPr id="404" name="Google Shape;12210;p129">
                    <a:extLst>
                      <a:ext uri="{FF2B5EF4-FFF2-40B4-BE49-F238E27FC236}">
                        <a16:creationId xmlns:a16="http://schemas.microsoft.com/office/drawing/2014/main" id="{5B72FC53-142F-4EDD-0015-769DF4F4B1F0}"/>
                      </a:ext>
                    </a:extLst>
                  </p:cNvPr>
                  <p:cNvSpPr/>
                  <p:nvPr/>
                </p:nvSpPr>
                <p:spPr>
                  <a:xfrm>
                    <a:off x="1398451" y="2133928"/>
                    <a:ext cx="102166" cy="990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346" h="14873" extrusionOk="0">
                        <a:moveTo>
                          <a:pt x="7697" y="0"/>
                        </a:moveTo>
                        <a:cubicBezTo>
                          <a:pt x="7535" y="0"/>
                          <a:pt x="7371" y="5"/>
                          <a:pt x="7206" y="16"/>
                        </a:cubicBezTo>
                        <a:cubicBezTo>
                          <a:pt x="3103" y="250"/>
                          <a:pt x="1" y="3785"/>
                          <a:pt x="268" y="7888"/>
                        </a:cubicBezTo>
                        <a:cubicBezTo>
                          <a:pt x="493" y="11846"/>
                          <a:pt x="3790" y="14872"/>
                          <a:pt x="7706" y="14872"/>
                        </a:cubicBezTo>
                        <a:cubicBezTo>
                          <a:pt x="7850" y="14872"/>
                          <a:pt x="7994" y="14868"/>
                          <a:pt x="8140" y="14860"/>
                        </a:cubicBezTo>
                        <a:cubicBezTo>
                          <a:pt x="12243" y="14593"/>
                          <a:pt x="15345" y="11057"/>
                          <a:pt x="15112" y="6954"/>
                        </a:cubicBezTo>
                        <a:cubicBezTo>
                          <a:pt x="14855" y="3016"/>
                          <a:pt x="11588" y="0"/>
                          <a:pt x="7697" y="0"/>
                        </a:cubicBezTo>
                        <a:close/>
                      </a:path>
                    </a:pathLst>
                  </a:custGeom>
                  <a:solidFill>
                    <a:srgbClr val="5F7D9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405" name="Google Shape;12211;p129">
                    <a:extLst>
                      <a:ext uri="{FF2B5EF4-FFF2-40B4-BE49-F238E27FC236}">
                        <a16:creationId xmlns:a16="http://schemas.microsoft.com/office/drawing/2014/main" id="{992528E3-91E5-6450-62AE-7C80EC519FC6}"/>
                      </a:ext>
                    </a:extLst>
                  </p:cNvPr>
                  <p:cNvGrpSpPr/>
                  <p:nvPr/>
                </p:nvGrpSpPr>
                <p:grpSpPr>
                  <a:xfrm>
                    <a:off x="1616453" y="2012951"/>
                    <a:ext cx="300253" cy="340828"/>
                    <a:chOff x="1616453" y="2013538"/>
                    <a:chExt cx="300253" cy="340828"/>
                  </a:xfrm>
                </p:grpSpPr>
                <p:sp>
                  <p:nvSpPr>
                    <p:cNvPr id="406" name="Google Shape;12212;p129">
                      <a:extLst>
                        <a:ext uri="{FF2B5EF4-FFF2-40B4-BE49-F238E27FC236}">
                          <a16:creationId xmlns:a16="http://schemas.microsoft.com/office/drawing/2014/main" id="{816BBD07-39E2-D8E0-5F44-459844203CB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31387" y="2183474"/>
                      <a:ext cx="85283" cy="7462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810" h="11209" fill="none" extrusionOk="0">
                          <a:moveTo>
                            <a:pt x="1" y="0"/>
                          </a:moveTo>
                          <a:lnTo>
                            <a:pt x="1" y="0"/>
                          </a:lnTo>
                          <a:cubicBezTo>
                            <a:pt x="6372" y="0"/>
                            <a:pt x="10542" y="3803"/>
                            <a:pt x="12810" y="11208"/>
                          </a:cubicBezTo>
                        </a:path>
                      </a:pathLst>
                    </a:custGeom>
                    <a:noFill/>
                    <a:ln w="9525" cap="rnd" cmpd="sng">
                      <a:solidFill>
                        <a:srgbClr val="5F7D95"/>
                      </a:solidFill>
                      <a:prstDash val="solid"/>
                      <a:miter lim="33357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07" name="Google Shape;12213;p129">
                      <a:extLst>
                        <a:ext uri="{FF2B5EF4-FFF2-40B4-BE49-F238E27FC236}">
                          <a16:creationId xmlns:a16="http://schemas.microsoft.com/office/drawing/2014/main" id="{75695A21-F407-B55D-A232-24A6CD50DE5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6447" y="2048220"/>
                      <a:ext cx="82400" cy="6107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377" h="9174" fill="none" extrusionOk="0">
                          <a:moveTo>
                            <a:pt x="1" y="9174"/>
                          </a:moveTo>
                          <a:cubicBezTo>
                            <a:pt x="1635" y="3870"/>
                            <a:pt x="6539" y="0"/>
                            <a:pt x="12376" y="0"/>
                          </a:cubicBezTo>
                        </a:path>
                      </a:pathLst>
                    </a:custGeom>
                    <a:noFill/>
                    <a:ln w="9525" cap="rnd" cmpd="sng">
                      <a:solidFill>
                        <a:srgbClr val="5F7D95"/>
                      </a:solidFill>
                      <a:prstDash val="solid"/>
                      <a:miter lim="33357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08" name="Google Shape;12214;p129">
                      <a:extLst>
                        <a:ext uri="{FF2B5EF4-FFF2-40B4-BE49-F238E27FC236}">
                          <a16:creationId xmlns:a16="http://schemas.microsoft.com/office/drawing/2014/main" id="{2CECAAD2-8F94-3BE1-B360-8D3606B4568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16447" y="2257422"/>
                      <a:ext cx="82400" cy="610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377" h="9175" fill="none" extrusionOk="0">
                          <a:moveTo>
                            <a:pt x="1" y="1"/>
                          </a:moveTo>
                          <a:cubicBezTo>
                            <a:pt x="1635" y="5305"/>
                            <a:pt x="6539" y="9174"/>
                            <a:pt x="12376" y="9174"/>
                          </a:cubicBezTo>
                        </a:path>
                      </a:pathLst>
                    </a:custGeom>
                    <a:noFill/>
                    <a:ln w="9525" cap="rnd" cmpd="sng">
                      <a:solidFill>
                        <a:srgbClr val="5F7D95"/>
                      </a:solidFill>
                      <a:prstDash val="solid"/>
                      <a:miter lim="33357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09" name="Google Shape;12215;p129">
                      <a:extLst>
                        <a:ext uri="{FF2B5EF4-FFF2-40B4-BE49-F238E27FC236}">
                          <a16:creationId xmlns:a16="http://schemas.microsoft.com/office/drawing/2014/main" id="{DF321B92-4069-5BA2-34FF-BD5CC903E23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31387" y="2109073"/>
                      <a:ext cx="85283" cy="7439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2810" h="11175" fill="none" extrusionOk="0">
                          <a:moveTo>
                            <a:pt x="1" y="11175"/>
                          </a:moveTo>
                          <a:cubicBezTo>
                            <a:pt x="6539" y="11175"/>
                            <a:pt x="10275" y="7105"/>
                            <a:pt x="12810" y="0"/>
                          </a:cubicBezTo>
                        </a:path>
                      </a:pathLst>
                    </a:custGeom>
                    <a:noFill/>
                    <a:ln w="9525" cap="rnd" cmpd="sng">
                      <a:solidFill>
                        <a:srgbClr val="5F7D95"/>
                      </a:solidFill>
                      <a:prstDash val="solid"/>
                      <a:miter lim="33357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10" name="Google Shape;12216;p129">
                      <a:extLst>
                        <a:ext uri="{FF2B5EF4-FFF2-40B4-BE49-F238E27FC236}">
                          <a16:creationId xmlns:a16="http://schemas.microsoft.com/office/drawing/2014/main" id="{CEB59CAD-DB73-E87F-C4DF-8D03030A9FE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16453" y="2163114"/>
                      <a:ext cx="42868" cy="4049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439" h="6082" extrusionOk="0">
                          <a:moveTo>
                            <a:pt x="3241" y="0"/>
                          </a:moveTo>
                          <a:cubicBezTo>
                            <a:pt x="3118" y="0"/>
                            <a:pt x="2994" y="8"/>
                            <a:pt x="2869" y="23"/>
                          </a:cubicBezTo>
                          <a:cubicBezTo>
                            <a:pt x="1168" y="223"/>
                            <a:pt x="0" y="1724"/>
                            <a:pt x="200" y="3392"/>
                          </a:cubicBezTo>
                          <a:cubicBezTo>
                            <a:pt x="386" y="4937"/>
                            <a:pt x="1717" y="6082"/>
                            <a:pt x="3239" y="6082"/>
                          </a:cubicBezTo>
                          <a:cubicBezTo>
                            <a:pt x="3359" y="6082"/>
                            <a:pt x="3481" y="6075"/>
                            <a:pt x="3603" y="6060"/>
                          </a:cubicBezTo>
                          <a:cubicBezTo>
                            <a:pt x="5271" y="5860"/>
                            <a:pt x="6438" y="4326"/>
                            <a:pt x="6238" y="2658"/>
                          </a:cubicBezTo>
                          <a:cubicBezTo>
                            <a:pt x="6053" y="1115"/>
                            <a:pt x="4754" y="0"/>
                            <a:pt x="3241" y="0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11" name="Google Shape;12217;p129">
                      <a:extLst>
                        <a:ext uri="{FF2B5EF4-FFF2-40B4-BE49-F238E27FC236}">
                          <a16:creationId xmlns:a16="http://schemas.microsoft.com/office/drawing/2014/main" id="{3074A5F8-4E28-9604-3219-5BA6A8A99A5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84849" y="2299227"/>
                      <a:ext cx="28654" cy="3851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304" h="5785" extrusionOk="0">
                          <a:moveTo>
                            <a:pt x="509" y="0"/>
                          </a:moveTo>
                          <a:cubicBezTo>
                            <a:pt x="247" y="0"/>
                            <a:pt x="1" y="203"/>
                            <a:pt x="1" y="493"/>
                          </a:cubicBezTo>
                          <a:lnTo>
                            <a:pt x="1" y="5264"/>
                          </a:lnTo>
                          <a:cubicBezTo>
                            <a:pt x="1" y="5561"/>
                            <a:pt x="240" y="5784"/>
                            <a:pt x="499" y="5784"/>
                          </a:cubicBezTo>
                          <a:cubicBezTo>
                            <a:pt x="589" y="5784"/>
                            <a:pt x="682" y="5757"/>
                            <a:pt x="768" y="5697"/>
                          </a:cubicBezTo>
                          <a:lnTo>
                            <a:pt x="4037" y="3396"/>
                          </a:lnTo>
                          <a:cubicBezTo>
                            <a:pt x="4304" y="3195"/>
                            <a:pt x="4304" y="2795"/>
                            <a:pt x="4037" y="2595"/>
                          </a:cubicBezTo>
                          <a:lnTo>
                            <a:pt x="801" y="93"/>
                          </a:lnTo>
                          <a:cubicBezTo>
                            <a:pt x="710" y="29"/>
                            <a:pt x="608" y="0"/>
                            <a:pt x="509" y="0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412" name="Google Shape;12218;p129">
                      <a:extLst>
                        <a:ext uri="{FF2B5EF4-FFF2-40B4-BE49-F238E27FC236}">
                          <a16:creationId xmlns:a16="http://schemas.microsoft.com/office/drawing/2014/main" id="{9FE5BC54-3009-0889-9875-398F0F7C144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84849" y="2028946"/>
                      <a:ext cx="28654" cy="3854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304" h="5790" extrusionOk="0">
                          <a:moveTo>
                            <a:pt x="509" y="1"/>
                          </a:moveTo>
                          <a:cubicBezTo>
                            <a:pt x="247" y="1"/>
                            <a:pt x="1" y="203"/>
                            <a:pt x="1" y="494"/>
                          </a:cubicBezTo>
                          <a:lnTo>
                            <a:pt x="1" y="5264"/>
                          </a:lnTo>
                          <a:cubicBezTo>
                            <a:pt x="1" y="5580"/>
                            <a:pt x="231" y="5790"/>
                            <a:pt x="485" y="5790"/>
                          </a:cubicBezTo>
                          <a:cubicBezTo>
                            <a:pt x="580" y="5790"/>
                            <a:pt x="677" y="5761"/>
                            <a:pt x="768" y="5697"/>
                          </a:cubicBezTo>
                          <a:lnTo>
                            <a:pt x="4037" y="3396"/>
                          </a:lnTo>
                          <a:cubicBezTo>
                            <a:pt x="4304" y="3196"/>
                            <a:pt x="4304" y="2795"/>
                            <a:pt x="4037" y="2595"/>
                          </a:cubicBezTo>
                          <a:lnTo>
                            <a:pt x="801" y="93"/>
                          </a:lnTo>
                          <a:cubicBezTo>
                            <a:pt x="710" y="29"/>
                            <a:pt x="608" y="1"/>
                            <a:pt x="509" y="1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grpSp>
                  <p:nvGrpSpPr>
                    <p:cNvPr id="413" name="Google Shape;12219;p129">
                      <a:extLst>
                        <a:ext uri="{FF2B5EF4-FFF2-40B4-BE49-F238E27FC236}">
                          <a16:creationId xmlns:a16="http://schemas.microsoft.com/office/drawing/2014/main" id="{D131655B-520E-8C3B-4E4F-57BBF421AF7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839639" y="2013538"/>
                      <a:ext cx="77067" cy="340828"/>
                      <a:chOff x="1839639" y="2013538"/>
                      <a:chExt cx="77067" cy="340828"/>
                    </a:xfrm>
                  </p:grpSpPr>
                  <p:sp>
                    <p:nvSpPr>
                      <p:cNvPr id="414" name="Google Shape;12220;p129">
                        <a:extLst>
                          <a:ext uri="{FF2B5EF4-FFF2-40B4-BE49-F238E27FC236}">
                            <a16:creationId xmlns:a16="http://schemas.microsoft.com/office/drawing/2014/main" id="{811D6FB5-EEA1-62A2-0353-2ED0027D25C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839639" y="2282618"/>
                        <a:ext cx="77067" cy="71748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1576" h="10777" extrusionOk="0">
                            <a:moveTo>
                              <a:pt x="5787" y="0"/>
                            </a:moveTo>
                            <a:cubicBezTo>
                              <a:pt x="3185" y="0"/>
                              <a:pt x="889" y="1889"/>
                              <a:pt x="468" y="4538"/>
                            </a:cubicBezTo>
                            <a:cubicBezTo>
                              <a:pt x="1" y="7473"/>
                              <a:pt x="2002" y="10208"/>
                              <a:pt x="4938" y="10709"/>
                            </a:cubicBezTo>
                            <a:cubicBezTo>
                              <a:pt x="5221" y="10754"/>
                              <a:pt x="5503" y="10776"/>
                              <a:pt x="5781" y="10776"/>
                            </a:cubicBezTo>
                            <a:cubicBezTo>
                              <a:pt x="8358" y="10776"/>
                              <a:pt x="10654" y="8888"/>
                              <a:pt x="11075" y="6239"/>
                            </a:cubicBezTo>
                            <a:cubicBezTo>
                              <a:pt x="11576" y="3303"/>
                              <a:pt x="9574" y="535"/>
                              <a:pt x="6639" y="68"/>
                            </a:cubicBezTo>
                            <a:cubicBezTo>
                              <a:pt x="6352" y="22"/>
                              <a:pt x="6068" y="0"/>
                              <a:pt x="5787" y="0"/>
                            </a:cubicBezTo>
                            <a:close/>
                          </a:path>
                        </a:pathLst>
                      </a:custGeom>
                      <a:solidFill>
                        <a:srgbClr val="A5B7C6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415" name="Google Shape;12221;p129">
                        <a:extLst>
                          <a:ext uri="{FF2B5EF4-FFF2-40B4-BE49-F238E27FC236}">
                            <a16:creationId xmlns:a16="http://schemas.microsoft.com/office/drawing/2014/main" id="{FD6D1521-6982-1797-8390-2295AC5B954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839639" y="2013538"/>
                        <a:ext cx="77067" cy="71588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1576" h="10753" extrusionOk="0">
                            <a:moveTo>
                              <a:pt x="5786" y="1"/>
                            </a:moveTo>
                            <a:cubicBezTo>
                              <a:pt x="3185" y="1"/>
                              <a:pt x="889" y="1886"/>
                              <a:pt x="468" y="4505"/>
                            </a:cubicBezTo>
                            <a:cubicBezTo>
                              <a:pt x="1" y="7440"/>
                              <a:pt x="2002" y="10209"/>
                              <a:pt x="4904" y="10676"/>
                            </a:cubicBezTo>
                            <a:cubicBezTo>
                              <a:pt x="5208" y="10728"/>
                              <a:pt x="5509" y="10753"/>
                              <a:pt x="5807" y="10753"/>
                            </a:cubicBezTo>
                            <a:cubicBezTo>
                              <a:pt x="8387" y="10753"/>
                              <a:pt x="10657" y="8872"/>
                              <a:pt x="11075" y="6240"/>
                            </a:cubicBezTo>
                            <a:cubicBezTo>
                              <a:pt x="11576" y="3304"/>
                              <a:pt x="9574" y="535"/>
                              <a:pt x="6639" y="68"/>
                            </a:cubicBezTo>
                            <a:cubicBezTo>
                              <a:pt x="6352" y="23"/>
                              <a:pt x="6067" y="1"/>
                              <a:pt x="5786" y="1"/>
                            </a:cubicBezTo>
                            <a:close/>
                          </a:path>
                        </a:pathLst>
                      </a:custGeom>
                      <a:solidFill>
                        <a:srgbClr val="A5B7C6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</p:grpSp>
            </p:grpSp>
          </p:grpSp>
        </p:grpSp>
        <p:grpSp>
          <p:nvGrpSpPr>
            <p:cNvPr id="22" name="Google Shape;12222;p129">
              <a:extLst>
                <a:ext uri="{FF2B5EF4-FFF2-40B4-BE49-F238E27FC236}">
                  <a16:creationId xmlns:a16="http://schemas.microsoft.com/office/drawing/2014/main" id="{B1D08088-A1DA-A983-6917-8C1FE95FE2D3}"/>
                </a:ext>
              </a:extLst>
            </p:cNvPr>
            <p:cNvGrpSpPr/>
            <p:nvPr/>
          </p:nvGrpSpPr>
          <p:grpSpPr>
            <a:xfrm>
              <a:off x="738492" y="4852627"/>
              <a:ext cx="1624463" cy="810543"/>
              <a:chOff x="724986" y="3605478"/>
              <a:chExt cx="1368681" cy="682918"/>
            </a:xfrm>
          </p:grpSpPr>
          <p:grpSp>
            <p:nvGrpSpPr>
              <p:cNvPr id="57" name="Google Shape;12223;p129">
                <a:extLst>
                  <a:ext uri="{FF2B5EF4-FFF2-40B4-BE49-F238E27FC236}">
                    <a16:creationId xmlns:a16="http://schemas.microsoft.com/office/drawing/2014/main" id="{B44C5159-801F-01F0-78F4-CD35573C7983}"/>
                  </a:ext>
                </a:extLst>
              </p:cNvPr>
              <p:cNvGrpSpPr/>
              <p:nvPr/>
            </p:nvGrpSpPr>
            <p:grpSpPr>
              <a:xfrm>
                <a:off x="1289102" y="3823629"/>
                <a:ext cx="240442" cy="250435"/>
                <a:chOff x="-165066" y="3843615"/>
                <a:chExt cx="221259" cy="230455"/>
              </a:xfrm>
            </p:grpSpPr>
            <p:sp>
              <p:nvSpPr>
                <p:cNvPr id="380" name="Google Shape;12224;p129">
                  <a:extLst>
                    <a:ext uri="{FF2B5EF4-FFF2-40B4-BE49-F238E27FC236}">
                      <a16:creationId xmlns:a16="http://schemas.microsoft.com/office/drawing/2014/main" id="{EA22D377-1763-E92F-E10D-115280E97401}"/>
                    </a:ext>
                  </a:extLst>
                </p:cNvPr>
                <p:cNvSpPr/>
                <p:nvPr/>
              </p:nvSpPr>
              <p:spPr>
                <a:xfrm>
                  <a:off x="-165066" y="3843615"/>
                  <a:ext cx="106189" cy="2304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76" h="19697" extrusionOk="0">
                      <a:moveTo>
                        <a:pt x="7950" y="0"/>
                      </a:moveTo>
                      <a:cubicBezTo>
                        <a:pt x="7325" y="0"/>
                        <a:pt x="7031" y="353"/>
                        <a:pt x="6905" y="861"/>
                      </a:cubicBezTo>
                      <a:cubicBezTo>
                        <a:pt x="6789" y="843"/>
                        <a:pt x="6673" y="834"/>
                        <a:pt x="6560" y="834"/>
                      </a:cubicBezTo>
                      <a:cubicBezTo>
                        <a:pt x="5374" y="834"/>
                        <a:pt x="4369" y="1804"/>
                        <a:pt x="4378" y="3035"/>
                      </a:cubicBezTo>
                      <a:cubicBezTo>
                        <a:pt x="4378" y="3093"/>
                        <a:pt x="4384" y="3152"/>
                        <a:pt x="4388" y="3210"/>
                      </a:cubicBezTo>
                      <a:cubicBezTo>
                        <a:pt x="4095" y="3091"/>
                        <a:pt x="3789" y="3034"/>
                        <a:pt x="3486" y="3034"/>
                      </a:cubicBezTo>
                      <a:cubicBezTo>
                        <a:pt x="2814" y="3034"/>
                        <a:pt x="2155" y="3317"/>
                        <a:pt x="1689" y="3841"/>
                      </a:cubicBezTo>
                      <a:cubicBezTo>
                        <a:pt x="1013" y="4601"/>
                        <a:pt x="893" y="5704"/>
                        <a:pt x="1385" y="6594"/>
                      </a:cubicBezTo>
                      <a:cubicBezTo>
                        <a:pt x="0" y="7697"/>
                        <a:pt x="117" y="9839"/>
                        <a:pt x="1618" y="10780"/>
                      </a:cubicBezTo>
                      <a:cubicBezTo>
                        <a:pt x="664" y="11961"/>
                        <a:pt x="1036" y="13721"/>
                        <a:pt x="2388" y="14417"/>
                      </a:cubicBezTo>
                      <a:cubicBezTo>
                        <a:pt x="2375" y="14508"/>
                        <a:pt x="2372" y="14595"/>
                        <a:pt x="2372" y="14685"/>
                      </a:cubicBezTo>
                      <a:cubicBezTo>
                        <a:pt x="2372" y="15776"/>
                        <a:pt x="3106" y="16727"/>
                        <a:pt x="4161" y="17002"/>
                      </a:cubicBezTo>
                      <a:cubicBezTo>
                        <a:pt x="4473" y="17901"/>
                        <a:pt x="5317" y="18472"/>
                        <a:pt x="6226" y="18472"/>
                      </a:cubicBezTo>
                      <a:cubicBezTo>
                        <a:pt x="6429" y="18472"/>
                        <a:pt x="6635" y="18443"/>
                        <a:pt x="6840" y="18383"/>
                      </a:cubicBezTo>
                      <a:cubicBezTo>
                        <a:pt x="6888" y="19128"/>
                        <a:pt x="7157" y="19697"/>
                        <a:pt x="7953" y="19697"/>
                      </a:cubicBezTo>
                      <a:cubicBezTo>
                        <a:pt x="9074" y="19697"/>
                        <a:pt x="9059" y="18730"/>
                        <a:pt x="9075" y="18730"/>
                      </a:cubicBezTo>
                      <a:cubicBezTo>
                        <a:pt x="9075" y="18730"/>
                        <a:pt x="9075" y="18730"/>
                        <a:pt x="9075" y="18730"/>
                      </a:cubicBezTo>
                      <a:cubicBezTo>
                        <a:pt x="9072" y="18726"/>
                        <a:pt x="9046" y="1055"/>
                        <a:pt x="9033" y="1055"/>
                      </a:cubicBezTo>
                      <a:cubicBezTo>
                        <a:pt x="9033" y="1055"/>
                        <a:pt x="9033" y="1055"/>
                        <a:pt x="9033" y="1055"/>
                      </a:cubicBezTo>
                      <a:cubicBezTo>
                        <a:pt x="9014" y="919"/>
                        <a:pt x="8982" y="790"/>
                        <a:pt x="8936" y="660"/>
                      </a:cubicBezTo>
                      <a:cubicBezTo>
                        <a:pt x="8784" y="259"/>
                        <a:pt x="8490" y="0"/>
                        <a:pt x="7950" y="0"/>
                      </a:cubicBezTo>
                      <a:close/>
                    </a:path>
                  </a:pathLst>
                </a:custGeom>
                <a:solidFill>
                  <a:srgbClr val="E4E9E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1" name="Google Shape;12225;p129">
                  <a:extLst>
                    <a:ext uri="{FF2B5EF4-FFF2-40B4-BE49-F238E27FC236}">
                      <a16:creationId xmlns:a16="http://schemas.microsoft.com/office/drawing/2014/main" id="{72A427FB-A035-EECB-A260-9570E05AAA8A}"/>
                    </a:ext>
                  </a:extLst>
                </p:cNvPr>
                <p:cNvSpPr/>
                <p:nvPr/>
              </p:nvSpPr>
              <p:spPr>
                <a:xfrm>
                  <a:off x="-100985" y="3906105"/>
                  <a:ext cx="41804" cy="527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73" h="4505" fill="none" extrusionOk="0">
                      <a:moveTo>
                        <a:pt x="3573" y="1"/>
                      </a:moveTo>
                      <a:cubicBezTo>
                        <a:pt x="3573" y="1"/>
                        <a:pt x="1" y="221"/>
                        <a:pt x="997" y="4504"/>
                      </a:cubicBezTo>
                    </a:path>
                  </a:pathLst>
                </a:custGeom>
                <a:noFill/>
                <a:ln w="800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2" name="Google Shape;12226;p129">
                  <a:extLst>
                    <a:ext uri="{FF2B5EF4-FFF2-40B4-BE49-F238E27FC236}">
                      <a16:creationId xmlns:a16="http://schemas.microsoft.com/office/drawing/2014/main" id="{409EEBB6-4296-A314-95B6-5542BE2E61F2}"/>
                    </a:ext>
                  </a:extLst>
                </p:cNvPr>
                <p:cNvSpPr/>
                <p:nvPr/>
              </p:nvSpPr>
              <p:spPr>
                <a:xfrm>
                  <a:off x="-86594" y="3875146"/>
                  <a:ext cx="27296" cy="257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33" h="2198" fill="none" extrusionOk="0">
                      <a:moveTo>
                        <a:pt x="0" y="696"/>
                      </a:moveTo>
                      <a:cubicBezTo>
                        <a:pt x="0" y="696"/>
                        <a:pt x="2333" y="0"/>
                        <a:pt x="2333" y="2197"/>
                      </a:cubicBezTo>
                    </a:path>
                  </a:pathLst>
                </a:custGeom>
                <a:noFill/>
                <a:ln w="800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3" name="Google Shape;12227;p129">
                  <a:extLst>
                    <a:ext uri="{FF2B5EF4-FFF2-40B4-BE49-F238E27FC236}">
                      <a16:creationId xmlns:a16="http://schemas.microsoft.com/office/drawing/2014/main" id="{086438AD-545C-1100-68E1-88CACE11F9A1}"/>
                    </a:ext>
                  </a:extLst>
                </p:cNvPr>
                <p:cNvSpPr/>
                <p:nvPr/>
              </p:nvSpPr>
              <p:spPr>
                <a:xfrm>
                  <a:off x="-113855" y="3879078"/>
                  <a:ext cx="8986" cy="217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8" h="1862" fill="none" extrusionOk="0">
                      <a:moveTo>
                        <a:pt x="1" y="1"/>
                      </a:moveTo>
                      <a:cubicBezTo>
                        <a:pt x="1" y="1"/>
                        <a:pt x="1" y="1056"/>
                        <a:pt x="768" y="1861"/>
                      </a:cubicBezTo>
                    </a:path>
                  </a:pathLst>
                </a:custGeom>
                <a:noFill/>
                <a:ln w="800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4" name="Google Shape;12228;p129">
                  <a:extLst>
                    <a:ext uri="{FF2B5EF4-FFF2-40B4-BE49-F238E27FC236}">
                      <a16:creationId xmlns:a16="http://schemas.microsoft.com/office/drawing/2014/main" id="{F819A173-0AF1-E3DD-EB0F-AA3E1D88FDE4}"/>
                    </a:ext>
                  </a:extLst>
                </p:cNvPr>
                <p:cNvSpPr/>
                <p:nvPr/>
              </p:nvSpPr>
              <p:spPr>
                <a:xfrm>
                  <a:off x="-148861" y="3908679"/>
                  <a:ext cx="53340" cy="155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59" h="1328" fill="none" extrusionOk="0">
                      <a:moveTo>
                        <a:pt x="0" y="1030"/>
                      </a:moveTo>
                      <a:cubicBezTo>
                        <a:pt x="1301" y="1"/>
                        <a:pt x="2559" y="1327"/>
                        <a:pt x="2559" y="1327"/>
                      </a:cubicBezTo>
                      <a:cubicBezTo>
                        <a:pt x="2559" y="1327"/>
                        <a:pt x="2828" y="150"/>
                        <a:pt x="4559" y="642"/>
                      </a:cubicBezTo>
                    </a:path>
                  </a:pathLst>
                </a:custGeom>
                <a:noFill/>
                <a:ln w="800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5" name="Google Shape;12229;p129">
                  <a:extLst>
                    <a:ext uri="{FF2B5EF4-FFF2-40B4-BE49-F238E27FC236}">
                      <a16:creationId xmlns:a16="http://schemas.microsoft.com/office/drawing/2014/main" id="{64E00092-E64F-A2E8-DA66-669539F8A520}"/>
                    </a:ext>
                  </a:extLst>
                </p:cNvPr>
                <p:cNvSpPr/>
                <p:nvPr/>
              </p:nvSpPr>
              <p:spPr>
                <a:xfrm>
                  <a:off x="-137430" y="3963493"/>
                  <a:ext cx="28092" cy="519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1" h="4440" fill="none" extrusionOk="0">
                      <a:moveTo>
                        <a:pt x="10" y="4439"/>
                      </a:moveTo>
                      <a:cubicBezTo>
                        <a:pt x="10" y="4439"/>
                        <a:pt x="0" y="2220"/>
                        <a:pt x="1718" y="2437"/>
                      </a:cubicBezTo>
                      <a:cubicBezTo>
                        <a:pt x="1718" y="2437"/>
                        <a:pt x="828" y="1217"/>
                        <a:pt x="2401" y="1"/>
                      </a:cubicBezTo>
                    </a:path>
                  </a:pathLst>
                </a:custGeom>
                <a:noFill/>
                <a:ln w="800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6" name="Google Shape;12230;p129">
                  <a:extLst>
                    <a:ext uri="{FF2B5EF4-FFF2-40B4-BE49-F238E27FC236}">
                      <a16:creationId xmlns:a16="http://schemas.microsoft.com/office/drawing/2014/main" id="{ABBA0A31-FB98-00D5-E1CF-2CC55D5B82AF}"/>
                    </a:ext>
                  </a:extLst>
                </p:cNvPr>
                <p:cNvSpPr/>
                <p:nvPr/>
              </p:nvSpPr>
              <p:spPr>
                <a:xfrm>
                  <a:off x="-122021" y="4015429"/>
                  <a:ext cx="12461" cy="323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5" h="2767" fill="none" extrusionOk="0">
                      <a:moveTo>
                        <a:pt x="1064" y="0"/>
                      </a:moveTo>
                      <a:cubicBezTo>
                        <a:pt x="1064" y="0"/>
                        <a:pt x="0" y="1146"/>
                        <a:pt x="702" y="2767"/>
                      </a:cubicBezTo>
                    </a:path>
                  </a:pathLst>
                </a:custGeom>
                <a:noFill/>
                <a:ln w="800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7" name="Google Shape;12231;p129">
                  <a:extLst>
                    <a:ext uri="{FF2B5EF4-FFF2-40B4-BE49-F238E27FC236}">
                      <a16:creationId xmlns:a16="http://schemas.microsoft.com/office/drawing/2014/main" id="{41E3BCA9-59FD-D403-D954-C413D03D52A0}"/>
                    </a:ext>
                  </a:extLst>
                </p:cNvPr>
                <p:cNvSpPr/>
                <p:nvPr/>
              </p:nvSpPr>
              <p:spPr>
                <a:xfrm>
                  <a:off x="-95533" y="4013124"/>
                  <a:ext cx="36235" cy="217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97" h="1858" fill="none" extrusionOk="0">
                      <a:moveTo>
                        <a:pt x="3097" y="197"/>
                      </a:moveTo>
                      <a:cubicBezTo>
                        <a:pt x="1463" y="0"/>
                        <a:pt x="764" y="1579"/>
                        <a:pt x="764" y="1579"/>
                      </a:cubicBezTo>
                      <a:cubicBezTo>
                        <a:pt x="764" y="1579"/>
                        <a:pt x="334" y="1391"/>
                        <a:pt x="1" y="1857"/>
                      </a:cubicBezTo>
                    </a:path>
                  </a:pathLst>
                </a:custGeom>
                <a:noFill/>
                <a:ln w="800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8" name="Google Shape;12232;p129">
                  <a:extLst>
                    <a:ext uri="{FF2B5EF4-FFF2-40B4-BE49-F238E27FC236}">
                      <a16:creationId xmlns:a16="http://schemas.microsoft.com/office/drawing/2014/main" id="{75DE2DD9-1606-8E95-A10B-3BA5A978B1E1}"/>
                    </a:ext>
                  </a:extLst>
                </p:cNvPr>
                <p:cNvSpPr/>
                <p:nvPr/>
              </p:nvSpPr>
              <p:spPr>
                <a:xfrm>
                  <a:off x="-123355" y="3941357"/>
                  <a:ext cx="32000" cy="179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35" h="1531" fill="none" extrusionOk="0">
                      <a:moveTo>
                        <a:pt x="2735" y="0"/>
                      </a:moveTo>
                      <a:cubicBezTo>
                        <a:pt x="2735" y="0"/>
                        <a:pt x="1085" y="1530"/>
                        <a:pt x="1" y="0"/>
                      </a:cubicBezTo>
                    </a:path>
                  </a:pathLst>
                </a:custGeom>
                <a:noFill/>
                <a:ln w="800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9" name="Google Shape;12233;p129">
                  <a:extLst>
                    <a:ext uri="{FF2B5EF4-FFF2-40B4-BE49-F238E27FC236}">
                      <a16:creationId xmlns:a16="http://schemas.microsoft.com/office/drawing/2014/main" id="{67B9DC49-A0E5-04E9-4574-B8D0F3FA10D9}"/>
                    </a:ext>
                  </a:extLst>
                </p:cNvPr>
                <p:cNvSpPr/>
                <p:nvPr/>
              </p:nvSpPr>
              <p:spPr>
                <a:xfrm>
                  <a:off x="-91367" y="3973672"/>
                  <a:ext cx="32070" cy="158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1" h="1351" fill="none" extrusionOk="0">
                      <a:moveTo>
                        <a:pt x="1" y="434"/>
                      </a:moveTo>
                      <a:cubicBezTo>
                        <a:pt x="1" y="434"/>
                        <a:pt x="1709" y="1"/>
                        <a:pt x="2741" y="1350"/>
                      </a:cubicBezTo>
                    </a:path>
                  </a:pathLst>
                </a:custGeom>
                <a:noFill/>
                <a:ln w="800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0" name="Google Shape;12234;p129">
                  <a:extLst>
                    <a:ext uri="{FF2B5EF4-FFF2-40B4-BE49-F238E27FC236}">
                      <a16:creationId xmlns:a16="http://schemas.microsoft.com/office/drawing/2014/main" id="{FB744E9A-4887-A1E5-5FE5-F04F81385D65}"/>
                    </a:ext>
                  </a:extLst>
                </p:cNvPr>
                <p:cNvSpPr/>
                <p:nvPr/>
              </p:nvSpPr>
              <p:spPr>
                <a:xfrm>
                  <a:off x="-49996" y="3843615"/>
                  <a:ext cx="106189" cy="2304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76" h="19697" extrusionOk="0">
                      <a:moveTo>
                        <a:pt x="1127" y="0"/>
                      </a:moveTo>
                      <a:cubicBezTo>
                        <a:pt x="586" y="0"/>
                        <a:pt x="292" y="259"/>
                        <a:pt x="140" y="660"/>
                      </a:cubicBezTo>
                      <a:cubicBezTo>
                        <a:pt x="95" y="790"/>
                        <a:pt x="62" y="919"/>
                        <a:pt x="43" y="1055"/>
                      </a:cubicBezTo>
                      <a:cubicBezTo>
                        <a:pt x="43" y="1055"/>
                        <a:pt x="43" y="1055"/>
                        <a:pt x="43" y="1055"/>
                      </a:cubicBezTo>
                      <a:cubicBezTo>
                        <a:pt x="30" y="1055"/>
                        <a:pt x="4" y="18726"/>
                        <a:pt x="1" y="18730"/>
                      </a:cubicBezTo>
                      <a:cubicBezTo>
                        <a:pt x="1" y="18730"/>
                        <a:pt x="1" y="18730"/>
                        <a:pt x="1" y="18730"/>
                      </a:cubicBezTo>
                      <a:cubicBezTo>
                        <a:pt x="17" y="18730"/>
                        <a:pt x="3" y="19697"/>
                        <a:pt x="1123" y="19697"/>
                      </a:cubicBezTo>
                      <a:cubicBezTo>
                        <a:pt x="1919" y="19697"/>
                        <a:pt x="2188" y="19128"/>
                        <a:pt x="2236" y="18383"/>
                      </a:cubicBezTo>
                      <a:cubicBezTo>
                        <a:pt x="2441" y="18443"/>
                        <a:pt x="2647" y="18472"/>
                        <a:pt x="2850" y="18472"/>
                      </a:cubicBezTo>
                      <a:cubicBezTo>
                        <a:pt x="3758" y="18472"/>
                        <a:pt x="4600" y="17901"/>
                        <a:pt x="4915" y="17002"/>
                      </a:cubicBezTo>
                      <a:cubicBezTo>
                        <a:pt x="5970" y="16727"/>
                        <a:pt x="6704" y="15776"/>
                        <a:pt x="6704" y="14685"/>
                      </a:cubicBezTo>
                      <a:cubicBezTo>
                        <a:pt x="6704" y="14595"/>
                        <a:pt x="6698" y="14508"/>
                        <a:pt x="6688" y="14417"/>
                      </a:cubicBezTo>
                      <a:cubicBezTo>
                        <a:pt x="8040" y="13725"/>
                        <a:pt x="8412" y="11961"/>
                        <a:pt x="7458" y="10780"/>
                      </a:cubicBezTo>
                      <a:cubicBezTo>
                        <a:pt x="8956" y="9839"/>
                        <a:pt x="9076" y="7697"/>
                        <a:pt x="7691" y="6594"/>
                      </a:cubicBezTo>
                      <a:cubicBezTo>
                        <a:pt x="8183" y="5704"/>
                        <a:pt x="8060" y="4601"/>
                        <a:pt x="7387" y="3841"/>
                      </a:cubicBezTo>
                      <a:cubicBezTo>
                        <a:pt x="6921" y="3315"/>
                        <a:pt x="6264" y="3033"/>
                        <a:pt x="5593" y="3033"/>
                      </a:cubicBezTo>
                      <a:cubicBezTo>
                        <a:pt x="5289" y="3033"/>
                        <a:pt x="4982" y="3091"/>
                        <a:pt x="4689" y="3210"/>
                      </a:cubicBezTo>
                      <a:cubicBezTo>
                        <a:pt x="4692" y="3152"/>
                        <a:pt x="4695" y="3093"/>
                        <a:pt x="4695" y="3035"/>
                      </a:cubicBezTo>
                      <a:cubicBezTo>
                        <a:pt x="4704" y="1804"/>
                        <a:pt x="3702" y="834"/>
                        <a:pt x="2514" y="834"/>
                      </a:cubicBezTo>
                      <a:cubicBezTo>
                        <a:pt x="2400" y="834"/>
                        <a:pt x="2285" y="843"/>
                        <a:pt x="2168" y="861"/>
                      </a:cubicBezTo>
                      <a:cubicBezTo>
                        <a:pt x="2045" y="353"/>
                        <a:pt x="1751" y="0"/>
                        <a:pt x="1127" y="0"/>
                      </a:cubicBez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1" name="Google Shape;12235;p129">
                  <a:extLst>
                    <a:ext uri="{FF2B5EF4-FFF2-40B4-BE49-F238E27FC236}">
                      <a16:creationId xmlns:a16="http://schemas.microsoft.com/office/drawing/2014/main" id="{0216B0B2-12CA-E6E5-95D1-2874C4CFF762}"/>
                    </a:ext>
                  </a:extLst>
                </p:cNvPr>
                <p:cNvSpPr/>
                <p:nvPr/>
              </p:nvSpPr>
              <p:spPr>
                <a:xfrm>
                  <a:off x="-49692" y="3906105"/>
                  <a:ext cx="41804" cy="527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73" h="4505" fill="none" extrusionOk="0">
                      <a:moveTo>
                        <a:pt x="1" y="1"/>
                      </a:moveTo>
                      <a:cubicBezTo>
                        <a:pt x="1" y="1"/>
                        <a:pt x="3572" y="221"/>
                        <a:pt x="2573" y="4504"/>
                      </a:cubicBezTo>
                    </a:path>
                  </a:pathLst>
                </a:custGeom>
                <a:noFill/>
                <a:ln w="800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2" name="Google Shape;12236;p129">
                  <a:extLst>
                    <a:ext uri="{FF2B5EF4-FFF2-40B4-BE49-F238E27FC236}">
                      <a16:creationId xmlns:a16="http://schemas.microsoft.com/office/drawing/2014/main" id="{AB24DF84-449E-EAFF-D193-EE5601CB1CCA}"/>
                    </a:ext>
                  </a:extLst>
                </p:cNvPr>
                <p:cNvSpPr/>
                <p:nvPr/>
              </p:nvSpPr>
              <p:spPr>
                <a:xfrm>
                  <a:off x="-49575" y="3875146"/>
                  <a:ext cx="27261" cy="257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30" h="2198" fill="none" extrusionOk="0">
                      <a:moveTo>
                        <a:pt x="2330" y="696"/>
                      </a:moveTo>
                      <a:cubicBezTo>
                        <a:pt x="2330" y="696"/>
                        <a:pt x="0" y="0"/>
                        <a:pt x="0" y="2197"/>
                      </a:cubicBezTo>
                    </a:path>
                  </a:pathLst>
                </a:custGeom>
                <a:noFill/>
                <a:ln w="800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3" name="Google Shape;12237;p129">
                  <a:extLst>
                    <a:ext uri="{FF2B5EF4-FFF2-40B4-BE49-F238E27FC236}">
                      <a16:creationId xmlns:a16="http://schemas.microsoft.com/office/drawing/2014/main" id="{A3CB7485-A982-CEF9-8EC5-3DC933C8CC68}"/>
                    </a:ext>
                  </a:extLst>
                </p:cNvPr>
                <p:cNvSpPr/>
                <p:nvPr/>
              </p:nvSpPr>
              <p:spPr>
                <a:xfrm>
                  <a:off x="-4003" y="3879078"/>
                  <a:ext cx="8986" cy="217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8" h="1862" fill="none" extrusionOk="0">
                      <a:moveTo>
                        <a:pt x="767" y="1"/>
                      </a:moveTo>
                      <a:cubicBezTo>
                        <a:pt x="767" y="1"/>
                        <a:pt x="767" y="1056"/>
                        <a:pt x="1" y="1861"/>
                      </a:cubicBezTo>
                    </a:path>
                  </a:pathLst>
                </a:custGeom>
                <a:noFill/>
                <a:ln w="800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4" name="Google Shape;12238;p129">
                  <a:extLst>
                    <a:ext uri="{FF2B5EF4-FFF2-40B4-BE49-F238E27FC236}">
                      <a16:creationId xmlns:a16="http://schemas.microsoft.com/office/drawing/2014/main" id="{40863C29-B618-3171-2AC6-A1E193B15929}"/>
                    </a:ext>
                  </a:extLst>
                </p:cNvPr>
                <p:cNvSpPr/>
                <p:nvPr/>
              </p:nvSpPr>
              <p:spPr>
                <a:xfrm>
                  <a:off x="-13352" y="3908679"/>
                  <a:ext cx="53352" cy="155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60" h="1328" fill="none" extrusionOk="0">
                      <a:moveTo>
                        <a:pt x="4559" y="1030"/>
                      </a:moveTo>
                      <a:cubicBezTo>
                        <a:pt x="3258" y="1"/>
                        <a:pt x="1997" y="1327"/>
                        <a:pt x="1997" y="1327"/>
                      </a:cubicBezTo>
                      <a:cubicBezTo>
                        <a:pt x="1997" y="1327"/>
                        <a:pt x="1731" y="150"/>
                        <a:pt x="1" y="642"/>
                      </a:cubicBezTo>
                    </a:path>
                  </a:pathLst>
                </a:custGeom>
                <a:noFill/>
                <a:ln w="800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5" name="Google Shape;12239;p129">
                  <a:extLst>
                    <a:ext uri="{FF2B5EF4-FFF2-40B4-BE49-F238E27FC236}">
                      <a16:creationId xmlns:a16="http://schemas.microsoft.com/office/drawing/2014/main" id="{B49104F7-9062-CA40-2CDA-50964033D40D}"/>
                    </a:ext>
                  </a:extLst>
                </p:cNvPr>
                <p:cNvSpPr/>
                <p:nvPr/>
              </p:nvSpPr>
              <p:spPr>
                <a:xfrm>
                  <a:off x="466" y="3963493"/>
                  <a:ext cx="28092" cy="519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1" h="4440" fill="none" extrusionOk="0">
                      <a:moveTo>
                        <a:pt x="2391" y="4439"/>
                      </a:moveTo>
                      <a:cubicBezTo>
                        <a:pt x="2391" y="4439"/>
                        <a:pt x="2401" y="2220"/>
                        <a:pt x="683" y="2437"/>
                      </a:cubicBezTo>
                      <a:cubicBezTo>
                        <a:pt x="683" y="2437"/>
                        <a:pt x="1573" y="1217"/>
                        <a:pt x="0" y="1"/>
                      </a:cubicBezTo>
                    </a:path>
                  </a:pathLst>
                </a:custGeom>
                <a:noFill/>
                <a:ln w="800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6" name="Google Shape;12240;p129">
                  <a:extLst>
                    <a:ext uri="{FF2B5EF4-FFF2-40B4-BE49-F238E27FC236}">
                      <a16:creationId xmlns:a16="http://schemas.microsoft.com/office/drawing/2014/main" id="{3E228C1F-C8BE-BAB4-8F57-885AA29E33FC}"/>
                    </a:ext>
                  </a:extLst>
                </p:cNvPr>
                <p:cNvSpPr/>
                <p:nvPr/>
              </p:nvSpPr>
              <p:spPr>
                <a:xfrm>
                  <a:off x="688" y="4015429"/>
                  <a:ext cx="12472" cy="323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6" h="2767" fill="none" extrusionOk="0">
                      <a:moveTo>
                        <a:pt x="1" y="0"/>
                      </a:moveTo>
                      <a:cubicBezTo>
                        <a:pt x="1" y="0"/>
                        <a:pt x="1065" y="1146"/>
                        <a:pt x="363" y="2767"/>
                      </a:cubicBezTo>
                    </a:path>
                  </a:pathLst>
                </a:custGeom>
                <a:noFill/>
                <a:ln w="800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7" name="Google Shape;12241;p129">
                  <a:extLst>
                    <a:ext uri="{FF2B5EF4-FFF2-40B4-BE49-F238E27FC236}">
                      <a16:creationId xmlns:a16="http://schemas.microsoft.com/office/drawing/2014/main" id="{19E26EEC-0307-6599-0B13-9CA24AB6B938}"/>
                    </a:ext>
                  </a:extLst>
                </p:cNvPr>
                <p:cNvSpPr/>
                <p:nvPr/>
              </p:nvSpPr>
              <p:spPr>
                <a:xfrm>
                  <a:off x="-49575" y="4013124"/>
                  <a:ext cx="36235" cy="217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97" h="1858" fill="none" extrusionOk="0">
                      <a:moveTo>
                        <a:pt x="0" y="197"/>
                      </a:moveTo>
                      <a:cubicBezTo>
                        <a:pt x="1631" y="0"/>
                        <a:pt x="2330" y="1579"/>
                        <a:pt x="2330" y="1579"/>
                      </a:cubicBezTo>
                      <a:cubicBezTo>
                        <a:pt x="2330" y="1579"/>
                        <a:pt x="2763" y="1391"/>
                        <a:pt x="3097" y="1857"/>
                      </a:cubicBezTo>
                    </a:path>
                  </a:pathLst>
                </a:custGeom>
                <a:noFill/>
                <a:ln w="800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8" name="Google Shape;12242;p129">
                  <a:extLst>
                    <a:ext uri="{FF2B5EF4-FFF2-40B4-BE49-F238E27FC236}">
                      <a16:creationId xmlns:a16="http://schemas.microsoft.com/office/drawing/2014/main" id="{DCAFB3D2-6D16-C5F9-1EB6-631E3CA9F962}"/>
                    </a:ext>
                  </a:extLst>
                </p:cNvPr>
                <p:cNvSpPr/>
                <p:nvPr/>
              </p:nvSpPr>
              <p:spPr>
                <a:xfrm>
                  <a:off x="-17517" y="3941357"/>
                  <a:ext cx="32000" cy="179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35" h="1531" fill="none" extrusionOk="0">
                      <a:moveTo>
                        <a:pt x="1" y="0"/>
                      </a:moveTo>
                      <a:cubicBezTo>
                        <a:pt x="1" y="0"/>
                        <a:pt x="1651" y="1530"/>
                        <a:pt x="2734" y="0"/>
                      </a:cubicBezTo>
                    </a:path>
                  </a:pathLst>
                </a:custGeom>
                <a:noFill/>
                <a:ln w="800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9" name="Google Shape;12243;p129">
                  <a:extLst>
                    <a:ext uri="{FF2B5EF4-FFF2-40B4-BE49-F238E27FC236}">
                      <a16:creationId xmlns:a16="http://schemas.microsoft.com/office/drawing/2014/main" id="{85473F24-E096-2398-8903-0446A7704DC3}"/>
                    </a:ext>
                  </a:extLst>
                </p:cNvPr>
                <p:cNvSpPr/>
                <p:nvPr/>
              </p:nvSpPr>
              <p:spPr>
                <a:xfrm>
                  <a:off x="-49575" y="3973672"/>
                  <a:ext cx="32070" cy="158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1" h="1351" fill="none" extrusionOk="0">
                      <a:moveTo>
                        <a:pt x="2741" y="434"/>
                      </a:moveTo>
                      <a:cubicBezTo>
                        <a:pt x="2741" y="434"/>
                        <a:pt x="1032" y="1"/>
                        <a:pt x="0" y="1350"/>
                      </a:cubicBezTo>
                    </a:path>
                  </a:pathLst>
                </a:custGeom>
                <a:noFill/>
                <a:ln w="800" cap="rnd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8" name="Google Shape;12244;p129">
                <a:extLst>
                  <a:ext uri="{FF2B5EF4-FFF2-40B4-BE49-F238E27FC236}">
                    <a16:creationId xmlns:a16="http://schemas.microsoft.com/office/drawing/2014/main" id="{32C2D3CE-887F-1F21-68F7-18D3CE900C0D}"/>
                  </a:ext>
                </a:extLst>
              </p:cNvPr>
              <p:cNvGrpSpPr/>
              <p:nvPr/>
            </p:nvGrpSpPr>
            <p:grpSpPr>
              <a:xfrm>
                <a:off x="724986" y="3605478"/>
                <a:ext cx="1368681" cy="682918"/>
                <a:chOff x="724986" y="3605478"/>
                <a:chExt cx="1368681" cy="682918"/>
              </a:xfrm>
            </p:grpSpPr>
            <p:grpSp>
              <p:nvGrpSpPr>
                <p:cNvPr id="59" name="Google Shape;12245;p129">
                  <a:extLst>
                    <a:ext uri="{FF2B5EF4-FFF2-40B4-BE49-F238E27FC236}">
                      <a16:creationId xmlns:a16="http://schemas.microsoft.com/office/drawing/2014/main" id="{D904C45F-414B-C9C7-B7D3-8CF752C9AA05}"/>
                    </a:ext>
                  </a:extLst>
                </p:cNvPr>
                <p:cNvGrpSpPr/>
                <p:nvPr/>
              </p:nvGrpSpPr>
              <p:grpSpPr>
                <a:xfrm>
                  <a:off x="1498221" y="4047614"/>
                  <a:ext cx="529172" cy="240783"/>
                  <a:chOff x="1498221" y="4047614"/>
                  <a:chExt cx="529172" cy="240783"/>
                </a:xfrm>
              </p:grpSpPr>
              <p:grpSp>
                <p:nvGrpSpPr>
                  <p:cNvPr id="372" name="Google Shape;12246;p129">
                    <a:extLst>
                      <a:ext uri="{FF2B5EF4-FFF2-40B4-BE49-F238E27FC236}">
                        <a16:creationId xmlns:a16="http://schemas.microsoft.com/office/drawing/2014/main" id="{2107DACD-1FEA-1B07-E96D-6E2DD8941655}"/>
                      </a:ext>
                    </a:extLst>
                  </p:cNvPr>
                  <p:cNvGrpSpPr/>
                  <p:nvPr/>
                </p:nvGrpSpPr>
                <p:grpSpPr>
                  <a:xfrm>
                    <a:off x="1826655" y="4224370"/>
                    <a:ext cx="200738" cy="25631"/>
                    <a:chOff x="1826655" y="4224370"/>
                    <a:chExt cx="200738" cy="25631"/>
                  </a:xfrm>
                </p:grpSpPr>
                <p:sp>
                  <p:nvSpPr>
                    <p:cNvPr id="378" name="Google Shape;12247;p129">
                      <a:extLst>
                        <a:ext uri="{FF2B5EF4-FFF2-40B4-BE49-F238E27FC236}">
                          <a16:creationId xmlns:a16="http://schemas.microsoft.com/office/drawing/2014/main" id="{1580B001-8F4E-64BE-446E-096CB8A5E91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826655" y="4238011"/>
                      <a:ext cx="175094" cy="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6535" h="1" fill="none" extrusionOk="0">
                          <a:moveTo>
                            <a:pt x="1" y="0"/>
                          </a:moveTo>
                          <a:lnTo>
                            <a:pt x="36535" y="0"/>
                          </a:lnTo>
                        </a:path>
                      </a:pathLst>
                    </a:custGeom>
                    <a:noFill/>
                    <a:ln w="9525" cap="rnd" cmpd="sng">
                      <a:solidFill>
                        <a:srgbClr val="CFD9E0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9" name="Google Shape;12248;p129">
                      <a:extLst>
                        <a:ext uri="{FF2B5EF4-FFF2-40B4-BE49-F238E27FC236}">
                          <a16:creationId xmlns:a16="http://schemas.microsoft.com/office/drawing/2014/main" id="{9DAA7A79-38F8-D006-76E3-AC4232C1675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000728" y="4224370"/>
                      <a:ext cx="26665" cy="2563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4" h="5351" extrusionOk="0">
                          <a:moveTo>
                            <a:pt x="2887" y="0"/>
                          </a:moveTo>
                          <a:cubicBezTo>
                            <a:pt x="2190" y="0"/>
                            <a:pt x="1506" y="271"/>
                            <a:pt x="996" y="783"/>
                          </a:cubicBezTo>
                          <a:cubicBezTo>
                            <a:pt x="230" y="1550"/>
                            <a:pt x="0" y="2699"/>
                            <a:pt x="416" y="3698"/>
                          </a:cubicBezTo>
                          <a:cubicBezTo>
                            <a:pt x="828" y="4698"/>
                            <a:pt x="1806" y="5351"/>
                            <a:pt x="2886" y="5351"/>
                          </a:cubicBezTo>
                          <a:cubicBezTo>
                            <a:pt x="4363" y="5351"/>
                            <a:pt x="5560" y="4150"/>
                            <a:pt x="5563" y="2677"/>
                          </a:cubicBezTo>
                          <a:cubicBezTo>
                            <a:pt x="5560" y="1593"/>
                            <a:pt x="4911" y="619"/>
                            <a:pt x="3911" y="203"/>
                          </a:cubicBezTo>
                          <a:cubicBezTo>
                            <a:pt x="3580" y="67"/>
                            <a:pt x="3232" y="0"/>
                            <a:pt x="2887" y="0"/>
                          </a:cubicBezTo>
                          <a:close/>
                        </a:path>
                      </a:pathLst>
                    </a:custGeom>
                    <a:solidFill>
                      <a:srgbClr val="213B5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373" name="Google Shape;12249;p129">
                    <a:extLst>
                      <a:ext uri="{FF2B5EF4-FFF2-40B4-BE49-F238E27FC236}">
                        <a16:creationId xmlns:a16="http://schemas.microsoft.com/office/drawing/2014/main" id="{274BE04F-B9EC-4BAB-DE42-0AF346E0F2E8}"/>
                      </a:ext>
                    </a:extLst>
                  </p:cNvPr>
                  <p:cNvGrpSpPr/>
                  <p:nvPr/>
                </p:nvGrpSpPr>
                <p:grpSpPr>
                  <a:xfrm>
                    <a:off x="1498221" y="4047614"/>
                    <a:ext cx="328444" cy="240783"/>
                    <a:chOff x="1498221" y="4047614"/>
                    <a:chExt cx="328444" cy="240783"/>
                  </a:xfrm>
                </p:grpSpPr>
                <p:sp>
                  <p:nvSpPr>
                    <p:cNvPr id="374" name="Google Shape;12250;p129">
                      <a:extLst>
                        <a:ext uri="{FF2B5EF4-FFF2-40B4-BE49-F238E27FC236}">
                          <a16:creationId xmlns:a16="http://schemas.microsoft.com/office/drawing/2014/main" id="{ED05DF24-2317-F1B4-2C96-FF4A15E3BFC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48778" y="4185661"/>
                      <a:ext cx="177888" cy="1027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118" h="21448" extrusionOk="0">
                          <a:moveTo>
                            <a:pt x="4950" y="1"/>
                          </a:moveTo>
                          <a:cubicBezTo>
                            <a:pt x="2218" y="1"/>
                            <a:pt x="0" y="2679"/>
                            <a:pt x="0" y="5984"/>
                          </a:cubicBezTo>
                          <a:lnTo>
                            <a:pt x="0" y="15461"/>
                          </a:lnTo>
                          <a:cubicBezTo>
                            <a:pt x="0" y="18766"/>
                            <a:pt x="2218" y="21447"/>
                            <a:pt x="4950" y="21447"/>
                          </a:cubicBezTo>
                          <a:lnTo>
                            <a:pt x="32168" y="21447"/>
                          </a:lnTo>
                          <a:cubicBezTo>
                            <a:pt x="34904" y="21447"/>
                            <a:pt x="37118" y="18766"/>
                            <a:pt x="37118" y="15461"/>
                          </a:cubicBezTo>
                          <a:lnTo>
                            <a:pt x="37118" y="5984"/>
                          </a:lnTo>
                          <a:cubicBezTo>
                            <a:pt x="37118" y="2679"/>
                            <a:pt x="34904" y="1"/>
                            <a:pt x="32168" y="1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lumMod val="75000"/>
                      </a:schemeClr>
                    </a:solidFill>
                    <a:ln w="9525" cap="flat" cmpd="sng">
                      <a:solidFill>
                        <a:srgbClr val="CFD9E0"/>
                      </a:solidFill>
                      <a:prstDash val="solid"/>
                      <a:miter lim="3647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grpSp>
                  <p:nvGrpSpPr>
                    <p:cNvPr id="375" name="Google Shape;12251;p129">
                      <a:extLst>
                        <a:ext uri="{FF2B5EF4-FFF2-40B4-BE49-F238E27FC236}">
                          <a16:creationId xmlns:a16="http://schemas.microsoft.com/office/drawing/2014/main" id="{35177F22-3E8C-2360-3D7F-5AD9992BCB1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498221" y="4047614"/>
                      <a:ext cx="150566" cy="190416"/>
                      <a:chOff x="1498221" y="4047614"/>
                      <a:chExt cx="150566" cy="190416"/>
                    </a:xfrm>
                  </p:grpSpPr>
                  <p:sp>
                    <p:nvSpPr>
                      <p:cNvPr id="376" name="Google Shape;12252;p129">
                        <a:extLst>
                          <a:ext uri="{FF2B5EF4-FFF2-40B4-BE49-F238E27FC236}">
                            <a16:creationId xmlns:a16="http://schemas.microsoft.com/office/drawing/2014/main" id="{2A6E0216-A873-B24E-943F-7B779344CF7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510686" y="4060421"/>
                        <a:ext cx="138101" cy="177608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8816" h="37079" fill="none" extrusionOk="0">
                            <a:moveTo>
                              <a:pt x="28815" y="37078"/>
                            </a:moveTo>
                            <a:lnTo>
                              <a:pt x="17922" y="37078"/>
                            </a:lnTo>
                            <a:cubicBezTo>
                              <a:pt x="14829" y="37078"/>
                              <a:pt x="14212" y="33613"/>
                              <a:pt x="14212" y="33613"/>
                            </a:cubicBezTo>
                            <a:lnTo>
                              <a:pt x="14212" y="10631"/>
                            </a:lnTo>
                            <a:lnTo>
                              <a:pt x="0" y="10631"/>
                            </a:lnTo>
                            <a:lnTo>
                              <a:pt x="0" y="1"/>
                            </a:lnTo>
                          </a:path>
                        </a:pathLst>
                      </a:custGeom>
                      <a:noFill/>
                      <a:ln w="9525" cap="rnd" cmpd="sng">
                        <a:solidFill>
                          <a:srgbClr val="CFD9E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377" name="Google Shape;12253;p129">
                        <a:extLst>
                          <a:ext uri="{FF2B5EF4-FFF2-40B4-BE49-F238E27FC236}">
                            <a16:creationId xmlns:a16="http://schemas.microsoft.com/office/drawing/2014/main" id="{A7204C72-779E-F3C1-DFB0-2B173B7DC02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498221" y="4047614"/>
                        <a:ext cx="26646" cy="25622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560" h="5349" extrusionOk="0">
                            <a:moveTo>
                              <a:pt x="2886" y="1"/>
                            </a:moveTo>
                            <a:cubicBezTo>
                              <a:pt x="1806" y="1"/>
                              <a:pt x="828" y="654"/>
                              <a:pt x="416" y="1653"/>
                            </a:cubicBezTo>
                            <a:cubicBezTo>
                              <a:pt x="0" y="2649"/>
                              <a:pt x="230" y="3802"/>
                              <a:pt x="996" y="4564"/>
                            </a:cubicBezTo>
                            <a:cubicBezTo>
                              <a:pt x="1506" y="5077"/>
                              <a:pt x="2190" y="5349"/>
                              <a:pt x="2886" y="5349"/>
                            </a:cubicBezTo>
                            <a:cubicBezTo>
                              <a:pt x="3232" y="5349"/>
                              <a:pt x="3580" y="5282"/>
                              <a:pt x="3911" y="5144"/>
                            </a:cubicBezTo>
                            <a:cubicBezTo>
                              <a:pt x="4910" y="4732"/>
                              <a:pt x="5560" y="3758"/>
                              <a:pt x="5560" y="2675"/>
                            </a:cubicBezTo>
                            <a:cubicBezTo>
                              <a:pt x="5560" y="1197"/>
                              <a:pt x="4363" y="1"/>
                              <a:pt x="2886" y="1"/>
                            </a:cubicBezTo>
                            <a:close/>
                          </a:path>
                        </a:pathLst>
                      </a:custGeom>
                      <a:solidFill>
                        <a:srgbClr val="CFD9E0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</p:grpSp>
            </p:grpSp>
            <p:grpSp>
              <p:nvGrpSpPr>
                <p:cNvPr id="60" name="Google Shape;12254;p129">
                  <a:extLst>
                    <a:ext uri="{FF2B5EF4-FFF2-40B4-BE49-F238E27FC236}">
                      <a16:creationId xmlns:a16="http://schemas.microsoft.com/office/drawing/2014/main" id="{1F5F799B-E3FD-FBA6-DE78-2CE1C13A89D1}"/>
                    </a:ext>
                  </a:extLst>
                </p:cNvPr>
                <p:cNvGrpSpPr/>
                <p:nvPr/>
              </p:nvGrpSpPr>
              <p:grpSpPr>
                <a:xfrm>
                  <a:off x="1560718" y="3800594"/>
                  <a:ext cx="532948" cy="302090"/>
                  <a:chOff x="1560718" y="3800594"/>
                  <a:chExt cx="532948" cy="302090"/>
                </a:xfrm>
              </p:grpSpPr>
              <p:grpSp>
                <p:nvGrpSpPr>
                  <p:cNvPr id="359" name="Google Shape;12255;p129">
                    <a:extLst>
                      <a:ext uri="{FF2B5EF4-FFF2-40B4-BE49-F238E27FC236}">
                        <a16:creationId xmlns:a16="http://schemas.microsoft.com/office/drawing/2014/main" id="{82991B1C-8D60-15CD-CC5D-5CF5C8E4111A}"/>
                      </a:ext>
                    </a:extLst>
                  </p:cNvPr>
                  <p:cNvGrpSpPr/>
                  <p:nvPr/>
                </p:nvGrpSpPr>
                <p:grpSpPr>
                  <a:xfrm>
                    <a:off x="1912179" y="3827344"/>
                    <a:ext cx="181487" cy="25631"/>
                    <a:chOff x="1912179" y="3827344"/>
                    <a:chExt cx="181487" cy="25631"/>
                  </a:xfrm>
                </p:grpSpPr>
                <p:sp>
                  <p:nvSpPr>
                    <p:cNvPr id="370" name="Google Shape;12256;p129">
                      <a:extLst>
                        <a:ext uri="{FF2B5EF4-FFF2-40B4-BE49-F238E27FC236}">
                          <a16:creationId xmlns:a16="http://schemas.microsoft.com/office/drawing/2014/main" id="{28133240-B46F-71AA-34E6-B19B9FE1C13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067020" y="3827344"/>
                      <a:ext cx="26646" cy="2563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0" h="5351" extrusionOk="0">
                          <a:moveTo>
                            <a:pt x="2886" y="0"/>
                          </a:moveTo>
                          <a:cubicBezTo>
                            <a:pt x="1806" y="0"/>
                            <a:pt x="828" y="653"/>
                            <a:pt x="416" y="1653"/>
                          </a:cubicBezTo>
                          <a:cubicBezTo>
                            <a:pt x="0" y="2652"/>
                            <a:pt x="230" y="3801"/>
                            <a:pt x="993" y="4567"/>
                          </a:cubicBezTo>
                          <a:cubicBezTo>
                            <a:pt x="1505" y="5080"/>
                            <a:pt x="2190" y="5351"/>
                            <a:pt x="2887" y="5351"/>
                          </a:cubicBezTo>
                          <a:cubicBezTo>
                            <a:pt x="3232" y="5351"/>
                            <a:pt x="3580" y="5284"/>
                            <a:pt x="3911" y="5148"/>
                          </a:cubicBezTo>
                          <a:cubicBezTo>
                            <a:pt x="4910" y="4732"/>
                            <a:pt x="5560" y="3758"/>
                            <a:pt x="5560" y="2678"/>
                          </a:cubicBezTo>
                          <a:cubicBezTo>
                            <a:pt x="5560" y="1200"/>
                            <a:pt x="4363" y="0"/>
                            <a:pt x="2886" y="0"/>
                          </a:cubicBezTo>
                          <a:close/>
                        </a:path>
                      </a:pathLst>
                    </a:custGeom>
                    <a:solidFill>
                      <a:srgbClr val="445D73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71" name="Google Shape;12257;p129">
                      <a:extLst>
                        <a:ext uri="{FF2B5EF4-FFF2-40B4-BE49-F238E27FC236}">
                          <a16:creationId xmlns:a16="http://schemas.microsoft.com/office/drawing/2014/main" id="{D78D90A1-F041-67C1-523E-2B5E60E87D3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912179" y="3842838"/>
                      <a:ext cx="156825" cy="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2723" h="1" fill="none" extrusionOk="0">
                          <a:moveTo>
                            <a:pt x="1" y="1"/>
                          </a:moveTo>
                          <a:lnTo>
                            <a:pt x="32723" y="1"/>
                          </a:lnTo>
                        </a:path>
                      </a:pathLst>
                    </a:custGeom>
                    <a:noFill/>
                    <a:ln w="9525" cap="rnd" cmpd="sng">
                      <a:solidFill>
                        <a:srgbClr val="CFD9E0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360" name="Google Shape;12258;p129">
                    <a:extLst>
                      <a:ext uri="{FF2B5EF4-FFF2-40B4-BE49-F238E27FC236}">
                        <a16:creationId xmlns:a16="http://schemas.microsoft.com/office/drawing/2014/main" id="{95DB2DCC-4215-D19F-0350-D7A71B6FB1D2}"/>
                      </a:ext>
                    </a:extLst>
                  </p:cNvPr>
                  <p:cNvGrpSpPr/>
                  <p:nvPr/>
                </p:nvGrpSpPr>
                <p:grpSpPr>
                  <a:xfrm>
                    <a:off x="1912179" y="4044505"/>
                    <a:ext cx="181487" cy="25622"/>
                    <a:chOff x="1912179" y="4044506"/>
                    <a:chExt cx="181487" cy="25622"/>
                  </a:xfrm>
                </p:grpSpPr>
                <p:sp>
                  <p:nvSpPr>
                    <p:cNvPr id="368" name="Google Shape;12259;p129">
                      <a:extLst>
                        <a:ext uri="{FF2B5EF4-FFF2-40B4-BE49-F238E27FC236}">
                          <a16:creationId xmlns:a16="http://schemas.microsoft.com/office/drawing/2014/main" id="{7F20E160-9B58-8A35-B8DA-6A1D9338921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067020" y="4044505"/>
                      <a:ext cx="26646" cy="2562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0" h="5349" extrusionOk="0">
                          <a:moveTo>
                            <a:pt x="2886" y="0"/>
                          </a:moveTo>
                          <a:cubicBezTo>
                            <a:pt x="1806" y="0"/>
                            <a:pt x="828" y="650"/>
                            <a:pt x="416" y="1649"/>
                          </a:cubicBezTo>
                          <a:cubicBezTo>
                            <a:pt x="0" y="2649"/>
                            <a:pt x="230" y="3802"/>
                            <a:pt x="993" y="4564"/>
                          </a:cubicBezTo>
                          <a:cubicBezTo>
                            <a:pt x="1505" y="5076"/>
                            <a:pt x="2190" y="5349"/>
                            <a:pt x="2887" y="5349"/>
                          </a:cubicBezTo>
                          <a:cubicBezTo>
                            <a:pt x="3232" y="5349"/>
                            <a:pt x="3580" y="5282"/>
                            <a:pt x="3911" y="5144"/>
                          </a:cubicBezTo>
                          <a:cubicBezTo>
                            <a:pt x="4910" y="4732"/>
                            <a:pt x="5560" y="3758"/>
                            <a:pt x="5560" y="2674"/>
                          </a:cubicBezTo>
                          <a:cubicBezTo>
                            <a:pt x="5560" y="1197"/>
                            <a:pt x="4363" y="0"/>
                            <a:pt x="2886" y="0"/>
                          </a:cubicBezTo>
                          <a:close/>
                        </a:path>
                      </a:pathLst>
                    </a:custGeom>
                    <a:solidFill>
                      <a:srgbClr val="869FB1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69" name="Google Shape;12260;p129">
                      <a:extLst>
                        <a:ext uri="{FF2B5EF4-FFF2-40B4-BE49-F238E27FC236}">
                          <a16:creationId xmlns:a16="http://schemas.microsoft.com/office/drawing/2014/main" id="{DCA118A7-B3B3-CCFF-F4F2-6260CDAE9A3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912179" y="4059966"/>
                      <a:ext cx="156825" cy="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2723" h="1" fill="none" extrusionOk="0">
                          <a:moveTo>
                            <a:pt x="32723" y="1"/>
                          </a:moveTo>
                          <a:lnTo>
                            <a:pt x="1" y="1"/>
                          </a:lnTo>
                        </a:path>
                      </a:pathLst>
                    </a:custGeom>
                    <a:noFill/>
                    <a:ln w="9525" cap="rnd" cmpd="sng">
                      <a:solidFill>
                        <a:srgbClr val="CFD9E0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361" name="Google Shape;12261;p129">
                    <a:extLst>
                      <a:ext uri="{FF2B5EF4-FFF2-40B4-BE49-F238E27FC236}">
                        <a16:creationId xmlns:a16="http://schemas.microsoft.com/office/drawing/2014/main" id="{8FBE6EE5-0B26-C582-9BEA-4295AB632459}"/>
                      </a:ext>
                    </a:extLst>
                  </p:cNvPr>
                  <p:cNvGrpSpPr/>
                  <p:nvPr/>
                </p:nvGrpSpPr>
                <p:grpSpPr>
                  <a:xfrm>
                    <a:off x="1560718" y="3800594"/>
                    <a:ext cx="351472" cy="302090"/>
                    <a:chOff x="1560718" y="3800594"/>
                    <a:chExt cx="351472" cy="302090"/>
                  </a:xfrm>
                </p:grpSpPr>
                <p:grpSp>
                  <p:nvGrpSpPr>
                    <p:cNvPr id="362" name="Google Shape;12262;p129">
                      <a:extLst>
                        <a:ext uri="{FF2B5EF4-FFF2-40B4-BE49-F238E27FC236}">
                          <a16:creationId xmlns:a16="http://schemas.microsoft.com/office/drawing/2014/main" id="{24E4324C-8BD7-BC5F-9CC5-C5EAB87F51C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560718" y="3842857"/>
                      <a:ext cx="173586" cy="217131"/>
                      <a:chOff x="1560718" y="3842857"/>
                      <a:chExt cx="173586" cy="217131"/>
                    </a:xfrm>
                  </p:grpSpPr>
                  <p:sp>
                    <p:nvSpPr>
                      <p:cNvPr id="365" name="Google Shape;12263;p129">
                        <a:extLst>
                          <a:ext uri="{FF2B5EF4-FFF2-40B4-BE49-F238E27FC236}">
                            <a16:creationId xmlns:a16="http://schemas.microsoft.com/office/drawing/2014/main" id="{95C2CD7E-B8C9-CA65-70E8-AB8682AF94D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560718" y="3951414"/>
                        <a:ext cx="84343" cy="5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7599" h="1" fill="none" extrusionOk="0">
                            <a:moveTo>
                              <a:pt x="1" y="0"/>
                            </a:moveTo>
                            <a:lnTo>
                              <a:pt x="17598" y="0"/>
                            </a:lnTo>
                          </a:path>
                        </a:pathLst>
                      </a:custGeom>
                      <a:noFill/>
                      <a:ln w="9525" cap="rnd" cmpd="sng">
                        <a:solidFill>
                          <a:srgbClr val="CFD9E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366" name="Google Shape;12264;p129">
                        <a:extLst>
                          <a:ext uri="{FF2B5EF4-FFF2-40B4-BE49-F238E27FC236}">
                            <a16:creationId xmlns:a16="http://schemas.microsoft.com/office/drawing/2014/main" id="{B99730C2-E0D5-FE33-DDC0-8C61E0D7FB2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631242" y="3936509"/>
                        <a:ext cx="26646" cy="25622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560" h="5349" extrusionOk="0">
                            <a:moveTo>
                              <a:pt x="2882" y="1"/>
                            </a:moveTo>
                            <a:cubicBezTo>
                              <a:pt x="1802" y="1"/>
                              <a:pt x="828" y="650"/>
                              <a:pt x="412" y="1649"/>
                            </a:cubicBezTo>
                            <a:cubicBezTo>
                              <a:pt x="0" y="2649"/>
                              <a:pt x="226" y="3798"/>
                              <a:pt x="993" y="4564"/>
                            </a:cubicBezTo>
                            <a:cubicBezTo>
                              <a:pt x="1502" y="5076"/>
                              <a:pt x="2187" y="5349"/>
                              <a:pt x="2883" y="5349"/>
                            </a:cubicBezTo>
                            <a:cubicBezTo>
                              <a:pt x="3228" y="5349"/>
                              <a:pt x="3576" y="5282"/>
                              <a:pt x="3907" y="5144"/>
                            </a:cubicBezTo>
                            <a:cubicBezTo>
                              <a:pt x="4907" y="4732"/>
                              <a:pt x="5556" y="3758"/>
                              <a:pt x="5560" y="2674"/>
                            </a:cubicBezTo>
                            <a:cubicBezTo>
                              <a:pt x="5560" y="1197"/>
                              <a:pt x="4360" y="1"/>
                              <a:pt x="2882" y="1"/>
                            </a:cubicBezTo>
                            <a:close/>
                          </a:path>
                        </a:pathLst>
                      </a:custGeom>
                      <a:solidFill>
                        <a:srgbClr val="CFD9E0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367" name="Google Shape;12265;p129">
                        <a:extLst>
                          <a:ext uri="{FF2B5EF4-FFF2-40B4-BE49-F238E27FC236}">
                            <a16:creationId xmlns:a16="http://schemas.microsoft.com/office/drawing/2014/main" id="{CBEEC94E-1738-10AB-99CE-6E9DF15E02F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645054" y="3842857"/>
                        <a:ext cx="89251" cy="217131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8623" h="45330" fill="none" extrusionOk="0">
                            <a:moveTo>
                              <a:pt x="18623" y="45330"/>
                            </a:moveTo>
                            <a:lnTo>
                              <a:pt x="5625" y="45330"/>
                            </a:lnTo>
                            <a:cubicBezTo>
                              <a:pt x="2889" y="45330"/>
                              <a:pt x="0" y="42619"/>
                              <a:pt x="0" y="35634"/>
                            </a:cubicBezTo>
                            <a:lnTo>
                              <a:pt x="0" y="9697"/>
                            </a:lnTo>
                            <a:cubicBezTo>
                              <a:pt x="0" y="2711"/>
                              <a:pt x="2889" y="1"/>
                              <a:pt x="5625" y="1"/>
                            </a:cubicBezTo>
                            <a:lnTo>
                              <a:pt x="18623" y="1"/>
                            </a:lnTo>
                          </a:path>
                        </a:pathLst>
                      </a:custGeom>
                      <a:noFill/>
                      <a:ln w="9525" cap="rnd" cmpd="sng">
                        <a:solidFill>
                          <a:srgbClr val="CFD9E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  <p:sp>
                  <p:nvSpPr>
                    <p:cNvPr id="363" name="Google Shape;12266;p129">
                      <a:extLst>
                        <a:ext uri="{FF2B5EF4-FFF2-40B4-BE49-F238E27FC236}">
                          <a16:creationId xmlns:a16="http://schemas.microsoft.com/office/drawing/2014/main" id="{254D4BB9-6B9E-66C0-0CCD-50BC84A4FB9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33808" y="3800594"/>
                      <a:ext cx="177874" cy="10273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115" h="21447" extrusionOk="0">
                          <a:moveTo>
                            <a:pt x="4951" y="0"/>
                          </a:moveTo>
                          <a:cubicBezTo>
                            <a:pt x="2215" y="0"/>
                            <a:pt x="1" y="2678"/>
                            <a:pt x="1" y="5983"/>
                          </a:cubicBezTo>
                          <a:lnTo>
                            <a:pt x="1" y="15460"/>
                          </a:lnTo>
                          <a:cubicBezTo>
                            <a:pt x="1" y="18765"/>
                            <a:pt x="2215" y="21446"/>
                            <a:pt x="4951" y="21446"/>
                          </a:cubicBezTo>
                          <a:lnTo>
                            <a:pt x="32168" y="21446"/>
                          </a:lnTo>
                          <a:cubicBezTo>
                            <a:pt x="34901" y="21446"/>
                            <a:pt x="37115" y="18765"/>
                            <a:pt x="37115" y="15460"/>
                          </a:cubicBezTo>
                          <a:lnTo>
                            <a:pt x="37115" y="5983"/>
                          </a:lnTo>
                          <a:cubicBezTo>
                            <a:pt x="37115" y="2678"/>
                            <a:pt x="34901" y="0"/>
                            <a:pt x="32168" y="0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lumMod val="75000"/>
                      </a:schemeClr>
                    </a:solidFill>
                    <a:ln w="9525" cap="flat" cmpd="sng">
                      <a:solidFill>
                        <a:srgbClr val="CFD9E0"/>
                      </a:solidFill>
                      <a:prstDash val="solid"/>
                      <a:miter lim="3647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p:txBody>
                </p:sp>
                <p:sp>
                  <p:nvSpPr>
                    <p:cNvPr id="364" name="Google Shape;12267;p129">
                      <a:extLst>
                        <a:ext uri="{FF2B5EF4-FFF2-40B4-BE49-F238E27FC236}">
                          <a16:creationId xmlns:a16="http://schemas.microsoft.com/office/drawing/2014/main" id="{886D5546-63DA-EF70-110C-642993CC024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34297" y="3999967"/>
                      <a:ext cx="177893" cy="10271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119" h="21444" extrusionOk="0">
                          <a:moveTo>
                            <a:pt x="4951" y="1"/>
                          </a:moveTo>
                          <a:cubicBezTo>
                            <a:pt x="2219" y="1"/>
                            <a:pt x="1" y="2678"/>
                            <a:pt x="1" y="5983"/>
                          </a:cubicBezTo>
                          <a:lnTo>
                            <a:pt x="1" y="15461"/>
                          </a:lnTo>
                          <a:cubicBezTo>
                            <a:pt x="1" y="18766"/>
                            <a:pt x="2219" y="21443"/>
                            <a:pt x="4951" y="21443"/>
                          </a:cubicBezTo>
                          <a:lnTo>
                            <a:pt x="32168" y="21443"/>
                          </a:lnTo>
                          <a:cubicBezTo>
                            <a:pt x="34901" y="21443"/>
                            <a:pt x="37119" y="18766"/>
                            <a:pt x="37119" y="15461"/>
                          </a:cubicBezTo>
                          <a:lnTo>
                            <a:pt x="37119" y="5983"/>
                          </a:lnTo>
                          <a:cubicBezTo>
                            <a:pt x="37119" y="2678"/>
                            <a:pt x="34901" y="1"/>
                            <a:pt x="32168" y="1"/>
                          </a:cubicBezTo>
                          <a:close/>
                        </a:path>
                      </a:pathLst>
                    </a:custGeom>
                    <a:solidFill>
                      <a:srgbClr val="869FB1"/>
                    </a:solidFill>
                    <a:ln w="9525" cap="flat" cmpd="sng">
                      <a:solidFill>
                        <a:srgbClr val="CFD9E0"/>
                      </a:solidFill>
                      <a:prstDash val="solid"/>
                      <a:miter lim="3647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  <p:sp>
              <p:nvSpPr>
                <p:cNvPr id="61" name="Google Shape;12268;p129">
                  <a:extLst>
                    <a:ext uri="{FF2B5EF4-FFF2-40B4-BE49-F238E27FC236}">
                      <a16:creationId xmlns:a16="http://schemas.microsoft.com/office/drawing/2014/main" id="{AAB852E1-1B93-3CD2-1054-150E2D26F4AF}"/>
                    </a:ext>
                  </a:extLst>
                </p:cNvPr>
                <p:cNvSpPr/>
                <p:nvPr/>
              </p:nvSpPr>
              <p:spPr>
                <a:xfrm>
                  <a:off x="1258451" y="3798060"/>
                  <a:ext cx="302718" cy="3025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165" h="63161" fill="none" extrusionOk="0">
                      <a:moveTo>
                        <a:pt x="63165" y="31580"/>
                      </a:moveTo>
                      <a:cubicBezTo>
                        <a:pt x="63165" y="49021"/>
                        <a:pt x="49025" y="63161"/>
                        <a:pt x="31585" y="63161"/>
                      </a:cubicBezTo>
                      <a:cubicBezTo>
                        <a:pt x="14140" y="63161"/>
                        <a:pt x="1" y="49021"/>
                        <a:pt x="1" y="31580"/>
                      </a:cubicBezTo>
                      <a:cubicBezTo>
                        <a:pt x="1" y="14140"/>
                        <a:pt x="14140" y="0"/>
                        <a:pt x="31585" y="0"/>
                      </a:cubicBezTo>
                      <a:cubicBezTo>
                        <a:pt x="49025" y="0"/>
                        <a:pt x="63165" y="14140"/>
                        <a:pt x="63165" y="3158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rgbClr val="CFD9E0"/>
                  </a:solidFill>
                  <a:prstDash val="solid"/>
                  <a:miter lim="36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62" name="Google Shape;12269;p129">
                  <a:extLst>
                    <a:ext uri="{FF2B5EF4-FFF2-40B4-BE49-F238E27FC236}">
                      <a16:creationId xmlns:a16="http://schemas.microsoft.com/office/drawing/2014/main" id="{319EE53A-2F66-5588-0953-0AF99C48E55F}"/>
                    </a:ext>
                  </a:extLst>
                </p:cNvPr>
                <p:cNvGrpSpPr/>
                <p:nvPr/>
              </p:nvGrpSpPr>
              <p:grpSpPr>
                <a:xfrm>
                  <a:off x="785350" y="3605478"/>
                  <a:ext cx="535311" cy="249245"/>
                  <a:chOff x="785350" y="3605478"/>
                  <a:chExt cx="535311" cy="249245"/>
                </a:xfrm>
              </p:grpSpPr>
              <p:grpSp>
                <p:nvGrpSpPr>
                  <p:cNvPr id="352" name="Google Shape;12270;p129">
                    <a:extLst>
                      <a:ext uri="{FF2B5EF4-FFF2-40B4-BE49-F238E27FC236}">
                        <a16:creationId xmlns:a16="http://schemas.microsoft.com/office/drawing/2014/main" id="{B9FFA5F2-05B3-5322-FE68-6A8DD8519224}"/>
                      </a:ext>
                    </a:extLst>
                  </p:cNvPr>
                  <p:cNvGrpSpPr/>
                  <p:nvPr/>
                </p:nvGrpSpPr>
                <p:grpSpPr>
                  <a:xfrm>
                    <a:off x="785350" y="3605478"/>
                    <a:ext cx="376191" cy="102736"/>
                    <a:chOff x="785350" y="3605478"/>
                    <a:chExt cx="376191" cy="102736"/>
                  </a:xfrm>
                </p:grpSpPr>
                <p:sp>
                  <p:nvSpPr>
                    <p:cNvPr id="356" name="Google Shape;12271;p129">
                      <a:extLst>
                        <a:ext uri="{FF2B5EF4-FFF2-40B4-BE49-F238E27FC236}">
                          <a16:creationId xmlns:a16="http://schemas.microsoft.com/office/drawing/2014/main" id="{35518933-7E30-CA84-91C6-12246AE9086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8023" y="3655851"/>
                      <a:ext cx="175636" cy="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6648" h="1" fill="none" extrusionOk="0">
                          <a:moveTo>
                            <a:pt x="36648" y="1"/>
                          </a:moveTo>
                          <a:lnTo>
                            <a:pt x="1" y="1"/>
                          </a:lnTo>
                        </a:path>
                      </a:pathLst>
                    </a:custGeom>
                    <a:noFill/>
                    <a:ln w="9525" cap="rnd" cmpd="sng">
                      <a:solidFill>
                        <a:srgbClr val="CFD9E0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7" name="Google Shape;12272;p129">
                      <a:extLst>
                        <a:ext uri="{FF2B5EF4-FFF2-40B4-BE49-F238E27FC236}">
                          <a16:creationId xmlns:a16="http://schemas.microsoft.com/office/drawing/2014/main" id="{86A75776-C7C5-07CE-E216-663585E1C9D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5350" y="3643867"/>
                      <a:ext cx="25635" cy="2562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349" h="5349" extrusionOk="0">
                          <a:moveTo>
                            <a:pt x="2674" y="0"/>
                          </a:moveTo>
                          <a:cubicBezTo>
                            <a:pt x="1197" y="0"/>
                            <a:pt x="0" y="1197"/>
                            <a:pt x="0" y="2674"/>
                          </a:cubicBezTo>
                          <a:cubicBezTo>
                            <a:pt x="0" y="4152"/>
                            <a:pt x="1197" y="5348"/>
                            <a:pt x="2674" y="5348"/>
                          </a:cubicBezTo>
                          <a:cubicBezTo>
                            <a:pt x="4152" y="5348"/>
                            <a:pt x="5348" y="4152"/>
                            <a:pt x="5348" y="2674"/>
                          </a:cubicBezTo>
                          <a:cubicBezTo>
                            <a:pt x="5348" y="1197"/>
                            <a:pt x="4152" y="0"/>
                            <a:pt x="2674" y="0"/>
                          </a:cubicBezTo>
                          <a:close/>
                        </a:path>
                      </a:pathLst>
                    </a:custGeom>
                    <a:solidFill>
                      <a:srgbClr val="E3E9ED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8" name="Google Shape;12273;p129">
                      <a:extLst>
                        <a:ext uri="{FF2B5EF4-FFF2-40B4-BE49-F238E27FC236}">
                          <a16:creationId xmlns:a16="http://schemas.microsoft.com/office/drawing/2014/main" id="{F3760C98-FD28-84E9-9BF7-E8182B3DD8A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83648" y="3605478"/>
                      <a:ext cx="177893" cy="1027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119" h="21448" extrusionOk="0">
                          <a:moveTo>
                            <a:pt x="4951" y="1"/>
                          </a:moveTo>
                          <a:cubicBezTo>
                            <a:pt x="2219" y="1"/>
                            <a:pt x="1" y="2682"/>
                            <a:pt x="1" y="5987"/>
                          </a:cubicBezTo>
                          <a:lnTo>
                            <a:pt x="1" y="15464"/>
                          </a:lnTo>
                          <a:cubicBezTo>
                            <a:pt x="1" y="18769"/>
                            <a:pt x="2219" y="21447"/>
                            <a:pt x="4951" y="21447"/>
                          </a:cubicBezTo>
                          <a:lnTo>
                            <a:pt x="32172" y="21447"/>
                          </a:lnTo>
                          <a:cubicBezTo>
                            <a:pt x="34904" y="21447"/>
                            <a:pt x="37119" y="18769"/>
                            <a:pt x="37119" y="15464"/>
                          </a:cubicBezTo>
                          <a:lnTo>
                            <a:pt x="37119" y="5987"/>
                          </a:lnTo>
                          <a:cubicBezTo>
                            <a:pt x="37119" y="2682"/>
                            <a:pt x="34904" y="1"/>
                            <a:pt x="32172" y="1"/>
                          </a:cubicBezTo>
                          <a:close/>
                        </a:path>
                      </a:pathLst>
                    </a:custGeom>
                    <a:solidFill>
                      <a:srgbClr val="E3E9ED"/>
                    </a:solidFill>
                    <a:ln w="9525" cap="flat" cmpd="sng">
                      <a:solidFill>
                        <a:srgbClr val="CFD9E0"/>
                      </a:solidFill>
                      <a:prstDash val="solid"/>
                      <a:miter lim="3647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353" name="Google Shape;12274;p129">
                    <a:extLst>
                      <a:ext uri="{FF2B5EF4-FFF2-40B4-BE49-F238E27FC236}">
                        <a16:creationId xmlns:a16="http://schemas.microsoft.com/office/drawing/2014/main" id="{4373B235-9AFB-DA74-F4EC-D4FC4F51F9D6}"/>
                      </a:ext>
                    </a:extLst>
                  </p:cNvPr>
                  <p:cNvGrpSpPr/>
                  <p:nvPr/>
                </p:nvGrpSpPr>
                <p:grpSpPr>
                  <a:xfrm>
                    <a:off x="1161530" y="3655851"/>
                    <a:ext cx="159131" cy="198872"/>
                    <a:chOff x="1161530" y="3655851"/>
                    <a:chExt cx="159131" cy="198872"/>
                  </a:xfrm>
                </p:grpSpPr>
                <p:sp>
                  <p:nvSpPr>
                    <p:cNvPr id="354" name="Google Shape;12275;p129">
                      <a:extLst>
                        <a:ext uri="{FF2B5EF4-FFF2-40B4-BE49-F238E27FC236}">
                          <a16:creationId xmlns:a16="http://schemas.microsoft.com/office/drawing/2014/main" id="{1107B21B-3AC0-00B7-5967-51C69E33ED4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61530" y="3655851"/>
                      <a:ext cx="146440" cy="18608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0556" h="38848" fill="none" extrusionOk="0">
                          <a:moveTo>
                            <a:pt x="1" y="1"/>
                          </a:moveTo>
                          <a:lnTo>
                            <a:pt x="12633" y="1"/>
                          </a:lnTo>
                          <a:cubicBezTo>
                            <a:pt x="15723" y="1"/>
                            <a:pt x="16343" y="3466"/>
                            <a:pt x="16343" y="3466"/>
                          </a:cubicBezTo>
                          <a:lnTo>
                            <a:pt x="16343" y="26448"/>
                          </a:lnTo>
                          <a:lnTo>
                            <a:pt x="30556" y="26448"/>
                          </a:lnTo>
                          <a:lnTo>
                            <a:pt x="30556" y="38848"/>
                          </a:lnTo>
                        </a:path>
                      </a:pathLst>
                    </a:custGeom>
                    <a:noFill/>
                    <a:ln w="9525" cap="rnd" cmpd="sng">
                      <a:solidFill>
                        <a:srgbClr val="CFD9E0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5" name="Google Shape;12276;p129">
                      <a:extLst>
                        <a:ext uri="{FF2B5EF4-FFF2-40B4-BE49-F238E27FC236}">
                          <a16:creationId xmlns:a16="http://schemas.microsoft.com/office/drawing/2014/main" id="{CD5D1A1F-4ABA-BF7E-5B64-E56CC82DE3F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93991" y="3829092"/>
                      <a:ext cx="26670" cy="2563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5" h="5351" extrusionOk="0">
                          <a:moveTo>
                            <a:pt x="2890" y="0"/>
                          </a:moveTo>
                          <a:cubicBezTo>
                            <a:pt x="1807" y="0"/>
                            <a:pt x="833" y="653"/>
                            <a:pt x="417" y="1653"/>
                          </a:cubicBezTo>
                          <a:cubicBezTo>
                            <a:pt x="1" y="2652"/>
                            <a:pt x="231" y="3801"/>
                            <a:pt x="997" y="4567"/>
                          </a:cubicBezTo>
                          <a:cubicBezTo>
                            <a:pt x="1509" y="5080"/>
                            <a:pt x="2193" y="5350"/>
                            <a:pt x="2888" y="5350"/>
                          </a:cubicBezTo>
                          <a:cubicBezTo>
                            <a:pt x="3233" y="5350"/>
                            <a:pt x="3580" y="5284"/>
                            <a:pt x="3912" y="5147"/>
                          </a:cubicBezTo>
                          <a:cubicBezTo>
                            <a:pt x="4911" y="4731"/>
                            <a:pt x="5564" y="3757"/>
                            <a:pt x="5564" y="2678"/>
                          </a:cubicBezTo>
                          <a:cubicBezTo>
                            <a:pt x="5564" y="1200"/>
                            <a:pt x="4364" y="0"/>
                            <a:pt x="2890" y="0"/>
                          </a:cubicBezTo>
                          <a:close/>
                        </a:path>
                      </a:pathLst>
                    </a:custGeom>
                    <a:solidFill>
                      <a:srgbClr val="CFD9E0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  <p:grpSp>
              <p:nvGrpSpPr>
                <p:cNvPr id="63" name="Google Shape;12277;p129">
                  <a:extLst>
                    <a:ext uri="{FF2B5EF4-FFF2-40B4-BE49-F238E27FC236}">
                      <a16:creationId xmlns:a16="http://schemas.microsoft.com/office/drawing/2014/main" id="{5976C895-D26A-ABB1-1C36-A0A0D7D9201E}"/>
                    </a:ext>
                  </a:extLst>
                </p:cNvPr>
                <p:cNvGrpSpPr/>
                <p:nvPr/>
              </p:nvGrpSpPr>
              <p:grpSpPr>
                <a:xfrm>
                  <a:off x="785350" y="4047614"/>
                  <a:ext cx="535311" cy="240783"/>
                  <a:chOff x="785350" y="4047614"/>
                  <a:chExt cx="535311" cy="240783"/>
                </a:xfrm>
              </p:grpSpPr>
              <p:grpSp>
                <p:nvGrpSpPr>
                  <p:cNvPr id="345" name="Google Shape;12278;p129">
                    <a:extLst>
                      <a:ext uri="{FF2B5EF4-FFF2-40B4-BE49-F238E27FC236}">
                        <a16:creationId xmlns:a16="http://schemas.microsoft.com/office/drawing/2014/main" id="{39192832-5317-58D7-6C39-CBC3118411F1}"/>
                      </a:ext>
                    </a:extLst>
                  </p:cNvPr>
                  <p:cNvGrpSpPr/>
                  <p:nvPr/>
                </p:nvGrpSpPr>
                <p:grpSpPr>
                  <a:xfrm>
                    <a:off x="1161636" y="4047614"/>
                    <a:ext cx="159025" cy="190415"/>
                    <a:chOff x="1161636" y="4047614"/>
                    <a:chExt cx="159025" cy="190415"/>
                  </a:xfrm>
                </p:grpSpPr>
                <p:sp>
                  <p:nvSpPr>
                    <p:cNvPr id="350" name="Google Shape;12279;p129">
                      <a:extLst>
                        <a:ext uri="{FF2B5EF4-FFF2-40B4-BE49-F238E27FC236}">
                          <a16:creationId xmlns:a16="http://schemas.microsoft.com/office/drawing/2014/main" id="{C675792C-B5E7-4189-4006-FF936234A01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93991" y="4047614"/>
                      <a:ext cx="26670" cy="2563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5" h="5351" extrusionOk="0">
                          <a:moveTo>
                            <a:pt x="2890" y="1"/>
                          </a:moveTo>
                          <a:cubicBezTo>
                            <a:pt x="1807" y="1"/>
                            <a:pt x="833" y="654"/>
                            <a:pt x="417" y="1653"/>
                          </a:cubicBezTo>
                          <a:cubicBezTo>
                            <a:pt x="1" y="2653"/>
                            <a:pt x="231" y="3802"/>
                            <a:pt x="997" y="4568"/>
                          </a:cubicBezTo>
                          <a:cubicBezTo>
                            <a:pt x="1510" y="5078"/>
                            <a:pt x="2195" y="5350"/>
                            <a:pt x="2891" y="5350"/>
                          </a:cubicBezTo>
                          <a:cubicBezTo>
                            <a:pt x="3235" y="5350"/>
                            <a:pt x="3581" y="5284"/>
                            <a:pt x="3912" y="5148"/>
                          </a:cubicBezTo>
                          <a:cubicBezTo>
                            <a:pt x="4911" y="4732"/>
                            <a:pt x="5564" y="3758"/>
                            <a:pt x="5564" y="2675"/>
                          </a:cubicBezTo>
                          <a:cubicBezTo>
                            <a:pt x="5564" y="1197"/>
                            <a:pt x="4364" y="1"/>
                            <a:pt x="2890" y="1"/>
                          </a:cubicBezTo>
                          <a:close/>
                        </a:path>
                      </a:pathLst>
                    </a:custGeom>
                    <a:solidFill>
                      <a:srgbClr val="CFD9E0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51" name="Google Shape;12280;p129">
                      <a:extLst>
                        <a:ext uri="{FF2B5EF4-FFF2-40B4-BE49-F238E27FC236}">
                          <a16:creationId xmlns:a16="http://schemas.microsoft.com/office/drawing/2014/main" id="{A53B48FE-6814-98FB-26A5-D5CDFF5EA44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61636" y="4073229"/>
                      <a:ext cx="146334" cy="1648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0534" h="34405" fill="none" extrusionOk="0">
                          <a:moveTo>
                            <a:pt x="0" y="34404"/>
                          </a:moveTo>
                          <a:lnTo>
                            <a:pt x="12611" y="34404"/>
                          </a:lnTo>
                          <a:cubicBezTo>
                            <a:pt x="15705" y="34404"/>
                            <a:pt x="16325" y="30939"/>
                            <a:pt x="16325" y="30939"/>
                          </a:cubicBezTo>
                          <a:lnTo>
                            <a:pt x="16325" y="7957"/>
                          </a:lnTo>
                          <a:lnTo>
                            <a:pt x="30534" y="7957"/>
                          </a:lnTo>
                          <a:lnTo>
                            <a:pt x="30534" y="1"/>
                          </a:lnTo>
                        </a:path>
                      </a:pathLst>
                    </a:custGeom>
                    <a:noFill/>
                    <a:ln w="9525" cap="rnd" cmpd="sng">
                      <a:solidFill>
                        <a:srgbClr val="CFD9E0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346" name="Google Shape;12281;p129">
                    <a:extLst>
                      <a:ext uri="{FF2B5EF4-FFF2-40B4-BE49-F238E27FC236}">
                        <a16:creationId xmlns:a16="http://schemas.microsoft.com/office/drawing/2014/main" id="{F2E0919F-BCF3-EFA1-4CFD-60EA1BD14028}"/>
                      </a:ext>
                    </a:extLst>
                  </p:cNvPr>
                  <p:cNvGrpSpPr/>
                  <p:nvPr/>
                </p:nvGrpSpPr>
                <p:grpSpPr>
                  <a:xfrm>
                    <a:off x="785350" y="4185661"/>
                    <a:ext cx="376191" cy="102736"/>
                    <a:chOff x="785350" y="4185661"/>
                    <a:chExt cx="376191" cy="102736"/>
                  </a:xfrm>
                </p:grpSpPr>
                <p:sp>
                  <p:nvSpPr>
                    <p:cNvPr id="347" name="Google Shape;12282;p129">
                      <a:extLst>
                        <a:ext uri="{FF2B5EF4-FFF2-40B4-BE49-F238E27FC236}">
                          <a16:creationId xmlns:a16="http://schemas.microsoft.com/office/drawing/2014/main" id="{4B23BCDB-A9C4-43B9-0105-97B51F08398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8023" y="4238011"/>
                      <a:ext cx="175636" cy="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6648" h="1" fill="none" extrusionOk="0">
                          <a:moveTo>
                            <a:pt x="36648" y="0"/>
                          </a:moveTo>
                          <a:lnTo>
                            <a:pt x="1" y="0"/>
                          </a:lnTo>
                        </a:path>
                      </a:pathLst>
                    </a:custGeom>
                    <a:noFill/>
                    <a:ln w="9525" cap="rnd" cmpd="sng">
                      <a:solidFill>
                        <a:srgbClr val="CFD9E0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8" name="Google Shape;12283;p129">
                      <a:extLst>
                        <a:ext uri="{FF2B5EF4-FFF2-40B4-BE49-F238E27FC236}">
                          <a16:creationId xmlns:a16="http://schemas.microsoft.com/office/drawing/2014/main" id="{018D5E4D-BCB9-33CE-3B93-1F3C5635D37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83648" y="4185661"/>
                      <a:ext cx="177893" cy="1027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119" h="21448" extrusionOk="0">
                          <a:moveTo>
                            <a:pt x="4951" y="1"/>
                          </a:moveTo>
                          <a:cubicBezTo>
                            <a:pt x="2219" y="1"/>
                            <a:pt x="1" y="2679"/>
                            <a:pt x="1" y="5984"/>
                          </a:cubicBezTo>
                          <a:lnTo>
                            <a:pt x="1" y="15461"/>
                          </a:lnTo>
                          <a:cubicBezTo>
                            <a:pt x="1" y="18766"/>
                            <a:pt x="2219" y="21447"/>
                            <a:pt x="4951" y="21447"/>
                          </a:cubicBezTo>
                          <a:lnTo>
                            <a:pt x="32172" y="21447"/>
                          </a:lnTo>
                          <a:cubicBezTo>
                            <a:pt x="34904" y="21447"/>
                            <a:pt x="37119" y="18766"/>
                            <a:pt x="37119" y="15461"/>
                          </a:cubicBezTo>
                          <a:lnTo>
                            <a:pt x="37119" y="5984"/>
                          </a:lnTo>
                          <a:cubicBezTo>
                            <a:pt x="37119" y="2679"/>
                            <a:pt x="34904" y="1"/>
                            <a:pt x="32172" y="1"/>
                          </a:cubicBezTo>
                          <a:close/>
                        </a:path>
                      </a:pathLst>
                    </a:custGeom>
                    <a:solidFill>
                      <a:srgbClr val="E4E9ED"/>
                    </a:solidFill>
                    <a:ln w="9525" cap="flat" cmpd="sng">
                      <a:solidFill>
                        <a:srgbClr val="CFD9E0"/>
                      </a:solidFill>
                      <a:prstDash val="solid"/>
                      <a:miter lim="3647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9" name="Google Shape;12284;p129">
                      <a:extLst>
                        <a:ext uri="{FF2B5EF4-FFF2-40B4-BE49-F238E27FC236}">
                          <a16:creationId xmlns:a16="http://schemas.microsoft.com/office/drawing/2014/main" id="{22BF01F7-A32A-7AF1-E15C-55905EC1333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5350" y="4224370"/>
                      <a:ext cx="26646" cy="2563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0" h="5351" extrusionOk="0">
                          <a:moveTo>
                            <a:pt x="2674" y="0"/>
                          </a:moveTo>
                          <a:cubicBezTo>
                            <a:pt x="2328" y="0"/>
                            <a:pt x="1980" y="67"/>
                            <a:pt x="1649" y="203"/>
                          </a:cubicBezTo>
                          <a:cubicBezTo>
                            <a:pt x="650" y="619"/>
                            <a:pt x="0" y="1593"/>
                            <a:pt x="0" y="2677"/>
                          </a:cubicBezTo>
                          <a:cubicBezTo>
                            <a:pt x="0" y="4150"/>
                            <a:pt x="1197" y="5351"/>
                            <a:pt x="2674" y="5351"/>
                          </a:cubicBezTo>
                          <a:cubicBezTo>
                            <a:pt x="3754" y="5351"/>
                            <a:pt x="4732" y="4698"/>
                            <a:pt x="5144" y="3698"/>
                          </a:cubicBezTo>
                          <a:cubicBezTo>
                            <a:pt x="5560" y="2699"/>
                            <a:pt x="5330" y="1550"/>
                            <a:pt x="4568" y="783"/>
                          </a:cubicBezTo>
                          <a:cubicBezTo>
                            <a:pt x="4055" y="271"/>
                            <a:pt x="3370" y="0"/>
                            <a:pt x="2674" y="0"/>
                          </a:cubicBezTo>
                          <a:close/>
                        </a:path>
                      </a:pathLst>
                    </a:custGeom>
                    <a:solidFill>
                      <a:srgbClr val="E4E9ED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  <p:grpSp>
              <p:nvGrpSpPr>
                <p:cNvPr id="320" name="Google Shape;12285;p129">
                  <a:extLst>
                    <a:ext uri="{FF2B5EF4-FFF2-40B4-BE49-F238E27FC236}">
                      <a16:creationId xmlns:a16="http://schemas.microsoft.com/office/drawing/2014/main" id="{8B7ACBA1-D9E7-469E-4003-278D82FE0D38}"/>
                    </a:ext>
                  </a:extLst>
                </p:cNvPr>
                <p:cNvGrpSpPr/>
                <p:nvPr/>
              </p:nvGrpSpPr>
              <p:grpSpPr>
                <a:xfrm>
                  <a:off x="1501054" y="3605478"/>
                  <a:ext cx="526340" cy="249240"/>
                  <a:chOff x="1501054" y="3605478"/>
                  <a:chExt cx="526340" cy="249240"/>
                </a:xfrm>
              </p:grpSpPr>
              <p:grpSp>
                <p:nvGrpSpPr>
                  <p:cNvPr id="336" name="Google Shape;12286;p129">
                    <a:extLst>
                      <a:ext uri="{FF2B5EF4-FFF2-40B4-BE49-F238E27FC236}">
                        <a16:creationId xmlns:a16="http://schemas.microsoft.com/office/drawing/2014/main" id="{079D2412-BF3E-A009-D43B-CB99C1898B1C}"/>
                      </a:ext>
                    </a:extLst>
                  </p:cNvPr>
                  <p:cNvGrpSpPr/>
                  <p:nvPr/>
                </p:nvGrpSpPr>
                <p:grpSpPr>
                  <a:xfrm>
                    <a:off x="1834208" y="3643867"/>
                    <a:ext cx="193185" cy="25622"/>
                    <a:chOff x="1834208" y="3643867"/>
                    <a:chExt cx="193185" cy="25622"/>
                  </a:xfrm>
                </p:grpSpPr>
                <p:sp>
                  <p:nvSpPr>
                    <p:cNvPr id="342" name="Google Shape;12287;p129">
                      <a:extLst>
                        <a:ext uri="{FF2B5EF4-FFF2-40B4-BE49-F238E27FC236}">
                          <a16:creationId xmlns:a16="http://schemas.microsoft.com/office/drawing/2014/main" id="{DC8BF620-5254-8F1C-E18C-D40A27FCABC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834208" y="3655851"/>
                      <a:ext cx="167541" cy="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4959" h="1" fill="none" extrusionOk="0">
                          <a:moveTo>
                            <a:pt x="1" y="1"/>
                          </a:moveTo>
                          <a:lnTo>
                            <a:pt x="34959" y="1"/>
                          </a:lnTo>
                        </a:path>
                      </a:pathLst>
                    </a:custGeom>
                    <a:noFill/>
                    <a:ln w="9525" cap="rnd" cmpd="sng">
                      <a:solidFill>
                        <a:srgbClr val="CFD9E0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4" name="Google Shape;12288;p129">
                      <a:extLst>
                        <a:ext uri="{FF2B5EF4-FFF2-40B4-BE49-F238E27FC236}">
                          <a16:creationId xmlns:a16="http://schemas.microsoft.com/office/drawing/2014/main" id="{6F34BBB7-93E7-CBAF-2F01-BD9498E84C1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000728" y="3643867"/>
                      <a:ext cx="26665" cy="2562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4" h="5349" extrusionOk="0">
                          <a:moveTo>
                            <a:pt x="2886" y="0"/>
                          </a:moveTo>
                          <a:cubicBezTo>
                            <a:pt x="1806" y="0"/>
                            <a:pt x="828" y="650"/>
                            <a:pt x="416" y="1649"/>
                          </a:cubicBezTo>
                          <a:cubicBezTo>
                            <a:pt x="0" y="2649"/>
                            <a:pt x="230" y="3802"/>
                            <a:pt x="996" y="4564"/>
                          </a:cubicBezTo>
                          <a:cubicBezTo>
                            <a:pt x="1506" y="5076"/>
                            <a:pt x="2190" y="5349"/>
                            <a:pt x="2887" y="5349"/>
                          </a:cubicBezTo>
                          <a:cubicBezTo>
                            <a:pt x="3232" y="5349"/>
                            <a:pt x="3580" y="5282"/>
                            <a:pt x="3911" y="5144"/>
                          </a:cubicBezTo>
                          <a:cubicBezTo>
                            <a:pt x="4911" y="4732"/>
                            <a:pt x="5560" y="3758"/>
                            <a:pt x="5563" y="2674"/>
                          </a:cubicBezTo>
                          <a:cubicBezTo>
                            <a:pt x="5560" y="1197"/>
                            <a:pt x="4363" y="0"/>
                            <a:pt x="2886" y="0"/>
                          </a:cubicBezTo>
                          <a:close/>
                        </a:path>
                      </a:pathLst>
                    </a:custGeom>
                    <a:solidFill>
                      <a:srgbClr val="A5B7C5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337" name="Google Shape;12289;p129">
                    <a:extLst>
                      <a:ext uri="{FF2B5EF4-FFF2-40B4-BE49-F238E27FC236}">
                        <a16:creationId xmlns:a16="http://schemas.microsoft.com/office/drawing/2014/main" id="{924C26D0-72EA-736D-B419-4551491113DA}"/>
                      </a:ext>
                    </a:extLst>
                  </p:cNvPr>
                  <p:cNvGrpSpPr/>
                  <p:nvPr/>
                </p:nvGrpSpPr>
                <p:grpSpPr>
                  <a:xfrm>
                    <a:off x="1501054" y="3605478"/>
                    <a:ext cx="333165" cy="249240"/>
                    <a:chOff x="1501054" y="3605478"/>
                    <a:chExt cx="333165" cy="249240"/>
                  </a:xfrm>
                </p:grpSpPr>
                <p:sp>
                  <p:nvSpPr>
                    <p:cNvPr id="338" name="Google Shape;12290;p129">
                      <a:extLst>
                        <a:ext uri="{FF2B5EF4-FFF2-40B4-BE49-F238E27FC236}">
                          <a16:creationId xmlns:a16="http://schemas.microsoft.com/office/drawing/2014/main" id="{9204E9EE-B4C6-12A7-8CAF-1AE66418FDD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56330" y="3605478"/>
                      <a:ext cx="177888" cy="1027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118" h="21448" extrusionOk="0">
                          <a:moveTo>
                            <a:pt x="4947" y="1"/>
                          </a:moveTo>
                          <a:cubicBezTo>
                            <a:pt x="2214" y="1"/>
                            <a:pt x="0" y="2682"/>
                            <a:pt x="0" y="5987"/>
                          </a:cubicBezTo>
                          <a:lnTo>
                            <a:pt x="0" y="15464"/>
                          </a:lnTo>
                          <a:cubicBezTo>
                            <a:pt x="0" y="18769"/>
                            <a:pt x="2214" y="21447"/>
                            <a:pt x="4950" y="21447"/>
                          </a:cubicBezTo>
                          <a:lnTo>
                            <a:pt x="32168" y="21447"/>
                          </a:lnTo>
                          <a:cubicBezTo>
                            <a:pt x="34900" y="21447"/>
                            <a:pt x="37118" y="18769"/>
                            <a:pt x="37118" y="15464"/>
                          </a:cubicBezTo>
                          <a:lnTo>
                            <a:pt x="37118" y="5987"/>
                          </a:lnTo>
                          <a:cubicBezTo>
                            <a:pt x="37118" y="2682"/>
                            <a:pt x="34900" y="1"/>
                            <a:pt x="32168" y="1"/>
                          </a:cubicBezTo>
                          <a:close/>
                        </a:path>
                      </a:pathLst>
                    </a:custGeom>
                    <a:solidFill>
                      <a:srgbClr val="A5B7C5"/>
                    </a:solidFill>
                    <a:ln w="9525" cap="flat" cmpd="sng">
                      <a:solidFill>
                        <a:srgbClr val="CFD9E0"/>
                      </a:solidFill>
                      <a:prstDash val="solid"/>
                      <a:miter lim="3647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grpSp>
                  <p:nvGrpSpPr>
                    <p:cNvPr id="339" name="Google Shape;12291;p129">
                      <a:extLst>
                        <a:ext uri="{FF2B5EF4-FFF2-40B4-BE49-F238E27FC236}">
                          <a16:creationId xmlns:a16="http://schemas.microsoft.com/office/drawing/2014/main" id="{5683D47C-2EB3-7012-F021-8FE345E6A64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501054" y="3655851"/>
                      <a:ext cx="155286" cy="198867"/>
                      <a:chOff x="1501054" y="3655851"/>
                      <a:chExt cx="155286" cy="198867"/>
                    </a:xfrm>
                  </p:grpSpPr>
                  <p:sp>
                    <p:nvSpPr>
                      <p:cNvPr id="340" name="Google Shape;12292;p129">
                        <a:extLst>
                          <a:ext uri="{FF2B5EF4-FFF2-40B4-BE49-F238E27FC236}">
                            <a16:creationId xmlns:a16="http://schemas.microsoft.com/office/drawing/2014/main" id="{0FCBA1D0-7F92-3D4C-4F92-3247A3DF4F1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516351" y="3655851"/>
                        <a:ext cx="139989" cy="186082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9210" h="38848" fill="none" extrusionOk="0">
                            <a:moveTo>
                              <a:pt x="29209" y="1"/>
                            </a:moveTo>
                            <a:lnTo>
                              <a:pt x="17922" y="1"/>
                            </a:lnTo>
                            <a:cubicBezTo>
                              <a:pt x="14829" y="1"/>
                              <a:pt x="14209" y="3466"/>
                              <a:pt x="14209" y="3466"/>
                            </a:cubicBezTo>
                            <a:lnTo>
                              <a:pt x="14209" y="26448"/>
                            </a:lnTo>
                            <a:lnTo>
                              <a:pt x="0" y="26448"/>
                            </a:lnTo>
                            <a:lnTo>
                              <a:pt x="0" y="38848"/>
                            </a:lnTo>
                          </a:path>
                        </a:pathLst>
                      </a:custGeom>
                      <a:noFill/>
                      <a:ln w="9525" cap="rnd" cmpd="sng">
                        <a:solidFill>
                          <a:srgbClr val="CFD9E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341" name="Google Shape;12293;p129">
                        <a:extLst>
                          <a:ext uri="{FF2B5EF4-FFF2-40B4-BE49-F238E27FC236}">
                            <a16:creationId xmlns:a16="http://schemas.microsoft.com/office/drawing/2014/main" id="{04EE2423-7E71-0206-578D-28522491315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501054" y="3829092"/>
                        <a:ext cx="26646" cy="2562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560" h="5350" extrusionOk="0">
                            <a:moveTo>
                              <a:pt x="2886" y="0"/>
                            </a:moveTo>
                            <a:cubicBezTo>
                              <a:pt x="1806" y="0"/>
                              <a:pt x="828" y="653"/>
                              <a:pt x="416" y="1653"/>
                            </a:cubicBezTo>
                            <a:cubicBezTo>
                              <a:pt x="0" y="2652"/>
                              <a:pt x="230" y="3801"/>
                              <a:pt x="996" y="4567"/>
                            </a:cubicBezTo>
                            <a:cubicBezTo>
                              <a:pt x="1507" y="5078"/>
                              <a:pt x="2192" y="5350"/>
                              <a:pt x="2890" y="5350"/>
                            </a:cubicBezTo>
                            <a:cubicBezTo>
                              <a:pt x="3234" y="5350"/>
                              <a:pt x="3581" y="5283"/>
                              <a:pt x="3911" y="5147"/>
                            </a:cubicBezTo>
                            <a:cubicBezTo>
                              <a:pt x="4910" y="4731"/>
                              <a:pt x="5560" y="3757"/>
                              <a:pt x="5560" y="2678"/>
                            </a:cubicBezTo>
                            <a:cubicBezTo>
                              <a:pt x="5560" y="1200"/>
                              <a:pt x="4363" y="0"/>
                              <a:pt x="2886" y="0"/>
                            </a:cubicBezTo>
                            <a:close/>
                          </a:path>
                        </a:pathLst>
                      </a:custGeom>
                      <a:solidFill>
                        <a:srgbClr val="CFD9E0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</p:grpSp>
            </p:grpSp>
            <p:grpSp>
              <p:nvGrpSpPr>
                <p:cNvPr id="321" name="Google Shape;12294;p129">
                  <a:extLst>
                    <a:ext uri="{FF2B5EF4-FFF2-40B4-BE49-F238E27FC236}">
                      <a16:creationId xmlns:a16="http://schemas.microsoft.com/office/drawing/2014/main" id="{B040DC47-5EFC-C3AD-E07B-13FD342E84FA}"/>
                    </a:ext>
                  </a:extLst>
                </p:cNvPr>
                <p:cNvGrpSpPr/>
                <p:nvPr/>
              </p:nvGrpSpPr>
              <p:grpSpPr>
                <a:xfrm>
                  <a:off x="724986" y="3800594"/>
                  <a:ext cx="532950" cy="302090"/>
                  <a:chOff x="724986" y="3800594"/>
                  <a:chExt cx="532950" cy="302090"/>
                </a:xfrm>
              </p:grpSpPr>
              <p:grpSp>
                <p:nvGrpSpPr>
                  <p:cNvPr id="322" name="Google Shape;12295;p129">
                    <a:extLst>
                      <a:ext uri="{FF2B5EF4-FFF2-40B4-BE49-F238E27FC236}">
                        <a16:creationId xmlns:a16="http://schemas.microsoft.com/office/drawing/2014/main" id="{DCBA01BB-8E75-A318-744F-D9057863EC3E}"/>
                      </a:ext>
                    </a:extLst>
                  </p:cNvPr>
                  <p:cNvGrpSpPr/>
                  <p:nvPr/>
                </p:nvGrpSpPr>
                <p:grpSpPr>
                  <a:xfrm>
                    <a:off x="724986" y="4044367"/>
                    <a:ext cx="181314" cy="25626"/>
                    <a:chOff x="724986" y="4044367"/>
                    <a:chExt cx="181314" cy="25626"/>
                  </a:xfrm>
                </p:grpSpPr>
                <p:sp>
                  <p:nvSpPr>
                    <p:cNvPr id="334" name="Google Shape;12296;p129">
                      <a:extLst>
                        <a:ext uri="{FF2B5EF4-FFF2-40B4-BE49-F238E27FC236}">
                          <a16:creationId xmlns:a16="http://schemas.microsoft.com/office/drawing/2014/main" id="{DA15F987-E434-9F02-30D5-A8CD7AF81CE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6695" y="4059966"/>
                      <a:ext cx="159605" cy="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3303" h="1" fill="none" extrusionOk="0">
                          <a:moveTo>
                            <a:pt x="1" y="1"/>
                          </a:moveTo>
                          <a:lnTo>
                            <a:pt x="33303" y="1"/>
                          </a:lnTo>
                        </a:path>
                      </a:pathLst>
                    </a:custGeom>
                    <a:noFill/>
                    <a:ln w="9525" cap="rnd" cmpd="sng">
                      <a:solidFill>
                        <a:srgbClr val="CFD9E0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35" name="Google Shape;12297;p129">
                      <a:extLst>
                        <a:ext uri="{FF2B5EF4-FFF2-40B4-BE49-F238E27FC236}">
                          <a16:creationId xmlns:a16="http://schemas.microsoft.com/office/drawing/2014/main" id="{4FB850D8-F664-0056-4F44-F70673A7A91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4986" y="4044367"/>
                      <a:ext cx="26646" cy="2562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0" h="5350" extrusionOk="0">
                          <a:moveTo>
                            <a:pt x="2674" y="0"/>
                          </a:moveTo>
                          <a:cubicBezTo>
                            <a:pt x="1197" y="0"/>
                            <a:pt x="0" y="1197"/>
                            <a:pt x="0" y="2674"/>
                          </a:cubicBezTo>
                          <a:cubicBezTo>
                            <a:pt x="0" y="3758"/>
                            <a:pt x="653" y="4732"/>
                            <a:pt x="1653" y="5147"/>
                          </a:cubicBezTo>
                          <a:cubicBezTo>
                            <a:pt x="1983" y="5284"/>
                            <a:pt x="2329" y="5350"/>
                            <a:pt x="2673" y="5350"/>
                          </a:cubicBezTo>
                          <a:cubicBezTo>
                            <a:pt x="3369" y="5350"/>
                            <a:pt x="4054" y="5078"/>
                            <a:pt x="4567" y="4567"/>
                          </a:cubicBezTo>
                          <a:cubicBezTo>
                            <a:pt x="5330" y="3801"/>
                            <a:pt x="5559" y="2649"/>
                            <a:pt x="5147" y="1653"/>
                          </a:cubicBezTo>
                          <a:cubicBezTo>
                            <a:pt x="4731" y="653"/>
                            <a:pt x="3757" y="0"/>
                            <a:pt x="2674" y="0"/>
                          </a:cubicBezTo>
                          <a:close/>
                        </a:path>
                      </a:pathLst>
                    </a:custGeom>
                    <a:solidFill>
                      <a:srgbClr val="667E9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323" name="Google Shape;12298;p129">
                    <a:extLst>
                      <a:ext uri="{FF2B5EF4-FFF2-40B4-BE49-F238E27FC236}">
                        <a16:creationId xmlns:a16="http://schemas.microsoft.com/office/drawing/2014/main" id="{ED8539DE-8A1F-14F9-73A3-3302A186D02D}"/>
                      </a:ext>
                    </a:extLst>
                  </p:cNvPr>
                  <p:cNvGrpSpPr/>
                  <p:nvPr/>
                </p:nvGrpSpPr>
                <p:grpSpPr>
                  <a:xfrm>
                    <a:off x="906290" y="3800594"/>
                    <a:ext cx="351646" cy="302090"/>
                    <a:chOff x="906290" y="3800594"/>
                    <a:chExt cx="351646" cy="302090"/>
                  </a:xfrm>
                </p:grpSpPr>
                <p:grpSp>
                  <p:nvGrpSpPr>
                    <p:cNvPr id="327" name="Google Shape;12299;p129">
                      <a:extLst>
                        <a:ext uri="{FF2B5EF4-FFF2-40B4-BE49-F238E27FC236}">
                          <a16:creationId xmlns:a16="http://schemas.microsoft.com/office/drawing/2014/main" id="{1208907D-3BB7-D334-57FB-439C0D58903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84172" y="3842857"/>
                      <a:ext cx="173764" cy="217131"/>
                      <a:chOff x="1084172" y="3842857"/>
                      <a:chExt cx="173764" cy="217131"/>
                    </a:xfrm>
                  </p:grpSpPr>
                  <p:grpSp>
                    <p:nvGrpSpPr>
                      <p:cNvPr id="330" name="Google Shape;12300;p129">
                        <a:extLst>
                          <a:ext uri="{FF2B5EF4-FFF2-40B4-BE49-F238E27FC236}">
                            <a16:creationId xmlns:a16="http://schemas.microsoft.com/office/drawing/2014/main" id="{3429C526-215A-9E78-F388-669DA83351A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156862" y="3936509"/>
                        <a:ext cx="101073" cy="25622"/>
                        <a:chOff x="1156862" y="3936509"/>
                        <a:chExt cx="101073" cy="25622"/>
                      </a:xfrm>
                    </p:grpSpPr>
                    <p:sp>
                      <p:nvSpPr>
                        <p:cNvPr id="332" name="Google Shape;12301;p129">
                          <a:extLst>
                            <a:ext uri="{FF2B5EF4-FFF2-40B4-BE49-F238E27FC236}">
                              <a16:creationId xmlns:a16="http://schemas.microsoft.com/office/drawing/2014/main" id="{46A83ADC-5264-8861-D534-21636FD366F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156862" y="3936509"/>
                          <a:ext cx="26651" cy="25622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5561" h="5349" extrusionOk="0">
                              <a:moveTo>
                                <a:pt x="2886" y="1"/>
                              </a:moveTo>
                              <a:cubicBezTo>
                                <a:pt x="1803" y="1"/>
                                <a:pt x="829" y="650"/>
                                <a:pt x="413" y="1649"/>
                              </a:cubicBezTo>
                              <a:cubicBezTo>
                                <a:pt x="1" y="2649"/>
                                <a:pt x="227" y="3798"/>
                                <a:pt x="993" y="4564"/>
                              </a:cubicBezTo>
                              <a:cubicBezTo>
                                <a:pt x="1505" y="5076"/>
                                <a:pt x="2189" y="5349"/>
                                <a:pt x="2884" y="5349"/>
                              </a:cubicBezTo>
                              <a:cubicBezTo>
                                <a:pt x="3229" y="5349"/>
                                <a:pt x="3576" y="5282"/>
                                <a:pt x="3908" y="5144"/>
                              </a:cubicBezTo>
                              <a:cubicBezTo>
                                <a:pt x="4907" y="4732"/>
                                <a:pt x="5560" y="3758"/>
                                <a:pt x="5560" y="2674"/>
                              </a:cubicBezTo>
                              <a:cubicBezTo>
                                <a:pt x="5560" y="1197"/>
                                <a:pt x="4364" y="1"/>
                                <a:pt x="2886" y="1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CFD9E0"/>
                        </a:solidFill>
                        <a:ln>
                          <a:noFill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  <p:sp>
                      <p:nvSpPr>
                        <p:cNvPr id="333" name="Google Shape;12302;p129">
                          <a:extLst>
                            <a:ext uri="{FF2B5EF4-FFF2-40B4-BE49-F238E27FC236}">
                              <a16:creationId xmlns:a16="http://schemas.microsoft.com/office/drawing/2014/main" id="{60C5493C-0C93-14CE-0A57-99D2A54BC1C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173592" y="3951414"/>
                          <a:ext cx="84343" cy="5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17599" h="1" fill="none" extrusionOk="0">
                              <a:moveTo>
                                <a:pt x="17598" y="0"/>
                              </a:moveTo>
                              <a:lnTo>
                                <a:pt x="1" y="0"/>
                              </a:lnTo>
                            </a:path>
                          </a:pathLst>
                        </a:custGeom>
                        <a:noFill/>
                        <a:ln w="9525" cap="rnd" cmpd="sng">
                          <a:solidFill>
                            <a:srgbClr val="CFD9E0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lvl="0" indent="0" algn="l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/>
                        </a:p>
                      </p:txBody>
                    </p:sp>
                  </p:grpSp>
                  <p:sp>
                    <p:nvSpPr>
                      <p:cNvPr id="331" name="Google Shape;12303;p129">
                        <a:extLst>
                          <a:ext uri="{FF2B5EF4-FFF2-40B4-BE49-F238E27FC236}">
                            <a16:creationId xmlns:a16="http://schemas.microsoft.com/office/drawing/2014/main" id="{E4594BEF-EA5D-4536-62BD-E8D16DBB3ED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4172" y="3842857"/>
                        <a:ext cx="86476" cy="217131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8044" h="45330" fill="none" extrusionOk="0">
                            <a:moveTo>
                              <a:pt x="0" y="45330"/>
                            </a:moveTo>
                            <a:lnTo>
                              <a:pt x="12418" y="45330"/>
                            </a:lnTo>
                            <a:cubicBezTo>
                              <a:pt x="15150" y="45330"/>
                              <a:pt x="18043" y="42619"/>
                              <a:pt x="18043" y="35634"/>
                            </a:cubicBezTo>
                            <a:lnTo>
                              <a:pt x="18043" y="9697"/>
                            </a:lnTo>
                            <a:cubicBezTo>
                              <a:pt x="18043" y="2711"/>
                              <a:pt x="15150" y="1"/>
                              <a:pt x="12418" y="1"/>
                            </a:cubicBezTo>
                            <a:lnTo>
                              <a:pt x="1715" y="1"/>
                            </a:lnTo>
                          </a:path>
                        </a:pathLst>
                      </a:custGeom>
                      <a:noFill/>
                      <a:ln w="9525" cap="rnd" cmpd="sng">
                        <a:solidFill>
                          <a:srgbClr val="CFD9E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  <p:sp>
                  <p:nvSpPr>
                    <p:cNvPr id="328" name="Google Shape;12304;p129">
                      <a:extLst>
                        <a:ext uri="{FF2B5EF4-FFF2-40B4-BE49-F238E27FC236}">
                          <a16:creationId xmlns:a16="http://schemas.microsoft.com/office/drawing/2014/main" id="{2BEC8CFD-9033-891A-1D90-1BACB9C328F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06290" y="3999967"/>
                      <a:ext cx="177893" cy="10271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119" h="21444" extrusionOk="0">
                          <a:moveTo>
                            <a:pt x="4947" y="1"/>
                          </a:moveTo>
                          <a:cubicBezTo>
                            <a:pt x="2215" y="1"/>
                            <a:pt x="1" y="2678"/>
                            <a:pt x="1" y="5983"/>
                          </a:cubicBezTo>
                          <a:lnTo>
                            <a:pt x="1" y="15461"/>
                          </a:lnTo>
                          <a:cubicBezTo>
                            <a:pt x="1" y="18766"/>
                            <a:pt x="2215" y="21443"/>
                            <a:pt x="4947" y="21443"/>
                          </a:cubicBezTo>
                          <a:lnTo>
                            <a:pt x="32168" y="21443"/>
                          </a:lnTo>
                          <a:cubicBezTo>
                            <a:pt x="34901" y="21443"/>
                            <a:pt x="37118" y="18766"/>
                            <a:pt x="37118" y="15461"/>
                          </a:cubicBezTo>
                          <a:lnTo>
                            <a:pt x="37118" y="5983"/>
                          </a:lnTo>
                          <a:cubicBezTo>
                            <a:pt x="37118" y="2678"/>
                            <a:pt x="34901" y="1"/>
                            <a:pt x="32168" y="1"/>
                          </a:cubicBezTo>
                          <a:close/>
                        </a:path>
                      </a:pathLst>
                    </a:custGeom>
                    <a:solidFill>
                      <a:schemeClr val="accent1">
                        <a:lumMod val="75000"/>
                      </a:schemeClr>
                    </a:solidFill>
                    <a:ln w="9525" cap="flat" cmpd="sng">
                      <a:solidFill>
                        <a:srgbClr val="CFD9E0"/>
                      </a:solidFill>
                      <a:prstDash val="solid"/>
                      <a:miter lim="3647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29" name="Google Shape;12305;p129">
                      <a:extLst>
                        <a:ext uri="{FF2B5EF4-FFF2-40B4-BE49-F238E27FC236}">
                          <a16:creationId xmlns:a16="http://schemas.microsoft.com/office/drawing/2014/main" id="{F40B0DF1-D3A8-BE7F-BBFC-683822A813A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14509" y="3800594"/>
                      <a:ext cx="177888" cy="10273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7118" h="21447" extrusionOk="0">
                          <a:moveTo>
                            <a:pt x="4951" y="0"/>
                          </a:moveTo>
                          <a:cubicBezTo>
                            <a:pt x="2218" y="0"/>
                            <a:pt x="0" y="2678"/>
                            <a:pt x="0" y="5983"/>
                          </a:cubicBezTo>
                          <a:lnTo>
                            <a:pt x="0" y="15460"/>
                          </a:lnTo>
                          <a:cubicBezTo>
                            <a:pt x="0" y="18765"/>
                            <a:pt x="2215" y="21446"/>
                            <a:pt x="4951" y="21446"/>
                          </a:cubicBezTo>
                          <a:lnTo>
                            <a:pt x="32168" y="21446"/>
                          </a:lnTo>
                          <a:cubicBezTo>
                            <a:pt x="34900" y="21446"/>
                            <a:pt x="37118" y="18765"/>
                            <a:pt x="37118" y="15460"/>
                          </a:cubicBezTo>
                          <a:lnTo>
                            <a:pt x="37118" y="5983"/>
                          </a:lnTo>
                          <a:cubicBezTo>
                            <a:pt x="37118" y="2678"/>
                            <a:pt x="34900" y="0"/>
                            <a:pt x="32168" y="0"/>
                          </a:cubicBezTo>
                          <a:close/>
                        </a:path>
                      </a:pathLst>
                    </a:custGeom>
                    <a:solidFill>
                      <a:srgbClr val="E6EBEF"/>
                    </a:solidFill>
                    <a:ln w="9525" cap="flat" cmpd="sng">
                      <a:solidFill>
                        <a:srgbClr val="CFD9E0"/>
                      </a:solidFill>
                      <a:prstDash val="solid"/>
                      <a:miter lim="3647"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324" name="Google Shape;12306;p129">
                    <a:extLst>
                      <a:ext uri="{FF2B5EF4-FFF2-40B4-BE49-F238E27FC236}">
                        <a16:creationId xmlns:a16="http://schemas.microsoft.com/office/drawing/2014/main" id="{0D9F851F-5B6D-C51E-A289-508B2F0895B3}"/>
                      </a:ext>
                    </a:extLst>
                  </p:cNvPr>
                  <p:cNvGrpSpPr/>
                  <p:nvPr/>
                </p:nvGrpSpPr>
                <p:grpSpPr>
                  <a:xfrm>
                    <a:off x="724986" y="3830189"/>
                    <a:ext cx="189533" cy="25626"/>
                    <a:chOff x="724986" y="3830189"/>
                    <a:chExt cx="189533" cy="25626"/>
                  </a:xfrm>
                </p:grpSpPr>
                <p:sp>
                  <p:nvSpPr>
                    <p:cNvPr id="325" name="Google Shape;12307;p129">
                      <a:extLst>
                        <a:ext uri="{FF2B5EF4-FFF2-40B4-BE49-F238E27FC236}">
                          <a16:creationId xmlns:a16="http://schemas.microsoft.com/office/drawing/2014/main" id="{72291C1A-7C02-B49D-300F-97817EE0C73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4986" y="3830189"/>
                      <a:ext cx="26646" cy="2562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560" h="5350" extrusionOk="0">
                          <a:moveTo>
                            <a:pt x="2674" y="1"/>
                          </a:moveTo>
                          <a:cubicBezTo>
                            <a:pt x="1197" y="1"/>
                            <a:pt x="0" y="1197"/>
                            <a:pt x="0" y="2675"/>
                          </a:cubicBezTo>
                          <a:cubicBezTo>
                            <a:pt x="0" y="3758"/>
                            <a:pt x="653" y="4732"/>
                            <a:pt x="1653" y="5144"/>
                          </a:cubicBezTo>
                          <a:cubicBezTo>
                            <a:pt x="1984" y="5282"/>
                            <a:pt x="2331" y="5349"/>
                            <a:pt x="2676" y="5349"/>
                          </a:cubicBezTo>
                          <a:cubicBezTo>
                            <a:pt x="3371" y="5349"/>
                            <a:pt x="4055" y="5077"/>
                            <a:pt x="4567" y="4564"/>
                          </a:cubicBezTo>
                          <a:cubicBezTo>
                            <a:pt x="5330" y="3802"/>
                            <a:pt x="5559" y="2649"/>
                            <a:pt x="5147" y="1650"/>
                          </a:cubicBezTo>
                          <a:cubicBezTo>
                            <a:pt x="4731" y="650"/>
                            <a:pt x="3757" y="1"/>
                            <a:pt x="2674" y="1"/>
                          </a:cubicBezTo>
                          <a:close/>
                        </a:path>
                      </a:pathLst>
                    </a:custGeom>
                    <a:solidFill>
                      <a:srgbClr val="E6EBEF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26" name="Google Shape;12308;p129">
                      <a:extLst>
                        <a:ext uri="{FF2B5EF4-FFF2-40B4-BE49-F238E27FC236}">
                          <a16:creationId xmlns:a16="http://schemas.microsoft.com/office/drawing/2014/main" id="{FA844C60-F532-245C-0634-45E622F287A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6695" y="3842838"/>
                      <a:ext cx="167824" cy="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5018" h="1" fill="none" extrusionOk="0">
                          <a:moveTo>
                            <a:pt x="35017" y="1"/>
                          </a:moveTo>
                          <a:lnTo>
                            <a:pt x="1" y="1"/>
                          </a:lnTo>
                        </a:path>
                      </a:pathLst>
                    </a:custGeom>
                    <a:noFill/>
                    <a:ln w="9525" cap="rnd" cmpd="sng">
                      <a:solidFill>
                        <a:srgbClr val="CFD9E0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</p:grpSp>
        </p:grpSp>
        <p:grpSp>
          <p:nvGrpSpPr>
            <p:cNvPr id="23" name="Google Shape;12309;p129">
              <a:extLst>
                <a:ext uri="{FF2B5EF4-FFF2-40B4-BE49-F238E27FC236}">
                  <a16:creationId xmlns:a16="http://schemas.microsoft.com/office/drawing/2014/main" id="{98AA371C-E4B4-00C3-211B-B7EEF6B7237E}"/>
                </a:ext>
              </a:extLst>
            </p:cNvPr>
            <p:cNvGrpSpPr/>
            <p:nvPr/>
          </p:nvGrpSpPr>
          <p:grpSpPr>
            <a:xfrm>
              <a:off x="2552418" y="3487904"/>
              <a:ext cx="1125996" cy="1110183"/>
              <a:chOff x="2253298" y="2428317"/>
              <a:chExt cx="948701" cy="935378"/>
            </a:xfrm>
          </p:grpSpPr>
          <p:sp>
            <p:nvSpPr>
              <p:cNvPr id="24" name="Google Shape;12310;p129">
                <a:extLst>
                  <a:ext uri="{FF2B5EF4-FFF2-40B4-BE49-F238E27FC236}">
                    <a16:creationId xmlns:a16="http://schemas.microsoft.com/office/drawing/2014/main" id="{18F8E6A5-8F79-869C-16E9-DA13548EFC39}"/>
                  </a:ext>
                </a:extLst>
              </p:cNvPr>
              <p:cNvSpPr/>
              <p:nvPr/>
            </p:nvSpPr>
            <p:spPr>
              <a:xfrm>
                <a:off x="2418065" y="2799334"/>
                <a:ext cx="619167" cy="193359"/>
              </a:xfrm>
              <a:custGeom>
                <a:avLst/>
                <a:gdLst/>
                <a:ahLst/>
                <a:cxnLst/>
                <a:rect l="l" t="t" r="r" b="b"/>
                <a:pathLst>
                  <a:path w="116549" h="36397" extrusionOk="0">
                    <a:moveTo>
                      <a:pt x="18199" y="1"/>
                    </a:moveTo>
                    <a:cubicBezTo>
                      <a:pt x="8148" y="1"/>
                      <a:pt x="1" y="8148"/>
                      <a:pt x="1" y="18198"/>
                    </a:cubicBezTo>
                    <a:cubicBezTo>
                      <a:pt x="1" y="28249"/>
                      <a:pt x="8148" y="36396"/>
                      <a:pt x="18199" y="36396"/>
                    </a:cubicBezTo>
                    <a:lnTo>
                      <a:pt x="98350" y="36396"/>
                    </a:lnTo>
                    <a:cubicBezTo>
                      <a:pt x="108401" y="36396"/>
                      <a:pt x="116548" y="28249"/>
                      <a:pt x="116548" y="18198"/>
                    </a:cubicBezTo>
                    <a:cubicBezTo>
                      <a:pt x="116548" y="8148"/>
                      <a:pt x="108401" y="1"/>
                      <a:pt x="98350" y="1"/>
                    </a:cubicBezTo>
                    <a:close/>
                  </a:path>
                </a:pathLst>
              </a:custGeom>
              <a:solidFill>
                <a:srgbClr val="A5B7C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12311;p129">
                <a:extLst>
                  <a:ext uri="{FF2B5EF4-FFF2-40B4-BE49-F238E27FC236}">
                    <a16:creationId xmlns:a16="http://schemas.microsoft.com/office/drawing/2014/main" id="{FECF2BC6-8DB4-333A-6BF4-AEF745B0ED86}"/>
                  </a:ext>
                </a:extLst>
              </p:cNvPr>
              <p:cNvSpPr/>
              <p:nvPr/>
            </p:nvSpPr>
            <p:spPr>
              <a:xfrm>
                <a:off x="2373234" y="2761962"/>
                <a:ext cx="248482" cy="268106"/>
              </a:xfrm>
              <a:custGeom>
                <a:avLst/>
                <a:gdLst/>
                <a:ahLst/>
                <a:cxnLst/>
                <a:rect l="l" t="t" r="r" b="b"/>
                <a:pathLst>
                  <a:path w="46773" h="50467" extrusionOk="0">
                    <a:moveTo>
                      <a:pt x="25232" y="1"/>
                    </a:moveTo>
                    <a:cubicBezTo>
                      <a:pt x="11319" y="1"/>
                      <a:pt x="0" y="11322"/>
                      <a:pt x="0" y="25233"/>
                    </a:cubicBezTo>
                    <a:cubicBezTo>
                      <a:pt x="0" y="39146"/>
                      <a:pt x="11319" y="50466"/>
                      <a:pt x="25232" y="50466"/>
                    </a:cubicBezTo>
                    <a:lnTo>
                      <a:pt x="46773" y="50466"/>
                    </a:lnTo>
                    <a:lnTo>
                      <a:pt x="46773" y="49007"/>
                    </a:lnTo>
                    <a:lnTo>
                      <a:pt x="25232" y="49007"/>
                    </a:lnTo>
                    <a:cubicBezTo>
                      <a:pt x="12124" y="49007"/>
                      <a:pt x="1456" y="38344"/>
                      <a:pt x="1456" y="25233"/>
                    </a:cubicBezTo>
                    <a:cubicBezTo>
                      <a:pt x="1456" y="12123"/>
                      <a:pt x="12124" y="1457"/>
                      <a:pt x="25232" y="1457"/>
                    </a:cubicBezTo>
                    <a:lnTo>
                      <a:pt x="46773" y="1457"/>
                    </a:lnTo>
                    <a:lnTo>
                      <a:pt x="46773" y="1"/>
                    </a:lnTo>
                    <a:close/>
                  </a:path>
                </a:pathLst>
              </a:custGeom>
              <a:solidFill>
                <a:srgbClr val="9697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12312;p129">
                <a:extLst>
                  <a:ext uri="{FF2B5EF4-FFF2-40B4-BE49-F238E27FC236}">
                    <a16:creationId xmlns:a16="http://schemas.microsoft.com/office/drawing/2014/main" id="{66BC3C17-F04B-BD54-CAC0-98FDDB47F29D}"/>
                  </a:ext>
                </a:extLst>
              </p:cNvPr>
              <p:cNvSpPr/>
              <p:nvPr/>
            </p:nvSpPr>
            <p:spPr>
              <a:xfrm>
                <a:off x="2726356" y="3024889"/>
                <a:ext cx="2582" cy="99328"/>
              </a:xfrm>
              <a:custGeom>
                <a:avLst/>
                <a:gdLst/>
                <a:ahLst/>
                <a:cxnLst/>
                <a:rect l="l" t="t" r="r" b="b"/>
                <a:pathLst>
                  <a:path w="486" h="18697" extrusionOk="0">
                    <a:moveTo>
                      <a:pt x="243" y="1"/>
                    </a:moveTo>
                    <a:cubicBezTo>
                      <a:pt x="108" y="1"/>
                      <a:pt x="1" y="109"/>
                      <a:pt x="1" y="243"/>
                    </a:cubicBezTo>
                    <a:lnTo>
                      <a:pt x="1" y="18455"/>
                    </a:lnTo>
                    <a:cubicBezTo>
                      <a:pt x="1" y="18588"/>
                      <a:pt x="108" y="18697"/>
                      <a:pt x="243" y="18697"/>
                    </a:cubicBezTo>
                    <a:cubicBezTo>
                      <a:pt x="377" y="18697"/>
                      <a:pt x="485" y="18588"/>
                      <a:pt x="485" y="18455"/>
                    </a:cubicBezTo>
                    <a:lnTo>
                      <a:pt x="485" y="243"/>
                    </a:lnTo>
                    <a:cubicBezTo>
                      <a:pt x="485" y="109"/>
                      <a:pt x="377" y="1"/>
                      <a:pt x="243" y="1"/>
                    </a:cubicBezTo>
                    <a:close/>
                  </a:path>
                </a:pathLst>
              </a:custGeom>
              <a:solidFill>
                <a:srgbClr val="9FA0A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12313;p129">
                <a:extLst>
                  <a:ext uri="{FF2B5EF4-FFF2-40B4-BE49-F238E27FC236}">
                    <a16:creationId xmlns:a16="http://schemas.microsoft.com/office/drawing/2014/main" id="{91B75307-1C8A-DA91-E0B4-44D6C1D7FABA}"/>
                  </a:ext>
                </a:extLst>
              </p:cNvPr>
              <p:cNvSpPr/>
              <p:nvPr/>
            </p:nvSpPr>
            <p:spPr>
              <a:xfrm>
                <a:off x="2785174" y="3024884"/>
                <a:ext cx="287220" cy="99333"/>
              </a:xfrm>
              <a:custGeom>
                <a:avLst/>
                <a:gdLst/>
                <a:ahLst/>
                <a:cxnLst/>
                <a:rect l="l" t="t" r="r" b="b"/>
                <a:pathLst>
                  <a:path w="54065" h="18698" extrusionOk="0">
                    <a:moveTo>
                      <a:pt x="242" y="0"/>
                    </a:moveTo>
                    <a:cubicBezTo>
                      <a:pt x="109" y="0"/>
                      <a:pt x="0" y="109"/>
                      <a:pt x="0" y="242"/>
                    </a:cubicBezTo>
                    <a:lnTo>
                      <a:pt x="0" y="5286"/>
                    </a:lnTo>
                    <a:cubicBezTo>
                      <a:pt x="0" y="8843"/>
                      <a:pt x="2895" y="11736"/>
                      <a:pt x="6451" y="11736"/>
                    </a:cubicBezTo>
                    <a:lnTo>
                      <a:pt x="46862" y="11736"/>
                    </a:lnTo>
                    <a:cubicBezTo>
                      <a:pt x="50567" y="11736"/>
                      <a:pt x="53580" y="14751"/>
                      <a:pt x="53580" y="18456"/>
                    </a:cubicBezTo>
                    <a:cubicBezTo>
                      <a:pt x="53580" y="18589"/>
                      <a:pt x="53689" y="18698"/>
                      <a:pt x="53822" y="18698"/>
                    </a:cubicBezTo>
                    <a:cubicBezTo>
                      <a:pt x="53957" y="18698"/>
                      <a:pt x="54064" y="18589"/>
                      <a:pt x="54063" y="18456"/>
                    </a:cubicBezTo>
                    <a:cubicBezTo>
                      <a:pt x="54063" y="14484"/>
                      <a:pt x="50831" y="11250"/>
                      <a:pt x="46858" y="11250"/>
                    </a:cubicBezTo>
                    <a:lnTo>
                      <a:pt x="6449" y="11250"/>
                    </a:lnTo>
                    <a:cubicBezTo>
                      <a:pt x="3160" y="11250"/>
                      <a:pt x="484" y="8576"/>
                      <a:pt x="484" y="5286"/>
                    </a:cubicBezTo>
                    <a:lnTo>
                      <a:pt x="484" y="242"/>
                    </a:lnTo>
                    <a:cubicBezTo>
                      <a:pt x="484" y="109"/>
                      <a:pt x="376" y="0"/>
                      <a:pt x="242" y="0"/>
                    </a:cubicBezTo>
                    <a:close/>
                  </a:path>
                </a:pathLst>
              </a:custGeom>
              <a:solidFill>
                <a:srgbClr val="9FA0A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12314;p129">
                <a:extLst>
                  <a:ext uri="{FF2B5EF4-FFF2-40B4-BE49-F238E27FC236}">
                    <a16:creationId xmlns:a16="http://schemas.microsoft.com/office/drawing/2014/main" id="{DA8BEACC-75D5-184D-E29E-730E117C84F7}"/>
                  </a:ext>
                </a:extLst>
              </p:cNvPr>
              <p:cNvSpPr/>
              <p:nvPr/>
            </p:nvSpPr>
            <p:spPr>
              <a:xfrm>
                <a:off x="2382903" y="3024884"/>
                <a:ext cx="287215" cy="99333"/>
              </a:xfrm>
              <a:custGeom>
                <a:avLst/>
                <a:gdLst/>
                <a:ahLst/>
                <a:cxnLst/>
                <a:rect l="l" t="t" r="r" b="b"/>
                <a:pathLst>
                  <a:path w="54064" h="18698" extrusionOk="0">
                    <a:moveTo>
                      <a:pt x="53821" y="0"/>
                    </a:moveTo>
                    <a:cubicBezTo>
                      <a:pt x="53686" y="0"/>
                      <a:pt x="53579" y="109"/>
                      <a:pt x="53579" y="242"/>
                    </a:cubicBezTo>
                    <a:lnTo>
                      <a:pt x="53579" y="5286"/>
                    </a:lnTo>
                    <a:cubicBezTo>
                      <a:pt x="53579" y="8576"/>
                      <a:pt x="50903" y="11250"/>
                      <a:pt x="47614" y="11250"/>
                    </a:cubicBezTo>
                    <a:lnTo>
                      <a:pt x="7205" y="11250"/>
                    </a:lnTo>
                    <a:cubicBezTo>
                      <a:pt x="3232" y="11250"/>
                      <a:pt x="0" y="14484"/>
                      <a:pt x="0" y="18456"/>
                    </a:cubicBezTo>
                    <a:cubicBezTo>
                      <a:pt x="0" y="18589"/>
                      <a:pt x="109" y="18698"/>
                      <a:pt x="242" y="18698"/>
                    </a:cubicBezTo>
                    <a:cubicBezTo>
                      <a:pt x="376" y="18698"/>
                      <a:pt x="485" y="18589"/>
                      <a:pt x="485" y="18456"/>
                    </a:cubicBezTo>
                    <a:cubicBezTo>
                      <a:pt x="485" y="14751"/>
                      <a:pt x="3499" y="11736"/>
                      <a:pt x="7202" y="11736"/>
                    </a:cubicBezTo>
                    <a:lnTo>
                      <a:pt x="47612" y="11736"/>
                    </a:lnTo>
                    <a:cubicBezTo>
                      <a:pt x="51169" y="11736"/>
                      <a:pt x="54063" y="8843"/>
                      <a:pt x="54063" y="5286"/>
                    </a:cubicBezTo>
                    <a:lnTo>
                      <a:pt x="54063" y="242"/>
                    </a:lnTo>
                    <a:cubicBezTo>
                      <a:pt x="54063" y="109"/>
                      <a:pt x="53955" y="0"/>
                      <a:pt x="53821" y="0"/>
                    </a:cubicBezTo>
                    <a:close/>
                  </a:path>
                </a:pathLst>
              </a:custGeom>
              <a:solidFill>
                <a:srgbClr val="9FA0A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12315;p129">
                <a:extLst>
                  <a:ext uri="{FF2B5EF4-FFF2-40B4-BE49-F238E27FC236}">
                    <a16:creationId xmlns:a16="http://schemas.microsoft.com/office/drawing/2014/main" id="{4E6BB5E4-EF24-3650-3CE2-C0361E5B5119}"/>
                  </a:ext>
                </a:extLst>
              </p:cNvPr>
              <p:cNvSpPr/>
              <p:nvPr/>
            </p:nvSpPr>
            <p:spPr>
              <a:xfrm>
                <a:off x="2596756" y="3151259"/>
                <a:ext cx="261784" cy="212436"/>
              </a:xfrm>
              <a:custGeom>
                <a:avLst/>
                <a:gdLst/>
                <a:ahLst/>
                <a:cxnLst/>
                <a:rect l="l" t="t" r="r" b="b"/>
                <a:pathLst>
                  <a:path w="49277" h="39988" extrusionOk="0">
                    <a:moveTo>
                      <a:pt x="7996" y="0"/>
                    </a:moveTo>
                    <a:cubicBezTo>
                      <a:pt x="3580" y="0"/>
                      <a:pt x="0" y="3579"/>
                      <a:pt x="0" y="7995"/>
                    </a:cubicBezTo>
                    <a:lnTo>
                      <a:pt x="0" y="31993"/>
                    </a:lnTo>
                    <a:cubicBezTo>
                      <a:pt x="0" y="36409"/>
                      <a:pt x="3580" y="39988"/>
                      <a:pt x="7996" y="39988"/>
                    </a:cubicBezTo>
                    <a:lnTo>
                      <a:pt x="41280" y="39988"/>
                    </a:lnTo>
                    <a:cubicBezTo>
                      <a:pt x="45697" y="39988"/>
                      <a:pt x="49277" y="36409"/>
                      <a:pt x="49277" y="31993"/>
                    </a:cubicBezTo>
                    <a:lnTo>
                      <a:pt x="49277" y="7995"/>
                    </a:lnTo>
                    <a:cubicBezTo>
                      <a:pt x="49277" y="3579"/>
                      <a:pt x="45697" y="0"/>
                      <a:pt x="41280" y="0"/>
                    </a:cubicBezTo>
                    <a:close/>
                  </a:path>
                </a:pathLst>
              </a:custGeom>
              <a:solidFill>
                <a:srgbClr val="869F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12316;p129">
                <a:extLst>
                  <a:ext uri="{FF2B5EF4-FFF2-40B4-BE49-F238E27FC236}">
                    <a16:creationId xmlns:a16="http://schemas.microsoft.com/office/drawing/2014/main" id="{CB501937-EC90-BCD0-D0BD-79EEC0781C4A}"/>
                  </a:ext>
                </a:extLst>
              </p:cNvPr>
              <p:cNvSpPr/>
              <p:nvPr/>
            </p:nvSpPr>
            <p:spPr>
              <a:xfrm>
                <a:off x="2940204" y="3151259"/>
                <a:ext cx="261795" cy="212436"/>
              </a:xfrm>
              <a:custGeom>
                <a:avLst/>
                <a:gdLst/>
                <a:ahLst/>
                <a:cxnLst/>
                <a:rect l="l" t="t" r="r" b="b"/>
                <a:pathLst>
                  <a:path w="49279" h="39988" extrusionOk="0">
                    <a:moveTo>
                      <a:pt x="7995" y="0"/>
                    </a:moveTo>
                    <a:cubicBezTo>
                      <a:pt x="3580" y="0"/>
                      <a:pt x="0" y="3579"/>
                      <a:pt x="0" y="7995"/>
                    </a:cubicBezTo>
                    <a:lnTo>
                      <a:pt x="0" y="31993"/>
                    </a:lnTo>
                    <a:cubicBezTo>
                      <a:pt x="0" y="36409"/>
                      <a:pt x="3580" y="39988"/>
                      <a:pt x="7995" y="39988"/>
                    </a:cubicBezTo>
                    <a:lnTo>
                      <a:pt x="41282" y="39988"/>
                    </a:lnTo>
                    <a:cubicBezTo>
                      <a:pt x="45698" y="39988"/>
                      <a:pt x="49278" y="36409"/>
                      <a:pt x="49278" y="31993"/>
                    </a:cubicBezTo>
                    <a:lnTo>
                      <a:pt x="49278" y="7995"/>
                    </a:lnTo>
                    <a:cubicBezTo>
                      <a:pt x="49278" y="3579"/>
                      <a:pt x="45698" y="0"/>
                      <a:pt x="41282" y="0"/>
                    </a:cubicBezTo>
                    <a:close/>
                  </a:path>
                </a:pathLst>
              </a:custGeom>
              <a:solidFill>
                <a:srgbClr val="869F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12317;p129">
                <a:extLst>
                  <a:ext uri="{FF2B5EF4-FFF2-40B4-BE49-F238E27FC236}">
                    <a16:creationId xmlns:a16="http://schemas.microsoft.com/office/drawing/2014/main" id="{39EABB96-5A1B-0589-F7BA-A0AA9B0B3E9B}"/>
                  </a:ext>
                </a:extLst>
              </p:cNvPr>
              <p:cNvSpPr/>
              <p:nvPr/>
            </p:nvSpPr>
            <p:spPr>
              <a:xfrm>
                <a:off x="2253298" y="3151259"/>
                <a:ext cx="261795" cy="212436"/>
              </a:xfrm>
              <a:custGeom>
                <a:avLst/>
                <a:gdLst/>
                <a:ahLst/>
                <a:cxnLst/>
                <a:rect l="l" t="t" r="r" b="b"/>
                <a:pathLst>
                  <a:path w="49279" h="39988" extrusionOk="0">
                    <a:moveTo>
                      <a:pt x="7997" y="0"/>
                    </a:moveTo>
                    <a:cubicBezTo>
                      <a:pt x="3580" y="0"/>
                      <a:pt x="0" y="3579"/>
                      <a:pt x="0" y="7995"/>
                    </a:cubicBezTo>
                    <a:lnTo>
                      <a:pt x="0" y="31993"/>
                    </a:lnTo>
                    <a:cubicBezTo>
                      <a:pt x="0" y="36409"/>
                      <a:pt x="3580" y="39988"/>
                      <a:pt x="7997" y="39988"/>
                    </a:cubicBezTo>
                    <a:lnTo>
                      <a:pt x="41282" y="39988"/>
                    </a:lnTo>
                    <a:cubicBezTo>
                      <a:pt x="45697" y="39988"/>
                      <a:pt x="49277" y="36409"/>
                      <a:pt x="49277" y="31993"/>
                    </a:cubicBezTo>
                    <a:lnTo>
                      <a:pt x="49277" y="7995"/>
                    </a:lnTo>
                    <a:cubicBezTo>
                      <a:pt x="49278" y="3579"/>
                      <a:pt x="45697" y="0"/>
                      <a:pt x="41282" y="0"/>
                    </a:cubicBezTo>
                    <a:close/>
                  </a:path>
                </a:pathLst>
              </a:custGeom>
              <a:solidFill>
                <a:srgbClr val="869F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12318;p129">
                <a:extLst>
                  <a:ext uri="{FF2B5EF4-FFF2-40B4-BE49-F238E27FC236}">
                    <a16:creationId xmlns:a16="http://schemas.microsoft.com/office/drawing/2014/main" id="{37BEFF18-970B-967E-E7E3-BA32BC1B131E}"/>
                  </a:ext>
                </a:extLst>
              </p:cNvPr>
              <p:cNvSpPr/>
              <p:nvPr/>
            </p:nvSpPr>
            <p:spPr>
              <a:xfrm>
                <a:off x="2718685" y="3113966"/>
                <a:ext cx="17919" cy="17924"/>
              </a:xfrm>
              <a:custGeom>
                <a:avLst/>
                <a:gdLst/>
                <a:ahLst/>
                <a:cxnLst/>
                <a:rect l="l" t="t" r="r" b="b"/>
                <a:pathLst>
                  <a:path w="3373" h="3374" extrusionOk="0">
                    <a:moveTo>
                      <a:pt x="1687" y="0"/>
                    </a:moveTo>
                    <a:cubicBezTo>
                      <a:pt x="755" y="0"/>
                      <a:pt x="1" y="755"/>
                      <a:pt x="1" y="1687"/>
                    </a:cubicBezTo>
                    <a:cubicBezTo>
                      <a:pt x="1" y="2619"/>
                      <a:pt x="755" y="3373"/>
                      <a:pt x="1687" y="3373"/>
                    </a:cubicBezTo>
                    <a:cubicBezTo>
                      <a:pt x="2618" y="3373"/>
                      <a:pt x="3372" y="2619"/>
                      <a:pt x="3372" y="1687"/>
                    </a:cubicBezTo>
                    <a:cubicBezTo>
                      <a:pt x="3372" y="755"/>
                      <a:pt x="2618" y="0"/>
                      <a:pt x="1687" y="0"/>
                    </a:cubicBezTo>
                    <a:close/>
                  </a:path>
                </a:pathLst>
              </a:custGeom>
              <a:solidFill>
                <a:srgbClr val="435D7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12319;p129">
                <a:extLst>
                  <a:ext uri="{FF2B5EF4-FFF2-40B4-BE49-F238E27FC236}">
                    <a16:creationId xmlns:a16="http://schemas.microsoft.com/office/drawing/2014/main" id="{6D5D307B-8D86-B3CE-9156-A3A4A0812A6E}"/>
                  </a:ext>
                </a:extLst>
              </p:cNvPr>
              <p:cNvSpPr/>
              <p:nvPr/>
            </p:nvSpPr>
            <p:spPr>
              <a:xfrm>
                <a:off x="3062128" y="3113966"/>
                <a:ext cx="17924" cy="17924"/>
              </a:xfrm>
              <a:custGeom>
                <a:avLst/>
                <a:gdLst/>
                <a:ahLst/>
                <a:cxnLst/>
                <a:rect l="l" t="t" r="r" b="b"/>
                <a:pathLst>
                  <a:path w="3374" h="3374" extrusionOk="0">
                    <a:moveTo>
                      <a:pt x="1687" y="0"/>
                    </a:moveTo>
                    <a:cubicBezTo>
                      <a:pt x="755" y="0"/>
                      <a:pt x="0" y="755"/>
                      <a:pt x="0" y="1687"/>
                    </a:cubicBezTo>
                    <a:cubicBezTo>
                      <a:pt x="0" y="2619"/>
                      <a:pt x="755" y="3373"/>
                      <a:pt x="1687" y="3373"/>
                    </a:cubicBezTo>
                    <a:cubicBezTo>
                      <a:pt x="2619" y="3373"/>
                      <a:pt x="3373" y="2619"/>
                      <a:pt x="3373" y="1687"/>
                    </a:cubicBezTo>
                    <a:cubicBezTo>
                      <a:pt x="3373" y="755"/>
                      <a:pt x="2619" y="0"/>
                      <a:pt x="1687" y="0"/>
                    </a:cubicBezTo>
                    <a:close/>
                  </a:path>
                </a:pathLst>
              </a:custGeom>
              <a:solidFill>
                <a:srgbClr val="435D7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12320;p129">
                <a:extLst>
                  <a:ext uri="{FF2B5EF4-FFF2-40B4-BE49-F238E27FC236}">
                    <a16:creationId xmlns:a16="http://schemas.microsoft.com/office/drawing/2014/main" id="{46312433-6B62-AF6D-8097-EC2F4ED7FDF3}"/>
                  </a:ext>
                </a:extLst>
              </p:cNvPr>
              <p:cNvSpPr/>
              <p:nvPr/>
            </p:nvSpPr>
            <p:spPr>
              <a:xfrm>
                <a:off x="2375226" y="3113966"/>
                <a:ext cx="17924" cy="17924"/>
              </a:xfrm>
              <a:custGeom>
                <a:avLst/>
                <a:gdLst/>
                <a:ahLst/>
                <a:cxnLst/>
                <a:rect l="l" t="t" r="r" b="b"/>
                <a:pathLst>
                  <a:path w="3374" h="3374" extrusionOk="0">
                    <a:moveTo>
                      <a:pt x="1687" y="0"/>
                    </a:moveTo>
                    <a:cubicBezTo>
                      <a:pt x="755" y="0"/>
                      <a:pt x="1" y="755"/>
                      <a:pt x="1" y="1687"/>
                    </a:cubicBezTo>
                    <a:cubicBezTo>
                      <a:pt x="1" y="2619"/>
                      <a:pt x="755" y="3373"/>
                      <a:pt x="1687" y="3373"/>
                    </a:cubicBezTo>
                    <a:cubicBezTo>
                      <a:pt x="2619" y="3373"/>
                      <a:pt x="3374" y="2619"/>
                      <a:pt x="3374" y="1687"/>
                    </a:cubicBezTo>
                    <a:cubicBezTo>
                      <a:pt x="3374" y="755"/>
                      <a:pt x="2619" y="0"/>
                      <a:pt x="1687" y="0"/>
                    </a:cubicBezTo>
                    <a:close/>
                  </a:path>
                </a:pathLst>
              </a:custGeom>
              <a:solidFill>
                <a:srgbClr val="435D7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12321;p129">
                <a:extLst>
                  <a:ext uri="{FF2B5EF4-FFF2-40B4-BE49-F238E27FC236}">
                    <a16:creationId xmlns:a16="http://schemas.microsoft.com/office/drawing/2014/main" id="{FD246FDE-EFB9-EA7C-D822-212AE04AD543}"/>
                  </a:ext>
                </a:extLst>
              </p:cNvPr>
              <p:cNvSpPr/>
              <p:nvPr/>
            </p:nvSpPr>
            <p:spPr>
              <a:xfrm>
                <a:off x="2718685" y="3017224"/>
                <a:ext cx="17919" cy="17919"/>
              </a:xfrm>
              <a:custGeom>
                <a:avLst/>
                <a:gdLst/>
                <a:ahLst/>
                <a:cxnLst/>
                <a:rect l="l" t="t" r="r" b="b"/>
                <a:pathLst>
                  <a:path w="3373" h="3373" extrusionOk="0">
                    <a:moveTo>
                      <a:pt x="1687" y="1"/>
                    </a:moveTo>
                    <a:cubicBezTo>
                      <a:pt x="755" y="1"/>
                      <a:pt x="1" y="754"/>
                      <a:pt x="1" y="1686"/>
                    </a:cubicBezTo>
                    <a:cubicBezTo>
                      <a:pt x="1" y="2618"/>
                      <a:pt x="755" y="3372"/>
                      <a:pt x="1687" y="3372"/>
                    </a:cubicBezTo>
                    <a:cubicBezTo>
                      <a:pt x="2618" y="3372"/>
                      <a:pt x="3372" y="2618"/>
                      <a:pt x="3372" y="1686"/>
                    </a:cubicBezTo>
                    <a:cubicBezTo>
                      <a:pt x="3372" y="754"/>
                      <a:pt x="2618" y="1"/>
                      <a:pt x="1687" y="1"/>
                    </a:cubicBezTo>
                    <a:close/>
                  </a:path>
                </a:pathLst>
              </a:custGeom>
              <a:solidFill>
                <a:srgbClr val="435D7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12322;p129">
                <a:extLst>
                  <a:ext uri="{FF2B5EF4-FFF2-40B4-BE49-F238E27FC236}">
                    <a16:creationId xmlns:a16="http://schemas.microsoft.com/office/drawing/2014/main" id="{455DFA6D-69B9-412B-37EE-BC3575E9F8FA}"/>
                  </a:ext>
                </a:extLst>
              </p:cNvPr>
              <p:cNvSpPr/>
              <p:nvPr/>
            </p:nvSpPr>
            <p:spPr>
              <a:xfrm>
                <a:off x="2777509" y="3017224"/>
                <a:ext cx="17914" cy="17919"/>
              </a:xfrm>
              <a:custGeom>
                <a:avLst/>
                <a:gdLst/>
                <a:ahLst/>
                <a:cxnLst/>
                <a:rect l="l" t="t" r="r" b="b"/>
                <a:pathLst>
                  <a:path w="3372" h="3373" extrusionOk="0">
                    <a:moveTo>
                      <a:pt x="1685" y="1"/>
                    </a:moveTo>
                    <a:cubicBezTo>
                      <a:pt x="753" y="1"/>
                      <a:pt x="0" y="754"/>
                      <a:pt x="0" y="1686"/>
                    </a:cubicBezTo>
                    <a:cubicBezTo>
                      <a:pt x="0" y="2618"/>
                      <a:pt x="753" y="3372"/>
                      <a:pt x="1685" y="3372"/>
                    </a:cubicBezTo>
                    <a:cubicBezTo>
                      <a:pt x="2617" y="3372"/>
                      <a:pt x="3372" y="2618"/>
                      <a:pt x="3372" y="1686"/>
                    </a:cubicBezTo>
                    <a:cubicBezTo>
                      <a:pt x="3372" y="754"/>
                      <a:pt x="2617" y="1"/>
                      <a:pt x="1685" y="1"/>
                    </a:cubicBezTo>
                    <a:close/>
                  </a:path>
                </a:pathLst>
              </a:custGeom>
              <a:solidFill>
                <a:srgbClr val="435D7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12323;p129">
                <a:extLst>
                  <a:ext uri="{FF2B5EF4-FFF2-40B4-BE49-F238E27FC236}">
                    <a16:creationId xmlns:a16="http://schemas.microsoft.com/office/drawing/2014/main" id="{375A6932-05B9-7B7B-8540-22EAB376D524}"/>
                  </a:ext>
                </a:extLst>
              </p:cNvPr>
              <p:cNvSpPr/>
              <p:nvPr/>
            </p:nvSpPr>
            <p:spPr>
              <a:xfrm>
                <a:off x="2659856" y="3017224"/>
                <a:ext cx="17914" cy="17919"/>
              </a:xfrm>
              <a:custGeom>
                <a:avLst/>
                <a:gdLst/>
                <a:ahLst/>
                <a:cxnLst/>
                <a:rect l="l" t="t" r="r" b="b"/>
                <a:pathLst>
                  <a:path w="3372" h="3373" extrusionOk="0">
                    <a:moveTo>
                      <a:pt x="1687" y="1"/>
                    </a:moveTo>
                    <a:cubicBezTo>
                      <a:pt x="755" y="1"/>
                      <a:pt x="1" y="754"/>
                      <a:pt x="1" y="1686"/>
                    </a:cubicBezTo>
                    <a:cubicBezTo>
                      <a:pt x="1" y="2618"/>
                      <a:pt x="755" y="3372"/>
                      <a:pt x="1687" y="3372"/>
                    </a:cubicBezTo>
                    <a:cubicBezTo>
                      <a:pt x="2619" y="3372"/>
                      <a:pt x="3372" y="2618"/>
                      <a:pt x="3372" y="1686"/>
                    </a:cubicBezTo>
                    <a:cubicBezTo>
                      <a:pt x="3372" y="754"/>
                      <a:pt x="2619" y="1"/>
                      <a:pt x="1687" y="1"/>
                    </a:cubicBezTo>
                    <a:close/>
                  </a:path>
                </a:pathLst>
              </a:custGeom>
              <a:solidFill>
                <a:srgbClr val="435D7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12324;p129">
                <a:extLst>
                  <a:ext uri="{FF2B5EF4-FFF2-40B4-BE49-F238E27FC236}">
                    <a16:creationId xmlns:a16="http://schemas.microsoft.com/office/drawing/2014/main" id="{B3BB3C2B-DA5A-066F-EEEA-82FE7B0D8ABA}"/>
                  </a:ext>
                </a:extLst>
              </p:cNvPr>
              <p:cNvSpPr/>
              <p:nvPr/>
            </p:nvSpPr>
            <p:spPr>
              <a:xfrm>
                <a:off x="2726356" y="2667807"/>
                <a:ext cx="2582" cy="99322"/>
              </a:xfrm>
              <a:custGeom>
                <a:avLst/>
                <a:gdLst/>
                <a:ahLst/>
                <a:cxnLst/>
                <a:rect l="l" t="t" r="r" b="b"/>
                <a:pathLst>
                  <a:path w="486" h="18696" extrusionOk="0">
                    <a:moveTo>
                      <a:pt x="243" y="0"/>
                    </a:moveTo>
                    <a:cubicBezTo>
                      <a:pt x="108" y="0"/>
                      <a:pt x="1" y="109"/>
                      <a:pt x="1" y="243"/>
                    </a:cubicBezTo>
                    <a:lnTo>
                      <a:pt x="1" y="18453"/>
                    </a:lnTo>
                    <a:cubicBezTo>
                      <a:pt x="1" y="18588"/>
                      <a:pt x="108" y="18695"/>
                      <a:pt x="243" y="18695"/>
                    </a:cubicBezTo>
                    <a:cubicBezTo>
                      <a:pt x="377" y="18695"/>
                      <a:pt x="485" y="18588"/>
                      <a:pt x="485" y="18453"/>
                    </a:cubicBezTo>
                    <a:lnTo>
                      <a:pt x="485" y="243"/>
                    </a:lnTo>
                    <a:cubicBezTo>
                      <a:pt x="485" y="109"/>
                      <a:pt x="377" y="0"/>
                      <a:pt x="243" y="0"/>
                    </a:cubicBezTo>
                    <a:close/>
                  </a:path>
                </a:pathLst>
              </a:custGeom>
              <a:solidFill>
                <a:srgbClr val="9FA0A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12325;p129">
                <a:extLst>
                  <a:ext uri="{FF2B5EF4-FFF2-40B4-BE49-F238E27FC236}">
                    <a16:creationId xmlns:a16="http://schemas.microsoft.com/office/drawing/2014/main" id="{35D322D5-B3DA-6889-5510-6D2B2A643F26}"/>
                  </a:ext>
                </a:extLst>
              </p:cNvPr>
              <p:cNvSpPr/>
              <p:nvPr/>
            </p:nvSpPr>
            <p:spPr>
              <a:xfrm>
                <a:off x="2785174" y="2667796"/>
                <a:ext cx="287210" cy="99333"/>
              </a:xfrm>
              <a:custGeom>
                <a:avLst/>
                <a:gdLst/>
                <a:ahLst/>
                <a:cxnLst/>
                <a:rect l="l" t="t" r="r" b="b"/>
                <a:pathLst>
                  <a:path w="54063" h="18698" extrusionOk="0">
                    <a:moveTo>
                      <a:pt x="53821" y="1"/>
                    </a:moveTo>
                    <a:cubicBezTo>
                      <a:pt x="53687" y="1"/>
                      <a:pt x="53579" y="108"/>
                      <a:pt x="53579" y="243"/>
                    </a:cubicBezTo>
                    <a:cubicBezTo>
                      <a:pt x="53579" y="3946"/>
                      <a:pt x="50564" y="6961"/>
                      <a:pt x="46861" y="6961"/>
                    </a:cubicBezTo>
                    <a:lnTo>
                      <a:pt x="6451" y="6961"/>
                    </a:lnTo>
                    <a:cubicBezTo>
                      <a:pt x="2895" y="6961"/>
                      <a:pt x="0" y="9857"/>
                      <a:pt x="0" y="13412"/>
                    </a:cubicBezTo>
                    <a:lnTo>
                      <a:pt x="0" y="18455"/>
                    </a:lnTo>
                    <a:cubicBezTo>
                      <a:pt x="0" y="18590"/>
                      <a:pt x="109" y="18697"/>
                      <a:pt x="242" y="18697"/>
                    </a:cubicBezTo>
                    <a:cubicBezTo>
                      <a:pt x="379" y="18697"/>
                      <a:pt x="487" y="18590"/>
                      <a:pt x="486" y="18455"/>
                    </a:cubicBezTo>
                    <a:lnTo>
                      <a:pt x="486" y="13412"/>
                    </a:lnTo>
                    <a:cubicBezTo>
                      <a:pt x="486" y="10122"/>
                      <a:pt x="3162" y="7447"/>
                      <a:pt x="6451" y="7447"/>
                    </a:cubicBezTo>
                    <a:lnTo>
                      <a:pt x="46858" y="7447"/>
                    </a:lnTo>
                    <a:cubicBezTo>
                      <a:pt x="50831" y="7447"/>
                      <a:pt x="54063" y="4215"/>
                      <a:pt x="54063" y="243"/>
                    </a:cubicBezTo>
                    <a:cubicBezTo>
                      <a:pt x="54063" y="108"/>
                      <a:pt x="53954" y="1"/>
                      <a:pt x="53821" y="1"/>
                    </a:cubicBezTo>
                    <a:close/>
                  </a:path>
                </a:pathLst>
              </a:custGeom>
              <a:solidFill>
                <a:srgbClr val="9FA0A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12326;p129">
                <a:extLst>
                  <a:ext uri="{FF2B5EF4-FFF2-40B4-BE49-F238E27FC236}">
                    <a16:creationId xmlns:a16="http://schemas.microsoft.com/office/drawing/2014/main" id="{CFB8109E-6420-17EB-4936-39DA87638D16}"/>
                  </a:ext>
                </a:extLst>
              </p:cNvPr>
              <p:cNvSpPr/>
              <p:nvPr/>
            </p:nvSpPr>
            <p:spPr>
              <a:xfrm>
                <a:off x="2382892" y="2667796"/>
                <a:ext cx="287226" cy="99333"/>
              </a:xfrm>
              <a:custGeom>
                <a:avLst/>
                <a:gdLst/>
                <a:ahLst/>
                <a:cxnLst/>
                <a:rect l="l" t="t" r="r" b="b"/>
                <a:pathLst>
                  <a:path w="54066" h="18698" extrusionOk="0">
                    <a:moveTo>
                      <a:pt x="243" y="1"/>
                    </a:moveTo>
                    <a:cubicBezTo>
                      <a:pt x="108" y="1"/>
                      <a:pt x="1" y="108"/>
                      <a:pt x="1" y="243"/>
                    </a:cubicBezTo>
                    <a:cubicBezTo>
                      <a:pt x="1" y="4216"/>
                      <a:pt x="3233" y="7447"/>
                      <a:pt x="7204" y="7447"/>
                    </a:cubicBezTo>
                    <a:lnTo>
                      <a:pt x="47616" y="7447"/>
                    </a:lnTo>
                    <a:cubicBezTo>
                      <a:pt x="50905" y="7447"/>
                      <a:pt x="53581" y="10122"/>
                      <a:pt x="53581" y="13412"/>
                    </a:cubicBezTo>
                    <a:lnTo>
                      <a:pt x="53581" y="18455"/>
                    </a:lnTo>
                    <a:cubicBezTo>
                      <a:pt x="53581" y="18590"/>
                      <a:pt x="53688" y="18697"/>
                      <a:pt x="53823" y="18697"/>
                    </a:cubicBezTo>
                    <a:cubicBezTo>
                      <a:pt x="53957" y="18697"/>
                      <a:pt x="54065" y="18590"/>
                      <a:pt x="54062" y="18455"/>
                    </a:cubicBezTo>
                    <a:lnTo>
                      <a:pt x="54062" y="13412"/>
                    </a:lnTo>
                    <a:cubicBezTo>
                      <a:pt x="54062" y="9854"/>
                      <a:pt x="51169" y="6961"/>
                      <a:pt x="47611" y="6961"/>
                    </a:cubicBezTo>
                    <a:lnTo>
                      <a:pt x="7203" y="6961"/>
                    </a:lnTo>
                    <a:cubicBezTo>
                      <a:pt x="3498" y="6961"/>
                      <a:pt x="485" y="3946"/>
                      <a:pt x="485" y="243"/>
                    </a:cubicBezTo>
                    <a:cubicBezTo>
                      <a:pt x="485" y="108"/>
                      <a:pt x="377" y="1"/>
                      <a:pt x="243" y="1"/>
                    </a:cubicBezTo>
                    <a:close/>
                  </a:path>
                </a:pathLst>
              </a:custGeom>
              <a:solidFill>
                <a:srgbClr val="9FA0A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12327;p129">
                <a:extLst>
                  <a:ext uri="{FF2B5EF4-FFF2-40B4-BE49-F238E27FC236}">
                    <a16:creationId xmlns:a16="http://schemas.microsoft.com/office/drawing/2014/main" id="{7C04938D-7E1C-4287-6780-A7D3A111259D}"/>
                  </a:ext>
                </a:extLst>
              </p:cNvPr>
              <p:cNvSpPr/>
              <p:nvPr/>
            </p:nvSpPr>
            <p:spPr>
              <a:xfrm>
                <a:off x="2596756" y="2428317"/>
                <a:ext cx="261784" cy="212447"/>
              </a:xfrm>
              <a:custGeom>
                <a:avLst/>
                <a:gdLst/>
                <a:ahLst/>
                <a:cxnLst/>
                <a:rect l="l" t="t" r="r" b="b"/>
                <a:pathLst>
                  <a:path w="49277" h="39990" extrusionOk="0">
                    <a:moveTo>
                      <a:pt x="7996" y="1"/>
                    </a:moveTo>
                    <a:cubicBezTo>
                      <a:pt x="3580" y="1"/>
                      <a:pt x="0" y="3580"/>
                      <a:pt x="0" y="7995"/>
                    </a:cubicBezTo>
                    <a:lnTo>
                      <a:pt x="0" y="31993"/>
                    </a:lnTo>
                    <a:cubicBezTo>
                      <a:pt x="0" y="36409"/>
                      <a:pt x="3580" y="39989"/>
                      <a:pt x="7996" y="39989"/>
                    </a:cubicBezTo>
                    <a:lnTo>
                      <a:pt x="41280" y="39989"/>
                    </a:lnTo>
                    <a:cubicBezTo>
                      <a:pt x="45697" y="39989"/>
                      <a:pt x="49277" y="36409"/>
                      <a:pt x="49277" y="31993"/>
                    </a:cubicBezTo>
                    <a:lnTo>
                      <a:pt x="49277" y="7995"/>
                    </a:lnTo>
                    <a:cubicBezTo>
                      <a:pt x="49277" y="3580"/>
                      <a:pt x="45697" y="1"/>
                      <a:pt x="41280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12328;p129">
                <a:extLst>
                  <a:ext uri="{FF2B5EF4-FFF2-40B4-BE49-F238E27FC236}">
                    <a16:creationId xmlns:a16="http://schemas.microsoft.com/office/drawing/2014/main" id="{5B5450DE-910C-62D7-2183-6C380139E5F6}"/>
                  </a:ext>
                </a:extLst>
              </p:cNvPr>
              <p:cNvSpPr/>
              <p:nvPr/>
            </p:nvSpPr>
            <p:spPr>
              <a:xfrm>
                <a:off x="2940204" y="2428317"/>
                <a:ext cx="261795" cy="212447"/>
              </a:xfrm>
              <a:custGeom>
                <a:avLst/>
                <a:gdLst/>
                <a:ahLst/>
                <a:cxnLst/>
                <a:rect l="l" t="t" r="r" b="b"/>
                <a:pathLst>
                  <a:path w="49279" h="39990" extrusionOk="0">
                    <a:moveTo>
                      <a:pt x="7995" y="1"/>
                    </a:moveTo>
                    <a:cubicBezTo>
                      <a:pt x="3580" y="1"/>
                      <a:pt x="0" y="3580"/>
                      <a:pt x="0" y="7995"/>
                    </a:cubicBezTo>
                    <a:lnTo>
                      <a:pt x="0" y="31993"/>
                    </a:lnTo>
                    <a:cubicBezTo>
                      <a:pt x="0" y="36409"/>
                      <a:pt x="3580" y="39989"/>
                      <a:pt x="7995" y="39989"/>
                    </a:cubicBezTo>
                    <a:lnTo>
                      <a:pt x="41282" y="39989"/>
                    </a:lnTo>
                    <a:cubicBezTo>
                      <a:pt x="45698" y="39989"/>
                      <a:pt x="49278" y="36409"/>
                      <a:pt x="49278" y="31993"/>
                    </a:cubicBezTo>
                    <a:lnTo>
                      <a:pt x="49278" y="7995"/>
                    </a:lnTo>
                    <a:cubicBezTo>
                      <a:pt x="49278" y="3580"/>
                      <a:pt x="45698" y="1"/>
                      <a:pt x="41282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12329;p129">
                <a:extLst>
                  <a:ext uri="{FF2B5EF4-FFF2-40B4-BE49-F238E27FC236}">
                    <a16:creationId xmlns:a16="http://schemas.microsoft.com/office/drawing/2014/main" id="{1734C937-629A-7092-4728-273914B4B9DF}"/>
                  </a:ext>
                </a:extLst>
              </p:cNvPr>
              <p:cNvSpPr/>
              <p:nvPr/>
            </p:nvSpPr>
            <p:spPr>
              <a:xfrm>
                <a:off x="2253298" y="2428317"/>
                <a:ext cx="261795" cy="212447"/>
              </a:xfrm>
              <a:custGeom>
                <a:avLst/>
                <a:gdLst/>
                <a:ahLst/>
                <a:cxnLst/>
                <a:rect l="l" t="t" r="r" b="b"/>
                <a:pathLst>
                  <a:path w="49279" h="39990" extrusionOk="0">
                    <a:moveTo>
                      <a:pt x="7997" y="1"/>
                    </a:moveTo>
                    <a:cubicBezTo>
                      <a:pt x="3580" y="1"/>
                      <a:pt x="0" y="3580"/>
                      <a:pt x="0" y="7995"/>
                    </a:cubicBezTo>
                    <a:lnTo>
                      <a:pt x="0" y="31993"/>
                    </a:lnTo>
                    <a:cubicBezTo>
                      <a:pt x="0" y="36409"/>
                      <a:pt x="3580" y="39989"/>
                      <a:pt x="7997" y="39989"/>
                    </a:cubicBezTo>
                    <a:lnTo>
                      <a:pt x="41282" y="39989"/>
                    </a:lnTo>
                    <a:cubicBezTo>
                      <a:pt x="45697" y="39989"/>
                      <a:pt x="49277" y="36409"/>
                      <a:pt x="49277" y="31993"/>
                    </a:cubicBezTo>
                    <a:lnTo>
                      <a:pt x="49277" y="7995"/>
                    </a:lnTo>
                    <a:cubicBezTo>
                      <a:pt x="49278" y="3580"/>
                      <a:pt x="45697" y="1"/>
                      <a:pt x="41282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12330;p129">
                <a:extLst>
                  <a:ext uri="{FF2B5EF4-FFF2-40B4-BE49-F238E27FC236}">
                    <a16:creationId xmlns:a16="http://schemas.microsoft.com/office/drawing/2014/main" id="{A756BAA4-6CB8-3EC9-AB40-E9CE18D61AC2}"/>
                  </a:ext>
                </a:extLst>
              </p:cNvPr>
              <p:cNvSpPr/>
              <p:nvPr/>
            </p:nvSpPr>
            <p:spPr>
              <a:xfrm>
                <a:off x="2718685" y="2660136"/>
                <a:ext cx="17919" cy="17919"/>
              </a:xfrm>
              <a:custGeom>
                <a:avLst/>
                <a:gdLst/>
                <a:ahLst/>
                <a:cxnLst/>
                <a:rect l="l" t="t" r="r" b="b"/>
                <a:pathLst>
                  <a:path w="3373" h="3373" extrusionOk="0">
                    <a:moveTo>
                      <a:pt x="1687" y="0"/>
                    </a:moveTo>
                    <a:cubicBezTo>
                      <a:pt x="755" y="0"/>
                      <a:pt x="1" y="754"/>
                      <a:pt x="1" y="1687"/>
                    </a:cubicBezTo>
                    <a:cubicBezTo>
                      <a:pt x="1" y="2619"/>
                      <a:pt x="755" y="3373"/>
                      <a:pt x="1687" y="3373"/>
                    </a:cubicBezTo>
                    <a:cubicBezTo>
                      <a:pt x="2618" y="3373"/>
                      <a:pt x="3372" y="2617"/>
                      <a:pt x="3372" y="1687"/>
                    </a:cubicBezTo>
                    <a:cubicBezTo>
                      <a:pt x="3372" y="754"/>
                      <a:pt x="2618" y="0"/>
                      <a:pt x="1687" y="0"/>
                    </a:cubicBezTo>
                    <a:close/>
                  </a:path>
                </a:pathLst>
              </a:custGeom>
              <a:solidFill>
                <a:srgbClr val="435D7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12331;p129">
                <a:extLst>
                  <a:ext uri="{FF2B5EF4-FFF2-40B4-BE49-F238E27FC236}">
                    <a16:creationId xmlns:a16="http://schemas.microsoft.com/office/drawing/2014/main" id="{E86EE8C9-D400-9F1B-3F78-4B17F24F8485}"/>
                  </a:ext>
                </a:extLst>
              </p:cNvPr>
              <p:cNvSpPr/>
              <p:nvPr/>
            </p:nvSpPr>
            <p:spPr>
              <a:xfrm>
                <a:off x="3062128" y="2660136"/>
                <a:ext cx="17924" cy="17919"/>
              </a:xfrm>
              <a:custGeom>
                <a:avLst/>
                <a:gdLst/>
                <a:ahLst/>
                <a:cxnLst/>
                <a:rect l="l" t="t" r="r" b="b"/>
                <a:pathLst>
                  <a:path w="3374" h="3373" extrusionOk="0">
                    <a:moveTo>
                      <a:pt x="1687" y="0"/>
                    </a:moveTo>
                    <a:cubicBezTo>
                      <a:pt x="755" y="0"/>
                      <a:pt x="0" y="754"/>
                      <a:pt x="0" y="1687"/>
                    </a:cubicBezTo>
                    <a:cubicBezTo>
                      <a:pt x="0" y="2619"/>
                      <a:pt x="755" y="3373"/>
                      <a:pt x="1687" y="3373"/>
                    </a:cubicBezTo>
                    <a:cubicBezTo>
                      <a:pt x="2619" y="3370"/>
                      <a:pt x="3373" y="2617"/>
                      <a:pt x="3373" y="1687"/>
                    </a:cubicBezTo>
                    <a:cubicBezTo>
                      <a:pt x="3373" y="754"/>
                      <a:pt x="2619" y="0"/>
                      <a:pt x="1687" y="0"/>
                    </a:cubicBezTo>
                    <a:close/>
                  </a:path>
                </a:pathLst>
              </a:custGeom>
              <a:solidFill>
                <a:srgbClr val="435D7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12332;p129">
                <a:extLst>
                  <a:ext uri="{FF2B5EF4-FFF2-40B4-BE49-F238E27FC236}">
                    <a16:creationId xmlns:a16="http://schemas.microsoft.com/office/drawing/2014/main" id="{029A757D-5D58-75AC-7482-C3109B67CF70}"/>
                  </a:ext>
                </a:extLst>
              </p:cNvPr>
              <p:cNvSpPr/>
              <p:nvPr/>
            </p:nvSpPr>
            <p:spPr>
              <a:xfrm>
                <a:off x="2375226" y="2660136"/>
                <a:ext cx="17924" cy="17919"/>
              </a:xfrm>
              <a:custGeom>
                <a:avLst/>
                <a:gdLst/>
                <a:ahLst/>
                <a:cxnLst/>
                <a:rect l="l" t="t" r="r" b="b"/>
                <a:pathLst>
                  <a:path w="3374" h="3373" extrusionOk="0">
                    <a:moveTo>
                      <a:pt x="1687" y="0"/>
                    </a:moveTo>
                    <a:cubicBezTo>
                      <a:pt x="755" y="0"/>
                      <a:pt x="1" y="754"/>
                      <a:pt x="1" y="1687"/>
                    </a:cubicBezTo>
                    <a:cubicBezTo>
                      <a:pt x="1" y="2619"/>
                      <a:pt x="755" y="3373"/>
                      <a:pt x="1687" y="3373"/>
                    </a:cubicBezTo>
                    <a:cubicBezTo>
                      <a:pt x="2619" y="3370"/>
                      <a:pt x="3374" y="2617"/>
                      <a:pt x="3374" y="1687"/>
                    </a:cubicBezTo>
                    <a:cubicBezTo>
                      <a:pt x="3374" y="754"/>
                      <a:pt x="2619" y="0"/>
                      <a:pt x="1687" y="0"/>
                    </a:cubicBezTo>
                    <a:close/>
                  </a:path>
                </a:pathLst>
              </a:custGeom>
              <a:solidFill>
                <a:srgbClr val="435D7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12333;p129">
                <a:extLst>
                  <a:ext uri="{FF2B5EF4-FFF2-40B4-BE49-F238E27FC236}">
                    <a16:creationId xmlns:a16="http://schemas.microsoft.com/office/drawing/2014/main" id="{E134A6E0-8685-03E5-9C9C-EFBC09D541A4}"/>
                  </a:ext>
                </a:extLst>
              </p:cNvPr>
              <p:cNvSpPr/>
              <p:nvPr/>
            </p:nvSpPr>
            <p:spPr>
              <a:xfrm>
                <a:off x="2718685" y="2756878"/>
                <a:ext cx="17919" cy="17919"/>
              </a:xfrm>
              <a:custGeom>
                <a:avLst/>
                <a:gdLst/>
                <a:ahLst/>
                <a:cxnLst/>
                <a:rect l="l" t="t" r="r" b="b"/>
                <a:pathLst>
                  <a:path w="3373" h="3373" extrusionOk="0">
                    <a:moveTo>
                      <a:pt x="1687" y="1"/>
                    </a:moveTo>
                    <a:cubicBezTo>
                      <a:pt x="755" y="1"/>
                      <a:pt x="1" y="754"/>
                      <a:pt x="1" y="1686"/>
                    </a:cubicBezTo>
                    <a:cubicBezTo>
                      <a:pt x="1" y="2618"/>
                      <a:pt x="755" y="3372"/>
                      <a:pt x="1687" y="3372"/>
                    </a:cubicBezTo>
                    <a:cubicBezTo>
                      <a:pt x="2618" y="3372"/>
                      <a:pt x="3372" y="2616"/>
                      <a:pt x="3372" y="1686"/>
                    </a:cubicBezTo>
                    <a:cubicBezTo>
                      <a:pt x="3372" y="754"/>
                      <a:pt x="2618" y="1"/>
                      <a:pt x="1687" y="1"/>
                    </a:cubicBezTo>
                    <a:close/>
                  </a:path>
                </a:pathLst>
              </a:custGeom>
              <a:solidFill>
                <a:srgbClr val="435D7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12334;p129">
                <a:extLst>
                  <a:ext uri="{FF2B5EF4-FFF2-40B4-BE49-F238E27FC236}">
                    <a16:creationId xmlns:a16="http://schemas.microsoft.com/office/drawing/2014/main" id="{E20751BA-0AE3-79D3-651F-AF50B95A72D2}"/>
                  </a:ext>
                </a:extLst>
              </p:cNvPr>
              <p:cNvSpPr/>
              <p:nvPr/>
            </p:nvSpPr>
            <p:spPr>
              <a:xfrm>
                <a:off x="2777509" y="2756878"/>
                <a:ext cx="17914" cy="17919"/>
              </a:xfrm>
              <a:custGeom>
                <a:avLst/>
                <a:gdLst/>
                <a:ahLst/>
                <a:cxnLst/>
                <a:rect l="l" t="t" r="r" b="b"/>
                <a:pathLst>
                  <a:path w="3372" h="3373" extrusionOk="0">
                    <a:moveTo>
                      <a:pt x="1685" y="1"/>
                    </a:moveTo>
                    <a:cubicBezTo>
                      <a:pt x="753" y="1"/>
                      <a:pt x="0" y="754"/>
                      <a:pt x="0" y="1686"/>
                    </a:cubicBezTo>
                    <a:cubicBezTo>
                      <a:pt x="0" y="2618"/>
                      <a:pt x="753" y="3372"/>
                      <a:pt x="1685" y="3372"/>
                    </a:cubicBezTo>
                    <a:cubicBezTo>
                      <a:pt x="2617" y="3372"/>
                      <a:pt x="3372" y="2616"/>
                      <a:pt x="3372" y="1686"/>
                    </a:cubicBezTo>
                    <a:cubicBezTo>
                      <a:pt x="3372" y="754"/>
                      <a:pt x="2617" y="1"/>
                      <a:pt x="1685" y="1"/>
                    </a:cubicBezTo>
                    <a:close/>
                  </a:path>
                </a:pathLst>
              </a:custGeom>
              <a:solidFill>
                <a:srgbClr val="435D7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12335;p129">
                <a:extLst>
                  <a:ext uri="{FF2B5EF4-FFF2-40B4-BE49-F238E27FC236}">
                    <a16:creationId xmlns:a16="http://schemas.microsoft.com/office/drawing/2014/main" id="{34CDA250-E079-B296-1A66-86BF2C2A9B24}"/>
                  </a:ext>
                </a:extLst>
              </p:cNvPr>
              <p:cNvSpPr/>
              <p:nvPr/>
            </p:nvSpPr>
            <p:spPr>
              <a:xfrm>
                <a:off x="2659856" y="2756878"/>
                <a:ext cx="17914" cy="17919"/>
              </a:xfrm>
              <a:custGeom>
                <a:avLst/>
                <a:gdLst/>
                <a:ahLst/>
                <a:cxnLst/>
                <a:rect l="l" t="t" r="r" b="b"/>
                <a:pathLst>
                  <a:path w="3372" h="3373" extrusionOk="0">
                    <a:moveTo>
                      <a:pt x="1687" y="1"/>
                    </a:moveTo>
                    <a:cubicBezTo>
                      <a:pt x="755" y="1"/>
                      <a:pt x="1" y="754"/>
                      <a:pt x="1" y="1686"/>
                    </a:cubicBezTo>
                    <a:cubicBezTo>
                      <a:pt x="1" y="2618"/>
                      <a:pt x="755" y="3372"/>
                      <a:pt x="1687" y="3372"/>
                    </a:cubicBezTo>
                    <a:cubicBezTo>
                      <a:pt x="2619" y="3372"/>
                      <a:pt x="3372" y="2616"/>
                      <a:pt x="3372" y="1686"/>
                    </a:cubicBezTo>
                    <a:cubicBezTo>
                      <a:pt x="3372" y="754"/>
                      <a:pt x="2619" y="1"/>
                      <a:pt x="1687" y="1"/>
                    </a:cubicBezTo>
                    <a:close/>
                  </a:path>
                </a:pathLst>
              </a:custGeom>
              <a:solidFill>
                <a:srgbClr val="435D7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12336;p129">
                <a:extLst>
                  <a:ext uri="{FF2B5EF4-FFF2-40B4-BE49-F238E27FC236}">
                    <a16:creationId xmlns:a16="http://schemas.microsoft.com/office/drawing/2014/main" id="{766CC41A-A455-C0AC-76C3-C2115234A994}"/>
                  </a:ext>
                </a:extLst>
              </p:cNvPr>
              <p:cNvSpPr/>
              <p:nvPr/>
            </p:nvSpPr>
            <p:spPr>
              <a:xfrm>
                <a:off x="2301024" y="2533889"/>
                <a:ext cx="163753" cy="1291"/>
              </a:xfrm>
              <a:custGeom>
                <a:avLst/>
                <a:gdLst/>
                <a:ahLst/>
                <a:cxnLst/>
                <a:rect l="l" t="t" r="r" b="b"/>
                <a:pathLst>
                  <a:path w="30824" h="243" extrusionOk="0">
                    <a:moveTo>
                      <a:pt x="121" y="1"/>
                    </a:moveTo>
                    <a:cubicBezTo>
                      <a:pt x="55" y="1"/>
                      <a:pt x="0" y="55"/>
                      <a:pt x="0" y="121"/>
                    </a:cubicBezTo>
                    <a:cubicBezTo>
                      <a:pt x="0" y="187"/>
                      <a:pt x="55" y="243"/>
                      <a:pt x="121" y="243"/>
                    </a:cubicBezTo>
                    <a:lnTo>
                      <a:pt x="30703" y="243"/>
                    </a:lnTo>
                    <a:cubicBezTo>
                      <a:pt x="30769" y="243"/>
                      <a:pt x="30823" y="187"/>
                      <a:pt x="30823" y="121"/>
                    </a:cubicBezTo>
                    <a:cubicBezTo>
                      <a:pt x="30823" y="55"/>
                      <a:pt x="30767" y="1"/>
                      <a:pt x="3070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12337;p129">
                <a:extLst>
                  <a:ext uri="{FF2B5EF4-FFF2-40B4-BE49-F238E27FC236}">
                    <a16:creationId xmlns:a16="http://schemas.microsoft.com/office/drawing/2014/main" id="{BB04B274-55A4-FDCE-007D-86C60DB44772}"/>
                  </a:ext>
                </a:extLst>
              </p:cNvPr>
              <p:cNvSpPr/>
              <p:nvPr/>
            </p:nvSpPr>
            <p:spPr>
              <a:xfrm>
                <a:off x="2644918" y="2533889"/>
                <a:ext cx="163747" cy="1291"/>
              </a:xfrm>
              <a:custGeom>
                <a:avLst/>
                <a:gdLst/>
                <a:ahLst/>
                <a:cxnLst/>
                <a:rect l="l" t="t" r="r" b="b"/>
                <a:pathLst>
                  <a:path w="30823" h="243" extrusionOk="0">
                    <a:moveTo>
                      <a:pt x="121" y="1"/>
                    </a:moveTo>
                    <a:cubicBezTo>
                      <a:pt x="55" y="1"/>
                      <a:pt x="0" y="55"/>
                      <a:pt x="0" y="121"/>
                    </a:cubicBezTo>
                    <a:cubicBezTo>
                      <a:pt x="0" y="187"/>
                      <a:pt x="55" y="243"/>
                      <a:pt x="121" y="243"/>
                    </a:cubicBezTo>
                    <a:lnTo>
                      <a:pt x="30701" y="243"/>
                    </a:lnTo>
                    <a:cubicBezTo>
                      <a:pt x="30769" y="243"/>
                      <a:pt x="30823" y="187"/>
                      <a:pt x="30823" y="121"/>
                    </a:cubicBezTo>
                    <a:cubicBezTo>
                      <a:pt x="30823" y="55"/>
                      <a:pt x="30767" y="1"/>
                      <a:pt x="3070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12338;p129">
                <a:extLst>
                  <a:ext uri="{FF2B5EF4-FFF2-40B4-BE49-F238E27FC236}">
                    <a16:creationId xmlns:a16="http://schemas.microsoft.com/office/drawing/2014/main" id="{EEBCD927-F2F9-6C7B-5DD2-2A4D67A720AB}"/>
                  </a:ext>
                </a:extLst>
              </p:cNvPr>
              <p:cNvSpPr/>
              <p:nvPr/>
            </p:nvSpPr>
            <p:spPr>
              <a:xfrm>
                <a:off x="2990071" y="2533889"/>
                <a:ext cx="163753" cy="1291"/>
              </a:xfrm>
              <a:custGeom>
                <a:avLst/>
                <a:gdLst/>
                <a:ahLst/>
                <a:cxnLst/>
                <a:rect l="l" t="t" r="r" b="b"/>
                <a:pathLst>
                  <a:path w="30824" h="243" extrusionOk="0">
                    <a:moveTo>
                      <a:pt x="123" y="1"/>
                    </a:moveTo>
                    <a:cubicBezTo>
                      <a:pt x="57" y="1"/>
                      <a:pt x="1" y="55"/>
                      <a:pt x="1" y="121"/>
                    </a:cubicBezTo>
                    <a:cubicBezTo>
                      <a:pt x="1" y="187"/>
                      <a:pt x="57" y="243"/>
                      <a:pt x="123" y="243"/>
                    </a:cubicBezTo>
                    <a:lnTo>
                      <a:pt x="30703" y="243"/>
                    </a:lnTo>
                    <a:cubicBezTo>
                      <a:pt x="30769" y="243"/>
                      <a:pt x="30824" y="187"/>
                      <a:pt x="30824" y="121"/>
                    </a:cubicBezTo>
                    <a:cubicBezTo>
                      <a:pt x="30824" y="55"/>
                      <a:pt x="30769" y="1"/>
                      <a:pt x="3070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12339;p129">
                <a:extLst>
                  <a:ext uri="{FF2B5EF4-FFF2-40B4-BE49-F238E27FC236}">
                    <a16:creationId xmlns:a16="http://schemas.microsoft.com/office/drawing/2014/main" id="{592696AD-869D-DFDA-2F31-5A1AC15306F1}"/>
                  </a:ext>
                </a:extLst>
              </p:cNvPr>
              <p:cNvSpPr/>
              <p:nvPr/>
            </p:nvSpPr>
            <p:spPr>
              <a:xfrm>
                <a:off x="2644918" y="3256825"/>
                <a:ext cx="163758" cy="1291"/>
              </a:xfrm>
              <a:custGeom>
                <a:avLst/>
                <a:gdLst/>
                <a:ahLst/>
                <a:cxnLst/>
                <a:rect l="l" t="t" r="r" b="b"/>
                <a:pathLst>
                  <a:path w="30825" h="243" extrusionOk="0">
                    <a:moveTo>
                      <a:pt x="121" y="0"/>
                    </a:moveTo>
                    <a:cubicBezTo>
                      <a:pt x="55" y="0"/>
                      <a:pt x="0" y="55"/>
                      <a:pt x="0" y="122"/>
                    </a:cubicBezTo>
                    <a:cubicBezTo>
                      <a:pt x="0" y="188"/>
                      <a:pt x="55" y="242"/>
                      <a:pt x="121" y="242"/>
                    </a:cubicBezTo>
                    <a:lnTo>
                      <a:pt x="30701" y="242"/>
                    </a:lnTo>
                    <a:cubicBezTo>
                      <a:pt x="30769" y="242"/>
                      <a:pt x="30824" y="190"/>
                      <a:pt x="30823" y="122"/>
                    </a:cubicBezTo>
                    <a:cubicBezTo>
                      <a:pt x="30823" y="56"/>
                      <a:pt x="30767" y="0"/>
                      <a:pt x="3070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12340;p129">
                <a:extLst>
                  <a:ext uri="{FF2B5EF4-FFF2-40B4-BE49-F238E27FC236}">
                    <a16:creationId xmlns:a16="http://schemas.microsoft.com/office/drawing/2014/main" id="{0D656DD2-DE86-C8BF-55D6-9A837B7DDDCE}"/>
                  </a:ext>
                </a:extLst>
              </p:cNvPr>
              <p:cNvSpPr/>
              <p:nvPr/>
            </p:nvSpPr>
            <p:spPr>
              <a:xfrm>
                <a:off x="2301427" y="3256825"/>
                <a:ext cx="163758" cy="1291"/>
              </a:xfrm>
              <a:custGeom>
                <a:avLst/>
                <a:gdLst/>
                <a:ahLst/>
                <a:cxnLst/>
                <a:rect l="l" t="t" r="r" b="b"/>
                <a:pathLst>
                  <a:path w="30825" h="243" extrusionOk="0">
                    <a:moveTo>
                      <a:pt x="123" y="0"/>
                    </a:moveTo>
                    <a:cubicBezTo>
                      <a:pt x="57" y="0"/>
                      <a:pt x="1" y="55"/>
                      <a:pt x="1" y="122"/>
                    </a:cubicBezTo>
                    <a:cubicBezTo>
                      <a:pt x="1" y="188"/>
                      <a:pt x="57" y="242"/>
                      <a:pt x="123" y="242"/>
                    </a:cubicBezTo>
                    <a:lnTo>
                      <a:pt x="30702" y="242"/>
                    </a:lnTo>
                    <a:cubicBezTo>
                      <a:pt x="30771" y="242"/>
                      <a:pt x="30825" y="190"/>
                      <a:pt x="30823" y="122"/>
                    </a:cubicBezTo>
                    <a:cubicBezTo>
                      <a:pt x="30823" y="56"/>
                      <a:pt x="30769" y="0"/>
                      <a:pt x="3070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12341;p129">
                <a:extLst>
                  <a:ext uri="{FF2B5EF4-FFF2-40B4-BE49-F238E27FC236}">
                    <a16:creationId xmlns:a16="http://schemas.microsoft.com/office/drawing/2014/main" id="{433D22CD-81DC-96CB-07E8-67FE6D5E9E69}"/>
                  </a:ext>
                </a:extLst>
              </p:cNvPr>
              <p:cNvSpPr/>
              <p:nvPr/>
            </p:nvSpPr>
            <p:spPr>
              <a:xfrm>
                <a:off x="2990102" y="3256847"/>
                <a:ext cx="163753" cy="1291"/>
              </a:xfrm>
              <a:custGeom>
                <a:avLst/>
                <a:gdLst/>
                <a:ahLst/>
                <a:cxnLst/>
                <a:rect l="l" t="t" r="r" b="b"/>
                <a:pathLst>
                  <a:path w="30824" h="243" extrusionOk="0">
                    <a:moveTo>
                      <a:pt x="123" y="1"/>
                    </a:moveTo>
                    <a:cubicBezTo>
                      <a:pt x="57" y="1"/>
                      <a:pt x="1" y="55"/>
                      <a:pt x="1" y="121"/>
                    </a:cubicBezTo>
                    <a:cubicBezTo>
                      <a:pt x="1" y="187"/>
                      <a:pt x="57" y="243"/>
                      <a:pt x="123" y="243"/>
                    </a:cubicBezTo>
                    <a:lnTo>
                      <a:pt x="30703" y="243"/>
                    </a:lnTo>
                    <a:cubicBezTo>
                      <a:pt x="30769" y="243"/>
                      <a:pt x="30824" y="187"/>
                      <a:pt x="30824" y="121"/>
                    </a:cubicBezTo>
                    <a:cubicBezTo>
                      <a:pt x="30824" y="55"/>
                      <a:pt x="30769" y="1"/>
                      <a:pt x="3070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12342;p129">
                <a:extLst>
                  <a:ext uri="{FF2B5EF4-FFF2-40B4-BE49-F238E27FC236}">
                    <a16:creationId xmlns:a16="http://schemas.microsoft.com/office/drawing/2014/main" id="{0842A3C6-741E-119D-799A-B36FBEA7AF8E}"/>
                  </a:ext>
                </a:extLst>
              </p:cNvPr>
              <p:cNvSpPr/>
              <p:nvPr/>
            </p:nvSpPr>
            <p:spPr>
              <a:xfrm>
                <a:off x="2833559" y="2761962"/>
                <a:ext cx="248503" cy="268106"/>
              </a:xfrm>
              <a:custGeom>
                <a:avLst/>
                <a:gdLst/>
                <a:ahLst/>
                <a:cxnLst/>
                <a:rect l="l" t="t" r="r" b="b"/>
                <a:pathLst>
                  <a:path w="46777" h="50467" extrusionOk="0">
                    <a:moveTo>
                      <a:pt x="1" y="1"/>
                    </a:moveTo>
                    <a:lnTo>
                      <a:pt x="1" y="1458"/>
                    </a:lnTo>
                    <a:lnTo>
                      <a:pt x="21544" y="1458"/>
                    </a:lnTo>
                    <a:cubicBezTo>
                      <a:pt x="34653" y="1458"/>
                      <a:pt x="45320" y="12123"/>
                      <a:pt x="45320" y="25233"/>
                    </a:cubicBezTo>
                    <a:cubicBezTo>
                      <a:pt x="45320" y="38344"/>
                      <a:pt x="34653" y="49009"/>
                      <a:pt x="21544" y="49009"/>
                    </a:cubicBezTo>
                    <a:lnTo>
                      <a:pt x="1" y="49009"/>
                    </a:lnTo>
                    <a:lnTo>
                      <a:pt x="1" y="50466"/>
                    </a:lnTo>
                    <a:lnTo>
                      <a:pt x="21544" y="50466"/>
                    </a:lnTo>
                    <a:cubicBezTo>
                      <a:pt x="35457" y="50466"/>
                      <a:pt x="46776" y="39146"/>
                      <a:pt x="46776" y="25233"/>
                    </a:cubicBezTo>
                    <a:cubicBezTo>
                      <a:pt x="46776" y="11322"/>
                      <a:pt x="35457" y="1"/>
                      <a:pt x="21544" y="1"/>
                    </a:cubicBezTo>
                    <a:close/>
                  </a:path>
                </a:pathLst>
              </a:custGeom>
              <a:solidFill>
                <a:srgbClr val="96979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675" name="Título 1">
            <a:extLst>
              <a:ext uri="{FF2B5EF4-FFF2-40B4-BE49-F238E27FC236}">
                <a16:creationId xmlns:a16="http://schemas.microsoft.com/office/drawing/2014/main" id="{FD547CC8-EC6E-2502-FD67-EC5A7C6024C0}"/>
              </a:ext>
            </a:extLst>
          </p:cNvPr>
          <p:cNvSpPr txBox="1">
            <a:spLocks/>
          </p:cNvSpPr>
          <p:nvPr/>
        </p:nvSpPr>
        <p:spPr>
          <a:xfrm>
            <a:off x="2222744" y="1451620"/>
            <a:ext cx="7128211" cy="662382"/>
          </a:xfrm>
          <a:prstGeom prst="rect">
            <a:avLst/>
          </a:prstGeom>
        </p:spPr>
        <p:txBody>
          <a:bodyPr vert="horz" lIns="91440" tIns="45720" rIns="91440" bIns="45720" rtlCol="0" anchor="b" wrap="square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sz="2200" b="1">
                <a:solidFill>
                  <a:srgbClr val="1F67AE"/>
                </a:solidFill>
                <a:latin typeface="Arial"/>
              </a:rPr>
              <a:t>6. SOLUCIÓN</a:t>
            </a:r>
          </a:p>
        </p:txBody>
      </p:sp>
    </p:spTree>
    <p:extLst>
      <p:ext uri="{BB962C8B-B14F-4D97-AF65-F5344CB8AC3E}">
        <p14:creationId xmlns:p14="http://schemas.microsoft.com/office/powerpoint/2010/main" val="29902483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22056CCF-F8F4-5C12-8EF0-2AC90568CC54}"/>
              </a:ext>
            </a:extLst>
          </p:cNvPr>
          <p:cNvGrpSpPr/>
          <p:nvPr/>
        </p:nvGrpSpPr>
        <p:grpSpPr>
          <a:xfrm>
            <a:off x="2150761" y="2530929"/>
            <a:ext cx="7644858" cy="3167741"/>
            <a:chOff x="891128" y="2122713"/>
            <a:chExt cx="8630025" cy="3575957"/>
          </a:xfrm>
        </p:grpSpPr>
        <p:grpSp>
          <p:nvGrpSpPr>
            <p:cNvPr id="3" name="Google Shape;12517;p131">
              <a:extLst>
                <a:ext uri="{FF2B5EF4-FFF2-40B4-BE49-F238E27FC236}">
                  <a16:creationId xmlns:a16="http://schemas.microsoft.com/office/drawing/2014/main" id="{BD41A4D8-317A-392C-3959-172810CE7AB9}"/>
                </a:ext>
              </a:extLst>
            </p:cNvPr>
            <p:cNvGrpSpPr/>
            <p:nvPr/>
          </p:nvGrpSpPr>
          <p:grpSpPr>
            <a:xfrm>
              <a:off x="899433" y="2122719"/>
              <a:ext cx="945040" cy="771690"/>
              <a:chOff x="732428" y="1198513"/>
              <a:chExt cx="845921" cy="690752"/>
            </a:xfrm>
          </p:grpSpPr>
          <p:grpSp>
            <p:nvGrpSpPr>
              <p:cNvPr id="648" name="Google Shape;12518;p131">
                <a:extLst>
                  <a:ext uri="{FF2B5EF4-FFF2-40B4-BE49-F238E27FC236}">
                    <a16:creationId xmlns:a16="http://schemas.microsoft.com/office/drawing/2014/main" id="{F75E54AB-FEF2-D285-9BBD-54323324A888}"/>
                  </a:ext>
                </a:extLst>
              </p:cNvPr>
              <p:cNvGrpSpPr/>
              <p:nvPr/>
            </p:nvGrpSpPr>
            <p:grpSpPr>
              <a:xfrm>
                <a:off x="823030" y="1198513"/>
                <a:ext cx="755319" cy="690752"/>
                <a:chOff x="823030" y="1198513"/>
                <a:chExt cx="755319" cy="690752"/>
              </a:xfrm>
            </p:grpSpPr>
            <p:sp>
              <p:nvSpPr>
                <p:cNvPr id="659" name="Google Shape;12519;p131">
                  <a:extLst>
                    <a:ext uri="{FF2B5EF4-FFF2-40B4-BE49-F238E27FC236}">
                      <a16:creationId xmlns:a16="http://schemas.microsoft.com/office/drawing/2014/main" id="{5A125CBA-0B60-6158-E9FE-BEFB0EB502BA}"/>
                    </a:ext>
                  </a:extLst>
                </p:cNvPr>
                <p:cNvSpPr/>
                <p:nvPr/>
              </p:nvSpPr>
              <p:spPr>
                <a:xfrm>
                  <a:off x="823030" y="1198513"/>
                  <a:ext cx="755319" cy="6907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769" h="42771" extrusionOk="0">
                      <a:moveTo>
                        <a:pt x="21384" y="0"/>
                      </a:moveTo>
                      <a:cubicBezTo>
                        <a:pt x="9575" y="0"/>
                        <a:pt x="0" y="9575"/>
                        <a:pt x="0" y="21386"/>
                      </a:cubicBezTo>
                      <a:cubicBezTo>
                        <a:pt x="0" y="33196"/>
                        <a:pt x="9575" y="42770"/>
                        <a:pt x="21384" y="42770"/>
                      </a:cubicBezTo>
                      <a:cubicBezTo>
                        <a:pt x="33196" y="42770"/>
                        <a:pt x="42770" y="33196"/>
                        <a:pt x="42770" y="21386"/>
                      </a:cubicBezTo>
                      <a:cubicBezTo>
                        <a:pt x="42770" y="16313"/>
                        <a:pt x="41002" y="11653"/>
                        <a:pt x="38053" y="7988"/>
                      </a:cubicBezTo>
                      <a:lnTo>
                        <a:pt x="42775" y="7988"/>
                      </a:lnTo>
                      <a:cubicBezTo>
                        <a:pt x="44970" y="7988"/>
                        <a:pt x="46769" y="6191"/>
                        <a:pt x="46769" y="3994"/>
                      </a:cubicBezTo>
                      <a:cubicBezTo>
                        <a:pt x="46769" y="1797"/>
                        <a:pt x="44972" y="0"/>
                        <a:pt x="42775" y="0"/>
                      </a:cubicBezTo>
                      <a:lnTo>
                        <a:pt x="22286" y="0"/>
                      </a:lnTo>
                      <a:cubicBezTo>
                        <a:pt x="22196" y="0"/>
                        <a:pt x="22105" y="5"/>
                        <a:pt x="22018" y="10"/>
                      </a:cubicBezTo>
                      <a:cubicBezTo>
                        <a:pt x="21807" y="3"/>
                        <a:pt x="21597" y="0"/>
                        <a:pt x="21384" y="0"/>
                      </a:cubicBez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660" name="Google Shape;12520;p131">
                  <a:extLst>
                    <a:ext uri="{FF2B5EF4-FFF2-40B4-BE49-F238E27FC236}">
                      <a16:creationId xmlns:a16="http://schemas.microsoft.com/office/drawing/2014/main" id="{F9E08FEF-1017-AB2F-C7E9-8712D222E8E0}"/>
                    </a:ext>
                  </a:extLst>
                </p:cNvPr>
                <p:cNvSpPr/>
                <p:nvPr/>
              </p:nvSpPr>
              <p:spPr>
                <a:xfrm>
                  <a:off x="1470047" y="1217877"/>
                  <a:ext cx="88760" cy="887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96" h="5495" extrusionOk="0">
                      <a:moveTo>
                        <a:pt x="2747" y="1"/>
                      </a:moveTo>
                      <a:cubicBezTo>
                        <a:pt x="1231" y="1"/>
                        <a:pt x="1" y="1230"/>
                        <a:pt x="1" y="2749"/>
                      </a:cubicBezTo>
                      <a:cubicBezTo>
                        <a:pt x="1" y="4265"/>
                        <a:pt x="1231" y="5495"/>
                        <a:pt x="2747" y="5495"/>
                      </a:cubicBezTo>
                      <a:cubicBezTo>
                        <a:pt x="4265" y="5495"/>
                        <a:pt x="5495" y="4265"/>
                        <a:pt x="5495" y="2749"/>
                      </a:cubicBezTo>
                      <a:cubicBezTo>
                        <a:pt x="5495" y="1230"/>
                        <a:pt x="4265" y="1"/>
                        <a:pt x="2747" y="1"/>
                      </a:cubicBezTo>
                      <a:close/>
                    </a:path>
                  </a:pathLst>
                </a:custGeom>
                <a:solidFill>
                  <a:srgbClr val="E3E9E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49" name="Google Shape;12521;p131">
                <a:extLst>
                  <a:ext uri="{FF2B5EF4-FFF2-40B4-BE49-F238E27FC236}">
                    <a16:creationId xmlns:a16="http://schemas.microsoft.com/office/drawing/2014/main" id="{51F3A9CC-7E51-95FF-47E7-35984302D411}"/>
                  </a:ext>
                </a:extLst>
              </p:cNvPr>
              <p:cNvGrpSpPr/>
              <p:nvPr/>
            </p:nvGrpSpPr>
            <p:grpSpPr>
              <a:xfrm>
                <a:off x="732428" y="1239937"/>
                <a:ext cx="739912" cy="607886"/>
                <a:chOff x="732428" y="1239937"/>
                <a:chExt cx="739912" cy="607886"/>
              </a:xfrm>
            </p:grpSpPr>
            <p:sp>
              <p:nvSpPr>
                <p:cNvPr id="657" name="Google Shape;12522;p131">
                  <a:extLst>
                    <a:ext uri="{FF2B5EF4-FFF2-40B4-BE49-F238E27FC236}">
                      <a16:creationId xmlns:a16="http://schemas.microsoft.com/office/drawing/2014/main" id="{6AA3A6AC-C458-248F-DBF6-3BF07CAF7962}"/>
                    </a:ext>
                  </a:extLst>
                </p:cNvPr>
                <p:cNvSpPr/>
                <p:nvPr/>
              </p:nvSpPr>
              <p:spPr>
                <a:xfrm>
                  <a:off x="732428" y="1239937"/>
                  <a:ext cx="739912" cy="6078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815" h="37640" extrusionOk="0">
                      <a:moveTo>
                        <a:pt x="26994" y="1"/>
                      </a:moveTo>
                      <a:cubicBezTo>
                        <a:pt x="16602" y="1"/>
                        <a:pt x="8175" y="8427"/>
                        <a:pt x="8175" y="18821"/>
                      </a:cubicBezTo>
                      <a:cubicBezTo>
                        <a:pt x="8169" y="22642"/>
                        <a:pt x="9333" y="26373"/>
                        <a:pt x="11509" y="29515"/>
                      </a:cubicBezTo>
                      <a:lnTo>
                        <a:pt x="3994" y="29515"/>
                      </a:lnTo>
                      <a:cubicBezTo>
                        <a:pt x="1797" y="29515"/>
                        <a:pt x="1" y="31311"/>
                        <a:pt x="1" y="33508"/>
                      </a:cubicBezTo>
                      <a:cubicBezTo>
                        <a:pt x="1" y="35704"/>
                        <a:pt x="1797" y="37502"/>
                        <a:pt x="3994" y="37502"/>
                      </a:cubicBezTo>
                      <a:lnTo>
                        <a:pt x="24483" y="37502"/>
                      </a:lnTo>
                      <a:cubicBezTo>
                        <a:pt x="24546" y="37502"/>
                        <a:pt x="24608" y="37500"/>
                        <a:pt x="24671" y="37497"/>
                      </a:cubicBezTo>
                      <a:cubicBezTo>
                        <a:pt x="25441" y="37592"/>
                        <a:pt x="26218" y="37640"/>
                        <a:pt x="26994" y="37640"/>
                      </a:cubicBezTo>
                      <a:cubicBezTo>
                        <a:pt x="37389" y="37640"/>
                        <a:pt x="45815" y="29214"/>
                        <a:pt x="45815" y="18821"/>
                      </a:cubicBezTo>
                      <a:cubicBezTo>
                        <a:pt x="45815" y="8427"/>
                        <a:pt x="37389" y="1"/>
                        <a:pt x="26994" y="1"/>
                      </a:cubicBezTo>
                      <a:close/>
                    </a:path>
                  </a:pathLst>
                </a:custGeom>
                <a:solidFill>
                  <a:srgbClr val="667E9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8" name="Google Shape;12523;p131">
                  <a:extLst>
                    <a:ext uri="{FF2B5EF4-FFF2-40B4-BE49-F238E27FC236}">
                      <a16:creationId xmlns:a16="http://schemas.microsoft.com/office/drawing/2014/main" id="{644B639D-AA04-0CC1-0617-6B462599DA5A}"/>
                    </a:ext>
                  </a:extLst>
                </p:cNvPr>
                <p:cNvSpPr/>
                <p:nvPr/>
              </p:nvSpPr>
              <p:spPr>
                <a:xfrm>
                  <a:off x="751614" y="1735807"/>
                  <a:ext cx="88760" cy="887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96" h="5495" extrusionOk="0">
                      <a:moveTo>
                        <a:pt x="2747" y="0"/>
                      </a:moveTo>
                      <a:cubicBezTo>
                        <a:pt x="1231" y="0"/>
                        <a:pt x="1" y="1230"/>
                        <a:pt x="1" y="2747"/>
                      </a:cubicBezTo>
                      <a:cubicBezTo>
                        <a:pt x="1" y="4265"/>
                        <a:pt x="1231" y="5495"/>
                        <a:pt x="2747" y="5495"/>
                      </a:cubicBezTo>
                      <a:cubicBezTo>
                        <a:pt x="4265" y="5495"/>
                        <a:pt x="5495" y="4265"/>
                        <a:pt x="5495" y="2747"/>
                      </a:cubicBezTo>
                      <a:cubicBezTo>
                        <a:pt x="5495" y="1230"/>
                        <a:pt x="4265" y="0"/>
                        <a:pt x="2747" y="0"/>
                      </a:cubicBezTo>
                      <a:close/>
                    </a:path>
                  </a:pathLst>
                </a:custGeom>
                <a:solidFill>
                  <a:srgbClr val="E3E9E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50" name="Google Shape;12524;p131">
                <a:extLst>
                  <a:ext uri="{FF2B5EF4-FFF2-40B4-BE49-F238E27FC236}">
                    <a16:creationId xmlns:a16="http://schemas.microsoft.com/office/drawing/2014/main" id="{906A5D9E-AABB-3057-C427-8373EBC171A4}"/>
                  </a:ext>
                </a:extLst>
              </p:cNvPr>
              <p:cNvGrpSpPr/>
              <p:nvPr/>
            </p:nvGrpSpPr>
            <p:grpSpPr>
              <a:xfrm>
                <a:off x="732428" y="1277018"/>
                <a:ext cx="702832" cy="533758"/>
                <a:chOff x="732428" y="1277018"/>
                <a:chExt cx="702832" cy="533758"/>
              </a:xfrm>
            </p:grpSpPr>
            <p:sp>
              <p:nvSpPr>
                <p:cNvPr id="655" name="Google Shape;12525;p131">
                  <a:extLst>
                    <a:ext uri="{FF2B5EF4-FFF2-40B4-BE49-F238E27FC236}">
                      <a16:creationId xmlns:a16="http://schemas.microsoft.com/office/drawing/2014/main" id="{0675B40E-EB4F-D520-E461-FA3BCB1EA9AB}"/>
                    </a:ext>
                  </a:extLst>
                </p:cNvPr>
                <p:cNvSpPr/>
                <p:nvPr/>
              </p:nvSpPr>
              <p:spPr>
                <a:xfrm>
                  <a:off x="732428" y="1277018"/>
                  <a:ext cx="702832" cy="5337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519" h="33050" extrusionOk="0">
                      <a:moveTo>
                        <a:pt x="26994" y="1"/>
                      </a:moveTo>
                      <a:cubicBezTo>
                        <a:pt x="22006" y="1"/>
                        <a:pt x="17535" y="2211"/>
                        <a:pt x="14504" y="5705"/>
                      </a:cubicBezTo>
                      <a:lnTo>
                        <a:pt x="3994" y="5705"/>
                      </a:lnTo>
                      <a:cubicBezTo>
                        <a:pt x="1797" y="5705"/>
                        <a:pt x="1" y="7501"/>
                        <a:pt x="1" y="9698"/>
                      </a:cubicBezTo>
                      <a:cubicBezTo>
                        <a:pt x="1" y="11894"/>
                        <a:pt x="1797" y="13692"/>
                        <a:pt x="3994" y="13692"/>
                      </a:cubicBezTo>
                      <a:lnTo>
                        <a:pt x="10714" y="13692"/>
                      </a:lnTo>
                      <a:cubicBezTo>
                        <a:pt x="10552" y="14627"/>
                        <a:pt x="10470" y="15575"/>
                        <a:pt x="10472" y="16525"/>
                      </a:cubicBezTo>
                      <a:cubicBezTo>
                        <a:pt x="10472" y="25651"/>
                        <a:pt x="17870" y="33049"/>
                        <a:pt x="26996" y="33049"/>
                      </a:cubicBezTo>
                      <a:cubicBezTo>
                        <a:pt x="36122" y="33049"/>
                        <a:pt x="43519" y="25651"/>
                        <a:pt x="43519" y="16525"/>
                      </a:cubicBezTo>
                      <a:cubicBezTo>
                        <a:pt x="43519" y="7399"/>
                        <a:pt x="36122" y="1"/>
                        <a:pt x="26994" y="1"/>
                      </a:cubicBezTo>
                      <a:close/>
                    </a:path>
                  </a:pathLst>
                </a:custGeom>
                <a:solidFill>
                  <a:srgbClr val="445D7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6" name="Google Shape;12526;p131">
                  <a:extLst>
                    <a:ext uri="{FF2B5EF4-FFF2-40B4-BE49-F238E27FC236}">
                      <a16:creationId xmlns:a16="http://schemas.microsoft.com/office/drawing/2014/main" id="{F1C89563-DA9A-4BC7-D574-2CFA95A4E250}"/>
                    </a:ext>
                  </a:extLst>
                </p:cNvPr>
                <p:cNvSpPr/>
                <p:nvPr/>
              </p:nvSpPr>
              <p:spPr>
                <a:xfrm>
                  <a:off x="751695" y="1390407"/>
                  <a:ext cx="88728" cy="887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94" h="5495" extrusionOk="0">
                      <a:moveTo>
                        <a:pt x="2747" y="0"/>
                      </a:moveTo>
                      <a:cubicBezTo>
                        <a:pt x="1230" y="0"/>
                        <a:pt x="1" y="1230"/>
                        <a:pt x="1" y="2748"/>
                      </a:cubicBezTo>
                      <a:cubicBezTo>
                        <a:pt x="1" y="4264"/>
                        <a:pt x="1230" y="5494"/>
                        <a:pt x="2747" y="5494"/>
                      </a:cubicBezTo>
                      <a:cubicBezTo>
                        <a:pt x="4263" y="5494"/>
                        <a:pt x="5493" y="4264"/>
                        <a:pt x="5493" y="2748"/>
                      </a:cubicBezTo>
                      <a:cubicBezTo>
                        <a:pt x="5493" y="1230"/>
                        <a:pt x="4263" y="0"/>
                        <a:pt x="2747" y="0"/>
                      </a:cubicBezTo>
                      <a:close/>
                    </a:path>
                  </a:pathLst>
                </a:custGeom>
                <a:solidFill>
                  <a:srgbClr val="E3E9E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51" name="Google Shape;12527;p131">
                <a:extLst>
                  <a:ext uri="{FF2B5EF4-FFF2-40B4-BE49-F238E27FC236}">
                    <a16:creationId xmlns:a16="http://schemas.microsoft.com/office/drawing/2014/main" id="{07E88557-4B68-A4F8-3831-B542399D1CCD}"/>
                  </a:ext>
                </a:extLst>
              </p:cNvPr>
              <p:cNvGrpSpPr/>
              <p:nvPr/>
            </p:nvGrpSpPr>
            <p:grpSpPr>
              <a:xfrm>
                <a:off x="931170" y="1306653"/>
                <a:ext cx="647179" cy="474455"/>
                <a:chOff x="931170" y="1306653"/>
                <a:chExt cx="647179" cy="474455"/>
              </a:xfrm>
            </p:grpSpPr>
            <p:sp>
              <p:nvSpPr>
                <p:cNvPr id="653" name="Google Shape;12528;p131">
                  <a:extLst>
                    <a:ext uri="{FF2B5EF4-FFF2-40B4-BE49-F238E27FC236}">
                      <a16:creationId xmlns:a16="http://schemas.microsoft.com/office/drawing/2014/main" id="{B587621D-E12F-F918-B6FD-BB0728F0385B}"/>
                    </a:ext>
                  </a:extLst>
                </p:cNvPr>
                <p:cNvSpPr/>
                <p:nvPr/>
              </p:nvSpPr>
              <p:spPr>
                <a:xfrm>
                  <a:off x="931170" y="1306653"/>
                  <a:ext cx="647179" cy="4744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73" h="29378" extrusionOk="0">
                      <a:moveTo>
                        <a:pt x="14688" y="1"/>
                      </a:moveTo>
                      <a:cubicBezTo>
                        <a:pt x="6578" y="1"/>
                        <a:pt x="1" y="6578"/>
                        <a:pt x="1" y="14690"/>
                      </a:cubicBezTo>
                      <a:cubicBezTo>
                        <a:pt x="1" y="22801"/>
                        <a:pt x="6578" y="29377"/>
                        <a:pt x="14688" y="29377"/>
                      </a:cubicBezTo>
                      <a:cubicBezTo>
                        <a:pt x="19883" y="29377"/>
                        <a:pt x="24445" y="26682"/>
                        <a:pt x="27057" y="22613"/>
                      </a:cubicBezTo>
                      <a:lnTo>
                        <a:pt x="36079" y="22613"/>
                      </a:lnTo>
                      <a:cubicBezTo>
                        <a:pt x="38276" y="22613"/>
                        <a:pt x="40073" y="20817"/>
                        <a:pt x="40073" y="18620"/>
                      </a:cubicBezTo>
                      <a:cubicBezTo>
                        <a:pt x="40073" y="16424"/>
                        <a:pt x="38276" y="14626"/>
                        <a:pt x="36079" y="14626"/>
                      </a:cubicBezTo>
                      <a:lnTo>
                        <a:pt x="29376" y="14626"/>
                      </a:lnTo>
                      <a:cubicBezTo>
                        <a:pt x="29342" y="6544"/>
                        <a:pt x="22780" y="1"/>
                        <a:pt x="14688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4" name="Google Shape;12529;p131">
                  <a:extLst>
                    <a:ext uri="{FF2B5EF4-FFF2-40B4-BE49-F238E27FC236}">
                      <a16:creationId xmlns:a16="http://schemas.microsoft.com/office/drawing/2014/main" id="{E9E4D3CE-0F5C-94C7-98BD-FC48E57853C8}"/>
                    </a:ext>
                  </a:extLst>
                </p:cNvPr>
                <p:cNvSpPr/>
                <p:nvPr/>
              </p:nvSpPr>
              <p:spPr>
                <a:xfrm>
                  <a:off x="1470047" y="1560806"/>
                  <a:ext cx="88760" cy="887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96" h="5495" extrusionOk="0">
                      <a:moveTo>
                        <a:pt x="2747" y="0"/>
                      </a:moveTo>
                      <a:cubicBezTo>
                        <a:pt x="1231" y="0"/>
                        <a:pt x="1" y="1230"/>
                        <a:pt x="1" y="2746"/>
                      </a:cubicBezTo>
                      <a:cubicBezTo>
                        <a:pt x="1" y="4265"/>
                        <a:pt x="1231" y="5494"/>
                        <a:pt x="2747" y="5494"/>
                      </a:cubicBezTo>
                      <a:cubicBezTo>
                        <a:pt x="4265" y="5494"/>
                        <a:pt x="5495" y="4265"/>
                        <a:pt x="5495" y="2746"/>
                      </a:cubicBezTo>
                      <a:cubicBezTo>
                        <a:pt x="5495" y="1230"/>
                        <a:pt x="4265" y="0"/>
                        <a:pt x="2747" y="0"/>
                      </a:cubicBezTo>
                      <a:close/>
                    </a:path>
                  </a:pathLst>
                </a:custGeom>
                <a:solidFill>
                  <a:srgbClr val="E3E9E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652" name="Google Shape;12530;p131">
                <a:extLst>
                  <a:ext uri="{FF2B5EF4-FFF2-40B4-BE49-F238E27FC236}">
                    <a16:creationId xmlns:a16="http://schemas.microsoft.com/office/drawing/2014/main" id="{57E4DBDC-6419-4C97-2D96-3665C2A31E8B}"/>
                  </a:ext>
                </a:extLst>
              </p:cNvPr>
              <p:cNvSpPr/>
              <p:nvPr/>
            </p:nvSpPr>
            <p:spPr>
              <a:xfrm>
                <a:off x="986565" y="1362064"/>
                <a:ext cx="363666" cy="363650"/>
              </a:xfrm>
              <a:custGeom>
                <a:avLst/>
                <a:gdLst/>
                <a:ahLst/>
                <a:cxnLst/>
                <a:rect l="l" t="t" r="r" b="b"/>
                <a:pathLst>
                  <a:path w="22518" h="22517" extrusionOk="0">
                    <a:moveTo>
                      <a:pt x="11258" y="0"/>
                    </a:moveTo>
                    <a:cubicBezTo>
                      <a:pt x="8273" y="0"/>
                      <a:pt x="5409" y="1187"/>
                      <a:pt x="3298" y="3297"/>
                    </a:cubicBezTo>
                    <a:cubicBezTo>
                      <a:pt x="1186" y="5409"/>
                      <a:pt x="1" y="8272"/>
                      <a:pt x="1" y="11259"/>
                    </a:cubicBezTo>
                    <a:cubicBezTo>
                      <a:pt x="1" y="14244"/>
                      <a:pt x="1186" y="17109"/>
                      <a:pt x="3298" y="19219"/>
                    </a:cubicBezTo>
                    <a:cubicBezTo>
                      <a:pt x="5409" y="21331"/>
                      <a:pt x="8273" y="22516"/>
                      <a:pt x="11258" y="22516"/>
                    </a:cubicBezTo>
                    <a:cubicBezTo>
                      <a:pt x="14245" y="22516"/>
                      <a:pt x="17108" y="21331"/>
                      <a:pt x="19220" y="19219"/>
                    </a:cubicBezTo>
                    <a:cubicBezTo>
                      <a:pt x="21331" y="17109"/>
                      <a:pt x="22517" y="14244"/>
                      <a:pt x="22517" y="11259"/>
                    </a:cubicBezTo>
                    <a:cubicBezTo>
                      <a:pt x="22517" y="8272"/>
                      <a:pt x="21331" y="5409"/>
                      <a:pt x="19220" y="3297"/>
                    </a:cubicBezTo>
                    <a:cubicBezTo>
                      <a:pt x="17108" y="1187"/>
                      <a:pt x="14245" y="0"/>
                      <a:pt x="11258" y="0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" name="Google Shape;12531;p131">
              <a:extLst>
                <a:ext uri="{FF2B5EF4-FFF2-40B4-BE49-F238E27FC236}">
                  <a16:creationId xmlns:a16="http://schemas.microsoft.com/office/drawing/2014/main" id="{1A212907-D8C0-3FC4-FB66-47032567E89D}"/>
                </a:ext>
              </a:extLst>
            </p:cNvPr>
            <p:cNvGrpSpPr/>
            <p:nvPr/>
          </p:nvGrpSpPr>
          <p:grpSpPr>
            <a:xfrm>
              <a:off x="4509700" y="2122726"/>
              <a:ext cx="709021" cy="782001"/>
              <a:chOff x="5985650" y="2860025"/>
              <a:chExt cx="1396075" cy="1539775"/>
            </a:xfrm>
          </p:grpSpPr>
          <p:sp>
            <p:nvSpPr>
              <p:cNvPr id="616" name="Google Shape;12532;p131">
                <a:extLst>
                  <a:ext uri="{FF2B5EF4-FFF2-40B4-BE49-F238E27FC236}">
                    <a16:creationId xmlns:a16="http://schemas.microsoft.com/office/drawing/2014/main" id="{18AC3298-7306-AE13-46E9-8C0262F19503}"/>
                  </a:ext>
                </a:extLst>
              </p:cNvPr>
              <p:cNvSpPr/>
              <p:nvPr/>
            </p:nvSpPr>
            <p:spPr>
              <a:xfrm>
                <a:off x="6655300" y="3128850"/>
                <a:ext cx="637150" cy="631950"/>
              </a:xfrm>
              <a:custGeom>
                <a:avLst/>
                <a:gdLst/>
                <a:ahLst/>
                <a:cxnLst/>
                <a:rect l="l" t="t" r="r" b="b"/>
                <a:pathLst>
                  <a:path w="25486" h="25278" extrusionOk="0">
                    <a:moveTo>
                      <a:pt x="12746" y="4905"/>
                    </a:moveTo>
                    <a:cubicBezTo>
                      <a:pt x="13701" y="4905"/>
                      <a:pt x="14672" y="5083"/>
                      <a:pt x="15613" y="5460"/>
                    </a:cubicBezTo>
                    <a:cubicBezTo>
                      <a:pt x="19580" y="7047"/>
                      <a:pt x="21508" y="11545"/>
                      <a:pt x="19923" y="15511"/>
                    </a:cubicBezTo>
                    <a:cubicBezTo>
                      <a:pt x="18714" y="18534"/>
                      <a:pt x="15811" y="20374"/>
                      <a:pt x="12742" y="20374"/>
                    </a:cubicBezTo>
                    <a:cubicBezTo>
                      <a:pt x="11786" y="20374"/>
                      <a:pt x="10814" y="20196"/>
                      <a:pt x="9873" y="19819"/>
                    </a:cubicBezTo>
                    <a:cubicBezTo>
                      <a:pt x="5908" y="18234"/>
                      <a:pt x="3978" y="13734"/>
                      <a:pt x="5563" y="9769"/>
                    </a:cubicBezTo>
                    <a:cubicBezTo>
                      <a:pt x="6772" y="6745"/>
                      <a:pt x="9676" y="4905"/>
                      <a:pt x="12746" y="4905"/>
                    </a:cubicBezTo>
                    <a:close/>
                    <a:moveTo>
                      <a:pt x="15551" y="1"/>
                    </a:moveTo>
                    <a:cubicBezTo>
                      <a:pt x="15240" y="1"/>
                      <a:pt x="14946" y="187"/>
                      <a:pt x="14824" y="492"/>
                    </a:cubicBezTo>
                    <a:lnTo>
                      <a:pt x="14047" y="2435"/>
                    </a:lnTo>
                    <a:cubicBezTo>
                      <a:pt x="13612" y="2378"/>
                      <a:pt x="13174" y="2350"/>
                      <a:pt x="12736" y="2350"/>
                    </a:cubicBezTo>
                    <a:cubicBezTo>
                      <a:pt x="12218" y="2350"/>
                      <a:pt x="11700" y="2390"/>
                      <a:pt x="11187" y="2469"/>
                    </a:cubicBezTo>
                    <a:lnTo>
                      <a:pt x="10364" y="547"/>
                    </a:lnTo>
                    <a:cubicBezTo>
                      <a:pt x="10238" y="251"/>
                      <a:pt x="9949" y="73"/>
                      <a:pt x="9646" y="73"/>
                    </a:cubicBezTo>
                    <a:cubicBezTo>
                      <a:pt x="9543" y="73"/>
                      <a:pt x="9438" y="93"/>
                      <a:pt x="9338" y="137"/>
                    </a:cubicBezTo>
                    <a:lnTo>
                      <a:pt x="6036" y="1553"/>
                    </a:lnTo>
                    <a:cubicBezTo>
                      <a:pt x="5640" y="1722"/>
                      <a:pt x="5456" y="2182"/>
                      <a:pt x="5626" y="2579"/>
                    </a:cubicBezTo>
                    <a:lnTo>
                      <a:pt x="6449" y="4501"/>
                    </a:lnTo>
                    <a:cubicBezTo>
                      <a:pt x="5690" y="5085"/>
                      <a:pt x="5019" y="5775"/>
                      <a:pt x="4452" y="6549"/>
                    </a:cubicBezTo>
                    <a:lnTo>
                      <a:pt x="2510" y="5772"/>
                    </a:lnTo>
                    <a:cubicBezTo>
                      <a:pt x="2414" y="5734"/>
                      <a:pt x="2316" y="5716"/>
                      <a:pt x="2219" y="5716"/>
                    </a:cubicBezTo>
                    <a:cubicBezTo>
                      <a:pt x="1910" y="5716"/>
                      <a:pt x="1616" y="5901"/>
                      <a:pt x="1493" y="6208"/>
                    </a:cubicBezTo>
                    <a:lnTo>
                      <a:pt x="161" y="9542"/>
                    </a:lnTo>
                    <a:cubicBezTo>
                      <a:pt x="0" y="9944"/>
                      <a:pt x="194" y="10398"/>
                      <a:pt x="596" y="10558"/>
                    </a:cubicBezTo>
                    <a:lnTo>
                      <a:pt x="2537" y="11335"/>
                    </a:lnTo>
                    <a:cubicBezTo>
                      <a:pt x="2415" y="12285"/>
                      <a:pt x="2426" y="13249"/>
                      <a:pt x="2572" y="14195"/>
                    </a:cubicBezTo>
                    <a:lnTo>
                      <a:pt x="651" y="15018"/>
                    </a:lnTo>
                    <a:cubicBezTo>
                      <a:pt x="253" y="15189"/>
                      <a:pt x="71" y="15649"/>
                      <a:pt x="241" y="16046"/>
                    </a:cubicBezTo>
                    <a:lnTo>
                      <a:pt x="1655" y="19347"/>
                    </a:lnTo>
                    <a:cubicBezTo>
                      <a:pt x="1781" y="19643"/>
                      <a:pt x="2070" y="19821"/>
                      <a:pt x="2373" y="19821"/>
                    </a:cubicBezTo>
                    <a:cubicBezTo>
                      <a:pt x="2476" y="19821"/>
                      <a:pt x="2581" y="19800"/>
                      <a:pt x="2681" y="19756"/>
                    </a:cubicBezTo>
                    <a:lnTo>
                      <a:pt x="4603" y="18933"/>
                    </a:lnTo>
                    <a:cubicBezTo>
                      <a:pt x="5189" y="19692"/>
                      <a:pt x="5879" y="20365"/>
                      <a:pt x="6651" y="20930"/>
                    </a:cubicBezTo>
                    <a:lnTo>
                      <a:pt x="5874" y="22873"/>
                    </a:lnTo>
                    <a:cubicBezTo>
                      <a:pt x="5714" y="23273"/>
                      <a:pt x="5909" y="23728"/>
                      <a:pt x="6310" y="23888"/>
                    </a:cubicBezTo>
                    <a:lnTo>
                      <a:pt x="9645" y="25222"/>
                    </a:lnTo>
                    <a:cubicBezTo>
                      <a:pt x="9740" y="25260"/>
                      <a:pt x="9838" y="25278"/>
                      <a:pt x="9935" y="25278"/>
                    </a:cubicBezTo>
                    <a:cubicBezTo>
                      <a:pt x="10245" y="25278"/>
                      <a:pt x="10538" y="25092"/>
                      <a:pt x="10660" y="24786"/>
                    </a:cubicBezTo>
                    <a:lnTo>
                      <a:pt x="11437" y="22845"/>
                    </a:lnTo>
                    <a:cubicBezTo>
                      <a:pt x="11871" y="22901"/>
                      <a:pt x="12308" y="22929"/>
                      <a:pt x="12745" y="22929"/>
                    </a:cubicBezTo>
                    <a:cubicBezTo>
                      <a:pt x="13264" y="22929"/>
                      <a:pt x="13784" y="22889"/>
                      <a:pt x="14299" y="22810"/>
                    </a:cubicBezTo>
                    <a:lnTo>
                      <a:pt x="15122" y="24732"/>
                    </a:lnTo>
                    <a:cubicBezTo>
                      <a:pt x="15248" y="25028"/>
                      <a:pt x="15536" y="25206"/>
                      <a:pt x="15839" y="25206"/>
                    </a:cubicBezTo>
                    <a:cubicBezTo>
                      <a:pt x="15943" y="25206"/>
                      <a:pt x="16047" y="25185"/>
                      <a:pt x="16148" y="25142"/>
                    </a:cubicBezTo>
                    <a:lnTo>
                      <a:pt x="19449" y="23728"/>
                    </a:lnTo>
                    <a:cubicBezTo>
                      <a:pt x="19846" y="23558"/>
                      <a:pt x="20030" y="23098"/>
                      <a:pt x="19860" y="22701"/>
                    </a:cubicBezTo>
                    <a:lnTo>
                      <a:pt x="19037" y="20780"/>
                    </a:lnTo>
                    <a:cubicBezTo>
                      <a:pt x="19794" y="20194"/>
                      <a:pt x="20467" y="19503"/>
                      <a:pt x="21034" y="18732"/>
                    </a:cubicBezTo>
                    <a:lnTo>
                      <a:pt x="22975" y="19508"/>
                    </a:lnTo>
                    <a:cubicBezTo>
                      <a:pt x="23070" y="19546"/>
                      <a:pt x="23168" y="19564"/>
                      <a:pt x="23265" y="19564"/>
                    </a:cubicBezTo>
                    <a:cubicBezTo>
                      <a:pt x="23576" y="19564"/>
                      <a:pt x="23869" y="19378"/>
                      <a:pt x="23992" y="19073"/>
                    </a:cubicBezTo>
                    <a:lnTo>
                      <a:pt x="25326" y="15737"/>
                    </a:lnTo>
                    <a:cubicBezTo>
                      <a:pt x="25486" y="15337"/>
                      <a:pt x="25290" y="14882"/>
                      <a:pt x="24890" y="14722"/>
                    </a:cubicBezTo>
                    <a:lnTo>
                      <a:pt x="22948" y="13945"/>
                    </a:lnTo>
                    <a:cubicBezTo>
                      <a:pt x="23071" y="12994"/>
                      <a:pt x="23060" y="12032"/>
                      <a:pt x="22914" y="11084"/>
                    </a:cubicBezTo>
                    <a:lnTo>
                      <a:pt x="24835" y="10261"/>
                    </a:lnTo>
                    <a:cubicBezTo>
                      <a:pt x="25231" y="10091"/>
                      <a:pt x="25415" y="9631"/>
                      <a:pt x="25245" y="9234"/>
                    </a:cubicBezTo>
                    <a:lnTo>
                      <a:pt x="23830" y="5934"/>
                    </a:lnTo>
                    <a:cubicBezTo>
                      <a:pt x="23703" y="5637"/>
                      <a:pt x="23414" y="5459"/>
                      <a:pt x="23111" y="5459"/>
                    </a:cubicBezTo>
                    <a:cubicBezTo>
                      <a:pt x="23008" y="5459"/>
                      <a:pt x="22904" y="5479"/>
                      <a:pt x="22803" y="5522"/>
                    </a:cubicBezTo>
                    <a:lnTo>
                      <a:pt x="20882" y="6347"/>
                    </a:lnTo>
                    <a:cubicBezTo>
                      <a:pt x="20297" y="5588"/>
                      <a:pt x="19607" y="4915"/>
                      <a:pt x="18835" y="4348"/>
                    </a:cubicBezTo>
                    <a:lnTo>
                      <a:pt x="19610" y="2408"/>
                    </a:lnTo>
                    <a:cubicBezTo>
                      <a:pt x="19770" y="2006"/>
                      <a:pt x="19577" y="1551"/>
                      <a:pt x="19175" y="1391"/>
                    </a:cubicBezTo>
                    <a:lnTo>
                      <a:pt x="15841" y="57"/>
                    </a:lnTo>
                    <a:cubicBezTo>
                      <a:pt x="15745" y="19"/>
                      <a:pt x="15647" y="1"/>
                      <a:pt x="15551" y="1"/>
                    </a:cubicBezTo>
                    <a:close/>
                  </a:path>
                </a:pathLst>
              </a:custGeom>
              <a:solidFill>
                <a:srgbClr val="445D7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Google Shape;12533;p131">
                <a:extLst>
                  <a:ext uri="{FF2B5EF4-FFF2-40B4-BE49-F238E27FC236}">
                    <a16:creationId xmlns:a16="http://schemas.microsoft.com/office/drawing/2014/main" id="{775CCBC4-838B-16D4-5BEE-82FE672A8A57}"/>
                  </a:ext>
                </a:extLst>
              </p:cNvPr>
              <p:cNvSpPr/>
              <p:nvPr/>
            </p:nvSpPr>
            <p:spPr>
              <a:xfrm>
                <a:off x="6673425" y="3771400"/>
                <a:ext cx="600850" cy="600800"/>
              </a:xfrm>
              <a:custGeom>
                <a:avLst/>
                <a:gdLst/>
                <a:ahLst/>
                <a:cxnLst/>
                <a:rect l="l" t="t" r="r" b="b"/>
                <a:pathLst>
                  <a:path w="24034" h="24032" extrusionOk="0">
                    <a:moveTo>
                      <a:pt x="12017" y="4775"/>
                    </a:moveTo>
                    <a:cubicBezTo>
                      <a:pt x="16016" y="4775"/>
                      <a:pt x="19258" y="8018"/>
                      <a:pt x="19258" y="12017"/>
                    </a:cubicBezTo>
                    <a:cubicBezTo>
                      <a:pt x="19258" y="16015"/>
                      <a:pt x="16016" y="19256"/>
                      <a:pt x="12019" y="19256"/>
                    </a:cubicBezTo>
                    <a:lnTo>
                      <a:pt x="12017" y="19256"/>
                    </a:lnTo>
                    <a:cubicBezTo>
                      <a:pt x="8019" y="19256"/>
                      <a:pt x="4778" y="16015"/>
                      <a:pt x="4778" y="12017"/>
                    </a:cubicBezTo>
                    <a:cubicBezTo>
                      <a:pt x="4778" y="8018"/>
                      <a:pt x="8019" y="4775"/>
                      <a:pt x="12017" y="4775"/>
                    </a:cubicBezTo>
                    <a:close/>
                    <a:moveTo>
                      <a:pt x="10336" y="0"/>
                    </a:moveTo>
                    <a:cubicBezTo>
                      <a:pt x="9932" y="0"/>
                      <a:pt x="9604" y="327"/>
                      <a:pt x="9604" y="732"/>
                    </a:cubicBezTo>
                    <a:lnTo>
                      <a:pt x="9604" y="2689"/>
                    </a:lnTo>
                    <a:cubicBezTo>
                      <a:pt x="8734" y="2913"/>
                      <a:pt x="7902" y="3259"/>
                      <a:pt x="7128" y="3714"/>
                    </a:cubicBezTo>
                    <a:lnTo>
                      <a:pt x="5745" y="2330"/>
                    </a:lnTo>
                    <a:cubicBezTo>
                      <a:pt x="5602" y="2187"/>
                      <a:pt x="5415" y="2115"/>
                      <a:pt x="5228" y="2115"/>
                    </a:cubicBezTo>
                    <a:cubicBezTo>
                      <a:pt x="5040" y="2115"/>
                      <a:pt x="4853" y="2187"/>
                      <a:pt x="4710" y="2330"/>
                    </a:cubicBezTo>
                    <a:lnTo>
                      <a:pt x="2332" y="4708"/>
                    </a:lnTo>
                    <a:cubicBezTo>
                      <a:pt x="2046" y="4995"/>
                      <a:pt x="2046" y="5457"/>
                      <a:pt x="2332" y="5744"/>
                    </a:cubicBezTo>
                    <a:lnTo>
                      <a:pt x="3716" y="7128"/>
                    </a:lnTo>
                    <a:cubicBezTo>
                      <a:pt x="3260" y="7900"/>
                      <a:pt x="2915" y="8734"/>
                      <a:pt x="2691" y="9602"/>
                    </a:cubicBezTo>
                    <a:lnTo>
                      <a:pt x="734" y="9602"/>
                    </a:lnTo>
                    <a:cubicBezTo>
                      <a:pt x="329" y="9602"/>
                      <a:pt x="1" y="9930"/>
                      <a:pt x="1" y="10335"/>
                    </a:cubicBezTo>
                    <a:lnTo>
                      <a:pt x="1" y="13698"/>
                    </a:lnTo>
                    <a:cubicBezTo>
                      <a:pt x="1" y="14101"/>
                      <a:pt x="329" y="14430"/>
                      <a:pt x="734" y="14430"/>
                    </a:cubicBezTo>
                    <a:lnTo>
                      <a:pt x="2691" y="14430"/>
                    </a:lnTo>
                    <a:cubicBezTo>
                      <a:pt x="2915" y="15298"/>
                      <a:pt x="3260" y="16132"/>
                      <a:pt x="3716" y="16904"/>
                    </a:cubicBezTo>
                    <a:lnTo>
                      <a:pt x="2332" y="18289"/>
                    </a:lnTo>
                    <a:cubicBezTo>
                      <a:pt x="2046" y="18574"/>
                      <a:pt x="2046" y="19038"/>
                      <a:pt x="2332" y="19323"/>
                    </a:cubicBezTo>
                    <a:lnTo>
                      <a:pt x="4710" y="21701"/>
                    </a:lnTo>
                    <a:cubicBezTo>
                      <a:pt x="4853" y="21845"/>
                      <a:pt x="5040" y="21916"/>
                      <a:pt x="5228" y="21916"/>
                    </a:cubicBezTo>
                    <a:cubicBezTo>
                      <a:pt x="5415" y="21916"/>
                      <a:pt x="5602" y="21845"/>
                      <a:pt x="5745" y="21701"/>
                    </a:cubicBezTo>
                    <a:lnTo>
                      <a:pt x="7128" y="20318"/>
                    </a:lnTo>
                    <a:cubicBezTo>
                      <a:pt x="7902" y="20774"/>
                      <a:pt x="8736" y="21118"/>
                      <a:pt x="9604" y="21343"/>
                    </a:cubicBezTo>
                    <a:lnTo>
                      <a:pt x="9604" y="23299"/>
                    </a:lnTo>
                    <a:cubicBezTo>
                      <a:pt x="9604" y="23705"/>
                      <a:pt x="9932" y="24031"/>
                      <a:pt x="10336" y="24031"/>
                    </a:cubicBezTo>
                    <a:lnTo>
                      <a:pt x="13699" y="24031"/>
                    </a:lnTo>
                    <a:cubicBezTo>
                      <a:pt x="14104" y="24031"/>
                      <a:pt x="14432" y="23705"/>
                      <a:pt x="14432" y="23299"/>
                    </a:cubicBezTo>
                    <a:lnTo>
                      <a:pt x="14432" y="21343"/>
                    </a:lnTo>
                    <a:cubicBezTo>
                      <a:pt x="15300" y="21118"/>
                      <a:pt x="16134" y="20773"/>
                      <a:pt x="16906" y="20318"/>
                    </a:cubicBezTo>
                    <a:lnTo>
                      <a:pt x="18290" y="21701"/>
                    </a:lnTo>
                    <a:cubicBezTo>
                      <a:pt x="18433" y="21844"/>
                      <a:pt x="18620" y="21915"/>
                      <a:pt x="18808" y="21915"/>
                    </a:cubicBezTo>
                    <a:cubicBezTo>
                      <a:pt x="18995" y="21915"/>
                      <a:pt x="19182" y="21844"/>
                      <a:pt x="19326" y="21701"/>
                    </a:cubicBezTo>
                    <a:lnTo>
                      <a:pt x="21704" y="19323"/>
                    </a:lnTo>
                    <a:cubicBezTo>
                      <a:pt x="21989" y="19037"/>
                      <a:pt x="21989" y="18574"/>
                      <a:pt x="21704" y="18287"/>
                    </a:cubicBezTo>
                    <a:lnTo>
                      <a:pt x="20320" y="16904"/>
                    </a:lnTo>
                    <a:cubicBezTo>
                      <a:pt x="20775" y="16130"/>
                      <a:pt x="21121" y="15298"/>
                      <a:pt x="21345" y="14430"/>
                    </a:cubicBezTo>
                    <a:lnTo>
                      <a:pt x="23302" y="14430"/>
                    </a:lnTo>
                    <a:cubicBezTo>
                      <a:pt x="23705" y="14430"/>
                      <a:pt x="24034" y="14101"/>
                      <a:pt x="24034" y="13696"/>
                    </a:cubicBezTo>
                    <a:lnTo>
                      <a:pt x="24034" y="10334"/>
                    </a:lnTo>
                    <a:cubicBezTo>
                      <a:pt x="24034" y="9930"/>
                      <a:pt x="23705" y="9602"/>
                      <a:pt x="23302" y="9602"/>
                    </a:cubicBezTo>
                    <a:lnTo>
                      <a:pt x="21343" y="9602"/>
                    </a:lnTo>
                    <a:cubicBezTo>
                      <a:pt x="21121" y="8734"/>
                      <a:pt x="20775" y="7900"/>
                      <a:pt x="20320" y="7128"/>
                    </a:cubicBezTo>
                    <a:lnTo>
                      <a:pt x="21704" y="5744"/>
                    </a:lnTo>
                    <a:cubicBezTo>
                      <a:pt x="21989" y="5457"/>
                      <a:pt x="21989" y="4995"/>
                      <a:pt x="21704" y="4708"/>
                    </a:cubicBezTo>
                    <a:lnTo>
                      <a:pt x="19326" y="2330"/>
                    </a:lnTo>
                    <a:cubicBezTo>
                      <a:pt x="19182" y="2187"/>
                      <a:pt x="18995" y="2115"/>
                      <a:pt x="18808" y="2115"/>
                    </a:cubicBezTo>
                    <a:cubicBezTo>
                      <a:pt x="18620" y="2115"/>
                      <a:pt x="18433" y="2187"/>
                      <a:pt x="18290" y="2330"/>
                    </a:cubicBezTo>
                    <a:lnTo>
                      <a:pt x="16906" y="3714"/>
                    </a:lnTo>
                    <a:cubicBezTo>
                      <a:pt x="16133" y="3259"/>
                      <a:pt x="15300" y="2913"/>
                      <a:pt x="14430" y="2689"/>
                    </a:cubicBezTo>
                    <a:lnTo>
                      <a:pt x="14430" y="732"/>
                    </a:lnTo>
                    <a:cubicBezTo>
                      <a:pt x="14430" y="327"/>
                      <a:pt x="14104" y="0"/>
                      <a:pt x="13699" y="0"/>
                    </a:cubicBezTo>
                    <a:close/>
                  </a:path>
                </a:pathLst>
              </a:custGeom>
              <a:solidFill>
                <a:srgbClr val="869F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Google Shape;12534;p131">
                <a:extLst>
                  <a:ext uri="{FF2B5EF4-FFF2-40B4-BE49-F238E27FC236}">
                    <a16:creationId xmlns:a16="http://schemas.microsoft.com/office/drawing/2014/main" id="{71F1FEEA-C198-BE16-6DFA-91C3585B6D73}"/>
                  </a:ext>
                </a:extLst>
              </p:cNvPr>
              <p:cNvSpPr/>
              <p:nvPr/>
            </p:nvSpPr>
            <p:spPr>
              <a:xfrm>
                <a:off x="6073050" y="3509700"/>
                <a:ext cx="641725" cy="636800"/>
              </a:xfrm>
              <a:custGeom>
                <a:avLst/>
                <a:gdLst/>
                <a:ahLst/>
                <a:cxnLst/>
                <a:rect l="l" t="t" r="r" b="b"/>
                <a:pathLst>
                  <a:path w="25669" h="25472" extrusionOk="0">
                    <a:moveTo>
                      <a:pt x="12840" y="5002"/>
                    </a:moveTo>
                    <a:cubicBezTo>
                      <a:pt x="13949" y="5002"/>
                      <a:pt x="15075" y="5242"/>
                      <a:pt x="16144" y="5747"/>
                    </a:cubicBezTo>
                    <a:cubicBezTo>
                      <a:pt x="20003" y="7575"/>
                      <a:pt x="21651" y="12185"/>
                      <a:pt x="19822" y="16044"/>
                    </a:cubicBezTo>
                    <a:cubicBezTo>
                      <a:pt x="18501" y="18836"/>
                      <a:pt x="15726" y="20470"/>
                      <a:pt x="12830" y="20470"/>
                    </a:cubicBezTo>
                    <a:cubicBezTo>
                      <a:pt x="11721" y="20470"/>
                      <a:pt x="10595" y="20230"/>
                      <a:pt x="9525" y="19724"/>
                    </a:cubicBezTo>
                    <a:cubicBezTo>
                      <a:pt x="5666" y="17897"/>
                      <a:pt x="4018" y="13286"/>
                      <a:pt x="5845" y="9427"/>
                    </a:cubicBezTo>
                    <a:cubicBezTo>
                      <a:pt x="7167" y="6636"/>
                      <a:pt x="9944" y="5002"/>
                      <a:pt x="12840" y="5002"/>
                    </a:cubicBezTo>
                    <a:close/>
                    <a:moveTo>
                      <a:pt x="10471" y="1"/>
                    </a:moveTo>
                    <a:cubicBezTo>
                      <a:pt x="10383" y="1"/>
                      <a:pt x="10294" y="16"/>
                      <a:pt x="10208" y="47"/>
                    </a:cubicBezTo>
                    <a:lnTo>
                      <a:pt x="6824" y="1256"/>
                    </a:lnTo>
                    <a:cubicBezTo>
                      <a:pt x="6417" y="1401"/>
                      <a:pt x="6206" y="1848"/>
                      <a:pt x="6351" y="2255"/>
                    </a:cubicBezTo>
                    <a:lnTo>
                      <a:pt x="7054" y="4223"/>
                    </a:lnTo>
                    <a:cubicBezTo>
                      <a:pt x="6262" y="4761"/>
                      <a:pt x="5548" y="5408"/>
                      <a:pt x="4934" y="6145"/>
                    </a:cubicBezTo>
                    <a:lnTo>
                      <a:pt x="3045" y="5249"/>
                    </a:lnTo>
                    <a:cubicBezTo>
                      <a:pt x="2937" y="5199"/>
                      <a:pt x="2823" y="5174"/>
                      <a:pt x="2711" y="5174"/>
                    </a:cubicBezTo>
                    <a:cubicBezTo>
                      <a:pt x="2418" y="5174"/>
                      <a:pt x="2137" y="5340"/>
                      <a:pt x="2004" y="5623"/>
                    </a:cubicBezTo>
                    <a:lnTo>
                      <a:pt x="467" y="8868"/>
                    </a:lnTo>
                    <a:cubicBezTo>
                      <a:pt x="282" y="9259"/>
                      <a:pt x="449" y="9725"/>
                      <a:pt x="840" y="9909"/>
                    </a:cubicBezTo>
                    <a:lnTo>
                      <a:pt x="2729" y="10804"/>
                    </a:lnTo>
                    <a:cubicBezTo>
                      <a:pt x="2548" y="11744"/>
                      <a:pt x="2500" y="12707"/>
                      <a:pt x="2587" y="13661"/>
                    </a:cubicBezTo>
                    <a:lnTo>
                      <a:pt x="619" y="14364"/>
                    </a:lnTo>
                    <a:cubicBezTo>
                      <a:pt x="212" y="14510"/>
                      <a:pt x="1" y="14957"/>
                      <a:pt x="145" y="15363"/>
                    </a:cubicBezTo>
                    <a:lnTo>
                      <a:pt x="1354" y="18747"/>
                    </a:lnTo>
                    <a:cubicBezTo>
                      <a:pt x="1467" y="19067"/>
                      <a:pt x="1768" y="19265"/>
                      <a:pt x="2089" y="19265"/>
                    </a:cubicBezTo>
                    <a:cubicBezTo>
                      <a:pt x="2177" y="19265"/>
                      <a:pt x="2266" y="19251"/>
                      <a:pt x="2353" y="19219"/>
                    </a:cubicBezTo>
                    <a:lnTo>
                      <a:pt x="4321" y="18516"/>
                    </a:lnTo>
                    <a:cubicBezTo>
                      <a:pt x="4859" y="19309"/>
                      <a:pt x="5506" y="20023"/>
                      <a:pt x="6243" y="20637"/>
                    </a:cubicBezTo>
                    <a:lnTo>
                      <a:pt x="5347" y="22526"/>
                    </a:lnTo>
                    <a:cubicBezTo>
                      <a:pt x="5163" y="22917"/>
                      <a:pt x="5330" y="23383"/>
                      <a:pt x="5721" y="23567"/>
                    </a:cubicBezTo>
                    <a:lnTo>
                      <a:pt x="8966" y="25104"/>
                    </a:lnTo>
                    <a:cubicBezTo>
                      <a:pt x="9074" y="25155"/>
                      <a:pt x="9188" y="25179"/>
                      <a:pt x="9300" y="25179"/>
                    </a:cubicBezTo>
                    <a:cubicBezTo>
                      <a:pt x="9593" y="25179"/>
                      <a:pt x="9874" y="25014"/>
                      <a:pt x="10007" y="24731"/>
                    </a:cubicBezTo>
                    <a:lnTo>
                      <a:pt x="10902" y="22842"/>
                    </a:lnTo>
                    <a:cubicBezTo>
                      <a:pt x="11540" y="22964"/>
                      <a:pt x="12187" y="23026"/>
                      <a:pt x="12836" y="23026"/>
                    </a:cubicBezTo>
                    <a:cubicBezTo>
                      <a:pt x="13144" y="23026"/>
                      <a:pt x="13452" y="23012"/>
                      <a:pt x="13759" y="22984"/>
                    </a:cubicBezTo>
                    <a:lnTo>
                      <a:pt x="14462" y="24952"/>
                    </a:lnTo>
                    <a:cubicBezTo>
                      <a:pt x="14577" y="25272"/>
                      <a:pt x="14878" y="25471"/>
                      <a:pt x="15200" y="25471"/>
                    </a:cubicBezTo>
                    <a:cubicBezTo>
                      <a:pt x="15286" y="25471"/>
                      <a:pt x="15375" y="25457"/>
                      <a:pt x="15461" y="25426"/>
                    </a:cubicBezTo>
                    <a:lnTo>
                      <a:pt x="18845" y="24217"/>
                    </a:lnTo>
                    <a:cubicBezTo>
                      <a:pt x="19252" y="24071"/>
                      <a:pt x="19463" y="23625"/>
                      <a:pt x="19318" y="23218"/>
                    </a:cubicBezTo>
                    <a:lnTo>
                      <a:pt x="18615" y="21250"/>
                    </a:lnTo>
                    <a:cubicBezTo>
                      <a:pt x="19407" y="20712"/>
                      <a:pt x="20121" y="20065"/>
                      <a:pt x="20735" y="19328"/>
                    </a:cubicBezTo>
                    <a:lnTo>
                      <a:pt x="22624" y="20223"/>
                    </a:lnTo>
                    <a:cubicBezTo>
                      <a:pt x="22732" y="20274"/>
                      <a:pt x="22846" y="20298"/>
                      <a:pt x="22958" y="20298"/>
                    </a:cubicBezTo>
                    <a:cubicBezTo>
                      <a:pt x="23251" y="20298"/>
                      <a:pt x="23532" y="20133"/>
                      <a:pt x="23665" y="19850"/>
                    </a:cubicBezTo>
                    <a:lnTo>
                      <a:pt x="25202" y="16604"/>
                    </a:lnTo>
                    <a:cubicBezTo>
                      <a:pt x="25387" y="16214"/>
                      <a:pt x="25220" y="15748"/>
                      <a:pt x="24829" y="15564"/>
                    </a:cubicBezTo>
                    <a:lnTo>
                      <a:pt x="22940" y="14668"/>
                    </a:lnTo>
                    <a:cubicBezTo>
                      <a:pt x="23121" y="13727"/>
                      <a:pt x="23169" y="12766"/>
                      <a:pt x="23082" y="11812"/>
                    </a:cubicBezTo>
                    <a:lnTo>
                      <a:pt x="25050" y="11107"/>
                    </a:lnTo>
                    <a:cubicBezTo>
                      <a:pt x="25457" y="10963"/>
                      <a:pt x="25668" y="10515"/>
                      <a:pt x="25523" y="10108"/>
                    </a:cubicBezTo>
                    <a:lnTo>
                      <a:pt x="24315" y="6726"/>
                    </a:lnTo>
                    <a:cubicBezTo>
                      <a:pt x="24201" y="6406"/>
                      <a:pt x="23898" y="6207"/>
                      <a:pt x="23577" y="6207"/>
                    </a:cubicBezTo>
                    <a:cubicBezTo>
                      <a:pt x="23491" y="6207"/>
                      <a:pt x="23402" y="6221"/>
                      <a:pt x="23316" y="6252"/>
                    </a:cubicBezTo>
                    <a:lnTo>
                      <a:pt x="21348" y="6956"/>
                    </a:lnTo>
                    <a:cubicBezTo>
                      <a:pt x="20810" y="6162"/>
                      <a:pt x="20163" y="5450"/>
                      <a:pt x="19426" y="4836"/>
                    </a:cubicBezTo>
                    <a:lnTo>
                      <a:pt x="20320" y="2947"/>
                    </a:lnTo>
                    <a:cubicBezTo>
                      <a:pt x="20506" y="2556"/>
                      <a:pt x="20339" y="2090"/>
                      <a:pt x="19948" y="1906"/>
                    </a:cubicBezTo>
                    <a:lnTo>
                      <a:pt x="16703" y="369"/>
                    </a:lnTo>
                    <a:cubicBezTo>
                      <a:pt x="16595" y="318"/>
                      <a:pt x="16481" y="294"/>
                      <a:pt x="16369" y="294"/>
                    </a:cubicBezTo>
                    <a:cubicBezTo>
                      <a:pt x="16076" y="294"/>
                      <a:pt x="15795" y="459"/>
                      <a:pt x="15662" y="742"/>
                    </a:cubicBezTo>
                    <a:lnTo>
                      <a:pt x="14767" y="2631"/>
                    </a:lnTo>
                    <a:cubicBezTo>
                      <a:pt x="14130" y="2508"/>
                      <a:pt x="13485" y="2447"/>
                      <a:pt x="12839" y="2447"/>
                    </a:cubicBezTo>
                    <a:cubicBezTo>
                      <a:pt x="12529" y="2447"/>
                      <a:pt x="12219" y="2461"/>
                      <a:pt x="11910" y="2489"/>
                    </a:cubicBezTo>
                    <a:lnTo>
                      <a:pt x="11207" y="521"/>
                    </a:lnTo>
                    <a:cubicBezTo>
                      <a:pt x="11092" y="200"/>
                      <a:pt x="10791" y="1"/>
                      <a:pt x="10471" y="1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Google Shape;12535;p131">
                <a:extLst>
                  <a:ext uri="{FF2B5EF4-FFF2-40B4-BE49-F238E27FC236}">
                    <a16:creationId xmlns:a16="http://schemas.microsoft.com/office/drawing/2014/main" id="{31CC86B6-EAB3-3BD7-16AA-73393F3B3C19}"/>
                  </a:ext>
                </a:extLst>
              </p:cNvPr>
              <p:cNvSpPr/>
              <p:nvPr/>
            </p:nvSpPr>
            <p:spPr>
              <a:xfrm>
                <a:off x="6124575" y="2917775"/>
                <a:ext cx="572575" cy="572525"/>
              </a:xfrm>
              <a:custGeom>
                <a:avLst/>
                <a:gdLst/>
                <a:ahLst/>
                <a:cxnLst/>
                <a:rect l="l" t="t" r="r" b="b"/>
                <a:pathLst>
                  <a:path w="22903" h="22901" extrusionOk="0">
                    <a:moveTo>
                      <a:pt x="11452" y="4551"/>
                    </a:moveTo>
                    <a:cubicBezTo>
                      <a:pt x="15263" y="4551"/>
                      <a:pt x="18352" y="7640"/>
                      <a:pt x="18352" y="11451"/>
                    </a:cubicBezTo>
                    <a:cubicBezTo>
                      <a:pt x="18352" y="15262"/>
                      <a:pt x="15263" y="18350"/>
                      <a:pt x="11452" y="18350"/>
                    </a:cubicBezTo>
                    <a:lnTo>
                      <a:pt x="11452" y="18351"/>
                    </a:lnTo>
                    <a:cubicBezTo>
                      <a:pt x="7640" y="18351"/>
                      <a:pt x="4552" y="15262"/>
                      <a:pt x="4552" y="11451"/>
                    </a:cubicBezTo>
                    <a:cubicBezTo>
                      <a:pt x="4552" y="7640"/>
                      <a:pt x="7640" y="4551"/>
                      <a:pt x="11452" y="4551"/>
                    </a:cubicBezTo>
                    <a:close/>
                    <a:moveTo>
                      <a:pt x="9850" y="0"/>
                    </a:moveTo>
                    <a:cubicBezTo>
                      <a:pt x="9464" y="0"/>
                      <a:pt x="9152" y="312"/>
                      <a:pt x="9152" y="698"/>
                    </a:cubicBezTo>
                    <a:lnTo>
                      <a:pt x="9152" y="2564"/>
                    </a:lnTo>
                    <a:cubicBezTo>
                      <a:pt x="8324" y="2777"/>
                      <a:pt x="7530" y="3105"/>
                      <a:pt x="6793" y="3539"/>
                    </a:cubicBezTo>
                    <a:lnTo>
                      <a:pt x="5474" y="2221"/>
                    </a:lnTo>
                    <a:cubicBezTo>
                      <a:pt x="5338" y="2085"/>
                      <a:pt x="5159" y="2017"/>
                      <a:pt x="4981" y="2017"/>
                    </a:cubicBezTo>
                    <a:cubicBezTo>
                      <a:pt x="4802" y="2017"/>
                      <a:pt x="4624" y="2085"/>
                      <a:pt x="4487" y="2221"/>
                    </a:cubicBezTo>
                    <a:lnTo>
                      <a:pt x="2222" y="4487"/>
                    </a:lnTo>
                    <a:cubicBezTo>
                      <a:pt x="1949" y="4759"/>
                      <a:pt x="1949" y="5201"/>
                      <a:pt x="2222" y="5473"/>
                    </a:cubicBezTo>
                    <a:lnTo>
                      <a:pt x="3541" y="6791"/>
                    </a:lnTo>
                    <a:cubicBezTo>
                      <a:pt x="3107" y="7528"/>
                      <a:pt x="2777" y="8322"/>
                      <a:pt x="2564" y="9150"/>
                    </a:cubicBezTo>
                    <a:lnTo>
                      <a:pt x="699" y="9150"/>
                    </a:lnTo>
                    <a:cubicBezTo>
                      <a:pt x="313" y="9150"/>
                      <a:pt x="1" y="9462"/>
                      <a:pt x="1" y="9848"/>
                    </a:cubicBezTo>
                    <a:lnTo>
                      <a:pt x="1" y="13053"/>
                    </a:lnTo>
                    <a:cubicBezTo>
                      <a:pt x="1" y="13438"/>
                      <a:pt x="313" y="13751"/>
                      <a:pt x="699" y="13751"/>
                    </a:cubicBezTo>
                    <a:lnTo>
                      <a:pt x="2564" y="13751"/>
                    </a:lnTo>
                    <a:cubicBezTo>
                      <a:pt x="2777" y="14579"/>
                      <a:pt x="3106" y="15373"/>
                      <a:pt x="3541" y="16109"/>
                    </a:cubicBezTo>
                    <a:lnTo>
                      <a:pt x="2222" y="17427"/>
                    </a:lnTo>
                    <a:cubicBezTo>
                      <a:pt x="1949" y="17701"/>
                      <a:pt x="1949" y="18142"/>
                      <a:pt x="2222" y="18415"/>
                    </a:cubicBezTo>
                    <a:lnTo>
                      <a:pt x="4487" y="20681"/>
                    </a:lnTo>
                    <a:cubicBezTo>
                      <a:pt x="4624" y="20817"/>
                      <a:pt x="4802" y="20885"/>
                      <a:pt x="4981" y="20885"/>
                    </a:cubicBezTo>
                    <a:cubicBezTo>
                      <a:pt x="5159" y="20885"/>
                      <a:pt x="5338" y="20817"/>
                      <a:pt x="5474" y="20681"/>
                    </a:cubicBezTo>
                    <a:lnTo>
                      <a:pt x="6793" y="19362"/>
                    </a:lnTo>
                    <a:cubicBezTo>
                      <a:pt x="7530" y="19796"/>
                      <a:pt x="8324" y="20124"/>
                      <a:pt x="9152" y="20339"/>
                    </a:cubicBezTo>
                    <a:lnTo>
                      <a:pt x="9152" y="22204"/>
                    </a:lnTo>
                    <a:cubicBezTo>
                      <a:pt x="9152" y="22588"/>
                      <a:pt x="9464" y="22901"/>
                      <a:pt x="9850" y="22901"/>
                    </a:cubicBezTo>
                    <a:lnTo>
                      <a:pt x="13055" y="22901"/>
                    </a:lnTo>
                    <a:cubicBezTo>
                      <a:pt x="13439" y="22901"/>
                      <a:pt x="13751" y="22588"/>
                      <a:pt x="13751" y="22204"/>
                    </a:cubicBezTo>
                    <a:lnTo>
                      <a:pt x="13751" y="20339"/>
                    </a:lnTo>
                    <a:cubicBezTo>
                      <a:pt x="14581" y="20124"/>
                      <a:pt x="15373" y="19796"/>
                      <a:pt x="16110" y="19362"/>
                    </a:cubicBezTo>
                    <a:lnTo>
                      <a:pt x="17429" y="20680"/>
                    </a:lnTo>
                    <a:cubicBezTo>
                      <a:pt x="17566" y="20816"/>
                      <a:pt x="17744" y="20884"/>
                      <a:pt x="17923" y="20884"/>
                    </a:cubicBezTo>
                    <a:cubicBezTo>
                      <a:pt x="18101" y="20884"/>
                      <a:pt x="18280" y="20816"/>
                      <a:pt x="18416" y="20680"/>
                    </a:cubicBezTo>
                    <a:lnTo>
                      <a:pt x="20682" y="18414"/>
                    </a:lnTo>
                    <a:cubicBezTo>
                      <a:pt x="20954" y="18142"/>
                      <a:pt x="20954" y="17700"/>
                      <a:pt x="20682" y="17427"/>
                    </a:cubicBezTo>
                    <a:lnTo>
                      <a:pt x="19364" y="16109"/>
                    </a:lnTo>
                    <a:cubicBezTo>
                      <a:pt x="19798" y="15373"/>
                      <a:pt x="20126" y="14579"/>
                      <a:pt x="20339" y="13751"/>
                    </a:cubicBezTo>
                    <a:lnTo>
                      <a:pt x="22205" y="13751"/>
                    </a:lnTo>
                    <a:cubicBezTo>
                      <a:pt x="22591" y="13751"/>
                      <a:pt x="22903" y="13438"/>
                      <a:pt x="22903" y="13053"/>
                    </a:cubicBezTo>
                    <a:lnTo>
                      <a:pt x="22903" y="9850"/>
                    </a:lnTo>
                    <a:cubicBezTo>
                      <a:pt x="22903" y="9465"/>
                      <a:pt x="22592" y="9152"/>
                      <a:pt x="22208" y="9152"/>
                    </a:cubicBezTo>
                    <a:cubicBezTo>
                      <a:pt x="22207" y="9152"/>
                      <a:pt x="22206" y="9152"/>
                      <a:pt x="22205" y="9152"/>
                    </a:cubicBezTo>
                    <a:lnTo>
                      <a:pt x="20339" y="9152"/>
                    </a:lnTo>
                    <a:cubicBezTo>
                      <a:pt x="20126" y="8322"/>
                      <a:pt x="19798" y="7530"/>
                      <a:pt x="19364" y="6793"/>
                    </a:cubicBezTo>
                    <a:lnTo>
                      <a:pt x="20682" y="5473"/>
                    </a:lnTo>
                    <a:cubicBezTo>
                      <a:pt x="20954" y="5201"/>
                      <a:pt x="20954" y="4759"/>
                      <a:pt x="20682" y="4487"/>
                    </a:cubicBezTo>
                    <a:lnTo>
                      <a:pt x="18416" y="2221"/>
                    </a:lnTo>
                    <a:cubicBezTo>
                      <a:pt x="18280" y="2085"/>
                      <a:pt x="18101" y="2017"/>
                      <a:pt x="17923" y="2017"/>
                    </a:cubicBezTo>
                    <a:cubicBezTo>
                      <a:pt x="17744" y="2017"/>
                      <a:pt x="17566" y="2085"/>
                      <a:pt x="17429" y="2221"/>
                    </a:cubicBezTo>
                    <a:lnTo>
                      <a:pt x="16110" y="3541"/>
                    </a:lnTo>
                    <a:cubicBezTo>
                      <a:pt x="15373" y="3105"/>
                      <a:pt x="14581" y="2777"/>
                      <a:pt x="13751" y="2564"/>
                    </a:cubicBezTo>
                    <a:lnTo>
                      <a:pt x="13751" y="698"/>
                    </a:lnTo>
                    <a:cubicBezTo>
                      <a:pt x="13751" y="312"/>
                      <a:pt x="13439" y="0"/>
                      <a:pt x="13055" y="0"/>
                    </a:cubicBezTo>
                    <a:close/>
                  </a:path>
                </a:pathLst>
              </a:custGeom>
              <a:solidFill>
                <a:srgbClr val="A5B7C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Google Shape;12536;p131">
                <a:extLst>
                  <a:ext uri="{FF2B5EF4-FFF2-40B4-BE49-F238E27FC236}">
                    <a16:creationId xmlns:a16="http://schemas.microsoft.com/office/drawing/2014/main" id="{363BFEEC-AD82-9818-25DD-BEB0D5279A00}"/>
                  </a:ext>
                </a:extLst>
              </p:cNvPr>
              <p:cNvSpPr/>
              <p:nvPr/>
            </p:nvSpPr>
            <p:spPr>
              <a:xfrm>
                <a:off x="6459975" y="2867300"/>
                <a:ext cx="101300" cy="50500"/>
              </a:xfrm>
              <a:custGeom>
                <a:avLst/>
                <a:gdLst/>
                <a:ahLst/>
                <a:cxnLst/>
                <a:rect l="l" t="t" r="r" b="b"/>
                <a:pathLst>
                  <a:path w="4052" h="2020" extrusionOk="0">
                    <a:moveTo>
                      <a:pt x="272" y="1"/>
                    </a:moveTo>
                    <a:cubicBezTo>
                      <a:pt x="157" y="1"/>
                      <a:pt x="54" y="82"/>
                      <a:pt x="29" y="200"/>
                    </a:cubicBezTo>
                    <a:cubicBezTo>
                      <a:pt x="0" y="338"/>
                      <a:pt x="87" y="474"/>
                      <a:pt x="225" y="507"/>
                    </a:cubicBezTo>
                    <a:cubicBezTo>
                      <a:pt x="1077" y="719"/>
                      <a:pt x="1895" y="1049"/>
                      <a:pt x="2657" y="1486"/>
                    </a:cubicBezTo>
                    <a:lnTo>
                      <a:pt x="2505" y="1740"/>
                    </a:lnTo>
                    <a:cubicBezTo>
                      <a:pt x="2459" y="1819"/>
                      <a:pt x="2511" y="1918"/>
                      <a:pt x="2603" y="1926"/>
                    </a:cubicBezTo>
                    <a:lnTo>
                      <a:pt x="3887" y="2019"/>
                    </a:lnTo>
                    <a:cubicBezTo>
                      <a:pt x="3890" y="2019"/>
                      <a:pt x="3893" y="2019"/>
                      <a:pt x="3895" y="2019"/>
                    </a:cubicBezTo>
                    <a:cubicBezTo>
                      <a:pt x="3991" y="2019"/>
                      <a:pt x="4052" y="1913"/>
                      <a:pt x="3999" y="1830"/>
                    </a:cubicBezTo>
                    <a:lnTo>
                      <a:pt x="3302" y="746"/>
                    </a:lnTo>
                    <a:cubicBezTo>
                      <a:pt x="3278" y="709"/>
                      <a:pt x="3239" y="690"/>
                      <a:pt x="3200" y="690"/>
                    </a:cubicBezTo>
                    <a:cubicBezTo>
                      <a:pt x="3159" y="690"/>
                      <a:pt x="3118" y="711"/>
                      <a:pt x="3094" y="751"/>
                    </a:cubicBezTo>
                    <a:lnTo>
                      <a:pt x="2917" y="1047"/>
                    </a:lnTo>
                    <a:cubicBezTo>
                      <a:pt x="2108" y="581"/>
                      <a:pt x="1237" y="230"/>
                      <a:pt x="330" y="8"/>
                    </a:cubicBezTo>
                    <a:cubicBezTo>
                      <a:pt x="311" y="3"/>
                      <a:pt x="291" y="1"/>
                      <a:pt x="272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Google Shape;12537;p131">
                <a:extLst>
                  <a:ext uri="{FF2B5EF4-FFF2-40B4-BE49-F238E27FC236}">
                    <a16:creationId xmlns:a16="http://schemas.microsoft.com/office/drawing/2014/main" id="{423EF8D7-15B4-D6BA-682B-62B3CCAE09D1}"/>
                  </a:ext>
                </a:extLst>
              </p:cNvPr>
              <p:cNvSpPr/>
              <p:nvPr/>
            </p:nvSpPr>
            <p:spPr>
              <a:xfrm>
                <a:off x="6389025" y="2860025"/>
                <a:ext cx="63100" cy="15700"/>
              </a:xfrm>
              <a:custGeom>
                <a:avLst/>
                <a:gdLst/>
                <a:ahLst/>
                <a:cxnLst/>
                <a:rect l="l" t="t" r="r" b="b"/>
                <a:pathLst>
                  <a:path w="2524" h="628" extrusionOk="0">
                    <a:moveTo>
                      <a:pt x="787" y="1"/>
                    </a:moveTo>
                    <a:cubicBezTo>
                      <a:pt x="605" y="1"/>
                      <a:pt x="424" y="7"/>
                      <a:pt x="241" y="19"/>
                    </a:cubicBezTo>
                    <a:cubicBezTo>
                      <a:pt x="103" y="31"/>
                      <a:pt x="1" y="153"/>
                      <a:pt x="11" y="291"/>
                    </a:cubicBezTo>
                    <a:cubicBezTo>
                      <a:pt x="20" y="425"/>
                      <a:pt x="132" y="528"/>
                      <a:pt x="263" y="528"/>
                    </a:cubicBezTo>
                    <a:cubicBezTo>
                      <a:pt x="268" y="528"/>
                      <a:pt x="273" y="528"/>
                      <a:pt x="278" y="528"/>
                    </a:cubicBezTo>
                    <a:cubicBezTo>
                      <a:pt x="448" y="518"/>
                      <a:pt x="617" y="512"/>
                      <a:pt x="787" y="512"/>
                    </a:cubicBezTo>
                    <a:cubicBezTo>
                      <a:pt x="1261" y="512"/>
                      <a:pt x="1734" y="550"/>
                      <a:pt x="2203" y="624"/>
                    </a:cubicBezTo>
                    <a:cubicBezTo>
                      <a:pt x="2217" y="626"/>
                      <a:pt x="2231" y="627"/>
                      <a:pt x="2245" y="627"/>
                    </a:cubicBezTo>
                    <a:cubicBezTo>
                      <a:pt x="2363" y="627"/>
                      <a:pt x="2470" y="544"/>
                      <a:pt x="2494" y="424"/>
                    </a:cubicBezTo>
                    <a:cubicBezTo>
                      <a:pt x="2523" y="283"/>
                      <a:pt x="2430" y="145"/>
                      <a:pt x="2288" y="121"/>
                    </a:cubicBezTo>
                    <a:cubicBezTo>
                      <a:pt x="1791" y="43"/>
                      <a:pt x="1288" y="3"/>
                      <a:pt x="787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Google Shape;12538;p131">
                <a:extLst>
                  <a:ext uri="{FF2B5EF4-FFF2-40B4-BE49-F238E27FC236}">
                    <a16:creationId xmlns:a16="http://schemas.microsoft.com/office/drawing/2014/main" id="{6FE3283A-418E-0C51-0DB0-DEFC13C2C6A4}"/>
                  </a:ext>
                </a:extLst>
              </p:cNvPr>
              <p:cNvSpPr/>
              <p:nvPr/>
            </p:nvSpPr>
            <p:spPr>
              <a:xfrm>
                <a:off x="6279750" y="2879875"/>
                <a:ext cx="396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584" h="1040" extrusionOk="0">
                    <a:moveTo>
                      <a:pt x="1330" y="1"/>
                    </a:moveTo>
                    <a:cubicBezTo>
                      <a:pt x="1303" y="1"/>
                      <a:pt x="1276" y="6"/>
                      <a:pt x="1249" y="17"/>
                    </a:cubicBezTo>
                    <a:cubicBezTo>
                      <a:pt x="878" y="174"/>
                      <a:pt x="518" y="355"/>
                      <a:pt x="168" y="557"/>
                    </a:cubicBezTo>
                    <a:cubicBezTo>
                      <a:pt x="58" y="621"/>
                      <a:pt x="0" y="757"/>
                      <a:pt x="47" y="876"/>
                    </a:cubicBezTo>
                    <a:cubicBezTo>
                      <a:pt x="86" y="979"/>
                      <a:pt x="183" y="1040"/>
                      <a:pt x="284" y="1040"/>
                    </a:cubicBezTo>
                    <a:cubicBezTo>
                      <a:pt x="327" y="1040"/>
                      <a:pt x="371" y="1029"/>
                      <a:pt x="412" y="1005"/>
                    </a:cubicBezTo>
                    <a:cubicBezTo>
                      <a:pt x="727" y="823"/>
                      <a:pt x="1054" y="658"/>
                      <a:pt x="1389" y="512"/>
                    </a:cubicBezTo>
                    <a:cubicBezTo>
                      <a:pt x="1518" y="458"/>
                      <a:pt x="1584" y="312"/>
                      <a:pt x="1538" y="177"/>
                    </a:cubicBezTo>
                    <a:lnTo>
                      <a:pt x="1525" y="141"/>
                    </a:lnTo>
                    <a:cubicBezTo>
                      <a:pt x="1496" y="54"/>
                      <a:pt x="1415" y="1"/>
                      <a:pt x="133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Google Shape;12539;p131">
                <a:extLst>
                  <a:ext uri="{FF2B5EF4-FFF2-40B4-BE49-F238E27FC236}">
                    <a16:creationId xmlns:a16="http://schemas.microsoft.com/office/drawing/2014/main" id="{7260A99C-D52C-A0C3-F7D9-33A3B9BE7E64}"/>
                  </a:ext>
                </a:extLst>
              </p:cNvPr>
              <p:cNvSpPr/>
              <p:nvPr/>
            </p:nvSpPr>
            <p:spPr>
              <a:xfrm>
                <a:off x="6325825" y="2862750"/>
                <a:ext cx="54425" cy="22400"/>
              </a:xfrm>
              <a:custGeom>
                <a:avLst/>
                <a:gdLst/>
                <a:ahLst/>
                <a:cxnLst/>
                <a:rect l="l" t="t" r="r" b="b"/>
                <a:pathLst>
                  <a:path w="2177" h="896" extrusionOk="0">
                    <a:moveTo>
                      <a:pt x="1906" y="0"/>
                    </a:moveTo>
                    <a:cubicBezTo>
                      <a:pt x="1894" y="0"/>
                      <a:pt x="1883" y="1"/>
                      <a:pt x="1871" y="2"/>
                    </a:cubicBezTo>
                    <a:cubicBezTo>
                      <a:pt x="1306" y="87"/>
                      <a:pt x="748" y="220"/>
                      <a:pt x="205" y="400"/>
                    </a:cubicBezTo>
                    <a:cubicBezTo>
                      <a:pt x="71" y="444"/>
                      <a:pt x="0" y="590"/>
                      <a:pt x="47" y="725"/>
                    </a:cubicBezTo>
                    <a:cubicBezTo>
                      <a:pt x="84" y="829"/>
                      <a:pt x="183" y="895"/>
                      <a:pt x="288" y="895"/>
                    </a:cubicBezTo>
                    <a:cubicBezTo>
                      <a:pt x="316" y="895"/>
                      <a:pt x="343" y="891"/>
                      <a:pt x="370" y="882"/>
                    </a:cubicBezTo>
                    <a:cubicBezTo>
                      <a:pt x="883" y="712"/>
                      <a:pt x="1408" y="587"/>
                      <a:pt x="1941" y="507"/>
                    </a:cubicBezTo>
                    <a:cubicBezTo>
                      <a:pt x="2081" y="488"/>
                      <a:pt x="2177" y="360"/>
                      <a:pt x="2157" y="220"/>
                    </a:cubicBezTo>
                    <a:cubicBezTo>
                      <a:pt x="2140" y="93"/>
                      <a:pt x="2031" y="0"/>
                      <a:pt x="1906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Google Shape;12540;p131">
                <a:extLst>
                  <a:ext uri="{FF2B5EF4-FFF2-40B4-BE49-F238E27FC236}">
                    <a16:creationId xmlns:a16="http://schemas.microsoft.com/office/drawing/2014/main" id="{72C36469-58A2-DF5B-5FC8-63408899455E}"/>
                  </a:ext>
                </a:extLst>
              </p:cNvPr>
              <p:cNvSpPr/>
              <p:nvPr/>
            </p:nvSpPr>
            <p:spPr>
              <a:xfrm>
                <a:off x="7023725" y="3061400"/>
                <a:ext cx="101300" cy="50475"/>
              </a:xfrm>
              <a:custGeom>
                <a:avLst/>
                <a:gdLst/>
                <a:ahLst/>
                <a:cxnLst/>
                <a:rect l="l" t="t" r="r" b="b"/>
                <a:pathLst>
                  <a:path w="4052" h="2019" extrusionOk="0">
                    <a:moveTo>
                      <a:pt x="273" y="0"/>
                    </a:moveTo>
                    <a:cubicBezTo>
                      <a:pt x="158" y="0"/>
                      <a:pt x="53" y="81"/>
                      <a:pt x="29" y="199"/>
                    </a:cubicBezTo>
                    <a:cubicBezTo>
                      <a:pt x="0" y="339"/>
                      <a:pt x="87" y="475"/>
                      <a:pt x="225" y="507"/>
                    </a:cubicBezTo>
                    <a:cubicBezTo>
                      <a:pt x="1077" y="720"/>
                      <a:pt x="1895" y="1048"/>
                      <a:pt x="2655" y="1487"/>
                    </a:cubicBezTo>
                    <a:lnTo>
                      <a:pt x="2505" y="1740"/>
                    </a:lnTo>
                    <a:cubicBezTo>
                      <a:pt x="2459" y="1818"/>
                      <a:pt x="2511" y="1919"/>
                      <a:pt x="2603" y="1925"/>
                    </a:cubicBezTo>
                    <a:lnTo>
                      <a:pt x="3885" y="2018"/>
                    </a:lnTo>
                    <a:cubicBezTo>
                      <a:pt x="3889" y="2019"/>
                      <a:pt x="3892" y="2019"/>
                      <a:pt x="3896" y="2019"/>
                    </a:cubicBezTo>
                    <a:cubicBezTo>
                      <a:pt x="3991" y="2019"/>
                      <a:pt x="4052" y="1911"/>
                      <a:pt x="3999" y="1829"/>
                    </a:cubicBezTo>
                    <a:lnTo>
                      <a:pt x="3302" y="747"/>
                    </a:lnTo>
                    <a:cubicBezTo>
                      <a:pt x="3278" y="709"/>
                      <a:pt x="3238" y="690"/>
                      <a:pt x="3198" y="690"/>
                    </a:cubicBezTo>
                    <a:cubicBezTo>
                      <a:pt x="3157" y="690"/>
                      <a:pt x="3116" y="710"/>
                      <a:pt x="3093" y="750"/>
                    </a:cubicBezTo>
                    <a:lnTo>
                      <a:pt x="2917" y="1048"/>
                    </a:lnTo>
                    <a:cubicBezTo>
                      <a:pt x="2108" y="582"/>
                      <a:pt x="1237" y="231"/>
                      <a:pt x="330" y="7"/>
                    </a:cubicBezTo>
                    <a:cubicBezTo>
                      <a:pt x="311" y="3"/>
                      <a:pt x="292" y="0"/>
                      <a:pt x="273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Google Shape;12541;p131">
                <a:extLst>
                  <a:ext uri="{FF2B5EF4-FFF2-40B4-BE49-F238E27FC236}">
                    <a16:creationId xmlns:a16="http://schemas.microsoft.com/office/drawing/2014/main" id="{B905496F-000C-CC94-1AC4-7E8D417D2584}"/>
                  </a:ext>
                </a:extLst>
              </p:cNvPr>
              <p:cNvSpPr/>
              <p:nvPr/>
            </p:nvSpPr>
            <p:spPr>
              <a:xfrm>
                <a:off x="6952750" y="3054150"/>
                <a:ext cx="63100" cy="15650"/>
              </a:xfrm>
              <a:custGeom>
                <a:avLst/>
                <a:gdLst/>
                <a:ahLst/>
                <a:cxnLst/>
                <a:rect l="l" t="t" r="r" b="b"/>
                <a:pathLst>
                  <a:path w="2524" h="626" extrusionOk="0">
                    <a:moveTo>
                      <a:pt x="787" y="1"/>
                    </a:moveTo>
                    <a:cubicBezTo>
                      <a:pt x="606" y="1"/>
                      <a:pt x="423" y="7"/>
                      <a:pt x="242" y="18"/>
                    </a:cubicBezTo>
                    <a:cubicBezTo>
                      <a:pt x="104" y="31"/>
                      <a:pt x="0" y="151"/>
                      <a:pt x="10" y="291"/>
                    </a:cubicBezTo>
                    <a:cubicBezTo>
                      <a:pt x="21" y="425"/>
                      <a:pt x="131" y="526"/>
                      <a:pt x="264" y="526"/>
                    </a:cubicBezTo>
                    <a:cubicBezTo>
                      <a:pt x="269" y="526"/>
                      <a:pt x="274" y="526"/>
                      <a:pt x="279" y="526"/>
                    </a:cubicBezTo>
                    <a:cubicBezTo>
                      <a:pt x="447" y="516"/>
                      <a:pt x="617" y="510"/>
                      <a:pt x="787" y="510"/>
                    </a:cubicBezTo>
                    <a:cubicBezTo>
                      <a:pt x="1261" y="512"/>
                      <a:pt x="1735" y="548"/>
                      <a:pt x="2204" y="622"/>
                    </a:cubicBezTo>
                    <a:cubicBezTo>
                      <a:pt x="2218" y="624"/>
                      <a:pt x="2232" y="626"/>
                      <a:pt x="2246" y="626"/>
                    </a:cubicBezTo>
                    <a:cubicBezTo>
                      <a:pt x="2364" y="626"/>
                      <a:pt x="2469" y="542"/>
                      <a:pt x="2495" y="422"/>
                    </a:cubicBezTo>
                    <a:cubicBezTo>
                      <a:pt x="2524" y="281"/>
                      <a:pt x="2430" y="145"/>
                      <a:pt x="2289" y="121"/>
                    </a:cubicBezTo>
                    <a:cubicBezTo>
                      <a:pt x="1792" y="41"/>
                      <a:pt x="1289" y="1"/>
                      <a:pt x="787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Google Shape;12542;p131">
                <a:extLst>
                  <a:ext uri="{FF2B5EF4-FFF2-40B4-BE49-F238E27FC236}">
                    <a16:creationId xmlns:a16="http://schemas.microsoft.com/office/drawing/2014/main" id="{FEB14BF0-266A-D366-8D51-BCF910734616}"/>
                  </a:ext>
                </a:extLst>
              </p:cNvPr>
              <p:cNvSpPr/>
              <p:nvPr/>
            </p:nvSpPr>
            <p:spPr>
              <a:xfrm>
                <a:off x="6843450" y="3073975"/>
                <a:ext cx="39625" cy="26025"/>
              </a:xfrm>
              <a:custGeom>
                <a:avLst/>
                <a:gdLst/>
                <a:ahLst/>
                <a:cxnLst/>
                <a:rect l="l" t="t" r="r" b="b"/>
                <a:pathLst>
                  <a:path w="1585" h="1041" extrusionOk="0">
                    <a:moveTo>
                      <a:pt x="1331" y="0"/>
                    </a:moveTo>
                    <a:cubicBezTo>
                      <a:pt x="1304" y="0"/>
                      <a:pt x="1277" y="6"/>
                      <a:pt x="1251" y="16"/>
                    </a:cubicBezTo>
                    <a:cubicBezTo>
                      <a:pt x="880" y="175"/>
                      <a:pt x="518" y="356"/>
                      <a:pt x="170" y="558"/>
                    </a:cubicBezTo>
                    <a:cubicBezTo>
                      <a:pt x="60" y="622"/>
                      <a:pt x="1" y="758"/>
                      <a:pt x="47" y="876"/>
                    </a:cubicBezTo>
                    <a:cubicBezTo>
                      <a:pt x="87" y="979"/>
                      <a:pt x="185" y="1040"/>
                      <a:pt x="287" y="1040"/>
                    </a:cubicBezTo>
                    <a:cubicBezTo>
                      <a:pt x="330" y="1040"/>
                      <a:pt x="373" y="1029"/>
                      <a:pt x="414" y="1006"/>
                    </a:cubicBezTo>
                    <a:cubicBezTo>
                      <a:pt x="729" y="822"/>
                      <a:pt x="1056" y="657"/>
                      <a:pt x="1391" y="513"/>
                    </a:cubicBezTo>
                    <a:cubicBezTo>
                      <a:pt x="1520" y="457"/>
                      <a:pt x="1584" y="311"/>
                      <a:pt x="1540" y="178"/>
                    </a:cubicBezTo>
                    <a:lnTo>
                      <a:pt x="1527" y="141"/>
                    </a:lnTo>
                    <a:cubicBezTo>
                      <a:pt x="1497" y="55"/>
                      <a:pt x="1417" y="0"/>
                      <a:pt x="1331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Google Shape;12543;p131">
                <a:extLst>
                  <a:ext uri="{FF2B5EF4-FFF2-40B4-BE49-F238E27FC236}">
                    <a16:creationId xmlns:a16="http://schemas.microsoft.com/office/drawing/2014/main" id="{86A39935-0070-C3CA-215C-15469E6BE1EA}"/>
                  </a:ext>
                </a:extLst>
              </p:cNvPr>
              <p:cNvSpPr/>
              <p:nvPr/>
            </p:nvSpPr>
            <p:spPr>
              <a:xfrm>
                <a:off x="6889575" y="3056825"/>
                <a:ext cx="54425" cy="22400"/>
              </a:xfrm>
              <a:custGeom>
                <a:avLst/>
                <a:gdLst/>
                <a:ahLst/>
                <a:cxnLst/>
                <a:rect l="l" t="t" r="r" b="b"/>
                <a:pathLst>
                  <a:path w="2177" h="896" extrusionOk="0">
                    <a:moveTo>
                      <a:pt x="1906" y="0"/>
                    </a:moveTo>
                    <a:cubicBezTo>
                      <a:pt x="1894" y="0"/>
                      <a:pt x="1883" y="1"/>
                      <a:pt x="1871" y="3"/>
                    </a:cubicBezTo>
                    <a:lnTo>
                      <a:pt x="1871" y="4"/>
                    </a:lnTo>
                    <a:cubicBezTo>
                      <a:pt x="1306" y="88"/>
                      <a:pt x="748" y="220"/>
                      <a:pt x="205" y="400"/>
                    </a:cubicBezTo>
                    <a:cubicBezTo>
                      <a:pt x="71" y="446"/>
                      <a:pt x="0" y="592"/>
                      <a:pt x="47" y="725"/>
                    </a:cubicBezTo>
                    <a:cubicBezTo>
                      <a:pt x="84" y="830"/>
                      <a:pt x="182" y="896"/>
                      <a:pt x="288" y="896"/>
                    </a:cubicBezTo>
                    <a:cubicBezTo>
                      <a:pt x="315" y="896"/>
                      <a:pt x="343" y="891"/>
                      <a:pt x="370" y="882"/>
                    </a:cubicBezTo>
                    <a:cubicBezTo>
                      <a:pt x="881" y="714"/>
                      <a:pt x="1406" y="587"/>
                      <a:pt x="1940" y="509"/>
                    </a:cubicBezTo>
                    <a:cubicBezTo>
                      <a:pt x="2079" y="490"/>
                      <a:pt x="2177" y="360"/>
                      <a:pt x="2157" y="220"/>
                    </a:cubicBezTo>
                    <a:cubicBezTo>
                      <a:pt x="2140" y="93"/>
                      <a:pt x="2031" y="0"/>
                      <a:pt x="1906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Google Shape;12544;p131">
                <a:extLst>
                  <a:ext uri="{FF2B5EF4-FFF2-40B4-BE49-F238E27FC236}">
                    <a16:creationId xmlns:a16="http://schemas.microsoft.com/office/drawing/2014/main" id="{35D7FE5B-C837-31DF-59E3-02EB6C2CC309}"/>
                  </a:ext>
                </a:extLst>
              </p:cNvPr>
              <p:cNvSpPr/>
              <p:nvPr/>
            </p:nvSpPr>
            <p:spPr>
              <a:xfrm>
                <a:off x="6245350" y="4177200"/>
                <a:ext cx="101275" cy="50475"/>
              </a:xfrm>
              <a:custGeom>
                <a:avLst/>
                <a:gdLst/>
                <a:ahLst/>
                <a:cxnLst/>
                <a:rect l="l" t="t" r="r" b="b"/>
                <a:pathLst>
                  <a:path w="4051" h="2019" extrusionOk="0">
                    <a:moveTo>
                      <a:pt x="157" y="1"/>
                    </a:moveTo>
                    <a:cubicBezTo>
                      <a:pt x="61" y="1"/>
                      <a:pt x="1" y="107"/>
                      <a:pt x="54" y="190"/>
                    </a:cubicBezTo>
                    <a:lnTo>
                      <a:pt x="750" y="1274"/>
                    </a:lnTo>
                    <a:cubicBezTo>
                      <a:pt x="774" y="1311"/>
                      <a:pt x="813" y="1330"/>
                      <a:pt x="852" y="1330"/>
                    </a:cubicBezTo>
                    <a:cubicBezTo>
                      <a:pt x="893" y="1330"/>
                      <a:pt x="935" y="1309"/>
                      <a:pt x="958" y="1269"/>
                    </a:cubicBezTo>
                    <a:lnTo>
                      <a:pt x="1136" y="973"/>
                    </a:lnTo>
                    <a:cubicBezTo>
                      <a:pt x="1945" y="1439"/>
                      <a:pt x="2816" y="1788"/>
                      <a:pt x="3722" y="2012"/>
                    </a:cubicBezTo>
                    <a:cubicBezTo>
                      <a:pt x="3741" y="2017"/>
                      <a:pt x="3761" y="2019"/>
                      <a:pt x="3779" y="2019"/>
                    </a:cubicBezTo>
                    <a:cubicBezTo>
                      <a:pt x="3895" y="2019"/>
                      <a:pt x="3999" y="1938"/>
                      <a:pt x="4023" y="1820"/>
                    </a:cubicBezTo>
                    <a:cubicBezTo>
                      <a:pt x="4051" y="1682"/>
                      <a:pt x="3964" y="1546"/>
                      <a:pt x="3828" y="1512"/>
                    </a:cubicBezTo>
                    <a:cubicBezTo>
                      <a:pt x="2976" y="1301"/>
                      <a:pt x="2158" y="971"/>
                      <a:pt x="1396" y="534"/>
                    </a:cubicBezTo>
                    <a:lnTo>
                      <a:pt x="1548" y="279"/>
                    </a:lnTo>
                    <a:cubicBezTo>
                      <a:pt x="1594" y="201"/>
                      <a:pt x="1541" y="100"/>
                      <a:pt x="1450" y="94"/>
                    </a:cubicBezTo>
                    <a:lnTo>
                      <a:pt x="166" y="1"/>
                    </a:lnTo>
                    <a:cubicBezTo>
                      <a:pt x="163" y="1"/>
                      <a:pt x="160" y="1"/>
                      <a:pt x="157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Google Shape;12545;p131">
                <a:extLst>
                  <a:ext uri="{FF2B5EF4-FFF2-40B4-BE49-F238E27FC236}">
                    <a16:creationId xmlns:a16="http://schemas.microsoft.com/office/drawing/2014/main" id="{CEB834D7-435F-5DE3-FA41-6303724D0BD7}"/>
                  </a:ext>
                </a:extLst>
              </p:cNvPr>
              <p:cNvSpPr/>
              <p:nvPr/>
            </p:nvSpPr>
            <p:spPr>
              <a:xfrm>
                <a:off x="6354525" y="4219275"/>
                <a:ext cx="63075" cy="15675"/>
              </a:xfrm>
              <a:custGeom>
                <a:avLst/>
                <a:gdLst/>
                <a:ahLst/>
                <a:cxnLst/>
                <a:rect l="l" t="t" r="r" b="b"/>
                <a:pathLst>
                  <a:path w="2523" h="627" extrusionOk="0">
                    <a:moveTo>
                      <a:pt x="279" y="1"/>
                    </a:moveTo>
                    <a:cubicBezTo>
                      <a:pt x="160" y="1"/>
                      <a:pt x="54" y="84"/>
                      <a:pt x="29" y="204"/>
                    </a:cubicBezTo>
                    <a:cubicBezTo>
                      <a:pt x="1" y="345"/>
                      <a:pt x="93" y="483"/>
                      <a:pt x="236" y="507"/>
                    </a:cubicBezTo>
                    <a:cubicBezTo>
                      <a:pt x="732" y="585"/>
                      <a:pt x="1235" y="625"/>
                      <a:pt x="1738" y="627"/>
                    </a:cubicBezTo>
                    <a:cubicBezTo>
                      <a:pt x="1919" y="627"/>
                      <a:pt x="2102" y="621"/>
                      <a:pt x="2282" y="609"/>
                    </a:cubicBezTo>
                    <a:cubicBezTo>
                      <a:pt x="2420" y="596"/>
                      <a:pt x="2523" y="475"/>
                      <a:pt x="2513" y="337"/>
                    </a:cubicBezTo>
                    <a:cubicBezTo>
                      <a:pt x="2504" y="203"/>
                      <a:pt x="2392" y="100"/>
                      <a:pt x="2260" y="100"/>
                    </a:cubicBezTo>
                    <a:cubicBezTo>
                      <a:pt x="2255" y="100"/>
                      <a:pt x="2251" y="100"/>
                      <a:pt x="2246" y="100"/>
                    </a:cubicBezTo>
                    <a:cubicBezTo>
                      <a:pt x="2076" y="110"/>
                      <a:pt x="1908" y="116"/>
                      <a:pt x="1738" y="116"/>
                    </a:cubicBezTo>
                    <a:cubicBezTo>
                      <a:pt x="1262" y="116"/>
                      <a:pt x="790" y="78"/>
                      <a:pt x="321" y="4"/>
                    </a:cubicBezTo>
                    <a:cubicBezTo>
                      <a:pt x="307" y="2"/>
                      <a:pt x="293" y="1"/>
                      <a:pt x="279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Google Shape;12546;p131">
                <a:extLst>
                  <a:ext uri="{FF2B5EF4-FFF2-40B4-BE49-F238E27FC236}">
                    <a16:creationId xmlns:a16="http://schemas.microsoft.com/office/drawing/2014/main" id="{A5A87595-7196-D6EC-FD03-62DD37449F3E}"/>
                  </a:ext>
                </a:extLst>
              </p:cNvPr>
              <p:cNvSpPr/>
              <p:nvPr/>
            </p:nvSpPr>
            <p:spPr>
              <a:xfrm>
                <a:off x="6487275" y="4189125"/>
                <a:ext cx="39625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585" h="1039" extrusionOk="0">
                    <a:moveTo>
                      <a:pt x="1300" y="0"/>
                    </a:moveTo>
                    <a:cubicBezTo>
                      <a:pt x="1257" y="0"/>
                      <a:pt x="1213" y="11"/>
                      <a:pt x="1173" y="35"/>
                    </a:cubicBezTo>
                    <a:cubicBezTo>
                      <a:pt x="857" y="217"/>
                      <a:pt x="531" y="382"/>
                      <a:pt x="196" y="528"/>
                    </a:cubicBezTo>
                    <a:cubicBezTo>
                      <a:pt x="66" y="582"/>
                      <a:pt x="1" y="728"/>
                      <a:pt x="47" y="863"/>
                    </a:cubicBezTo>
                    <a:lnTo>
                      <a:pt x="60" y="899"/>
                    </a:lnTo>
                    <a:cubicBezTo>
                      <a:pt x="89" y="986"/>
                      <a:pt x="169" y="1039"/>
                      <a:pt x="255" y="1039"/>
                    </a:cubicBezTo>
                    <a:cubicBezTo>
                      <a:pt x="282" y="1039"/>
                      <a:pt x="309" y="1034"/>
                      <a:pt x="335" y="1023"/>
                    </a:cubicBezTo>
                    <a:cubicBezTo>
                      <a:pt x="707" y="866"/>
                      <a:pt x="1067" y="685"/>
                      <a:pt x="1416" y="483"/>
                    </a:cubicBezTo>
                    <a:cubicBezTo>
                      <a:pt x="1527" y="419"/>
                      <a:pt x="1584" y="283"/>
                      <a:pt x="1538" y="164"/>
                    </a:cubicBezTo>
                    <a:cubicBezTo>
                      <a:pt x="1499" y="61"/>
                      <a:pt x="1401" y="0"/>
                      <a:pt x="1300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" name="Google Shape;12547;p131">
                <a:extLst>
                  <a:ext uri="{FF2B5EF4-FFF2-40B4-BE49-F238E27FC236}">
                    <a16:creationId xmlns:a16="http://schemas.microsoft.com/office/drawing/2014/main" id="{C2A3C313-E000-8CD2-4AE2-22D237674B46}"/>
                  </a:ext>
                </a:extLst>
              </p:cNvPr>
              <p:cNvSpPr/>
              <p:nvPr/>
            </p:nvSpPr>
            <p:spPr>
              <a:xfrm>
                <a:off x="6426350" y="4209850"/>
                <a:ext cx="54475" cy="22400"/>
              </a:xfrm>
              <a:custGeom>
                <a:avLst/>
                <a:gdLst/>
                <a:ahLst/>
                <a:cxnLst/>
                <a:rect l="l" t="t" r="r" b="b"/>
                <a:pathLst>
                  <a:path w="2179" h="896" extrusionOk="0">
                    <a:moveTo>
                      <a:pt x="1890" y="1"/>
                    </a:moveTo>
                    <a:cubicBezTo>
                      <a:pt x="1863" y="1"/>
                      <a:pt x="1835" y="5"/>
                      <a:pt x="1808" y="14"/>
                    </a:cubicBezTo>
                    <a:cubicBezTo>
                      <a:pt x="1296" y="184"/>
                      <a:pt x="771" y="309"/>
                      <a:pt x="237" y="389"/>
                    </a:cubicBezTo>
                    <a:cubicBezTo>
                      <a:pt x="98" y="408"/>
                      <a:pt x="0" y="536"/>
                      <a:pt x="20" y="676"/>
                    </a:cubicBezTo>
                    <a:cubicBezTo>
                      <a:pt x="37" y="803"/>
                      <a:pt x="147" y="896"/>
                      <a:pt x="273" y="896"/>
                    </a:cubicBezTo>
                    <a:cubicBezTo>
                      <a:pt x="284" y="896"/>
                      <a:pt x="296" y="895"/>
                      <a:pt x="308" y="893"/>
                    </a:cubicBezTo>
                    <a:cubicBezTo>
                      <a:pt x="873" y="809"/>
                      <a:pt x="1430" y="676"/>
                      <a:pt x="1973" y="496"/>
                    </a:cubicBezTo>
                    <a:cubicBezTo>
                      <a:pt x="2106" y="451"/>
                      <a:pt x="2178" y="306"/>
                      <a:pt x="2132" y="171"/>
                    </a:cubicBezTo>
                    <a:cubicBezTo>
                      <a:pt x="2095" y="67"/>
                      <a:pt x="1996" y="1"/>
                      <a:pt x="189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" name="Google Shape;12548;p131">
                <a:extLst>
                  <a:ext uri="{FF2B5EF4-FFF2-40B4-BE49-F238E27FC236}">
                    <a16:creationId xmlns:a16="http://schemas.microsoft.com/office/drawing/2014/main" id="{B04C807B-49D3-D0F0-C28F-AD3F2A8CA4BA}"/>
                  </a:ext>
                </a:extLst>
              </p:cNvPr>
              <p:cNvSpPr/>
              <p:nvPr/>
            </p:nvSpPr>
            <p:spPr>
              <a:xfrm>
                <a:off x="5992275" y="3674825"/>
                <a:ext cx="51250" cy="99900"/>
              </a:xfrm>
              <a:custGeom>
                <a:avLst/>
                <a:gdLst/>
                <a:ahLst/>
                <a:cxnLst/>
                <a:rect l="l" t="t" r="r" b="b"/>
                <a:pathLst>
                  <a:path w="2050" h="3996" extrusionOk="0">
                    <a:moveTo>
                      <a:pt x="1920" y="0"/>
                    </a:moveTo>
                    <a:cubicBezTo>
                      <a:pt x="1898" y="0"/>
                      <a:pt x="1876" y="6"/>
                      <a:pt x="1854" y="20"/>
                    </a:cubicBezTo>
                    <a:lnTo>
                      <a:pt x="772" y="717"/>
                    </a:lnTo>
                    <a:cubicBezTo>
                      <a:pt x="695" y="766"/>
                      <a:pt x="697" y="878"/>
                      <a:pt x="775" y="926"/>
                    </a:cubicBezTo>
                    <a:lnTo>
                      <a:pt x="1073" y="1102"/>
                    </a:lnTo>
                    <a:cubicBezTo>
                      <a:pt x="607" y="1911"/>
                      <a:pt x="256" y="2782"/>
                      <a:pt x="32" y="3689"/>
                    </a:cubicBezTo>
                    <a:cubicBezTo>
                      <a:pt x="0" y="3825"/>
                      <a:pt x="87" y="3962"/>
                      <a:pt x="224" y="3990"/>
                    </a:cubicBezTo>
                    <a:cubicBezTo>
                      <a:pt x="242" y="3993"/>
                      <a:pt x="260" y="3995"/>
                      <a:pt x="278" y="3995"/>
                    </a:cubicBezTo>
                    <a:cubicBezTo>
                      <a:pt x="397" y="3995"/>
                      <a:pt x="502" y="3914"/>
                      <a:pt x="532" y="3794"/>
                    </a:cubicBezTo>
                    <a:cubicBezTo>
                      <a:pt x="743" y="2942"/>
                      <a:pt x="1073" y="2124"/>
                      <a:pt x="1512" y="1363"/>
                    </a:cubicBezTo>
                    <a:lnTo>
                      <a:pt x="1765" y="1514"/>
                    </a:lnTo>
                    <a:cubicBezTo>
                      <a:pt x="1785" y="1526"/>
                      <a:pt x="1806" y="1531"/>
                      <a:pt x="1827" y="1531"/>
                    </a:cubicBezTo>
                    <a:cubicBezTo>
                      <a:pt x="1888" y="1531"/>
                      <a:pt x="1946" y="1484"/>
                      <a:pt x="1951" y="1416"/>
                    </a:cubicBezTo>
                    <a:lnTo>
                      <a:pt x="2043" y="134"/>
                    </a:lnTo>
                    <a:cubicBezTo>
                      <a:pt x="2049" y="57"/>
                      <a:pt x="1988" y="0"/>
                      <a:pt x="1920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" name="Google Shape;12549;p131">
                <a:extLst>
                  <a:ext uri="{FF2B5EF4-FFF2-40B4-BE49-F238E27FC236}">
                    <a16:creationId xmlns:a16="http://schemas.microsoft.com/office/drawing/2014/main" id="{38B35DC5-81E4-6299-E717-CF3C7660AE2B}"/>
                  </a:ext>
                </a:extLst>
              </p:cNvPr>
              <p:cNvSpPr/>
              <p:nvPr/>
            </p:nvSpPr>
            <p:spPr>
              <a:xfrm>
                <a:off x="5985650" y="3783750"/>
                <a:ext cx="16125" cy="62275"/>
              </a:xfrm>
              <a:custGeom>
                <a:avLst/>
                <a:gdLst/>
                <a:ahLst/>
                <a:cxnLst/>
                <a:rect l="l" t="t" r="r" b="b"/>
                <a:pathLst>
                  <a:path w="645" h="2491" extrusionOk="0">
                    <a:moveTo>
                      <a:pt x="371" y="1"/>
                    </a:moveTo>
                    <a:cubicBezTo>
                      <a:pt x="249" y="1"/>
                      <a:pt x="141" y="89"/>
                      <a:pt x="121" y="212"/>
                    </a:cubicBezTo>
                    <a:cubicBezTo>
                      <a:pt x="41" y="709"/>
                      <a:pt x="1" y="1212"/>
                      <a:pt x="1" y="1714"/>
                    </a:cubicBezTo>
                    <a:cubicBezTo>
                      <a:pt x="1" y="1895"/>
                      <a:pt x="7" y="2078"/>
                      <a:pt x="19" y="2259"/>
                    </a:cubicBezTo>
                    <a:cubicBezTo>
                      <a:pt x="31" y="2390"/>
                      <a:pt x="140" y="2490"/>
                      <a:pt x="270" y="2490"/>
                    </a:cubicBezTo>
                    <a:cubicBezTo>
                      <a:pt x="277" y="2490"/>
                      <a:pt x="284" y="2490"/>
                      <a:pt x="291" y="2489"/>
                    </a:cubicBezTo>
                    <a:cubicBezTo>
                      <a:pt x="428" y="2480"/>
                      <a:pt x="534" y="2361"/>
                      <a:pt x="526" y="2222"/>
                    </a:cubicBezTo>
                    <a:cubicBezTo>
                      <a:pt x="517" y="2054"/>
                      <a:pt x="510" y="1884"/>
                      <a:pt x="510" y="1714"/>
                    </a:cubicBezTo>
                    <a:cubicBezTo>
                      <a:pt x="512" y="1240"/>
                      <a:pt x="549" y="766"/>
                      <a:pt x="622" y="297"/>
                    </a:cubicBezTo>
                    <a:cubicBezTo>
                      <a:pt x="645" y="163"/>
                      <a:pt x="557" y="35"/>
                      <a:pt x="422" y="6"/>
                    </a:cubicBezTo>
                    <a:cubicBezTo>
                      <a:pt x="405" y="2"/>
                      <a:pt x="388" y="1"/>
                      <a:pt x="371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Google Shape;12550;p131">
                <a:extLst>
                  <a:ext uri="{FF2B5EF4-FFF2-40B4-BE49-F238E27FC236}">
                    <a16:creationId xmlns:a16="http://schemas.microsoft.com/office/drawing/2014/main" id="{BDD972CF-F42D-60E6-4B65-CE2FA652AD1F}"/>
                  </a:ext>
                </a:extLst>
              </p:cNvPr>
              <p:cNvSpPr/>
              <p:nvPr/>
            </p:nvSpPr>
            <p:spPr>
              <a:xfrm>
                <a:off x="6004725" y="3916700"/>
                <a:ext cx="2787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1115" h="1524" extrusionOk="0">
                    <a:moveTo>
                      <a:pt x="296" y="1"/>
                    </a:moveTo>
                    <a:cubicBezTo>
                      <a:pt x="267" y="1"/>
                      <a:pt x="237" y="5"/>
                      <a:pt x="208" y="15"/>
                    </a:cubicBezTo>
                    <a:lnTo>
                      <a:pt x="171" y="28"/>
                    </a:lnTo>
                    <a:cubicBezTo>
                      <a:pt x="58" y="67"/>
                      <a:pt x="0" y="193"/>
                      <a:pt x="47" y="304"/>
                    </a:cubicBezTo>
                    <a:cubicBezTo>
                      <a:pt x="205" y="675"/>
                      <a:pt x="384" y="1035"/>
                      <a:pt x="588" y="1385"/>
                    </a:cubicBezTo>
                    <a:cubicBezTo>
                      <a:pt x="637" y="1469"/>
                      <a:pt x="728" y="1524"/>
                      <a:pt x="822" y="1524"/>
                    </a:cubicBezTo>
                    <a:cubicBezTo>
                      <a:pt x="850" y="1524"/>
                      <a:pt x="879" y="1519"/>
                      <a:pt x="906" y="1508"/>
                    </a:cubicBezTo>
                    <a:cubicBezTo>
                      <a:pt x="1052" y="1450"/>
                      <a:pt x="1115" y="1277"/>
                      <a:pt x="1036" y="1141"/>
                    </a:cubicBezTo>
                    <a:cubicBezTo>
                      <a:pt x="852" y="826"/>
                      <a:pt x="687" y="499"/>
                      <a:pt x="543" y="164"/>
                    </a:cubicBezTo>
                    <a:cubicBezTo>
                      <a:pt x="499" y="63"/>
                      <a:pt x="400" y="1"/>
                      <a:pt x="296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Google Shape;12551;p131">
                <a:extLst>
                  <a:ext uri="{FF2B5EF4-FFF2-40B4-BE49-F238E27FC236}">
                    <a16:creationId xmlns:a16="http://schemas.microsoft.com/office/drawing/2014/main" id="{7A88B363-14D5-97D9-8CD0-583E2EDAC5A4}"/>
                  </a:ext>
                </a:extLst>
              </p:cNvPr>
              <p:cNvSpPr/>
              <p:nvPr/>
            </p:nvSpPr>
            <p:spPr>
              <a:xfrm>
                <a:off x="5987900" y="3855450"/>
                <a:ext cx="23600" cy="53200"/>
              </a:xfrm>
              <a:custGeom>
                <a:avLst/>
                <a:gdLst/>
                <a:ahLst/>
                <a:cxnLst/>
                <a:rect l="l" t="t" r="r" b="b"/>
                <a:pathLst>
                  <a:path w="944" h="2128" extrusionOk="0">
                    <a:moveTo>
                      <a:pt x="273" y="0"/>
                    </a:moveTo>
                    <a:cubicBezTo>
                      <a:pt x="261" y="0"/>
                      <a:pt x="249" y="1"/>
                      <a:pt x="238" y="3"/>
                    </a:cubicBezTo>
                    <a:cubicBezTo>
                      <a:pt x="98" y="22"/>
                      <a:pt x="1" y="150"/>
                      <a:pt x="20" y="289"/>
                    </a:cubicBezTo>
                    <a:lnTo>
                      <a:pt x="21" y="289"/>
                    </a:lnTo>
                    <a:cubicBezTo>
                      <a:pt x="105" y="854"/>
                      <a:pt x="238" y="1412"/>
                      <a:pt x="417" y="1955"/>
                    </a:cubicBezTo>
                    <a:cubicBezTo>
                      <a:pt x="454" y="2061"/>
                      <a:pt x="553" y="2127"/>
                      <a:pt x="658" y="2127"/>
                    </a:cubicBezTo>
                    <a:cubicBezTo>
                      <a:pt x="686" y="2127"/>
                      <a:pt x="714" y="2123"/>
                      <a:pt x="742" y="2113"/>
                    </a:cubicBezTo>
                    <a:cubicBezTo>
                      <a:pt x="875" y="2067"/>
                      <a:pt x="944" y="1923"/>
                      <a:pt x="899" y="1790"/>
                    </a:cubicBezTo>
                    <a:cubicBezTo>
                      <a:pt x="731" y="1279"/>
                      <a:pt x="604" y="754"/>
                      <a:pt x="526" y="220"/>
                    </a:cubicBezTo>
                    <a:cubicBezTo>
                      <a:pt x="508" y="93"/>
                      <a:pt x="398" y="0"/>
                      <a:pt x="273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Google Shape;12552;p131">
                <a:extLst>
                  <a:ext uri="{FF2B5EF4-FFF2-40B4-BE49-F238E27FC236}">
                    <a16:creationId xmlns:a16="http://schemas.microsoft.com/office/drawing/2014/main" id="{0110E860-2C57-CC3B-4584-E32471090635}"/>
                  </a:ext>
                </a:extLst>
              </p:cNvPr>
              <p:cNvSpPr/>
              <p:nvPr/>
            </p:nvSpPr>
            <p:spPr>
              <a:xfrm>
                <a:off x="6071975" y="3300325"/>
                <a:ext cx="52475" cy="102475"/>
              </a:xfrm>
              <a:custGeom>
                <a:avLst/>
                <a:gdLst/>
                <a:ahLst/>
                <a:cxnLst/>
                <a:rect l="l" t="t" r="r" b="b"/>
                <a:pathLst>
                  <a:path w="2099" h="4099" extrusionOk="0">
                    <a:moveTo>
                      <a:pt x="412" y="1"/>
                    </a:moveTo>
                    <a:cubicBezTo>
                      <a:pt x="358" y="1"/>
                      <a:pt x="305" y="37"/>
                      <a:pt x="292" y="98"/>
                    </a:cubicBezTo>
                    <a:lnTo>
                      <a:pt x="18" y="1357"/>
                    </a:lnTo>
                    <a:cubicBezTo>
                      <a:pt x="1" y="1436"/>
                      <a:pt x="62" y="1506"/>
                      <a:pt x="139" y="1506"/>
                    </a:cubicBezTo>
                    <a:cubicBezTo>
                      <a:pt x="149" y="1506"/>
                      <a:pt x="158" y="1505"/>
                      <a:pt x="169" y="1502"/>
                    </a:cubicBezTo>
                    <a:lnTo>
                      <a:pt x="503" y="1416"/>
                    </a:lnTo>
                    <a:cubicBezTo>
                      <a:pt x="745" y="2317"/>
                      <a:pt x="1113" y="3181"/>
                      <a:pt x="1597" y="3981"/>
                    </a:cubicBezTo>
                    <a:cubicBezTo>
                      <a:pt x="1644" y="4057"/>
                      <a:pt x="1725" y="4099"/>
                      <a:pt x="1809" y="4099"/>
                    </a:cubicBezTo>
                    <a:cubicBezTo>
                      <a:pt x="1856" y="4099"/>
                      <a:pt x="1903" y="4086"/>
                      <a:pt x="1946" y="4058"/>
                    </a:cubicBezTo>
                    <a:cubicBezTo>
                      <a:pt x="2063" y="3980"/>
                      <a:pt x="2098" y="3823"/>
                      <a:pt x="2024" y="3703"/>
                    </a:cubicBezTo>
                    <a:cubicBezTo>
                      <a:pt x="1571" y="2950"/>
                      <a:pt x="1225" y="2138"/>
                      <a:pt x="998" y="1291"/>
                    </a:cubicBezTo>
                    <a:lnTo>
                      <a:pt x="1283" y="1217"/>
                    </a:lnTo>
                    <a:cubicBezTo>
                      <a:pt x="1373" y="1195"/>
                      <a:pt x="1406" y="1086"/>
                      <a:pt x="1347" y="1017"/>
                    </a:cubicBezTo>
                    <a:lnTo>
                      <a:pt x="505" y="44"/>
                    </a:lnTo>
                    <a:cubicBezTo>
                      <a:pt x="479" y="14"/>
                      <a:pt x="445" y="1"/>
                      <a:pt x="412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Google Shape;12553;p131">
                <a:extLst>
                  <a:ext uri="{FF2B5EF4-FFF2-40B4-BE49-F238E27FC236}">
                    <a16:creationId xmlns:a16="http://schemas.microsoft.com/office/drawing/2014/main" id="{0013DA95-716E-4B89-1033-3E0C33F6AD06}"/>
                  </a:ext>
                </a:extLst>
              </p:cNvPr>
              <p:cNvSpPr/>
              <p:nvPr/>
            </p:nvSpPr>
            <p:spPr>
              <a:xfrm>
                <a:off x="6122225" y="3408475"/>
                <a:ext cx="47725" cy="49550"/>
              </a:xfrm>
              <a:custGeom>
                <a:avLst/>
                <a:gdLst/>
                <a:ahLst/>
                <a:cxnLst/>
                <a:rect l="l" t="t" r="r" b="b"/>
                <a:pathLst>
                  <a:path w="1909" h="1982" extrusionOk="0">
                    <a:moveTo>
                      <a:pt x="291" y="0"/>
                    </a:moveTo>
                    <a:cubicBezTo>
                      <a:pt x="243" y="0"/>
                      <a:pt x="195" y="14"/>
                      <a:pt x="152" y="41"/>
                    </a:cubicBezTo>
                    <a:cubicBezTo>
                      <a:pt x="30" y="121"/>
                      <a:pt x="0" y="285"/>
                      <a:pt x="85" y="403"/>
                    </a:cubicBezTo>
                    <a:cubicBezTo>
                      <a:pt x="380" y="810"/>
                      <a:pt x="706" y="1193"/>
                      <a:pt x="1062" y="1548"/>
                    </a:cubicBezTo>
                    <a:cubicBezTo>
                      <a:pt x="1190" y="1678"/>
                      <a:pt x="1323" y="1801"/>
                      <a:pt x="1459" y="1921"/>
                    </a:cubicBezTo>
                    <a:cubicBezTo>
                      <a:pt x="1507" y="1962"/>
                      <a:pt x="1566" y="1981"/>
                      <a:pt x="1624" y="1981"/>
                    </a:cubicBezTo>
                    <a:cubicBezTo>
                      <a:pt x="1695" y="1981"/>
                      <a:pt x="1766" y="1952"/>
                      <a:pt x="1816" y="1894"/>
                    </a:cubicBezTo>
                    <a:cubicBezTo>
                      <a:pt x="1909" y="1788"/>
                      <a:pt x="1898" y="1628"/>
                      <a:pt x="1794" y="1535"/>
                    </a:cubicBezTo>
                    <a:cubicBezTo>
                      <a:pt x="1665" y="1423"/>
                      <a:pt x="1542" y="1308"/>
                      <a:pt x="1422" y="1188"/>
                    </a:cubicBezTo>
                    <a:cubicBezTo>
                      <a:pt x="1087" y="851"/>
                      <a:pt x="778" y="490"/>
                      <a:pt x="500" y="107"/>
                    </a:cubicBezTo>
                    <a:cubicBezTo>
                      <a:pt x="449" y="38"/>
                      <a:pt x="371" y="0"/>
                      <a:pt x="291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Google Shape;12554;p131">
                <a:extLst>
                  <a:ext uri="{FF2B5EF4-FFF2-40B4-BE49-F238E27FC236}">
                    <a16:creationId xmlns:a16="http://schemas.microsoft.com/office/drawing/2014/main" id="{D23F9DA9-697B-405E-BD4D-D02E69AFA4FF}"/>
                  </a:ext>
                </a:extLst>
              </p:cNvPr>
              <p:cNvSpPr/>
              <p:nvPr/>
            </p:nvSpPr>
            <p:spPr>
              <a:xfrm>
                <a:off x="6228150" y="3490275"/>
                <a:ext cx="42050" cy="21525"/>
              </a:xfrm>
              <a:custGeom>
                <a:avLst/>
                <a:gdLst/>
                <a:ahLst/>
                <a:cxnLst/>
                <a:rect l="l" t="t" r="r" b="b"/>
                <a:pathLst>
                  <a:path w="1682" h="861" extrusionOk="0">
                    <a:moveTo>
                      <a:pt x="311" y="0"/>
                    </a:moveTo>
                    <a:cubicBezTo>
                      <a:pt x="211" y="0"/>
                      <a:pt x="116" y="56"/>
                      <a:pt x="69" y="151"/>
                    </a:cubicBezTo>
                    <a:lnTo>
                      <a:pt x="53" y="185"/>
                    </a:lnTo>
                    <a:cubicBezTo>
                      <a:pt x="0" y="292"/>
                      <a:pt x="48" y="423"/>
                      <a:pt x="160" y="468"/>
                    </a:cubicBezTo>
                    <a:cubicBezTo>
                      <a:pt x="533" y="619"/>
                      <a:pt x="916" y="747"/>
                      <a:pt x="1307" y="851"/>
                    </a:cubicBezTo>
                    <a:cubicBezTo>
                      <a:pt x="1331" y="857"/>
                      <a:pt x="1355" y="861"/>
                      <a:pt x="1379" y="861"/>
                    </a:cubicBezTo>
                    <a:cubicBezTo>
                      <a:pt x="1480" y="861"/>
                      <a:pt x="1576" y="806"/>
                      <a:pt x="1618" y="713"/>
                    </a:cubicBezTo>
                    <a:cubicBezTo>
                      <a:pt x="1682" y="569"/>
                      <a:pt x="1602" y="403"/>
                      <a:pt x="1451" y="363"/>
                    </a:cubicBezTo>
                    <a:cubicBezTo>
                      <a:pt x="1097" y="268"/>
                      <a:pt x="751" y="154"/>
                      <a:pt x="412" y="20"/>
                    </a:cubicBezTo>
                    <a:cubicBezTo>
                      <a:pt x="379" y="7"/>
                      <a:pt x="345" y="0"/>
                      <a:pt x="311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Google Shape;12555;p131">
                <a:extLst>
                  <a:ext uri="{FF2B5EF4-FFF2-40B4-BE49-F238E27FC236}">
                    <a16:creationId xmlns:a16="http://schemas.microsoft.com/office/drawing/2014/main" id="{F1C97B04-E8D2-77D4-4E2B-C83F34821C08}"/>
                  </a:ext>
                </a:extLst>
              </p:cNvPr>
              <p:cNvSpPr/>
              <p:nvPr/>
            </p:nvSpPr>
            <p:spPr>
              <a:xfrm>
                <a:off x="6172850" y="3459275"/>
                <a:ext cx="49900" cy="34575"/>
              </a:xfrm>
              <a:custGeom>
                <a:avLst/>
                <a:gdLst/>
                <a:ahLst/>
                <a:cxnLst/>
                <a:rect l="l" t="t" r="r" b="b"/>
                <a:pathLst>
                  <a:path w="1996" h="1383" extrusionOk="0">
                    <a:moveTo>
                      <a:pt x="289" y="1"/>
                    </a:moveTo>
                    <a:cubicBezTo>
                      <a:pt x="212" y="1"/>
                      <a:pt x="136" y="36"/>
                      <a:pt x="86" y="102"/>
                    </a:cubicBezTo>
                    <a:cubicBezTo>
                      <a:pt x="1" y="214"/>
                      <a:pt x="23" y="374"/>
                      <a:pt x="135" y="459"/>
                    </a:cubicBezTo>
                    <a:cubicBezTo>
                      <a:pt x="595" y="800"/>
                      <a:pt x="1082" y="1100"/>
                      <a:pt x="1592" y="1356"/>
                    </a:cubicBezTo>
                    <a:cubicBezTo>
                      <a:pt x="1629" y="1374"/>
                      <a:pt x="1667" y="1382"/>
                      <a:pt x="1705" y="1382"/>
                    </a:cubicBezTo>
                    <a:cubicBezTo>
                      <a:pt x="1799" y="1382"/>
                      <a:pt x="1891" y="1329"/>
                      <a:pt x="1935" y="1239"/>
                    </a:cubicBezTo>
                    <a:cubicBezTo>
                      <a:pt x="1996" y="1113"/>
                      <a:pt x="1943" y="960"/>
                      <a:pt x="1817" y="898"/>
                    </a:cubicBezTo>
                    <a:cubicBezTo>
                      <a:pt x="1336" y="656"/>
                      <a:pt x="875" y="373"/>
                      <a:pt x="443" y="52"/>
                    </a:cubicBezTo>
                    <a:cubicBezTo>
                      <a:pt x="397" y="18"/>
                      <a:pt x="343" y="1"/>
                      <a:pt x="289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Google Shape;12556;p131">
                <a:extLst>
                  <a:ext uri="{FF2B5EF4-FFF2-40B4-BE49-F238E27FC236}">
                    <a16:creationId xmlns:a16="http://schemas.microsoft.com/office/drawing/2014/main" id="{A92B10ED-D579-CFA7-40BD-2509C8F7CD4E}"/>
                  </a:ext>
                </a:extLst>
              </p:cNvPr>
              <p:cNvSpPr/>
              <p:nvPr/>
            </p:nvSpPr>
            <p:spPr>
              <a:xfrm>
                <a:off x="7323825" y="3495225"/>
                <a:ext cx="51250" cy="99900"/>
              </a:xfrm>
              <a:custGeom>
                <a:avLst/>
                <a:gdLst/>
                <a:ahLst/>
                <a:cxnLst/>
                <a:rect l="l" t="t" r="r" b="b"/>
                <a:pathLst>
                  <a:path w="2050" h="3996" extrusionOk="0">
                    <a:moveTo>
                      <a:pt x="1772" y="0"/>
                    </a:moveTo>
                    <a:cubicBezTo>
                      <a:pt x="1653" y="0"/>
                      <a:pt x="1547" y="82"/>
                      <a:pt x="1518" y="201"/>
                    </a:cubicBezTo>
                    <a:cubicBezTo>
                      <a:pt x="1307" y="1053"/>
                      <a:pt x="977" y="1872"/>
                      <a:pt x="540" y="2634"/>
                    </a:cubicBezTo>
                    <a:lnTo>
                      <a:pt x="285" y="2482"/>
                    </a:lnTo>
                    <a:cubicBezTo>
                      <a:pt x="265" y="2470"/>
                      <a:pt x="244" y="2465"/>
                      <a:pt x="223" y="2465"/>
                    </a:cubicBezTo>
                    <a:cubicBezTo>
                      <a:pt x="162" y="2465"/>
                      <a:pt x="104" y="2511"/>
                      <a:pt x="99" y="2579"/>
                    </a:cubicBezTo>
                    <a:lnTo>
                      <a:pt x="6" y="3864"/>
                    </a:lnTo>
                    <a:cubicBezTo>
                      <a:pt x="0" y="3939"/>
                      <a:pt x="62" y="3995"/>
                      <a:pt x="129" y="3995"/>
                    </a:cubicBezTo>
                    <a:cubicBezTo>
                      <a:pt x="152" y="3995"/>
                      <a:pt x="174" y="3989"/>
                      <a:pt x="195" y="3976"/>
                    </a:cubicBezTo>
                    <a:lnTo>
                      <a:pt x="1278" y="3279"/>
                    </a:lnTo>
                    <a:cubicBezTo>
                      <a:pt x="1355" y="3229"/>
                      <a:pt x="1353" y="3117"/>
                      <a:pt x="1275" y="3071"/>
                    </a:cubicBezTo>
                    <a:lnTo>
                      <a:pt x="978" y="2893"/>
                    </a:lnTo>
                    <a:cubicBezTo>
                      <a:pt x="1444" y="2085"/>
                      <a:pt x="1794" y="1213"/>
                      <a:pt x="2018" y="307"/>
                    </a:cubicBezTo>
                    <a:cubicBezTo>
                      <a:pt x="2050" y="171"/>
                      <a:pt x="1963" y="35"/>
                      <a:pt x="1826" y="6"/>
                    </a:cubicBezTo>
                    <a:cubicBezTo>
                      <a:pt x="1808" y="2"/>
                      <a:pt x="1790" y="0"/>
                      <a:pt x="1772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Google Shape;12557;p131">
                <a:extLst>
                  <a:ext uri="{FF2B5EF4-FFF2-40B4-BE49-F238E27FC236}">
                    <a16:creationId xmlns:a16="http://schemas.microsoft.com/office/drawing/2014/main" id="{4B6A20DD-5F5D-E847-0280-8FB8801C3F9F}"/>
                  </a:ext>
                </a:extLst>
              </p:cNvPr>
              <p:cNvSpPr/>
              <p:nvPr/>
            </p:nvSpPr>
            <p:spPr>
              <a:xfrm>
                <a:off x="7365575" y="3423925"/>
                <a:ext cx="16150" cy="62275"/>
              </a:xfrm>
              <a:custGeom>
                <a:avLst/>
                <a:gdLst/>
                <a:ahLst/>
                <a:cxnLst/>
                <a:rect l="l" t="t" r="r" b="b"/>
                <a:pathLst>
                  <a:path w="646" h="2491" extrusionOk="0">
                    <a:moveTo>
                      <a:pt x="375" y="0"/>
                    </a:moveTo>
                    <a:cubicBezTo>
                      <a:pt x="368" y="0"/>
                      <a:pt x="361" y="1"/>
                      <a:pt x="354" y="1"/>
                    </a:cubicBezTo>
                    <a:cubicBezTo>
                      <a:pt x="216" y="11"/>
                      <a:pt x="111" y="129"/>
                      <a:pt x="119" y="269"/>
                    </a:cubicBezTo>
                    <a:cubicBezTo>
                      <a:pt x="128" y="438"/>
                      <a:pt x="135" y="607"/>
                      <a:pt x="135" y="776"/>
                    </a:cubicBezTo>
                    <a:cubicBezTo>
                      <a:pt x="135" y="1252"/>
                      <a:pt x="96" y="1724"/>
                      <a:pt x="23" y="2193"/>
                    </a:cubicBezTo>
                    <a:cubicBezTo>
                      <a:pt x="0" y="2328"/>
                      <a:pt x="88" y="2458"/>
                      <a:pt x="223" y="2485"/>
                    </a:cubicBezTo>
                    <a:cubicBezTo>
                      <a:pt x="240" y="2488"/>
                      <a:pt x="257" y="2490"/>
                      <a:pt x="274" y="2490"/>
                    </a:cubicBezTo>
                    <a:cubicBezTo>
                      <a:pt x="396" y="2490"/>
                      <a:pt x="504" y="2403"/>
                      <a:pt x="526" y="2278"/>
                    </a:cubicBezTo>
                    <a:cubicBezTo>
                      <a:pt x="604" y="1782"/>
                      <a:pt x="644" y="1279"/>
                      <a:pt x="646" y="776"/>
                    </a:cubicBezTo>
                    <a:cubicBezTo>
                      <a:pt x="646" y="595"/>
                      <a:pt x="638" y="413"/>
                      <a:pt x="626" y="232"/>
                    </a:cubicBezTo>
                    <a:cubicBezTo>
                      <a:pt x="616" y="101"/>
                      <a:pt x="505" y="0"/>
                      <a:pt x="375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Google Shape;12558;p131">
                <a:extLst>
                  <a:ext uri="{FF2B5EF4-FFF2-40B4-BE49-F238E27FC236}">
                    <a16:creationId xmlns:a16="http://schemas.microsoft.com/office/drawing/2014/main" id="{CC4D9F70-F9EC-13DF-97F0-77ADE7A6F957}"/>
                  </a:ext>
                </a:extLst>
              </p:cNvPr>
              <p:cNvSpPr/>
              <p:nvPr/>
            </p:nvSpPr>
            <p:spPr>
              <a:xfrm>
                <a:off x="7334775" y="3315150"/>
                <a:ext cx="2785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1114" h="1524" extrusionOk="0">
                    <a:moveTo>
                      <a:pt x="293" y="1"/>
                    </a:moveTo>
                    <a:cubicBezTo>
                      <a:pt x="265" y="1"/>
                      <a:pt x="236" y="5"/>
                      <a:pt x="209" y="16"/>
                    </a:cubicBezTo>
                    <a:cubicBezTo>
                      <a:pt x="62" y="74"/>
                      <a:pt x="1" y="246"/>
                      <a:pt x="79" y="383"/>
                    </a:cubicBezTo>
                    <a:cubicBezTo>
                      <a:pt x="262" y="698"/>
                      <a:pt x="427" y="1025"/>
                      <a:pt x="573" y="1359"/>
                    </a:cubicBezTo>
                    <a:cubicBezTo>
                      <a:pt x="615" y="1461"/>
                      <a:pt x="714" y="1523"/>
                      <a:pt x="819" y="1523"/>
                    </a:cubicBezTo>
                    <a:cubicBezTo>
                      <a:pt x="848" y="1523"/>
                      <a:pt x="878" y="1518"/>
                      <a:pt x="907" y="1508"/>
                    </a:cubicBezTo>
                    <a:lnTo>
                      <a:pt x="942" y="1495"/>
                    </a:lnTo>
                    <a:cubicBezTo>
                      <a:pt x="1056" y="1457"/>
                      <a:pt x="1114" y="1331"/>
                      <a:pt x="1067" y="1220"/>
                    </a:cubicBezTo>
                    <a:cubicBezTo>
                      <a:pt x="910" y="849"/>
                      <a:pt x="729" y="488"/>
                      <a:pt x="528" y="139"/>
                    </a:cubicBezTo>
                    <a:cubicBezTo>
                      <a:pt x="478" y="54"/>
                      <a:pt x="387" y="1"/>
                      <a:pt x="293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Google Shape;12559;p131">
                <a:extLst>
                  <a:ext uri="{FF2B5EF4-FFF2-40B4-BE49-F238E27FC236}">
                    <a16:creationId xmlns:a16="http://schemas.microsoft.com/office/drawing/2014/main" id="{7A824C7B-BF41-F89E-272A-EC0131A29EDF}"/>
                  </a:ext>
                </a:extLst>
              </p:cNvPr>
              <p:cNvSpPr/>
              <p:nvPr/>
            </p:nvSpPr>
            <p:spPr>
              <a:xfrm>
                <a:off x="7355800" y="3361300"/>
                <a:ext cx="23650" cy="53200"/>
              </a:xfrm>
              <a:custGeom>
                <a:avLst/>
                <a:gdLst/>
                <a:ahLst/>
                <a:cxnLst/>
                <a:rect l="l" t="t" r="r" b="b"/>
                <a:pathLst>
                  <a:path w="946" h="2128" extrusionOk="0">
                    <a:moveTo>
                      <a:pt x="288" y="0"/>
                    </a:moveTo>
                    <a:cubicBezTo>
                      <a:pt x="260" y="0"/>
                      <a:pt x="232" y="5"/>
                      <a:pt x="204" y="15"/>
                    </a:cubicBezTo>
                    <a:cubicBezTo>
                      <a:pt x="71" y="61"/>
                      <a:pt x="1" y="205"/>
                      <a:pt x="47" y="338"/>
                    </a:cubicBezTo>
                    <a:cubicBezTo>
                      <a:pt x="215" y="850"/>
                      <a:pt x="342" y="1376"/>
                      <a:pt x="420" y="1909"/>
                    </a:cubicBezTo>
                    <a:cubicBezTo>
                      <a:pt x="438" y="2036"/>
                      <a:pt x="548" y="2128"/>
                      <a:pt x="673" y="2128"/>
                    </a:cubicBezTo>
                    <a:cubicBezTo>
                      <a:pt x="685" y="2128"/>
                      <a:pt x="696" y="2127"/>
                      <a:pt x="708" y="2125"/>
                    </a:cubicBezTo>
                    <a:cubicBezTo>
                      <a:pt x="848" y="2106"/>
                      <a:pt x="945" y="1978"/>
                      <a:pt x="926" y="1839"/>
                    </a:cubicBezTo>
                    <a:lnTo>
                      <a:pt x="925" y="1839"/>
                    </a:lnTo>
                    <a:cubicBezTo>
                      <a:pt x="841" y="1273"/>
                      <a:pt x="708" y="716"/>
                      <a:pt x="529" y="173"/>
                    </a:cubicBezTo>
                    <a:cubicBezTo>
                      <a:pt x="492" y="67"/>
                      <a:pt x="393" y="0"/>
                      <a:pt x="288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Google Shape;12560;p131">
                <a:extLst>
                  <a:ext uri="{FF2B5EF4-FFF2-40B4-BE49-F238E27FC236}">
                    <a16:creationId xmlns:a16="http://schemas.microsoft.com/office/drawing/2014/main" id="{14854902-D7AF-92B5-B2CE-53649D731222}"/>
                  </a:ext>
                </a:extLst>
              </p:cNvPr>
              <p:cNvSpPr/>
              <p:nvPr/>
            </p:nvSpPr>
            <p:spPr>
              <a:xfrm>
                <a:off x="7093025" y="4348600"/>
                <a:ext cx="104200" cy="51200"/>
              </a:xfrm>
              <a:custGeom>
                <a:avLst/>
                <a:gdLst/>
                <a:ahLst/>
                <a:cxnLst/>
                <a:rect l="l" t="t" r="r" b="b"/>
                <a:pathLst>
                  <a:path w="4168" h="2048" extrusionOk="0">
                    <a:moveTo>
                      <a:pt x="3871" y="0"/>
                    </a:moveTo>
                    <a:cubicBezTo>
                      <a:pt x="3824" y="0"/>
                      <a:pt x="3777" y="13"/>
                      <a:pt x="3735" y="39"/>
                    </a:cubicBezTo>
                    <a:cubicBezTo>
                      <a:pt x="2982" y="492"/>
                      <a:pt x="2170" y="838"/>
                      <a:pt x="1323" y="1067"/>
                    </a:cubicBezTo>
                    <a:lnTo>
                      <a:pt x="1249" y="780"/>
                    </a:lnTo>
                    <a:cubicBezTo>
                      <a:pt x="1235" y="721"/>
                      <a:pt x="1183" y="687"/>
                      <a:pt x="1130" y="687"/>
                    </a:cubicBezTo>
                    <a:cubicBezTo>
                      <a:pt x="1102" y="687"/>
                      <a:pt x="1073" y="696"/>
                      <a:pt x="1049" y="717"/>
                    </a:cubicBezTo>
                    <a:lnTo>
                      <a:pt x="76" y="1560"/>
                    </a:lnTo>
                    <a:cubicBezTo>
                      <a:pt x="0" y="1625"/>
                      <a:pt x="32" y="1750"/>
                      <a:pt x="130" y="1773"/>
                    </a:cubicBezTo>
                    <a:lnTo>
                      <a:pt x="1389" y="2045"/>
                    </a:lnTo>
                    <a:cubicBezTo>
                      <a:pt x="1398" y="2047"/>
                      <a:pt x="1407" y="2048"/>
                      <a:pt x="1416" y="2048"/>
                    </a:cubicBezTo>
                    <a:cubicBezTo>
                      <a:pt x="1493" y="2048"/>
                      <a:pt x="1555" y="1975"/>
                      <a:pt x="1534" y="1894"/>
                    </a:cubicBezTo>
                    <a:lnTo>
                      <a:pt x="1450" y="1561"/>
                    </a:lnTo>
                    <a:cubicBezTo>
                      <a:pt x="2351" y="1318"/>
                      <a:pt x="3214" y="950"/>
                      <a:pt x="4013" y="466"/>
                    </a:cubicBezTo>
                    <a:cubicBezTo>
                      <a:pt x="4132" y="392"/>
                      <a:pt x="4167" y="235"/>
                      <a:pt x="4090" y="119"/>
                    </a:cubicBezTo>
                    <a:cubicBezTo>
                      <a:pt x="4039" y="42"/>
                      <a:pt x="3956" y="0"/>
                      <a:pt x="3871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" name="Google Shape;12561;p131">
                <a:extLst>
                  <a:ext uri="{FF2B5EF4-FFF2-40B4-BE49-F238E27FC236}">
                    <a16:creationId xmlns:a16="http://schemas.microsoft.com/office/drawing/2014/main" id="{FAC57537-43AA-352A-2B43-49BCC5FA38A6}"/>
                  </a:ext>
                </a:extLst>
              </p:cNvPr>
              <p:cNvSpPr/>
              <p:nvPr/>
            </p:nvSpPr>
            <p:spPr>
              <a:xfrm>
                <a:off x="7201150" y="4302925"/>
                <a:ext cx="51100" cy="46100"/>
              </a:xfrm>
              <a:custGeom>
                <a:avLst/>
                <a:gdLst/>
                <a:ahLst/>
                <a:cxnLst/>
                <a:rect l="l" t="t" r="r" b="b"/>
                <a:pathLst>
                  <a:path w="2044" h="1844" extrusionOk="0">
                    <a:moveTo>
                      <a:pt x="1760" y="1"/>
                    </a:moveTo>
                    <a:cubicBezTo>
                      <a:pt x="1689" y="1"/>
                      <a:pt x="1619" y="31"/>
                      <a:pt x="1568" y="88"/>
                    </a:cubicBezTo>
                    <a:cubicBezTo>
                      <a:pt x="1456" y="215"/>
                      <a:pt x="1341" y="338"/>
                      <a:pt x="1221" y="458"/>
                    </a:cubicBezTo>
                    <a:cubicBezTo>
                      <a:pt x="885" y="793"/>
                      <a:pt x="524" y="1102"/>
                      <a:pt x="140" y="1380"/>
                    </a:cubicBezTo>
                    <a:cubicBezTo>
                      <a:pt x="29" y="1460"/>
                      <a:pt x="1" y="1612"/>
                      <a:pt x="74" y="1728"/>
                    </a:cubicBezTo>
                    <a:cubicBezTo>
                      <a:pt x="124" y="1803"/>
                      <a:pt x="205" y="1844"/>
                      <a:pt x="288" y="1844"/>
                    </a:cubicBezTo>
                    <a:cubicBezTo>
                      <a:pt x="339" y="1844"/>
                      <a:pt x="391" y="1828"/>
                      <a:pt x="436" y="1797"/>
                    </a:cubicBezTo>
                    <a:cubicBezTo>
                      <a:pt x="843" y="1500"/>
                      <a:pt x="1226" y="1174"/>
                      <a:pt x="1581" y="820"/>
                    </a:cubicBezTo>
                    <a:cubicBezTo>
                      <a:pt x="1711" y="690"/>
                      <a:pt x="1834" y="557"/>
                      <a:pt x="1954" y="421"/>
                    </a:cubicBezTo>
                    <a:cubicBezTo>
                      <a:pt x="2044" y="315"/>
                      <a:pt x="2033" y="155"/>
                      <a:pt x="1927" y="64"/>
                    </a:cubicBezTo>
                    <a:cubicBezTo>
                      <a:pt x="1879" y="22"/>
                      <a:pt x="1819" y="1"/>
                      <a:pt x="176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Google Shape;12562;p131">
                <a:extLst>
                  <a:ext uri="{FF2B5EF4-FFF2-40B4-BE49-F238E27FC236}">
                    <a16:creationId xmlns:a16="http://schemas.microsoft.com/office/drawing/2014/main" id="{DEE67D6F-A5E2-4037-1258-F0857B1C831B}"/>
                  </a:ext>
                </a:extLst>
              </p:cNvPr>
              <p:cNvSpPr/>
              <p:nvPr/>
            </p:nvSpPr>
            <p:spPr>
              <a:xfrm>
                <a:off x="7282950" y="4203000"/>
                <a:ext cx="22950" cy="40225"/>
              </a:xfrm>
              <a:custGeom>
                <a:avLst/>
                <a:gdLst/>
                <a:ahLst/>
                <a:cxnLst/>
                <a:rect l="l" t="t" r="r" b="b"/>
                <a:pathLst>
                  <a:path w="918" h="1609" extrusionOk="0">
                    <a:moveTo>
                      <a:pt x="642" y="0"/>
                    </a:moveTo>
                    <a:cubicBezTo>
                      <a:pt x="531" y="0"/>
                      <a:pt x="426" y="74"/>
                      <a:pt x="396" y="189"/>
                    </a:cubicBezTo>
                    <a:cubicBezTo>
                      <a:pt x="301" y="543"/>
                      <a:pt x="187" y="889"/>
                      <a:pt x="53" y="1228"/>
                    </a:cubicBezTo>
                    <a:cubicBezTo>
                      <a:pt x="0" y="1360"/>
                      <a:pt x="58" y="1509"/>
                      <a:pt x="184" y="1571"/>
                    </a:cubicBezTo>
                    <a:lnTo>
                      <a:pt x="218" y="1587"/>
                    </a:lnTo>
                    <a:cubicBezTo>
                      <a:pt x="248" y="1602"/>
                      <a:pt x="280" y="1608"/>
                      <a:pt x="311" y="1608"/>
                    </a:cubicBezTo>
                    <a:cubicBezTo>
                      <a:pt x="392" y="1608"/>
                      <a:pt x="469" y="1561"/>
                      <a:pt x="501" y="1480"/>
                    </a:cubicBezTo>
                    <a:cubicBezTo>
                      <a:pt x="653" y="1107"/>
                      <a:pt x="780" y="724"/>
                      <a:pt x="886" y="333"/>
                    </a:cubicBezTo>
                    <a:cubicBezTo>
                      <a:pt x="918" y="210"/>
                      <a:pt x="862" y="74"/>
                      <a:pt x="746" y="22"/>
                    </a:cubicBezTo>
                    <a:cubicBezTo>
                      <a:pt x="712" y="7"/>
                      <a:pt x="677" y="0"/>
                      <a:pt x="642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Google Shape;12563;p131">
                <a:extLst>
                  <a:ext uri="{FF2B5EF4-FFF2-40B4-BE49-F238E27FC236}">
                    <a16:creationId xmlns:a16="http://schemas.microsoft.com/office/drawing/2014/main" id="{119B7E84-40B6-1962-DBA0-70A2BD6DC46E}"/>
                  </a:ext>
                </a:extLst>
              </p:cNvPr>
              <p:cNvSpPr/>
              <p:nvPr/>
            </p:nvSpPr>
            <p:spPr>
              <a:xfrm>
                <a:off x="7252000" y="4250300"/>
                <a:ext cx="36300" cy="48175"/>
              </a:xfrm>
              <a:custGeom>
                <a:avLst/>
                <a:gdLst/>
                <a:ahLst/>
                <a:cxnLst/>
                <a:rect l="l" t="t" r="r" b="b"/>
                <a:pathLst>
                  <a:path w="1452" h="1927" extrusionOk="0">
                    <a:moveTo>
                      <a:pt x="1159" y="1"/>
                    </a:moveTo>
                    <a:cubicBezTo>
                      <a:pt x="1064" y="1"/>
                      <a:pt x="974" y="53"/>
                      <a:pt x="931" y="143"/>
                    </a:cubicBezTo>
                    <a:cubicBezTo>
                      <a:pt x="689" y="625"/>
                      <a:pt x="405" y="1085"/>
                      <a:pt x="85" y="1519"/>
                    </a:cubicBezTo>
                    <a:cubicBezTo>
                      <a:pt x="0" y="1631"/>
                      <a:pt x="21" y="1790"/>
                      <a:pt x="135" y="1874"/>
                    </a:cubicBezTo>
                    <a:cubicBezTo>
                      <a:pt x="181" y="1909"/>
                      <a:pt x="235" y="1926"/>
                      <a:pt x="289" y="1926"/>
                    </a:cubicBezTo>
                    <a:cubicBezTo>
                      <a:pt x="366" y="1926"/>
                      <a:pt x="441" y="1892"/>
                      <a:pt x="492" y="1826"/>
                    </a:cubicBezTo>
                    <a:cubicBezTo>
                      <a:pt x="831" y="1367"/>
                      <a:pt x="1132" y="878"/>
                      <a:pt x="1389" y="368"/>
                    </a:cubicBezTo>
                    <a:cubicBezTo>
                      <a:pt x="1451" y="241"/>
                      <a:pt x="1398" y="87"/>
                      <a:pt x="1270" y="26"/>
                    </a:cubicBezTo>
                    <a:cubicBezTo>
                      <a:pt x="1234" y="9"/>
                      <a:pt x="1196" y="1"/>
                      <a:pt x="1159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" name="Google Shape;12564;p131">
              <a:extLst>
                <a:ext uri="{FF2B5EF4-FFF2-40B4-BE49-F238E27FC236}">
                  <a16:creationId xmlns:a16="http://schemas.microsoft.com/office/drawing/2014/main" id="{2998A74D-901E-4F7E-9D82-CB22647A5B9C}"/>
                </a:ext>
              </a:extLst>
            </p:cNvPr>
            <p:cNvGrpSpPr/>
            <p:nvPr/>
          </p:nvGrpSpPr>
          <p:grpSpPr>
            <a:xfrm>
              <a:off x="5353892" y="2122719"/>
              <a:ext cx="810895" cy="781993"/>
              <a:chOff x="4249973" y="1201875"/>
              <a:chExt cx="1958568" cy="1888762"/>
            </a:xfrm>
          </p:grpSpPr>
          <p:sp>
            <p:nvSpPr>
              <p:cNvPr id="600" name="Google Shape;12565;p131">
                <a:extLst>
                  <a:ext uri="{FF2B5EF4-FFF2-40B4-BE49-F238E27FC236}">
                    <a16:creationId xmlns:a16="http://schemas.microsoft.com/office/drawing/2014/main" id="{51CCECBC-8DEA-1038-127E-C2CAD40B5D04}"/>
                  </a:ext>
                </a:extLst>
              </p:cNvPr>
              <p:cNvSpPr/>
              <p:nvPr/>
            </p:nvSpPr>
            <p:spPr>
              <a:xfrm>
                <a:off x="4468527" y="1411932"/>
                <a:ext cx="1528500" cy="1452600"/>
              </a:xfrm>
              <a:prstGeom prst="pentagon">
                <a:avLst>
                  <a:gd name="hf" fmla="val 105146"/>
                  <a:gd name="vf" fmla="val 110557"/>
                </a:avLst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grpSp>
            <p:nvGrpSpPr>
              <p:cNvPr id="601" name="Google Shape;12566;p131">
                <a:extLst>
                  <a:ext uri="{FF2B5EF4-FFF2-40B4-BE49-F238E27FC236}">
                    <a16:creationId xmlns:a16="http://schemas.microsoft.com/office/drawing/2014/main" id="{B1D6F78E-7BFD-54A0-115F-895FA1EB0F8B}"/>
                  </a:ext>
                </a:extLst>
              </p:cNvPr>
              <p:cNvGrpSpPr/>
              <p:nvPr/>
            </p:nvGrpSpPr>
            <p:grpSpPr>
              <a:xfrm>
                <a:off x="5853086" y="1789142"/>
                <a:ext cx="355454" cy="1048099"/>
                <a:chOff x="5576108" y="2016725"/>
                <a:chExt cx="565200" cy="1666560"/>
              </a:xfrm>
            </p:grpSpPr>
            <p:sp>
              <p:nvSpPr>
                <p:cNvPr id="614" name="Google Shape;12567;p131">
                  <a:extLst>
                    <a:ext uri="{FF2B5EF4-FFF2-40B4-BE49-F238E27FC236}">
                      <a16:creationId xmlns:a16="http://schemas.microsoft.com/office/drawing/2014/main" id="{954B3716-1D67-78CC-386D-1197AD6D2683}"/>
                    </a:ext>
                  </a:extLst>
                </p:cNvPr>
                <p:cNvSpPr/>
                <p:nvPr/>
              </p:nvSpPr>
              <p:spPr>
                <a:xfrm>
                  <a:off x="5576108" y="2016725"/>
                  <a:ext cx="565200" cy="5655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FFFFFF"/>
                    </a:solidFill>
                    <a:latin typeface="Roboto Medium"/>
                    <a:ea typeface="Roboto Medium"/>
                    <a:cs typeface="Roboto Medium"/>
                    <a:sym typeface="Roboto Medium"/>
                  </a:endParaRPr>
                </a:p>
              </p:txBody>
            </p:sp>
            <p:sp>
              <p:nvSpPr>
                <p:cNvPr id="615" name="Google Shape;12568;p131">
                  <a:extLst>
                    <a:ext uri="{FF2B5EF4-FFF2-40B4-BE49-F238E27FC236}">
                      <a16:creationId xmlns:a16="http://schemas.microsoft.com/office/drawing/2014/main" id="{7241613A-28F3-2571-AEFF-310747D5C4B4}"/>
                    </a:ext>
                  </a:extLst>
                </p:cNvPr>
                <p:cNvSpPr/>
                <p:nvPr/>
              </p:nvSpPr>
              <p:spPr>
                <a:xfrm rot="6479001">
                  <a:off x="5275897" y="3050667"/>
                  <a:ext cx="1119386" cy="152834"/>
                </a:xfrm>
                <a:prstGeom prst="rightArrow">
                  <a:avLst>
                    <a:gd name="adj1" fmla="val 25514"/>
                    <a:gd name="adj2" fmla="val 64322"/>
                  </a:avLst>
                </a:prstGeom>
                <a:solidFill>
                  <a:srgbClr val="667E9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02" name="Google Shape;12569;p131">
                <a:extLst>
                  <a:ext uri="{FF2B5EF4-FFF2-40B4-BE49-F238E27FC236}">
                    <a16:creationId xmlns:a16="http://schemas.microsoft.com/office/drawing/2014/main" id="{6CA90A82-B9B6-6C8E-BC41-BBC4820D1952}"/>
                  </a:ext>
                </a:extLst>
              </p:cNvPr>
              <p:cNvGrpSpPr/>
              <p:nvPr/>
            </p:nvGrpSpPr>
            <p:grpSpPr>
              <a:xfrm>
                <a:off x="4869455" y="2691676"/>
                <a:ext cx="1013897" cy="398961"/>
                <a:chOff x="4012057" y="3451825"/>
                <a:chExt cx="1612175" cy="634379"/>
              </a:xfrm>
            </p:grpSpPr>
            <p:sp>
              <p:nvSpPr>
                <p:cNvPr id="612" name="Google Shape;12570;p131">
                  <a:extLst>
                    <a:ext uri="{FF2B5EF4-FFF2-40B4-BE49-F238E27FC236}">
                      <a16:creationId xmlns:a16="http://schemas.microsoft.com/office/drawing/2014/main" id="{0076F1BF-FEAD-BCEB-5A73-F7DAD479B7ED}"/>
                    </a:ext>
                  </a:extLst>
                </p:cNvPr>
                <p:cNvSpPr/>
                <p:nvPr/>
              </p:nvSpPr>
              <p:spPr>
                <a:xfrm>
                  <a:off x="5059033" y="3451825"/>
                  <a:ext cx="565200" cy="5655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FFFFFF"/>
                    </a:solidFill>
                    <a:latin typeface="Roboto Medium"/>
                    <a:ea typeface="Roboto Medium"/>
                    <a:cs typeface="Roboto Medium"/>
                    <a:sym typeface="Roboto Medium"/>
                  </a:endParaRPr>
                </a:p>
              </p:txBody>
            </p:sp>
            <p:sp>
              <p:nvSpPr>
                <p:cNvPr id="613" name="Google Shape;12571;p131">
                  <a:extLst>
                    <a:ext uri="{FF2B5EF4-FFF2-40B4-BE49-F238E27FC236}">
                      <a16:creationId xmlns:a16="http://schemas.microsoft.com/office/drawing/2014/main" id="{03000543-2EB4-1CA9-9764-7E1E470F448E}"/>
                    </a:ext>
                  </a:extLst>
                </p:cNvPr>
                <p:cNvSpPr/>
                <p:nvPr/>
              </p:nvSpPr>
              <p:spPr>
                <a:xfrm rot="10799079">
                  <a:off x="4012507" y="3933353"/>
                  <a:ext cx="1119600" cy="152703"/>
                </a:xfrm>
                <a:prstGeom prst="rightArrow">
                  <a:avLst>
                    <a:gd name="adj1" fmla="val 25514"/>
                    <a:gd name="adj2" fmla="val 64322"/>
                  </a:avLst>
                </a:prstGeom>
                <a:solidFill>
                  <a:srgbClr val="667E9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03" name="Google Shape;12572;p131">
                <a:extLst>
                  <a:ext uri="{FF2B5EF4-FFF2-40B4-BE49-F238E27FC236}">
                    <a16:creationId xmlns:a16="http://schemas.microsoft.com/office/drawing/2014/main" id="{BF0ED315-E9DD-5D0E-31A6-26172274E31A}"/>
                  </a:ext>
                </a:extLst>
              </p:cNvPr>
              <p:cNvGrpSpPr/>
              <p:nvPr/>
            </p:nvGrpSpPr>
            <p:grpSpPr>
              <a:xfrm>
                <a:off x="4276937" y="2155961"/>
                <a:ext cx="651965" cy="891358"/>
                <a:chOff x="3069908" y="2599997"/>
                <a:chExt cx="1036675" cy="1417328"/>
              </a:xfrm>
            </p:grpSpPr>
            <p:sp>
              <p:nvSpPr>
                <p:cNvPr id="610" name="Google Shape;12573;p131">
                  <a:extLst>
                    <a:ext uri="{FF2B5EF4-FFF2-40B4-BE49-F238E27FC236}">
                      <a16:creationId xmlns:a16="http://schemas.microsoft.com/office/drawing/2014/main" id="{1D31D96F-E1A5-B518-A0A8-EEC6E49A9D62}"/>
                    </a:ext>
                  </a:extLst>
                </p:cNvPr>
                <p:cNvSpPr/>
                <p:nvPr/>
              </p:nvSpPr>
              <p:spPr>
                <a:xfrm>
                  <a:off x="3541383" y="3451825"/>
                  <a:ext cx="565200" cy="5655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FFFFFF"/>
                    </a:solidFill>
                    <a:latin typeface="Roboto Medium"/>
                    <a:ea typeface="Roboto Medium"/>
                    <a:cs typeface="Roboto Medium"/>
                    <a:sym typeface="Roboto Medium"/>
                  </a:endParaRPr>
                </a:p>
              </p:txBody>
            </p:sp>
            <p:sp>
              <p:nvSpPr>
                <p:cNvPr id="611" name="Google Shape;12574;p131">
                  <a:extLst>
                    <a:ext uri="{FF2B5EF4-FFF2-40B4-BE49-F238E27FC236}">
                      <a16:creationId xmlns:a16="http://schemas.microsoft.com/office/drawing/2014/main" id="{EE9DC64E-FB50-44CB-358C-2F559FEB8BB6}"/>
                    </a:ext>
                  </a:extLst>
                </p:cNvPr>
                <p:cNvSpPr/>
                <p:nvPr/>
              </p:nvSpPr>
              <p:spPr>
                <a:xfrm rot="-6478717">
                  <a:off x="2755922" y="3079191"/>
                  <a:ext cx="1119672" cy="153413"/>
                </a:xfrm>
                <a:prstGeom prst="rightArrow">
                  <a:avLst>
                    <a:gd name="adj1" fmla="val 25514"/>
                    <a:gd name="adj2" fmla="val 64322"/>
                  </a:avLst>
                </a:prstGeom>
                <a:solidFill>
                  <a:srgbClr val="667E9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04" name="Google Shape;12575;p131">
                <a:extLst>
                  <a:ext uri="{FF2B5EF4-FFF2-40B4-BE49-F238E27FC236}">
                    <a16:creationId xmlns:a16="http://schemas.microsoft.com/office/drawing/2014/main" id="{B9C4FA96-7BDF-0DC0-1C84-276043E31119}"/>
                  </a:ext>
                </a:extLst>
              </p:cNvPr>
              <p:cNvGrpSpPr/>
              <p:nvPr/>
            </p:nvGrpSpPr>
            <p:grpSpPr>
              <a:xfrm>
                <a:off x="5054918" y="1201875"/>
                <a:ext cx="999548" cy="602711"/>
                <a:chOff x="4306958" y="1082925"/>
                <a:chExt cx="1589359" cy="958358"/>
              </a:xfrm>
            </p:grpSpPr>
            <p:sp>
              <p:nvSpPr>
                <p:cNvPr id="608" name="Google Shape;12576;p131">
                  <a:extLst>
                    <a:ext uri="{FF2B5EF4-FFF2-40B4-BE49-F238E27FC236}">
                      <a16:creationId xmlns:a16="http://schemas.microsoft.com/office/drawing/2014/main" id="{06A9A1CD-749E-6DBA-0FCE-AD9ADC7622FC}"/>
                    </a:ext>
                  </a:extLst>
                </p:cNvPr>
                <p:cNvSpPr/>
                <p:nvPr/>
              </p:nvSpPr>
              <p:spPr>
                <a:xfrm>
                  <a:off x="4306958" y="1082925"/>
                  <a:ext cx="565200" cy="5655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FFFFFF"/>
                    </a:solidFill>
                    <a:latin typeface="Roboto Medium"/>
                    <a:ea typeface="Roboto Medium"/>
                    <a:cs typeface="Roboto Medium"/>
                    <a:sym typeface="Roboto Medium"/>
                  </a:endParaRPr>
                </a:p>
              </p:txBody>
            </p:sp>
            <p:sp>
              <p:nvSpPr>
                <p:cNvPr id="609" name="Google Shape;12577;p131">
                  <a:extLst>
                    <a:ext uri="{FF2B5EF4-FFF2-40B4-BE49-F238E27FC236}">
                      <a16:creationId xmlns:a16="http://schemas.microsoft.com/office/drawing/2014/main" id="{D097D85E-6674-B716-2B72-735BF1CDF2C6}"/>
                    </a:ext>
                  </a:extLst>
                </p:cNvPr>
                <p:cNvSpPr/>
                <p:nvPr/>
              </p:nvSpPr>
              <p:spPr>
                <a:xfrm rot="2159678">
                  <a:off x="4838902" y="1574444"/>
                  <a:ext cx="1119431" cy="152476"/>
                </a:xfrm>
                <a:prstGeom prst="rightArrow">
                  <a:avLst>
                    <a:gd name="adj1" fmla="val 25514"/>
                    <a:gd name="adj2" fmla="val 64322"/>
                  </a:avLst>
                </a:prstGeom>
                <a:solidFill>
                  <a:srgbClr val="5F7D9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05" name="Google Shape;12578;p131">
                <a:extLst>
                  <a:ext uri="{FF2B5EF4-FFF2-40B4-BE49-F238E27FC236}">
                    <a16:creationId xmlns:a16="http://schemas.microsoft.com/office/drawing/2014/main" id="{177F7741-8398-258A-B1E0-4F18F808AD9D}"/>
                  </a:ext>
                </a:extLst>
              </p:cNvPr>
              <p:cNvGrpSpPr/>
              <p:nvPr/>
            </p:nvGrpSpPr>
            <p:grpSpPr>
              <a:xfrm>
                <a:off x="4249973" y="1303451"/>
                <a:ext cx="799317" cy="841334"/>
                <a:chOff x="3027033" y="1244439"/>
                <a:chExt cx="1270977" cy="1337786"/>
              </a:xfrm>
            </p:grpSpPr>
            <p:sp>
              <p:nvSpPr>
                <p:cNvPr id="606" name="Google Shape;12579;p131">
                  <a:extLst>
                    <a:ext uri="{FF2B5EF4-FFF2-40B4-BE49-F238E27FC236}">
                      <a16:creationId xmlns:a16="http://schemas.microsoft.com/office/drawing/2014/main" id="{5E2F51F9-BBD2-A9B5-574B-C7BFAA47BF5E}"/>
                    </a:ext>
                  </a:extLst>
                </p:cNvPr>
                <p:cNvSpPr/>
                <p:nvPr/>
              </p:nvSpPr>
              <p:spPr>
                <a:xfrm>
                  <a:off x="3027033" y="2016725"/>
                  <a:ext cx="565200" cy="5655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200">
                    <a:solidFill>
                      <a:srgbClr val="FFFFFF"/>
                    </a:solidFill>
                    <a:latin typeface="Roboto Medium"/>
                    <a:ea typeface="Roboto Medium"/>
                    <a:cs typeface="Roboto Medium"/>
                    <a:sym typeface="Roboto Medium"/>
                  </a:endParaRPr>
                </a:p>
              </p:txBody>
            </p:sp>
            <p:sp>
              <p:nvSpPr>
                <p:cNvPr id="607" name="Google Shape;12580;p131">
                  <a:extLst>
                    <a:ext uri="{FF2B5EF4-FFF2-40B4-BE49-F238E27FC236}">
                      <a16:creationId xmlns:a16="http://schemas.microsoft.com/office/drawing/2014/main" id="{E5101299-B289-2B9A-DD0F-C8F7E48156C3}"/>
                    </a:ext>
                  </a:extLst>
                </p:cNvPr>
                <p:cNvSpPr/>
                <p:nvPr/>
              </p:nvSpPr>
              <p:spPr>
                <a:xfrm rot="-2159137">
                  <a:off x="3240473" y="1559002"/>
                  <a:ext cx="1119673" cy="153273"/>
                </a:xfrm>
                <a:prstGeom prst="rightArrow">
                  <a:avLst>
                    <a:gd name="adj1" fmla="val 25514"/>
                    <a:gd name="adj2" fmla="val 64322"/>
                  </a:avLst>
                </a:prstGeom>
                <a:solidFill>
                  <a:srgbClr val="667E9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6" name="Google Shape;12581;p131">
              <a:extLst>
                <a:ext uri="{FF2B5EF4-FFF2-40B4-BE49-F238E27FC236}">
                  <a16:creationId xmlns:a16="http://schemas.microsoft.com/office/drawing/2014/main" id="{647A169C-739D-9CE0-329C-92C114A572BE}"/>
                </a:ext>
              </a:extLst>
            </p:cNvPr>
            <p:cNvGrpSpPr/>
            <p:nvPr/>
          </p:nvGrpSpPr>
          <p:grpSpPr>
            <a:xfrm>
              <a:off x="4630929" y="3113406"/>
              <a:ext cx="838739" cy="763905"/>
              <a:chOff x="4204684" y="2104422"/>
              <a:chExt cx="699822" cy="637382"/>
            </a:xfrm>
          </p:grpSpPr>
          <p:grpSp>
            <p:nvGrpSpPr>
              <p:cNvPr id="588" name="Google Shape;12582;p131">
                <a:extLst>
                  <a:ext uri="{FF2B5EF4-FFF2-40B4-BE49-F238E27FC236}">
                    <a16:creationId xmlns:a16="http://schemas.microsoft.com/office/drawing/2014/main" id="{10A7F7D4-A99F-D82D-DA0E-845E681CFCA7}"/>
                  </a:ext>
                </a:extLst>
              </p:cNvPr>
              <p:cNvGrpSpPr/>
              <p:nvPr/>
            </p:nvGrpSpPr>
            <p:grpSpPr>
              <a:xfrm>
                <a:off x="4204684" y="2430067"/>
                <a:ext cx="342957" cy="311738"/>
                <a:chOff x="4204684" y="2430067"/>
                <a:chExt cx="342957" cy="311738"/>
              </a:xfrm>
            </p:grpSpPr>
            <p:sp>
              <p:nvSpPr>
                <p:cNvPr id="598" name="Google Shape;12583;p131">
                  <a:extLst>
                    <a:ext uri="{FF2B5EF4-FFF2-40B4-BE49-F238E27FC236}">
                      <a16:creationId xmlns:a16="http://schemas.microsoft.com/office/drawing/2014/main" id="{015DD28B-D6C3-F52F-AA79-80548EB799FE}"/>
                    </a:ext>
                  </a:extLst>
                </p:cNvPr>
                <p:cNvSpPr/>
                <p:nvPr/>
              </p:nvSpPr>
              <p:spPr>
                <a:xfrm>
                  <a:off x="4235882" y="2430067"/>
                  <a:ext cx="311759" cy="311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84" h="8384" extrusionOk="0">
                      <a:moveTo>
                        <a:pt x="1" y="0"/>
                      </a:moveTo>
                      <a:cubicBezTo>
                        <a:pt x="23" y="1056"/>
                        <a:pt x="239" y="2096"/>
                        <a:pt x="641" y="3073"/>
                      </a:cubicBezTo>
                      <a:cubicBezTo>
                        <a:pt x="676" y="3072"/>
                        <a:pt x="710" y="3070"/>
                        <a:pt x="745" y="3070"/>
                      </a:cubicBezTo>
                      <a:cubicBezTo>
                        <a:pt x="1419" y="3070"/>
                        <a:pt x="2047" y="3416"/>
                        <a:pt x="2406" y="3988"/>
                      </a:cubicBezTo>
                      <a:cubicBezTo>
                        <a:pt x="2766" y="4558"/>
                        <a:pt x="2808" y="5272"/>
                        <a:pt x="2516" y="5880"/>
                      </a:cubicBezTo>
                      <a:cubicBezTo>
                        <a:pt x="4076" y="7440"/>
                        <a:pt x="6179" y="8337"/>
                        <a:pt x="8384" y="8383"/>
                      </a:cubicBezTo>
                      <a:lnTo>
                        <a:pt x="8384" y="3190"/>
                      </a:lnTo>
                      <a:cubicBezTo>
                        <a:pt x="6664" y="3094"/>
                        <a:pt x="5290" y="1720"/>
                        <a:pt x="5194" y="0"/>
                      </a:cubicBez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9" name="Google Shape;12584;p131">
                  <a:extLst>
                    <a:ext uri="{FF2B5EF4-FFF2-40B4-BE49-F238E27FC236}">
                      <a16:creationId xmlns:a16="http://schemas.microsoft.com/office/drawing/2014/main" id="{4DD59B26-DB1F-7DE9-680A-1A758391D738}"/>
                    </a:ext>
                  </a:extLst>
                </p:cNvPr>
                <p:cNvSpPr/>
                <p:nvPr/>
              </p:nvSpPr>
              <p:spPr>
                <a:xfrm>
                  <a:off x="4204684" y="2558309"/>
                  <a:ext cx="117839" cy="1177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69" h="3168" extrusionOk="0">
                      <a:moveTo>
                        <a:pt x="1584" y="0"/>
                      </a:moveTo>
                      <a:cubicBezTo>
                        <a:pt x="710" y="0"/>
                        <a:pt x="1" y="710"/>
                        <a:pt x="1" y="1584"/>
                      </a:cubicBezTo>
                      <a:cubicBezTo>
                        <a:pt x="1" y="2459"/>
                        <a:pt x="710" y="3168"/>
                        <a:pt x="1584" y="3168"/>
                      </a:cubicBezTo>
                      <a:cubicBezTo>
                        <a:pt x="2459" y="3168"/>
                        <a:pt x="3168" y="2459"/>
                        <a:pt x="3168" y="1584"/>
                      </a:cubicBezTo>
                      <a:cubicBezTo>
                        <a:pt x="3168" y="710"/>
                        <a:pt x="2459" y="0"/>
                        <a:pt x="1584" y="0"/>
                      </a:cubicBezTo>
                      <a:close/>
                    </a:path>
                  </a:pathLst>
                </a:custGeom>
                <a:solidFill>
                  <a:srgbClr val="667E9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89" name="Google Shape;12585;p131">
                <a:extLst>
                  <a:ext uri="{FF2B5EF4-FFF2-40B4-BE49-F238E27FC236}">
                    <a16:creationId xmlns:a16="http://schemas.microsoft.com/office/drawing/2014/main" id="{FDF074AE-F3BB-C472-C8FE-12CE55F018BF}"/>
                  </a:ext>
                </a:extLst>
              </p:cNvPr>
              <p:cNvGrpSpPr/>
              <p:nvPr/>
            </p:nvGrpSpPr>
            <p:grpSpPr>
              <a:xfrm>
                <a:off x="4561586" y="2430067"/>
                <a:ext cx="342920" cy="311738"/>
                <a:chOff x="4561586" y="2430067"/>
                <a:chExt cx="342920" cy="311738"/>
              </a:xfrm>
            </p:grpSpPr>
            <p:sp>
              <p:nvSpPr>
                <p:cNvPr id="596" name="Google Shape;12586;p131">
                  <a:extLst>
                    <a:ext uri="{FF2B5EF4-FFF2-40B4-BE49-F238E27FC236}">
                      <a16:creationId xmlns:a16="http://schemas.microsoft.com/office/drawing/2014/main" id="{0FA026C1-4812-F2F5-D034-A79C52967497}"/>
                    </a:ext>
                  </a:extLst>
                </p:cNvPr>
                <p:cNvSpPr/>
                <p:nvPr/>
              </p:nvSpPr>
              <p:spPr>
                <a:xfrm>
                  <a:off x="4561586" y="2430067"/>
                  <a:ext cx="311759" cy="311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84" h="8384" extrusionOk="0">
                      <a:moveTo>
                        <a:pt x="3189" y="0"/>
                      </a:moveTo>
                      <a:cubicBezTo>
                        <a:pt x="3093" y="1720"/>
                        <a:pt x="1721" y="3092"/>
                        <a:pt x="1" y="3190"/>
                      </a:cubicBezTo>
                      <a:lnTo>
                        <a:pt x="1" y="8383"/>
                      </a:lnTo>
                      <a:cubicBezTo>
                        <a:pt x="2206" y="8337"/>
                        <a:pt x="4309" y="7440"/>
                        <a:pt x="5868" y="5880"/>
                      </a:cubicBezTo>
                      <a:cubicBezTo>
                        <a:pt x="5577" y="5272"/>
                        <a:pt x="5618" y="4558"/>
                        <a:pt x="5979" y="3986"/>
                      </a:cubicBezTo>
                      <a:cubicBezTo>
                        <a:pt x="6337" y="3416"/>
                        <a:pt x="6965" y="3070"/>
                        <a:pt x="7639" y="3070"/>
                      </a:cubicBezTo>
                      <a:cubicBezTo>
                        <a:pt x="7675" y="3070"/>
                        <a:pt x="7710" y="3070"/>
                        <a:pt x="7743" y="3073"/>
                      </a:cubicBezTo>
                      <a:cubicBezTo>
                        <a:pt x="8145" y="2096"/>
                        <a:pt x="8362" y="1056"/>
                        <a:pt x="8384" y="0"/>
                      </a:cubicBezTo>
                      <a:close/>
                    </a:path>
                  </a:pathLst>
                </a:custGeom>
                <a:solidFill>
                  <a:srgbClr val="A5B7C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7" name="Google Shape;12587;p131">
                  <a:extLst>
                    <a:ext uri="{FF2B5EF4-FFF2-40B4-BE49-F238E27FC236}">
                      <a16:creationId xmlns:a16="http://schemas.microsoft.com/office/drawing/2014/main" id="{71C5F5D5-652D-CAF9-5674-A832088F111A}"/>
                    </a:ext>
                  </a:extLst>
                </p:cNvPr>
                <p:cNvSpPr/>
                <p:nvPr/>
              </p:nvSpPr>
              <p:spPr>
                <a:xfrm>
                  <a:off x="4786741" y="2558309"/>
                  <a:ext cx="117765" cy="1177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67" h="3168" extrusionOk="0">
                      <a:moveTo>
                        <a:pt x="1583" y="0"/>
                      </a:moveTo>
                      <a:cubicBezTo>
                        <a:pt x="708" y="0"/>
                        <a:pt x="1" y="710"/>
                        <a:pt x="1" y="1584"/>
                      </a:cubicBezTo>
                      <a:cubicBezTo>
                        <a:pt x="1" y="2459"/>
                        <a:pt x="708" y="3168"/>
                        <a:pt x="1583" y="3168"/>
                      </a:cubicBezTo>
                      <a:cubicBezTo>
                        <a:pt x="2457" y="3168"/>
                        <a:pt x="3166" y="2459"/>
                        <a:pt x="3166" y="1584"/>
                      </a:cubicBezTo>
                      <a:cubicBezTo>
                        <a:pt x="3166" y="710"/>
                        <a:pt x="2457" y="0"/>
                        <a:pt x="1583" y="0"/>
                      </a:cubicBezTo>
                      <a:close/>
                    </a:path>
                  </a:pathLst>
                </a:custGeom>
                <a:solidFill>
                  <a:srgbClr val="A5B7C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90" name="Google Shape;12588;p131">
                <a:extLst>
                  <a:ext uri="{FF2B5EF4-FFF2-40B4-BE49-F238E27FC236}">
                    <a16:creationId xmlns:a16="http://schemas.microsoft.com/office/drawing/2014/main" id="{76120CDF-5E14-607C-D3F8-3E194472C434}"/>
                  </a:ext>
                </a:extLst>
              </p:cNvPr>
              <p:cNvGrpSpPr/>
              <p:nvPr/>
            </p:nvGrpSpPr>
            <p:grpSpPr>
              <a:xfrm>
                <a:off x="4561586" y="2104422"/>
                <a:ext cx="342920" cy="311738"/>
                <a:chOff x="4561586" y="2104422"/>
                <a:chExt cx="342920" cy="311738"/>
              </a:xfrm>
            </p:grpSpPr>
            <p:sp>
              <p:nvSpPr>
                <p:cNvPr id="594" name="Google Shape;12589;p131">
                  <a:extLst>
                    <a:ext uri="{FF2B5EF4-FFF2-40B4-BE49-F238E27FC236}">
                      <a16:creationId xmlns:a16="http://schemas.microsoft.com/office/drawing/2014/main" id="{D42F03E0-FDB4-9004-23F2-55114847A8A5}"/>
                    </a:ext>
                  </a:extLst>
                </p:cNvPr>
                <p:cNvSpPr/>
                <p:nvPr/>
              </p:nvSpPr>
              <p:spPr>
                <a:xfrm>
                  <a:off x="4561586" y="2104422"/>
                  <a:ext cx="311722" cy="3117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83" h="8384" extrusionOk="0">
                      <a:moveTo>
                        <a:pt x="1" y="1"/>
                      </a:moveTo>
                      <a:lnTo>
                        <a:pt x="1" y="5194"/>
                      </a:lnTo>
                      <a:cubicBezTo>
                        <a:pt x="1721" y="5290"/>
                        <a:pt x="3093" y="6662"/>
                        <a:pt x="3189" y="8384"/>
                      </a:cubicBezTo>
                      <a:lnTo>
                        <a:pt x="8382" y="8384"/>
                      </a:lnTo>
                      <a:cubicBezTo>
                        <a:pt x="8362" y="7328"/>
                        <a:pt x="8144" y="6286"/>
                        <a:pt x="7742" y="5311"/>
                      </a:cubicBezTo>
                      <a:cubicBezTo>
                        <a:pt x="7708" y="5312"/>
                        <a:pt x="7673" y="5314"/>
                        <a:pt x="7638" y="5314"/>
                      </a:cubicBezTo>
                      <a:cubicBezTo>
                        <a:pt x="6964" y="5312"/>
                        <a:pt x="6336" y="4966"/>
                        <a:pt x="5977" y="4396"/>
                      </a:cubicBezTo>
                      <a:cubicBezTo>
                        <a:pt x="5618" y="3825"/>
                        <a:pt x="5577" y="3110"/>
                        <a:pt x="5867" y="2502"/>
                      </a:cubicBezTo>
                      <a:cubicBezTo>
                        <a:pt x="4309" y="942"/>
                        <a:pt x="2206" y="45"/>
                        <a:pt x="1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595" name="Google Shape;12590;p131">
                  <a:extLst>
                    <a:ext uri="{FF2B5EF4-FFF2-40B4-BE49-F238E27FC236}">
                      <a16:creationId xmlns:a16="http://schemas.microsoft.com/office/drawing/2014/main" id="{F6B759FD-FFE6-AED3-F6CA-129260634802}"/>
                    </a:ext>
                  </a:extLst>
                </p:cNvPr>
                <p:cNvSpPr/>
                <p:nvPr/>
              </p:nvSpPr>
              <p:spPr>
                <a:xfrm>
                  <a:off x="4786741" y="2170087"/>
                  <a:ext cx="117765" cy="1177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67" h="3167" extrusionOk="0">
                      <a:moveTo>
                        <a:pt x="1583" y="1"/>
                      </a:moveTo>
                      <a:cubicBezTo>
                        <a:pt x="708" y="1"/>
                        <a:pt x="1" y="709"/>
                        <a:pt x="1" y="1583"/>
                      </a:cubicBezTo>
                      <a:cubicBezTo>
                        <a:pt x="1" y="2457"/>
                        <a:pt x="708" y="3167"/>
                        <a:pt x="1583" y="3167"/>
                      </a:cubicBezTo>
                      <a:cubicBezTo>
                        <a:pt x="2457" y="3167"/>
                        <a:pt x="3166" y="2457"/>
                        <a:pt x="3166" y="1583"/>
                      </a:cubicBezTo>
                      <a:cubicBezTo>
                        <a:pt x="3166" y="709"/>
                        <a:pt x="2457" y="1"/>
                        <a:pt x="1583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91" name="Google Shape;12591;p131">
                <a:extLst>
                  <a:ext uri="{FF2B5EF4-FFF2-40B4-BE49-F238E27FC236}">
                    <a16:creationId xmlns:a16="http://schemas.microsoft.com/office/drawing/2014/main" id="{FDF7F77E-6DA4-B6DE-6398-0C946F5A02B3}"/>
                  </a:ext>
                </a:extLst>
              </p:cNvPr>
              <p:cNvGrpSpPr/>
              <p:nvPr/>
            </p:nvGrpSpPr>
            <p:grpSpPr>
              <a:xfrm>
                <a:off x="4204684" y="2104422"/>
                <a:ext cx="342957" cy="311664"/>
                <a:chOff x="4204684" y="2104422"/>
                <a:chExt cx="342957" cy="311664"/>
              </a:xfrm>
            </p:grpSpPr>
            <p:sp>
              <p:nvSpPr>
                <p:cNvPr id="592" name="Google Shape;12592;p131">
                  <a:extLst>
                    <a:ext uri="{FF2B5EF4-FFF2-40B4-BE49-F238E27FC236}">
                      <a16:creationId xmlns:a16="http://schemas.microsoft.com/office/drawing/2014/main" id="{EC23F139-F916-9347-ECAC-E843D3D707ED}"/>
                    </a:ext>
                  </a:extLst>
                </p:cNvPr>
                <p:cNvSpPr/>
                <p:nvPr/>
              </p:nvSpPr>
              <p:spPr>
                <a:xfrm>
                  <a:off x="4235882" y="2104422"/>
                  <a:ext cx="311759" cy="3116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84" h="8382" extrusionOk="0">
                      <a:moveTo>
                        <a:pt x="8384" y="1"/>
                      </a:moveTo>
                      <a:cubicBezTo>
                        <a:pt x="6179" y="45"/>
                        <a:pt x="4076" y="942"/>
                        <a:pt x="2516" y="2502"/>
                      </a:cubicBezTo>
                      <a:cubicBezTo>
                        <a:pt x="2808" y="3110"/>
                        <a:pt x="2766" y="3825"/>
                        <a:pt x="2406" y="4396"/>
                      </a:cubicBezTo>
                      <a:cubicBezTo>
                        <a:pt x="2047" y="4966"/>
                        <a:pt x="1419" y="5312"/>
                        <a:pt x="745" y="5312"/>
                      </a:cubicBezTo>
                      <a:cubicBezTo>
                        <a:pt x="710" y="5312"/>
                        <a:pt x="675" y="5312"/>
                        <a:pt x="641" y="5311"/>
                      </a:cubicBezTo>
                      <a:cubicBezTo>
                        <a:pt x="239" y="6286"/>
                        <a:pt x="23" y="7327"/>
                        <a:pt x="1" y="8382"/>
                      </a:cubicBezTo>
                      <a:lnTo>
                        <a:pt x="5194" y="8382"/>
                      </a:lnTo>
                      <a:cubicBezTo>
                        <a:pt x="5290" y="6662"/>
                        <a:pt x="6664" y="5290"/>
                        <a:pt x="8384" y="5194"/>
                      </a:cubicBezTo>
                      <a:lnTo>
                        <a:pt x="8384" y="1"/>
                      </a:ln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3" name="Google Shape;12593;p131">
                  <a:extLst>
                    <a:ext uri="{FF2B5EF4-FFF2-40B4-BE49-F238E27FC236}">
                      <a16:creationId xmlns:a16="http://schemas.microsoft.com/office/drawing/2014/main" id="{8000BE8F-B1AC-86B5-A831-998DD5201406}"/>
                    </a:ext>
                  </a:extLst>
                </p:cNvPr>
                <p:cNvSpPr/>
                <p:nvPr/>
              </p:nvSpPr>
              <p:spPr>
                <a:xfrm>
                  <a:off x="4204684" y="2170087"/>
                  <a:ext cx="117839" cy="1177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69" h="3167" extrusionOk="0">
                      <a:moveTo>
                        <a:pt x="1584" y="1"/>
                      </a:moveTo>
                      <a:cubicBezTo>
                        <a:pt x="710" y="1"/>
                        <a:pt x="1" y="709"/>
                        <a:pt x="1" y="1583"/>
                      </a:cubicBezTo>
                      <a:cubicBezTo>
                        <a:pt x="1" y="2457"/>
                        <a:pt x="710" y="3167"/>
                        <a:pt x="1584" y="3167"/>
                      </a:cubicBezTo>
                      <a:cubicBezTo>
                        <a:pt x="2459" y="3167"/>
                        <a:pt x="3168" y="2457"/>
                        <a:pt x="3168" y="1583"/>
                      </a:cubicBezTo>
                      <a:cubicBezTo>
                        <a:pt x="3168" y="709"/>
                        <a:pt x="2459" y="1"/>
                        <a:pt x="1584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7" name="Google Shape;12594;p131">
              <a:extLst>
                <a:ext uri="{FF2B5EF4-FFF2-40B4-BE49-F238E27FC236}">
                  <a16:creationId xmlns:a16="http://schemas.microsoft.com/office/drawing/2014/main" id="{BB7714A7-F4CC-AECB-4037-DACCFD460E45}"/>
                </a:ext>
              </a:extLst>
            </p:cNvPr>
            <p:cNvGrpSpPr/>
            <p:nvPr/>
          </p:nvGrpSpPr>
          <p:grpSpPr>
            <a:xfrm>
              <a:off x="6266954" y="2122713"/>
              <a:ext cx="737995" cy="769584"/>
              <a:chOff x="5830645" y="1267368"/>
              <a:chExt cx="530340" cy="553040"/>
            </a:xfrm>
          </p:grpSpPr>
          <p:sp>
            <p:nvSpPr>
              <p:cNvPr id="575" name="Google Shape;12595;p131">
                <a:extLst>
                  <a:ext uri="{FF2B5EF4-FFF2-40B4-BE49-F238E27FC236}">
                    <a16:creationId xmlns:a16="http://schemas.microsoft.com/office/drawing/2014/main" id="{C5626DCA-AC85-573F-30CF-07EDF53888F0}"/>
                  </a:ext>
                </a:extLst>
              </p:cNvPr>
              <p:cNvSpPr/>
              <p:nvPr/>
            </p:nvSpPr>
            <p:spPr>
              <a:xfrm>
                <a:off x="5994669" y="1442730"/>
                <a:ext cx="202317" cy="202342"/>
              </a:xfrm>
              <a:custGeom>
                <a:avLst/>
                <a:gdLst/>
                <a:ahLst/>
                <a:cxnLst/>
                <a:rect l="l" t="t" r="r" b="b"/>
                <a:pathLst>
                  <a:path w="7941" h="7942" extrusionOk="0">
                    <a:moveTo>
                      <a:pt x="3971" y="319"/>
                    </a:moveTo>
                    <a:cubicBezTo>
                      <a:pt x="5984" y="319"/>
                      <a:pt x="7623" y="1957"/>
                      <a:pt x="7623" y="3971"/>
                    </a:cubicBezTo>
                    <a:cubicBezTo>
                      <a:pt x="7623" y="5984"/>
                      <a:pt x="5985" y="7624"/>
                      <a:pt x="3971" y="7624"/>
                    </a:cubicBezTo>
                    <a:cubicBezTo>
                      <a:pt x="1956" y="7624"/>
                      <a:pt x="318" y="5984"/>
                      <a:pt x="318" y="3971"/>
                    </a:cubicBezTo>
                    <a:cubicBezTo>
                      <a:pt x="318" y="1957"/>
                      <a:pt x="1956" y="319"/>
                      <a:pt x="3971" y="319"/>
                    </a:cubicBezTo>
                    <a:close/>
                    <a:moveTo>
                      <a:pt x="3971" y="0"/>
                    </a:moveTo>
                    <a:cubicBezTo>
                      <a:pt x="1782" y="0"/>
                      <a:pt x="1" y="1782"/>
                      <a:pt x="1" y="3971"/>
                    </a:cubicBezTo>
                    <a:cubicBezTo>
                      <a:pt x="1" y="6159"/>
                      <a:pt x="1782" y="7941"/>
                      <a:pt x="3971" y="7941"/>
                    </a:cubicBezTo>
                    <a:cubicBezTo>
                      <a:pt x="6160" y="7941"/>
                      <a:pt x="7940" y="6159"/>
                      <a:pt x="7940" y="3971"/>
                    </a:cubicBezTo>
                    <a:cubicBezTo>
                      <a:pt x="7940" y="1782"/>
                      <a:pt x="6160" y="0"/>
                      <a:pt x="3971" y="0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76" name="Google Shape;12596;p131">
                <a:extLst>
                  <a:ext uri="{FF2B5EF4-FFF2-40B4-BE49-F238E27FC236}">
                    <a16:creationId xmlns:a16="http://schemas.microsoft.com/office/drawing/2014/main" id="{AEC7A101-2D68-E97E-6224-4B0E5B97BB84}"/>
                  </a:ext>
                </a:extLst>
              </p:cNvPr>
              <p:cNvGrpSpPr/>
              <p:nvPr/>
            </p:nvGrpSpPr>
            <p:grpSpPr>
              <a:xfrm>
                <a:off x="5830645" y="1267368"/>
                <a:ext cx="259743" cy="269909"/>
                <a:chOff x="5830645" y="1267368"/>
                <a:chExt cx="259743" cy="269909"/>
              </a:xfrm>
            </p:grpSpPr>
            <p:sp>
              <p:nvSpPr>
                <p:cNvPr id="586" name="Google Shape;12597;p131">
                  <a:extLst>
                    <a:ext uri="{FF2B5EF4-FFF2-40B4-BE49-F238E27FC236}">
                      <a16:creationId xmlns:a16="http://schemas.microsoft.com/office/drawing/2014/main" id="{9B20A557-5338-D961-C82A-36542D0C2907}"/>
                    </a:ext>
                  </a:extLst>
                </p:cNvPr>
                <p:cNvSpPr/>
                <p:nvPr/>
              </p:nvSpPr>
              <p:spPr>
                <a:xfrm>
                  <a:off x="5830645" y="1304897"/>
                  <a:ext cx="259743" cy="2323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95" h="9121" extrusionOk="0">
                      <a:moveTo>
                        <a:pt x="7470" y="1"/>
                      </a:moveTo>
                      <a:cubicBezTo>
                        <a:pt x="7469" y="1"/>
                        <a:pt x="7468" y="1"/>
                        <a:pt x="7467" y="1"/>
                      </a:cubicBezTo>
                      <a:lnTo>
                        <a:pt x="7044" y="1"/>
                      </a:lnTo>
                      <a:cubicBezTo>
                        <a:pt x="7044" y="1075"/>
                        <a:pt x="6172" y="1946"/>
                        <a:pt x="5097" y="1946"/>
                      </a:cubicBezTo>
                      <a:cubicBezTo>
                        <a:pt x="4021" y="1946"/>
                        <a:pt x="3150" y="1075"/>
                        <a:pt x="3150" y="1"/>
                      </a:cubicBezTo>
                      <a:lnTo>
                        <a:pt x="0" y="1"/>
                      </a:lnTo>
                      <a:lnTo>
                        <a:pt x="0" y="6393"/>
                      </a:lnTo>
                      <a:cubicBezTo>
                        <a:pt x="0" y="7900"/>
                        <a:pt x="1220" y="9120"/>
                        <a:pt x="2727" y="9120"/>
                      </a:cubicBezTo>
                      <a:lnTo>
                        <a:pt x="6018" y="9120"/>
                      </a:lnTo>
                      <a:cubicBezTo>
                        <a:pt x="6148" y="6883"/>
                        <a:pt x="7951" y="5095"/>
                        <a:pt x="10194" y="4987"/>
                      </a:cubicBezTo>
                      <a:lnTo>
                        <a:pt x="10194" y="2726"/>
                      </a:lnTo>
                      <a:cubicBezTo>
                        <a:pt x="10194" y="1222"/>
                        <a:pt x="8974" y="1"/>
                        <a:pt x="7470" y="1"/>
                      </a:cubicBez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7" name="Google Shape;12598;p131">
                  <a:extLst>
                    <a:ext uri="{FF2B5EF4-FFF2-40B4-BE49-F238E27FC236}">
                      <a16:creationId xmlns:a16="http://schemas.microsoft.com/office/drawing/2014/main" id="{AD3247BE-8FDA-50F1-1814-AE60C0A2902F}"/>
                    </a:ext>
                  </a:extLst>
                </p:cNvPr>
                <p:cNvSpPr/>
                <p:nvPr/>
              </p:nvSpPr>
              <p:spPr>
                <a:xfrm>
                  <a:off x="5922950" y="1267368"/>
                  <a:ext cx="75057" cy="750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46" h="2946" extrusionOk="0">
                      <a:moveTo>
                        <a:pt x="1474" y="1"/>
                      </a:moveTo>
                      <a:cubicBezTo>
                        <a:pt x="661" y="1"/>
                        <a:pt x="1" y="660"/>
                        <a:pt x="1" y="1472"/>
                      </a:cubicBezTo>
                      <a:cubicBezTo>
                        <a:pt x="1" y="2286"/>
                        <a:pt x="661" y="2945"/>
                        <a:pt x="1474" y="2945"/>
                      </a:cubicBezTo>
                      <a:cubicBezTo>
                        <a:pt x="2288" y="2945"/>
                        <a:pt x="2946" y="2286"/>
                        <a:pt x="2946" y="1472"/>
                      </a:cubicBezTo>
                      <a:cubicBezTo>
                        <a:pt x="2946" y="660"/>
                        <a:pt x="2288" y="1"/>
                        <a:pt x="1474" y="1"/>
                      </a:cubicBezTo>
                      <a:close/>
                    </a:path>
                  </a:pathLst>
                </a:custGeom>
                <a:solidFill>
                  <a:srgbClr val="445D7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77" name="Google Shape;12599;p131">
                <a:extLst>
                  <a:ext uri="{FF2B5EF4-FFF2-40B4-BE49-F238E27FC236}">
                    <a16:creationId xmlns:a16="http://schemas.microsoft.com/office/drawing/2014/main" id="{A0BECCBF-DAF5-B804-C35A-2BE073C3E856}"/>
                  </a:ext>
                </a:extLst>
              </p:cNvPr>
              <p:cNvGrpSpPr/>
              <p:nvPr/>
            </p:nvGrpSpPr>
            <p:grpSpPr>
              <a:xfrm>
                <a:off x="6101293" y="1267368"/>
                <a:ext cx="259692" cy="269909"/>
                <a:chOff x="6101293" y="1267368"/>
                <a:chExt cx="259692" cy="269909"/>
              </a:xfrm>
            </p:grpSpPr>
            <p:sp>
              <p:nvSpPr>
                <p:cNvPr id="584" name="Google Shape;12600;p131">
                  <a:extLst>
                    <a:ext uri="{FF2B5EF4-FFF2-40B4-BE49-F238E27FC236}">
                      <a16:creationId xmlns:a16="http://schemas.microsoft.com/office/drawing/2014/main" id="{3910CB03-FBA6-20CE-D54B-1AA4BB31CF1D}"/>
                    </a:ext>
                  </a:extLst>
                </p:cNvPr>
                <p:cNvSpPr/>
                <p:nvPr/>
              </p:nvSpPr>
              <p:spPr>
                <a:xfrm>
                  <a:off x="6101293" y="1304897"/>
                  <a:ext cx="259692" cy="2323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93" h="9121" extrusionOk="0">
                      <a:moveTo>
                        <a:pt x="2726" y="1"/>
                      </a:moveTo>
                      <a:cubicBezTo>
                        <a:pt x="1220" y="1"/>
                        <a:pt x="0" y="1221"/>
                        <a:pt x="0" y="2726"/>
                      </a:cubicBezTo>
                      <a:lnTo>
                        <a:pt x="0" y="4987"/>
                      </a:lnTo>
                      <a:cubicBezTo>
                        <a:pt x="2244" y="5095"/>
                        <a:pt x="4045" y="6883"/>
                        <a:pt x="4177" y="9120"/>
                      </a:cubicBezTo>
                      <a:lnTo>
                        <a:pt x="7467" y="9120"/>
                      </a:lnTo>
                      <a:cubicBezTo>
                        <a:pt x="8973" y="9120"/>
                        <a:pt x="10193" y="7900"/>
                        <a:pt x="10193" y="6393"/>
                      </a:cubicBezTo>
                      <a:lnTo>
                        <a:pt x="10193" y="1"/>
                      </a:lnTo>
                      <a:lnTo>
                        <a:pt x="7043" y="1"/>
                      </a:lnTo>
                      <a:cubicBezTo>
                        <a:pt x="7043" y="1075"/>
                        <a:pt x="6172" y="1946"/>
                        <a:pt x="5097" y="1946"/>
                      </a:cubicBezTo>
                      <a:cubicBezTo>
                        <a:pt x="4021" y="1946"/>
                        <a:pt x="3150" y="1075"/>
                        <a:pt x="3150" y="1"/>
                      </a:cubicBezTo>
                      <a:close/>
                    </a:path>
                  </a:pathLst>
                </a:custGeom>
                <a:solidFill>
                  <a:srgbClr val="A5B7C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5" name="Google Shape;12601;p131">
                  <a:extLst>
                    <a:ext uri="{FF2B5EF4-FFF2-40B4-BE49-F238E27FC236}">
                      <a16:creationId xmlns:a16="http://schemas.microsoft.com/office/drawing/2014/main" id="{3D9A3DB0-4C4E-4484-A16C-B369A24BE81A}"/>
                    </a:ext>
                  </a:extLst>
                </p:cNvPr>
                <p:cNvSpPr/>
                <p:nvPr/>
              </p:nvSpPr>
              <p:spPr>
                <a:xfrm>
                  <a:off x="6193623" y="1267368"/>
                  <a:ext cx="75031" cy="750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45" h="2946" extrusionOk="0">
                      <a:moveTo>
                        <a:pt x="1473" y="1"/>
                      </a:moveTo>
                      <a:cubicBezTo>
                        <a:pt x="660" y="1"/>
                        <a:pt x="0" y="660"/>
                        <a:pt x="0" y="1472"/>
                      </a:cubicBezTo>
                      <a:cubicBezTo>
                        <a:pt x="0" y="2286"/>
                        <a:pt x="660" y="2945"/>
                        <a:pt x="1473" y="2945"/>
                      </a:cubicBezTo>
                      <a:cubicBezTo>
                        <a:pt x="2285" y="2945"/>
                        <a:pt x="2945" y="2286"/>
                        <a:pt x="2945" y="1472"/>
                      </a:cubicBezTo>
                      <a:cubicBezTo>
                        <a:pt x="2945" y="660"/>
                        <a:pt x="2285" y="1"/>
                        <a:pt x="1473" y="1"/>
                      </a:cubicBezTo>
                      <a:close/>
                    </a:path>
                  </a:pathLst>
                </a:custGeom>
                <a:solidFill>
                  <a:srgbClr val="A5B7C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78" name="Google Shape;12602;p131">
                <a:extLst>
                  <a:ext uri="{FF2B5EF4-FFF2-40B4-BE49-F238E27FC236}">
                    <a16:creationId xmlns:a16="http://schemas.microsoft.com/office/drawing/2014/main" id="{F62A0FE4-FCBC-834F-0495-61F37C58E706}"/>
                  </a:ext>
                </a:extLst>
              </p:cNvPr>
              <p:cNvGrpSpPr/>
              <p:nvPr/>
            </p:nvGrpSpPr>
            <p:grpSpPr>
              <a:xfrm>
                <a:off x="5830645" y="1550500"/>
                <a:ext cx="259692" cy="269909"/>
                <a:chOff x="5830645" y="1550500"/>
                <a:chExt cx="259692" cy="269909"/>
              </a:xfrm>
            </p:grpSpPr>
            <p:sp>
              <p:nvSpPr>
                <p:cNvPr id="582" name="Google Shape;12603;p131">
                  <a:extLst>
                    <a:ext uri="{FF2B5EF4-FFF2-40B4-BE49-F238E27FC236}">
                      <a16:creationId xmlns:a16="http://schemas.microsoft.com/office/drawing/2014/main" id="{85828C72-BC89-005A-298D-E993AB74D27C}"/>
                    </a:ext>
                  </a:extLst>
                </p:cNvPr>
                <p:cNvSpPr/>
                <p:nvPr/>
              </p:nvSpPr>
              <p:spPr>
                <a:xfrm>
                  <a:off x="5830645" y="1550500"/>
                  <a:ext cx="259692" cy="2324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93" h="9122" extrusionOk="0">
                      <a:moveTo>
                        <a:pt x="2727" y="1"/>
                      </a:moveTo>
                      <a:cubicBezTo>
                        <a:pt x="1220" y="1"/>
                        <a:pt x="0" y="1223"/>
                        <a:pt x="0" y="2728"/>
                      </a:cubicBezTo>
                      <a:lnTo>
                        <a:pt x="0" y="9122"/>
                      </a:lnTo>
                      <a:lnTo>
                        <a:pt x="3150" y="9122"/>
                      </a:lnTo>
                      <a:cubicBezTo>
                        <a:pt x="3150" y="8046"/>
                        <a:pt x="4021" y="7175"/>
                        <a:pt x="5097" y="7175"/>
                      </a:cubicBezTo>
                      <a:cubicBezTo>
                        <a:pt x="6172" y="7175"/>
                        <a:pt x="7044" y="8046"/>
                        <a:pt x="7044" y="9122"/>
                      </a:cubicBezTo>
                      <a:lnTo>
                        <a:pt x="7467" y="9122"/>
                      </a:lnTo>
                      <a:cubicBezTo>
                        <a:pt x="8972" y="9122"/>
                        <a:pt x="10192" y="7900"/>
                        <a:pt x="10192" y="6395"/>
                      </a:cubicBezTo>
                      <a:lnTo>
                        <a:pt x="10192" y="4135"/>
                      </a:lnTo>
                      <a:cubicBezTo>
                        <a:pt x="7951" y="4028"/>
                        <a:pt x="6148" y="2239"/>
                        <a:pt x="6018" y="1"/>
                      </a:cubicBezTo>
                      <a:close/>
                    </a:path>
                  </a:pathLst>
                </a:custGeom>
                <a:solidFill>
                  <a:srgbClr val="A5B7C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3" name="Google Shape;12604;p131">
                  <a:extLst>
                    <a:ext uri="{FF2B5EF4-FFF2-40B4-BE49-F238E27FC236}">
                      <a16:creationId xmlns:a16="http://schemas.microsoft.com/office/drawing/2014/main" id="{14B423E1-D632-48C6-8B63-CCC53091E5C1}"/>
                    </a:ext>
                  </a:extLst>
                </p:cNvPr>
                <p:cNvSpPr/>
                <p:nvPr/>
              </p:nvSpPr>
              <p:spPr>
                <a:xfrm>
                  <a:off x="5922950" y="1745352"/>
                  <a:ext cx="75057" cy="750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46" h="2946" extrusionOk="0">
                      <a:moveTo>
                        <a:pt x="1474" y="1"/>
                      </a:moveTo>
                      <a:cubicBezTo>
                        <a:pt x="661" y="1"/>
                        <a:pt x="1" y="660"/>
                        <a:pt x="1" y="1474"/>
                      </a:cubicBezTo>
                      <a:cubicBezTo>
                        <a:pt x="1" y="2287"/>
                        <a:pt x="661" y="2946"/>
                        <a:pt x="1474" y="2946"/>
                      </a:cubicBezTo>
                      <a:cubicBezTo>
                        <a:pt x="2288" y="2946"/>
                        <a:pt x="2946" y="2287"/>
                        <a:pt x="2946" y="1474"/>
                      </a:cubicBezTo>
                      <a:cubicBezTo>
                        <a:pt x="2946" y="660"/>
                        <a:pt x="2288" y="1"/>
                        <a:pt x="1474" y="1"/>
                      </a:cubicBezTo>
                      <a:close/>
                    </a:path>
                  </a:pathLst>
                </a:custGeom>
                <a:solidFill>
                  <a:srgbClr val="A5B7C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79" name="Google Shape;12605;p131">
                <a:extLst>
                  <a:ext uri="{FF2B5EF4-FFF2-40B4-BE49-F238E27FC236}">
                    <a16:creationId xmlns:a16="http://schemas.microsoft.com/office/drawing/2014/main" id="{B06AD37B-F61B-9E92-F261-E6049D8C00D3}"/>
                  </a:ext>
                </a:extLst>
              </p:cNvPr>
              <p:cNvGrpSpPr/>
              <p:nvPr/>
            </p:nvGrpSpPr>
            <p:grpSpPr>
              <a:xfrm>
                <a:off x="6101293" y="1550500"/>
                <a:ext cx="259692" cy="269909"/>
                <a:chOff x="6101293" y="1550500"/>
                <a:chExt cx="259692" cy="269909"/>
              </a:xfrm>
            </p:grpSpPr>
            <p:sp>
              <p:nvSpPr>
                <p:cNvPr id="580" name="Google Shape;12606;p131">
                  <a:extLst>
                    <a:ext uri="{FF2B5EF4-FFF2-40B4-BE49-F238E27FC236}">
                      <a16:creationId xmlns:a16="http://schemas.microsoft.com/office/drawing/2014/main" id="{A8020C02-CE8D-C63A-885A-D8151217B77B}"/>
                    </a:ext>
                  </a:extLst>
                </p:cNvPr>
                <p:cNvSpPr/>
                <p:nvPr/>
              </p:nvSpPr>
              <p:spPr>
                <a:xfrm>
                  <a:off x="6101293" y="1550500"/>
                  <a:ext cx="259692" cy="2324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93" h="9122" extrusionOk="0">
                      <a:moveTo>
                        <a:pt x="4177" y="1"/>
                      </a:moveTo>
                      <a:cubicBezTo>
                        <a:pt x="4045" y="2239"/>
                        <a:pt x="2244" y="4027"/>
                        <a:pt x="0" y="4135"/>
                      </a:cubicBezTo>
                      <a:lnTo>
                        <a:pt x="0" y="6395"/>
                      </a:lnTo>
                      <a:cubicBezTo>
                        <a:pt x="0" y="7902"/>
                        <a:pt x="1220" y="9122"/>
                        <a:pt x="2726" y="9122"/>
                      </a:cubicBezTo>
                      <a:lnTo>
                        <a:pt x="3148" y="9122"/>
                      </a:lnTo>
                      <a:cubicBezTo>
                        <a:pt x="3148" y="8046"/>
                        <a:pt x="4020" y="7175"/>
                        <a:pt x="5096" y="7175"/>
                      </a:cubicBezTo>
                      <a:cubicBezTo>
                        <a:pt x="6170" y="7175"/>
                        <a:pt x="7043" y="8046"/>
                        <a:pt x="7043" y="9122"/>
                      </a:cubicBezTo>
                      <a:lnTo>
                        <a:pt x="10193" y="9122"/>
                      </a:lnTo>
                      <a:lnTo>
                        <a:pt x="10193" y="2728"/>
                      </a:lnTo>
                      <a:cubicBezTo>
                        <a:pt x="10193" y="1223"/>
                        <a:pt x="8973" y="2"/>
                        <a:pt x="7467" y="1"/>
                      </a:cubicBez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581" name="Google Shape;12607;p131">
                  <a:extLst>
                    <a:ext uri="{FF2B5EF4-FFF2-40B4-BE49-F238E27FC236}">
                      <a16:creationId xmlns:a16="http://schemas.microsoft.com/office/drawing/2014/main" id="{994A3AC6-F8FC-3BB9-CA18-DB07AEE80F70}"/>
                    </a:ext>
                  </a:extLst>
                </p:cNvPr>
                <p:cNvSpPr/>
                <p:nvPr/>
              </p:nvSpPr>
              <p:spPr>
                <a:xfrm>
                  <a:off x="6193623" y="1745352"/>
                  <a:ext cx="75031" cy="750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45" h="2946" extrusionOk="0">
                      <a:moveTo>
                        <a:pt x="1473" y="1"/>
                      </a:moveTo>
                      <a:cubicBezTo>
                        <a:pt x="660" y="1"/>
                        <a:pt x="0" y="660"/>
                        <a:pt x="0" y="1474"/>
                      </a:cubicBezTo>
                      <a:cubicBezTo>
                        <a:pt x="0" y="2287"/>
                        <a:pt x="660" y="2946"/>
                        <a:pt x="1473" y="2946"/>
                      </a:cubicBezTo>
                      <a:cubicBezTo>
                        <a:pt x="2285" y="2946"/>
                        <a:pt x="2945" y="2287"/>
                        <a:pt x="2945" y="1474"/>
                      </a:cubicBezTo>
                      <a:cubicBezTo>
                        <a:pt x="2945" y="660"/>
                        <a:pt x="2285" y="1"/>
                        <a:pt x="1473" y="1"/>
                      </a:cubicBezTo>
                      <a:close/>
                    </a:path>
                  </a:pathLst>
                </a:custGeom>
                <a:solidFill>
                  <a:srgbClr val="213B5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8" name="Google Shape;12608;p131">
              <a:extLst>
                <a:ext uri="{FF2B5EF4-FFF2-40B4-BE49-F238E27FC236}">
                  <a16:creationId xmlns:a16="http://schemas.microsoft.com/office/drawing/2014/main" id="{41C06C4E-42EC-8B9E-F7A9-E12E5A166C36}"/>
                </a:ext>
              </a:extLst>
            </p:cNvPr>
            <p:cNvGrpSpPr/>
            <p:nvPr/>
          </p:nvGrpSpPr>
          <p:grpSpPr>
            <a:xfrm>
              <a:off x="906928" y="3117510"/>
              <a:ext cx="778842" cy="759202"/>
              <a:chOff x="2679875" y="2361475"/>
              <a:chExt cx="780425" cy="760575"/>
            </a:xfrm>
          </p:grpSpPr>
          <p:sp>
            <p:nvSpPr>
              <p:cNvPr id="569" name="Google Shape;12609;p131">
                <a:extLst>
                  <a:ext uri="{FF2B5EF4-FFF2-40B4-BE49-F238E27FC236}">
                    <a16:creationId xmlns:a16="http://schemas.microsoft.com/office/drawing/2014/main" id="{7B71AB14-E3B6-BD35-38C0-3304D2E8AF2F}"/>
                  </a:ext>
                </a:extLst>
              </p:cNvPr>
              <p:cNvSpPr/>
              <p:nvPr/>
            </p:nvSpPr>
            <p:spPr>
              <a:xfrm>
                <a:off x="2812050" y="2361475"/>
                <a:ext cx="516050" cy="266400"/>
              </a:xfrm>
              <a:custGeom>
                <a:avLst/>
                <a:gdLst/>
                <a:ahLst/>
                <a:cxnLst/>
                <a:rect l="l" t="t" r="r" b="b"/>
                <a:pathLst>
                  <a:path w="20642" h="10656" extrusionOk="0">
                    <a:moveTo>
                      <a:pt x="10321" y="0"/>
                    </a:moveTo>
                    <a:cubicBezTo>
                      <a:pt x="4630" y="0"/>
                      <a:pt x="1" y="4630"/>
                      <a:pt x="1" y="10321"/>
                    </a:cubicBezTo>
                    <a:cubicBezTo>
                      <a:pt x="1" y="10385"/>
                      <a:pt x="2" y="10450"/>
                      <a:pt x="4" y="10514"/>
                    </a:cubicBezTo>
                    <a:cubicBezTo>
                      <a:pt x="1580" y="9686"/>
                      <a:pt x="3307" y="9273"/>
                      <a:pt x="5033" y="9273"/>
                    </a:cubicBezTo>
                    <a:cubicBezTo>
                      <a:pt x="6858" y="9273"/>
                      <a:pt x="8681" y="9735"/>
                      <a:pt x="10321" y="10655"/>
                    </a:cubicBezTo>
                    <a:cubicBezTo>
                      <a:pt x="11962" y="9735"/>
                      <a:pt x="13786" y="9273"/>
                      <a:pt x="15610" y="9273"/>
                    </a:cubicBezTo>
                    <a:cubicBezTo>
                      <a:pt x="17337" y="9273"/>
                      <a:pt x="19065" y="9686"/>
                      <a:pt x="20640" y="10514"/>
                    </a:cubicBezTo>
                    <a:cubicBezTo>
                      <a:pt x="20640" y="10450"/>
                      <a:pt x="20642" y="10385"/>
                      <a:pt x="20642" y="10321"/>
                    </a:cubicBezTo>
                    <a:cubicBezTo>
                      <a:pt x="20642" y="4630"/>
                      <a:pt x="16012" y="0"/>
                      <a:pt x="10321" y="0"/>
                    </a:cubicBezTo>
                    <a:close/>
                  </a:path>
                </a:pathLst>
              </a:custGeom>
              <a:solidFill>
                <a:srgbClr val="869F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Google Shape;12610;p131">
                <a:extLst>
                  <a:ext uri="{FF2B5EF4-FFF2-40B4-BE49-F238E27FC236}">
                    <a16:creationId xmlns:a16="http://schemas.microsoft.com/office/drawing/2014/main" id="{F1310D42-8893-51ED-9D38-24D970740714}"/>
                  </a:ext>
                </a:extLst>
              </p:cNvPr>
              <p:cNvSpPr/>
              <p:nvPr/>
            </p:nvSpPr>
            <p:spPr>
              <a:xfrm>
                <a:off x="3082750" y="2645625"/>
                <a:ext cx="377550" cy="476425"/>
              </a:xfrm>
              <a:custGeom>
                <a:avLst/>
                <a:gdLst/>
                <a:ahLst/>
                <a:cxnLst/>
                <a:rect l="l" t="t" r="r" b="b"/>
                <a:pathLst>
                  <a:path w="15102" h="19057" extrusionOk="0">
                    <a:moveTo>
                      <a:pt x="10272" y="0"/>
                    </a:moveTo>
                    <a:cubicBezTo>
                      <a:pt x="9934" y="3512"/>
                      <a:pt x="7912" y="6539"/>
                      <a:pt x="5024" y="8262"/>
                    </a:cubicBezTo>
                    <a:cubicBezTo>
                      <a:pt x="5031" y="8418"/>
                      <a:pt x="5036" y="8577"/>
                      <a:pt x="5036" y="8736"/>
                    </a:cubicBezTo>
                    <a:cubicBezTo>
                      <a:pt x="5036" y="12577"/>
                      <a:pt x="3024" y="15957"/>
                      <a:pt x="1" y="17879"/>
                    </a:cubicBezTo>
                    <a:cubicBezTo>
                      <a:pt x="1471" y="18653"/>
                      <a:pt x="3109" y="19056"/>
                      <a:pt x="4771" y="19056"/>
                    </a:cubicBezTo>
                    <a:cubicBezTo>
                      <a:pt x="4774" y="19056"/>
                      <a:pt x="4778" y="19056"/>
                      <a:pt x="4781" y="19056"/>
                    </a:cubicBezTo>
                    <a:cubicBezTo>
                      <a:pt x="10472" y="19056"/>
                      <a:pt x="15102" y="14427"/>
                      <a:pt x="15102" y="8736"/>
                    </a:cubicBezTo>
                    <a:cubicBezTo>
                      <a:pt x="15102" y="5062"/>
                      <a:pt x="13170" y="1831"/>
                      <a:pt x="10272" y="0"/>
                    </a:cubicBez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71" name="Google Shape;12611;p131">
                <a:extLst>
                  <a:ext uri="{FF2B5EF4-FFF2-40B4-BE49-F238E27FC236}">
                    <a16:creationId xmlns:a16="http://schemas.microsoft.com/office/drawing/2014/main" id="{00E1A3B4-A262-9580-9F7A-3B53DD097F07}"/>
                  </a:ext>
                </a:extLst>
              </p:cNvPr>
              <p:cNvSpPr/>
              <p:nvPr/>
            </p:nvSpPr>
            <p:spPr>
              <a:xfrm>
                <a:off x="3082750" y="2605975"/>
                <a:ext cx="244675" cy="231900"/>
              </a:xfrm>
              <a:custGeom>
                <a:avLst/>
                <a:gdLst/>
                <a:ahLst/>
                <a:cxnLst/>
                <a:rect l="l" t="t" r="r" b="b"/>
                <a:pathLst>
                  <a:path w="9787" h="9276" extrusionOk="0">
                    <a:moveTo>
                      <a:pt x="4781" y="1"/>
                    </a:moveTo>
                    <a:cubicBezTo>
                      <a:pt x="3141" y="1"/>
                      <a:pt x="1499" y="393"/>
                      <a:pt x="1" y="1178"/>
                    </a:cubicBezTo>
                    <a:cubicBezTo>
                      <a:pt x="2747" y="2923"/>
                      <a:pt x="4656" y="5871"/>
                      <a:pt x="4984" y="9276"/>
                    </a:cubicBezTo>
                    <a:cubicBezTo>
                      <a:pt x="7683" y="7574"/>
                      <a:pt x="9542" y="4656"/>
                      <a:pt x="9787" y="1300"/>
                    </a:cubicBezTo>
                    <a:cubicBezTo>
                      <a:pt x="8232" y="434"/>
                      <a:pt x="6507" y="1"/>
                      <a:pt x="4781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Google Shape;12612;p131">
                <a:extLst>
                  <a:ext uri="{FF2B5EF4-FFF2-40B4-BE49-F238E27FC236}">
                    <a16:creationId xmlns:a16="http://schemas.microsoft.com/office/drawing/2014/main" id="{29C191E8-AA11-ABED-D72E-79E13179BB9C}"/>
                  </a:ext>
                </a:extLst>
              </p:cNvPr>
              <p:cNvSpPr/>
              <p:nvPr/>
            </p:nvSpPr>
            <p:spPr>
              <a:xfrm>
                <a:off x="2679875" y="2645625"/>
                <a:ext cx="377575" cy="476425"/>
              </a:xfrm>
              <a:custGeom>
                <a:avLst/>
                <a:gdLst/>
                <a:ahLst/>
                <a:cxnLst/>
                <a:rect l="l" t="t" r="r" b="b"/>
                <a:pathLst>
                  <a:path w="15103" h="19057" extrusionOk="0">
                    <a:moveTo>
                      <a:pt x="4831" y="0"/>
                    </a:moveTo>
                    <a:cubicBezTo>
                      <a:pt x="1931" y="1831"/>
                      <a:pt x="0" y="5062"/>
                      <a:pt x="0" y="8736"/>
                    </a:cubicBezTo>
                    <a:cubicBezTo>
                      <a:pt x="0" y="14427"/>
                      <a:pt x="4631" y="19056"/>
                      <a:pt x="10321" y="19056"/>
                    </a:cubicBezTo>
                    <a:cubicBezTo>
                      <a:pt x="10324" y="19056"/>
                      <a:pt x="10327" y="19056"/>
                      <a:pt x="10331" y="19056"/>
                    </a:cubicBezTo>
                    <a:cubicBezTo>
                      <a:pt x="11993" y="19056"/>
                      <a:pt x="13630" y="18653"/>
                      <a:pt x="15102" y="17879"/>
                    </a:cubicBezTo>
                    <a:cubicBezTo>
                      <a:pt x="12077" y="15957"/>
                      <a:pt x="10068" y="12577"/>
                      <a:pt x="10068" y="8736"/>
                    </a:cubicBezTo>
                    <a:cubicBezTo>
                      <a:pt x="10068" y="8577"/>
                      <a:pt x="10071" y="8418"/>
                      <a:pt x="10079" y="8262"/>
                    </a:cubicBezTo>
                    <a:cubicBezTo>
                      <a:pt x="7192" y="6540"/>
                      <a:pt x="5169" y="3512"/>
                      <a:pt x="4831" y="0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Google Shape;12613;p131">
                <a:extLst>
                  <a:ext uri="{FF2B5EF4-FFF2-40B4-BE49-F238E27FC236}">
                    <a16:creationId xmlns:a16="http://schemas.microsoft.com/office/drawing/2014/main" id="{8D31BC4D-800E-CB05-3E39-72C1530A123F}"/>
                  </a:ext>
                </a:extLst>
              </p:cNvPr>
              <p:cNvSpPr/>
              <p:nvPr/>
            </p:nvSpPr>
            <p:spPr>
              <a:xfrm>
                <a:off x="2812775" y="2605975"/>
                <a:ext cx="244675" cy="231900"/>
              </a:xfrm>
              <a:custGeom>
                <a:avLst/>
                <a:gdLst/>
                <a:ahLst/>
                <a:cxnLst/>
                <a:rect l="l" t="t" r="r" b="b"/>
                <a:pathLst>
                  <a:path w="9787" h="9276" extrusionOk="0">
                    <a:moveTo>
                      <a:pt x="5005" y="1"/>
                    </a:moveTo>
                    <a:cubicBezTo>
                      <a:pt x="3280" y="1"/>
                      <a:pt x="1555" y="434"/>
                      <a:pt x="1" y="1300"/>
                    </a:cubicBezTo>
                    <a:cubicBezTo>
                      <a:pt x="246" y="4658"/>
                      <a:pt x="2103" y="7574"/>
                      <a:pt x="4801" y="9276"/>
                    </a:cubicBezTo>
                    <a:cubicBezTo>
                      <a:pt x="5130" y="5871"/>
                      <a:pt x="7040" y="2923"/>
                      <a:pt x="9786" y="1178"/>
                    </a:cubicBezTo>
                    <a:cubicBezTo>
                      <a:pt x="8288" y="393"/>
                      <a:pt x="6646" y="1"/>
                      <a:pt x="5005" y="1"/>
                    </a:cubicBezTo>
                    <a:close/>
                  </a:path>
                </a:pathLst>
              </a:custGeom>
              <a:solidFill>
                <a:srgbClr val="A5B7C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Google Shape;12614;p131">
                <a:extLst>
                  <a:ext uri="{FF2B5EF4-FFF2-40B4-BE49-F238E27FC236}">
                    <a16:creationId xmlns:a16="http://schemas.microsoft.com/office/drawing/2014/main" id="{A2AFB8D8-AD0B-0F2F-E17D-F9CF6E5F707E}"/>
                  </a:ext>
                </a:extLst>
              </p:cNvPr>
              <p:cNvSpPr/>
              <p:nvPr/>
            </p:nvSpPr>
            <p:spPr>
              <a:xfrm>
                <a:off x="2944250" y="2859150"/>
                <a:ext cx="251675" cy="226375"/>
              </a:xfrm>
              <a:custGeom>
                <a:avLst/>
                <a:gdLst/>
                <a:ahLst/>
                <a:cxnLst/>
                <a:rect l="l" t="t" r="r" b="b"/>
                <a:pathLst>
                  <a:path w="10067" h="9055" extrusionOk="0">
                    <a:moveTo>
                      <a:pt x="4" y="1"/>
                    </a:moveTo>
                    <a:cubicBezTo>
                      <a:pt x="2" y="65"/>
                      <a:pt x="0" y="130"/>
                      <a:pt x="0" y="195"/>
                    </a:cubicBezTo>
                    <a:cubicBezTo>
                      <a:pt x="0" y="3954"/>
                      <a:pt x="2023" y="7250"/>
                      <a:pt x="5033" y="9055"/>
                    </a:cubicBezTo>
                    <a:cubicBezTo>
                      <a:pt x="8045" y="7250"/>
                      <a:pt x="10066" y="3954"/>
                      <a:pt x="10066" y="195"/>
                    </a:cubicBezTo>
                    <a:cubicBezTo>
                      <a:pt x="10066" y="130"/>
                      <a:pt x="10066" y="65"/>
                      <a:pt x="10065" y="1"/>
                    </a:cubicBezTo>
                    <a:cubicBezTo>
                      <a:pt x="8490" y="829"/>
                      <a:pt x="6762" y="1243"/>
                      <a:pt x="5034" y="1243"/>
                    </a:cubicBezTo>
                    <a:cubicBezTo>
                      <a:pt x="3306" y="1243"/>
                      <a:pt x="1578" y="829"/>
                      <a:pt x="4" y="1"/>
                    </a:cubicBez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" name="Google Shape;12615;p131">
              <a:extLst>
                <a:ext uri="{FF2B5EF4-FFF2-40B4-BE49-F238E27FC236}">
                  <a16:creationId xmlns:a16="http://schemas.microsoft.com/office/drawing/2014/main" id="{FFEF3561-097B-4C99-28EE-56505E4A7DD4}"/>
                </a:ext>
              </a:extLst>
            </p:cNvPr>
            <p:cNvGrpSpPr/>
            <p:nvPr/>
          </p:nvGrpSpPr>
          <p:grpSpPr>
            <a:xfrm>
              <a:off x="3587204" y="2122770"/>
              <a:ext cx="822048" cy="764757"/>
              <a:chOff x="3351965" y="1148808"/>
              <a:chExt cx="750770" cy="698375"/>
            </a:xfrm>
          </p:grpSpPr>
          <p:grpSp>
            <p:nvGrpSpPr>
              <p:cNvPr id="557" name="Google Shape;12616;p131">
                <a:extLst>
                  <a:ext uri="{FF2B5EF4-FFF2-40B4-BE49-F238E27FC236}">
                    <a16:creationId xmlns:a16="http://schemas.microsoft.com/office/drawing/2014/main" id="{5383948D-AD6D-6654-6716-7490D29FDFDB}"/>
                  </a:ext>
                </a:extLst>
              </p:cNvPr>
              <p:cNvGrpSpPr/>
              <p:nvPr/>
            </p:nvGrpSpPr>
            <p:grpSpPr>
              <a:xfrm>
                <a:off x="3586796" y="1148808"/>
                <a:ext cx="294857" cy="286830"/>
                <a:chOff x="3750225" y="1774000"/>
                <a:chExt cx="149575" cy="145525"/>
              </a:xfrm>
            </p:grpSpPr>
            <p:sp>
              <p:nvSpPr>
                <p:cNvPr id="567" name="Google Shape;12617;p131">
                  <a:extLst>
                    <a:ext uri="{FF2B5EF4-FFF2-40B4-BE49-F238E27FC236}">
                      <a16:creationId xmlns:a16="http://schemas.microsoft.com/office/drawing/2014/main" id="{BEF67364-CBE1-076D-0379-17B71BB852F2}"/>
                    </a:ext>
                  </a:extLst>
                </p:cNvPr>
                <p:cNvSpPr/>
                <p:nvPr/>
              </p:nvSpPr>
              <p:spPr>
                <a:xfrm>
                  <a:off x="3750225" y="1774000"/>
                  <a:ext cx="149575" cy="145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83" h="5821" extrusionOk="0">
                      <a:moveTo>
                        <a:pt x="2652" y="1"/>
                      </a:moveTo>
                      <a:cubicBezTo>
                        <a:pt x="1473" y="1"/>
                        <a:pt x="333" y="843"/>
                        <a:pt x="176" y="2200"/>
                      </a:cubicBezTo>
                      <a:cubicBezTo>
                        <a:pt x="1" y="3763"/>
                        <a:pt x="1259" y="4955"/>
                        <a:pt x="2643" y="4955"/>
                      </a:cubicBezTo>
                      <a:cubicBezTo>
                        <a:pt x="3079" y="4955"/>
                        <a:pt x="3528" y="4836"/>
                        <a:pt x="3948" y="4573"/>
                      </a:cubicBezTo>
                      <a:lnTo>
                        <a:pt x="5203" y="5821"/>
                      </a:lnTo>
                      <a:lnTo>
                        <a:pt x="5982" y="5035"/>
                      </a:lnTo>
                      <a:lnTo>
                        <a:pt x="4735" y="3787"/>
                      </a:lnTo>
                      <a:cubicBezTo>
                        <a:pt x="5340" y="2813"/>
                        <a:pt x="5196" y="1544"/>
                        <a:pt x="4388" y="729"/>
                      </a:cubicBezTo>
                      <a:cubicBezTo>
                        <a:pt x="3888" y="228"/>
                        <a:pt x="3265" y="1"/>
                        <a:pt x="2652" y="1"/>
                      </a:cubicBezTo>
                      <a:close/>
                    </a:path>
                  </a:pathLst>
                </a:custGeom>
                <a:solidFill>
                  <a:srgbClr val="5F7D9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8" name="Google Shape;12618;p131">
                  <a:extLst>
                    <a:ext uri="{FF2B5EF4-FFF2-40B4-BE49-F238E27FC236}">
                      <a16:creationId xmlns:a16="http://schemas.microsoft.com/office/drawing/2014/main" id="{045845BC-2F3F-2CF1-BDC6-C4B310E10444}"/>
                    </a:ext>
                  </a:extLst>
                </p:cNvPr>
                <p:cNvSpPr/>
                <p:nvPr/>
              </p:nvSpPr>
              <p:spPr>
                <a:xfrm>
                  <a:off x="3776075" y="1794931"/>
                  <a:ext cx="82600" cy="78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04" h="3152" extrusionOk="0">
                      <a:moveTo>
                        <a:pt x="1658" y="1"/>
                      </a:moveTo>
                      <a:cubicBezTo>
                        <a:pt x="853" y="1"/>
                        <a:pt x="162" y="612"/>
                        <a:pt x="87" y="1428"/>
                      </a:cubicBezTo>
                      <a:cubicBezTo>
                        <a:pt x="1" y="2294"/>
                        <a:pt x="635" y="3058"/>
                        <a:pt x="1501" y="3145"/>
                      </a:cubicBezTo>
                      <a:cubicBezTo>
                        <a:pt x="1550" y="3149"/>
                        <a:pt x="1598" y="3151"/>
                        <a:pt x="1647" y="3151"/>
                      </a:cubicBezTo>
                      <a:cubicBezTo>
                        <a:pt x="2451" y="3151"/>
                        <a:pt x="3142" y="2540"/>
                        <a:pt x="3217" y="1724"/>
                      </a:cubicBezTo>
                      <a:cubicBezTo>
                        <a:pt x="3304" y="858"/>
                        <a:pt x="2669" y="94"/>
                        <a:pt x="1804" y="7"/>
                      </a:cubicBezTo>
                      <a:cubicBezTo>
                        <a:pt x="1755" y="3"/>
                        <a:pt x="1706" y="1"/>
                        <a:pt x="1658" y="1"/>
                      </a:cubicBezTo>
                      <a:close/>
                    </a:path>
                  </a:pathLst>
                </a:custGeom>
                <a:solidFill>
                  <a:srgbClr val="E3E9E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58" name="Google Shape;12619;p131">
                <a:extLst>
                  <a:ext uri="{FF2B5EF4-FFF2-40B4-BE49-F238E27FC236}">
                    <a16:creationId xmlns:a16="http://schemas.microsoft.com/office/drawing/2014/main" id="{F7D1FC20-8D4F-B8F6-15EB-9DF6FEB081C2}"/>
                  </a:ext>
                </a:extLst>
              </p:cNvPr>
              <p:cNvGrpSpPr/>
              <p:nvPr/>
            </p:nvGrpSpPr>
            <p:grpSpPr>
              <a:xfrm>
                <a:off x="3779245" y="1375768"/>
                <a:ext cx="323490" cy="286978"/>
                <a:chOff x="3847850" y="1889150"/>
                <a:chExt cx="164100" cy="145600"/>
              </a:xfrm>
            </p:grpSpPr>
            <p:sp>
              <p:nvSpPr>
                <p:cNvPr id="565" name="Google Shape;12620;p131">
                  <a:extLst>
                    <a:ext uri="{FF2B5EF4-FFF2-40B4-BE49-F238E27FC236}">
                      <a16:creationId xmlns:a16="http://schemas.microsoft.com/office/drawing/2014/main" id="{DD801B2B-68F9-3CE7-19DE-791FEA1A9462}"/>
                    </a:ext>
                  </a:extLst>
                </p:cNvPr>
                <p:cNvSpPr/>
                <p:nvPr/>
              </p:nvSpPr>
              <p:spPr>
                <a:xfrm>
                  <a:off x="3847850" y="1889150"/>
                  <a:ext cx="164100" cy="14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64" h="5824" extrusionOk="0">
                      <a:moveTo>
                        <a:pt x="3329" y="0"/>
                      </a:moveTo>
                      <a:cubicBezTo>
                        <a:pt x="1439" y="0"/>
                        <a:pt x="206" y="2117"/>
                        <a:pt x="1255" y="3790"/>
                      </a:cubicBezTo>
                      <a:lnTo>
                        <a:pt x="0" y="5038"/>
                      </a:lnTo>
                      <a:lnTo>
                        <a:pt x="786" y="5824"/>
                      </a:lnTo>
                      <a:lnTo>
                        <a:pt x="2034" y="4569"/>
                      </a:lnTo>
                      <a:cubicBezTo>
                        <a:pt x="2441" y="4823"/>
                        <a:pt x="2897" y="4947"/>
                        <a:pt x="3350" y="4947"/>
                      </a:cubicBezTo>
                      <a:cubicBezTo>
                        <a:pt x="3989" y="4947"/>
                        <a:pt x="4622" y="4700"/>
                        <a:pt x="5099" y="4223"/>
                      </a:cubicBezTo>
                      <a:cubicBezTo>
                        <a:pt x="6563" y="2758"/>
                        <a:pt x="5683" y="248"/>
                        <a:pt x="3628" y="18"/>
                      </a:cubicBezTo>
                      <a:cubicBezTo>
                        <a:pt x="3527" y="6"/>
                        <a:pt x="3427" y="0"/>
                        <a:pt x="3329" y="0"/>
                      </a:cubicBezTo>
                      <a:close/>
                    </a:path>
                  </a:pathLst>
                </a:custGeom>
                <a:solidFill>
                  <a:srgbClr val="869FB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6" name="Google Shape;12621;p131">
                  <a:extLst>
                    <a:ext uri="{FF2B5EF4-FFF2-40B4-BE49-F238E27FC236}">
                      <a16:creationId xmlns:a16="http://schemas.microsoft.com/office/drawing/2014/main" id="{B4C3D15E-00ED-D1E0-9C06-6BE31F0A5518}"/>
                    </a:ext>
                  </a:extLst>
                </p:cNvPr>
                <p:cNvSpPr/>
                <p:nvPr/>
              </p:nvSpPr>
              <p:spPr>
                <a:xfrm>
                  <a:off x="3887875" y="1912456"/>
                  <a:ext cx="89450" cy="78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78" h="3148" extrusionOk="0">
                      <a:moveTo>
                        <a:pt x="1788" y="0"/>
                      </a:moveTo>
                      <a:cubicBezTo>
                        <a:pt x="1172" y="0"/>
                        <a:pt x="587" y="366"/>
                        <a:pt x="332" y="968"/>
                      </a:cubicBezTo>
                      <a:cubicBezTo>
                        <a:pt x="0" y="1769"/>
                        <a:pt x="383" y="2692"/>
                        <a:pt x="1183" y="3024"/>
                      </a:cubicBezTo>
                      <a:cubicBezTo>
                        <a:pt x="1382" y="3108"/>
                        <a:pt x="1588" y="3147"/>
                        <a:pt x="1790" y="3147"/>
                      </a:cubicBezTo>
                      <a:cubicBezTo>
                        <a:pt x="2405" y="3147"/>
                        <a:pt x="2989" y="2782"/>
                        <a:pt x="3239" y="2180"/>
                      </a:cubicBezTo>
                      <a:cubicBezTo>
                        <a:pt x="3578" y="1379"/>
                        <a:pt x="3195" y="456"/>
                        <a:pt x="2395" y="124"/>
                      </a:cubicBezTo>
                      <a:cubicBezTo>
                        <a:pt x="2196" y="40"/>
                        <a:pt x="1990" y="0"/>
                        <a:pt x="1788" y="0"/>
                      </a:cubicBezTo>
                      <a:close/>
                    </a:path>
                  </a:pathLst>
                </a:custGeom>
                <a:solidFill>
                  <a:srgbClr val="E3E9E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59" name="Google Shape;12622;p131">
                <a:extLst>
                  <a:ext uri="{FF2B5EF4-FFF2-40B4-BE49-F238E27FC236}">
                    <a16:creationId xmlns:a16="http://schemas.microsoft.com/office/drawing/2014/main" id="{4FA0CD8D-F6F6-51AE-E6EF-C4289F666357}"/>
                  </a:ext>
                </a:extLst>
              </p:cNvPr>
              <p:cNvGrpSpPr/>
              <p:nvPr/>
            </p:nvGrpSpPr>
            <p:grpSpPr>
              <a:xfrm>
                <a:off x="3351965" y="1330435"/>
                <a:ext cx="295449" cy="285401"/>
                <a:chOff x="3631100" y="1866150"/>
                <a:chExt cx="149875" cy="144800"/>
              </a:xfrm>
            </p:grpSpPr>
            <p:sp>
              <p:nvSpPr>
                <p:cNvPr id="563" name="Google Shape;12623;p131">
                  <a:extLst>
                    <a:ext uri="{FF2B5EF4-FFF2-40B4-BE49-F238E27FC236}">
                      <a16:creationId xmlns:a16="http://schemas.microsoft.com/office/drawing/2014/main" id="{43A1420C-DDAA-6343-5406-DF20773DA51A}"/>
                    </a:ext>
                  </a:extLst>
                </p:cNvPr>
                <p:cNvSpPr/>
                <p:nvPr/>
              </p:nvSpPr>
              <p:spPr>
                <a:xfrm>
                  <a:off x="3631100" y="1866150"/>
                  <a:ext cx="149875" cy="144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95" h="5792" extrusionOk="0">
                      <a:moveTo>
                        <a:pt x="5251" y="0"/>
                      </a:moveTo>
                      <a:lnTo>
                        <a:pt x="4025" y="1226"/>
                      </a:lnTo>
                      <a:cubicBezTo>
                        <a:pt x="3619" y="974"/>
                        <a:pt x="3165" y="852"/>
                        <a:pt x="2716" y="852"/>
                      </a:cubicBezTo>
                      <a:cubicBezTo>
                        <a:pt x="1986" y="852"/>
                        <a:pt x="1267" y="1174"/>
                        <a:pt x="780" y="1782"/>
                      </a:cubicBezTo>
                      <a:cubicBezTo>
                        <a:pt x="1" y="2770"/>
                        <a:pt x="80" y="4183"/>
                        <a:pt x="967" y="5070"/>
                      </a:cubicBezTo>
                      <a:cubicBezTo>
                        <a:pt x="1449" y="5548"/>
                        <a:pt x="2082" y="5792"/>
                        <a:pt x="2716" y="5792"/>
                      </a:cubicBezTo>
                      <a:cubicBezTo>
                        <a:pt x="3259" y="5792"/>
                        <a:pt x="3804" y="5613"/>
                        <a:pt x="4256" y="5251"/>
                      </a:cubicBezTo>
                      <a:cubicBezTo>
                        <a:pt x="5237" y="4472"/>
                        <a:pt x="5475" y="3073"/>
                        <a:pt x="4811" y="2012"/>
                      </a:cubicBezTo>
                      <a:lnTo>
                        <a:pt x="5994" y="822"/>
                      </a:lnTo>
                      <a:cubicBezTo>
                        <a:pt x="5872" y="736"/>
                        <a:pt x="5756" y="642"/>
                        <a:pt x="5655" y="541"/>
                      </a:cubicBezTo>
                      <a:cubicBezTo>
                        <a:pt x="5497" y="382"/>
                        <a:pt x="5360" y="202"/>
                        <a:pt x="5251" y="0"/>
                      </a:cubicBezTo>
                      <a:close/>
                    </a:path>
                  </a:pathLst>
                </a:custGeom>
                <a:solidFill>
                  <a:srgbClr val="37495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4" name="Google Shape;12624;p131">
                  <a:extLst>
                    <a:ext uri="{FF2B5EF4-FFF2-40B4-BE49-F238E27FC236}">
                      <a16:creationId xmlns:a16="http://schemas.microsoft.com/office/drawing/2014/main" id="{772102AF-7BC4-59CC-6985-B95A0D3B3D76}"/>
                    </a:ext>
                  </a:extLst>
                </p:cNvPr>
                <p:cNvSpPr/>
                <p:nvPr/>
              </p:nvSpPr>
              <p:spPr>
                <a:xfrm>
                  <a:off x="3654725" y="1907806"/>
                  <a:ext cx="86575" cy="78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3" h="3152" extrusionOk="0">
                      <a:moveTo>
                        <a:pt x="1733" y="0"/>
                      </a:moveTo>
                      <a:cubicBezTo>
                        <a:pt x="1018" y="0"/>
                        <a:pt x="375" y="490"/>
                        <a:pt x="203" y="1212"/>
                      </a:cubicBezTo>
                      <a:cubicBezTo>
                        <a:pt x="1" y="2056"/>
                        <a:pt x="520" y="2907"/>
                        <a:pt x="1371" y="3109"/>
                      </a:cubicBezTo>
                      <a:cubicBezTo>
                        <a:pt x="1493" y="3138"/>
                        <a:pt x="1615" y="3152"/>
                        <a:pt x="1735" y="3152"/>
                      </a:cubicBezTo>
                      <a:cubicBezTo>
                        <a:pt x="2447" y="3152"/>
                        <a:pt x="3094" y="2662"/>
                        <a:pt x="3261" y="1940"/>
                      </a:cubicBezTo>
                      <a:cubicBezTo>
                        <a:pt x="3463" y="1096"/>
                        <a:pt x="2943" y="245"/>
                        <a:pt x="2099" y="43"/>
                      </a:cubicBezTo>
                      <a:cubicBezTo>
                        <a:pt x="1976" y="14"/>
                        <a:pt x="1854" y="0"/>
                        <a:pt x="1733" y="0"/>
                      </a:cubicBezTo>
                      <a:close/>
                    </a:path>
                  </a:pathLst>
                </a:custGeom>
                <a:solidFill>
                  <a:srgbClr val="E3E9E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60" name="Google Shape;12625;p131">
                <a:extLst>
                  <a:ext uri="{FF2B5EF4-FFF2-40B4-BE49-F238E27FC236}">
                    <a16:creationId xmlns:a16="http://schemas.microsoft.com/office/drawing/2014/main" id="{14378479-7878-D193-432F-190695BEACDA}"/>
                  </a:ext>
                </a:extLst>
              </p:cNvPr>
              <p:cNvGrpSpPr/>
              <p:nvPr/>
            </p:nvGrpSpPr>
            <p:grpSpPr>
              <a:xfrm>
                <a:off x="3548208" y="1560352"/>
                <a:ext cx="294808" cy="286830"/>
                <a:chOff x="3730650" y="1982800"/>
                <a:chExt cx="149550" cy="145525"/>
              </a:xfrm>
            </p:grpSpPr>
            <p:sp>
              <p:nvSpPr>
                <p:cNvPr id="561" name="Google Shape;12626;p131">
                  <a:extLst>
                    <a:ext uri="{FF2B5EF4-FFF2-40B4-BE49-F238E27FC236}">
                      <a16:creationId xmlns:a16="http://schemas.microsoft.com/office/drawing/2014/main" id="{AD749AA7-919E-1996-FEC0-6025FDAF88D8}"/>
                    </a:ext>
                  </a:extLst>
                </p:cNvPr>
                <p:cNvSpPr/>
                <p:nvPr/>
              </p:nvSpPr>
              <p:spPr>
                <a:xfrm>
                  <a:off x="3730650" y="1982800"/>
                  <a:ext cx="149550" cy="145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82" h="5821" extrusionOk="0">
                      <a:moveTo>
                        <a:pt x="786" y="0"/>
                      </a:moveTo>
                      <a:lnTo>
                        <a:pt x="0" y="787"/>
                      </a:lnTo>
                      <a:lnTo>
                        <a:pt x="1255" y="2034"/>
                      </a:lnTo>
                      <a:cubicBezTo>
                        <a:pt x="642" y="3008"/>
                        <a:pt x="786" y="4277"/>
                        <a:pt x="1601" y="5092"/>
                      </a:cubicBezTo>
                      <a:cubicBezTo>
                        <a:pt x="2102" y="5593"/>
                        <a:pt x="2724" y="5821"/>
                        <a:pt x="3335" y="5821"/>
                      </a:cubicBezTo>
                      <a:cubicBezTo>
                        <a:pt x="4512" y="5821"/>
                        <a:pt x="5649" y="4979"/>
                        <a:pt x="5806" y="3621"/>
                      </a:cubicBezTo>
                      <a:cubicBezTo>
                        <a:pt x="5981" y="2058"/>
                        <a:pt x="4723" y="867"/>
                        <a:pt x="3339" y="867"/>
                      </a:cubicBezTo>
                      <a:cubicBezTo>
                        <a:pt x="2903" y="867"/>
                        <a:pt x="2454" y="985"/>
                        <a:pt x="2034" y="1248"/>
                      </a:cubicBezTo>
                      <a:lnTo>
                        <a:pt x="786" y="0"/>
                      </a:lnTo>
                      <a:close/>
                    </a:path>
                  </a:pathLst>
                </a:custGeom>
                <a:solidFill>
                  <a:srgbClr val="A5B7C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2" name="Google Shape;12627;p131">
                  <a:extLst>
                    <a:ext uri="{FF2B5EF4-FFF2-40B4-BE49-F238E27FC236}">
                      <a16:creationId xmlns:a16="http://schemas.microsoft.com/office/drawing/2014/main" id="{00608E58-43EB-EBD4-05BA-F142F5DA92DE}"/>
                    </a:ext>
                  </a:extLst>
                </p:cNvPr>
                <p:cNvSpPr/>
                <p:nvPr/>
              </p:nvSpPr>
              <p:spPr>
                <a:xfrm>
                  <a:off x="3771925" y="2027231"/>
                  <a:ext cx="86575" cy="7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3" h="3150" extrusionOk="0">
                      <a:moveTo>
                        <a:pt x="1740" y="0"/>
                      </a:moveTo>
                      <a:cubicBezTo>
                        <a:pt x="1022" y="0"/>
                        <a:pt x="376" y="485"/>
                        <a:pt x="203" y="1209"/>
                      </a:cubicBezTo>
                      <a:cubicBezTo>
                        <a:pt x="1" y="2060"/>
                        <a:pt x="527" y="2904"/>
                        <a:pt x="1371" y="3106"/>
                      </a:cubicBezTo>
                      <a:cubicBezTo>
                        <a:pt x="1493" y="3135"/>
                        <a:pt x="1615" y="3149"/>
                        <a:pt x="1735" y="3149"/>
                      </a:cubicBezTo>
                      <a:cubicBezTo>
                        <a:pt x="2447" y="3149"/>
                        <a:pt x="3095" y="2660"/>
                        <a:pt x="3268" y="1938"/>
                      </a:cubicBezTo>
                      <a:cubicBezTo>
                        <a:pt x="3463" y="1094"/>
                        <a:pt x="2943" y="243"/>
                        <a:pt x="2099" y="41"/>
                      </a:cubicBezTo>
                      <a:cubicBezTo>
                        <a:pt x="1979" y="13"/>
                        <a:pt x="1858" y="0"/>
                        <a:pt x="1740" y="0"/>
                      </a:cubicBezTo>
                      <a:close/>
                    </a:path>
                  </a:pathLst>
                </a:custGeom>
                <a:solidFill>
                  <a:srgbClr val="E3E9E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0" name="Google Shape;12628;p131">
              <a:extLst>
                <a:ext uri="{FF2B5EF4-FFF2-40B4-BE49-F238E27FC236}">
                  <a16:creationId xmlns:a16="http://schemas.microsoft.com/office/drawing/2014/main" id="{4D4EC62D-5156-BFF9-0261-6E105E51693F}"/>
                </a:ext>
              </a:extLst>
            </p:cNvPr>
            <p:cNvGrpSpPr/>
            <p:nvPr/>
          </p:nvGrpSpPr>
          <p:grpSpPr>
            <a:xfrm>
              <a:off x="8616330" y="2122719"/>
              <a:ext cx="898839" cy="757214"/>
              <a:chOff x="7636443" y="1204988"/>
              <a:chExt cx="804565" cy="677795"/>
            </a:xfrm>
          </p:grpSpPr>
          <p:grpSp>
            <p:nvGrpSpPr>
              <p:cNvPr id="545" name="Google Shape;12629;p131">
                <a:extLst>
                  <a:ext uri="{FF2B5EF4-FFF2-40B4-BE49-F238E27FC236}">
                    <a16:creationId xmlns:a16="http://schemas.microsoft.com/office/drawing/2014/main" id="{A0166580-7CFB-C668-4128-2D92C3F534CB}"/>
                  </a:ext>
                </a:extLst>
              </p:cNvPr>
              <p:cNvGrpSpPr/>
              <p:nvPr/>
            </p:nvGrpSpPr>
            <p:grpSpPr>
              <a:xfrm>
                <a:off x="7636443" y="1509705"/>
                <a:ext cx="804565" cy="373078"/>
                <a:chOff x="7636443" y="1509705"/>
                <a:chExt cx="804565" cy="373078"/>
              </a:xfrm>
            </p:grpSpPr>
            <p:sp>
              <p:nvSpPr>
                <p:cNvPr id="555" name="Google Shape;12630;p131">
                  <a:extLst>
                    <a:ext uri="{FF2B5EF4-FFF2-40B4-BE49-F238E27FC236}">
                      <a16:creationId xmlns:a16="http://schemas.microsoft.com/office/drawing/2014/main" id="{E78C221F-AA84-AC60-0659-4BFA606FE657}"/>
                    </a:ext>
                  </a:extLst>
                </p:cNvPr>
                <p:cNvSpPr/>
                <p:nvPr/>
              </p:nvSpPr>
              <p:spPr>
                <a:xfrm>
                  <a:off x="7636443" y="1509705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6" name="Google Shape;12631;p131">
                  <a:extLst>
                    <a:ext uri="{FF2B5EF4-FFF2-40B4-BE49-F238E27FC236}">
                      <a16:creationId xmlns:a16="http://schemas.microsoft.com/office/drawing/2014/main" id="{2CC3295A-D7D5-C72C-DD47-BDBB442103FF}"/>
                    </a:ext>
                  </a:extLst>
                </p:cNvPr>
                <p:cNvSpPr/>
                <p:nvPr/>
              </p:nvSpPr>
              <p:spPr>
                <a:xfrm>
                  <a:off x="8398251" y="1667375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435D7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46" name="Google Shape;12632;p131">
                <a:extLst>
                  <a:ext uri="{FF2B5EF4-FFF2-40B4-BE49-F238E27FC236}">
                    <a16:creationId xmlns:a16="http://schemas.microsoft.com/office/drawing/2014/main" id="{853C22B1-8631-CD0F-37C9-1FAE5CC06009}"/>
                  </a:ext>
                </a:extLst>
              </p:cNvPr>
              <p:cNvGrpSpPr/>
              <p:nvPr/>
            </p:nvGrpSpPr>
            <p:grpSpPr>
              <a:xfrm>
                <a:off x="7636443" y="1408133"/>
                <a:ext cx="804565" cy="373078"/>
                <a:chOff x="7636443" y="1408133"/>
                <a:chExt cx="804565" cy="373078"/>
              </a:xfrm>
            </p:grpSpPr>
            <p:sp>
              <p:nvSpPr>
                <p:cNvPr id="553" name="Google Shape;12633;p131">
                  <a:extLst>
                    <a:ext uri="{FF2B5EF4-FFF2-40B4-BE49-F238E27FC236}">
                      <a16:creationId xmlns:a16="http://schemas.microsoft.com/office/drawing/2014/main" id="{9D692B6A-EF09-3C9B-CEDC-8698FF2E4CB7}"/>
                    </a:ext>
                  </a:extLst>
                </p:cNvPr>
                <p:cNvSpPr/>
                <p:nvPr/>
              </p:nvSpPr>
              <p:spPr>
                <a:xfrm>
                  <a:off x="7636443" y="1408133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869FB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4" name="Google Shape;12634;p131">
                  <a:extLst>
                    <a:ext uri="{FF2B5EF4-FFF2-40B4-BE49-F238E27FC236}">
                      <a16:creationId xmlns:a16="http://schemas.microsoft.com/office/drawing/2014/main" id="{4B81C59A-D722-FF72-8BF6-CB808DE04A4B}"/>
                    </a:ext>
                  </a:extLst>
                </p:cNvPr>
                <p:cNvSpPr/>
                <p:nvPr/>
              </p:nvSpPr>
              <p:spPr>
                <a:xfrm>
                  <a:off x="8398251" y="1565802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869FB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47" name="Google Shape;12635;p131">
                <a:extLst>
                  <a:ext uri="{FF2B5EF4-FFF2-40B4-BE49-F238E27FC236}">
                    <a16:creationId xmlns:a16="http://schemas.microsoft.com/office/drawing/2014/main" id="{5A1D99AA-EB1E-AF97-4BD4-AD65187480D8}"/>
                  </a:ext>
                </a:extLst>
              </p:cNvPr>
              <p:cNvGrpSpPr/>
              <p:nvPr/>
            </p:nvGrpSpPr>
            <p:grpSpPr>
              <a:xfrm>
                <a:off x="7636443" y="1306560"/>
                <a:ext cx="804565" cy="373078"/>
                <a:chOff x="7636443" y="1306560"/>
                <a:chExt cx="804565" cy="373078"/>
              </a:xfrm>
            </p:grpSpPr>
            <p:sp>
              <p:nvSpPr>
                <p:cNvPr id="551" name="Google Shape;12636;p131">
                  <a:extLst>
                    <a:ext uri="{FF2B5EF4-FFF2-40B4-BE49-F238E27FC236}">
                      <a16:creationId xmlns:a16="http://schemas.microsoft.com/office/drawing/2014/main" id="{59F1D1D0-97DA-E1C3-EC7C-671D20411AF8}"/>
                    </a:ext>
                  </a:extLst>
                </p:cNvPr>
                <p:cNvSpPr/>
                <p:nvPr/>
              </p:nvSpPr>
              <p:spPr>
                <a:xfrm>
                  <a:off x="7636443" y="1306560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BAC8D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2" name="Google Shape;12637;p131">
                  <a:extLst>
                    <a:ext uri="{FF2B5EF4-FFF2-40B4-BE49-F238E27FC236}">
                      <a16:creationId xmlns:a16="http://schemas.microsoft.com/office/drawing/2014/main" id="{2C06E67B-D455-96AD-9F79-EF2F2A48807A}"/>
                    </a:ext>
                  </a:extLst>
                </p:cNvPr>
                <p:cNvSpPr/>
                <p:nvPr/>
              </p:nvSpPr>
              <p:spPr>
                <a:xfrm>
                  <a:off x="8398251" y="1464230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BAC8D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48" name="Google Shape;12638;p131">
                <a:extLst>
                  <a:ext uri="{FF2B5EF4-FFF2-40B4-BE49-F238E27FC236}">
                    <a16:creationId xmlns:a16="http://schemas.microsoft.com/office/drawing/2014/main" id="{D00D9E66-5349-ECFE-4736-FF582D6FEA09}"/>
                  </a:ext>
                </a:extLst>
              </p:cNvPr>
              <p:cNvGrpSpPr/>
              <p:nvPr/>
            </p:nvGrpSpPr>
            <p:grpSpPr>
              <a:xfrm>
                <a:off x="7636443" y="1204988"/>
                <a:ext cx="804565" cy="373078"/>
                <a:chOff x="7636443" y="1204988"/>
                <a:chExt cx="804565" cy="373078"/>
              </a:xfrm>
            </p:grpSpPr>
            <p:sp>
              <p:nvSpPr>
                <p:cNvPr id="549" name="Google Shape;12639;p131">
                  <a:extLst>
                    <a:ext uri="{FF2B5EF4-FFF2-40B4-BE49-F238E27FC236}">
                      <a16:creationId xmlns:a16="http://schemas.microsoft.com/office/drawing/2014/main" id="{5E580B72-F1FF-F32A-BC0B-CCFFB9B756C8}"/>
                    </a:ext>
                  </a:extLst>
                </p:cNvPr>
                <p:cNvSpPr/>
                <p:nvPr/>
              </p:nvSpPr>
              <p:spPr>
                <a:xfrm>
                  <a:off x="7636443" y="1204988"/>
                  <a:ext cx="749840" cy="373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64" h="10331" extrusionOk="0">
                      <a:moveTo>
                        <a:pt x="10376" y="1"/>
                      </a:moveTo>
                      <a:lnTo>
                        <a:pt x="1" y="5028"/>
                      </a:lnTo>
                      <a:lnTo>
                        <a:pt x="10376" y="10331"/>
                      </a:lnTo>
                      <a:lnTo>
                        <a:pt x="20763" y="5028"/>
                      </a:lnTo>
                      <a:lnTo>
                        <a:pt x="10376" y="1"/>
                      </a:lnTo>
                      <a:close/>
                    </a:path>
                  </a:pathLst>
                </a:custGeom>
                <a:solidFill>
                  <a:srgbClr val="E3E9E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550" name="Google Shape;12640;p131">
                  <a:extLst>
                    <a:ext uri="{FF2B5EF4-FFF2-40B4-BE49-F238E27FC236}">
                      <a16:creationId xmlns:a16="http://schemas.microsoft.com/office/drawing/2014/main" id="{2214BFAF-7B8E-1563-51B4-B02B1F83AFD5}"/>
                    </a:ext>
                  </a:extLst>
                </p:cNvPr>
                <p:cNvSpPr/>
                <p:nvPr/>
              </p:nvSpPr>
              <p:spPr>
                <a:xfrm>
                  <a:off x="8398251" y="1362658"/>
                  <a:ext cx="42757" cy="36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" h="1007" extrusionOk="0">
                      <a:moveTo>
                        <a:pt x="513" y="0"/>
                      </a:moveTo>
                      <a:cubicBezTo>
                        <a:pt x="255" y="0"/>
                        <a:pt x="5" y="198"/>
                        <a:pt x="12" y="501"/>
                      </a:cubicBezTo>
                      <a:cubicBezTo>
                        <a:pt x="1" y="788"/>
                        <a:pt x="230" y="1006"/>
                        <a:pt x="506" y="1006"/>
                      </a:cubicBezTo>
                      <a:cubicBezTo>
                        <a:pt x="953" y="1006"/>
                        <a:pt x="1183" y="467"/>
                        <a:pt x="862" y="146"/>
                      </a:cubicBezTo>
                      <a:cubicBezTo>
                        <a:pt x="762" y="45"/>
                        <a:pt x="636" y="0"/>
                        <a:pt x="513" y="0"/>
                      </a:cubicBezTo>
                      <a:close/>
                    </a:path>
                  </a:pathLst>
                </a:custGeom>
                <a:solidFill>
                  <a:srgbClr val="E3E9E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1" name="Google Shape;12641;p131">
              <a:extLst>
                <a:ext uri="{FF2B5EF4-FFF2-40B4-BE49-F238E27FC236}">
                  <a16:creationId xmlns:a16="http://schemas.microsoft.com/office/drawing/2014/main" id="{2F4D5933-A445-9ED7-9466-F8F2BF2A0919}"/>
                </a:ext>
              </a:extLst>
            </p:cNvPr>
            <p:cNvGrpSpPr/>
            <p:nvPr/>
          </p:nvGrpSpPr>
          <p:grpSpPr>
            <a:xfrm>
              <a:off x="5643360" y="3136458"/>
              <a:ext cx="738830" cy="738661"/>
              <a:chOff x="3990000" y="975400"/>
              <a:chExt cx="3934200" cy="3933300"/>
            </a:xfrm>
          </p:grpSpPr>
          <p:sp>
            <p:nvSpPr>
              <p:cNvPr id="541" name="Google Shape;12642;p131">
                <a:extLst>
                  <a:ext uri="{FF2B5EF4-FFF2-40B4-BE49-F238E27FC236}">
                    <a16:creationId xmlns:a16="http://schemas.microsoft.com/office/drawing/2014/main" id="{1355D64F-C7FF-3886-EC13-937FD43F1B78}"/>
                  </a:ext>
                </a:extLst>
              </p:cNvPr>
              <p:cNvSpPr/>
              <p:nvPr/>
            </p:nvSpPr>
            <p:spPr>
              <a:xfrm>
                <a:off x="3990000" y="975400"/>
                <a:ext cx="3934200" cy="3933300"/>
              </a:xfrm>
              <a:prstGeom prst="ellipse">
                <a:avLst/>
              </a:pr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Google Shape;12643;p131">
                <a:extLst>
                  <a:ext uri="{FF2B5EF4-FFF2-40B4-BE49-F238E27FC236}">
                    <a16:creationId xmlns:a16="http://schemas.microsoft.com/office/drawing/2014/main" id="{AAE80469-4523-E977-DBA6-668CBB46C026}"/>
                  </a:ext>
                </a:extLst>
              </p:cNvPr>
              <p:cNvSpPr/>
              <p:nvPr/>
            </p:nvSpPr>
            <p:spPr>
              <a:xfrm>
                <a:off x="4346550" y="1331800"/>
                <a:ext cx="3221100" cy="3220500"/>
              </a:xfrm>
              <a:prstGeom prst="ellipse">
                <a:avLst/>
              </a:prstGeom>
              <a:solidFill>
                <a:srgbClr val="869F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43" name="Google Shape;12644;p131">
                <a:extLst>
                  <a:ext uri="{FF2B5EF4-FFF2-40B4-BE49-F238E27FC236}">
                    <a16:creationId xmlns:a16="http://schemas.microsoft.com/office/drawing/2014/main" id="{51220E6E-78D4-51C7-73F6-9DE9A3EE7816}"/>
                  </a:ext>
                </a:extLst>
              </p:cNvPr>
              <p:cNvSpPr/>
              <p:nvPr/>
            </p:nvSpPr>
            <p:spPr>
              <a:xfrm>
                <a:off x="4786800" y="1771750"/>
                <a:ext cx="2340600" cy="2340600"/>
              </a:xfrm>
              <a:prstGeom prst="ellipse">
                <a:avLst/>
              </a:prstGeom>
              <a:solidFill>
                <a:srgbClr val="BAC8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Google Shape;12645;p131">
                <a:extLst>
                  <a:ext uri="{FF2B5EF4-FFF2-40B4-BE49-F238E27FC236}">
                    <a16:creationId xmlns:a16="http://schemas.microsoft.com/office/drawing/2014/main" id="{F0F15516-D301-5D17-1388-8B69F4808A42}"/>
                  </a:ext>
                </a:extLst>
              </p:cNvPr>
              <p:cNvSpPr/>
              <p:nvPr/>
            </p:nvSpPr>
            <p:spPr>
              <a:xfrm>
                <a:off x="5218650" y="2203450"/>
                <a:ext cx="1476900" cy="1477200"/>
              </a:xfrm>
              <a:prstGeom prst="ellipse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" name="Google Shape;12646;p131">
              <a:extLst>
                <a:ext uri="{FF2B5EF4-FFF2-40B4-BE49-F238E27FC236}">
                  <a16:creationId xmlns:a16="http://schemas.microsoft.com/office/drawing/2014/main" id="{D1D34C8A-4157-EADC-7120-912985B1EB9A}"/>
                </a:ext>
              </a:extLst>
            </p:cNvPr>
            <p:cNvGrpSpPr/>
            <p:nvPr/>
          </p:nvGrpSpPr>
          <p:grpSpPr>
            <a:xfrm>
              <a:off x="7479600" y="3112593"/>
              <a:ext cx="970690" cy="764415"/>
              <a:chOff x="6598259" y="2078634"/>
              <a:chExt cx="868881" cy="684241"/>
            </a:xfrm>
          </p:grpSpPr>
          <p:sp>
            <p:nvSpPr>
              <p:cNvPr id="501" name="Google Shape;12647;p131">
                <a:extLst>
                  <a:ext uri="{FF2B5EF4-FFF2-40B4-BE49-F238E27FC236}">
                    <a16:creationId xmlns:a16="http://schemas.microsoft.com/office/drawing/2014/main" id="{76F94B96-07C0-D3A7-E982-83C418693A15}"/>
                  </a:ext>
                </a:extLst>
              </p:cNvPr>
              <p:cNvSpPr/>
              <p:nvPr/>
            </p:nvSpPr>
            <p:spPr>
              <a:xfrm>
                <a:off x="7165957" y="2159753"/>
                <a:ext cx="286185" cy="107120"/>
              </a:xfrm>
              <a:custGeom>
                <a:avLst/>
                <a:gdLst/>
                <a:ahLst/>
                <a:cxnLst/>
                <a:rect l="l" t="t" r="r" b="b"/>
                <a:pathLst>
                  <a:path w="48506" h="18156" extrusionOk="0">
                    <a:moveTo>
                      <a:pt x="1" y="1"/>
                    </a:moveTo>
                    <a:lnTo>
                      <a:pt x="1" y="18156"/>
                    </a:lnTo>
                    <a:lnTo>
                      <a:pt x="48506" y="18156"/>
                    </a:lnTo>
                    <a:lnTo>
                      <a:pt x="48506" y="1"/>
                    </a:lnTo>
                    <a:close/>
                  </a:path>
                </a:pathLst>
              </a:custGeom>
              <a:solidFill>
                <a:srgbClr val="B3C3C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Google Shape;12648;p131">
                <a:extLst>
                  <a:ext uri="{FF2B5EF4-FFF2-40B4-BE49-F238E27FC236}">
                    <a16:creationId xmlns:a16="http://schemas.microsoft.com/office/drawing/2014/main" id="{57DB6F75-0F85-B837-05BB-4316DD322067}"/>
                  </a:ext>
                </a:extLst>
              </p:cNvPr>
              <p:cNvSpPr/>
              <p:nvPr/>
            </p:nvSpPr>
            <p:spPr>
              <a:xfrm>
                <a:off x="7085764" y="2536793"/>
                <a:ext cx="349475" cy="107120"/>
              </a:xfrm>
              <a:custGeom>
                <a:avLst/>
                <a:gdLst/>
                <a:ahLst/>
                <a:cxnLst/>
                <a:rect l="l" t="t" r="r" b="b"/>
                <a:pathLst>
                  <a:path w="59233" h="18156" extrusionOk="0">
                    <a:moveTo>
                      <a:pt x="1" y="1"/>
                    </a:moveTo>
                    <a:lnTo>
                      <a:pt x="1" y="18156"/>
                    </a:lnTo>
                    <a:lnTo>
                      <a:pt x="59233" y="18156"/>
                    </a:lnTo>
                    <a:lnTo>
                      <a:pt x="59233" y="1"/>
                    </a:lnTo>
                    <a:close/>
                  </a:path>
                </a:pathLst>
              </a:custGeom>
              <a:solidFill>
                <a:srgbClr val="374F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Google Shape;12649;p131">
                <a:extLst>
                  <a:ext uri="{FF2B5EF4-FFF2-40B4-BE49-F238E27FC236}">
                    <a16:creationId xmlns:a16="http://schemas.microsoft.com/office/drawing/2014/main" id="{E79DFF2F-C639-D069-56B2-E6DA63B6341B}"/>
                  </a:ext>
                </a:extLst>
              </p:cNvPr>
              <p:cNvSpPr/>
              <p:nvPr/>
            </p:nvSpPr>
            <p:spPr>
              <a:xfrm>
                <a:off x="6598259" y="2195183"/>
                <a:ext cx="271241" cy="107120"/>
              </a:xfrm>
              <a:custGeom>
                <a:avLst/>
                <a:gdLst/>
                <a:ahLst/>
                <a:cxnLst/>
                <a:rect l="l" t="t" r="r" b="b"/>
                <a:pathLst>
                  <a:path w="45973" h="18156" extrusionOk="0">
                    <a:moveTo>
                      <a:pt x="1" y="0"/>
                    </a:moveTo>
                    <a:lnTo>
                      <a:pt x="1" y="18156"/>
                    </a:lnTo>
                    <a:lnTo>
                      <a:pt x="45972" y="18156"/>
                    </a:lnTo>
                    <a:lnTo>
                      <a:pt x="45972" y="0"/>
                    </a:lnTo>
                    <a:close/>
                  </a:path>
                </a:pathLst>
              </a:custGeom>
              <a:solidFill>
                <a:srgbClr val="8FA1A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" name="Google Shape;12650;p131">
                <a:extLst>
                  <a:ext uri="{FF2B5EF4-FFF2-40B4-BE49-F238E27FC236}">
                    <a16:creationId xmlns:a16="http://schemas.microsoft.com/office/drawing/2014/main" id="{97A217B6-9DF7-A938-8C6A-3DF144254762}"/>
                  </a:ext>
                </a:extLst>
              </p:cNvPr>
              <p:cNvSpPr/>
              <p:nvPr/>
            </p:nvSpPr>
            <p:spPr>
              <a:xfrm>
                <a:off x="6604064" y="2370778"/>
                <a:ext cx="358696" cy="107126"/>
              </a:xfrm>
              <a:custGeom>
                <a:avLst/>
                <a:gdLst/>
                <a:ahLst/>
                <a:cxnLst/>
                <a:rect l="l" t="t" r="r" b="b"/>
                <a:pathLst>
                  <a:path w="60796" h="18157" extrusionOk="0">
                    <a:moveTo>
                      <a:pt x="0" y="1"/>
                    </a:moveTo>
                    <a:lnTo>
                      <a:pt x="0" y="18156"/>
                    </a:lnTo>
                    <a:lnTo>
                      <a:pt x="60796" y="18156"/>
                    </a:lnTo>
                    <a:lnTo>
                      <a:pt x="60796" y="1"/>
                    </a:lnTo>
                    <a:close/>
                  </a:path>
                </a:pathLst>
              </a:custGeom>
              <a:solidFill>
                <a:srgbClr val="C9D4D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Google Shape;12651;p131">
                <a:extLst>
                  <a:ext uri="{FF2B5EF4-FFF2-40B4-BE49-F238E27FC236}">
                    <a16:creationId xmlns:a16="http://schemas.microsoft.com/office/drawing/2014/main" id="{6F562888-553D-4C26-B2EE-8A24CCB44AF9}"/>
                  </a:ext>
                </a:extLst>
              </p:cNvPr>
              <p:cNvSpPr/>
              <p:nvPr/>
            </p:nvSpPr>
            <p:spPr>
              <a:xfrm>
                <a:off x="6645158" y="2545743"/>
                <a:ext cx="358696" cy="109044"/>
              </a:xfrm>
              <a:custGeom>
                <a:avLst/>
                <a:gdLst/>
                <a:ahLst/>
                <a:cxnLst/>
                <a:rect l="l" t="t" r="r" b="b"/>
                <a:pathLst>
                  <a:path w="60796" h="18482" extrusionOk="0">
                    <a:moveTo>
                      <a:pt x="1" y="0"/>
                    </a:moveTo>
                    <a:lnTo>
                      <a:pt x="1" y="18482"/>
                    </a:lnTo>
                    <a:lnTo>
                      <a:pt x="60796" y="18482"/>
                    </a:lnTo>
                    <a:lnTo>
                      <a:pt x="60796" y="0"/>
                    </a:lnTo>
                    <a:close/>
                  </a:path>
                </a:pathLst>
              </a:custGeom>
              <a:solidFill>
                <a:srgbClr val="DBE3E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Google Shape;12652;p131">
                <a:extLst>
                  <a:ext uri="{FF2B5EF4-FFF2-40B4-BE49-F238E27FC236}">
                    <a16:creationId xmlns:a16="http://schemas.microsoft.com/office/drawing/2014/main" id="{F75A6B26-93D3-8029-C64E-C310965E6A43}"/>
                  </a:ext>
                </a:extLst>
              </p:cNvPr>
              <p:cNvSpPr/>
              <p:nvPr/>
            </p:nvSpPr>
            <p:spPr>
              <a:xfrm>
                <a:off x="7155838" y="2352960"/>
                <a:ext cx="311302" cy="107120"/>
              </a:xfrm>
              <a:custGeom>
                <a:avLst/>
                <a:gdLst/>
                <a:ahLst/>
                <a:cxnLst/>
                <a:rect l="l" t="t" r="r" b="b"/>
                <a:pathLst>
                  <a:path w="52763" h="18156" extrusionOk="0">
                    <a:moveTo>
                      <a:pt x="0" y="0"/>
                    </a:moveTo>
                    <a:lnTo>
                      <a:pt x="0" y="18155"/>
                    </a:lnTo>
                    <a:lnTo>
                      <a:pt x="52763" y="18155"/>
                    </a:lnTo>
                    <a:lnTo>
                      <a:pt x="52763" y="0"/>
                    </a:lnTo>
                    <a:close/>
                  </a:path>
                </a:pathLst>
              </a:custGeom>
              <a:solidFill>
                <a:srgbClr val="4F677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07" name="Google Shape;12653;p131">
                <a:extLst>
                  <a:ext uri="{FF2B5EF4-FFF2-40B4-BE49-F238E27FC236}">
                    <a16:creationId xmlns:a16="http://schemas.microsoft.com/office/drawing/2014/main" id="{75392451-1243-8649-1602-6D3C05AED720}"/>
                  </a:ext>
                </a:extLst>
              </p:cNvPr>
              <p:cNvGrpSpPr/>
              <p:nvPr/>
            </p:nvGrpSpPr>
            <p:grpSpPr>
              <a:xfrm>
                <a:off x="6808175" y="2078634"/>
                <a:ext cx="452229" cy="684241"/>
                <a:chOff x="6808175" y="2078634"/>
                <a:chExt cx="452229" cy="684241"/>
              </a:xfrm>
            </p:grpSpPr>
            <p:sp>
              <p:nvSpPr>
                <p:cNvPr id="508" name="Google Shape;12654;p131">
                  <a:extLst>
                    <a:ext uri="{FF2B5EF4-FFF2-40B4-BE49-F238E27FC236}">
                      <a16:creationId xmlns:a16="http://schemas.microsoft.com/office/drawing/2014/main" id="{ED8F4151-803A-8D73-27E0-A0E32B6C0736}"/>
                    </a:ext>
                  </a:extLst>
                </p:cNvPr>
                <p:cNvSpPr/>
                <p:nvPr/>
              </p:nvSpPr>
              <p:spPr>
                <a:xfrm>
                  <a:off x="7165957" y="2159753"/>
                  <a:ext cx="94447" cy="1071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08" h="18156" extrusionOk="0">
                      <a:moveTo>
                        <a:pt x="1" y="1"/>
                      </a:moveTo>
                      <a:lnTo>
                        <a:pt x="1" y="18156"/>
                      </a:lnTo>
                      <a:lnTo>
                        <a:pt x="16007" y="18156"/>
                      </a:lnTo>
                      <a:cubicBezTo>
                        <a:pt x="15291" y="11568"/>
                        <a:pt x="12904" y="5350"/>
                        <a:pt x="9054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9" name="Google Shape;12655;p131">
                  <a:extLst>
                    <a:ext uri="{FF2B5EF4-FFF2-40B4-BE49-F238E27FC236}">
                      <a16:creationId xmlns:a16="http://schemas.microsoft.com/office/drawing/2014/main" id="{3991F4FD-5813-01B1-8E48-0AE9ED49B551}"/>
                    </a:ext>
                  </a:extLst>
                </p:cNvPr>
                <p:cNvSpPr/>
                <p:nvPr/>
              </p:nvSpPr>
              <p:spPr>
                <a:xfrm>
                  <a:off x="7085764" y="2536793"/>
                  <a:ext cx="61100" cy="1071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56" h="18156" extrusionOk="0">
                      <a:moveTo>
                        <a:pt x="1" y="1"/>
                      </a:moveTo>
                      <a:lnTo>
                        <a:pt x="1" y="18156"/>
                      </a:lnTo>
                      <a:lnTo>
                        <a:pt x="5804" y="18156"/>
                      </a:lnTo>
                      <a:cubicBezTo>
                        <a:pt x="5810" y="18084"/>
                        <a:pt x="5813" y="18013"/>
                        <a:pt x="5813" y="17941"/>
                      </a:cubicBezTo>
                      <a:cubicBezTo>
                        <a:pt x="5815" y="17225"/>
                        <a:pt x="5579" y="16528"/>
                        <a:pt x="5146" y="15958"/>
                      </a:cubicBezTo>
                      <a:cubicBezTo>
                        <a:pt x="5764" y="15144"/>
                        <a:pt x="5967" y="14089"/>
                        <a:pt x="5696" y="13103"/>
                      </a:cubicBezTo>
                      <a:cubicBezTo>
                        <a:pt x="6334" y="11805"/>
                        <a:pt x="6339" y="10352"/>
                        <a:pt x="6343" y="9017"/>
                      </a:cubicBezTo>
                      <a:lnTo>
                        <a:pt x="6343" y="8907"/>
                      </a:lnTo>
                      <a:cubicBezTo>
                        <a:pt x="6346" y="8040"/>
                        <a:pt x="6573" y="6922"/>
                        <a:pt x="6952" y="5914"/>
                      </a:cubicBezTo>
                      <a:cubicBezTo>
                        <a:pt x="7745" y="3797"/>
                        <a:pt x="8890" y="1817"/>
                        <a:pt x="10355" y="1"/>
                      </a:cubicBezTo>
                      <a:close/>
                    </a:path>
                  </a:pathLst>
                </a:custGeom>
                <a:solidFill>
                  <a:srgbClr val="213B5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0" name="Google Shape;12656;p131">
                  <a:extLst>
                    <a:ext uri="{FF2B5EF4-FFF2-40B4-BE49-F238E27FC236}">
                      <a16:creationId xmlns:a16="http://schemas.microsoft.com/office/drawing/2014/main" id="{A5C65FA6-4205-7279-D83C-B5DFBDF7F426}"/>
                    </a:ext>
                  </a:extLst>
                </p:cNvPr>
                <p:cNvSpPr/>
                <p:nvPr/>
              </p:nvSpPr>
              <p:spPr>
                <a:xfrm>
                  <a:off x="6808175" y="2195183"/>
                  <a:ext cx="61325" cy="1071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94" h="18156" extrusionOk="0">
                      <a:moveTo>
                        <a:pt x="3660" y="0"/>
                      </a:moveTo>
                      <a:cubicBezTo>
                        <a:pt x="1279" y="5051"/>
                        <a:pt x="19" y="10605"/>
                        <a:pt x="14" y="16353"/>
                      </a:cubicBezTo>
                      <a:cubicBezTo>
                        <a:pt x="11" y="16529"/>
                        <a:pt x="0" y="17161"/>
                        <a:pt x="51" y="18156"/>
                      </a:cubicBezTo>
                      <a:lnTo>
                        <a:pt x="10393" y="18156"/>
                      </a:lnTo>
                      <a:lnTo>
                        <a:pt x="10393" y="0"/>
                      </a:lnTo>
                      <a:close/>
                    </a:path>
                  </a:pathLst>
                </a:custGeom>
                <a:solidFill>
                  <a:srgbClr val="667E9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1" name="Google Shape;12657;p131">
                  <a:extLst>
                    <a:ext uri="{FF2B5EF4-FFF2-40B4-BE49-F238E27FC236}">
                      <a16:creationId xmlns:a16="http://schemas.microsoft.com/office/drawing/2014/main" id="{3C19B185-2A78-A94E-F4EB-0A4911807A33}"/>
                    </a:ext>
                  </a:extLst>
                </p:cNvPr>
                <p:cNvSpPr/>
                <p:nvPr/>
              </p:nvSpPr>
              <p:spPr>
                <a:xfrm>
                  <a:off x="6820441" y="2370778"/>
                  <a:ext cx="142320" cy="1071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122" h="18157" extrusionOk="0">
                      <a:moveTo>
                        <a:pt x="0" y="1"/>
                      </a:moveTo>
                      <a:cubicBezTo>
                        <a:pt x="1532" y="5312"/>
                        <a:pt x="4200" y="11690"/>
                        <a:pt x="8823" y="18156"/>
                      </a:cubicBezTo>
                      <a:lnTo>
                        <a:pt x="24122" y="18156"/>
                      </a:lnTo>
                      <a:lnTo>
                        <a:pt x="24122" y="1"/>
                      </a:lnTo>
                      <a:close/>
                    </a:path>
                  </a:pathLst>
                </a:custGeom>
                <a:solidFill>
                  <a:srgbClr val="A5B7C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2" name="Google Shape;12658;p131">
                  <a:extLst>
                    <a:ext uri="{FF2B5EF4-FFF2-40B4-BE49-F238E27FC236}">
                      <a16:creationId xmlns:a16="http://schemas.microsoft.com/office/drawing/2014/main" id="{E7FD05A2-6ED8-6D0D-D082-D3CE9889AFA0}"/>
                    </a:ext>
                  </a:extLst>
                </p:cNvPr>
                <p:cNvSpPr/>
                <p:nvPr/>
              </p:nvSpPr>
              <p:spPr>
                <a:xfrm>
                  <a:off x="6929774" y="2545743"/>
                  <a:ext cx="74092" cy="1090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58" h="18482" extrusionOk="0">
                      <a:moveTo>
                        <a:pt x="0" y="0"/>
                      </a:moveTo>
                      <a:cubicBezTo>
                        <a:pt x="938" y="1387"/>
                        <a:pt x="1707" y="2855"/>
                        <a:pt x="2285" y="4397"/>
                      </a:cubicBezTo>
                      <a:cubicBezTo>
                        <a:pt x="2664" y="5405"/>
                        <a:pt x="2891" y="6523"/>
                        <a:pt x="2895" y="7390"/>
                      </a:cubicBezTo>
                      <a:lnTo>
                        <a:pt x="2895" y="7500"/>
                      </a:lnTo>
                      <a:cubicBezTo>
                        <a:pt x="2898" y="8835"/>
                        <a:pt x="2904" y="10288"/>
                        <a:pt x="3541" y="11586"/>
                      </a:cubicBezTo>
                      <a:cubicBezTo>
                        <a:pt x="3270" y="12572"/>
                        <a:pt x="3473" y="13627"/>
                        <a:pt x="4092" y="14441"/>
                      </a:cubicBezTo>
                      <a:cubicBezTo>
                        <a:pt x="3202" y="15613"/>
                        <a:pt x="3202" y="17235"/>
                        <a:pt x="4092" y="18407"/>
                      </a:cubicBezTo>
                      <a:cubicBezTo>
                        <a:pt x="4072" y="18431"/>
                        <a:pt x="4057" y="18457"/>
                        <a:pt x="4039" y="18482"/>
                      </a:cubicBezTo>
                      <a:lnTo>
                        <a:pt x="12558" y="18482"/>
                      </a:lnTo>
                      <a:lnTo>
                        <a:pt x="12558" y="0"/>
                      </a:ln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3" name="Google Shape;12659;p131">
                  <a:extLst>
                    <a:ext uri="{FF2B5EF4-FFF2-40B4-BE49-F238E27FC236}">
                      <a16:creationId xmlns:a16="http://schemas.microsoft.com/office/drawing/2014/main" id="{017CA6D9-EA4E-288C-C24A-0785754AA172}"/>
                    </a:ext>
                  </a:extLst>
                </p:cNvPr>
                <p:cNvSpPr/>
                <p:nvPr/>
              </p:nvSpPr>
              <p:spPr>
                <a:xfrm>
                  <a:off x="7155838" y="2352960"/>
                  <a:ext cx="98377" cy="1071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74" h="18156" extrusionOk="0">
                      <a:moveTo>
                        <a:pt x="0" y="0"/>
                      </a:moveTo>
                      <a:lnTo>
                        <a:pt x="0" y="18155"/>
                      </a:lnTo>
                      <a:lnTo>
                        <a:pt x="9101" y="18155"/>
                      </a:lnTo>
                      <a:cubicBezTo>
                        <a:pt x="13299" y="11475"/>
                        <a:pt x="15509" y="5056"/>
                        <a:pt x="16674" y="0"/>
                      </a:cubicBezTo>
                      <a:close/>
                    </a:path>
                  </a:pathLst>
                </a:custGeom>
                <a:solidFill>
                  <a:srgbClr val="445D7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514" name="Google Shape;12660;p131">
                  <a:extLst>
                    <a:ext uri="{FF2B5EF4-FFF2-40B4-BE49-F238E27FC236}">
                      <a16:creationId xmlns:a16="http://schemas.microsoft.com/office/drawing/2014/main" id="{F7B08371-B93B-48ED-317F-8BD0CFE28028}"/>
                    </a:ext>
                  </a:extLst>
                </p:cNvPr>
                <p:cNvGrpSpPr/>
                <p:nvPr/>
              </p:nvGrpSpPr>
              <p:grpSpPr>
                <a:xfrm>
                  <a:off x="6821586" y="2078634"/>
                  <a:ext cx="426871" cy="684241"/>
                  <a:chOff x="6821586" y="2078634"/>
                  <a:chExt cx="426871" cy="684241"/>
                </a:xfrm>
              </p:grpSpPr>
              <p:grpSp>
                <p:nvGrpSpPr>
                  <p:cNvPr id="515" name="Google Shape;12661;p131">
                    <a:extLst>
                      <a:ext uri="{FF2B5EF4-FFF2-40B4-BE49-F238E27FC236}">
                        <a16:creationId xmlns:a16="http://schemas.microsoft.com/office/drawing/2014/main" id="{8A1A32AE-BF77-5292-8902-563AF61F406E}"/>
                      </a:ext>
                    </a:extLst>
                  </p:cNvPr>
                  <p:cNvGrpSpPr/>
                  <p:nvPr/>
                </p:nvGrpSpPr>
                <p:grpSpPr>
                  <a:xfrm>
                    <a:off x="6821586" y="2078634"/>
                    <a:ext cx="426871" cy="684241"/>
                    <a:chOff x="6821586" y="2078634"/>
                    <a:chExt cx="426871" cy="684241"/>
                  </a:xfrm>
                </p:grpSpPr>
                <p:sp>
                  <p:nvSpPr>
                    <p:cNvPr id="522" name="Google Shape;12662;p131">
                      <a:extLst>
                        <a:ext uri="{FF2B5EF4-FFF2-40B4-BE49-F238E27FC236}">
                          <a16:creationId xmlns:a16="http://schemas.microsoft.com/office/drawing/2014/main" id="{0CA01D5A-BEB5-AC65-130B-C006A6298B8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990036" y="2693797"/>
                      <a:ext cx="89963" cy="6907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248" h="11708" extrusionOk="0">
                          <a:moveTo>
                            <a:pt x="1" y="0"/>
                          </a:moveTo>
                          <a:lnTo>
                            <a:pt x="1" y="4083"/>
                          </a:lnTo>
                          <a:cubicBezTo>
                            <a:pt x="1" y="8276"/>
                            <a:pt x="3430" y="11707"/>
                            <a:pt x="7623" y="11707"/>
                          </a:cubicBezTo>
                          <a:cubicBezTo>
                            <a:pt x="11816" y="11707"/>
                            <a:pt x="15247" y="8276"/>
                            <a:pt x="15247" y="4083"/>
                          </a:cubicBezTo>
                          <a:lnTo>
                            <a:pt x="15247" y="0"/>
                          </a:lnTo>
                          <a:close/>
                        </a:path>
                      </a:pathLst>
                    </a:custGeom>
                    <a:solidFill>
                      <a:srgbClr val="EEF0F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523" name="Google Shape;12663;p131">
                      <a:extLst>
                        <a:ext uri="{FF2B5EF4-FFF2-40B4-BE49-F238E27FC236}">
                          <a16:creationId xmlns:a16="http://schemas.microsoft.com/office/drawing/2014/main" id="{1F28B38D-3D27-C054-4817-015D98117F4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968649" y="2671926"/>
                      <a:ext cx="132738" cy="7271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2498" h="12324" extrusionOk="0">
                          <a:moveTo>
                            <a:pt x="1" y="0"/>
                          </a:moveTo>
                          <a:lnTo>
                            <a:pt x="1" y="2864"/>
                          </a:lnTo>
                          <a:cubicBezTo>
                            <a:pt x="1" y="8528"/>
                            <a:pt x="10476" y="12324"/>
                            <a:pt x="11248" y="12324"/>
                          </a:cubicBezTo>
                          <a:cubicBezTo>
                            <a:pt x="12022" y="12324"/>
                            <a:pt x="22498" y="7684"/>
                            <a:pt x="22498" y="2864"/>
                          </a:cubicBezTo>
                          <a:lnTo>
                            <a:pt x="22498" y="0"/>
                          </a:lnTo>
                          <a:close/>
                        </a:path>
                      </a:pathLst>
                    </a:custGeom>
                    <a:solidFill>
                      <a:srgbClr val="E3E7EA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524" name="Google Shape;12664;p131">
                      <a:extLst>
                        <a:ext uri="{FF2B5EF4-FFF2-40B4-BE49-F238E27FC236}">
                          <a16:creationId xmlns:a16="http://schemas.microsoft.com/office/drawing/2014/main" id="{181DDC97-CEBF-FF02-9966-B32A2EFC076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968649" y="2679891"/>
                      <a:ext cx="132738" cy="6474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2498" h="10974" extrusionOk="0">
                          <a:moveTo>
                            <a:pt x="1" y="1"/>
                          </a:moveTo>
                          <a:lnTo>
                            <a:pt x="1" y="1514"/>
                          </a:lnTo>
                          <a:cubicBezTo>
                            <a:pt x="1" y="7178"/>
                            <a:pt x="10476" y="10974"/>
                            <a:pt x="11248" y="10974"/>
                          </a:cubicBezTo>
                          <a:cubicBezTo>
                            <a:pt x="12022" y="10974"/>
                            <a:pt x="22498" y="6335"/>
                            <a:pt x="22498" y="1514"/>
                          </a:cubicBezTo>
                          <a:lnTo>
                            <a:pt x="22498" y="1"/>
                          </a:lnTo>
                          <a:cubicBezTo>
                            <a:pt x="22498" y="4821"/>
                            <a:pt x="12022" y="9459"/>
                            <a:pt x="11248" y="9459"/>
                          </a:cubicBezTo>
                          <a:cubicBezTo>
                            <a:pt x="10476" y="9459"/>
                            <a:pt x="1" y="5665"/>
                            <a:pt x="1" y="1"/>
                          </a:cubicBezTo>
                          <a:close/>
                        </a:path>
                      </a:pathLst>
                    </a:custGeom>
                    <a:solidFill>
                      <a:srgbClr val="D6DBE0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525" name="Google Shape;12665;p131">
                      <a:extLst>
                        <a:ext uri="{FF2B5EF4-FFF2-40B4-BE49-F238E27FC236}">
                          <a16:creationId xmlns:a16="http://schemas.microsoft.com/office/drawing/2014/main" id="{FD56F13E-50D2-BF6F-5AA6-F9F016FF7E8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969091" y="2693467"/>
                      <a:ext cx="131729" cy="1176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2327" h="1994" extrusionOk="0">
                          <a:moveTo>
                            <a:pt x="52" y="1"/>
                          </a:moveTo>
                          <a:cubicBezTo>
                            <a:pt x="34" y="1"/>
                            <a:pt x="18" y="4"/>
                            <a:pt x="1" y="4"/>
                          </a:cubicBezTo>
                          <a:cubicBezTo>
                            <a:pt x="122" y="701"/>
                            <a:pt x="392" y="1367"/>
                            <a:pt x="778" y="1994"/>
                          </a:cubicBezTo>
                          <a:lnTo>
                            <a:pt x="21362" y="1994"/>
                          </a:lnTo>
                          <a:cubicBezTo>
                            <a:pt x="21834" y="1347"/>
                            <a:pt x="22173" y="680"/>
                            <a:pt x="22326" y="2"/>
                          </a:cubicBezTo>
                          <a:cubicBezTo>
                            <a:pt x="22316" y="2"/>
                            <a:pt x="22307" y="1"/>
                            <a:pt x="22297" y="1"/>
                          </a:cubicBezTo>
                          <a:close/>
                        </a:path>
                      </a:pathLst>
                    </a:custGeom>
                    <a:solidFill>
                      <a:srgbClr val="D6DBE0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526" name="Google Shape;12666;p131">
                      <a:extLst>
                        <a:ext uri="{FF2B5EF4-FFF2-40B4-BE49-F238E27FC236}">
                          <a16:creationId xmlns:a16="http://schemas.microsoft.com/office/drawing/2014/main" id="{576AFD67-ACA7-BF20-164A-EA064E93891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21586" y="2078634"/>
                      <a:ext cx="426871" cy="54469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2351" h="92321" extrusionOk="0">
                          <a:moveTo>
                            <a:pt x="36174" y="1"/>
                          </a:moveTo>
                          <a:cubicBezTo>
                            <a:pt x="16216" y="1"/>
                            <a:pt x="37" y="16180"/>
                            <a:pt x="37" y="36140"/>
                          </a:cubicBezTo>
                          <a:cubicBezTo>
                            <a:pt x="37" y="36140"/>
                            <a:pt x="0" y="37141"/>
                            <a:pt x="140" y="38891"/>
                          </a:cubicBezTo>
                          <a:cubicBezTo>
                            <a:pt x="143" y="38928"/>
                            <a:pt x="147" y="38965"/>
                            <a:pt x="149" y="39003"/>
                          </a:cubicBezTo>
                          <a:cubicBezTo>
                            <a:pt x="164" y="39192"/>
                            <a:pt x="182" y="39386"/>
                            <a:pt x="201" y="39590"/>
                          </a:cubicBezTo>
                          <a:cubicBezTo>
                            <a:pt x="222" y="39817"/>
                            <a:pt x="246" y="40044"/>
                            <a:pt x="273" y="40271"/>
                          </a:cubicBezTo>
                          <a:cubicBezTo>
                            <a:pt x="281" y="40354"/>
                            <a:pt x="292" y="40436"/>
                            <a:pt x="301" y="40521"/>
                          </a:cubicBezTo>
                          <a:cubicBezTo>
                            <a:pt x="313" y="40621"/>
                            <a:pt x="325" y="40722"/>
                            <a:pt x="337" y="40822"/>
                          </a:cubicBezTo>
                          <a:cubicBezTo>
                            <a:pt x="1211" y="47845"/>
                            <a:pt x="4544" y="61615"/>
                            <a:pt x="17111" y="74112"/>
                          </a:cubicBezTo>
                          <a:cubicBezTo>
                            <a:pt x="19581" y="76568"/>
                            <a:pt x="21548" y="79501"/>
                            <a:pt x="22771" y="82763"/>
                          </a:cubicBezTo>
                          <a:cubicBezTo>
                            <a:pt x="23307" y="84192"/>
                            <a:pt x="23522" y="85567"/>
                            <a:pt x="23526" y="86552"/>
                          </a:cubicBezTo>
                          <a:cubicBezTo>
                            <a:pt x="23540" y="90527"/>
                            <a:pt x="23421" y="92321"/>
                            <a:pt x="36174" y="92321"/>
                          </a:cubicBezTo>
                          <a:cubicBezTo>
                            <a:pt x="48929" y="92321"/>
                            <a:pt x="48811" y="90527"/>
                            <a:pt x="48825" y="86552"/>
                          </a:cubicBezTo>
                          <a:cubicBezTo>
                            <a:pt x="48828" y="85567"/>
                            <a:pt x="49043" y="84192"/>
                            <a:pt x="49579" y="82763"/>
                          </a:cubicBezTo>
                          <a:cubicBezTo>
                            <a:pt x="50802" y="79501"/>
                            <a:pt x="52769" y="76568"/>
                            <a:pt x="55240" y="74112"/>
                          </a:cubicBezTo>
                          <a:cubicBezTo>
                            <a:pt x="67806" y="61615"/>
                            <a:pt x="71138" y="47845"/>
                            <a:pt x="72011" y="40822"/>
                          </a:cubicBezTo>
                          <a:cubicBezTo>
                            <a:pt x="72025" y="40722"/>
                            <a:pt x="72038" y="40621"/>
                            <a:pt x="72050" y="40521"/>
                          </a:cubicBezTo>
                          <a:cubicBezTo>
                            <a:pt x="72059" y="40436"/>
                            <a:pt x="72069" y="40354"/>
                            <a:pt x="72078" y="40271"/>
                          </a:cubicBezTo>
                          <a:cubicBezTo>
                            <a:pt x="72104" y="40044"/>
                            <a:pt x="72127" y="39817"/>
                            <a:pt x="72149" y="39590"/>
                          </a:cubicBezTo>
                          <a:cubicBezTo>
                            <a:pt x="72169" y="39386"/>
                            <a:pt x="72186" y="39192"/>
                            <a:pt x="72202" y="39003"/>
                          </a:cubicBezTo>
                          <a:cubicBezTo>
                            <a:pt x="72205" y="38966"/>
                            <a:pt x="72207" y="38928"/>
                            <a:pt x="72211" y="38891"/>
                          </a:cubicBezTo>
                          <a:cubicBezTo>
                            <a:pt x="72350" y="37141"/>
                            <a:pt x="72314" y="36140"/>
                            <a:pt x="72314" y="36140"/>
                          </a:cubicBezTo>
                          <a:cubicBezTo>
                            <a:pt x="72314" y="16180"/>
                            <a:pt x="56134" y="1"/>
                            <a:pt x="36174" y="1"/>
                          </a:cubicBezTo>
                          <a:close/>
                        </a:path>
                      </a:pathLst>
                    </a:custGeom>
                    <a:solidFill>
                      <a:srgbClr val="FEFEFE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527" name="Google Shape;12667;p131">
                      <a:extLst>
                        <a:ext uri="{FF2B5EF4-FFF2-40B4-BE49-F238E27FC236}">
                          <a16:creationId xmlns:a16="http://schemas.microsoft.com/office/drawing/2014/main" id="{20CCE75D-B4C2-42E1-FBA1-E5770234D7B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984514" y="2448953"/>
                      <a:ext cx="101008" cy="16440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120" h="27866" extrusionOk="0">
                          <a:moveTo>
                            <a:pt x="1" y="0"/>
                          </a:moveTo>
                          <a:lnTo>
                            <a:pt x="4920" y="27866"/>
                          </a:lnTo>
                          <a:lnTo>
                            <a:pt x="12200" y="27866"/>
                          </a:lnTo>
                          <a:lnTo>
                            <a:pt x="17120" y="0"/>
                          </a:lnTo>
                          <a:close/>
                        </a:path>
                      </a:pathLst>
                    </a:custGeom>
                    <a:solidFill>
                      <a:srgbClr val="EDF1F3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528" name="Google Shape;12668;p131">
                      <a:extLst>
                        <a:ext uri="{FF2B5EF4-FFF2-40B4-BE49-F238E27FC236}">
                          <a16:creationId xmlns:a16="http://schemas.microsoft.com/office/drawing/2014/main" id="{46F8C5CF-C351-415F-2A53-D1A1B289095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984514" y="2448953"/>
                      <a:ext cx="101008" cy="14096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120" h="23892" extrusionOk="0">
                          <a:moveTo>
                            <a:pt x="1" y="0"/>
                          </a:moveTo>
                          <a:lnTo>
                            <a:pt x="4218" y="23891"/>
                          </a:lnTo>
                          <a:lnTo>
                            <a:pt x="12902" y="23891"/>
                          </a:lnTo>
                          <a:lnTo>
                            <a:pt x="17120" y="0"/>
                          </a:lnTo>
                          <a:close/>
                        </a:path>
                      </a:pathLst>
                    </a:custGeom>
                    <a:solidFill>
                      <a:srgbClr val="E3E9ED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529" name="Google Shape;12669;p131">
                      <a:extLst>
                        <a:ext uri="{FF2B5EF4-FFF2-40B4-BE49-F238E27FC236}">
                          <a16:creationId xmlns:a16="http://schemas.microsoft.com/office/drawing/2014/main" id="{E79EEF33-08D5-A30C-2B01-4BD112BEFE4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12451" y="2607162"/>
                      <a:ext cx="45141" cy="620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7651" h="1051" extrusionOk="0">
                          <a:moveTo>
                            <a:pt x="0" y="1"/>
                          </a:moveTo>
                          <a:lnTo>
                            <a:pt x="185" y="1051"/>
                          </a:lnTo>
                          <a:lnTo>
                            <a:pt x="7465" y="1051"/>
                          </a:lnTo>
                          <a:lnTo>
                            <a:pt x="7650" y="1"/>
                          </a:lnTo>
                          <a:close/>
                        </a:path>
                      </a:pathLst>
                    </a:custGeom>
                    <a:solidFill>
                      <a:srgbClr val="E3E9ED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530" name="Google Shape;12670;p131">
                      <a:extLst>
                        <a:ext uri="{FF2B5EF4-FFF2-40B4-BE49-F238E27FC236}">
                          <a16:creationId xmlns:a16="http://schemas.microsoft.com/office/drawing/2014/main" id="{E9E615D0-2769-F891-6161-42CB3674027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968649" y="2664244"/>
                      <a:ext cx="132738" cy="251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2498" h="4271" extrusionOk="0">
                          <a:moveTo>
                            <a:pt x="93" y="1"/>
                          </a:moveTo>
                          <a:cubicBezTo>
                            <a:pt x="43" y="1"/>
                            <a:pt x="1" y="43"/>
                            <a:pt x="1" y="95"/>
                          </a:cubicBezTo>
                          <a:lnTo>
                            <a:pt x="1" y="4176"/>
                          </a:lnTo>
                          <a:cubicBezTo>
                            <a:pt x="1" y="4229"/>
                            <a:pt x="43" y="4270"/>
                            <a:pt x="93" y="4270"/>
                          </a:cubicBezTo>
                          <a:lnTo>
                            <a:pt x="22405" y="4270"/>
                          </a:lnTo>
                          <a:cubicBezTo>
                            <a:pt x="22456" y="4270"/>
                            <a:pt x="22498" y="4229"/>
                            <a:pt x="22498" y="4176"/>
                          </a:cubicBezTo>
                          <a:lnTo>
                            <a:pt x="22498" y="95"/>
                          </a:lnTo>
                          <a:cubicBezTo>
                            <a:pt x="22498" y="43"/>
                            <a:pt x="22456" y="1"/>
                            <a:pt x="22405" y="1"/>
                          </a:cubicBezTo>
                          <a:close/>
                        </a:path>
                      </a:pathLst>
                    </a:custGeom>
                    <a:solidFill>
                      <a:srgbClr val="E3E7EA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531" name="Google Shape;12671;p131">
                      <a:extLst>
                        <a:ext uri="{FF2B5EF4-FFF2-40B4-BE49-F238E27FC236}">
                          <a16:creationId xmlns:a16="http://schemas.microsoft.com/office/drawing/2014/main" id="{0CC9D1C2-9BD9-FD69-2A59-0C6AE2D31CD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968649" y="2667389"/>
                      <a:ext cx="132738" cy="1177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2498" h="1996" extrusionOk="0">
                          <a:moveTo>
                            <a:pt x="22185" y="1"/>
                          </a:moveTo>
                          <a:lnTo>
                            <a:pt x="314" y="2"/>
                          </a:lnTo>
                          <a:cubicBezTo>
                            <a:pt x="113" y="247"/>
                            <a:pt x="3" y="556"/>
                            <a:pt x="1" y="874"/>
                          </a:cubicBezTo>
                          <a:lnTo>
                            <a:pt x="1" y="1880"/>
                          </a:lnTo>
                          <a:cubicBezTo>
                            <a:pt x="1" y="1915"/>
                            <a:pt x="8" y="1948"/>
                            <a:pt x="11" y="1983"/>
                          </a:cubicBezTo>
                          <a:cubicBezTo>
                            <a:pt x="48" y="1990"/>
                            <a:pt x="88" y="1994"/>
                            <a:pt x="127" y="1996"/>
                          </a:cubicBezTo>
                          <a:lnTo>
                            <a:pt x="22372" y="1996"/>
                          </a:lnTo>
                          <a:cubicBezTo>
                            <a:pt x="22410" y="1994"/>
                            <a:pt x="22449" y="1990"/>
                            <a:pt x="22487" y="1983"/>
                          </a:cubicBezTo>
                          <a:cubicBezTo>
                            <a:pt x="22491" y="1948"/>
                            <a:pt x="22498" y="1915"/>
                            <a:pt x="22498" y="1880"/>
                          </a:cubicBezTo>
                          <a:lnTo>
                            <a:pt x="22498" y="872"/>
                          </a:lnTo>
                          <a:cubicBezTo>
                            <a:pt x="22496" y="554"/>
                            <a:pt x="22386" y="247"/>
                            <a:pt x="22185" y="1"/>
                          </a:cubicBezTo>
                          <a:close/>
                        </a:path>
                      </a:pathLst>
                    </a:custGeom>
                    <a:solidFill>
                      <a:srgbClr val="D6DBE0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532" name="Google Shape;12672;p131">
                      <a:extLst>
                        <a:ext uri="{FF2B5EF4-FFF2-40B4-BE49-F238E27FC236}">
                          <a16:creationId xmlns:a16="http://schemas.microsoft.com/office/drawing/2014/main" id="{2B9CE56B-A037-3839-E052-0B143A7A2BA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963510" y="2683549"/>
                      <a:ext cx="143022" cy="1177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241" h="1996" extrusionOk="0">
                          <a:moveTo>
                            <a:pt x="46" y="1"/>
                          </a:moveTo>
                          <a:cubicBezTo>
                            <a:pt x="19" y="1"/>
                            <a:pt x="0" y="22"/>
                            <a:pt x="0" y="46"/>
                          </a:cubicBezTo>
                          <a:lnTo>
                            <a:pt x="0" y="1951"/>
                          </a:lnTo>
                          <a:cubicBezTo>
                            <a:pt x="0" y="1975"/>
                            <a:pt x="19" y="1996"/>
                            <a:pt x="46" y="1996"/>
                          </a:cubicBezTo>
                          <a:lnTo>
                            <a:pt x="24195" y="1996"/>
                          </a:lnTo>
                          <a:cubicBezTo>
                            <a:pt x="24219" y="1996"/>
                            <a:pt x="24240" y="1975"/>
                            <a:pt x="24240" y="1951"/>
                          </a:cubicBezTo>
                          <a:lnTo>
                            <a:pt x="24240" y="46"/>
                          </a:lnTo>
                          <a:cubicBezTo>
                            <a:pt x="24240" y="22"/>
                            <a:pt x="24219" y="1"/>
                            <a:pt x="24195" y="1"/>
                          </a:cubicBezTo>
                          <a:close/>
                        </a:path>
                      </a:pathLst>
                    </a:custGeom>
                    <a:solidFill>
                      <a:srgbClr val="EEF0F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533" name="Google Shape;12673;p131">
                      <a:extLst>
                        <a:ext uri="{FF2B5EF4-FFF2-40B4-BE49-F238E27FC236}">
                          <a16:creationId xmlns:a16="http://schemas.microsoft.com/office/drawing/2014/main" id="{026F8A3E-6BF8-07C3-3AB3-A8FE14AB615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968649" y="2642639"/>
                      <a:ext cx="132738" cy="251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2498" h="4271" extrusionOk="0">
                          <a:moveTo>
                            <a:pt x="93" y="1"/>
                          </a:moveTo>
                          <a:cubicBezTo>
                            <a:pt x="43" y="1"/>
                            <a:pt x="1" y="43"/>
                            <a:pt x="1" y="95"/>
                          </a:cubicBezTo>
                          <a:lnTo>
                            <a:pt x="1" y="4176"/>
                          </a:lnTo>
                          <a:cubicBezTo>
                            <a:pt x="1" y="4229"/>
                            <a:pt x="43" y="4271"/>
                            <a:pt x="93" y="4271"/>
                          </a:cubicBezTo>
                          <a:lnTo>
                            <a:pt x="22405" y="4271"/>
                          </a:lnTo>
                          <a:cubicBezTo>
                            <a:pt x="22456" y="4271"/>
                            <a:pt x="22498" y="4229"/>
                            <a:pt x="22498" y="4176"/>
                          </a:cubicBezTo>
                          <a:lnTo>
                            <a:pt x="22498" y="95"/>
                          </a:lnTo>
                          <a:cubicBezTo>
                            <a:pt x="22498" y="43"/>
                            <a:pt x="22456" y="1"/>
                            <a:pt x="22405" y="1"/>
                          </a:cubicBezTo>
                          <a:close/>
                        </a:path>
                      </a:pathLst>
                    </a:custGeom>
                    <a:solidFill>
                      <a:srgbClr val="E3E7EA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534" name="Google Shape;12674;p131">
                      <a:extLst>
                        <a:ext uri="{FF2B5EF4-FFF2-40B4-BE49-F238E27FC236}">
                          <a16:creationId xmlns:a16="http://schemas.microsoft.com/office/drawing/2014/main" id="{A823BE6F-8F30-70D4-884C-A1F47C3BA37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968649" y="2643990"/>
                      <a:ext cx="132738" cy="1177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2498" h="1996" extrusionOk="0">
                          <a:moveTo>
                            <a:pt x="642" y="1"/>
                          </a:moveTo>
                          <a:cubicBezTo>
                            <a:pt x="242" y="259"/>
                            <a:pt x="1" y="701"/>
                            <a:pt x="1" y="1177"/>
                          </a:cubicBezTo>
                          <a:lnTo>
                            <a:pt x="1" y="1984"/>
                          </a:lnTo>
                          <a:cubicBezTo>
                            <a:pt x="41" y="1991"/>
                            <a:pt x="83" y="1994"/>
                            <a:pt x="127" y="1996"/>
                          </a:cubicBezTo>
                          <a:lnTo>
                            <a:pt x="22372" y="1996"/>
                          </a:lnTo>
                          <a:cubicBezTo>
                            <a:pt x="22414" y="1994"/>
                            <a:pt x="22456" y="1991"/>
                            <a:pt x="22498" y="1984"/>
                          </a:cubicBezTo>
                          <a:lnTo>
                            <a:pt x="22498" y="1177"/>
                          </a:lnTo>
                          <a:cubicBezTo>
                            <a:pt x="22496" y="701"/>
                            <a:pt x="22255" y="259"/>
                            <a:pt x="21856" y="1"/>
                          </a:cubicBezTo>
                          <a:close/>
                        </a:path>
                      </a:pathLst>
                    </a:custGeom>
                    <a:solidFill>
                      <a:srgbClr val="D6DBE0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535" name="Google Shape;12675;p131">
                      <a:extLst>
                        <a:ext uri="{FF2B5EF4-FFF2-40B4-BE49-F238E27FC236}">
                          <a16:creationId xmlns:a16="http://schemas.microsoft.com/office/drawing/2014/main" id="{D4816596-F24A-5692-152E-AE28CE2822B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963510" y="2660156"/>
                      <a:ext cx="143022" cy="1177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241" h="1996" extrusionOk="0">
                          <a:moveTo>
                            <a:pt x="998" y="0"/>
                          </a:moveTo>
                          <a:cubicBezTo>
                            <a:pt x="447" y="2"/>
                            <a:pt x="2" y="447"/>
                            <a:pt x="0" y="998"/>
                          </a:cubicBezTo>
                          <a:cubicBezTo>
                            <a:pt x="2" y="1548"/>
                            <a:pt x="447" y="1993"/>
                            <a:pt x="998" y="1995"/>
                          </a:cubicBezTo>
                          <a:lnTo>
                            <a:pt x="23243" y="1995"/>
                          </a:lnTo>
                          <a:cubicBezTo>
                            <a:pt x="23793" y="1993"/>
                            <a:pt x="24239" y="1548"/>
                            <a:pt x="24240" y="998"/>
                          </a:cubicBezTo>
                          <a:cubicBezTo>
                            <a:pt x="24239" y="447"/>
                            <a:pt x="23793" y="2"/>
                            <a:pt x="23243" y="0"/>
                          </a:cubicBezTo>
                          <a:close/>
                        </a:path>
                      </a:pathLst>
                    </a:custGeom>
                    <a:solidFill>
                      <a:srgbClr val="EEF0F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536" name="Google Shape;12676;p131">
                      <a:extLst>
                        <a:ext uri="{FF2B5EF4-FFF2-40B4-BE49-F238E27FC236}">
                          <a16:creationId xmlns:a16="http://schemas.microsoft.com/office/drawing/2014/main" id="{4BC5F9A9-6483-B8AB-76A9-B3BFBF8140F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968649" y="2617451"/>
                      <a:ext cx="132738" cy="2519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2498" h="4270" extrusionOk="0">
                          <a:moveTo>
                            <a:pt x="93" y="0"/>
                          </a:moveTo>
                          <a:cubicBezTo>
                            <a:pt x="43" y="0"/>
                            <a:pt x="1" y="42"/>
                            <a:pt x="1" y="94"/>
                          </a:cubicBezTo>
                          <a:lnTo>
                            <a:pt x="1" y="4176"/>
                          </a:lnTo>
                          <a:cubicBezTo>
                            <a:pt x="1" y="4228"/>
                            <a:pt x="43" y="4270"/>
                            <a:pt x="93" y="4270"/>
                          </a:cubicBezTo>
                          <a:lnTo>
                            <a:pt x="22405" y="4270"/>
                          </a:lnTo>
                          <a:cubicBezTo>
                            <a:pt x="22456" y="4270"/>
                            <a:pt x="22498" y="4228"/>
                            <a:pt x="22498" y="4176"/>
                          </a:cubicBezTo>
                          <a:lnTo>
                            <a:pt x="22498" y="94"/>
                          </a:lnTo>
                          <a:cubicBezTo>
                            <a:pt x="22498" y="42"/>
                            <a:pt x="22456" y="0"/>
                            <a:pt x="22405" y="0"/>
                          </a:cubicBezTo>
                          <a:close/>
                        </a:path>
                      </a:pathLst>
                    </a:custGeom>
                    <a:solidFill>
                      <a:srgbClr val="E3E7EA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537" name="Google Shape;12677;p131">
                      <a:extLst>
                        <a:ext uri="{FF2B5EF4-FFF2-40B4-BE49-F238E27FC236}">
                          <a16:creationId xmlns:a16="http://schemas.microsoft.com/office/drawing/2014/main" id="{C56ED10C-4CDA-A225-7C97-10EE1044A16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968649" y="2620590"/>
                      <a:ext cx="132738" cy="1178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2498" h="1997" extrusionOk="0">
                          <a:moveTo>
                            <a:pt x="314" y="1"/>
                          </a:moveTo>
                          <a:cubicBezTo>
                            <a:pt x="113" y="247"/>
                            <a:pt x="3" y="555"/>
                            <a:pt x="1" y="873"/>
                          </a:cubicBezTo>
                          <a:lnTo>
                            <a:pt x="1" y="1982"/>
                          </a:lnTo>
                          <a:cubicBezTo>
                            <a:pt x="41" y="1989"/>
                            <a:pt x="83" y="1994"/>
                            <a:pt x="127" y="1996"/>
                          </a:cubicBezTo>
                          <a:lnTo>
                            <a:pt x="22372" y="1996"/>
                          </a:lnTo>
                          <a:cubicBezTo>
                            <a:pt x="22414" y="1994"/>
                            <a:pt x="22456" y="1989"/>
                            <a:pt x="22498" y="1982"/>
                          </a:cubicBezTo>
                          <a:lnTo>
                            <a:pt x="22498" y="873"/>
                          </a:lnTo>
                          <a:cubicBezTo>
                            <a:pt x="22496" y="555"/>
                            <a:pt x="22386" y="247"/>
                            <a:pt x="22185" y="1"/>
                          </a:cubicBezTo>
                          <a:close/>
                        </a:path>
                      </a:pathLst>
                    </a:custGeom>
                    <a:solidFill>
                      <a:srgbClr val="D6DBE0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538" name="Google Shape;12678;p131">
                      <a:extLst>
                        <a:ext uri="{FF2B5EF4-FFF2-40B4-BE49-F238E27FC236}">
                          <a16:creationId xmlns:a16="http://schemas.microsoft.com/office/drawing/2014/main" id="{D96A3E56-232B-C2D4-C1A4-74BCED08B1C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963510" y="2613357"/>
                      <a:ext cx="143022" cy="1176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241" h="1994" extrusionOk="0">
                          <a:moveTo>
                            <a:pt x="998" y="1"/>
                          </a:moveTo>
                          <a:cubicBezTo>
                            <a:pt x="447" y="2"/>
                            <a:pt x="2" y="448"/>
                            <a:pt x="0" y="996"/>
                          </a:cubicBezTo>
                          <a:cubicBezTo>
                            <a:pt x="2" y="1547"/>
                            <a:pt x="447" y="1992"/>
                            <a:pt x="998" y="1994"/>
                          </a:cubicBezTo>
                          <a:lnTo>
                            <a:pt x="23243" y="1994"/>
                          </a:lnTo>
                          <a:cubicBezTo>
                            <a:pt x="23793" y="1992"/>
                            <a:pt x="24239" y="1547"/>
                            <a:pt x="24240" y="996"/>
                          </a:cubicBezTo>
                          <a:cubicBezTo>
                            <a:pt x="24239" y="448"/>
                            <a:pt x="23793" y="2"/>
                            <a:pt x="23243" y="1"/>
                          </a:cubicBezTo>
                          <a:close/>
                        </a:path>
                      </a:pathLst>
                    </a:custGeom>
                    <a:solidFill>
                      <a:srgbClr val="EEF0F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539" name="Google Shape;12679;p131">
                      <a:extLst>
                        <a:ext uri="{FF2B5EF4-FFF2-40B4-BE49-F238E27FC236}">
                          <a16:creationId xmlns:a16="http://schemas.microsoft.com/office/drawing/2014/main" id="{C2D29ECF-E9E0-5B68-9A53-59CA7C39F6D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50372" y="2107302"/>
                      <a:ext cx="369293" cy="4773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62592" h="80915" extrusionOk="0">
                          <a:moveTo>
                            <a:pt x="31297" y="0"/>
                          </a:moveTo>
                          <a:cubicBezTo>
                            <a:pt x="14049" y="0"/>
                            <a:pt x="16" y="14032"/>
                            <a:pt x="16" y="31281"/>
                          </a:cubicBezTo>
                          <a:lnTo>
                            <a:pt x="16" y="31387"/>
                          </a:lnTo>
                          <a:lnTo>
                            <a:pt x="13" y="31445"/>
                          </a:lnTo>
                          <a:cubicBezTo>
                            <a:pt x="11" y="31548"/>
                            <a:pt x="1" y="32341"/>
                            <a:pt x="104" y="33646"/>
                          </a:cubicBezTo>
                          <a:lnTo>
                            <a:pt x="104" y="33657"/>
                          </a:lnTo>
                          <a:lnTo>
                            <a:pt x="104" y="33667"/>
                          </a:lnTo>
                          <a:lnTo>
                            <a:pt x="105" y="33683"/>
                          </a:lnTo>
                          <a:lnTo>
                            <a:pt x="111" y="33746"/>
                          </a:lnTo>
                          <a:cubicBezTo>
                            <a:pt x="125" y="33912"/>
                            <a:pt x="139" y="34083"/>
                            <a:pt x="156" y="34265"/>
                          </a:cubicBezTo>
                          <a:cubicBezTo>
                            <a:pt x="175" y="34469"/>
                            <a:pt x="198" y="34667"/>
                            <a:pt x="219" y="34862"/>
                          </a:cubicBezTo>
                          <a:lnTo>
                            <a:pt x="245" y="35093"/>
                          </a:lnTo>
                          <a:lnTo>
                            <a:pt x="257" y="35191"/>
                          </a:lnTo>
                          <a:cubicBezTo>
                            <a:pt x="264" y="35241"/>
                            <a:pt x="270" y="35290"/>
                            <a:pt x="277" y="35341"/>
                          </a:cubicBezTo>
                          <a:lnTo>
                            <a:pt x="278" y="35353"/>
                          </a:lnTo>
                          <a:lnTo>
                            <a:pt x="278" y="35364"/>
                          </a:lnTo>
                          <a:cubicBezTo>
                            <a:pt x="1082" y="41822"/>
                            <a:pt x="4150" y="54364"/>
                            <a:pt x="15656" y="65807"/>
                          </a:cubicBezTo>
                          <a:cubicBezTo>
                            <a:pt x="18711" y="68844"/>
                            <a:pt x="20993" y="72340"/>
                            <a:pt x="22440" y="76197"/>
                          </a:cubicBezTo>
                          <a:cubicBezTo>
                            <a:pt x="22707" y="76910"/>
                            <a:pt x="22927" y="77638"/>
                            <a:pt x="23098" y="78379"/>
                          </a:cubicBezTo>
                          <a:cubicBezTo>
                            <a:pt x="23441" y="79855"/>
                            <a:pt x="24733" y="80914"/>
                            <a:pt x="26250" y="80914"/>
                          </a:cubicBezTo>
                          <a:lnTo>
                            <a:pt x="36339" y="80914"/>
                          </a:lnTo>
                          <a:cubicBezTo>
                            <a:pt x="37855" y="80914"/>
                            <a:pt x="39148" y="79855"/>
                            <a:pt x="39491" y="78379"/>
                          </a:cubicBezTo>
                          <a:cubicBezTo>
                            <a:pt x="39662" y="77638"/>
                            <a:pt x="39882" y="76910"/>
                            <a:pt x="40149" y="76197"/>
                          </a:cubicBezTo>
                          <a:cubicBezTo>
                            <a:pt x="41596" y="72340"/>
                            <a:pt x="43879" y="68844"/>
                            <a:pt x="46933" y="65807"/>
                          </a:cubicBezTo>
                          <a:cubicBezTo>
                            <a:pt x="58441" y="54364"/>
                            <a:pt x="61509" y="41822"/>
                            <a:pt x="62312" y="35364"/>
                          </a:cubicBezTo>
                          <a:lnTo>
                            <a:pt x="62314" y="35351"/>
                          </a:lnTo>
                          <a:lnTo>
                            <a:pt x="62314" y="35341"/>
                          </a:lnTo>
                          <a:cubicBezTo>
                            <a:pt x="62321" y="35290"/>
                            <a:pt x="62326" y="35240"/>
                            <a:pt x="62333" y="35191"/>
                          </a:cubicBezTo>
                          <a:lnTo>
                            <a:pt x="62346" y="35091"/>
                          </a:lnTo>
                          <a:lnTo>
                            <a:pt x="62370" y="34871"/>
                          </a:lnTo>
                          <a:cubicBezTo>
                            <a:pt x="62393" y="34667"/>
                            <a:pt x="62414" y="34469"/>
                            <a:pt x="62433" y="34272"/>
                          </a:cubicBezTo>
                          <a:cubicBezTo>
                            <a:pt x="62452" y="34083"/>
                            <a:pt x="62466" y="33912"/>
                            <a:pt x="62480" y="33746"/>
                          </a:cubicBezTo>
                          <a:lnTo>
                            <a:pt x="62485" y="33681"/>
                          </a:lnTo>
                          <a:lnTo>
                            <a:pt x="62487" y="33662"/>
                          </a:lnTo>
                          <a:cubicBezTo>
                            <a:pt x="62592" y="32338"/>
                            <a:pt x="62581" y="31543"/>
                            <a:pt x="62580" y="31443"/>
                          </a:cubicBezTo>
                          <a:lnTo>
                            <a:pt x="62574" y="31345"/>
                          </a:lnTo>
                          <a:lnTo>
                            <a:pt x="62576" y="31281"/>
                          </a:lnTo>
                          <a:cubicBezTo>
                            <a:pt x="62576" y="14032"/>
                            <a:pt x="48544" y="0"/>
                            <a:pt x="31297" y="0"/>
                          </a:cubicBezTo>
                          <a:close/>
                        </a:path>
                      </a:pathLst>
                    </a:custGeom>
                    <a:solidFill>
                      <a:srgbClr val="F3F5F7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540" name="Google Shape;12680;p131">
                      <a:extLst>
                        <a:ext uri="{FF2B5EF4-FFF2-40B4-BE49-F238E27FC236}">
                          <a16:creationId xmlns:a16="http://schemas.microsoft.com/office/drawing/2014/main" id="{C644D6B0-1CBC-643B-52B3-992D0B23CA8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963510" y="2636756"/>
                      <a:ext cx="143022" cy="1177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241" h="1996" extrusionOk="0">
                          <a:moveTo>
                            <a:pt x="998" y="0"/>
                          </a:moveTo>
                          <a:cubicBezTo>
                            <a:pt x="447" y="2"/>
                            <a:pt x="2" y="448"/>
                            <a:pt x="0" y="998"/>
                          </a:cubicBezTo>
                          <a:cubicBezTo>
                            <a:pt x="2" y="1548"/>
                            <a:pt x="447" y="1994"/>
                            <a:pt x="998" y="1995"/>
                          </a:cubicBezTo>
                          <a:lnTo>
                            <a:pt x="23243" y="1995"/>
                          </a:lnTo>
                          <a:cubicBezTo>
                            <a:pt x="23793" y="1994"/>
                            <a:pt x="24239" y="1548"/>
                            <a:pt x="24240" y="998"/>
                          </a:cubicBezTo>
                          <a:cubicBezTo>
                            <a:pt x="24239" y="448"/>
                            <a:pt x="23793" y="2"/>
                            <a:pt x="23243" y="0"/>
                          </a:cubicBezTo>
                          <a:close/>
                        </a:path>
                      </a:pathLst>
                    </a:custGeom>
                    <a:solidFill>
                      <a:srgbClr val="EEF0F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sp>
                <p:nvSpPr>
                  <p:cNvPr id="516" name="Google Shape;12681;p131">
                    <a:extLst>
                      <a:ext uri="{FF2B5EF4-FFF2-40B4-BE49-F238E27FC236}">
                        <a16:creationId xmlns:a16="http://schemas.microsoft.com/office/drawing/2014/main" id="{956AC7B6-4919-3D41-B240-E2757E4F09FA}"/>
                      </a:ext>
                    </a:extLst>
                  </p:cNvPr>
                  <p:cNvSpPr/>
                  <p:nvPr/>
                </p:nvSpPr>
                <p:spPr>
                  <a:xfrm>
                    <a:off x="7046588" y="2275942"/>
                    <a:ext cx="173076" cy="11389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335" h="19304" extrusionOk="0">
                        <a:moveTo>
                          <a:pt x="0" y="0"/>
                        </a:moveTo>
                        <a:lnTo>
                          <a:pt x="0" y="19303"/>
                        </a:lnTo>
                        <a:lnTo>
                          <a:pt x="25725" y="19303"/>
                        </a:lnTo>
                        <a:cubicBezTo>
                          <a:pt x="27782" y="14272"/>
                          <a:pt x="28673" y="9841"/>
                          <a:pt x="29054" y="6781"/>
                        </a:cubicBezTo>
                        <a:lnTo>
                          <a:pt x="29055" y="6770"/>
                        </a:lnTo>
                        <a:lnTo>
                          <a:pt x="29057" y="6758"/>
                        </a:lnTo>
                        <a:cubicBezTo>
                          <a:pt x="29064" y="6707"/>
                          <a:pt x="29069" y="6657"/>
                          <a:pt x="29075" y="6608"/>
                        </a:cubicBezTo>
                        <a:lnTo>
                          <a:pt x="29087" y="6508"/>
                        </a:lnTo>
                        <a:lnTo>
                          <a:pt x="29113" y="6288"/>
                        </a:lnTo>
                        <a:cubicBezTo>
                          <a:pt x="29136" y="6084"/>
                          <a:pt x="29157" y="5886"/>
                          <a:pt x="29176" y="5689"/>
                        </a:cubicBezTo>
                        <a:cubicBezTo>
                          <a:pt x="29193" y="5500"/>
                          <a:pt x="29209" y="5329"/>
                          <a:pt x="29221" y="5163"/>
                        </a:cubicBezTo>
                        <a:lnTo>
                          <a:pt x="29227" y="5098"/>
                        </a:lnTo>
                        <a:lnTo>
                          <a:pt x="29228" y="5079"/>
                        </a:lnTo>
                        <a:cubicBezTo>
                          <a:pt x="29335" y="3755"/>
                          <a:pt x="29323" y="2960"/>
                          <a:pt x="29321" y="2860"/>
                        </a:cubicBezTo>
                        <a:lnTo>
                          <a:pt x="29316" y="2762"/>
                        </a:lnTo>
                        <a:lnTo>
                          <a:pt x="29317" y="2698"/>
                        </a:lnTo>
                        <a:cubicBezTo>
                          <a:pt x="29317" y="1789"/>
                          <a:pt x="29277" y="890"/>
                          <a:pt x="29200" y="0"/>
                        </a:cubicBezTo>
                        <a:close/>
                      </a:path>
                    </a:pathLst>
                  </a:custGeom>
                  <a:solidFill>
                    <a:srgbClr val="4F677B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7" name="Google Shape;12682;p131">
                    <a:extLst>
                      <a:ext uri="{FF2B5EF4-FFF2-40B4-BE49-F238E27FC236}">
                        <a16:creationId xmlns:a16="http://schemas.microsoft.com/office/drawing/2014/main" id="{AB55A7E5-93D0-F49D-C1F8-7E774C0EFECA}"/>
                      </a:ext>
                    </a:extLst>
                  </p:cNvPr>
                  <p:cNvSpPr/>
                  <p:nvPr/>
                </p:nvSpPr>
                <p:spPr>
                  <a:xfrm>
                    <a:off x="7046588" y="2107680"/>
                    <a:ext cx="168811" cy="1451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612" h="24598" extrusionOk="0">
                        <a:moveTo>
                          <a:pt x="0" y="1"/>
                        </a:moveTo>
                        <a:lnTo>
                          <a:pt x="0" y="24597"/>
                        </a:lnTo>
                        <a:lnTo>
                          <a:pt x="28612" y="24597"/>
                        </a:lnTo>
                        <a:cubicBezTo>
                          <a:pt x="25701" y="11138"/>
                          <a:pt x="14102" y="876"/>
                          <a:pt x="0" y="1"/>
                        </a:cubicBezTo>
                        <a:close/>
                      </a:path>
                    </a:pathLst>
                  </a:custGeom>
                  <a:solidFill>
                    <a:srgbClr val="B3C3CE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8" name="Google Shape;12683;p131">
                    <a:extLst>
                      <a:ext uri="{FF2B5EF4-FFF2-40B4-BE49-F238E27FC236}">
                        <a16:creationId xmlns:a16="http://schemas.microsoft.com/office/drawing/2014/main" id="{E72AD4A7-02EA-EBD3-754F-C86F1D67B1D2}"/>
                      </a:ext>
                    </a:extLst>
                  </p:cNvPr>
                  <p:cNvSpPr/>
                  <p:nvPr/>
                </p:nvSpPr>
                <p:spPr>
                  <a:xfrm>
                    <a:off x="6850372" y="2275942"/>
                    <a:ext cx="173082" cy="11389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9336" h="19304" extrusionOk="0">
                        <a:moveTo>
                          <a:pt x="133" y="0"/>
                        </a:moveTo>
                        <a:cubicBezTo>
                          <a:pt x="58" y="890"/>
                          <a:pt x="16" y="1789"/>
                          <a:pt x="16" y="2698"/>
                        </a:cubicBezTo>
                        <a:lnTo>
                          <a:pt x="16" y="2804"/>
                        </a:lnTo>
                        <a:lnTo>
                          <a:pt x="13" y="2862"/>
                        </a:lnTo>
                        <a:cubicBezTo>
                          <a:pt x="11" y="2965"/>
                          <a:pt x="1" y="3758"/>
                          <a:pt x="104" y="5065"/>
                        </a:cubicBezTo>
                        <a:lnTo>
                          <a:pt x="104" y="5075"/>
                        </a:lnTo>
                        <a:lnTo>
                          <a:pt x="104" y="5086"/>
                        </a:lnTo>
                        <a:lnTo>
                          <a:pt x="105" y="5100"/>
                        </a:lnTo>
                        <a:lnTo>
                          <a:pt x="111" y="5163"/>
                        </a:lnTo>
                        <a:cubicBezTo>
                          <a:pt x="125" y="5329"/>
                          <a:pt x="139" y="5500"/>
                          <a:pt x="156" y="5682"/>
                        </a:cubicBezTo>
                        <a:cubicBezTo>
                          <a:pt x="175" y="5886"/>
                          <a:pt x="198" y="6084"/>
                          <a:pt x="219" y="6279"/>
                        </a:cubicBezTo>
                        <a:lnTo>
                          <a:pt x="245" y="6510"/>
                        </a:lnTo>
                        <a:lnTo>
                          <a:pt x="257" y="6608"/>
                        </a:lnTo>
                        <a:cubicBezTo>
                          <a:pt x="264" y="6658"/>
                          <a:pt x="270" y="6709"/>
                          <a:pt x="277" y="6758"/>
                        </a:cubicBezTo>
                        <a:lnTo>
                          <a:pt x="278" y="6770"/>
                        </a:lnTo>
                        <a:lnTo>
                          <a:pt x="278" y="6781"/>
                        </a:lnTo>
                        <a:cubicBezTo>
                          <a:pt x="661" y="9843"/>
                          <a:pt x="1552" y="14272"/>
                          <a:pt x="3608" y="19303"/>
                        </a:cubicBezTo>
                        <a:lnTo>
                          <a:pt x="29333" y="19303"/>
                        </a:lnTo>
                        <a:lnTo>
                          <a:pt x="29335" y="0"/>
                        </a:lnTo>
                        <a:close/>
                      </a:path>
                    </a:pathLst>
                  </a:custGeom>
                  <a:solidFill>
                    <a:srgbClr val="C9D4DC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9" name="Google Shape;12684;p131">
                    <a:extLst>
                      <a:ext uri="{FF2B5EF4-FFF2-40B4-BE49-F238E27FC236}">
                        <a16:creationId xmlns:a16="http://schemas.microsoft.com/office/drawing/2014/main" id="{89B6C72B-D698-31DA-DE07-1A7E6CFADC03}"/>
                      </a:ext>
                    </a:extLst>
                  </p:cNvPr>
                  <p:cNvSpPr/>
                  <p:nvPr/>
                </p:nvSpPr>
                <p:spPr>
                  <a:xfrm>
                    <a:off x="6882243" y="2412957"/>
                    <a:ext cx="141211" cy="17174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934" h="29109" extrusionOk="0">
                        <a:moveTo>
                          <a:pt x="0" y="1"/>
                        </a:moveTo>
                        <a:cubicBezTo>
                          <a:pt x="2303" y="4529"/>
                          <a:pt x="5584" y="9356"/>
                          <a:pt x="10256" y="14001"/>
                        </a:cubicBezTo>
                        <a:cubicBezTo>
                          <a:pt x="13309" y="17038"/>
                          <a:pt x="15593" y="20534"/>
                          <a:pt x="17039" y="24391"/>
                        </a:cubicBezTo>
                        <a:cubicBezTo>
                          <a:pt x="17307" y="25104"/>
                          <a:pt x="17527" y="25832"/>
                          <a:pt x="17698" y="26573"/>
                        </a:cubicBezTo>
                        <a:cubicBezTo>
                          <a:pt x="18040" y="28049"/>
                          <a:pt x="19333" y="29108"/>
                          <a:pt x="20850" y="29108"/>
                        </a:cubicBezTo>
                        <a:lnTo>
                          <a:pt x="23933" y="29108"/>
                        </a:lnTo>
                        <a:lnTo>
                          <a:pt x="23933" y="1"/>
                        </a:lnTo>
                        <a:close/>
                      </a:path>
                    </a:pathLst>
                  </a:custGeom>
                  <a:solidFill>
                    <a:srgbClr val="DBE3E8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0" name="Google Shape;12685;p131">
                    <a:extLst>
                      <a:ext uri="{FF2B5EF4-FFF2-40B4-BE49-F238E27FC236}">
                        <a16:creationId xmlns:a16="http://schemas.microsoft.com/office/drawing/2014/main" id="{7E5680F9-FB6F-26F4-6420-11D063E11FDF}"/>
                      </a:ext>
                    </a:extLst>
                  </p:cNvPr>
                  <p:cNvSpPr/>
                  <p:nvPr/>
                </p:nvSpPr>
                <p:spPr>
                  <a:xfrm>
                    <a:off x="6854637" y="2107680"/>
                    <a:ext cx="168817" cy="1451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613" h="24598" extrusionOk="0">
                        <a:moveTo>
                          <a:pt x="28612" y="1"/>
                        </a:moveTo>
                        <a:cubicBezTo>
                          <a:pt x="14512" y="876"/>
                          <a:pt x="2911" y="11138"/>
                          <a:pt x="1" y="24597"/>
                        </a:cubicBezTo>
                        <a:lnTo>
                          <a:pt x="28612" y="24597"/>
                        </a:lnTo>
                        <a:lnTo>
                          <a:pt x="28612" y="1"/>
                        </a:lnTo>
                        <a:close/>
                      </a:path>
                    </a:pathLst>
                  </a:custGeom>
                  <a:solidFill>
                    <a:srgbClr val="8FA1AF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1" name="Google Shape;12686;p131">
                    <a:extLst>
                      <a:ext uri="{FF2B5EF4-FFF2-40B4-BE49-F238E27FC236}">
                        <a16:creationId xmlns:a16="http://schemas.microsoft.com/office/drawing/2014/main" id="{F5444950-5A5D-EABE-A8F5-0A03024FD9E5}"/>
                      </a:ext>
                    </a:extLst>
                  </p:cNvPr>
                  <p:cNvSpPr/>
                  <p:nvPr/>
                </p:nvSpPr>
                <p:spPr>
                  <a:xfrm>
                    <a:off x="7046588" y="2412957"/>
                    <a:ext cx="141205" cy="17174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933" h="29109" extrusionOk="0">
                        <a:moveTo>
                          <a:pt x="0" y="1"/>
                        </a:moveTo>
                        <a:lnTo>
                          <a:pt x="0" y="29108"/>
                        </a:lnTo>
                        <a:lnTo>
                          <a:pt x="3084" y="29108"/>
                        </a:lnTo>
                        <a:cubicBezTo>
                          <a:pt x="4600" y="29108"/>
                          <a:pt x="5893" y="28049"/>
                          <a:pt x="6235" y="26573"/>
                        </a:cubicBezTo>
                        <a:cubicBezTo>
                          <a:pt x="6407" y="25832"/>
                          <a:pt x="6627" y="25104"/>
                          <a:pt x="6894" y="24391"/>
                        </a:cubicBezTo>
                        <a:cubicBezTo>
                          <a:pt x="8341" y="20534"/>
                          <a:pt x="10622" y="17038"/>
                          <a:pt x="13678" y="14001"/>
                        </a:cubicBezTo>
                        <a:cubicBezTo>
                          <a:pt x="18349" y="9356"/>
                          <a:pt x="21630" y="4529"/>
                          <a:pt x="23933" y="1"/>
                        </a:cubicBezTo>
                        <a:close/>
                      </a:path>
                    </a:pathLst>
                  </a:custGeom>
                  <a:solidFill>
                    <a:srgbClr val="374F66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grpSp>
          <p:nvGrpSpPr>
            <p:cNvPr id="13" name="Google Shape;12687;p131">
              <a:extLst>
                <a:ext uri="{FF2B5EF4-FFF2-40B4-BE49-F238E27FC236}">
                  <a16:creationId xmlns:a16="http://schemas.microsoft.com/office/drawing/2014/main" id="{D23E40EF-A531-AB26-CB76-7DC14176D723}"/>
                </a:ext>
              </a:extLst>
            </p:cNvPr>
            <p:cNvGrpSpPr/>
            <p:nvPr/>
          </p:nvGrpSpPr>
          <p:grpSpPr>
            <a:xfrm>
              <a:off x="6555884" y="3118859"/>
              <a:ext cx="750023" cy="750023"/>
              <a:chOff x="6535625" y="760425"/>
              <a:chExt cx="1665900" cy="1665900"/>
            </a:xfrm>
          </p:grpSpPr>
          <p:sp>
            <p:nvSpPr>
              <p:cNvPr id="497" name="Google Shape;12688;p131">
                <a:extLst>
                  <a:ext uri="{FF2B5EF4-FFF2-40B4-BE49-F238E27FC236}">
                    <a16:creationId xmlns:a16="http://schemas.microsoft.com/office/drawing/2014/main" id="{BB34608D-7E70-F947-BAB9-7149EDC1D8CE}"/>
                  </a:ext>
                </a:extLst>
              </p:cNvPr>
              <p:cNvSpPr/>
              <p:nvPr/>
            </p:nvSpPr>
            <p:spPr>
              <a:xfrm>
                <a:off x="6535625" y="760425"/>
                <a:ext cx="1665900" cy="1665900"/>
              </a:xfrm>
              <a:prstGeom prst="ellipse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98" name="Google Shape;12689;p131">
                <a:extLst>
                  <a:ext uri="{FF2B5EF4-FFF2-40B4-BE49-F238E27FC236}">
                    <a16:creationId xmlns:a16="http://schemas.microsoft.com/office/drawing/2014/main" id="{D1C11335-A0A6-4823-E7FD-338DE5CE4CA9}"/>
                  </a:ext>
                </a:extLst>
              </p:cNvPr>
              <p:cNvSpPr/>
              <p:nvPr/>
            </p:nvSpPr>
            <p:spPr>
              <a:xfrm>
                <a:off x="6713675" y="1116525"/>
                <a:ext cx="1309800" cy="1309800"/>
              </a:xfrm>
              <a:prstGeom prst="ellipse">
                <a:avLst/>
              </a:prstGeom>
              <a:solidFill>
                <a:srgbClr val="869F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Google Shape;12690;p131">
                <a:extLst>
                  <a:ext uri="{FF2B5EF4-FFF2-40B4-BE49-F238E27FC236}">
                    <a16:creationId xmlns:a16="http://schemas.microsoft.com/office/drawing/2014/main" id="{EC913BFB-EC0A-2B05-B808-E412E83B9B83}"/>
                  </a:ext>
                </a:extLst>
              </p:cNvPr>
              <p:cNvSpPr/>
              <p:nvPr/>
            </p:nvSpPr>
            <p:spPr>
              <a:xfrm>
                <a:off x="6831275" y="1351725"/>
                <a:ext cx="1074600" cy="1074600"/>
              </a:xfrm>
              <a:prstGeom prst="ellipse">
                <a:avLst/>
              </a:prstGeom>
              <a:solidFill>
                <a:srgbClr val="BAC8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Google Shape;12691;p131">
                <a:extLst>
                  <a:ext uri="{FF2B5EF4-FFF2-40B4-BE49-F238E27FC236}">
                    <a16:creationId xmlns:a16="http://schemas.microsoft.com/office/drawing/2014/main" id="{57CA6E03-2990-F856-B23F-EE0147EF006E}"/>
                  </a:ext>
                </a:extLst>
              </p:cNvPr>
              <p:cNvSpPr/>
              <p:nvPr/>
            </p:nvSpPr>
            <p:spPr>
              <a:xfrm>
                <a:off x="6942425" y="1574025"/>
                <a:ext cx="852300" cy="852300"/>
              </a:xfrm>
              <a:prstGeom prst="ellipse">
                <a:avLst/>
              </a:pr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" name="Google Shape;12692;p131">
              <a:extLst>
                <a:ext uri="{FF2B5EF4-FFF2-40B4-BE49-F238E27FC236}">
                  <a16:creationId xmlns:a16="http://schemas.microsoft.com/office/drawing/2014/main" id="{33E3ECCA-440E-A8DC-A590-25B2523446DF}"/>
                </a:ext>
              </a:extLst>
            </p:cNvPr>
            <p:cNvGrpSpPr/>
            <p:nvPr/>
          </p:nvGrpSpPr>
          <p:grpSpPr>
            <a:xfrm>
              <a:off x="899431" y="4982751"/>
              <a:ext cx="1497893" cy="715918"/>
              <a:chOff x="238125" y="1151100"/>
              <a:chExt cx="7139450" cy="3412300"/>
            </a:xfrm>
          </p:grpSpPr>
          <p:sp>
            <p:nvSpPr>
              <p:cNvPr id="485" name="Google Shape;12693;p131">
                <a:extLst>
                  <a:ext uri="{FF2B5EF4-FFF2-40B4-BE49-F238E27FC236}">
                    <a16:creationId xmlns:a16="http://schemas.microsoft.com/office/drawing/2014/main" id="{3EBFD002-EF19-65A2-C61F-736B9C471F89}"/>
                  </a:ext>
                </a:extLst>
              </p:cNvPr>
              <p:cNvSpPr/>
              <p:nvPr/>
            </p:nvSpPr>
            <p:spPr>
              <a:xfrm>
                <a:off x="3468350" y="4223875"/>
                <a:ext cx="679000" cy="339525"/>
              </a:xfrm>
              <a:custGeom>
                <a:avLst/>
                <a:gdLst/>
                <a:ahLst/>
                <a:cxnLst/>
                <a:rect l="l" t="t" r="r" b="b"/>
                <a:pathLst>
                  <a:path w="27160" h="13581" extrusionOk="0">
                    <a:moveTo>
                      <a:pt x="13580" y="1"/>
                    </a:moveTo>
                    <a:cubicBezTo>
                      <a:pt x="6083" y="1"/>
                      <a:pt x="0" y="6077"/>
                      <a:pt x="0" y="13580"/>
                    </a:cubicBezTo>
                    <a:lnTo>
                      <a:pt x="27159" y="13580"/>
                    </a:lnTo>
                    <a:cubicBezTo>
                      <a:pt x="27159" y="6077"/>
                      <a:pt x="21083" y="1"/>
                      <a:pt x="13580" y="1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Google Shape;12694;p131">
                <a:extLst>
                  <a:ext uri="{FF2B5EF4-FFF2-40B4-BE49-F238E27FC236}">
                    <a16:creationId xmlns:a16="http://schemas.microsoft.com/office/drawing/2014/main" id="{B6CEA2ED-CE34-E1DE-3F5B-0BCD40D9EBB7}"/>
                  </a:ext>
                </a:extLst>
              </p:cNvPr>
              <p:cNvSpPr/>
              <p:nvPr/>
            </p:nvSpPr>
            <p:spPr>
              <a:xfrm>
                <a:off x="3730250" y="3276125"/>
                <a:ext cx="147275" cy="956575"/>
              </a:xfrm>
              <a:custGeom>
                <a:avLst/>
                <a:gdLst/>
                <a:ahLst/>
                <a:cxnLst/>
                <a:rect l="l" t="t" r="r" b="b"/>
                <a:pathLst>
                  <a:path w="5891" h="38263" extrusionOk="0">
                    <a:moveTo>
                      <a:pt x="3276" y="0"/>
                    </a:moveTo>
                    <a:lnTo>
                      <a:pt x="0" y="38263"/>
                    </a:lnTo>
                    <a:lnTo>
                      <a:pt x="5890" y="38194"/>
                    </a:lnTo>
                    <a:lnTo>
                      <a:pt x="3276" y="0"/>
                    </a:ln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Google Shape;12695;p131">
                <a:extLst>
                  <a:ext uri="{FF2B5EF4-FFF2-40B4-BE49-F238E27FC236}">
                    <a16:creationId xmlns:a16="http://schemas.microsoft.com/office/drawing/2014/main" id="{F5983D34-1946-2D62-603B-FD83E0CA3882}"/>
                  </a:ext>
                </a:extLst>
              </p:cNvPr>
              <p:cNvSpPr/>
              <p:nvPr/>
            </p:nvSpPr>
            <p:spPr>
              <a:xfrm>
                <a:off x="3796275" y="3875600"/>
                <a:ext cx="839350" cy="630550"/>
              </a:xfrm>
              <a:custGeom>
                <a:avLst/>
                <a:gdLst/>
                <a:ahLst/>
                <a:cxnLst/>
                <a:rect l="l" t="t" r="r" b="b"/>
                <a:pathLst>
                  <a:path w="33574" h="25222" extrusionOk="0">
                    <a:moveTo>
                      <a:pt x="32291" y="1"/>
                    </a:moveTo>
                    <a:lnTo>
                      <a:pt x="1" y="23463"/>
                    </a:lnTo>
                    <a:lnTo>
                      <a:pt x="1277" y="25222"/>
                    </a:lnTo>
                    <a:lnTo>
                      <a:pt x="33574" y="1759"/>
                    </a:lnTo>
                    <a:lnTo>
                      <a:pt x="32291" y="1"/>
                    </a:ln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Google Shape;12696;p131">
                <a:extLst>
                  <a:ext uri="{FF2B5EF4-FFF2-40B4-BE49-F238E27FC236}">
                    <a16:creationId xmlns:a16="http://schemas.microsoft.com/office/drawing/2014/main" id="{FF52D486-50F1-9638-EA34-83DB3B2E13C4}"/>
                  </a:ext>
                </a:extLst>
              </p:cNvPr>
              <p:cNvSpPr/>
              <p:nvPr/>
            </p:nvSpPr>
            <p:spPr>
              <a:xfrm>
                <a:off x="6240475" y="3130600"/>
                <a:ext cx="1137100" cy="1432800"/>
              </a:xfrm>
              <a:custGeom>
                <a:avLst/>
                <a:gdLst/>
                <a:ahLst/>
                <a:cxnLst/>
                <a:rect l="l" t="t" r="r" b="b"/>
                <a:pathLst>
                  <a:path w="45484" h="57312" extrusionOk="0">
                    <a:moveTo>
                      <a:pt x="30704" y="0"/>
                    </a:moveTo>
                    <a:lnTo>
                      <a:pt x="0" y="13745"/>
                    </a:lnTo>
                    <a:cubicBezTo>
                      <a:pt x="6979" y="27270"/>
                      <a:pt x="11042" y="42111"/>
                      <a:pt x="11917" y="57311"/>
                    </a:cubicBezTo>
                    <a:lnTo>
                      <a:pt x="45484" y="57311"/>
                    </a:lnTo>
                    <a:cubicBezTo>
                      <a:pt x="44594" y="37118"/>
                      <a:pt x="39525" y="17683"/>
                      <a:pt x="30704" y="0"/>
                    </a:cubicBez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Google Shape;12697;p131">
                <a:extLst>
                  <a:ext uri="{FF2B5EF4-FFF2-40B4-BE49-F238E27FC236}">
                    <a16:creationId xmlns:a16="http://schemas.microsoft.com/office/drawing/2014/main" id="{136B2268-66DA-DEBC-FA70-5C83B2589B8D}"/>
                  </a:ext>
                </a:extLst>
              </p:cNvPr>
              <p:cNvSpPr/>
              <p:nvPr/>
            </p:nvSpPr>
            <p:spPr>
              <a:xfrm>
                <a:off x="5243900" y="1696775"/>
                <a:ext cx="1764175" cy="1777475"/>
              </a:xfrm>
              <a:custGeom>
                <a:avLst/>
                <a:gdLst/>
                <a:ahLst/>
                <a:cxnLst/>
                <a:rect l="l" t="t" r="r" b="b"/>
                <a:pathLst>
                  <a:path w="70567" h="71099" extrusionOk="0">
                    <a:moveTo>
                      <a:pt x="18573" y="1"/>
                    </a:moveTo>
                    <a:lnTo>
                      <a:pt x="0" y="28008"/>
                    </a:lnTo>
                    <a:cubicBezTo>
                      <a:pt x="16938" y="38505"/>
                      <a:pt x="30711" y="53395"/>
                      <a:pt x="39863" y="71098"/>
                    </a:cubicBezTo>
                    <a:lnTo>
                      <a:pt x="70567" y="57353"/>
                    </a:lnTo>
                    <a:cubicBezTo>
                      <a:pt x="63753" y="43719"/>
                      <a:pt x="54712" y="31125"/>
                      <a:pt x="43629" y="20042"/>
                    </a:cubicBezTo>
                    <a:cubicBezTo>
                      <a:pt x="36049" y="12449"/>
                      <a:pt x="27642" y="5725"/>
                      <a:pt x="18573" y="1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Google Shape;12698;p131">
                <a:extLst>
                  <a:ext uri="{FF2B5EF4-FFF2-40B4-BE49-F238E27FC236}">
                    <a16:creationId xmlns:a16="http://schemas.microsoft.com/office/drawing/2014/main" id="{17BF81B4-1B6A-02D0-38A1-97D3D83CE7CE}"/>
                  </a:ext>
                </a:extLst>
              </p:cNvPr>
              <p:cNvSpPr/>
              <p:nvPr/>
            </p:nvSpPr>
            <p:spPr>
              <a:xfrm>
                <a:off x="3812150" y="1151100"/>
                <a:ext cx="1896075" cy="1245900"/>
              </a:xfrm>
              <a:custGeom>
                <a:avLst/>
                <a:gdLst/>
                <a:ahLst/>
                <a:cxnLst/>
                <a:rect l="l" t="t" r="r" b="b"/>
                <a:pathLst>
                  <a:path w="75843" h="49836" extrusionOk="0">
                    <a:moveTo>
                      <a:pt x="0" y="0"/>
                    </a:moveTo>
                    <a:lnTo>
                      <a:pt x="0" y="33518"/>
                    </a:lnTo>
                    <a:cubicBezTo>
                      <a:pt x="20987" y="33552"/>
                      <a:pt x="40615" y="39518"/>
                      <a:pt x="57270" y="49835"/>
                    </a:cubicBezTo>
                    <a:lnTo>
                      <a:pt x="75843" y="21828"/>
                    </a:lnTo>
                    <a:cubicBezTo>
                      <a:pt x="53339" y="7641"/>
                      <a:pt x="27256" y="28"/>
                      <a:pt x="0" y="0"/>
                    </a:cubicBezTo>
                    <a:close/>
                  </a:path>
                </a:pathLst>
              </a:custGeom>
              <a:solidFill>
                <a:srgbClr val="A5B7C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Google Shape;12699;p131">
                <a:extLst>
                  <a:ext uri="{FF2B5EF4-FFF2-40B4-BE49-F238E27FC236}">
                    <a16:creationId xmlns:a16="http://schemas.microsoft.com/office/drawing/2014/main" id="{D2E6E510-4BD7-EC47-A1A3-5DD7BA23AEFA}"/>
                  </a:ext>
                </a:extLst>
              </p:cNvPr>
              <p:cNvSpPr/>
              <p:nvPr/>
            </p:nvSpPr>
            <p:spPr>
              <a:xfrm>
                <a:off x="1910550" y="1151100"/>
                <a:ext cx="1901625" cy="1244175"/>
              </a:xfrm>
              <a:custGeom>
                <a:avLst/>
                <a:gdLst/>
                <a:ahLst/>
                <a:cxnLst/>
                <a:rect l="l" t="t" r="r" b="b"/>
                <a:pathLst>
                  <a:path w="76065" h="49767" extrusionOk="0">
                    <a:moveTo>
                      <a:pt x="75892" y="0"/>
                    </a:moveTo>
                    <a:cubicBezTo>
                      <a:pt x="48629" y="0"/>
                      <a:pt x="22525" y="7579"/>
                      <a:pt x="1" y="21745"/>
                    </a:cubicBezTo>
                    <a:lnTo>
                      <a:pt x="18574" y="49766"/>
                    </a:lnTo>
                    <a:cubicBezTo>
                      <a:pt x="35250" y="39463"/>
                      <a:pt x="54898" y="33518"/>
                      <a:pt x="75892" y="33518"/>
                    </a:cubicBezTo>
                    <a:lnTo>
                      <a:pt x="76064" y="33518"/>
                    </a:lnTo>
                    <a:lnTo>
                      <a:pt x="76064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Google Shape;12700;p131">
                <a:extLst>
                  <a:ext uri="{FF2B5EF4-FFF2-40B4-BE49-F238E27FC236}">
                    <a16:creationId xmlns:a16="http://schemas.microsoft.com/office/drawing/2014/main" id="{98320298-E7FA-A0CF-2E68-EE2C593930B6}"/>
                  </a:ext>
                </a:extLst>
              </p:cNvPr>
              <p:cNvSpPr/>
              <p:nvPr/>
            </p:nvSpPr>
            <p:spPr>
              <a:xfrm>
                <a:off x="608475" y="1694725"/>
                <a:ext cx="1766425" cy="1778150"/>
              </a:xfrm>
              <a:custGeom>
                <a:avLst/>
                <a:gdLst/>
                <a:ahLst/>
                <a:cxnLst/>
                <a:rect l="l" t="t" r="r" b="b"/>
                <a:pathLst>
                  <a:path w="70657" h="71126" extrusionOk="0">
                    <a:moveTo>
                      <a:pt x="52084" y="0"/>
                    </a:moveTo>
                    <a:cubicBezTo>
                      <a:pt x="42959" y="5745"/>
                      <a:pt x="34518" y="12490"/>
                      <a:pt x="26904" y="20124"/>
                    </a:cubicBezTo>
                    <a:cubicBezTo>
                      <a:pt x="15828" y="31194"/>
                      <a:pt x="6800" y="43759"/>
                      <a:pt x="0" y="57373"/>
                    </a:cubicBezTo>
                    <a:lnTo>
                      <a:pt x="30704" y="71125"/>
                    </a:lnTo>
                    <a:cubicBezTo>
                      <a:pt x="39870" y="53401"/>
                      <a:pt x="53677" y="38504"/>
                      <a:pt x="70657" y="28021"/>
                    </a:cubicBezTo>
                    <a:lnTo>
                      <a:pt x="52084" y="0"/>
                    </a:ln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Google Shape;12701;p131">
                <a:extLst>
                  <a:ext uri="{FF2B5EF4-FFF2-40B4-BE49-F238E27FC236}">
                    <a16:creationId xmlns:a16="http://schemas.microsoft.com/office/drawing/2014/main" id="{FD768501-4B6F-FD08-7071-5DC77C069EF2}"/>
                  </a:ext>
                </a:extLst>
              </p:cNvPr>
              <p:cNvSpPr/>
              <p:nvPr/>
            </p:nvSpPr>
            <p:spPr>
              <a:xfrm>
                <a:off x="238125" y="3129050"/>
                <a:ext cx="1137975" cy="1434175"/>
              </a:xfrm>
              <a:custGeom>
                <a:avLst/>
                <a:gdLst/>
                <a:ahLst/>
                <a:cxnLst/>
                <a:rect l="l" t="t" r="r" b="b"/>
                <a:pathLst>
                  <a:path w="45519" h="57367" extrusionOk="0">
                    <a:moveTo>
                      <a:pt x="14814" y="0"/>
                    </a:moveTo>
                    <a:cubicBezTo>
                      <a:pt x="5966" y="17697"/>
                      <a:pt x="890" y="37152"/>
                      <a:pt x="0" y="57366"/>
                    </a:cubicBezTo>
                    <a:lnTo>
                      <a:pt x="33566" y="57366"/>
                    </a:lnTo>
                    <a:cubicBezTo>
                      <a:pt x="34442" y="42152"/>
                      <a:pt x="38511" y="27283"/>
                      <a:pt x="45518" y="13745"/>
                    </a:cubicBezTo>
                    <a:lnTo>
                      <a:pt x="14814" y="0"/>
                    </a:lnTo>
                    <a:close/>
                  </a:path>
                </a:pathLst>
              </a:custGeom>
              <a:solidFill>
                <a:srgbClr val="A5B7C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Google Shape;12702;p131">
                <a:extLst>
                  <a:ext uri="{FF2B5EF4-FFF2-40B4-BE49-F238E27FC236}">
                    <a16:creationId xmlns:a16="http://schemas.microsoft.com/office/drawing/2014/main" id="{6298BBC8-1539-2283-BDD7-784C488352DC}"/>
                  </a:ext>
                </a:extLst>
              </p:cNvPr>
              <p:cNvSpPr/>
              <p:nvPr/>
            </p:nvSpPr>
            <p:spPr>
              <a:xfrm>
                <a:off x="1924656" y="1941325"/>
                <a:ext cx="3773110" cy="1646329"/>
              </a:xfrm>
              <a:custGeom>
                <a:avLst/>
                <a:gdLst/>
                <a:ahLst/>
                <a:cxnLst/>
                <a:rect l="l" t="t" r="r" b="b"/>
                <a:pathLst>
                  <a:path w="148183" h="64657" extrusionOk="0">
                    <a:moveTo>
                      <a:pt x="74043" y="1"/>
                    </a:moveTo>
                    <a:cubicBezTo>
                      <a:pt x="45518" y="1"/>
                      <a:pt x="19504" y="10966"/>
                      <a:pt x="0" y="28932"/>
                    </a:cubicBezTo>
                    <a:lnTo>
                      <a:pt x="35732" y="64657"/>
                    </a:lnTo>
                    <a:cubicBezTo>
                      <a:pt x="45553" y="54774"/>
                      <a:pt x="59167" y="48663"/>
                      <a:pt x="74208" y="48663"/>
                    </a:cubicBezTo>
                    <a:cubicBezTo>
                      <a:pt x="89215" y="48663"/>
                      <a:pt x="102788" y="54739"/>
                      <a:pt x="112623" y="64567"/>
                    </a:cubicBezTo>
                    <a:lnTo>
                      <a:pt x="148182" y="29008"/>
                    </a:lnTo>
                    <a:cubicBezTo>
                      <a:pt x="128671" y="11008"/>
                      <a:pt x="102623" y="1"/>
                      <a:pt x="74043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" name="Google Shape;12703;p131">
                <a:extLst>
                  <a:ext uri="{FF2B5EF4-FFF2-40B4-BE49-F238E27FC236}">
                    <a16:creationId xmlns:a16="http://schemas.microsoft.com/office/drawing/2014/main" id="{B6D385F6-0E1C-9551-2F2E-C4BD22D9A45D}"/>
                  </a:ext>
                </a:extLst>
              </p:cNvPr>
              <p:cNvSpPr/>
              <p:nvPr/>
            </p:nvSpPr>
            <p:spPr>
              <a:xfrm>
                <a:off x="1028863" y="2678027"/>
                <a:ext cx="1805597" cy="1885320"/>
              </a:xfrm>
              <a:custGeom>
                <a:avLst/>
                <a:gdLst/>
                <a:ahLst/>
                <a:cxnLst/>
                <a:rect l="l" t="t" r="r" b="b"/>
                <a:pathLst>
                  <a:path w="70912" h="74043" extrusionOk="0">
                    <a:moveTo>
                      <a:pt x="35180" y="0"/>
                    </a:moveTo>
                    <a:cubicBezTo>
                      <a:pt x="14925" y="18642"/>
                      <a:pt x="1697" y="44814"/>
                      <a:pt x="0" y="74042"/>
                    </a:cubicBezTo>
                    <a:lnTo>
                      <a:pt x="55077" y="74042"/>
                    </a:lnTo>
                    <a:cubicBezTo>
                      <a:pt x="55077" y="59084"/>
                      <a:pt x="61118" y="45545"/>
                      <a:pt x="70912" y="35725"/>
                    </a:cubicBezTo>
                    <a:lnTo>
                      <a:pt x="35180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96" name="Google Shape;12704;p131">
                <a:extLst>
                  <a:ext uri="{FF2B5EF4-FFF2-40B4-BE49-F238E27FC236}">
                    <a16:creationId xmlns:a16="http://schemas.microsoft.com/office/drawing/2014/main" id="{7C5C6A40-47D1-F32D-7AF3-8610169325DF}"/>
                  </a:ext>
                </a:extLst>
              </p:cNvPr>
              <p:cNvSpPr/>
              <p:nvPr/>
            </p:nvSpPr>
            <p:spPr>
              <a:xfrm>
                <a:off x="4792190" y="2679937"/>
                <a:ext cx="1798951" cy="1883410"/>
              </a:xfrm>
              <a:custGeom>
                <a:avLst/>
                <a:gdLst/>
                <a:ahLst/>
                <a:cxnLst/>
                <a:rect l="l" t="t" r="r" b="b"/>
                <a:pathLst>
                  <a:path w="70651" h="73968" extrusionOk="0">
                    <a:moveTo>
                      <a:pt x="35567" y="1"/>
                    </a:moveTo>
                    <a:lnTo>
                      <a:pt x="1" y="35560"/>
                    </a:lnTo>
                    <a:cubicBezTo>
                      <a:pt x="9836" y="45388"/>
                      <a:pt x="15912" y="58967"/>
                      <a:pt x="15912" y="73967"/>
                    </a:cubicBezTo>
                    <a:lnTo>
                      <a:pt x="70650" y="73967"/>
                    </a:lnTo>
                    <a:cubicBezTo>
                      <a:pt x="68954" y="44795"/>
                      <a:pt x="55767" y="18643"/>
                      <a:pt x="35567" y="1"/>
                    </a:cubicBezTo>
                    <a:close/>
                  </a:path>
                </a:pathLst>
              </a:custGeom>
              <a:solidFill>
                <a:srgbClr val="A5B7C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" name="Google Shape;12705;p131">
              <a:extLst>
                <a:ext uri="{FF2B5EF4-FFF2-40B4-BE49-F238E27FC236}">
                  <a16:creationId xmlns:a16="http://schemas.microsoft.com/office/drawing/2014/main" id="{59D89BF4-974D-47D8-DE8A-7092549A57A1}"/>
                </a:ext>
              </a:extLst>
            </p:cNvPr>
            <p:cNvGrpSpPr/>
            <p:nvPr/>
          </p:nvGrpSpPr>
          <p:grpSpPr>
            <a:xfrm>
              <a:off x="6336961" y="4092678"/>
              <a:ext cx="1100814" cy="654400"/>
              <a:chOff x="5145061" y="2881789"/>
              <a:chExt cx="1107641" cy="658458"/>
            </a:xfrm>
          </p:grpSpPr>
          <p:grpSp>
            <p:nvGrpSpPr>
              <p:cNvPr id="473" name="Google Shape;12706;p131">
                <a:extLst>
                  <a:ext uri="{FF2B5EF4-FFF2-40B4-BE49-F238E27FC236}">
                    <a16:creationId xmlns:a16="http://schemas.microsoft.com/office/drawing/2014/main" id="{68F3F2F5-2243-6F66-41DF-1567D9989259}"/>
                  </a:ext>
                </a:extLst>
              </p:cNvPr>
              <p:cNvGrpSpPr/>
              <p:nvPr/>
            </p:nvGrpSpPr>
            <p:grpSpPr>
              <a:xfrm>
                <a:off x="5722989" y="3244587"/>
                <a:ext cx="529713" cy="295659"/>
                <a:chOff x="5722989" y="3244587"/>
                <a:chExt cx="529713" cy="295659"/>
              </a:xfrm>
            </p:grpSpPr>
            <p:sp>
              <p:nvSpPr>
                <p:cNvPr id="483" name="Google Shape;12707;p131">
                  <a:extLst>
                    <a:ext uri="{FF2B5EF4-FFF2-40B4-BE49-F238E27FC236}">
                      <a16:creationId xmlns:a16="http://schemas.microsoft.com/office/drawing/2014/main" id="{2A6D9360-6210-0D9E-3FE4-1886E40CCE48}"/>
                    </a:ext>
                  </a:extLst>
                </p:cNvPr>
                <p:cNvSpPr/>
                <p:nvPr/>
              </p:nvSpPr>
              <p:spPr>
                <a:xfrm>
                  <a:off x="5722989" y="3244587"/>
                  <a:ext cx="341346" cy="2956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6195" h="2231390" extrusionOk="0">
                      <a:moveTo>
                        <a:pt x="1288021" y="0"/>
                      </a:moveTo>
                      <a:lnTo>
                        <a:pt x="0" y="2230932"/>
                      </a:lnTo>
                      <a:lnTo>
                        <a:pt x="2576042" y="2230932"/>
                      </a:lnTo>
                      <a:lnTo>
                        <a:pt x="1288021" y="0"/>
                      </a:lnTo>
                      <a:close/>
                    </a:path>
                  </a:pathLst>
                </a:custGeom>
                <a:solidFill>
                  <a:srgbClr val="869FB2"/>
                </a:solidFill>
                <a:ln>
                  <a:noFill/>
                </a:ln>
              </p:spPr>
              <p:txBody>
                <a:bodyPr spcFirstLastPara="1" wrap="square" lIns="0" tIns="0" rIns="0" bIns="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00"/>
                </a:p>
              </p:txBody>
            </p:sp>
            <p:sp>
              <p:nvSpPr>
                <p:cNvPr id="484" name="Google Shape;12708;p131">
                  <a:extLst>
                    <a:ext uri="{FF2B5EF4-FFF2-40B4-BE49-F238E27FC236}">
                      <a16:creationId xmlns:a16="http://schemas.microsoft.com/office/drawing/2014/main" id="{CBC72F1B-8A50-F935-D729-6F9E6215974A}"/>
                    </a:ext>
                  </a:extLst>
                </p:cNvPr>
                <p:cNvSpPr/>
                <p:nvPr/>
              </p:nvSpPr>
              <p:spPr>
                <a:xfrm>
                  <a:off x="6035543" y="3298113"/>
                  <a:ext cx="217159" cy="2249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8934" h="2306954" extrusionOk="0">
                      <a:moveTo>
                        <a:pt x="1638680" y="0"/>
                      </a:moveTo>
                      <a:lnTo>
                        <a:pt x="697255" y="0"/>
                      </a:lnTo>
                      <a:lnTo>
                        <a:pt x="697255" y="2306535"/>
                      </a:lnTo>
                      <a:lnTo>
                        <a:pt x="0" y="2306535"/>
                      </a:lnTo>
                    </a:path>
                  </a:pathLst>
                </a:custGeom>
                <a:noFill/>
                <a:ln w="28575" cap="flat" cmpd="sng">
                  <a:solidFill>
                    <a:srgbClr val="869FB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00"/>
                </a:p>
              </p:txBody>
            </p:sp>
          </p:grpSp>
          <p:grpSp>
            <p:nvGrpSpPr>
              <p:cNvPr id="474" name="Google Shape;12709;p131">
                <a:extLst>
                  <a:ext uri="{FF2B5EF4-FFF2-40B4-BE49-F238E27FC236}">
                    <a16:creationId xmlns:a16="http://schemas.microsoft.com/office/drawing/2014/main" id="{26C49B9A-E53B-A5C7-5941-0323EF772820}"/>
                  </a:ext>
                </a:extLst>
              </p:cNvPr>
              <p:cNvGrpSpPr/>
              <p:nvPr/>
            </p:nvGrpSpPr>
            <p:grpSpPr>
              <a:xfrm>
                <a:off x="5145061" y="3244587"/>
                <a:ext cx="536807" cy="295659"/>
                <a:chOff x="5145061" y="3244587"/>
                <a:chExt cx="536807" cy="295659"/>
              </a:xfrm>
            </p:grpSpPr>
            <p:sp>
              <p:nvSpPr>
                <p:cNvPr id="481" name="Google Shape;12710;p131">
                  <a:extLst>
                    <a:ext uri="{FF2B5EF4-FFF2-40B4-BE49-F238E27FC236}">
                      <a16:creationId xmlns:a16="http://schemas.microsoft.com/office/drawing/2014/main" id="{FCAC1026-DCC7-A9A0-EAED-3535EBDD029C}"/>
                    </a:ext>
                  </a:extLst>
                </p:cNvPr>
                <p:cNvSpPr/>
                <p:nvPr/>
              </p:nvSpPr>
              <p:spPr>
                <a:xfrm>
                  <a:off x="5340522" y="3244587"/>
                  <a:ext cx="341346" cy="2956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6195" h="2231390" extrusionOk="0">
                      <a:moveTo>
                        <a:pt x="1288034" y="0"/>
                      </a:moveTo>
                      <a:lnTo>
                        <a:pt x="0" y="2230920"/>
                      </a:lnTo>
                      <a:lnTo>
                        <a:pt x="2576055" y="2230920"/>
                      </a:lnTo>
                      <a:lnTo>
                        <a:pt x="1288034" y="0"/>
                      </a:lnTo>
                      <a:close/>
                    </a:path>
                  </a:pathLst>
                </a:custGeom>
                <a:solidFill>
                  <a:srgbClr val="5F7D95"/>
                </a:solidFill>
                <a:ln>
                  <a:noFill/>
                </a:ln>
              </p:spPr>
              <p:txBody>
                <a:bodyPr spcFirstLastPara="1" wrap="square" lIns="0" tIns="0" rIns="0" bIns="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00"/>
                </a:p>
              </p:txBody>
            </p:sp>
            <p:sp>
              <p:nvSpPr>
                <p:cNvPr id="482" name="Google Shape;12711;p131">
                  <a:extLst>
                    <a:ext uri="{FF2B5EF4-FFF2-40B4-BE49-F238E27FC236}">
                      <a16:creationId xmlns:a16="http://schemas.microsoft.com/office/drawing/2014/main" id="{5BB6F512-CBD2-C0BD-0D8A-89883D8C552D}"/>
                    </a:ext>
                  </a:extLst>
                </p:cNvPr>
                <p:cNvSpPr/>
                <p:nvPr/>
              </p:nvSpPr>
              <p:spPr>
                <a:xfrm flipH="1">
                  <a:off x="5145061" y="3298599"/>
                  <a:ext cx="217159" cy="2249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8934" h="2306954" extrusionOk="0">
                      <a:moveTo>
                        <a:pt x="1638680" y="0"/>
                      </a:moveTo>
                      <a:lnTo>
                        <a:pt x="697255" y="0"/>
                      </a:lnTo>
                      <a:lnTo>
                        <a:pt x="697255" y="2306535"/>
                      </a:lnTo>
                      <a:lnTo>
                        <a:pt x="0" y="2306535"/>
                      </a:lnTo>
                    </a:path>
                  </a:pathLst>
                </a:custGeom>
                <a:noFill/>
                <a:ln w="28575" cap="flat" cmpd="sng">
                  <a:solidFill>
                    <a:srgbClr val="5F7D9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00"/>
                </a:p>
              </p:txBody>
            </p:sp>
          </p:grpSp>
          <p:grpSp>
            <p:nvGrpSpPr>
              <p:cNvPr id="475" name="Google Shape;12712;p131">
                <a:extLst>
                  <a:ext uri="{FF2B5EF4-FFF2-40B4-BE49-F238E27FC236}">
                    <a16:creationId xmlns:a16="http://schemas.microsoft.com/office/drawing/2014/main" id="{0CCDA7C5-DFD3-F232-F558-A965CBC80AF4}"/>
                  </a:ext>
                </a:extLst>
              </p:cNvPr>
              <p:cNvGrpSpPr/>
              <p:nvPr/>
            </p:nvGrpSpPr>
            <p:grpSpPr>
              <a:xfrm>
                <a:off x="5341327" y="2898245"/>
                <a:ext cx="532309" cy="614891"/>
                <a:chOff x="5341327" y="2898245"/>
                <a:chExt cx="532309" cy="614891"/>
              </a:xfrm>
            </p:grpSpPr>
            <p:sp>
              <p:nvSpPr>
                <p:cNvPr id="479" name="Google Shape;12713;p131">
                  <a:extLst>
                    <a:ext uri="{FF2B5EF4-FFF2-40B4-BE49-F238E27FC236}">
                      <a16:creationId xmlns:a16="http://schemas.microsoft.com/office/drawing/2014/main" id="{143C1197-870E-5DC2-181D-FDA15D391150}"/>
                    </a:ext>
                  </a:extLst>
                </p:cNvPr>
                <p:cNvSpPr/>
                <p:nvPr/>
              </p:nvSpPr>
              <p:spPr>
                <a:xfrm>
                  <a:off x="5532290" y="3217476"/>
                  <a:ext cx="341346" cy="2956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6195" h="2231390" extrusionOk="0">
                      <a:moveTo>
                        <a:pt x="2576042" y="0"/>
                      </a:moveTo>
                      <a:lnTo>
                        <a:pt x="0" y="0"/>
                      </a:lnTo>
                      <a:lnTo>
                        <a:pt x="1288021" y="2230920"/>
                      </a:lnTo>
                      <a:lnTo>
                        <a:pt x="2576042" y="0"/>
                      </a:lnTo>
                      <a:close/>
                    </a:path>
                  </a:pathLst>
                </a:custGeom>
                <a:solidFill>
                  <a:srgbClr val="E3E9ED"/>
                </a:solidFill>
                <a:ln>
                  <a:noFill/>
                </a:ln>
              </p:spPr>
              <p:txBody>
                <a:bodyPr spcFirstLastPara="1" wrap="square" lIns="0" tIns="0" rIns="0" bIns="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00"/>
                </a:p>
              </p:txBody>
            </p:sp>
            <p:sp>
              <p:nvSpPr>
                <p:cNvPr id="480" name="Google Shape;12714;p131">
                  <a:extLst>
                    <a:ext uri="{FF2B5EF4-FFF2-40B4-BE49-F238E27FC236}">
                      <a16:creationId xmlns:a16="http://schemas.microsoft.com/office/drawing/2014/main" id="{FD836B0F-538B-8C66-CE84-D934D2AAD0C1}"/>
                    </a:ext>
                  </a:extLst>
                </p:cNvPr>
                <p:cNvSpPr/>
                <p:nvPr/>
              </p:nvSpPr>
              <p:spPr>
                <a:xfrm flipH="1">
                  <a:off x="5341327" y="2898245"/>
                  <a:ext cx="217159" cy="3345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8934" h="2306954" extrusionOk="0">
                      <a:moveTo>
                        <a:pt x="1638680" y="0"/>
                      </a:moveTo>
                      <a:lnTo>
                        <a:pt x="697255" y="0"/>
                      </a:lnTo>
                      <a:lnTo>
                        <a:pt x="697255" y="2306535"/>
                      </a:lnTo>
                      <a:lnTo>
                        <a:pt x="0" y="2306535"/>
                      </a:lnTo>
                    </a:path>
                  </a:pathLst>
                </a:custGeom>
                <a:noFill/>
                <a:ln w="28575" cap="flat" cmpd="sng">
                  <a:solidFill>
                    <a:srgbClr val="E3E9ED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00"/>
                </a:p>
              </p:txBody>
            </p:sp>
          </p:grpSp>
          <p:grpSp>
            <p:nvGrpSpPr>
              <p:cNvPr id="476" name="Google Shape;12715;p131">
                <a:extLst>
                  <a:ext uri="{FF2B5EF4-FFF2-40B4-BE49-F238E27FC236}">
                    <a16:creationId xmlns:a16="http://schemas.microsoft.com/office/drawing/2014/main" id="{F38B4498-EA6F-958C-9DFC-423FEDC11090}"/>
                  </a:ext>
                </a:extLst>
              </p:cNvPr>
              <p:cNvGrpSpPr/>
              <p:nvPr/>
            </p:nvGrpSpPr>
            <p:grpSpPr>
              <a:xfrm>
                <a:off x="5532290" y="2881789"/>
                <a:ext cx="620516" cy="305456"/>
                <a:chOff x="5532290" y="2881789"/>
                <a:chExt cx="620516" cy="305456"/>
              </a:xfrm>
            </p:grpSpPr>
            <p:sp>
              <p:nvSpPr>
                <p:cNvPr id="477" name="Google Shape;12716;p131">
                  <a:extLst>
                    <a:ext uri="{FF2B5EF4-FFF2-40B4-BE49-F238E27FC236}">
                      <a16:creationId xmlns:a16="http://schemas.microsoft.com/office/drawing/2014/main" id="{A9CBC62E-388B-A5DD-1904-3E64C7CD4B53}"/>
                    </a:ext>
                  </a:extLst>
                </p:cNvPr>
                <p:cNvSpPr/>
                <p:nvPr/>
              </p:nvSpPr>
              <p:spPr>
                <a:xfrm>
                  <a:off x="5532290" y="2891586"/>
                  <a:ext cx="341346" cy="2956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6195" h="2231390" extrusionOk="0">
                      <a:moveTo>
                        <a:pt x="1288021" y="0"/>
                      </a:moveTo>
                      <a:lnTo>
                        <a:pt x="0" y="2230920"/>
                      </a:lnTo>
                      <a:lnTo>
                        <a:pt x="2576042" y="2230920"/>
                      </a:lnTo>
                      <a:lnTo>
                        <a:pt x="1288021" y="0"/>
                      </a:lnTo>
                      <a:close/>
                    </a:path>
                  </a:pathLst>
                </a:custGeom>
                <a:solidFill>
                  <a:srgbClr val="435D74"/>
                </a:solidFill>
                <a:ln>
                  <a:noFill/>
                </a:ln>
              </p:spPr>
              <p:txBody>
                <a:bodyPr spcFirstLastPara="1" wrap="square" lIns="0" tIns="0" rIns="0" bIns="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00"/>
                </a:p>
              </p:txBody>
            </p:sp>
            <p:sp>
              <p:nvSpPr>
                <p:cNvPr id="478" name="Google Shape;12717;p131">
                  <a:extLst>
                    <a:ext uri="{FF2B5EF4-FFF2-40B4-BE49-F238E27FC236}">
                      <a16:creationId xmlns:a16="http://schemas.microsoft.com/office/drawing/2014/main" id="{1FE0881C-45FB-9FD3-352D-6D9394EB42CD}"/>
                    </a:ext>
                  </a:extLst>
                </p:cNvPr>
                <p:cNvSpPr/>
                <p:nvPr/>
              </p:nvSpPr>
              <p:spPr>
                <a:xfrm>
                  <a:off x="5837311" y="2881789"/>
                  <a:ext cx="315495" cy="2883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38934" h="2306954" extrusionOk="0">
                      <a:moveTo>
                        <a:pt x="1638680" y="0"/>
                      </a:moveTo>
                      <a:lnTo>
                        <a:pt x="697255" y="0"/>
                      </a:lnTo>
                      <a:lnTo>
                        <a:pt x="697255" y="2306535"/>
                      </a:lnTo>
                      <a:lnTo>
                        <a:pt x="0" y="2306535"/>
                      </a:lnTo>
                    </a:path>
                  </a:pathLst>
                </a:custGeom>
                <a:noFill/>
                <a:ln w="28575" cap="flat" cmpd="sng">
                  <a:solidFill>
                    <a:srgbClr val="435D7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0" rIns="0" bIns="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900"/>
                </a:p>
              </p:txBody>
            </p:sp>
          </p:grpSp>
        </p:grpSp>
        <p:grpSp>
          <p:nvGrpSpPr>
            <p:cNvPr id="16" name="Google Shape;12718;p131">
              <a:extLst>
                <a:ext uri="{FF2B5EF4-FFF2-40B4-BE49-F238E27FC236}">
                  <a16:creationId xmlns:a16="http://schemas.microsoft.com/office/drawing/2014/main" id="{E10590A2-2534-C632-21AE-87ADD86184DB}"/>
                </a:ext>
              </a:extLst>
            </p:cNvPr>
            <p:cNvGrpSpPr/>
            <p:nvPr/>
          </p:nvGrpSpPr>
          <p:grpSpPr>
            <a:xfrm>
              <a:off x="9218065" y="4977544"/>
              <a:ext cx="300595" cy="721125"/>
              <a:chOff x="7026852" y="3311869"/>
              <a:chExt cx="434331" cy="1041954"/>
            </a:xfrm>
          </p:grpSpPr>
          <p:sp>
            <p:nvSpPr>
              <p:cNvPr id="470" name="Google Shape;12719;p131">
                <a:extLst>
                  <a:ext uri="{FF2B5EF4-FFF2-40B4-BE49-F238E27FC236}">
                    <a16:creationId xmlns:a16="http://schemas.microsoft.com/office/drawing/2014/main" id="{838871E9-50D6-797A-1765-6FCD2BF9B8F3}"/>
                  </a:ext>
                </a:extLst>
              </p:cNvPr>
              <p:cNvSpPr/>
              <p:nvPr/>
            </p:nvSpPr>
            <p:spPr>
              <a:xfrm>
                <a:off x="7026852" y="3311869"/>
                <a:ext cx="434331" cy="847405"/>
              </a:xfrm>
              <a:custGeom>
                <a:avLst/>
                <a:gdLst/>
                <a:ahLst/>
                <a:cxnLst/>
                <a:rect l="l" t="t" r="r" b="b"/>
                <a:pathLst>
                  <a:path w="16734" h="32649" extrusionOk="0">
                    <a:moveTo>
                      <a:pt x="8369" y="0"/>
                    </a:moveTo>
                    <a:cubicBezTo>
                      <a:pt x="3747" y="0"/>
                      <a:pt x="1" y="3747"/>
                      <a:pt x="1" y="8366"/>
                    </a:cubicBezTo>
                    <a:lnTo>
                      <a:pt x="1" y="32649"/>
                    </a:lnTo>
                    <a:lnTo>
                      <a:pt x="16734" y="32649"/>
                    </a:lnTo>
                    <a:lnTo>
                      <a:pt x="16734" y="8366"/>
                    </a:lnTo>
                    <a:cubicBezTo>
                      <a:pt x="16734" y="3744"/>
                      <a:pt x="12987" y="0"/>
                      <a:pt x="8369" y="0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Google Shape;12720;p131">
                <a:extLst>
                  <a:ext uri="{FF2B5EF4-FFF2-40B4-BE49-F238E27FC236}">
                    <a16:creationId xmlns:a16="http://schemas.microsoft.com/office/drawing/2014/main" id="{FB0398D1-A506-F7CF-4B49-8695D441DD4A}"/>
                  </a:ext>
                </a:extLst>
              </p:cNvPr>
              <p:cNvSpPr/>
              <p:nvPr/>
            </p:nvSpPr>
            <p:spPr>
              <a:xfrm>
                <a:off x="7082395" y="3359392"/>
                <a:ext cx="323321" cy="323321"/>
              </a:xfrm>
              <a:custGeom>
                <a:avLst/>
                <a:gdLst/>
                <a:ahLst/>
                <a:cxnLst/>
                <a:rect l="l" t="t" r="r" b="b"/>
                <a:pathLst>
                  <a:path w="12457" h="12457" extrusionOk="0">
                    <a:moveTo>
                      <a:pt x="6229" y="1"/>
                    </a:moveTo>
                    <a:cubicBezTo>
                      <a:pt x="2788" y="1"/>
                      <a:pt x="1" y="2788"/>
                      <a:pt x="1" y="6229"/>
                    </a:cubicBezTo>
                    <a:cubicBezTo>
                      <a:pt x="1" y="9670"/>
                      <a:pt x="2788" y="12457"/>
                      <a:pt x="6229" y="12457"/>
                    </a:cubicBezTo>
                    <a:cubicBezTo>
                      <a:pt x="9666" y="12457"/>
                      <a:pt x="12457" y="9670"/>
                      <a:pt x="12457" y="6229"/>
                    </a:cubicBezTo>
                    <a:cubicBezTo>
                      <a:pt x="12457" y="2788"/>
                      <a:pt x="9666" y="1"/>
                      <a:pt x="6229" y="1"/>
                    </a:cubicBezTo>
                    <a:close/>
                  </a:path>
                </a:pathLst>
              </a:custGeom>
              <a:solidFill>
                <a:srgbClr val="213B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Google Shape;12721;p131">
                <a:extLst>
                  <a:ext uri="{FF2B5EF4-FFF2-40B4-BE49-F238E27FC236}">
                    <a16:creationId xmlns:a16="http://schemas.microsoft.com/office/drawing/2014/main" id="{3083306F-0C11-55F9-F060-E39F9C5123A6}"/>
                  </a:ext>
                </a:extLst>
              </p:cNvPr>
              <p:cNvSpPr/>
              <p:nvPr/>
            </p:nvSpPr>
            <p:spPr>
              <a:xfrm>
                <a:off x="7026852" y="4159239"/>
                <a:ext cx="434331" cy="194585"/>
              </a:xfrm>
              <a:custGeom>
                <a:avLst/>
                <a:gdLst/>
                <a:ahLst/>
                <a:cxnLst/>
                <a:rect l="l" t="t" r="r" b="b"/>
                <a:pathLst>
                  <a:path w="16734" h="7497" extrusionOk="0">
                    <a:moveTo>
                      <a:pt x="1" y="1"/>
                    </a:moveTo>
                    <a:lnTo>
                      <a:pt x="8369" y="7496"/>
                    </a:lnTo>
                    <a:lnTo>
                      <a:pt x="16734" y="1"/>
                    </a:ln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" name="Google Shape;12722;p131">
              <a:extLst>
                <a:ext uri="{FF2B5EF4-FFF2-40B4-BE49-F238E27FC236}">
                  <a16:creationId xmlns:a16="http://schemas.microsoft.com/office/drawing/2014/main" id="{CCAE3312-6CDC-3544-0EBC-EC6FF0F1A9F7}"/>
                </a:ext>
              </a:extLst>
            </p:cNvPr>
            <p:cNvGrpSpPr/>
            <p:nvPr/>
          </p:nvGrpSpPr>
          <p:grpSpPr>
            <a:xfrm>
              <a:off x="7002243" y="5021380"/>
              <a:ext cx="328317" cy="328266"/>
              <a:chOff x="4873519" y="3311869"/>
              <a:chExt cx="499374" cy="499296"/>
            </a:xfrm>
          </p:grpSpPr>
          <p:sp>
            <p:nvSpPr>
              <p:cNvPr id="468" name="Google Shape;12723;p131">
                <a:extLst>
                  <a:ext uri="{FF2B5EF4-FFF2-40B4-BE49-F238E27FC236}">
                    <a16:creationId xmlns:a16="http://schemas.microsoft.com/office/drawing/2014/main" id="{DDE8AFD1-31E4-92A3-A83A-6805B0219FC0}"/>
                  </a:ext>
                </a:extLst>
              </p:cNvPr>
              <p:cNvSpPr/>
              <p:nvPr/>
            </p:nvSpPr>
            <p:spPr>
              <a:xfrm>
                <a:off x="4873519" y="3311869"/>
                <a:ext cx="499374" cy="499296"/>
              </a:xfrm>
              <a:custGeom>
                <a:avLst/>
                <a:gdLst/>
                <a:ahLst/>
                <a:cxnLst/>
                <a:rect l="l" t="t" r="r" b="b"/>
                <a:pathLst>
                  <a:path w="19240" h="19237" extrusionOk="0">
                    <a:moveTo>
                      <a:pt x="1" y="0"/>
                    </a:moveTo>
                    <a:lnTo>
                      <a:pt x="1" y="9618"/>
                    </a:lnTo>
                    <a:cubicBezTo>
                      <a:pt x="1" y="14929"/>
                      <a:pt x="4308" y="19236"/>
                      <a:pt x="9619" y="19236"/>
                    </a:cubicBezTo>
                    <a:cubicBezTo>
                      <a:pt x="14933" y="19236"/>
                      <a:pt x="19240" y="14929"/>
                      <a:pt x="19240" y="9618"/>
                    </a:cubicBezTo>
                    <a:cubicBezTo>
                      <a:pt x="19240" y="4307"/>
                      <a:pt x="14933" y="0"/>
                      <a:pt x="9619" y="0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Google Shape;12724;p131">
                <a:extLst>
                  <a:ext uri="{FF2B5EF4-FFF2-40B4-BE49-F238E27FC236}">
                    <a16:creationId xmlns:a16="http://schemas.microsoft.com/office/drawing/2014/main" id="{EA6C7E5B-1421-BB88-3EA4-D304A782CE28}"/>
                  </a:ext>
                </a:extLst>
              </p:cNvPr>
              <p:cNvSpPr/>
              <p:nvPr/>
            </p:nvSpPr>
            <p:spPr>
              <a:xfrm>
                <a:off x="4894620" y="3329830"/>
                <a:ext cx="202112" cy="182386"/>
              </a:xfrm>
              <a:custGeom>
                <a:avLst/>
                <a:gdLst/>
                <a:ahLst/>
                <a:cxnLst/>
                <a:rect l="l" t="t" r="r" b="b"/>
                <a:pathLst>
                  <a:path w="7787" h="7027" extrusionOk="0">
                    <a:moveTo>
                      <a:pt x="0" y="1"/>
                    </a:moveTo>
                    <a:lnTo>
                      <a:pt x="0" y="7026"/>
                    </a:lnTo>
                    <a:lnTo>
                      <a:pt x="7787" y="1"/>
                    </a:lnTo>
                    <a:close/>
                  </a:path>
                </a:pathLst>
              </a:custGeom>
              <a:solidFill>
                <a:srgbClr val="213B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" name="Google Shape;12725;p131">
              <a:extLst>
                <a:ext uri="{FF2B5EF4-FFF2-40B4-BE49-F238E27FC236}">
                  <a16:creationId xmlns:a16="http://schemas.microsoft.com/office/drawing/2014/main" id="{5A6BD67B-EB64-99A8-B3FD-43B2F7BB5F1F}"/>
                </a:ext>
              </a:extLst>
            </p:cNvPr>
            <p:cNvGrpSpPr/>
            <p:nvPr/>
          </p:nvGrpSpPr>
          <p:grpSpPr>
            <a:xfrm>
              <a:off x="7002243" y="5370352"/>
              <a:ext cx="328317" cy="328317"/>
              <a:chOff x="4873519" y="3875839"/>
              <a:chExt cx="499374" cy="499374"/>
            </a:xfrm>
          </p:grpSpPr>
          <p:sp>
            <p:nvSpPr>
              <p:cNvPr id="466" name="Google Shape;12726;p131">
                <a:extLst>
                  <a:ext uri="{FF2B5EF4-FFF2-40B4-BE49-F238E27FC236}">
                    <a16:creationId xmlns:a16="http://schemas.microsoft.com/office/drawing/2014/main" id="{9EE2E19D-5D86-B528-41DA-95EB39A76F1E}"/>
                  </a:ext>
                </a:extLst>
              </p:cNvPr>
              <p:cNvSpPr/>
              <p:nvPr/>
            </p:nvSpPr>
            <p:spPr>
              <a:xfrm>
                <a:off x="4873519" y="3875839"/>
                <a:ext cx="499374" cy="499374"/>
              </a:xfrm>
              <a:custGeom>
                <a:avLst/>
                <a:gdLst/>
                <a:ahLst/>
                <a:cxnLst/>
                <a:rect l="l" t="t" r="r" b="b"/>
                <a:pathLst>
                  <a:path w="19240" h="19240" extrusionOk="0">
                    <a:moveTo>
                      <a:pt x="1" y="1"/>
                    </a:moveTo>
                    <a:lnTo>
                      <a:pt x="1" y="9619"/>
                    </a:lnTo>
                    <a:cubicBezTo>
                      <a:pt x="1" y="14930"/>
                      <a:pt x="4308" y="19240"/>
                      <a:pt x="9619" y="19240"/>
                    </a:cubicBezTo>
                    <a:cubicBezTo>
                      <a:pt x="14933" y="19240"/>
                      <a:pt x="19240" y="14933"/>
                      <a:pt x="19240" y="9619"/>
                    </a:cubicBezTo>
                    <a:lnTo>
                      <a:pt x="19240" y="1"/>
                    </a:ln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Google Shape;12727;p131">
                <a:extLst>
                  <a:ext uri="{FF2B5EF4-FFF2-40B4-BE49-F238E27FC236}">
                    <a16:creationId xmlns:a16="http://schemas.microsoft.com/office/drawing/2014/main" id="{BA2E0DE2-2A36-8786-300F-AA849619925C}"/>
                  </a:ext>
                </a:extLst>
              </p:cNvPr>
              <p:cNvSpPr/>
              <p:nvPr/>
            </p:nvSpPr>
            <p:spPr>
              <a:xfrm>
                <a:off x="4894620" y="3893826"/>
                <a:ext cx="202112" cy="182360"/>
              </a:xfrm>
              <a:custGeom>
                <a:avLst/>
                <a:gdLst/>
                <a:ahLst/>
                <a:cxnLst/>
                <a:rect l="l" t="t" r="r" b="b"/>
                <a:pathLst>
                  <a:path w="7787" h="7026" extrusionOk="0">
                    <a:moveTo>
                      <a:pt x="0" y="0"/>
                    </a:moveTo>
                    <a:lnTo>
                      <a:pt x="0" y="7026"/>
                    </a:lnTo>
                    <a:lnTo>
                      <a:pt x="7787" y="0"/>
                    </a:lnTo>
                    <a:close/>
                  </a:path>
                </a:pathLst>
              </a:custGeom>
              <a:solidFill>
                <a:srgbClr val="213B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" name="Google Shape;12728;p131">
              <a:extLst>
                <a:ext uri="{FF2B5EF4-FFF2-40B4-BE49-F238E27FC236}">
                  <a16:creationId xmlns:a16="http://schemas.microsoft.com/office/drawing/2014/main" id="{97EBECBC-3A01-C4B0-6E11-90CEE4C32D61}"/>
                </a:ext>
              </a:extLst>
            </p:cNvPr>
            <p:cNvGrpSpPr/>
            <p:nvPr/>
          </p:nvGrpSpPr>
          <p:grpSpPr>
            <a:xfrm>
              <a:off x="2791090" y="3104673"/>
              <a:ext cx="779903" cy="780019"/>
              <a:chOff x="2565073" y="2075876"/>
              <a:chExt cx="672482" cy="672518"/>
            </a:xfrm>
          </p:grpSpPr>
          <p:sp>
            <p:nvSpPr>
              <p:cNvPr id="460" name="Google Shape;12729;p131">
                <a:extLst>
                  <a:ext uri="{FF2B5EF4-FFF2-40B4-BE49-F238E27FC236}">
                    <a16:creationId xmlns:a16="http://schemas.microsoft.com/office/drawing/2014/main" id="{14799B67-FECB-96E8-DABC-DC9BD34E4C0B}"/>
                  </a:ext>
                </a:extLst>
              </p:cNvPr>
              <p:cNvSpPr/>
              <p:nvPr/>
            </p:nvSpPr>
            <p:spPr>
              <a:xfrm>
                <a:off x="2642193" y="2530650"/>
                <a:ext cx="419588" cy="217743"/>
              </a:xfrm>
              <a:custGeom>
                <a:avLst/>
                <a:gdLst/>
                <a:ahLst/>
                <a:cxnLst/>
                <a:rect l="l" t="t" r="r" b="b"/>
                <a:pathLst>
                  <a:path w="130611" h="67780" extrusionOk="0">
                    <a:moveTo>
                      <a:pt x="28498" y="0"/>
                    </a:moveTo>
                    <a:cubicBezTo>
                      <a:pt x="24484" y="0"/>
                      <a:pt x="20456" y="1023"/>
                      <a:pt x="16802" y="3132"/>
                    </a:cubicBezTo>
                    <a:lnTo>
                      <a:pt x="16191" y="3487"/>
                    </a:lnTo>
                    <a:cubicBezTo>
                      <a:pt x="1795" y="11796"/>
                      <a:pt x="1" y="31826"/>
                      <a:pt x="12628" y="42639"/>
                    </a:cubicBezTo>
                    <a:cubicBezTo>
                      <a:pt x="28340" y="56094"/>
                      <a:pt x="48088" y="64970"/>
                      <a:pt x="69808" y="67207"/>
                    </a:cubicBezTo>
                    <a:cubicBezTo>
                      <a:pt x="70015" y="67227"/>
                      <a:pt x="70217" y="67252"/>
                      <a:pt x="70419" y="67271"/>
                    </a:cubicBezTo>
                    <a:cubicBezTo>
                      <a:pt x="70804" y="67306"/>
                      <a:pt x="71188" y="67345"/>
                      <a:pt x="71572" y="67375"/>
                    </a:cubicBezTo>
                    <a:cubicBezTo>
                      <a:pt x="72080" y="67419"/>
                      <a:pt x="72588" y="67464"/>
                      <a:pt x="73100" y="67498"/>
                    </a:cubicBezTo>
                    <a:lnTo>
                      <a:pt x="73440" y="67523"/>
                    </a:lnTo>
                    <a:cubicBezTo>
                      <a:pt x="75877" y="67694"/>
                      <a:pt x="78323" y="67780"/>
                      <a:pt x="80773" y="67780"/>
                    </a:cubicBezTo>
                    <a:cubicBezTo>
                      <a:pt x="97672" y="67780"/>
                      <a:pt x="114788" y="63683"/>
                      <a:pt x="130611" y="55083"/>
                    </a:cubicBezTo>
                    <a:lnTo>
                      <a:pt x="106348" y="13068"/>
                    </a:lnTo>
                    <a:cubicBezTo>
                      <a:pt x="98422" y="17162"/>
                      <a:pt x="89641" y="19287"/>
                      <a:pt x="80747" y="19287"/>
                    </a:cubicBezTo>
                    <a:cubicBezTo>
                      <a:pt x="79675" y="19287"/>
                      <a:pt x="78601" y="19256"/>
                      <a:pt x="77526" y="19194"/>
                    </a:cubicBezTo>
                    <a:cubicBezTo>
                      <a:pt x="77220" y="19174"/>
                      <a:pt x="76910" y="19149"/>
                      <a:pt x="76599" y="19130"/>
                    </a:cubicBezTo>
                    <a:cubicBezTo>
                      <a:pt x="76072" y="19090"/>
                      <a:pt x="75545" y="19051"/>
                      <a:pt x="75017" y="18997"/>
                    </a:cubicBezTo>
                    <a:cubicBezTo>
                      <a:pt x="74943" y="18992"/>
                      <a:pt x="74865" y="18982"/>
                      <a:pt x="74791" y="18972"/>
                    </a:cubicBezTo>
                    <a:cubicBezTo>
                      <a:pt x="73347" y="18819"/>
                      <a:pt x="71908" y="18612"/>
                      <a:pt x="70478" y="18351"/>
                    </a:cubicBezTo>
                    <a:cubicBezTo>
                      <a:pt x="70409" y="18336"/>
                      <a:pt x="70340" y="18331"/>
                      <a:pt x="70266" y="18317"/>
                    </a:cubicBezTo>
                    <a:cubicBezTo>
                      <a:pt x="60646" y="16518"/>
                      <a:pt x="51666" y="12220"/>
                      <a:pt x="44224" y="5857"/>
                    </a:cubicBezTo>
                    <a:cubicBezTo>
                      <a:pt x="39725" y="2011"/>
                      <a:pt x="34125" y="0"/>
                      <a:pt x="28498" y="0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Google Shape;12730;p131">
                <a:extLst>
                  <a:ext uri="{FF2B5EF4-FFF2-40B4-BE49-F238E27FC236}">
                    <a16:creationId xmlns:a16="http://schemas.microsoft.com/office/drawing/2014/main" id="{C3D6EED9-BB4E-2E72-22CA-2B7D137C8CB9}"/>
                  </a:ext>
                </a:extLst>
              </p:cNvPr>
              <p:cNvSpPr/>
              <p:nvPr/>
            </p:nvSpPr>
            <p:spPr>
              <a:xfrm>
                <a:off x="2910083" y="2420918"/>
                <a:ext cx="327379" cy="312727"/>
              </a:xfrm>
              <a:custGeom>
                <a:avLst/>
                <a:gdLst/>
                <a:ahLst/>
                <a:cxnLst/>
                <a:rect l="l" t="t" r="r" b="b"/>
                <a:pathLst>
                  <a:path w="101908" h="97347" extrusionOk="0">
                    <a:moveTo>
                      <a:pt x="53377" y="1"/>
                    </a:moveTo>
                    <a:cubicBezTo>
                      <a:pt x="52884" y="9843"/>
                      <a:pt x="49823" y="19390"/>
                      <a:pt x="44495" y="27689"/>
                    </a:cubicBezTo>
                    <a:lnTo>
                      <a:pt x="44490" y="27684"/>
                    </a:lnTo>
                    <a:cubicBezTo>
                      <a:pt x="37847" y="37980"/>
                      <a:pt x="27936" y="45964"/>
                      <a:pt x="16216" y="50163"/>
                    </a:cubicBezTo>
                    <a:cubicBezTo>
                      <a:pt x="6521" y="53638"/>
                      <a:pt x="1" y="62746"/>
                      <a:pt x="1" y="73041"/>
                    </a:cubicBezTo>
                    <a:cubicBezTo>
                      <a:pt x="1" y="86873"/>
                      <a:pt x="11336" y="97347"/>
                      <a:pt x="24173" y="97347"/>
                    </a:cubicBezTo>
                    <a:cubicBezTo>
                      <a:pt x="26820" y="97347"/>
                      <a:pt x="29530" y="96902"/>
                      <a:pt x="32219" y="95949"/>
                    </a:cubicBezTo>
                    <a:cubicBezTo>
                      <a:pt x="49306" y="89897"/>
                      <a:pt x="64347" y="79537"/>
                      <a:pt x="76048" y="66171"/>
                    </a:cubicBezTo>
                    <a:cubicBezTo>
                      <a:pt x="76329" y="65870"/>
                      <a:pt x="76609" y="65570"/>
                      <a:pt x="76881" y="65254"/>
                    </a:cubicBezTo>
                    <a:cubicBezTo>
                      <a:pt x="92548" y="46905"/>
                      <a:pt x="101267" y="23751"/>
                      <a:pt x="101907" y="1"/>
                    </a:cubicBez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62" name="Google Shape;12731;p131">
                <a:extLst>
                  <a:ext uri="{FF2B5EF4-FFF2-40B4-BE49-F238E27FC236}">
                    <a16:creationId xmlns:a16="http://schemas.microsoft.com/office/drawing/2014/main" id="{FD7F5E7D-6BBF-536D-7421-4FDCAFB0E595}"/>
                  </a:ext>
                </a:extLst>
              </p:cNvPr>
              <p:cNvSpPr/>
              <p:nvPr/>
            </p:nvSpPr>
            <p:spPr>
              <a:xfrm>
                <a:off x="2999034" y="2125384"/>
                <a:ext cx="238522" cy="411351"/>
              </a:xfrm>
              <a:custGeom>
                <a:avLst/>
                <a:gdLst/>
                <a:ahLst/>
                <a:cxnLst/>
                <a:rect l="l" t="t" r="r" b="b"/>
                <a:pathLst>
                  <a:path w="74248" h="128047" extrusionOk="0">
                    <a:moveTo>
                      <a:pt x="24273" y="0"/>
                    </a:moveTo>
                    <a:lnTo>
                      <a:pt x="0" y="42036"/>
                    </a:lnTo>
                    <a:cubicBezTo>
                      <a:pt x="7521" y="46866"/>
                      <a:pt x="13775" y="53430"/>
                      <a:pt x="18236" y="61173"/>
                    </a:cubicBezTo>
                    <a:cubicBezTo>
                      <a:pt x="18694" y="61966"/>
                      <a:pt x="19128" y="62765"/>
                      <a:pt x="19542" y="63573"/>
                    </a:cubicBezTo>
                    <a:cubicBezTo>
                      <a:pt x="19601" y="63696"/>
                      <a:pt x="19665" y="63829"/>
                      <a:pt x="19729" y="63953"/>
                    </a:cubicBezTo>
                    <a:cubicBezTo>
                      <a:pt x="19970" y="64426"/>
                      <a:pt x="20202" y="64904"/>
                      <a:pt x="20429" y="65382"/>
                    </a:cubicBezTo>
                    <a:cubicBezTo>
                      <a:pt x="20557" y="65658"/>
                      <a:pt x="20685" y="65929"/>
                      <a:pt x="20808" y="66210"/>
                    </a:cubicBezTo>
                    <a:cubicBezTo>
                      <a:pt x="21079" y="66806"/>
                      <a:pt x="21346" y="67408"/>
                      <a:pt x="21592" y="68014"/>
                    </a:cubicBezTo>
                    <a:cubicBezTo>
                      <a:pt x="21676" y="68226"/>
                      <a:pt x="21755" y="68433"/>
                      <a:pt x="21838" y="68645"/>
                    </a:cubicBezTo>
                    <a:cubicBezTo>
                      <a:pt x="22036" y="69142"/>
                      <a:pt x="22223" y="69645"/>
                      <a:pt x="22405" y="70148"/>
                    </a:cubicBezTo>
                    <a:cubicBezTo>
                      <a:pt x="25816" y="79561"/>
                      <a:pt x="26649" y="89714"/>
                      <a:pt x="24815" y="99561"/>
                    </a:cubicBezTo>
                    <a:cubicBezTo>
                      <a:pt x="22952" y="109586"/>
                      <a:pt x="27738" y="119679"/>
                      <a:pt x="36570" y="124780"/>
                    </a:cubicBezTo>
                    <a:cubicBezTo>
                      <a:pt x="40441" y="127014"/>
                      <a:pt x="44590" y="128047"/>
                      <a:pt x="48651" y="128047"/>
                    </a:cubicBezTo>
                    <a:cubicBezTo>
                      <a:pt x="59837" y="128047"/>
                      <a:pt x="70356" y="120215"/>
                      <a:pt x="72558" y="108102"/>
                    </a:cubicBezTo>
                    <a:cubicBezTo>
                      <a:pt x="73686" y="101887"/>
                      <a:pt x="74248" y="95579"/>
                      <a:pt x="74248" y="89261"/>
                    </a:cubicBezTo>
                    <a:cubicBezTo>
                      <a:pt x="74243" y="71168"/>
                      <a:pt x="69655" y="54150"/>
                      <a:pt x="61577" y="39305"/>
                    </a:cubicBezTo>
                    <a:lnTo>
                      <a:pt x="61557" y="39315"/>
                    </a:lnTo>
                    <a:cubicBezTo>
                      <a:pt x="61123" y="38517"/>
                      <a:pt x="60680" y="37723"/>
                      <a:pt x="60222" y="36930"/>
                    </a:cubicBezTo>
                    <a:cubicBezTo>
                      <a:pt x="51178" y="21262"/>
                      <a:pt x="38694" y="8818"/>
                      <a:pt x="24273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Google Shape;12732;p131">
                <a:extLst>
                  <a:ext uri="{FF2B5EF4-FFF2-40B4-BE49-F238E27FC236}">
                    <a16:creationId xmlns:a16="http://schemas.microsoft.com/office/drawing/2014/main" id="{0680FFA4-3BA5-FCE9-6444-5F0E15B9BCC9}"/>
                  </a:ext>
                </a:extLst>
              </p:cNvPr>
              <p:cNvSpPr/>
              <p:nvPr/>
            </p:nvSpPr>
            <p:spPr>
              <a:xfrm>
                <a:off x="2740849" y="2075876"/>
                <a:ext cx="419604" cy="217734"/>
              </a:xfrm>
              <a:custGeom>
                <a:avLst/>
                <a:gdLst/>
                <a:ahLst/>
                <a:cxnLst/>
                <a:rect l="l" t="t" r="r" b="b"/>
                <a:pathLst>
                  <a:path w="130616" h="67777" extrusionOk="0">
                    <a:moveTo>
                      <a:pt x="49853" y="1"/>
                    </a:moveTo>
                    <a:cubicBezTo>
                      <a:pt x="32949" y="1"/>
                      <a:pt x="15828" y="4093"/>
                      <a:pt x="0" y="12696"/>
                    </a:cubicBezTo>
                    <a:lnTo>
                      <a:pt x="24263" y="54711"/>
                    </a:lnTo>
                    <a:cubicBezTo>
                      <a:pt x="32189" y="50621"/>
                      <a:pt x="40970" y="48497"/>
                      <a:pt x="49860" y="48497"/>
                    </a:cubicBezTo>
                    <a:cubicBezTo>
                      <a:pt x="50932" y="48497"/>
                      <a:pt x="52006" y="48528"/>
                      <a:pt x="53080" y="48590"/>
                    </a:cubicBezTo>
                    <a:cubicBezTo>
                      <a:pt x="53391" y="48605"/>
                      <a:pt x="53701" y="48630"/>
                      <a:pt x="54012" y="48649"/>
                    </a:cubicBezTo>
                    <a:cubicBezTo>
                      <a:pt x="54539" y="48689"/>
                      <a:pt x="55066" y="48728"/>
                      <a:pt x="55594" y="48782"/>
                    </a:cubicBezTo>
                    <a:cubicBezTo>
                      <a:pt x="55668" y="48792"/>
                      <a:pt x="55746" y="48802"/>
                      <a:pt x="55820" y="48807"/>
                    </a:cubicBezTo>
                    <a:cubicBezTo>
                      <a:pt x="57264" y="48960"/>
                      <a:pt x="58704" y="49172"/>
                      <a:pt x="60133" y="49433"/>
                    </a:cubicBezTo>
                    <a:cubicBezTo>
                      <a:pt x="60202" y="49448"/>
                      <a:pt x="60271" y="49453"/>
                      <a:pt x="60345" y="49462"/>
                    </a:cubicBezTo>
                    <a:cubicBezTo>
                      <a:pt x="69965" y="51266"/>
                      <a:pt x="78945" y="55564"/>
                      <a:pt x="86387" y="61927"/>
                    </a:cubicBezTo>
                    <a:cubicBezTo>
                      <a:pt x="90886" y="65767"/>
                      <a:pt x="96484" y="67777"/>
                      <a:pt x="102111" y="67777"/>
                    </a:cubicBezTo>
                    <a:cubicBezTo>
                      <a:pt x="106125" y="67777"/>
                      <a:pt x="110154" y="66754"/>
                      <a:pt x="113809" y="64642"/>
                    </a:cubicBezTo>
                    <a:lnTo>
                      <a:pt x="114420" y="64292"/>
                    </a:lnTo>
                    <a:cubicBezTo>
                      <a:pt x="128816" y="55983"/>
                      <a:pt x="130615" y="35958"/>
                      <a:pt x="117988" y="25140"/>
                    </a:cubicBezTo>
                    <a:cubicBezTo>
                      <a:pt x="102271" y="11685"/>
                      <a:pt x="82523" y="2809"/>
                      <a:pt x="60803" y="572"/>
                    </a:cubicBezTo>
                    <a:cubicBezTo>
                      <a:pt x="60596" y="552"/>
                      <a:pt x="60394" y="532"/>
                      <a:pt x="60192" y="513"/>
                    </a:cubicBezTo>
                    <a:cubicBezTo>
                      <a:pt x="59808" y="473"/>
                      <a:pt x="59423" y="439"/>
                      <a:pt x="59039" y="404"/>
                    </a:cubicBezTo>
                    <a:cubicBezTo>
                      <a:pt x="58531" y="360"/>
                      <a:pt x="58023" y="320"/>
                      <a:pt x="57511" y="281"/>
                    </a:cubicBezTo>
                    <a:lnTo>
                      <a:pt x="57171" y="256"/>
                    </a:lnTo>
                    <a:cubicBezTo>
                      <a:pt x="54739" y="86"/>
                      <a:pt x="52298" y="1"/>
                      <a:pt x="49853" y="1"/>
                    </a:cubicBez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Google Shape;12733;p131">
                <a:extLst>
                  <a:ext uri="{FF2B5EF4-FFF2-40B4-BE49-F238E27FC236}">
                    <a16:creationId xmlns:a16="http://schemas.microsoft.com/office/drawing/2014/main" id="{393671F8-BB3C-F635-EB28-C6E00B1A6B5D}"/>
                  </a:ext>
                </a:extLst>
              </p:cNvPr>
              <p:cNvSpPr/>
              <p:nvPr/>
            </p:nvSpPr>
            <p:spPr>
              <a:xfrm>
                <a:off x="2565167" y="2090625"/>
                <a:ext cx="327379" cy="312740"/>
              </a:xfrm>
              <a:custGeom>
                <a:avLst/>
                <a:gdLst/>
                <a:ahLst/>
                <a:cxnLst/>
                <a:rect l="l" t="t" r="r" b="b"/>
                <a:pathLst>
                  <a:path w="101908" h="97351" extrusionOk="0">
                    <a:moveTo>
                      <a:pt x="77732" y="1"/>
                    </a:moveTo>
                    <a:cubicBezTo>
                      <a:pt x="75086" y="1"/>
                      <a:pt x="72377" y="446"/>
                      <a:pt x="69690" y="1397"/>
                    </a:cubicBezTo>
                    <a:cubicBezTo>
                      <a:pt x="52607" y="7449"/>
                      <a:pt x="37561" y="17814"/>
                      <a:pt x="25865" y="31175"/>
                    </a:cubicBezTo>
                    <a:cubicBezTo>
                      <a:pt x="25580" y="31476"/>
                      <a:pt x="25299" y="31776"/>
                      <a:pt x="25028" y="32097"/>
                    </a:cubicBezTo>
                    <a:cubicBezTo>
                      <a:pt x="9365" y="50441"/>
                      <a:pt x="646" y="73600"/>
                      <a:pt x="1" y="97350"/>
                    </a:cubicBezTo>
                    <a:lnTo>
                      <a:pt x="48536" y="97350"/>
                    </a:lnTo>
                    <a:cubicBezTo>
                      <a:pt x="49024" y="87503"/>
                      <a:pt x="52085" y="77956"/>
                      <a:pt x="57413" y="69662"/>
                    </a:cubicBezTo>
                    <a:lnTo>
                      <a:pt x="57418" y="69662"/>
                    </a:lnTo>
                    <a:cubicBezTo>
                      <a:pt x="64061" y="59371"/>
                      <a:pt x="73977" y="51382"/>
                      <a:pt x="85697" y="47183"/>
                    </a:cubicBezTo>
                    <a:cubicBezTo>
                      <a:pt x="95382" y="43708"/>
                      <a:pt x="101907" y="34605"/>
                      <a:pt x="101907" y="24310"/>
                    </a:cubicBezTo>
                    <a:cubicBezTo>
                      <a:pt x="101907" y="10473"/>
                      <a:pt x="90570" y="1"/>
                      <a:pt x="77732" y="1"/>
                    </a:cubicBezTo>
                    <a:close/>
                  </a:path>
                </a:pathLst>
              </a:custGeom>
              <a:solidFill>
                <a:srgbClr val="A5B7C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Google Shape;12734;p131">
                <a:extLst>
                  <a:ext uri="{FF2B5EF4-FFF2-40B4-BE49-F238E27FC236}">
                    <a16:creationId xmlns:a16="http://schemas.microsoft.com/office/drawing/2014/main" id="{3A7D1EEF-2A1B-5D0F-1AFE-7BF983332302}"/>
                  </a:ext>
                </a:extLst>
              </p:cNvPr>
              <p:cNvSpPr/>
              <p:nvPr/>
            </p:nvSpPr>
            <p:spPr>
              <a:xfrm>
                <a:off x="2565073" y="2287538"/>
                <a:ext cx="218572" cy="409555"/>
              </a:xfrm>
              <a:custGeom>
                <a:avLst/>
                <a:gdLst/>
                <a:ahLst/>
                <a:cxnLst/>
                <a:rect l="l" t="t" r="r" b="b"/>
                <a:pathLst>
                  <a:path w="68038" h="127488" extrusionOk="0">
                    <a:moveTo>
                      <a:pt x="25598" y="0"/>
                    </a:moveTo>
                    <a:cubicBezTo>
                      <a:pt x="14413" y="0"/>
                      <a:pt x="3897" y="7831"/>
                      <a:pt x="1695" y="19943"/>
                    </a:cubicBezTo>
                    <a:cubicBezTo>
                      <a:pt x="567" y="26163"/>
                      <a:pt x="0" y="32466"/>
                      <a:pt x="5" y="38785"/>
                    </a:cubicBezTo>
                    <a:cubicBezTo>
                      <a:pt x="5" y="56877"/>
                      <a:pt x="4598" y="73900"/>
                      <a:pt x="12676" y="88745"/>
                    </a:cubicBezTo>
                    <a:lnTo>
                      <a:pt x="12696" y="88735"/>
                    </a:lnTo>
                    <a:cubicBezTo>
                      <a:pt x="13125" y="89533"/>
                      <a:pt x="13568" y="90327"/>
                      <a:pt x="14027" y="91120"/>
                    </a:cubicBezTo>
                    <a:cubicBezTo>
                      <a:pt x="22888" y="106463"/>
                      <a:pt x="35052" y="118705"/>
                      <a:pt x="49093" y="127488"/>
                    </a:cubicBezTo>
                    <a:cubicBezTo>
                      <a:pt x="44721" y="124742"/>
                      <a:pt x="40552" y="121677"/>
                      <a:pt x="36634" y="118316"/>
                    </a:cubicBezTo>
                    <a:cubicBezTo>
                      <a:pt x="24002" y="107503"/>
                      <a:pt x="25801" y="87473"/>
                      <a:pt x="40197" y="79164"/>
                    </a:cubicBezTo>
                    <a:lnTo>
                      <a:pt x="40808" y="78809"/>
                    </a:lnTo>
                    <a:cubicBezTo>
                      <a:pt x="44459" y="76702"/>
                      <a:pt x="48483" y="75681"/>
                      <a:pt x="52492" y="75681"/>
                    </a:cubicBezTo>
                    <a:cubicBezTo>
                      <a:pt x="58042" y="75681"/>
                      <a:pt x="63566" y="77637"/>
                      <a:pt x="68038" y="81377"/>
                    </a:cubicBezTo>
                    <a:cubicBezTo>
                      <a:pt x="63238" y="77256"/>
                      <a:pt x="59172" y="72353"/>
                      <a:pt x="56017" y="66877"/>
                    </a:cubicBezTo>
                    <a:cubicBezTo>
                      <a:pt x="55559" y="66083"/>
                      <a:pt x="55120" y="65280"/>
                      <a:pt x="54706" y="64472"/>
                    </a:cubicBezTo>
                    <a:cubicBezTo>
                      <a:pt x="54647" y="64349"/>
                      <a:pt x="54583" y="64221"/>
                      <a:pt x="54519" y="64092"/>
                    </a:cubicBezTo>
                    <a:cubicBezTo>
                      <a:pt x="54278" y="63619"/>
                      <a:pt x="54046" y="63141"/>
                      <a:pt x="53824" y="62663"/>
                    </a:cubicBezTo>
                    <a:cubicBezTo>
                      <a:pt x="53691" y="62392"/>
                      <a:pt x="53568" y="62116"/>
                      <a:pt x="53440" y="61840"/>
                    </a:cubicBezTo>
                    <a:cubicBezTo>
                      <a:pt x="53169" y="61239"/>
                      <a:pt x="52907" y="60637"/>
                      <a:pt x="52656" y="60031"/>
                    </a:cubicBezTo>
                    <a:cubicBezTo>
                      <a:pt x="52572" y="59824"/>
                      <a:pt x="52493" y="59612"/>
                      <a:pt x="52410" y="59400"/>
                    </a:cubicBezTo>
                    <a:cubicBezTo>
                      <a:pt x="52217" y="58903"/>
                      <a:pt x="52025" y="58400"/>
                      <a:pt x="51843" y="57902"/>
                    </a:cubicBezTo>
                    <a:cubicBezTo>
                      <a:pt x="48437" y="48484"/>
                      <a:pt x="47604" y="38331"/>
                      <a:pt x="49433" y="28484"/>
                    </a:cubicBezTo>
                    <a:cubicBezTo>
                      <a:pt x="51301" y="18459"/>
                      <a:pt x="46515" y="8366"/>
                      <a:pt x="37683" y="3270"/>
                    </a:cubicBezTo>
                    <a:cubicBezTo>
                      <a:pt x="33811" y="1033"/>
                      <a:pt x="29660" y="0"/>
                      <a:pt x="25598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" name="Google Shape;12735;p131">
              <a:extLst>
                <a:ext uri="{FF2B5EF4-FFF2-40B4-BE49-F238E27FC236}">
                  <a16:creationId xmlns:a16="http://schemas.microsoft.com/office/drawing/2014/main" id="{F54DE094-1BAF-2C98-71E9-00E8E721FA23}"/>
                </a:ext>
              </a:extLst>
            </p:cNvPr>
            <p:cNvGrpSpPr/>
            <p:nvPr/>
          </p:nvGrpSpPr>
          <p:grpSpPr>
            <a:xfrm>
              <a:off x="6392198" y="4986662"/>
              <a:ext cx="489718" cy="712007"/>
              <a:chOff x="1697726" y="3244179"/>
              <a:chExt cx="788124" cy="1146069"/>
            </a:xfrm>
          </p:grpSpPr>
          <p:sp>
            <p:nvSpPr>
              <p:cNvPr id="458" name="Google Shape;12736;p131">
                <a:extLst>
                  <a:ext uri="{FF2B5EF4-FFF2-40B4-BE49-F238E27FC236}">
                    <a16:creationId xmlns:a16="http://schemas.microsoft.com/office/drawing/2014/main" id="{11B5D899-ACFD-152C-82F1-01CF2EAC9829}"/>
                  </a:ext>
                </a:extLst>
              </p:cNvPr>
              <p:cNvSpPr/>
              <p:nvPr/>
            </p:nvSpPr>
            <p:spPr>
              <a:xfrm>
                <a:off x="1697726" y="3244179"/>
                <a:ext cx="788124" cy="1146069"/>
              </a:xfrm>
              <a:custGeom>
                <a:avLst/>
                <a:gdLst/>
                <a:ahLst/>
                <a:cxnLst/>
                <a:rect l="l" t="t" r="r" b="b"/>
                <a:pathLst>
                  <a:path w="30365" h="44156" extrusionOk="0">
                    <a:moveTo>
                      <a:pt x="18841" y="1"/>
                    </a:moveTo>
                    <a:lnTo>
                      <a:pt x="18841" y="3319"/>
                    </a:lnTo>
                    <a:lnTo>
                      <a:pt x="7583" y="3319"/>
                    </a:lnTo>
                    <a:cubicBezTo>
                      <a:pt x="5740" y="3319"/>
                      <a:pt x="4248" y="4814"/>
                      <a:pt x="4248" y="6658"/>
                    </a:cubicBezTo>
                    <a:lnTo>
                      <a:pt x="4248" y="29436"/>
                    </a:lnTo>
                    <a:lnTo>
                      <a:pt x="1" y="29436"/>
                    </a:lnTo>
                    <a:lnTo>
                      <a:pt x="1" y="44155"/>
                    </a:lnTo>
                    <a:lnTo>
                      <a:pt x="14720" y="44155"/>
                    </a:lnTo>
                    <a:lnTo>
                      <a:pt x="14720" y="29436"/>
                    </a:lnTo>
                    <a:lnTo>
                      <a:pt x="10922" y="29436"/>
                    </a:lnTo>
                    <a:lnTo>
                      <a:pt x="10922" y="9993"/>
                    </a:lnTo>
                    <a:lnTo>
                      <a:pt x="18841" y="9993"/>
                    </a:lnTo>
                    <a:lnTo>
                      <a:pt x="18841" y="13311"/>
                    </a:lnTo>
                    <a:lnTo>
                      <a:pt x="30365" y="6658"/>
                    </a:lnTo>
                    <a:lnTo>
                      <a:pt x="18841" y="1"/>
                    </a:ln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Google Shape;12737;p131">
                <a:extLst>
                  <a:ext uri="{FF2B5EF4-FFF2-40B4-BE49-F238E27FC236}">
                    <a16:creationId xmlns:a16="http://schemas.microsoft.com/office/drawing/2014/main" id="{DED124AF-9900-2769-31AE-691406AAD5D4}"/>
                  </a:ext>
                </a:extLst>
              </p:cNvPr>
              <p:cNvSpPr/>
              <p:nvPr/>
            </p:nvSpPr>
            <p:spPr>
              <a:xfrm>
                <a:off x="1743302" y="4053603"/>
                <a:ext cx="291293" cy="291267"/>
              </a:xfrm>
              <a:custGeom>
                <a:avLst/>
                <a:gdLst/>
                <a:ahLst/>
                <a:cxnLst/>
                <a:rect l="l" t="t" r="r" b="b"/>
                <a:pathLst>
                  <a:path w="11223" h="11222" extrusionOk="0">
                    <a:moveTo>
                      <a:pt x="1" y="0"/>
                    </a:moveTo>
                    <a:lnTo>
                      <a:pt x="1" y="11222"/>
                    </a:lnTo>
                    <a:lnTo>
                      <a:pt x="11222" y="11222"/>
                    </a:lnTo>
                    <a:lnTo>
                      <a:pt x="11222" y="0"/>
                    </a:ln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1" name="Google Shape;12738;p131">
              <a:extLst>
                <a:ext uri="{FF2B5EF4-FFF2-40B4-BE49-F238E27FC236}">
                  <a16:creationId xmlns:a16="http://schemas.microsoft.com/office/drawing/2014/main" id="{4A4EEBCD-D67B-C8CE-77F6-E446EB7C0E8D}"/>
                </a:ext>
              </a:extLst>
            </p:cNvPr>
            <p:cNvSpPr/>
            <p:nvPr/>
          </p:nvSpPr>
          <p:spPr>
            <a:xfrm>
              <a:off x="9182069" y="4861297"/>
              <a:ext cx="228" cy="5"/>
            </a:xfrm>
            <a:custGeom>
              <a:avLst/>
              <a:gdLst/>
              <a:ahLst/>
              <a:cxnLst/>
              <a:rect l="l" t="t" r="r" b="b"/>
              <a:pathLst>
                <a:path w="48" h="1" extrusionOk="0">
                  <a:moveTo>
                    <a:pt x="48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2" name="Google Shape;12739;p131">
              <a:extLst>
                <a:ext uri="{FF2B5EF4-FFF2-40B4-BE49-F238E27FC236}">
                  <a16:creationId xmlns:a16="http://schemas.microsoft.com/office/drawing/2014/main" id="{9FE35EAE-9EE0-074E-C2C7-3F6367CB955E}"/>
                </a:ext>
              </a:extLst>
            </p:cNvPr>
            <p:cNvGrpSpPr/>
            <p:nvPr/>
          </p:nvGrpSpPr>
          <p:grpSpPr>
            <a:xfrm>
              <a:off x="8627900" y="3119154"/>
              <a:ext cx="893253" cy="748821"/>
              <a:chOff x="7617850" y="2063282"/>
              <a:chExt cx="799565" cy="670282"/>
            </a:xfrm>
            <a:solidFill>
              <a:schemeClr val="accent1">
                <a:lumMod val="75000"/>
              </a:schemeClr>
            </a:solidFill>
          </p:grpSpPr>
          <p:cxnSp>
            <p:nvCxnSpPr>
              <p:cNvPr id="441" name="Google Shape;12740;p131">
                <a:extLst>
                  <a:ext uri="{FF2B5EF4-FFF2-40B4-BE49-F238E27FC236}">
                    <a16:creationId xmlns:a16="http://schemas.microsoft.com/office/drawing/2014/main" id="{408AF71E-17A0-4770-76E0-65C619A2C17D}"/>
                  </a:ext>
                </a:extLst>
              </p:cNvPr>
              <p:cNvCxnSpPr/>
              <p:nvPr/>
            </p:nvCxnSpPr>
            <p:spPr>
              <a:xfrm rot="5400000" flipH="1">
                <a:off x="7629118" y="2104714"/>
                <a:ext cx="129900" cy="111300"/>
              </a:xfrm>
              <a:prstGeom prst="bentConnector3">
                <a:avLst>
                  <a:gd name="adj1" fmla="val 50000"/>
                </a:avLst>
              </a:prstGeom>
              <a:grpFill/>
              <a:ln w="9525" cap="flat" cmpd="sng">
                <a:solidFill>
                  <a:srgbClr val="667E9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42" name="Google Shape;12741;p131">
                <a:extLst>
                  <a:ext uri="{FF2B5EF4-FFF2-40B4-BE49-F238E27FC236}">
                    <a16:creationId xmlns:a16="http://schemas.microsoft.com/office/drawing/2014/main" id="{9DA534C8-7F34-1D07-79F5-D66038D3760E}"/>
                  </a:ext>
                </a:extLst>
              </p:cNvPr>
              <p:cNvCxnSpPr/>
              <p:nvPr/>
            </p:nvCxnSpPr>
            <p:spPr>
              <a:xfrm rot="-5400000">
                <a:off x="8276270" y="2104714"/>
                <a:ext cx="129900" cy="111300"/>
              </a:xfrm>
              <a:prstGeom prst="bentConnector3">
                <a:avLst>
                  <a:gd name="adj1" fmla="val 50000"/>
                </a:avLst>
              </a:prstGeom>
              <a:grpFill/>
              <a:ln w="9525" cap="flat" cmpd="sng">
                <a:solidFill>
                  <a:srgbClr val="667E9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43" name="Google Shape;12742;p131">
                <a:extLst>
                  <a:ext uri="{FF2B5EF4-FFF2-40B4-BE49-F238E27FC236}">
                    <a16:creationId xmlns:a16="http://schemas.microsoft.com/office/drawing/2014/main" id="{8D4ACB78-4951-2DBF-8439-30A2FFD1A65E}"/>
                  </a:ext>
                </a:extLst>
              </p:cNvPr>
              <p:cNvCxnSpPr/>
              <p:nvPr/>
            </p:nvCxnSpPr>
            <p:spPr>
              <a:xfrm rot="5400000">
                <a:off x="7629118" y="2612964"/>
                <a:ext cx="129900" cy="111300"/>
              </a:xfrm>
              <a:prstGeom prst="bentConnector3">
                <a:avLst>
                  <a:gd name="adj1" fmla="val 50000"/>
                </a:avLst>
              </a:prstGeom>
              <a:grpFill/>
              <a:ln w="9525" cap="flat" cmpd="sng">
                <a:solidFill>
                  <a:srgbClr val="667E9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44" name="Google Shape;12743;p131">
                <a:extLst>
                  <a:ext uri="{FF2B5EF4-FFF2-40B4-BE49-F238E27FC236}">
                    <a16:creationId xmlns:a16="http://schemas.microsoft.com/office/drawing/2014/main" id="{77684A40-E990-386B-7FB0-088655DC70DD}"/>
                  </a:ext>
                </a:extLst>
              </p:cNvPr>
              <p:cNvCxnSpPr/>
              <p:nvPr/>
            </p:nvCxnSpPr>
            <p:spPr>
              <a:xfrm rot="-5400000" flipH="1">
                <a:off x="8276270" y="2612964"/>
                <a:ext cx="129900" cy="111300"/>
              </a:xfrm>
              <a:prstGeom prst="bentConnector3">
                <a:avLst>
                  <a:gd name="adj1" fmla="val 50000"/>
                </a:avLst>
              </a:prstGeom>
              <a:grpFill/>
              <a:ln w="9525" cap="flat" cmpd="sng">
                <a:solidFill>
                  <a:srgbClr val="667E9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45" name="Google Shape;12744;p131">
                <a:extLst>
                  <a:ext uri="{FF2B5EF4-FFF2-40B4-BE49-F238E27FC236}">
                    <a16:creationId xmlns:a16="http://schemas.microsoft.com/office/drawing/2014/main" id="{7888D7E9-28B3-9C3D-11D9-F0888A868FC5}"/>
                  </a:ext>
                </a:extLst>
              </p:cNvPr>
              <p:cNvCxnSpPr/>
              <p:nvPr/>
            </p:nvCxnSpPr>
            <p:spPr>
              <a:xfrm rot="10800000">
                <a:off x="7617850" y="2393356"/>
                <a:ext cx="83400" cy="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667E9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46" name="Google Shape;12745;p131">
                <a:extLst>
                  <a:ext uri="{FF2B5EF4-FFF2-40B4-BE49-F238E27FC236}">
                    <a16:creationId xmlns:a16="http://schemas.microsoft.com/office/drawing/2014/main" id="{DF307CE1-DB4F-C0D6-E77C-2C3F97ED4DD6}"/>
                  </a:ext>
                </a:extLst>
              </p:cNvPr>
              <p:cNvCxnSpPr/>
              <p:nvPr/>
            </p:nvCxnSpPr>
            <p:spPr>
              <a:xfrm rot="10800000">
                <a:off x="8334015" y="2393356"/>
                <a:ext cx="83400" cy="0"/>
              </a:xfrm>
              <a:prstGeom prst="straightConnector1">
                <a:avLst/>
              </a:prstGeom>
              <a:grpFill/>
              <a:ln w="9525" cap="flat" cmpd="sng">
                <a:solidFill>
                  <a:srgbClr val="667E9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447" name="Google Shape;12746;p131">
                <a:extLst>
                  <a:ext uri="{FF2B5EF4-FFF2-40B4-BE49-F238E27FC236}">
                    <a16:creationId xmlns:a16="http://schemas.microsoft.com/office/drawing/2014/main" id="{6A56B80B-9A42-D4E6-7ED4-989A1EC6C887}"/>
                  </a:ext>
                </a:extLst>
              </p:cNvPr>
              <p:cNvGrpSpPr/>
              <p:nvPr/>
            </p:nvGrpSpPr>
            <p:grpSpPr>
              <a:xfrm>
                <a:off x="7734309" y="2063282"/>
                <a:ext cx="570957" cy="620095"/>
                <a:chOff x="7734309" y="2063282"/>
                <a:chExt cx="570957" cy="620095"/>
              </a:xfrm>
              <a:grpFill/>
            </p:grpSpPr>
            <p:grpSp>
              <p:nvGrpSpPr>
                <p:cNvPr id="448" name="Google Shape;12747;p131">
                  <a:extLst>
                    <a:ext uri="{FF2B5EF4-FFF2-40B4-BE49-F238E27FC236}">
                      <a16:creationId xmlns:a16="http://schemas.microsoft.com/office/drawing/2014/main" id="{598956C1-2D62-4E98-D17F-6076F885AC8A}"/>
                    </a:ext>
                  </a:extLst>
                </p:cNvPr>
                <p:cNvGrpSpPr/>
                <p:nvPr/>
              </p:nvGrpSpPr>
              <p:grpSpPr>
                <a:xfrm>
                  <a:off x="8031573" y="2063282"/>
                  <a:ext cx="273693" cy="620095"/>
                  <a:chOff x="8031573" y="2063282"/>
                  <a:chExt cx="273693" cy="620095"/>
                </a:xfrm>
                <a:grpFill/>
              </p:grpSpPr>
              <p:sp>
                <p:nvSpPr>
                  <p:cNvPr id="454" name="Google Shape;12748;p131">
                    <a:extLst>
                      <a:ext uri="{FF2B5EF4-FFF2-40B4-BE49-F238E27FC236}">
                        <a16:creationId xmlns:a16="http://schemas.microsoft.com/office/drawing/2014/main" id="{01C1FE36-7C88-4515-9926-3A0ECBE6718D}"/>
                      </a:ext>
                    </a:extLst>
                  </p:cNvPr>
                  <p:cNvSpPr/>
                  <p:nvPr/>
                </p:nvSpPr>
                <p:spPr>
                  <a:xfrm>
                    <a:off x="8031573" y="2481676"/>
                    <a:ext cx="246012" cy="2017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944" h="14712" extrusionOk="0">
                        <a:moveTo>
                          <a:pt x="13714" y="1"/>
                        </a:moveTo>
                        <a:cubicBezTo>
                          <a:pt x="13485" y="1"/>
                          <a:pt x="13243" y="5"/>
                          <a:pt x="12987" y="13"/>
                        </a:cubicBezTo>
                        <a:cubicBezTo>
                          <a:pt x="11706" y="56"/>
                          <a:pt x="10294" y="76"/>
                          <a:pt x="8782" y="76"/>
                        </a:cubicBezTo>
                        <a:cubicBezTo>
                          <a:pt x="8568" y="76"/>
                          <a:pt x="8352" y="76"/>
                          <a:pt x="8134" y="75"/>
                        </a:cubicBezTo>
                        <a:lnTo>
                          <a:pt x="8118" y="75"/>
                        </a:lnTo>
                        <a:cubicBezTo>
                          <a:pt x="8116" y="75"/>
                          <a:pt x="8114" y="75"/>
                          <a:pt x="8112" y="75"/>
                        </a:cubicBezTo>
                        <a:cubicBezTo>
                          <a:pt x="6297" y="75"/>
                          <a:pt x="4825" y="1549"/>
                          <a:pt x="4828" y="3365"/>
                        </a:cubicBezTo>
                        <a:lnTo>
                          <a:pt x="4828" y="4847"/>
                        </a:lnTo>
                        <a:lnTo>
                          <a:pt x="6675" y="4847"/>
                        </a:lnTo>
                        <a:cubicBezTo>
                          <a:pt x="9163" y="4850"/>
                          <a:pt x="11182" y="6869"/>
                          <a:pt x="11185" y="9357"/>
                        </a:cubicBezTo>
                        <a:lnTo>
                          <a:pt x="11185" y="9535"/>
                        </a:lnTo>
                        <a:cubicBezTo>
                          <a:pt x="11185" y="9839"/>
                          <a:pt x="10936" y="10088"/>
                          <a:pt x="10632" y="10088"/>
                        </a:cubicBezTo>
                        <a:cubicBezTo>
                          <a:pt x="10328" y="10088"/>
                          <a:pt x="10079" y="9839"/>
                          <a:pt x="10079" y="9535"/>
                        </a:cubicBezTo>
                        <a:lnTo>
                          <a:pt x="10079" y="9357"/>
                        </a:lnTo>
                        <a:cubicBezTo>
                          <a:pt x="10079" y="7477"/>
                          <a:pt x="8555" y="5953"/>
                          <a:pt x="6675" y="5953"/>
                        </a:cubicBezTo>
                        <a:lnTo>
                          <a:pt x="1" y="5953"/>
                        </a:lnTo>
                        <a:lnTo>
                          <a:pt x="1" y="12851"/>
                        </a:lnTo>
                        <a:cubicBezTo>
                          <a:pt x="460" y="13288"/>
                          <a:pt x="2279" y="14711"/>
                          <a:pt x="6423" y="14711"/>
                        </a:cubicBezTo>
                        <a:cubicBezTo>
                          <a:pt x="11525" y="14711"/>
                          <a:pt x="14168" y="11628"/>
                          <a:pt x="14527" y="8571"/>
                        </a:cubicBezTo>
                        <a:cubicBezTo>
                          <a:pt x="14553" y="8351"/>
                          <a:pt x="14705" y="8169"/>
                          <a:pt x="14919" y="8105"/>
                        </a:cubicBezTo>
                        <a:cubicBezTo>
                          <a:pt x="15042" y="8069"/>
                          <a:pt x="17944" y="7154"/>
                          <a:pt x="17882" y="3957"/>
                        </a:cubicBezTo>
                        <a:cubicBezTo>
                          <a:pt x="17856" y="2779"/>
                          <a:pt x="17727" y="1961"/>
                          <a:pt x="17459" y="1392"/>
                        </a:cubicBezTo>
                        <a:cubicBezTo>
                          <a:pt x="17352" y="1201"/>
                          <a:pt x="17093" y="842"/>
                          <a:pt x="17028" y="780"/>
                        </a:cubicBezTo>
                        <a:cubicBezTo>
                          <a:pt x="16462" y="243"/>
                          <a:pt x="15452" y="1"/>
                          <a:pt x="13714" y="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5" name="Google Shape;12749;p131">
                    <a:extLst>
                      <a:ext uri="{FF2B5EF4-FFF2-40B4-BE49-F238E27FC236}">
                        <a16:creationId xmlns:a16="http://schemas.microsoft.com/office/drawing/2014/main" id="{B1E705C3-D927-C132-C01B-C9158E9B2CC0}"/>
                      </a:ext>
                    </a:extLst>
                  </p:cNvPr>
                  <p:cNvSpPr/>
                  <p:nvPr/>
                </p:nvSpPr>
                <p:spPr>
                  <a:xfrm>
                    <a:off x="8031573" y="2298026"/>
                    <a:ext cx="273693" cy="25011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963" h="18243" extrusionOk="0">
                        <a:moveTo>
                          <a:pt x="16810" y="1"/>
                        </a:moveTo>
                        <a:cubicBezTo>
                          <a:pt x="16764" y="1"/>
                          <a:pt x="16738" y="2"/>
                          <a:pt x="16737" y="2"/>
                        </a:cubicBezTo>
                        <a:lnTo>
                          <a:pt x="12039" y="2"/>
                        </a:lnTo>
                        <a:cubicBezTo>
                          <a:pt x="9752" y="2"/>
                          <a:pt x="7902" y="1856"/>
                          <a:pt x="7898" y="4140"/>
                        </a:cubicBezTo>
                        <a:lnTo>
                          <a:pt x="7898" y="6748"/>
                        </a:lnTo>
                        <a:lnTo>
                          <a:pt x="8303" y="6748"/>
                        </a:lnTo>
                        <a:cubicBezTo>
                          <a:pt x="9966" y="6748"/>
                          <a:pt x="11315" y="8097"/>
                          <a:pt x="11315" y="9760"/>
                        </a:cubicBezTo>
                        <a:lnTo>
                          <a:pt x="11315" y="10333"/>
                        </a:lnTo>
                        <a:cubicBezTo>
                          <a:pt x="11315" y="10637"/>
                          <a:pt x="11069" y="10886"/>
                          <a:pt x="10761" y="10886"/>
                        </a:cubicBezTo>
                        <a:cubicBezTo>
                          <a:pt x="10457" y="10886"/>
                          <a:pt x="10211" y="10637"/>
                          <a:pt x="10211" y="10333"/>
                        </a:cubicBezTo>
                        <a:lnTo>
                          <a:pt x="10211" y="9760"/>
                        </a:lnTo>
                        <a:cubicBezTo>
                          <a:pt x="10208" y="8705"/>
                          <a:pt x="9357" y="7854"/>
                          <a:pt x="8303" y="7851"/>
                        </a:cubicBezTo>
                        <a:lnTo>
                          <a:pt x="6449" y="7851"/>
                        </a:lnTo>
                        <a:cubicBezTo>
                          <a:pt x="5362" y="7851"/>
                          <a:pt x="4482" y="8731"/>
                          <a:pt x="4482" y="9818"/>
                        </a:cubicBezTo>
                        <a:lnTo>
                          <a:pt x="4482" y="10624"/>
                        </a:lnTo>
                        <a:cubicBezTo>
                          <a:pt x="4482" y="10931"/>
                          <a:pt x="4233" y="11177"/>
                          <a:pt x="3929" y="11177"/>
                        </a:cubicBezTo>
                        <a:cubicBezTo>
                          <a:pt x="3624" y="11177"/>
                          <a:pt x="3375" y="10931"/>
                          <a:pt x="3375" y="10624"/>
                        </a:cubicBezTo>
                        <a:lnTo>
                          <a:pt x="3375" y="9818"/>
                        </a:lnTo>
                        <a:cubicBezTo>
                          <a:pt x="3375" y="8123"/>
                          <a:pt x="4750" y="6745"/>
                          <a:pt x="6449" y="6745"/>
                        </a:cubicBezTo>
                        <a:lnTo>
                          <a:pt x="6792" y="6745"/>
                        </a:lnTo>
                        <a:lnTo>
                          <a:pt x="6792" y="5230"/>
                        </a:lnTo>
                        <a:lnTo>
                          <a:pt x="1" y="5230"/>
                        </a:lnTo>
                        <a:lnTo>
                          <a:pt x="1" y="18243"/>
                        </a:lnTo>
                        <a:lnTo>
                          <a:pt x="3722" y="18243"/>
                        </a:lnTo>
                        <a:lnTo>
                          <a:pt x="3722" y="16761"/>
                        </a:lnTo>
                        <a:cubicBezTo>
                          <a:pt x="3722" y="14335"/>
                          <a:pt x="5689" y="12364"/>
                          <a:pt x="8118" y="12364"/>
                        </a:cubicBezTo>
                        <a:lnTo>
                          <a:pt x="8138" y="12364"/>
                        </a:lnTo>
                        <a:cubicBezTo>
                          <a:pt x="8355" y="12365"/>
                          <a:pt x="8571" y="12366"/>
                          <a:pt x="8785" y="12366"/>
                        </a:cubicBezTo>
                        <a:cubicBezTo>
                          <a:pt x="10281" y="12366"/>
                          <a:pt x="11680" y="12346"/>
                          <a:pt x="12949" y="12306"/>
                        </a:cubicBezTo>
                        <a:cubicBezTo>
                          <a:pt x="13215" y="12297"/>
                          <a:pt x="13470" y="12293"/>
                          <a:pt x="13712" y="12293"/>
                        </a:cubicBezTo>
                        <a:cubicBezTo>
                          <a:pt x="15786" y="12293"/>
                          <a:pt x="16995" y="12621"/>
                          <a:pt x="17789" y="13374"/>
                        </a:cubicBezTo>
                        <a:cubicBezTo>
                          <a:pt x="17866" y="13448"/>
                          <a:pt x="17941" y="13526"/>
                          <a:pt x="18009" y="13610"/>
                        </a:cubicBezTo>
                        <a:cubicBezTo>
                          <a:pt x="19963" y="12539"/>
                          <a:pt x="19927" y="9744"/>
                          <a:pt x="19927" y="9715"/>
                        </a:cubicBezTo>
                        <a:lnTo>
                          <a:pt x="19927" y="4156"/>
                        </a:lnTo>
                        <a:cubicBezTo>
                          <a:pt x="19927" y="2603"/>
                          <a:pt x="19545" y="1461"/>
                          <a:pt x="18795" y="763"/>
                        </a:cubicBezTo>
                        <a:cubicBezTo>
                          <a:pt x="18032" y="53"/>
                          <a:pt x="17079" y="1"/>
                          <a:pt x="16810" y="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6" name="Google Shape;12750;p131">
                    <a:extLst>
                      <a:ext uri="{FF2B5EF4-FFF2-40B4-BE49-F238E27FC236}">
                        <a16:creationId xmlns:a16="http://schemas.microsoft.com/office/drawing/2014/main" id="{F4F2CCB5-1BA7-82EC-6D5B-E2F86ED11E4B}"/>
                      </a:ext>
                    </a:extLst>
                  </p:cNvPr>
                  <p:cNvSpPr/>
                  <p:nvPr/>
                </p:nvSpPr>
                <p:spPr>
                  <a:xfrm>
                    <a:off x="8031573" y="2063282"/>
                    <a:ext cx="177311" cy="1425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933" h="10396" extrusionOk="0">
                        <a:moveTo>
                          <a:pt x="3097" y="1"/>
                        </a:moveTo>
                        <a:cubicBezTo>
                          <a:pt x="134" y="1"/>
                          <a:pt x="4" y="3928"/>
                          <a:pt x="1" y="4087"/>
                        </a:cubicBezTo>
                        <a:lnTo>
                          <a:pt x="1" y="10396"/>
                        </a:lnTo>
                        <a:lnTo>
                          <a:pt x="3796" y="10396"/>
                        </a:lnTo>
                        <a:cubicBezTo>
                          <a:pt x="5061" y="10393"/>
                          <a:pt x="6087" y="9367"/>
                          <a:pt x="6087" y="8102"/>
                        </a:cubicBezTo>
                        <a:lnTo>
                          <a:pt x="6087" y="7568"/>
                        </a:lnTo>
                        <a:cubicBezTo>
                          <a:pt x="6083" y="6255"/>
                          <a:pt x="5022" y="5193"/>
                          <a:pt x="3712" y="5193"/>
                        </a:cubicBezTo>
                        <a:lnTo>
                          <a:pt x="2803" y="5193"/>
                        </a:lnTo>
                        <a:cubicBezTo>
                          <a:pt x="2499" y="5193"/>
                          <a:pt x="2249" y="4944"/>
                          <a:pt x="2249" y="4640"/>
                        </a:cubicBezTo>
                        <a:cubicBezTo>
                          <a:pt x="2249" y="4336"/>
                          <a:pt x="2499" y="4087"/>
                          <a:pt x="2803" y="4087"/>
                        </a:cubicBezTo>
                        <a:lnTo>
                          <a:pt x="3715" y="4087"/>
                        </a:lnTo>
                        <a:cubicBezTo>
                          <a:pt x="5507" y="4090"/>
                          <a:pt x="7009" y="5456"/>
                          <a:pt x="7180" y="7241"/>
                        </a:cubicBezTo>
                        <a:lnTo>
                          <a:pt x="12741" y="7241"/>
                        </a:lnTo>
                        <a:cubicBezTo>
                          <a:pt x="12868" y="7086"/>
                          <a:pt x="12932" y="6847"/>
                          <a:pt x="12777" y="6420"/>
                        </a:cubicBezTo>
                        <a:cubicBezTo>
                          <a:pt x="12389" y="5323"/>
                          <a:pt x="10755" y="3708"/>
                          <a:pt x="8616" y="2301"/>
                        </a:cubicBezTo>
                        <a:cubicBezTo>
                          <a:pt x="6494" y="903"/>
                          <a:pt x="4327" y="1"/>
                          <a:pt x="3097" y="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7" name="Google Shape;12751;p131">
                    <a:extLst>
                      <a:ext uri="{FF2B5EF4-FFF2-40B4-BE49-F238E27FC236}">
                        <a16:creationId xmlns:a16="http://schemas.microsoft.com/office/drawing/2014/main" id="{4A8DF318-0608-6EDD-BC5D-18AC1918FBEE}"/>
                      </a:ext>
                    </a:extLst>
                  </p:cNvPr>
                  <p:cNvSpPr/>
                  <p:nvPr/>
                </p:nvSpPr>
                <p:spPr>
                  <a:xfrm>
                    <a:off x="8031573" y="2177659"/>
                    <a:ext cx="221307" cy="1769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142" h="12904" extrusionOk="0">
                        <a:moveTo>
                          <a:pt x="13080" y="0"/>
                        </a:moveTo>
                        <a:cubicBezTo>
                          <a:pt x="13032" y="0"/>
                          <a:pt x="13005" y="2"/>
                          <a:pt x="13004" y="2"/>
                        </a:cubicBezTo>
                        <a:cubicBezTo>
                          <a:pt x="12997" y="3"/>
                          <a:pt x="12991" y="4"/>
                          <a:pt x="12985" y="4"/>
                        </a:cubicBezTo>
                        <a:cubicBezTo>
                          <a:pt x="12978" y="4"/>
                          <a:pt x="12973" y="3"/>
                          <a:pt x="12968" y="2"/>
                        </a:cubicBezTo>
                        <a:lnTo>
                          <a:pt x="7183" y="2"/>
                        </a:lnTo>
                        <a:cubicBezTo>
                          <a:pt x="7054" y="1778"/>
                          <a:pt x="5579" y="3156"/>
                          <a:pt x="3796" y="3156"/>
                        </a:cubicBezTo>
                        <a:lnTo>
                          <a:pt x="1" y="3156"/>
                        </a:lnTo>
                        <a:lnTo>
                          <a:pt x="1" y="12904"/>
                        </a:lnTo>
                        <a:lnTo>
                          <a:pt x="6792" y="12904"/>
                        </a:lnTo>
                        <a:cubicBezTo>
                          <a:pt x="6802" y="10018"/>
                          <a:pt x="9150" y="7676"/>
                          <a:pt x="12036" y="7676"/>
                        </a:cubicBezTo>
                        <a:lnTo>
                          <a:pt x="16142" y="7676"/>
                        </a:lnTo>
                        <a:lnTo>
                          <a:pt x="16142" y="3137"/>
                        </a:lnTo>
                        <a:cubicBezTo>
                          <a:pt x="16142" y="2108"/>
                          <a:pt x="15857" y="1318"/>
                          <a:pt x="15297" y="788"/>
                        </a:cubicBezTo>
                        <a:cubicBezTo>
                          <a:pt x="14516" y="51"/>
                          <a:pt x="13383" y="0"/>
                          <a:pt x="13080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449" name="Google Shape;12752;p131">
                  <a:extLst>
                    <a:ext uri="{FF2B5EF4-FFF2-40B4-BE49-F238E27FC236}">
                      <a16:creationId xmlns:a16="http://schemas.microsoft.com/office/drawing/2014/main" id="{4E234C82-21E3-3147-892D-850E825F4C92}"/>
                    </a:ext>
                  </a:extLst>
                </p:cNvPr>
                <p:cNvGrpSpPr/>
                <p:nvPr/>
              </p:nvGrpSpPr>
              <p:grpSpPr>
                <a:xfrm flipH="1">
                  <a:off x="7734309" y="2063282"/>
                  <a:ext cx="273693" cy="620095"/>
                  <a:chOff x="8031573" y="2063282"/>
                  <a:chExt cx="273693" cy="620095"/>
                </a:xfrm>
                <a:grpFill/>
              </p:grpSpPr>
              <p:sp>
                <p:nvSpPr>
                  <p:cNvPr id="450" name="Google Shape;12753;p131">
                    <a:extLst>
                      <a:ext uri="{FF2B5EF4-FFF2-40B4-BE49-F238E27FC236}">
                        <a16:creationId xmlns:a16="http://schemas.microsoft.com/office/drawing/2014/main" id="{ED41A579-6F0F-7135-8ED2-7BCC5A77B95E}"/>
                      </a:ext>
                    </a:extLst>
                  </p:cNvPr>
                  <p:cNvSpPr/>
                  <p:nvPr/>
                </p:nvSpPr>
                <p:spPr>
                  <a:xfrm>
                    <a:off x="8031573" y="2481676"/>
                    <a:ext cx="246012" cy="20170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944" h="14712" extrusionOk="0">
                        <a:moveTo>
                          <a:pt x="13714" y="1"/>
                        </a:moveTo>
                        <a:cubicBezTo>
                          <a:pt x="13485" y="1"/>
                          <a:pt x="13243" y="5"/>
                          <a:pt x="12987" y="13"/>
                        </a:cubicBezTo>
                        <a:cubicBezTo>
                          <a:pt x="11706" y="56"/>
                          <a:pt x="10294" y="76"/>
                          <a:pt x="8782" y="76"/>
                        </a:cubicBezTo>
                        <a:cubicBezTo>
                          <a:pt x="8568" y="76"/>
                          <a:pt x="8352" y="76"/>
                          <a:pt x="8134" y="75"/>
                        </a:cubicBezTo>
                        <a:lnTo>
                          <a:pt x="8118" y="75"/>
                        </a:lnTo>
                        <a:cubicBezTo>
                          <a:pt x="8116" y="75"/>
                          <a:pt x="8114" y="75"/>
                          <a:pt x="8112" y="75"/>
                        </a:cubicBezTo>
                        <a:cubicBezTo>
                          <a:pt x="6297" y="75"/>
                          <a:pt x="4825" y="1549"/>
                          <a:pt x="4828" y="3365"/>
                        </a:cubicBezTo>
                        <a:lnTo>
                          <a:pt x="4828" y="4847"/>
                        </a:lnTo>
                        <a:lnTo>
                          <a:pt x="6675" y="4847"/>
                        </a:lnTo>
                        <a:cubicBezTo>
                          <a:pt x="9163" y="4850"/>
                          <a:pt x="11182" y="6869"/>
                          <a:pt x="11185" y="9357"/>
                        </a:cubicBezTo>
                        <a:lnTo>
                          <a:pt x="11185" y="9535"/>
                        </a:lnTo>
                        <a:cubicBezTo>
                          <a:pt x="11185" y="9839"/>
                          <a:pt x="10936" y="10088"/>
                          <a:pt x="10632" y="10088"/>
                        </a:cubicBezTo>
                        <a:cubicBezTo>
                          <a:pt x="10328" y="10088"/>
                          <a:pt x="10079" y="9839"/>
                          <a:pt x="10079" y="9535"/>
                        </a:cubicBezTo>
                        <a:lnTo>
                          <a:pt x="10079" y="9357"/>
                        </a:lnTo>
                        <a:cubicBezTo>
                          <a:pt x="10079" y="7477"/>
                          <a:pt x="8555" y="5953"/>
                          <a:pt x="6675" y="5953"/>
                        </a:cubicBezTo>
                        <a:lnTo>
                          <a:pt x="1" y="5953"/>
                        </a:lnTo>
                        <a:lnTo>
                          <a:pt x="1" y="12851"/>
                        </a:lnTo>
                        <a:cubicBezTo>
                          <a:pt x="460" y="13288"/>
                          <a:pt x="2279" y="14711"/>
                          <a:pt x="6423" y="14711"/>
                        </a:cubicBezTo>
                        <a:cubicBezTo>
                          <a:pt x="11525" y="14711"/>
                          <a:pt x="14168" y="11628"/>
                          <a:pt x="14527" y="8571"/>
                        </a:cubicBezTo>
                        <a:cubicBezTo>
                          <a:pt x="14553" y="8351"/>
                          <a:pt x="14705" y="8169"/>
                          <a:pt x="14919" y="8105"/>
                        </a:cubicBezTo>
                        <a:cubicBezTo>
                          <a:pt x="15042" y="8069"/>
                          <a:pt x="17944" y="7154"/>
                          <a:pt x="17882" y="3957"/>
                        </a:cubicBezTo>
                        <a:cubicBezTo>
                          <a:pt x="17856" y="2779"/>
                          <a:pt x="17727" y="1961"/>
                          <a:pt x="17459" y="1392"/>
                        </a:cubicBezTo>
                        <a:cubicBezTo>
                          <a:pt x="17352" y="1201"/>
                          <a:pt x="17093" y="842"/>
                          <a:pt x="17028" y="780"/>
                        </a:cubicBezTo>
                        <a:cubicBezTo>
                          <a:pt x="16462" y="243"/>
                          <a:pt x="15452" y="1"/>
                          <a:pt x="13714" y="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1" name="Google Shape;12754;p131">
                    <a:extLst>
                      <a:ext uri="{FF2B5EF4-FFF2-40B4-BE49-F238E27FC236}">
                        <a16:creationId xmlns:a16="http://schemas.microsoft.com/office/drawing/2014/main" id="{56262647-836C-2FD8-F64E-22BFD85C87F2}"/>
                      </a:ext>
                    </a:extLst>
                  </p:cNvPr>
                  <p:cNvSpPr/>
                  <p:nvPr/>
                </p:nvSpPr>
                <p:spPr>
                  <a:xfrm>
                    <a:off x="8031573" y="2298026"/>
                    <a:ext cx="273693" cy="25011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963" h="18243" extrusionOk="0">
                        <a:moveTo>
                          <a:pt x="16810" y="1"/>
                        </a:moveTo>
                        <a:cubicBezTo>
                          <a:pt x="16764" y="1"/>
                          <a:pt x="16738" y="2"/>
                          <a:pt x="16737" y="2"/>
                        </a:cubicBezTo>
                        <a:lnTo>
                          <a:pt x="12039" y="2"/>
                        </a:lnTo>
                        <a:cubicBezTo>
                          <a:pt x="9752" y="2"/>
                          <a:pt x="7902" y="1856"/>
                          <a:pt x="7898" y="4140"/>
                        </a:cubicBezTo>
                        <a:lnTo>
                          <a:pt x="7898" y="6748"/>
                        </a:lnTo>
                        <a:lnTo>
                          <a:pt x="8303" y="6748"/>
                        </a:lnTo>
                        <a:cubicBezTo>
                          <a:pt x="9966" y="6748"/>
                          <a:pt x="11315" y="8097"/>
                          <a:pt x="11315" y="9760"/>
                        </a:cubicBezTo>
                        <a:lnTo>
                          <a:pt x="11315" y="10333"/>
                        </a:lnTo>
                        <a:cubicBezTo>
                          <a:pt x="11315" y="10637"/>
                          <a:pt x="11069" y="10886"/>
                          <a:pt x="10761" y="10886"/>
                        </a:cubicBezTo>
                        <a:cubicBezTo>
                          <a:pt x="10457" y="10886"/>
                          <a:pt x="10211" y="10637"/>
                          <a:pt x="10211" y="10333"/>
                        </a:cubicBezTo>
                        <a:lnTo>
                          <a:pt x="10211" y="9760"/>
                        </a:lnTo>
                        <a:cubicBezTo>
                          <a:pt x="10208" y="8705"/>
                          <a:pt x="9357" y="7854"/>
                          <a:pt x="8303" y="7851"/>
                        </a:cubicBezTo>
                        <a:lnTo>
                          <a:pt x="6449" y="7851"/>
                        </a:lnTo>
                        <a:cubicBezTo>
                          <a:pt x="5362" y="7851"/>
                          <a:pt x="4482" y="8731"/>
                          <a:pt x="4482" y="9818"/>
                        </a:cubicBezTo>
                        <a:lnTo>
                          <a:pt x="4482" y="10624"/>
                        </a:lnTo>
                        <a:cubicBezTo>
                          <a:pt x="4482" y="10931"/>
                          <a:pt x="4233" y="11177"/>
                          <a:pt x="3929" y="11177"/>
                        </a:cubicBezTo>
                        <a:cubicBezTo>
                          <a:pt x="3624" y="11177"/>
                          <a:pt x="3375" y="10931"/>
                          <a:pt x="3375" y="10624"/>
                        </a:cubicBezTo>
                        <a:lnTo>
                          <a:pt x="3375" y="9818"/>
                        </a:lnTo>
                        <a:cubicBezTo>
                          <a:pt x="3375" y="8123"/>
                          <a:pt x="4750" y="6745"/>
                          <a:pt x="6449" y="6745"/>
                        </a:cubicBezTo>
                        <a:lnTo>
                          <a:pt x="6792" y="6745"/>
                        </a:lnTo>
                        <a:lnTo>
                          <a:pt x="6792" y="5230"/>
                        </a:lnTo>
                        <a:lnTo>
                          <a:pt x="1" y="5230"/>
                        </a:lnTo>
                        <a:lnTo>
                          <a:pt x="1" y="18243"/>
                        </a:lnTo>
                        <a:lnTo>
                          <a:pt x="3722" y="18243"/>
                        </a:lnTo>
                        <a:lnTo>
                          <a:pt x="3722" y="16761"/>
                        </a:lnTo>
                        <a:cubicBezTo>
                          <a:pt x="3722" y="14335"/>
                          <a:pt x="5689" y="12364"/>
                          <a:pt x="8118" y="12364"/>
                        </a:cubicBezTo>
                        <a:lnTo>
                          <a:pt x="8138" y="12364"/>
                        </a:lnTo>
                        <a:cubicBezTo>
                          <a:pt x="8355" y="12365"/>
                          <a:pt x="8571" y="12366"/>
                          <a:pt x="8785" y="12366"/>
                        </a:cubicBezTo>
                        <a:cubicBezTo>
                          <a:pt x="10281" y="12366"/>
                          <a:pt x="11680" y="12346"/>
                          <a:pt x="12949" y="12306"/>
                        </a:cubicBezTo>
                        <a:cubicBezTo>
                          <a:pt x="13215" y="12297"/>
                          <a:pt x="13470" y="12293"/>
                          <a:pt x="13712" y="12293"/>
                        </a:cubicBezTo>
                        <a:cubicBezTo>
                          <a:pt x="15786" y="12293"/>
                          <a:pt x="16995" y="12621"/>
                          <a:pt x="17789" y="13374"/>
                        </a:cubicBezTo>
                        <a:cubicBezTo>
                          <a:pt x="17866" y="13448"/>
                          <a:pt x="17941" y="13526"/>
                          <a:pt x="18009" y="13610"/>
                        </a:cubicBezTo>
                        <a:cubicBezTo>
                          <a:pt x="19963" y="12539"/>
                          <a:pt x="19927" y="9744"/>
                          <a:pt x="19927" y="9715"/>
                        </a:cubicBezTo>
                        <a:lnTo>
                          <a:pt x="19927" y="4156"/>
                        </a:lnTo>
                        <a:cubicBezTo>
                          <a:pt x="19927" y="2603"/>
                          <a:pt x="19545" y="1461"/>
                          <a:pt x="18795" y="763"/>
                        </a:cubicBezTo>
                        <a:cubicBezTo>
                          <a:pt x="18032" y="53"/>
                          <a:pt x="17079" y="1"/>
                          <a:pt x="16810" y="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2" name="Google Shape;12755;p131">
                    <a:extLst>
                      <a:ext uri="{FF2B5EF4-FFF2-40B4-BE49-F238E27FC236}">
                        <a16:creationId xmlns:a16="http://schemas.microsoft.com/office/drawing/2014/main" id="{2A48EB13-3836-E280-CBFD-07BE622639FF}"/>
                      </a:ext>
                    </a:extLst>
                  </p:cNvPr>
                  <p:cNvSpPr/>
                  <p:nvPr/>
                </p:nvSpPr>
                <p:spPr>
                  <a:xfrm>
                    <a:off x="8031573" y="2063282"/>
                    <a:ext cx="177311" cy="1425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933" h="10396" extrusionOk="0">
                        <a:moveTo>
                          <a:pt x="3097" y="1"/>
                        </a:moveTo>
                        <a:cubicBezTo>
                          <a:pt x="134" y="1"/>
                          <a:pt x="4" y="3928"/>
                          <a:pt x="1" y="4087"/>
                        </a:cubicBezTo>
                        <a:lnTo>
                          <a:pt x="1" y="10396"/>
                        </a:lnTo>
                        <a:lnTo>
                          <a:pt x="3796" y="10396"/>
                        </a:lnTo>
                        <a:cubicBezTo>
                          <a:pt x="5061" y="10393"/>
                          <a:pt x="6087" y="9367"/>
                          <a:pt x="6087" y="8102"/>
                        </a:cubicBezTo>
                        <a:lnTo>
                          <a:pt x="6087" y="7568"/>
                        </a:lnTo>
                        <a:cubicBezTo>
                          <a:pt x="6083" y="6255"/>
                          <a:pt x="5022" y="5193"/>
                          <a:pt x="3712" y="5193"/>
                        </a:cubicBezTo>
                        <a:lnTo>
                          <a:pt x="2803" y="5193"/>
                        </a:lnTo>
                        <a:cubicBezTo>
                          <a:pt x="2499" y="5193"/>
                          <a:pt x="2249" y="4944"/>
                          <a:pt x="2249" y="4640"/>
                        </a:cubicBezTo>
                        <a:cubicBezTo>
                          <a:pt x="2249" y="4336"/>
                          <a:pt x="2499" y="4087"/>
                          <a:pt x="2803" y="4087"/>
                        </a:cubicBezTo>
                        <a:lnTo>
                          <a:pt x="3715" y="4087"/>
                        </a:lnTo>
                        <a:cubicBezTo>
                          <a:pt x="5507" y="4090"/>
                          <a:pt x="7009" y="5456"/>
                          <a:pt x="7180" y="7241"/>
                        </a:cubicBezTo>
                        <a:lnTo>
                          <a:pt x="12741" y="7241"/>
                        </a:lnTo>
                        <a:cubicBezTo>
                          <a:pt x="12868" y="7086"/>
                          <a:pt x="12932" y="6847"/>
                          <a:pt x="12777" y="6420"/>
                        </a:cubicBezTo>
                        <a:cubicBezTo>
                          <a:pt x="12389" y="5323"/>
                          <a:pt x="10755" y="3708"/>
                          <a:pt x="8616" y="2301"/>
                        </a:cubicBezTo>
                        <a:cubicBezTo>
                          <a:pt x="6494" y="903"/>
                          <a:pt x="4327" y="1"/>
                          <a:pt x="3097" y="1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3" name="Google Shape;12756;p131">
                    <a:extLst>
                      <a:ext uri="{FF2B5EF4-FFF2-40B4-BE49-F238E27FC236}">
                        <a16:creationId xmlns:a16="http://schemas.microsoft.com/office/drawing/2014/main" id="{EBBDFD3F-E257-1A93-5C81-026DDA0DF709}"/>
                      </a:ext>
                    </a:extLst>
                  </p:cNvPr>
                  <p:cNvSpPr/>
                  <p:nvPr/>
                </p:nvSpPr>
                <p:spPr>
                  <a:xfrm>
                    <a:off x="8031573" y="2177659"/>
                    <a:ext cx="221307" cy="1769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142" h="12904" extrusionOk="0">
                        <a:moveTo>
                          <a:pt x="13080" y="0"/>
                        </a:moveTo>
                        <a:cubicBezTo>
                          <a:pt x="13032" y="0"/>
                          <a:pt x="13005" y="2"/>
                          <a:pt x="13004" y="2"/>
                        </a:cubicBezTo>
                        <a:cubicBezTo>
                          <a:pt x="12997" y="3"/>
                          <a:pt x="12991" y="4"/>
                          <a:pt x="12985" y="4"/>
                        </a:cubicBezTo>
                        <a:cubicBezTo>
                          <a:pt x="12978" y="4"/>
                          <a:pt x="12973" y="3"/>
                          <a:pt x="12968" y="2"/>
                        </a:cubicBezTo>
                        <a:lnTo>
                          <a:pt x="7183" y="2"/>
                        </a:lnTo>
                        <a:cubicBezTo>
                          <a:pt x="7054" y="1778"/>
                          <a:pt x="5579" y="3156"/>
                          <a:pt x="3796" y="3156"/>
                        </a:cubicBezTo>
                        <a:lnTo>
                          <a:pt x="1" y="3156"/>
                        </a:lnTo>
                        <a:lnTo>
                          <a:pt x="1" y="12904"/>
                        </a:lnTo>
                        <a:lnTo>
                          <a:pt x="6792" y="12904"/>
                        </a:lnTo>
                        <a:cubicBezTo>
                          <a:pt x="6802" y="10018"/>
                          <a:pt x="9150" y="7676"/>
                          <a:pt x="12036" y="7676"/>
                        </a:cubicBezTo>
                        <a:lnTo>
                          <a:pt x="16142" y="7676"/>
                        </a:lnTo>
                        <a:lnTo>
                          <a:pt x="16142" y="3137"/>
                        </a:lnTo>
                        <a:cubicBezTo>
                          <a:pt x="16142" y="2108"/>
                          <a:pt x="15857" y="1318"/>
                          <a:pt x="15297" y="788"/>
                        </a:cubicBezTo>
                        <a:cubicBezTo>
                          <a:pt x="14516" y="51"/>
                          <a:pt x="13383" y="0"/>
                          <a:pt x="13080" y="0"/>
                        </a:cubicBezTo>
                        <a:close/>
                      </a:path>
                    </a:pathLst>
                  </a:custGeom>
                  <a:grp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sp>
          <p:nvSpPr>
            <p:cNvPr id="23" name="Google Shape;12757;p131">
              <a:extLst>
                <a:ext uri="{FF2B5EF4-FFF2-40B4-BE49-F238E27FC236}">
                  <a16:creationId xmlns:a16="http://schemas.microsoft.com/office/drawing/2014/main" id="{3BA925B5-212A-353F-7A3D-1988441F2E33}"/>
                </a:ext>
              </a:extLst>
            </p:cNvPr>
            <p:cNvSpPr/>
            <p:nvPr/>
          </p:nvSpPr>
          <p:spPr>
            <a:xfrm>
              <a:off x="8024911" y="5009512"/>
              <a:ext cx="624212" cy="689158"/>
            </a:xfrm>
            <a:custGeom>
              <a:avLst/>
              <a:gdLst/>
              <a:ahLst/>
              <a:cxnLst/>
              <a:rect l="l" t="t" r="r" b="b"/>
              <a:pathLst>
                <a:path w="4733" h="5225" extrusionOk="0">
                  <a:moveTo>
                    <a:pt x="346" y="0"/>
                  </a:moveTo>
                  <a:cubicBezTo>
                    <a:pt x="148" y="0"/>
                    <a:pt x="1" y="148"/>
                    <a:pt x="1" y="333"/>
                  </a:cubicBezTo>
                  <a:lnTo>
                    <a:pt x="1" y="4423"/>
                  </a:lnTo>
                  <a:cubicBezTo>
                    <a:pt x="1" y="4608"/>
                    <a:pt x="148" y="4756"/>
                    <a:pt x="346" y="4756"/>
                  </a:cubicBezTo>
                  <a:lnTo>
                    <a:pt x="2046" y="4756"/>
                  </a:lnTo>
                  <a:lnTo>
                    <a:pt x="2366" y="5224"/>
                  </a:lnTo>
                  <a:lnTo>
                    <a:pt x="2674" y="4756"/>
                  </a:lnTo>
                  <a:lnTo>
                    <a:pt x="4387" y="4756"/>
                  </a:lnTo>
                  <a:cubicBezTo>
                    <a:pt x="4394" y="4757"/>
                    <a:pt x="4400" y="4757"/>
                    <a:pt x="4407" y="4757"/>
                  </a:cubicBezTo>
                  <a:cubicBezTo>
                    <a:pt x="4583" y="4757"/>
                    <a:pt x="4732" y="4602"/>
                    <a:pt x="4732" y="4423"/>
                  </a:cubicBezTo>
                  <a:lnTo>
                    <a:pt x="4732" y="333"/>
                  </a:lnTo>
                  <a:cubicBezTo>
                    <a:pt x="4732" y="148"/>
                    <a:pt x="4572" y="0"/>
                    <a:pt x="4387" y="0"/>
                  </a:cubicBezTo>
                  <a:close/>
                </a:path>
              </a:pathLst>
            </a:custGeom>
            <a:solidFill>
              <a:srgbClr val="A5B7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2758;p131">
              <a:extLst>
                <a:ext uri="{FF2B5EF4-FFF2-40B4-BE49-F238E27FC236}">
                  <a16:creationId xmlns:a16="http://schemas.microsoft.com/office/drawing/2014/main" id="{9AC93359-F7C3-1723-3A5F-EC2EFD77414B}"/>
                </a:ext>
              </a:extLst>
            </p:cNvPr>
            <p:cNvSpPr/>
            <p:nvPr/>
          </p:nvSpPr>
          <p:spPr>
            <a:xfrm rot="10800000">
              <a:off x="7450887" y="5006623"/>
              <a:ext cx="453696" cy="692046"/>
            </a:xfrm>
            <a:custGeom>
              <a:avLst/>
              <a:gdLst/>
              <a:ahLst/>
              <a:cxnLst/>
              <a:rect l="l" t="t" r="r" b="b"/>
              <a:pathLst>
                <a:path w="14910" h="22743" extrusionOk="0">
                  <a:moveTo>
                    <a:pt x="7449" y="0"/>
                  </a:moveTo>
                  <a:cubicBezTo>
                    <a:pt x="7363" y="0"/>
                    <a:pt x="7277" y="40"/>
                    <a:pt x="7219" y="121"/>
                  </a:cubicBezTo>
                  <a:lnTo>
                    <a:pt x="4981" y="3220"/>
                  </a:lnTo>
                  <a:lnTo>
                    <a:pt x="1079" y="3220"/>
                  </a:lnTo>
                  <a:cubicBezTo>
                    <a:pt x="482" y="3220"/>
                    <a:pt x="0" y="3702"/>
                    <a:pt x="0" y="4298"/>
                  </a:cubicBezTo>
                  <a:lnTo>
                    <a:pt x="0" y="21652"/>
                  </a:lnTo>
                  <a:cubicBezTo>
                    <a:pt x="0" y="22249"/>
                    <a:pt x="482" y="22742"/>
                    <a:pt x="1079" y="22742"/>
                  </a:cubicBezTo>
                  <a:lnTo>
                    <a:pt x="13830" y="22742"/>
                  </a:lnTo>
                  <a:cubicBezTo>
                    <a:pt x="14427" y="22742"/>
                    <a:pt x="14909" y="22249"/>
                    <a:pt x="14909" y="21652"/>
                  </a:cubicBezTo>
                  <a:lnTo>
                    <a:pt x="14909" y="4298"/>
                  </a:lnTo>
                  <a:cubicBezTo>
                    <a:pt x="14909" y="3708"/>
                    <a:pt x="14438" y="3219"/>
                    <a:pt x="13851" y="3219"/>
                  </a:cubicBezTo>
                  <a:cubicBezTo>
                    <a:pt x="13844" y="3219"/>
                    <a:pt x="13837" y="3219"/>
                    <a:pt x="13830" y="3220"/>
                  </a:cubicBezTo>
                  <a:lnTo>
                    <a:pt x="9916" y="3220"/>
                  </a:lnTo>
                  <a:lnTo>
                    <a:pt x="7678" y="121"/>
                  </a:lnTo>
                  <a:cubicBezTo>
                    <a:pt x="7621" y="40"/>
                    <a:pt x="7535" y="0"/>
                    <a:pt x="7449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5" name="Google Shape;12759;p131">
              <a:extLst>
                <a:ext uri="{FF2B5EF4-FFF2-40B4-BE49-F238E27FC236}">
                  <a16:creationId xmlns:a16="http://schemas.microsoft.com/office/drawing/2014/main" id="{CBD4EFC7-68DB-9712-4942-ED82AE1B6BFE}"/>
                </a:ext>
              </a:extLst>
            </p:cNvPr>
            <p:cNvGrpSpPr/>
            <p:nvPr/>
          </p:nvGrpSpPr>
          <p:grpSpPr>
            <a:xfrm>
              <a:off x="8836372" y="4072643"/>
              <a:ext cx="673172" cy="672408"/>
              <a:chOff x="1186975" y="238125"/>
              <a:chExt cx="5244275" cy="5238325"/>
            </a:xfrm>
          </p:grpSpPr>
          <p:sp>
            <p:nvSpPr>
              <p:cNvPr id="437" name="Google Shape;12760;p131">
                <a:extLst>
                  <a:ext uri="{FF2B5EF4-FFF2-40B4-BE49-F238E27FC236}">
                    <a16:creationId xmlns:a16="http://schemas.microsoft.com/office/drawing/2014/main" id="{7F105FCE-3309-76AE-72E3-F824720F9B01}"/>
                  </a:ext>
                </a:extLst>
              </p:cNvPr>
              <p:cNvSpPr/>
              <p:nvPr/>
            </p:nvSpPr>
            <p:spPr>
              <a:xfrm>
                <a:off x="1188450" y="238125"/>
                <a:ext cx="3198750" cy="2628625"/>
              </a:xfrm>
              <a:custGeom>
                <a:avLst/>
                <a:gdLst/>
                <a:ahLst/>
                <a:cxnLst/>
                <a:rect l="l" t="t" r="r" b="b"/>
                <a:pathLst>
                  <a:path w="127950" h="105145" extrusionOk="0">
                    <a:moveTo>
                      <a:pt x="18697" y="0"/>
                    </a:moveTo>
                    <a:cubicBezTo>
                      <a:pt x="8371" y="0"/>
                      <a:pt x="1" y="8371"/>
                      <a:pt x="1" y="18697"/>
                    </a:cubicBezTo>
                    <a:lnTo>
                      <a:pt x="1" y="105145"/>
                    </a:lnTo>
                    <a:lnTo>
                      <a:pt x="36857" y="105145"/>
                    </a:lnTo>
                    <a:cubicBezTo>
                      <a:pt x="35719" y="102283"/>
                      <a:pt x="35385" y="99165"/>
                      <a:pt x="35897" y="96130"/>
                    </a:cubicBezTo>
                    <a:cubicBezTo>
                      <a:pt x="37137" y="88648"/>
                      <a:pt x="43398" y="82793"/>
                      <a:pt x="50957" y="82096"/>
                    </a:cubicBezTo>
                    <a:cubicBezTo>
                      <a:pt x="51501" y="82045"/>
                      <a:pt x="52041" y="82020"/>
                      <a:pt x="52575" y="82020"/>
                    </a:cubicBezTo>
                    <a:cubicBezTo>
                      <a:pt x="61906" y="82020"/>
                      <a:pt x="69475" y="89593"/>
                      <a:pt x="69475" y="98926"/>
                    </a:cubicBezTo>
                    <a:cubicBezTo>
                      <a:pt x="69475" y="101055"/>
                      <a:pt x="69070" y="103165"/>
                      <a:pt x="68283" y="105145"/>
                    </a:cubicBezTo>
                    <a:lnTo>
                      <a:pt x="105145" y="105145"/>
                    </a:lnTo>
                    <a:lnTo>
                      <a:pt x="105145" y="68419"/>
                    </a:lnTo>
                    <a:cubicBezTo>
                      <a:pt x="106958" y="69088"/>
                      <a:pt x="108908" y="69476"/>
                      <a:pt x="110955" y="69476"/>
                    </a:cubicBezTo>
                    <a:cubicBezTo>
                      <a:pt x="111990" y="69476"/>
                      <a:pt x="113050" y="69377"/>
                      <a:pt x="114130" y="69164"/>
                    </a:cubicBezTo>
                    <a:cubicBezTo>
                      <a:pt x="121952" y="67632"/>
                      <a:pt x="127801" y="60687"/>
                      <a:pt x="127866" y="52715"/>
                    </a:cubicBezTo>
                    <a:cubicBezTo>
                      <a:pt x="127950" y="43313"/>
                      <a:pt x="120348" y="35664"/>
                      <a:pt x="110964" y="35664"/>
                    </a:cubicBezTo>
                    <a:cubicBezTo>
                      <a:pt x="108979" y="35670"/>
                      <a:pt x="107005" y="36028"/>
                      <a:pt x="105145" y="36720"/>
                    </a:cubicBezTo>
                    <a:lnTo>
                      <a:pt x="105145" y="0"/>
                    </a:lnTo>
                    <a:close/>
                  </a:path>
                </a:pathLst>
              </a:cu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38" name="Google Shape;12761;p131">
                <a:extLst>
                  <a:ext uri="{FF2B5EF4-FFF2-40B4-BE49-F238E27FC236}">
                    <a16:creationId xmlns:a16="http://schemas.microsoft.com/office/drawing/2014/main" id="{D7CEDC31-92A1-6D65-734C-8410EC34EAC9}"/>
                  </a:ext>
                </a:extLst>
              </p:cNvPr>
              <p:cNvSpPr/>
              <p:nvPr/>
            </p:nvSpPr>
            <p:spPr>
              <a:xfrm>
                <a:off x="1186975" y="2279750"/>
                <a:ext cx="2628625" cy="3196700"/>
              </a:xfrm>
              <a:custGeom>
                <a:avLst/>
                <a:gdLst/>
                <a:ahLst/>
                <a:cxnLst/>
                <a:rect l="l" t="t" r="r" b="b"/>
                <a:pathLst>
                  <a:path w="105145" h="127868" extrusionOk="0">
                    <a:moveTo>
                      <a:pt x="52573" y="1"/>
                    </a:moveTo>
                    <a:cubicBezTo>
                      <a:pt x="43236" y="1"/>
                      <a:pt x="35664" y="7567"/>
                      <a:pt x="35664" y="16910"/>
                    </a:cubicBezTo>
                    <a:cubicBezTo>
                      <a:pt x="35670" y="18895"/>
                      <a:pt x="36028" y="20862"/>
                      <a:pt x="36720" y="22722"/>
                    </a:cubicBezTo>
                    <a:lnTo>
                      <a:pt x="0" y="22722"/>
                    </a:lnTo>
                    <a:lnTo>
                      <a:pt x="0" y="110011"/>
                    </a:lnTo>
                    <a:cubicBezTo>
                      <a:pt x="0" y="119872"/>
                      <a:pt x="7995" y="127867"/>
                      <a:pt x="17862" y="127867"/>
                    </a:cubicBezTo>
                    <a:lnTo>
                      <a:pt x="105145" y="127867"/>
                    </a:lnTo>
                    <a:lnTo>
                      <a:pt x="105145" y="91010"/>
                    </a:lnTo>
                    <a:cubicBezTo>
                      <a:pt x="103158" y="91801"/>
                      <a:pt x="101044" y="92206"/>
                      <a:pt x="98916" y="92206"/>
                    </a:cubicBezTo>
                    <a:cubicBezTo>
                      <a:pt x="98350" y="92206"/>
                      <a:pt x="97782" y="92177"/>
                      <a:pt x="97215" y="92119"/>
                    </a:cubicBezTo>
                    <a:cubicBezTo>
                      <a:pt x="88869" y="91267"/>
                      <a:pt x="82269" y="84184"/>
                      <a:pt x="82024" y="75802"/>
                    </a:cubicBezTo>
                    <a:cubicBezTo>
                      <a:pt x="81744" y="66233"/>
                      <a:pt x="89417" y="58393"/>
                      <a:pt x="98920" y="58393"/>
                    </a:cubicBezTo>
                    <a:cubicBezTo>
                      <a:pt x="101055" y="58393"/>
                      <a:pt x="103159" y="58792"/>
                      <a:pt x="105139" y="59585"/>
                    </a:cubicBezTo>
                    <a:lnTo>
                      <a:pt x="105139" y="22728"/>
                    </a:lnTo>
                    <a:lnTo>
                      <a:pt x="68419" y="22728"/>
                    </a:lnTo>
                    <a:cubicBezTo>
                      <a:pt x="69427" y="19992"/>
                      <a:pt x="69796" y="16951"/>
                      <a:pt x="69164" y="13738"/>
                    </a:cubicBezTo>
                    <a:cubicBezTo>
                      <a:pt x="67632" y="5922"/>
                      <a:pt x="60686" y="73"/>
                      <a:pt x="52715" y="2"/>
                    </a:cubicBezTo>
                    <a:cubicBezTo>
                      <a:pt x="52668" y="1"/>
                      <a:pt x="52620" y="1"/>
                      <a:pt x="52573" y="1"/>
                    </a:cubicBezTo>
                    <a:close/>
                  </a:path>
                </a:pathLst>
              </a:custGeom>
              <a:solidFill>
                <a:srgbClr val="A5B7C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Google Shape;12762;p131">
                <a:extLst>
                  <a:ext uri="{FF2B5EF4-FFF2-40B4-BE49-F238E27FC236}">
                    <a16:creationId xmlns:a16="http://schemas.microsoft.com/office/drawing/2014/main" id="{3EBF0716-5EF5-A615-2CEF-E354B67E936D}"/>
                  </a:ext>
                </a:extLst>
              </p:cNvPr>
              <p:cNvSpPr/>
              <p:nvPr/>
            </p:nvSpPr>
            <p:spPr>
              <a:xfrm>
                <a:off x="3802600" y="239450"/>
                <a:ext cx="2628650" cy="3196825"/>
              </a:xfrm>
              <a:custGeom>
                <a:avLst/>
                <a:gdLst/>
                <a:ahLst/>
                <a:cxnLst/>
                <a:rect l="l" t="t" r="r" b="b"/>
                <a:pathLst>
                  <a:path w="105146" h="127873" extrusionOk="0">
                    <a:moveTo>
                      <a:pt x="1" y="1"/>
                    </a:moveTo>
                    <a:lnTo>
                      <a:pt x="1" y="36857"/>
                    </a:lnTo>
                    <a:cubicBezTo>
                      <a:pt x="1988" y="36066"/>
                      <a:pt x="4101" y="35662"/>
                      <a:pt x="6229" y="35662"/>
                    </a:cubicBezTo>
                    <a:cubicBezTo>
                      <a:pt x="6796" y="35662"/>
                      <a:pt x="7364" y="35691"/>
                      <a:pt x="7930" y="35748"/>
                    </a:cubicBezTo>
                    <a:cubicBezTo>
                      <a:pt x="16277" y="36595"/>
                      <a:pt x="22877" y="43684"/>
                      <a:pt x="23121" y="52066"/>
                    </a:cubicBezTo>
                    <a:cubicBezTo>
                      <a:pt x="23396" y="61635"/>
                      <a:pt x="15722" y="69481"/>
                      <a:pt x="6219" y="69481"/>
                    </a:cubicBezTo>
                    <a:cubicBezTo>
                      <a:pt x="4091" y="69475"/>
                      <a:pt x="1980" y="69076"/>
                      <a:pt x="1" y="68289"/>
                    </a:cubicBezTo>
                    <a:lnTo>
                      <a:pt x="1" y="105145"/>
                    </a:lnTo>
                    <a:lnTo>
                      <a:pt x="36720" y="105145"/>
                    </a:lnTo>
                    <a:cubicBezTo>
                      <a:pt x="35719" y="107882"/>
                      <a:pt x="35343" y="110916"/>
                      <a:pt x="35975" y="114130"/>
                    </a:cubicBezTo>
                    <a:cubicBezTo>
                      <a:pt x="37513" y="121952"/>
                      <a:pt x="44459" y="127801"/>
                      <a:pt x="52424" y="127872"/>
                    </a:cubicBezTo>
                    <a:cubicBezTo>
                      <a:pt x="52472" y="127873"/>
                      <a:pt x="52519" y="127873"/>
                      <a:pt x="52567" y="127873"/>
                    </a:cubicBezTo>
                    <a:cubicBezTo>
                      <a:pt x="61909" y="127873"/>
                      <a:pt x="69481" y="120301"/>
                      <a:pt x="69481" y="110964"/>
                    </a:cubicBezTo>
                    <a:cubicBezTo>
                      <a:pt x="69475" y="108979"/>
                      <a:pt x="69118" y="107005"/>
                      <a:pt x="68426" y="105145"/>
                    </a:cubicBezTo>
                    <a:lnTo>
                      <a:pt x="105145" y="105145"/>
                    </a:lnTo>
                    <a:lnTo>
                      <a:pt x="105145" y="16354"/>
                    </a:lnTo>
                    <a:cubicBezTo>
                      <a:pt x="105140" y="7328"/>
                      <a:pt x="97818" y="1"/>
                      <a:pt x="88786" y="1"/>
                    </a:cubicBez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Google Shape;12763;p131">
                <a:extLst>
                  <a:ext uri="{FF2B5EF4-FFF2-40B4-BE49-F238E27FC236}">
                    <a16:creationId xmlns:a16="http://schemas.microsoft.com/office/drawing/2014/main" id="{2CA769CB-EF79-31D3-910B-0355B4F63C6E}"/>
                  </a:ext>
                </a:extLst>
              </p:cNvPr>
              <p:cNvSpPr/>
              <p:nvPr/>
            </p:nvSpPr>
            <p:spPr>
              <a:xfrm>
                <a:off x="3232500" y="2847950"/>
                <a:ext cx="3198600" cy="2628500"/>
              </a:xfrm>
              <a:custGeom>
                <a:avLst/>
                <a:gdLst/>
                <a:ahLst/>
                <a:cxnLst/>
                <a:rect l="l" t="t" r="r" b="b"/>
                <a:pathLst>
                  <a:path w="127944" h="105140" extrusionOk="0">
                    <a:moveTo>
                      <a:pt x="22805" y="0"/>
                    </a:moveTo>
                    <a:lnTo>
                      <a:pt x="22805" y="36720"/>
                    </a:lnTo>
                    <a:cubicBezTo>
                      <a:pt x="20992" y="36051"/>
                      <a:pt x="19042" y="35663"/>
                      <a:pt x="16995" y="35663"/>
                    </a:cubicBezTo>
                    <a:cubicBezTo>
                      <a:pt x="15960" y="35663"/>
                      <a:pt x="14900" y="35762"/>
                      <a:pt x="13820" y="35975"/>
                    </a:cubicBezTo>
                    <a:cubicBezTo>
                      <a:pt x="5998" y="37513"/>
                      <a:pt x="150" y="44453"/>
                      <a:pt x="78" y="52424"/>
                    </a:cubicBezTo>
                    <a:cubicBezTo>
                      <a:pt x="1" y="61826"/>
                      <a:pt x="7602" y="69481"/>
                      <a:pt x="16986" y="69481"/>
                    </a:cubicBezTo>
                    <a:cubicBezTo>
                      <a:pt x="18971" y="69475"/>
                      <a:pt x="20945" y="69117"/>
                      <a:pt x="22805" y="68420"/>
                    </a:cubicBezTo>
                    <a:lnTo>
                      <a:pt x="22805" y="105139"/>
                    </a:lnTo>
                    <a:lnTo>
                      <a:pt x="108943" y="105139"/>
                    </a:lnTo>
                    <a:cubicBezTo>
                      <a:pt x="119436" y="105139"/>
                      <a:pt x="127944" y="96631"/>
                      <a:pt x="127944" y="86138"/>
                    </a:cubicBezTo>
                    <a:lnTo>
                      <a:pt x="127944" y="0"/>
                    </a:lnTo>
                    <a:lnTo>
                      <a:pt x="91087" y="0"/>
                    </a:lnTo>
                    <a:cubicBezTo>
                      <a:pt x="92088" y="2510"/>
                      <a:pt x="92470" y="5235"/>
                      <a:pt x="92196" y="7924"/>
                    </a:cubicBezTo>
                    <a:cubicBezTo>
                      <a:pt x="91343" y="16271"/>
                      <a:pt x="84260" y="22870"/>
                      <a:pt x="75878" y="23115"/>
                    </a:cubicBezTo>
                    <a:cubicBezTo>
                      <a:pt x="75708" y="23120"/>
                      <a:pt x="75539" y="23122"/>
                      <a:pt x="75370" y="23122"/>
                    </a:cubicBezTo>
                    <a:cubicBezTo>
                      <a:pt x="66033" y="23122"/>
                      <a:pt x="58469" y="15553"/>
                      <a:pt x="58469" y="6219"/>
                    </a:cubicBezTo>
                    <a:cubicBezTo>
                      <a:pt x="58469" y="4084"/>
                      <a:pt x="58869" y="1980"/>
                      <a:pt x="59662" y="0"/>
                    </a:cubicBez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26" name="Google Shape;12764;p131">
              <a:extLst>
                <a:ext uri="{FF2B5EF4-FFF2-40B4-BE49-F238E27FC236}">
                  <a16:creationId xmlns:a16="http://schemas.microsoft.com/office/drawing/2014/main" id="{64793036-B672-7892-7445-0634B2806BA0}"/>
                </a:ext>
              </a:extLst>
            </p:cNvPr>
            <p:cNvGrpSpPr/>
            <p:nvPr/>
          </p:nvGrpSpPr>
          <p:grpSpPr>
            <a:xfrm>
              <a:off x="3745121" y="3111297"/>
              <a:ext cx="728227" cy="767875"/>
              <a:chOff x="3400515" y="2056248"/>
              <a:chExt cx="698134" cy="735987"/>
            </a:xfrm>
          </p:grpSpPr>
          <p:grpSp>
            <p:nvGrpSpPr>
              <p:cNvPr id="422" name="Google Shape;12765;p131">
                <a:extLst>
                  <a:ext uri="{FF2B5EF4-FFF2-40B4-BE49-F238E27FC236}">
                    <a16:creationId xmlns:a16="http://schemas.microsoft.com/office/drawing/2014/main" id="{F7E40518-A379-DB4D-AA0C-B46EA55B7A9C}"/>
                  </a:ext>
                </a:extLst>
              </p:cNvPr>
              <p:cNvGrpSpPr/>
              <p:nvPr/>
            </p:nvGrpSpPr>
            <p:grpSpPr>
              <a:xfrm>
                <a:off x="3400515" y="2283913"/>
                <a:ext cx="312919" cy="219900"/>
                <a:chOff x="3400515" y="2283913"/>
                <a:chExt cx="312919" cy="219900"/>
              </a:xfrm>
            </p:grpSpPr>
            <p:sp>
              <p:nvSpPr>
                <p:cNvPr id="435" name="Google Shape;12766;p131">
                  <a:extLst>
                    <a:ext uri="{FF2B5EF4-FFF2-40B4-BE49-F238E27FC236}">
                      <a16:creationId xmlns:a16="http://schemas.microsoft.com/office/drawing/2014/main" id="{64A1B3B8-EFA6-F8E1-4275-09BDD5F69133}"/>
                    </a:ext>
                  </a:extLst>
                </p:cNvPr>
                <p:cNvSpPr/>
                <p:nvPr/>
              </p:nvSpPr>
              <p:spPr>
                <a:xfrm>
                  <a:off x="3493534" y="2283913"/>
                  <a:ext cx="219900" cy="219900"/>
                </a:xfrm>
                <a:prstGeom prst="ellipse">
                  <a:avLst/>
                </a:prstGeom>
                <a:solidFill>
                  <a:srgbClr val="435D74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rgbClr val="00C3B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436" name="Google Shape;12767;p131">
                  <a:extLst>
                    <a:ext uri="{FF2B5EF4-FFF2-40B4-BE49-F238E27FC236}">
                      <a16:creationId xmlns:a16="http://schemas.microsoft.com/office/drawing/2014/main" id="{B93178E6-6075-5FD3-00A4-FFA71E4B8B4E}"/>
                    </a:ext>
                  </a:extLst>
                </p:cNvPr>
                <p:cNvCxnSpPr/>
                <p:nvPr/>
              </p:nvCxnSpPr>
              <p:spPr>
                <a:xfrm rot="10800000">
                  <a:off x="3400515" y="2393804"/>
                  <a:ext cx="954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435D7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423" name="Google Shape;12768;p131">
                <a:extLst>
                  <a:ext uri="{FF2B5EF4-FFF2-40B4-BE49-F238E27FC236}">
                    <a16:creationId xmlns:a16="http://schemas.microsoft.com/office/drawing/2014/main" id="{C25566C6-5A2B-569C-0922-797D82CF273D}"/>
                  </a:ext>
                </a:extLst>
              </p:cNvPr>
              <p:cNvGrpSpPr/>
              <p:nvPr/>
            </p:nvGrpSpPr>
            <p:grpSpPr>
              <a:xfrm>
                <a:off x="3547823" y="2461089"/>
                <a:ext cx="219900" cy="331146"/>
                <a:chOff x="3547823" y="2461089"/>
                <a:chExt cx="219900" cy="331146"/>
              </a:xfrm>
            </p:grpSpPr>
            <p:sp>
              <p:nvSpPr>
                <p:cNvPr id="433" name="Google Shape;12769;p131">
                  <a:extLst>
                    <a:ext uri="{FF2B5EF4-FFF2-40B4-BE49-F238E27FC236}">
                      <a16:creationId xmlns:a16="http://schemas.microsoft.com/office/drawing/2014/main" id="{E3FA8FFE-CF48-D5A5-175A-5A766D4BC9DB}"/>
                    </a:ext>
                  </a:extLst>
                </p:cNvPr>
                <p:cNvSpPr/>
                <p:nvPr/>
              </p:nvSpPr>
              <p:spPr>
                <a:xfrm>
                  <a:off x="3547823" y="2461089"/>
                  <a:ext cx="219900" cy="219900"/>
                </a:xfrm>
                <a:prstGeom prst="ellipse">
                  <a:avLst/>
                </a:prstGeom>
                <a:solidFill>
                  <a:srgbClr val="5F7D95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rgbClr val="00C3B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434" name="Google Shape;12770;p131">
                  <a:extLst>
                    <a:ext uri="{FF2B5EF4-FFF2-40B4-BE49-F238E27FC236}">
                      <a16:creationId xmlns:a16="http://schemas.microsoft.com/office/drawing/2014/main" id="{ED366E0A-9E49-A049-642D-3D94D34FA45D}"/>
                    </a:ext>
                  </a:extLst>
                </p:cNvPr>
                <p:cNvCxnSpPr/>
                <p:nvPr/>
              </p:nvCxnSpPr>
              <p:spPr>
                <a:xfrm rot="10800000">
                  <a:off x="3657701" y="2678535"/>
                  <a:ext cx="0" cy="1137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5F7D9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424" name="Google Shape;12771;p131">
                <a:extLst>
                  <a:ext uri="{FF2B5EF4-FFF2-40B4-BE49-F238E27FC236}">
                    <a16:creationId xmlns:a16="http://schemas.microsoft.com/office/drawing/2014/main" id="{BDE9FDE1-B9A2-6411-3122-0A0A0F5FBB27}"/>
                  </a:ext>
                </a:extLst>
              </p:cNvPr>
              <p:cNvGrpSpPr/>
              <p:nvPr/>
            </p:nvGrpSpPr>
            <p:grpSpPr>
              <a:xfrm>
                <a:off x="3734138" y="2461089"/>
                <a:ext cx="219900" cy="331146"/>
                <a:chOff x="3734138" y="2461089"/>
                <a:chExt cx="219900" cy="331146"/>
              </a:xfrm>
            </p:grpSpPr>
            <p:sp>
              <p:nvSpPr>
                <p:cNvPr id="431" name="Google Shape;12772;p131">
                  <a:extLst>
                    <a:ext uri="{FF2B5EF4-FFF2-40B4-BE49-F238E27FC236}">
                      <a16:creationId xmlns:a16="http://schemas.microsoft.com/office/drawing/2014/main" id="{76893B89-369F-B0C0-CA89-38871FA02E4A}"/>
                    </a:ext>
                  </a:extLst>
                </p:cNvPr>
                <p:cNvSpPr/>
                <p:nvPr/>
              </p:nvSpPr>
              <p:spPr>
                <a:xfrm>
                  <a:off x="3734138" y="2461089"/>
                  <a:ext cx="219900" cy="219900"/>
                </a:xfrm>
                <a:prstGeom prst="ellipse">
                  <a:avLst/>
                </a:prstGeom>
                <a:solidFill>
                  <a:srgbClr val="869FB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rgbClr val="00C3B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432" name="Google Shape;12773;p131">
                  <a:extLst>
                    <a:ext uri="{FF2B5EF4-FFF2-40B4-BE49-F238E27FC236}">
                      <a16:creationId xmlns:a16="http://schemas.microsoft.com/office/drawing/2014/main" id="{7D4A76A2-F7E8-81B3-8752-3E573BCFAC0B}"/>
                    </a:ext>
                  </a:extLst>
                </p:cNvPr>
                <p:cNvCxnSpPr/>
                <p:nvPr/>
              </p:nvCxnSpPr>
              <p:spPr>
                <a:xfrm rot="10800000">
                  <a:off x="3844020" y="2678535"/>
                  <a:ext cx="0" cy="1137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869FB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425" name="Google Shape;12774;p131">
                <a:extLst>
                  <a:ext uri="{FF2B5EF4-FFF2-40B4-BE49-F238E27FC236}">
                    <a16:creationId xmlns:a16="http://schemas.microsoft.com/office/drawing/2014/main" id="{77661CAD-58BB-FAA3-656B-91CA1099BC80}"/>
                  </a:ext>
                </a:extLst>
              </p:cNvPr>
              <p:cNvGrpSpPr/>
              <p:nvPr/>
            </p:nvGrpSpPr>
            <p:grpSpPr>
              <a:xfrm>
                <a:off x="3787560" y="2281742"/>
                <a:ext cx="311089" cy="219900"/>
                <a:chOff x="3787560" y="2281742"/>
                <a:chExt cx="311089" cy="219900"/>
              </a:xfrm>
            </p:grpSpPr>
            <p:sp>
              <p:nvSpPr>
                <p:cNvPr id="429" name="Google Shape;12775;p131">
                  <a:extLst>
                    <a:ext uri="{FF2B5EF4-FFF2-40B4-BE49-F238E27FC236}">
                      <a16:creationId xmlns:a16="http://schemas.microsoft.com/office/drawing/2014/main" id="{6F78F885-A82D-8C1C-DE79-0E9103152AFA}"/>
                    </a:ext>
                  </a:extLst>
                </p:cNvPr>
                <p:cNvSpPr/>
                <p:nvPr/>
              </p:nvSpPr>
              <p:spPr>
                <a:xfrm>
                  <a:off x="3787560" y="2281742"/>
                  <a:ext cx="219900" cy="219900"/>
                </a:xfrm>
                <a:prstGeom prst="ellipse">
                  <a:avLst/>
                </a:prstGeom>
                <a:solidFill>
                  <a:srgbClr val="A5B7C6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rgbClr val="00C3B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430" name="Google Shape;12776;p131">
                  <a:extLst>
                    <a:ext uri="{FF2B5EF4-FFF2-40B4-BE49-F238E27FC236}">
                      <a16:creationId xmlns:a16="http://schemas.microsoft.com/office/drawing/2014/main" id="{6AC9FB62-51B1-C52A-3668-17AB125CC0D5}"/>
                    </a:ext>
                  </a:extLst>
                </p:cNvPr>
                <p:cNvCxnSpPr/>
                <p:nvPr/>
              </p:nvCxnSpPr>
              <p:spPr>
                <a:xfrm rot="10800000">
                  <a:off x="4003849" y="2393795"/>
                  <a:ext cx="948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A5B7C6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426" name="Google Shape;12777;p131">
                <a:extLst>
                  <a:ext uri="{FF2B5EF4-FFF2-40B4-BE49-F238E27FC236}">
                    <a16:creationId xmlns:a16="http://schemas.microsoft.com/office/drawing/2014/main" id="{C7C6BDC1-83CE-93D4-ECE7-0142E3E8139D}"/>
                  </a:ext>
                </a:extLst>
              </p:cNvPr>
              <p:cNvGrpSpPr/>
              <p:nvPr/>
            </p:nvGrpSpPr>
            <p:grpSpPr>
              <a:xfrm>
                <a:off x="3637290" y="2056248"/>
                <a:ext cx="219900" cy="330736"/>
                <a:chOff x="3637290" y="2056248"/>
                <a:chExt cx="219900" cy="330736"/>
              </a:xfrm>
            </p:grpSpPr>
            <p:sp>
              <p:nvSpPr>
                <p:cNvPr id="427" name="Google Shape;12778;p131">
                  <a:extLst>
                    <a:ext uri="{FF2B5EF4-FFF2-40B4-BE49-F238E27FC236}">
                      <a16:creationId xmlns:a16="http://schemas.microsoft.com/office/drawing/2014/main" id="{09EC68A3-BC5B-DC19-201A-AD4478A5854A}"/>
                    </a:ext>
                  </a:extLst>
                </p:cNvPr>
                <p:cNvSpPr/>
                <p:nvPr/>
              </p:nvSpPr>
              <p:spPr>
                <a:xfrm>
                  <a:off x="3637290" y="2167085"/>
                  <a:ext cx="219900" cy="219900"/>
                </a:xfrm>
                <a:prstGeom prst="ellipse">
                  <a:avLst/>
                </a:prstGeom>
                <a:solidFill>
                  <a:srgbClr val="BAC8D3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 b="0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cxnSp>
              <p:nvCxnSpPr>
                <p:cNvPr id="428" name="Google Shape;12779;p131">
                  <a:extLst>
                    <a:ext uri="{FF2B5EF4-FFF2-40B4-BE49-F238E27FC236}">
                      <a16:creationId xmlns:a16="http://schemas.microsoft.com/office/drawing/2014/main" id="{346FB8BF-D162-ABCF-007B-529ED273B0A1}"/>
                    </a:ext>
                  </a:extLst>
                </p:cNvPr>
                <p:cNvCxnSpPr/>
                <p:nvPr/>
              </p:nvCxnSpPr>
              <p:spPr>
                <a:xfrm rot="10800000">
                  <a:off x="3747169" y="2056248"/>
                  <a:ext cx="0" cy="1137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BAC8D3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27" name="Google Shape;12780;p131">
              <a:extLst>
                <a:ext uri="{FF2B5EF4-FFF2-40B4-BE49-F238E27FC236}">
                  <a16:creationId xmlns:a16="http://schemas.microsoft.com/office/drawing/2014/main" id="{C74D4808-E7EE-4FEC-7D8F-91D577681D1A}"/>
                </a:ext>
              </a:extLst>
            </p:cNvPr>
            <p:cNvGrpSpPr/>
            <p:nvPr/>
          </p:nvGrpSpPr>
          <p:grpSpPr>
            <a:xfrm>
              <a:off x="2953834" y="4083245"/>
              <a:ext cx="1416736" cy="661807"/>
              <a:chOff x="238125" y="1188750"/>
              <a:chExt cx="7140450" cy="3335550"/>
            </a:xfrm>
          </p:grpSpPr>
          <p:sp>
            <p:nvSpPr>
              <p:cNvPr id="417" name="Google Shape;12781;p131">
                <a:extLst>
                  <a:ext uri="{FF2B5EF4-FFF2-40B4-BE49-F238E27FC236}">
                    <a16:creationId xmlns:a16="http://schemas.microsoft.com/office/drawing/2014/main" id="{C1829433-2820-0C43-2398-E89D05E429D6}"/>
                  </a:ext>
                </a:extLst>
              </p:cNvPr>
              <p:cNvSpPr/>
              <p:nvPr/>
            </p:nvSpPr>
            <p:spPr>
              <a:xfrm>
                <a:off x="238125" y="1188750"/>
                <a:ext cx="3507025" cy="1584000"/>
              </a:xfrm>
              <a:custGeom>
                <a:avLst/>
                <a:gdLst/>
                <a:ahLst/>
                <a:cxnLst/>
                <a:rect l="l" t="t" r="r" b="b"/>
                <a:pathLst>
                  <a:path w="140281" h="63360" extrusionOk="0">
                    <a:moveTo>
                      <a:pt x="4021" y="0"/>
                    </a:moveTo>
                    <a:cubicBezTo>
                      <a:pt x="1801" y="6"/>
                      <a:pt x="6" y="1801"/>
                      <a:pt x="0" y="4021"/>
                    </a:cubicBezTo>
                    <a:lnTo>
                      <a:pt x="0" y="59338"/>
                    </a:lnTo>
                    <a:cubicBezTo>
                      <a:pt x="6" y="61552"/>
                      <a:pt x="1801" y="63354"/>
                      <a:pt x="4021" y="63359"/>
                    </a:cubicBezTo>
                    <a:lnTo>
                      <a:pt x="98272" y="63359"/>
                    </a:lnTo>
                    <a:cubicBezTo>
                      <a:pt x="99963" y="41512"/>
                      <a:pt x="118098" y="24204"/>
                      <a:pt x="140280" y="23813"/>
                    </a:cubicBezTo>
                    <a:lnTo>
                      <a:pt x="140280" y="4021"/>
                    </a:lnTo>
                    <a:cubicBezTo>
                      <a:pt x="140275" y="1801"/>
                      <a:pt x="138474" y="6"/>
                      <a:pt x="136259" y="0"/>
                    </a:cubicBezTo>
                    <a:close/>
                  </a:path>
                </a:pathLst>
              </a:custGeom>
              <a:solidFill>
                <a:srgbClr val="A5B7C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12782;p131">
                <a:extLst>
                  <a:ext uri="{FF2B5EF4-FFF2-40B4-BE49-F238E27FC236}">
                    <a16:creationId xmlns:a16="http://schemas.microsoft.com/office/drawing/2014/main" id="{89B7D20A-922B-6E92-31B9-BAECA57C18FD}"/>
                  </a:ext>
                </a:extLst>
              </p:cNvPr>
              <p:cNvSpPr/>
              <p:nvPr/>
            </p:nvSpPr>
            <p:spPr>
              <a:xfrm>
                <a:off x="238125" y="2940300"/>
                <a:ext cx="3507025" cy="1584000"/>
              </a:xfrm>
              <a:custGeom>
                <a:avLst/>
                <a:gdLst/>
                <a:ahLst/>
                <a:cxnLst/>
                <a:rect l="l" t="t" r="r" b="b"/>
                <a:pathLst>
                  <a:path w="140281" h="63360" extrusionOk="0">
                    <a:moveTo>
                      <a:pt x="4021" y="1"/>
                    </a:moveTo>
                    <a:cubicBezTo>
                      <a:pt x="1801" y="6"/>
                      <a:pt x="6" y="1808"/>
                      <a:pt x="0" y="4022"/>
                    </a:cubicBezTo>
                    <a:lnTo>
                      <a:pt x="0" y="59339"/>
                    </a:lnTo>
                    <a:cubicBezTo>
                      <a:pt x="6" y="61559"/>
                      <a:pt x="1801" y="63354"/>
                      <a:pt x="4021" y="63360"/>
                    </a:cubicBezTo>
                    <a:lnTo>
                      <a:pt x="136259" y="63360"/>
                    </a:lnTo>
                    <a:cubicBezTo>
                      <a:pt x="138474" y="63354"/>
                      <a:pt x="140275" y="61559"/>
                      <a:pt x="140280" y="59339"/>
                    </a:cubicBezTo>
                    <a:lnTo>
                      <a:pt x="140280" y="39547"/>
                    </a:lnTo>
                    <a:cubicBezTo>
                      <a:pt x="118098" y="39155"/>
                      <a:pt x="99963" y="21848"/>
                      <a:pt x="98272" y="1"/>
                    </a:cubicBez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Google Shape;12783;p131">
                <a:extLst>
                  <a:ext uri="{FF2B5EF4-FFF2-40B4-BE49-F238E27FC236}">
                    <a16:creationId xmlns:a16="http://schemas.microsoft.com/office/drawing/2014/main" id="{653F3BD4-EBC3-363A-8973-73E7F0A2F6AE}"/>
                  </a:ext>
                </a:extLst>
              </p:cNvPr>
              <p:cNvSpPr/>
              <p:nvPr/>
            </p:nvSpPr>
            <p:spPr>
              <a:xfrm>
                <a:off x="3871550" y="1188750"/>
                <a:ext cx="3507025" cy="1584000"/>
              </a:xfrm>
              <a:custGeom>
                <a:avLst/>
                <a:gdLst/>
                <a:ahLst/>
                <a:cxnLst/>
                <a:rect l="l" t="t" r="r" b="b"/>
                <a:pathLst>
                  <a:path w="140281" h="63360" extrusionOk="0">
                    <a:moveTo>
                      <a:pt x="4022" y="0"/>
                    </a:moveTo>
                    <a:cubicBezTo>
                      <a:pt x="1807" y="6"/>
                      <a:pt x="6" y="1801"/>
                      <a:pt x="0" y="4021"/>
                    </a:cubicBezTo>
                    <a:lnTo>
                      <a:pt x="0" y="24017"/>
                    </a:lnTo>
                    <a:cubicBezTo>
                      <a:pt x="20553" y="26066"/>
                      <a:pt x="36886" y="42675"/>
                      <a:pt x="38494" y="63359"/>
                    </a:cubicBezTo>
                    <a:lnTo>
                      <a:pt x="136260" y="63359"/>
                    </a:lnTo>
                    <a:cubicBezTo>
                      <a:pt x="138480" y="63354"/>
                      <a:pt x="140275" y="61552"/>
                      <a:pt x="140281" y="59338"/>
                    </a:cubicBezTo>
                    <a:lnTo>
                      <a:pt x="140281" y="4021"/>
                    </a:lnTo>
                    <a:cubicBezTo>
                      <a:pt x="140275" y="1801"/>
                      <a:pt x="138480" y="6"/>
                      <a:pt x="136260" y="0"/>
                    </a:cubicBez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Google Shape;12784;p131">
                <a:extLst>
                  <a:ext uri="{FF2B5EF4-FFF2-40B4-BE49-F238E27FC236}">
                    <a16:creationId xmlns:a16="http://schemas.microsoft.com/office/drawing/2014/main" id="{5F788C92-9DAA-3C7D-0497-18F4761D5560}"/>
                  </a:ext>
                </a:extLst>
              </p:cNvPr>
              <p:cNvSpPr/>
              <p:nvPr/>
            </p:nvSpPr>
            <p:spPr>
              <a:xfrm>
                <a:off x="3871550" y="2940300"/>
                <a:ext cx="3507025" cy="1584000"/>
              </a:xfrm>
              <a:custGeom>
                <a:avLst/>
                <a:gdLst/>
                <a:ahLst/>
                <a:cxnLst/>
                <a:rect l="l" t="t" r="r" b="b"/>
                <a:pathLst>
                  <a:path w="140281" h="63360" extrusionOk="0">
                    <a:moveTo>
                      <a:pt x="38494" y="1"/>
                    </a:moveTo>
                    <a:cubicBezTo>
                      <a:pt x="36886" y="20680"/>
                      <a:pt x="20553" y="37294"/>
                      <a:pt x="0" y="39343"/>
                    </a:cubicBezTo>
                    <a:lnTo>
                      <a:pt x="0" y="59339"/>
                    </a:lnTo>
                    <a:cubicBezTo>
                      <a:pt x="6" y="61559"/>
                      <a:pt x="1807" y="63354"/>
                      <a:pt x="4022" y="63360"/>
                    </a:cubicBezTo>
                    <a:lnTo>
                      <a:pt x="136260" y="63360"/>
                    </a:lnTo>
                    <a:cubicBezTo>
                      <a:pt x="138480" y="63354"/>
                      <a:pt x="140275" y="61559"/>
                      <a:pt x="140281" y="59339"/>
                    </a:cubicBezTo>
                    <a:lnTo>
                      <a:pt x="140281" y="4022"/>
                    </a:lnTo>
                    <a:cubicBezTo>
                      <a:pt x="140275" y="1808"/>
                      <a:pt x="138480" y="6"/>
                      <a:pt x="136260" y="1"/>
                    </a:cubicBezTo>
                    <a:close/>
                  </a:path>
                </a:pathLst>
              </a:custGeom>
              <a:solidFill>
                <a:srgbClr val="A5B7C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21" name="Google Shape;12785;p131">
                <a:extLst>
                  <a:ext uri="{FF2B5EF4-FFF2-40B4-BE49-F238E27FC236}">
                    <a16:creationId xmlns:a16="http://schemas.microsoft.com/office/drawing/2014/main" id="{27B20E54-8F21-0599-77DF-2B608E021B2B}"/>
                  </a:ext>
                </a:extLst>
              </p:cNvPr>
              <p:cNvSpPr/>
              <p:nvPr/>
            </p:nvSpPr>
            <p:spPr>
              <a:xfrm>
                <a:off x="2842425" y="1934600"/>
                <a:ext cx="1843850" cy="1843850"/>
              </a:xfrm>
              <a:custGeom>
                <a:avLst/>
                <a:gdLst/>
                <a:ahLst/>
                <a:cxnLst/>
                <a:rect l="l" t="t" r="r" b="b"/>
                <a:pathLst>
                  <a:path w="73754" h="73754" extrusionOk="0">
                    <a:moveTo>
                      <a:pt x="36880" y="0"/>
                    </a:moveTo>
                    <a:cubicBezTo>
                      <a:pt x="36621" y="0"/>
                      <a:pt x="36362" y="6"/>
                      <a:pt x="36108" y="11"/>
                    </a:cubicBezTo>
                    <a:cubicBezTo>
                      <a:pt x="17253" y="397"/>
                      <a:pt x="1834" y="15011"/>
                      <a:pt x="154" y="33525"/>
                    </a:cubicBezTo>
                    <a:cubicBezTo>
                      <a:pt x="55" y="34627"/>
                      <a:pt x="0" y="35745"/>
                      <a:pt x="0" y="36874"/>
                    </a:cubicBezTo>
                    <a:cubicBezTo>
                      <a:pt x="0" y="38009"/>
                      <a:pt x="55" y="39122"/>
                      <a:pt x="154" y="40229"/>
                    </a:cubicBezTo>
                    <a:cubicBezTo>
                      <a:pt x="1834" y="58749"/>
                      <a:pt x="17253" y="73357"/>
                      <a:pt x="36108" y="73743"/>
                    </a:cubicBezTo>
                    <a:cubicBezTo>
                      <a:pt x="36362" y="73748"/>
                      <a:pt x="36621" y="73754"/>
                      <a:pt x="36880" y="73754"/>
                    </a:cubicBezTo>
                    <a:cubicBezTo>
                      <a:pt x="38312" y="73754"/>
                      <a:pt x="39744" y="73666"/>
                      <a:pt x="41165" y="73500"/>
                    </a:cubicBezTo>
                    <a:cubicBezTo>
                      <a:pt x="58391" y="71495"/>
                      <a:pt x="72030" y="57581"/>
                      <a:pt x="73600" y="40229"/>
                    </a:cubicBezTo>
                    <a:cubicBezTo>
                      <a:pt x="73699" y="39127"/>
                      <a:pt x="73754" y="38009"/>
                      <a:pt x="73754" y="36874"/>
                    </a:cubicBezTo>
                    <a:cubicBezTo>
                      <a:pt x="73754" y="35745"/>
                      <a:pt x="73699" y="34632"/>
                      <a:pt x="73600" y="33525"/>
                    </a:cubicBezTo>
                    <a:cubicBezTo>
                      <a:pt x="72024" y="16173"/>
                      <a:pt x="58391" y="2259"/>
                      <a:pt x="41165" y="254"/>
                    </a:cubicBezTo>
                    <a:cubicBezTo>
                      <a:pt x="39744" y="88"/>
                      <a:pt x="38312" y="0"/>
                      <a:pt x="36880" y="0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" name="Google Shape;12786;p131">
              <a:extLst>
                <a:ext uri="{FF2B5EF4-FFF2-40B4-BE49-F238E27FC236}">
                  <a16:creationId xmlns:a16="http://schemas.microsoft.com/office/drawing/2014/main" id="{3CED13F0-4084-355D-78BB-795E06DE11D3}"/>
                </a:ext>
              </a:extLst>
            </p:cNvPr>
            <p:cNvGrpSpPr/>
            <p:nvPr/>
          </p:nvGrpSpPr>
          <p:grpSpPr>
            <a:xfrm>
              <a:off x="7543069" y="4085652"/>
              <a:ext cx="1177438" cy="659296"/>
              <a:chOff x="238125" y="1335475"/>
              <a:chExt cx="5418735" cy="3034175"/>
            </a:xfrm>
          </p:grpSpPr>
          <p:sp>
            <p:nvSpPr>
              <p:cNvPr id="414" name="Google Shape;12787;p131">
                <a:extLst>
                  <a:ext uri="{FF2B5EF4-FFF2-40B4-BE49-F238E27FC236}">
                    <a16:creationId xmlns:a16="http://schemas.microsoft.com/office/drawing/2014/main" id="{7109FADE-ACA1-D732-AE4D-000F6FD86F42}"/>
                  </a:ext>
                </a:extLst>
              </p:cNvPr>
              <p:cNvSpPr/>
              <p:nvPr/>
            </p:nvSpPr>
            <p:spPr>
              <a:xfrm>
                <a:off x="3669985" y="1335475"/>
                <a:ext cx="1986875" cy="3034175"/>
              </a:xfrm>
              <a:custGeom>
                <a:avLst/>
                <a:gdLst/>
                <a:ahLst/>
                <a:cxnLst/>
                <a:rect l="l" t="t" r="r" b="b"/>
                <a:pathLst>
                  <a:path w="79475" h="121367" extrusionOk="0">
                    <a:moveTo>
                      <a:pt x="1" y="0"/>
                    </a:moveTo>
                    <a:lnTo>
                      <a:pt x="1" y="38997"/>
                    </a:lnTo>
                    <a:cubicBezTo>
                      <a:pt x="588" y="44011"/>
                      <a:pt x="2425" y="48797"/>
                      <a:pt x="5360" y="52918"/>
                    </a:cubicBezTo>
                    <a:lnTo>
                      <a:pt x="9329" y="58469"/>
                    </a:lnTo>
                    <a:cubicBezTo>
                      <a:pt x="10541" y="59694"/>
                      <a:pt x="10541" y="61672"/>
                      <a:pt x="9329" y="62897"/>
                    </a:cubicBezTo>
                    <a:lnTo>
                      <a:pt x="5360" y="68448"/>
                    </a:lnTo>
                    <a:cubicBezTo>
                      <a:pt x="2425" y="72557"/>
                      <a:pt x="588" y="77355"/>
                      <a:pt x="1" y="82370"/>
                    </a:cubicBezTo>
                    <a:lnTo>
                      <a:pt x="1" y="121366"/>
                    </a:lnTo>
                    <a:lnTo>
                      <a:pt x="68743" y="121366"/>
                    </a:lnTo>
                    <a:lnTo>
                      <a:pt x="68743" y="85815"/>
                    </a:lnTo>
                    <a:cubicBezTo>
                      <a:pt x="68743" y="79588"/>
                      <a:pt x="70682" y="73514"/>
                      <a:pt x="74293" y="68448"/>
                    </a:cubicBezTo>
                    <a:lnTo>
                      <a:pt x="78249" y="62897"/>
                    </a:lnTo>
                    <a:cubicBezTo>
                      <a:pt x="79474" y="61672"/>
                      <a:pt x="79474" y="59694"/>
                      <a:pt x="78249" y="58469"/>
                    </a:cubicBezTo>
                    <a:lnTo>
                      <a:pt x="74293" y="52918"/>
                    </a:lnTo>
                    <a:cubicBezTo>
                      <a:pt x="70669" y="47840"/>
                      <a:pt x="68730" y="41778"/>
                      <a:pt x="68730" y="35551"/>
                    </a:cubicBezTo>
                    <a:lnTo>
                      <a:pt x="68730" y="0"/>
                    </a:lnTo>
                    <a:close/>
                  </a:path>
                </a:pathLst>
              </a:custGeom>
              <a:solidFill>
                <a:srgbClr val="A5B7C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Google Shape;12788;p131">
                <a:extLst>
                  <a:ext uri="{FF2B5EF4-FFF2-40B4-BE49-F238E27FC236}">
                    <a16:creationId xmlns:a16="http://schemas.microsoft.com/office/drawing/2014/main" id="{76A3D2F5-AEC9-516E-BFF8-9E0DC6303DD5}"/>
                  </a:ext>
                </a:extLst>
              </p:cNvPr>
              <p:cNvSpPr/>
              <p:nvPr/>
            </p:nvSpPr>
            <p:spPr>
              <a:xfrm>
                <a:off x="1956350" y="1335475"/>
                <a:ext cx="1984950" cy="3034175"/>
              </a:xfrm>
              <a:custGeom>
                <a:avLst/>
                <a:gdLst/>
                <a:ahLst/>
                <a:cxnLst/>
                <a:rect l="l" t="t" r="r" b="b"/>
                <a:pathLst>
                  <a:path w="79398" h="121367" extrusionOk="0">
                    <a:moveTo>
                      <a:pt x="0" y="0"/>
                    </a:moveTo>
                    <a:lnTo>
                      <a:pt x="0" y="35551"/>
                    </a:lnTo>
                    <a:cubicBezTo>
                      <a:pt x="0" y="41778"/>
                      <a:pt x="1940" y="47852"/>
                      <a:pt x="5564" y="52918"/>
                    </a:cubicBezTo>
                    <a:lnTo>
                      <a:pt x="9520" y="58469"/>
                    </a:lnTo>
                    <a:cubicBezTo>
                      <a:pt x="10745" y="59694"/>
                      <a:pt x="10745" y="61672"/>
                      <a:pt x="9520" y="62897"/>
                    </a:cubicBezTo>
                    <a:lnTo>
                      <a:pt x="5564" y="68448"/>
                    </a:lnTo>
                    <a:cubicBezTo>
                      <a:pt x="1952" y="73514"/>
                      <a:pt x="0" y="79588"/>
                      <a:pt x="0" y="85815"/>
                    </a:cubicBezTo>
                    <a:lnTo>
                      <a:pt x="0" y="121366"/>
                    </a:lnTo>
                    <a:lnTo>
                      <a:pt x="68665" y="121366"/>
                    </a:lnTo>
                    <a:lnTo>
                      <a:pt x="68665" y="85815"/>
                    </a:lnTo>
                    <a:cubicBezTo>
                      <a:pt x="68665" y="79588"/>
                      <a:pt x="70605" y="73514"/>
                      <a:pt x="74216" y="68448"/>
                    </a:cubicBezTo>
                    <a:lnTo>
                      <a:pt x="78185" y="62897"/>
                    </a:lnTo>
                    <a:cubicBezTo>
                      <a:pt x="79397" y="61672"/>
                      <a:pt x="79397" y="59694"/>
                      <a:pt x="78185" y="58469"/>
                    </a:cubicBezTo>
                    <a:lnTo>
                      <a:pt x="74216" y="52918"/>
                    </a:lnTo>
                    <a:cubicBezTo>
                      <a:pt x="70605" y="47840"/>
                      <a:pt x="68665" y="41778"/>
                      <a:pt x="68665" y="35551"/>
                    </a:cubicBezTo>
                    <a:lnTo>
                      <a:pt x="68665" y="0"/>
                    </a:ln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12789;p131">
                <a:extLst>
                  <a:ext uri="{FF2B5EF4-FFF2-40B4-BE49-F238E27FC236}">
                    <a16:creationId xmlns:a16="http://schemas.microsoft.com/office/drawing/2014/main" id="{BA28EA97-BE7A-B735-1AF0-C5454F612BED}"/>
                  </a:ext>
                </a:extLst>
              </p:cNvPr>
              <p:cNvSpPr/>
              <p:nvPr/>
            </p:nvSpPr>
            <p:spPr>
              <a:xfrm>
                <a:off x="238125" y="1335475"/>
                <a:ext cx="1986850" cy="3034175"/>
              </a:xfrm>
              <a:custGeom>
                <a:avLst/>
                <a:gdLst/>
                <a:ahLst/>
                <a:cxnLst/>
                <a:rect l="l" t="t" r="r" b="b"/>
                <a:pathLst>
                  <a:path w="79474" h="121367" extrusionOk="0">
                    <a:moveTo>
                      <a:pt x="0" y="0"/>
                    </a:moveTo>
                    <a:lnTo>
                      <a:pt x="0" y="121366"/>
                    </a:lnTo>
                    <a:lnTo>
                      <a:pt x="68729" y="121366"/>
                    </a:lnTo>
                    <a:lnTo>
                      <a:pt x="68729" y="85815"/>
                    </a:lnTo>
                    <a:cubicBezTo>
                      <a:pt x="68729" y="79588"/>
                      <a:pt x="70669" y="73514"/>
                      <a:pt x="74293" y="68448"/>
                    </a:cubicBezTo>
                    <a:lnTo>
                      <a:pt x="78249" y="62897"/>
                    </a:lnTo>
                    <a:cubicBezTo>
                      <a:pt x="79474" y="61672"/>
                      <a:pt x="79474" y="59694"/>
                      <a:pt x="78249" y="58469"/>
                    </a:cubicBezTo>
                    <a:lnTo>
                      <a:pt x="74293" y="52918"/>
                    </a:lnTo>
                    <a:cubicBezTo>
                      <a:pt x="70669" y="47840"/>
                      <a:pt x="68729" y="41778"/>
                      <a:pt x="68729" y="35551"/>
                    </a:cubicBezTo>
                    <a:lnTo>
                      <a:pt x="68729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29" name="Google Shape;12790;p131">
              <a:extLst>
                <a:ext uri="{FF2B5EF4-FFF2-40B4-BE49-F238E27FC236}">
                  <a16:creationId xmlns:a16="http://schemas.microsoft.com/office/drawing/2014/main" id="{55DBFF1F-E2EE-C65B-780A-A886A59EDF6A}"/>
                </a:ext>
              </a:extLst>
            </p:cNvPr>
            <p:cNvGrpSpPr/>
            <p:nvPr/>
          </p:nvGrpSpPr>
          <p:grpSpPr>
            <a:xfrm>
              <a:off x="4672838" y="4984864"/>
              <a:ext cx="1416807" cy="713805"/>
              <a:chOff x="3967651" y="3645904"/>
              <a:chExt cx="1479304" cy="745292"/>
            </a:xfrm>
          </p:grpSpPr>
          <p:grpSp>
            <p:nvGrpSpPr>
              <p:cNvPr id="393" name="Google Shape;12791;p131">
                <a:extLst>
                  <a:ext uri="{FF2B5EF4-FFF2-40B4-BE49-F238E27FC236}">
                    <a16:creationId xmlns:a16="http://schemas.microsoft.com/office/drawing/2014/main" id="{9F901F2A-A0EC-3CF4-1DA2-B42EFABB477C}"/>
                  </a:ext>
                </a:extLst>
              </p:cNvPr>
              <p:cNvGrpSpPr/>
              <p:nvPr/>
            </p:nvGrpSpPr>
            <p:grpSpPr>
              <a:xfrm>
                <a:off x="3967651" y="4009026"/>
                <a:ext cx="1479304" cy="382170"/>
                <a:chOff x="3967651" y="4009026"/>
                <a:chExt cx="1479304" cy="382170"/>
              </a:xfrm>
            </p:grpSpPr>
            <p:grpSp>
              <p:nvGrpSpPr>
                <p:cNvPr id="405" name="Google Shape;12792;p131">
                  <a:extLst>
                    <a:ext uri="{FF2B5EF4-FFF2-40B4-BE49-F238E27FC236}">
                      <a16:creationId xmlns:a16="http://schemas.microsoft.com/office/drawing/2014/main" id="{E55B4202-57CD-A11F-2620-E9F0279DD23B}"/>
                    </a:ext>
                  </a:extLst>
                </p:cNvPr>
                <p:cNvGrpSpPr/>
                <p:nvPr/>
              </p:nvGrpSpPr>
              <p:grpSpPr>
                <a:xfrm>
                  <a:off x="4892216" y="4195630"/>
                  <a:ext cx="554739" cy="195566"/>
                  <a:chOff x="3604375" y="4892160"/>
                  <a:chExt cx="1651500" cy="582215"/>
                </a:xfrm>
              </p:grpSpPr>
              <p:sp>
                <p:nvSpPr>
                  <p:cNvPr id="412" name="Google Shape;12793;p131">
                    <a:extLst>
                      <a:ext uri="{FF2B5EF4-FFF2-40B4-BE49-F238E27FC236}">
                        <a16:creationId xmlns:a16="http://schemas.microsoft.com/office/drawing/2014/main" id="{2079B1E9-ADE5-190F-1A79-5F14B221A58D}"/>
                      </a:ext>
                    </a:extLst>
                  </p:cNvPr>
                  <p:cNvSpPr/>
                  <p:nvPr/>
                </p:nvSpPr>
                <p:spPr>
                  <a:xfrm>
                    <a:off x="3604375" y="4892160"/>
                    <a:ext cx="1651500" cy="1468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6060" h="5873" extrusionOk="0">
                        <a:moveTo>
                          <a:pt x="1" y="0"/>
                        </a:moveTo>
                        <a:lnTo>
                          <a:pt x="7340" y="5872"/>
                        </a:lnTo>
                        <a:lnTo>
                          <a:pt x="66060" y="5872"/>
                        </a:lnTo>
                        <a:lnTo>
                          <a:pt x="51382" y="0"/>
                        </a:lnTo>
                        <a:close/>
                      </a:path>
                    </a:pathLst>
                  </a:custGeom>
                  <a:solidFill>
                    <a:srgbClr val="A5B7C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3" name="Google Shape;12794;p131">
                    <a:extLst>
                      <a:ext uri="{FF2B5EF4-FFF2-40B4-BE49-F238E27FC236}">
                        <a16:creationId xmlns:a16="http://schemas.microsoft.com/office/drawing/2014/main" id="{A0AC7C05-B17C-D363-F82E-50DD9C873900}"/>
                      </a:ext>
                    </a:extLst>
                  </p:cNvPr>
                  <p:cNvSpPr/>
                  <p:nvPr/>
                </p:nvSpPr>
                <p:spPr>
                  <a:xfrm>
                    <a:off x="3787875" y="5033975"/>
                    <a:ext cx="1468000" cy="4404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720" h="17616" extrusionOk="0">
                        <a:moveTo>
                          <a:pt x="0" y="0"/>
                        </a:moveTo>
                        <a:lnTo>
                          <a:pt x="0" y="17615"/>
                        </a:lnTo>
                        <a:lnTo>
                          <a:pt x="58720" y="17615"/>
                        </a:lnTo>
                        <a:lnTo>
                          <a:pt x="58720" y="0"/>
                        </a:lnTo>
                        <a:close/>
                      </a:path>
                    </a:pathLst>
                  </a:custGeom>
                  <a:solidFill>
                    <a:srgbClr val="869FB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406" name="Google Shape;12795;p131">
                  <a:extLst>
                    <a:ext uri="{FF2B5EF4-FFF2-40B4-BE49-F238E27FC236}">
                      <a16:creationId xmlns:a16="http://schemas.microsoft.com/office/drawing/2014/main" id="{3903FCB6-7E50-1C6A-7E99-9C877864EE31}"/>
                    </a:ext>
                  </a:extLst>
                </p:cNvPr>
                <p:cNvGrpSpPr/>
                <p:nvPr/>
              </p:nvGrpSpPr>
              <p:grpSpPr>
                <a:xfrm>
                  <a:off x="3967651" y="4146303"/>
                  <a:ext cx="579402" cy="244893"/>
                  <a:chOff x="851875" y="4745310"/>
                  <a:chExt cx="1724925" cy="729065"/>
                </a:xfrm>
              </p:grpSpPr>
              <p:sp>
                <p:nvSpPr>
                  <p:cNvPr id="410" name="Google Shape;12796;p131">
                    <a:extLst>
                      <a:ext uri="{FF2B5EF4-FFF2-40B4-BE49-F238E27FC236}">
                        <a16:creationId xmlns:a16="http://schemas.microsoft.com/office/drawing/2014/main" id="{1B2345D5-5CA8-5FB5-DBEB-AF9B7A38CDD5}"/>
                      </a:ext>
                    </a:extLst>
                  </p:cNvPr>
                  <p:cNvSpPr/>
                  <p:nvPr/>
                </p:nvSpPr>
                <p:spPr>
                  <a:xfrm>
                    <a:off x="851925" y="4745310"/>
                    <a:ext cx="1724875" cy="1468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8995" h="5875" extrusionOk="0">
                        <a:moveTo>
                          <a:pt x="14679" y="0"/>
                        </a:moveTo>
                        <a:lnTo>
                          <a:pt x="1" y="5874"/>
                        </a:lnTo>
                        <a:lnTo>
                          <a:pt x="58718" y="5874"/>
                        </a:lnTo>
                        <a:lnTo>
                          <a:pt x="68994" y="0"/>
                        </a:lnTo>
                        <a:close/>
                      </a:path>
                    </a:pathLst>
                  </a:custGeom>
                  <a:solidFill>
                    <a:srgbClr val="A5B7C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1" name="Google Shape;12797;p131">
                    <a:extLst>
                      <a:ext uri="{FF2B5EF4-FFF2-40B4-BE49-F238E27FC236}">
                        <a16:creationId xmlns:a16="http://schemas.microsoft.com/office/drawing/2014/main" id="{6E9E6F96-CF4E-03F9-DFE9-E73FB901B214}"/>
                      </a:ext>
                    </a:extLst>
                  </p:cNvPr>
                  <p:cNvSpPr/>
                  <p:nvPr/>
                </p:nvSpPr>
                <p:spPr>
                  <a:xfrm>
                    <a:off x="851875" y="4887175"/>
                    <a:ext cx="1468025" cy="5872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721" h="23488" extrusionOk="0">
                        <a:moveTo>
                          <a:pt x="0" y="0"/>
                        </a:moveTo>
                        <a:lnTo>
                          <a:pt x="0" y="23487"/>
                        </a:lnTo>
                        <a:lnTo>
                          <a:pt x="58720" y="23487"/>
                        </a:lnTo>
                        <a:lnTo>
                          <a:pt x="58720" y="0"/>
                        </a:lnTo>
                        <a:close/>
                      </a:path>
                    </a:pathLst>
                  </a:custGeom>
                  <a:solidFill>
                    <a:srgbClr val="869FB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407" name="Google Shape;12798;p131">
                  <a:extLst>
                    <a:ext uri="{FF2B5EF4-FFF2-40B4-BE49-F238E27FC236}">
                      <a16:creationId xmlns:a16="http://schemas.microsoft.com/office/drawing/2014/main" id="{E9B5C9BD-E100-522C-9354-E00839B56A0A}"/>
                    </a:ext>
                  </a:extLst>
                </p:cNvPr>
                <p:cNvGrpSpPr/>
                <p:nvPr/>
              </p:nvGrpSpPr>
              <p:grpSpPr>
                <a:xfrm>
                  <a:off x="4460753" y="4009026"/>
                  <a:ext cx="493110" cy="382170"/>
                  <a:chOff x="2319875" y="4336625"/>
                  <a:chExt cx="1468025" cy="1137750"/>
                </a:xfrm>
              </p:grpSpPr>
              <p:sp>
                <p:nvSpPr>
                  <p:cNvPr id="408" name="Google Shape;12799;p131">
                    <a:extLst>
                      <a:ext uri="{FF2B5EF4-FFF2-40B4-BE49-F238E27FC236}">
                        <a16:creationId xmlns:a16="http://schemas.microsoft.com/office/drawing/2014/main" id="{AECE7616-7143-BEF9-D026-C64F4B4ADECB}"/>
                      </a:ext>
                    </a:extLst>
                  </p:cNvPr>
                  <p:cNvSpPr/>
                  <p:nvPr/>
                </p:nvSpPr>
                <p:spPr>
                  <a:xfrm>
                    <a:off x="2319875" y="4336625"/>
                    <a:ext cx="1468025" cy="1468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721" h="5875" extrusionOk="0">
                        <a:moveTo>
                          <a:pt x="14681" y="0"/>
                        </a:moveTo>
                        <a:lnTo>
                          <a:pt x="0" y="5874"/>
                        </a:lnTo>
                        <a:lnTo>
                          <a:pt x="58720" y="5874"/>
                        </a:lnTo>
                        <a:lnTo>
                          <a:pt x="44042" y="0"/>
                        </a:lnTo>
                        <a:close/>
                      </a:path>
                    </a:pathLst>
                  </a:custGeom>
                  <a:solidFill>
                    <a:srgbClr val="A5B7C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9" name="Google Shape;12800;p131">
                    <a:extLst>
                      <a:ext uri="{FF2B5EF4-FFF2-40B4-BE49-F238E27FC236}">
                        <a16:creationId xmlns:a16="http://schemas.microsoft.com/office/drawing/2014/main" id="{07E3DB7D-1DDF-5081-28AC-727FDA1DF989}"/>
                      </a:ext>
                    </a:extLst>
                  </p:cNvPr>
                  <p:cNvSpPr/>
                  <p:nvPr/>
                </p:nvSpPr>
                <p:spPr>
                  <a:xfrm>
                    <a:off x="2319875" y="4483425"/>
                    <a:ext cx="1468025" cy="9909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721" h="39638" extrusionOk="0">
                        <a:moveTo>
                          <a:pt x="0" y="0"/>
                        </a:moveTo>
                        <a:lnTo>
                          <a:pt x="0" y="39637"/>
                        </a:lnTo>
                        <a:lnTo>
                          <a:pt x="58720" y="39637"/>
                        </a:lnTo>
                        <a:lnTo>
                          <a:pt x="58720" y="0"/>
                        </a:lnTo>
                        <a:close/>
                      </a:path>
                    </a:pathLst>
                  </a:custGeom>
                  <a:solidFill>
                    <a:srgbClr val="DBE2E7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394" name="Google Shape;12801;p131">
                <a:extLst>
                  <a:ext uri="{FF2B5EF4-FFF2-40B4-BE49-F238E27FC236}">
                    <a16:creationId xmlns:a16="http://schemas.microsoft.com/office/drawing/2014/main" id="{D9D3BA7B-226C-CC5D-C3E6-4C2909057FEA}"/>
                  </a:ext>
                </a:extLst>
              </p:cNvPr>
              <p:cNvGrpSpPr/>
              <p:nvPr/>
            </p:nvGrpSpPr>
            <p:grpSpPr>
              <a:xfrm>
                <a:off x="4479443" y="3645904"/>
                <a:ext cx="455965" cy="388789"/>
                <a:chOff x="2957425" y="238100"/>
                <a:chExt cx="1910200" cy="1628775"/>
              </a:xfrm>
            </p:grpSpPr>
            <p:sp>
              <p:nvSpPr>
                <p:cNvPr id="395" name="Google Shape;12802;p131">
                  <a:extLst>
                    <a:ext uri="{FF2B5EF4-FFF2-40B4-BE49-F238E27FC236}">
                      <a16:creationId xmlns:a16="http://schemas.microsoft.com/office/drawing/2014/main" id="{ED5BFFBC-3782-08F7-60BB-CD263B0D4A63}"/>
                    </a:ext>
                  </a:extLst>
                </p:cNvPr>
                <p:cNvSpPr/>
                <p:nvPr/>
              </p:nvSpPr>
              <p:spPr>
                <a:xfrm>
                  <a:off x="4035900" y="239600"/>
                  <a:ext cx="831725" cy="90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69" h="36254" extrusionOk="0">
                      <a:moveTo>
                        <a:pt x="22705" y="0"/>
                      </a:moveTo>
                      <a:cubicBezTo>
                        <a:pt x="21111" y="0"/>
                        <a:pt x="19679" y="297"/>
                        <a:pt x="18461" y="685"/>
                      </a:cubicBezTo>
                      <a:cubicBezTo>
                        <a:pt x="17166" y="1102"/>
                        <a:pt x="15926" y="1669"/>
                        <a:pt x="14763" y="2373"/>
                      </a:cubicBezTo>
                      <a:cubicBezTo>
                        <a:pt x="13810" y="2945"/>
                        <a:pt x="13109" y="3505"/>
                        <a:pt x="12609" y="3900"/>
                      </a:cubicBezTo>
                      <a:lnTo>
                        <a:pt x="11977" y="4448"/>
                      </a:lnTo>
                      <a:lnTo>
                        <a:pt x="14023" y="6907"/>
                      </a:lnTo>
                      <a:lnTo>
                        <a:pt x="14679" y="6385"/>
                      </a:lnTo>
                      <a:cubicBezTo>
                        <a:pt x="15052" y="6124"/>
                        <a:pt x="15622" y="5698"/>
                        <a:pt x="16443" y="5255"/>
                      </a:cubicBezTo>
                      <a:cubicBezTo>
                        <a:pt x="17250" y="4815"/>
                        <a:pt x="18260" y="4326"/>
                        <a:pt x="19466" y="3977"/>
                      </a:cubicBezTo>
                      <a:cubicBezTo>
                        <a:pt x="20363" y="3713"/>
                        <a:pt x="21373" y="3535"/>
                        <a:pt x="22421" y="3535"/>
                      </a:cubicBezTo>
                      <a:cubicBezTo>
                        <a:pt x="22772" y="3535"/>
                        <a:pt x="23127" y="3555"/>
                        <a:pt x="23483" y="3599"/>
                      </a:cubicBezTo>
                      <a:cubicBezTo>
                        <a:pt x="24177" y="3661"/>
                        <a:pt x="24938" y="3905"/>
                        <a:pt x="25537" y="4168"/>
                      </a:cubicBezTo>
                      <a:cubicBezTo>
                        <a:pt x="25740" y="4271"/>
                        <a:pt x="25982" y="4377"/>
                        <a:pt x="26159" y="4475"/>
                      </a:cubicBezTo>
                      <a:cubicBezTo>
                        <a:pt x="26289" y="4568"/>
                        <a:pt x="26415" y="4659"/>
                        <a:pt x="26552" y="4740"/>
                      </a:cubicBezTo>
                      <a:cubicBezTo>
                        <a:pt x="26818" y="4941"/>
                        <a:pt x="27160" y="5171"/>
                        <a:pt x="27411" y="5458"/>
                      </a:cubicBezTo>
                      <a:cubicBezTo>
                        <a:pt x="28529" y="6528"/>
                        <a:pt x="29264" y="8171"/>
                        <a:pt x="29427" y="9930"/>
                      </a:cubicBezTo>
                      <a:cubicBezTo>
                        <a:pt x="29508" y="10808"/>
                        <a:pt x="29448" y="11723"/>
                        <a:pt x="29211" y="12589"/>
                      </a:cubicBezTo>
                      <a:cubicBezTo>
                        <a:pt x="29087" y="13020"/>
                        <a:pt x="28946" y="13451"/>
                        <a:pt x="28747" y="13853"/>
                      </a:cubicBezTo>
                      <a:lnTo>
                        <a:pt x="28677" y="14006"/>
                      </a:lnTo>
                      <a:cubicBezTo>
                        <a:pt x="28677" y="14006"/>
                        <a:pt x="28651" y="14062"/>
                        <a:pt x="28653" y="14062"/>
                      </a:cubicBezTo>
                      <a:cubicBezTo>
                        <a:pt x="28654" y="14062"/>
                        <a:pt x="28658" y="14055"/>
                        <a:pt x="28668" y="14038"/>
                      </a:cubicBezTo>
                      <a:lnTo>
                        <a:pt x="28668" y="14038"/>
                      </a:lnTo>
                      <a:lnTo>
                        <a:pt x="28618" y="14131"/>
                      </a:lnTo>
                      <a:lnTo>
                        <a:pt x="28409" y="14504"/>
                      </a:lnTo>
                      <a:cubicBezTo>
                        <a:pt x="28270" y="14744"/>
                        <a:pt x="28177" y="14878"/>
                        <a:pt x="28045" y="15084"/>
                      </a:cubicBezTo>
                      <a:cubicBezTo>
                        <a:pt x="26952" y="16678"/>
                        <a:pt x="25336" y="18021"/>
                        <a:pt x="23512" y="19098"/>
                      </a:cubicBezTo>
                      <a:cubicBezTo>
                        <a:pt x="21688" y="20170"/>
                        <a:pt x="19591" y="20984"/>
                        <a:pt x="17487" y="21695"/>
                      </a:cubicBezTo>
                      <a:cubicBezTo>
                        <a:pt x="15371" y="22408"/>
                        <a:pt x="13207" y="23019"/>
                        <a:pt x="11089" y="23679"/>
                      </a:cubicBezTo>
                      <a:cubicBezTo>
                        <a:pt x="9119" y="24319"/>
                        <a:pt x="6955" y="24728"/>
                        <a:pt x="4860" y="25736"/>
                      </a:cubicBezTo>
                      <a:cubicBezTo>
                        <a:pt x="3800" y="26233"/>
                        <a:pt x="2785" y="26940"/>
                        <a:pt x="1988" y="27763"/>
                      </a:cubicBezTo>
                      <a:cubicBezTo>
                        <a:pt x="1179" y="28589"/>
                        <a:pt x="468" y="29604"/>
                        <a:pt x="180" y="30868"/>
                      </a:cubicBezTo>
                      <a:cubicBezTo>
                        <a:pt x="32" y="31488"/>
                        <a:pt x="1" y="32165"/>
                        <a:pt x="135" y="32795"/>
                      </a:cubicBezTo>
                      <a:cubicBezTo>
                        <a:pt x="259" y="33436"/>
                        <a:pt x="470" y="33968"/>
                        <a:pt x="882" y="34540"/>
                      </a:cubicBezTo>
                      <a:cubicBezTo>
                        <a:pt x="1657" y="35540"/>
                        <a:pt x="2675" y="36002"/>
                        <a:pt x="3620" y="36184"/>
                      </a:cubicBezTo>
                      <a:cubicBezTo>
                        <a:pt x="3889" y="36231"/>
                        <a:pt x="4153" y="36254"/>
                        <a:pt x="4411" y="36254"/>
                      </a:cubicBezTo>
                      <a:cubicBezTo>
                        <a:pt x="5087" y="36254"/>
                        <a:pt x="5719" y="36098"/>
                        <a:pt x="6270" y="35808"/>
                      </a:cubicBezTo>
                      <a:cubicBezTo>
                        <a:pt x="6643" y="35617"/>
                        <a:pt x="6971" y="35351"/>
                        <a:pt x="7235" y="35026"/>
                      </a:cubicBezTo>
                      <a:cubicBezTo>
                        <a:pt x="7500" y="34722"/>
                        <a:pt x="7682" y="34200"/>
                        <a:pt x="7701" y="33901"/>
                      </a:cubicBezTo>
                      <a:cubicBezTo>
                        <a:pt x="7768" y="33237"/>
                        <a:pt x="7644" y="32706"/>
                        <a:pt x="7441" y="32268"/>
                      </a:cubicBezTo>
                      <a:cubicBezTo>
                        <a:pt x="7247" y="31835"/>
                        <a:pt x="6962" y="31483"/>
                        <a:pt x="6636" y="31342"/>
                      </a:cubicBezTo>
                      <a:cubicBezTo>
                        <a:pt x="6470" y="31265"/>
                        <a:pt x="6319" y="31239"/>
                        <a:pt x="6193" y="31239"/>
                      </a:cubicBezTo>
                      <a:cubicBezTo>
                        <a:pt x="6075" y="31239"/>
                        <a:pt x="5979" y="31261"/>
                        <a:pt x="5911" y="31284"/>
                      </a:cubicBezTo>
                      <a:lnTo>
                        <a:pt x="5700" y="31378"/>
                      </a:lnTo>
                      <a:cubicBezTo>
                        <a:pt x="5674" y="31404"/>
                        <a:pt x="6095" y="31342"/>
                        <a:pt x="6354" y="31717"/>
                      </a:cubicBezTo>
                      <a:cubicBezTo>
                        <a:pt x="6598" y="32045"/>
                        <a:pt x="6634" y="32854"/>
                        <a:pt x="6301" y="33558"/>
                      </a:cubicBezTo>
                      <a:cubicBezTo>
                        <a:pt x="6212" y="33840"/>
                        <a:pt x="5743" y="34057"/>
                        <a:pt x="5206" y="34057"/>
                      </a:cubicBezTo>
                      <a:cubicBezTo>
                        <a:pt x="4902" y="34057"/>
                        <a:pt x="4577" y="33987"/>
                        <a:pt x="4286" y="33822"/>
                      </a:cubicBezTo>
                      <a:cubicBezTo>
                        <a:pt x="3874" y="33620"/>
                        <a:pt x="3520" y="33237"/>
                        <a:pt x="3414" y="32898"/>
                      </a:cubicBezTo>
                      <a:cubicBezTo>
                        <a:pt x="3366" y="32720"/>
                        <a:pt x="3345" y="32536"/>
                        <a:pt x="3350" y="32352"/>
                      </a:cubicBezTo>
                      <a:cubicBezTo>
                        <a:pt x="3347" y="32156"/>
                        <a:pt x="3400" y="31959"/>
                        <a:pt x="3474" y="31739"/>
                      </a:cubicBezTo>
                      <a:cubicBezTo>
                        <a:pt x="3778" y="30851"/>
                        <a:pt x="4927" y="29589"/>
                        <a:pt x="6390" y="28955"/>
                      </a:cubicBezTo>
                      <a:cubicBezTo>
                        <a:pt x="7922" y="28220"/>
                        <a:pt x="9954" y="27823"/>
                        <a:pt x="12149" y="27157"/>
                      </a:cubicBezTo>
                      <a:cubicBezTo>
                        <a:pt x="14212" y="26537"/>
                        <a:pt x="16407" y="25946"/>
                        <a:pt x="18650" y="25219"/>
                      </a:cubicBezTo>
                      <a:cubicBezTo>
                        <a:pt x="20896" y="24481"/>
                        <a:pt x="23193" y="23644"/>
                        <a:pt x="25412" y="22377"/>
                      </a:cubicBezTo>
                      <a:cubicBezTo>
                        <a:pt x="27617" y="21130"/>
                        <a:pt x="29683" y="19416"/>
                        <a:pt x="31179" y="17202"/>
                      </a:cubicBezTo>
                      <a:cubicBezTo>
                        <a:pt x="31361" y="16927"/>
                        <a:pt x="31576" y="16577"/>
                        <a:pt x="31720" y="16321"/>
                      </a:cubicBezTo>
                      <a:lnTo>
                        <a:pt x="31926" y="15945"/>
                      </a:lnTo>
                      <a:lnTo>
                        <a:pt x="31976" y="15852"/>
                      </a:lnTo>
                      <a:lnTo>
                        <a:pt x="32055" y="15687"/>
                      </a:lnTo>
                      <a:lnTo>
                        <a:pt x="32160" y="15450"/>
                      </a:lnTo>
                      <a:cubicBezTo>
                        <a:pt x="32459" y="14827"/>
                        <a:pt x="32673" y="14179"/>
                        <a:pt x="32850" y="13528"/>
                      </a:cubicBezTo>
                      <a:cubicBezTo>
                        <a:pt x="33192" y="12218"/>
                        <a:pt x="33269" y="10875"/>
                        <a:pt x="33142" y="9583"/>
                      </a:cubicBezTo>
                      <a:cubicBezTo>
                        <a:pt x="32883" y="7000"/>
                        <a:pt x="31780" y="4549"/>
                        <a:pt x="29994" y="2837"/>
                      </a:cubicBezTo>
                      <a:cubicBezTo>
                        <a:pt x="29783" y="2615"/>
                        <a:pt x="29556" y="2411"/>
                        <a:pt x="29309" y="2227"/>
                      </a:cubicBezTo>
                      <a:cubicBezTo>
                        <a:pt x="29060" y="2040"/>
                        <a:pt x="28862" y="1846"/>
                        <a:pt x="28570" y="1676"/>
                      </a:cubicBezTo>
                      <a:cubicBezTo>
                        <a:pt x="28292" y="1502"/>
                        <a:pt x="28010" y="1337"/>
                        <a:pt x="27732" y="1176"/>
                      </a:cubicBezTo>
                      <a:cubicBezTo>
                        <a:pt x="27488" y="1054"/>
                        <a:pt x="27289" y="975"/>
                        <a:pt x="27066" y="872"/>
                      </a:cubicBezTo>
                      <a:cubicBezTo>
                        <a:pt x="25934" y="398"/>
                        <a:pt x="24917" y="147"/>
                        <a:pt x="23871" y="54"/>
                      </a:cubicBezTo>
                      <a:cubicBezTo>
                        <a:pt x="23474" y="17"/>
                        <a:pt x="23085" y="0"/>
                        <a:pt x="22705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6" name="Google Shape;12803;p131">
                  <a:extLst>
                    <a:ext uri="{FF2B5EF4-FFF2-40B4-BE49-F238E27FC236}">
                      <a16:creationId xmlns:a16="http://schemas.microsoft.com/office/drawing/2014/main" id="{8EF21EE6-D342-A8F3-CE9B-FC7EC94C7291}"/>
                    </a:ext>
                  </a:extLst>
                </p:cNvPr>
                <p:cNvSpPr/>
                <p:nvPr/>
              </p:nvSpPr>
              <p:spPr>
                <a:xfrm>
                  <a:off x="4062725" y="270525"/>
                  <a:ext cx="775400" cy="855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016" h="34225" extrusionOk="0">
                      <a:moveTo>
                        <a:pt x="4627" y="30141"/>
                      </a:moveTo>
                      <a:cubicBezTo>
                        <a:pt x="4626" y="30143"/>
                        <a:pt x="4626" y="30145"/>
                        <a:pt x="4628" y="30145"/>
                      </a:cubicBezTo>
                      <a:lnTo>
                        <a:pt x="4628" y="30145"/>
                      </a:lnTo>
                      <a:cubicBezTo>
                        <a:pt x="4627" y="30144"/>
                        <a:pt x="4627" y="30143"/>
                        <a:pt x="4627" y="30141"/>
                      </a:cubicBezTo>
                      <a:close/>
                      <a:moveTo>
                        <a:pt x="4628" y="30145"/>
                      </a:moveTo>
                      <a:cubicBezTo>
                        <a:pt x="4629" y="30146"/>
                        <a:pt x="4631" y="30147"/>
                        <a:pt x="4633" y="30147"/>
                      </a:cubicBezTo>
                      <a:cubicBezTo>
                        <a:pt x="4634" y="30147"/>
                        <a:pt x="4634" y="30147"/>
                        <a:pt x="4636" y="30147"/>
                      </a:cubicBezTo>
                      <a:lnTo>
                        <a:pt x="4636" y="30147"/>
                      </a:lnTo>
                      <a:cubicBezTo>
                        <a:pt x="4635" y="30147"/>
                        <a:pt x="4635" y="30147"/>
                        <a:pt x="4635" y="30147"/>
                      </a:cubicBezTo>
                      <a:cubicBezTo>
                        <a:pt x="4632" y="30147"/>
                        <a:pt x="4630" y="30146"/>
                        <a:pt x="4628" y="30145"/>
                      </a:cubicBezTo>
                      <a:close/>
                      <a:moveTo>
                        <a:pt x="21530" y="0"/>
                      </a:moveTo>
                      <a:cubicBezTo>
                        <a:pt x="20130" y="0"/>
                        <a:pt x="18844" y="256"/>
                        <a:pt x="17738" y="602"/>
                      </a:cubicBezTo>
                      <a:cubicBezTo>
                        <a:pt x="16529" y="983"/>
                        <a:pt x="15368" y="1502"/>
                        <a:pt x="14279" y="2146"/>
                      </a:cubicBezTo>
                      <a:cubicBezTo>
                        <a:pt x="13369" y="2670"/>
                        <a:pt x="12713" y="3183"/>
                        <a:pt x="12258" y="3530"/>
                      </a:cubicBezTo>
                      <a:lnTo>
                        <a:pt x="11617" y="4068"/>
                      </a:lnTo>
                      <a:lnTo>
                        <a:pt x="12234" y="4813"/>
                      </a:lnTo>
                      <a:lnTo>
                        <a:pt x="12881" y="4279"/>
                      </a:lnTo>
                      <a:cubicBezTo>
                        <a:pt x="13297" y="3973"/>
                        <a:pt x="13912" y="3496"/>
                        <a:pt x="14779" y="3008"/>
                      </a:cubicBezTo>
                      <a:cubicBezTo>
                        <a:pt x="15808" y="2412"/>
                        <a:pt x="16902" y="1936"/>
                        <a:pt x="18039" y="1588"/>
                      </a:cubicBezTo>
                      <a:cubicBezTo>
                        <a:pt x="19049" y="1281"/>
                        <a:pt x="20205" y="1064"/>
                        <a:pt x="21437" y="1064"/>
                      </a:cubicBezTo>
                      <a:cubicBezTo>
                        <a:pt x="21800" y="1064"/>
                        <a:pt x="22170" y="1083"/>
                        <a:pt x="22544" y="1124"/>
                      </a:cubicBezTo>
                      <a:cubicBezTo>
                        <a:pt x="23363" y="1198"/>
                        <a:pt x="24213" y="1442"/>
                        <a:pt x="24998" y="1782"/>
                      </a:cubicBezTo>
                      <a:cubicBezTo>
                        <a:pt x="25206" y="1883"/>
                        <a:pt x="25433" y="1981"/>
                        <a:pt x="25634" y="2089"/>
                      </a:cubicBezTo>
                      <a:lnTo>
                        <a:pt x="26183" y="2433"/>
                      </a:lnTo>
                      <a:cubicBezTo>
                        <a:pt x="26537" y="2694"/>
                        <a:pt x="26927" y="2962"/>
                        <a:pt x="27241" y="3305"/>
                      </a:cubicBezTo>
                      <a:cubicBezTo>
                        <a:pt x="28593" y="4597"/>
                        <a:pt x="29462" y="6522"/>
                        <a:pt x="29663" y="8571"/>
                      </a:cubicBezTo>
                      <a:cubicBezTo>
                        <a:pt x="29888" y="10637"/>
                        <a:pt x="29323" y="12791"/>
                        <a:pt x="28083" y="14598"/>
                      </a:cubicBezTo>
                      <a:cubicBezTo>
                        <a:pt x="26853" y="16415"/>
                        <a:pt x="25081" y="17897"/>
                        <a:pt x="23116" y="19029"/>
                      </a:cubicBezTo>
                      <a:cubicBezTo>
                        <a:pt x="21151" y="20168"/>
                        <a:pt x="18980" y="20987"/>
                        <a:pt x="16826" y="21708"/>
                      </a:cubicBezTo>
                      <a:cubicBezTo>
                        <a:pt x="14664" y="22423"/>
                        <a:pt x="12488" y="23024"/>
                        <a:pt x="10389" y="23666"/>
                      </a:cubicBezTo>
                      <a:cubicBezTo>
                        <a:pt x="8338" y="24314"/>
                        <a:pt x="6224" y="24716"/>
                        <a:pt x="4321" y="25624"/>
                      </a:cubicBezTo>
                      <a:cubicBezTo>
                        <a:pt x="3368" y="26069"/>
                        <a:pt x="2495" y="26677"/>
                        <a:pt x="1791" y="27395"/>
                      </a:cubicBezTo>
                      <a:cubicBezTo>
                        <a:pt x="1082" y="28106"/>
                        <a:pt x="508" y="28965"/>
                        <a:pt x="259" y="29935"/>
                      </a:cubicBezTo>
                      <a:cubicBezTo>
                        <a:pt x="0" y="30909"/>
                        <a:pt x="170" y="31941"/>
                        <a:pt x="694" y="32731"/>
                      </a:cubicBezTo>
                      <a:cubicBezTo>
                        <a:pt x="1235" y="33501"/>
                        <a:pt x="2023" y="33935"/>
                        <a:pt x="2782" y="34121"/>
                      </a:cubicBezTo>
                      <a:cubicBezTo>
                        <a:pt x="3070" y="34191"/>
                        <a:pt x="3358" y="34225"/>
                        <a:pt x="3638" y="34225"/>
                      </a:cubicBezTo>
                      <a:cubicBezTo>
                        <a:pt x="4106" y="34225"/>
                        <a:pt x="4553" y="34131"/>
                        <a:pt x="4946" y="33954"/>
                      </a:cubicBezTo>
                      <a:cubicBezTo>
                        <a:pt x="5250" y="33820"/>
                        <a:pt x="5523" y="33623"/>
                        <a:pt x="5748" y="33379"/>
                      </a:cubicBezTo>
                      <a:cubicBezTo>
                        <a:pt x="5965" y="33145"/>
                        <a:pt x="6087" y="32805"/>
                        <a:pt x="6138" y="32544"/>
                      </a:cubicBezTo>
                      <a:cubicBezTo>
                        <a:pt x="6332" y="31462"/>
                        <a:pt x="5963" y="30567"/>
                        <a:pt x="5465" y="30236"/>
                      </a:cubicBezTo>
                      <a:cubicBezTo>
                        <a:pt x="5261" y="30119"/>
                        <a:pt x="5087" y="30085"/>
                        <a:pt x="4953" y="30085"/>
                      </a:cubicBezTo>
                      <a:cubicBezTo>
                        <a:pt x="4777" y="30085"/>
                        <a:pt x="4666" y="30143"/>
                        <a:pt x="4636" y="30147"/>
                      </a:cubicBezTo>
                      <a:lnTo>
                        <a:pt x="4636" y="30147"/>
                      </a:lnTo>
                      <a:cubicBezTo>
                        <a:pt x="4659" y="30146"/>
                        <a:pt x="4725" y="30130"/>
                        <a:pt x="4819" y="30130"/>
                      </a:cubicBezTo>
                      <a:cubicBezTo>
                        <a:pt x="4961" y="30130"/>
                        <a:pt x="5166" y="30167"/>
                        <a:pt x="5381" y="30349"/>
                      </a:cubicBezTo>
                      <a:cubicBezTo>
                        <a:pt x="5760" y="30682"/>
                        <a:pt x="5968" y="31534"/>
                        <a:pt x="5719" y="32443"/>
                      </a:cubicBezTo>
                      <a:cubicBezTo>
                        <a:pt x="5587" y="33111"/>
                        <a:pt x="4764" y="33560"/>
                        <a:pt x="3860" y="33560"/>
                      </a:cubicBezTo>
                      <a:cubicBezTo>
                        <a:pt x="3569" y="33560"/>
                        <a:pt x="3269" y="33514"/>
                        <a:pt x="2980" y="33413"/>
                      </a:cubicBezTo>
                      <a:cubicBezTo>
                        <a:pt x="2382" y="33216"/>
                        <a:pt x="1798" y="32805"/>
                        <a:pt x="1458" y="32235"/>
                      </a:cubicBezTo>
                      <a:cubicBezTo>
                        <a:pt x="1125" y="31682"/>
                        <a:pt x="1044" y="30904"/>
                        <a:pt x="1252" y="30198"/>
                      </a:cubicBezTo>
                      <a:cubicBezTo>
                        <a:pt x="1688" y="28745"/>
                        <a:pt x="3091" y="27381"/>
                        <a:pt x="4783" y="26591"/>
                      </a:cubicBezTo>
                      <a:cubicBezTo>
                        <a:pt x="6511" y="25758"/>
                        <a:pt x="8589" y="25356"/>
                        <a:pt x="10703" y="24695"/>
                      </a:cubicBezTo>
                      <a:cubicBezTo>
                        <a:pt x="12785" y="24061"/>
                        <a:pt x="14968" y="23460"/>
                        <a:pt x="17166" y="22734"/>
                      </a:cubicBezTo>
                      <a:cubicBezTo>
                        <a:pt x="19361" y="22002"/>
                        <a:pt x="21587" y="21171"/>
                        <a:pt x="23662" y="19972"/>
                      </a:cubicBezTo>
                      <a:cubicBezTo>
                        <a:pt x="25730" y="18782"/>
                        <a:pt x="27636" y="17205"/>
                        <a:pt x="28990" y="15211"/>
                      </a:cubicBezTo>
                      <a:cubicBezTo>
                        <a:pt x="30357" y="13236"/>
                        <a:pt x="31015" y="10761"/>
                        <a:pt x="30757" y="8468"/>
                      </a:cubicBezTo>
                      <a:cubicBezTo>
                        <a:pt x="30537" y="6175"/>
                        <a:pt x="29567" y="4006"/>
                        <a:pt x="28016" y="2517"/>
                      </a:cubicBezTo>
                      <a:cubicBezTo>
                        <a:pt x="27652" y="2122"/>
                        <a:pt x="27221" y="1818"/>
                        <a:pt x="26791" y="1507"/>
                      </a:cubicBezTo>
                      <a:lnTo>
                        <a:pt x="26108" y="1091"/>
                      </a:lnTo>
                      <a:cubicBezTo>
                        <a:pt x="25888" y="976"/>
                        <a:pt x="25673" y="887"/>
                        <a:pt x="25457" y="787"/>
                      </a:cubicBezTo>
                      <a:cubicBezTo>
                        <a:pt x="24512" y="384"/>
                        <a:pt x="23585" y="138"/>
                        <a:pt x="22659" y="56"/>
                      </a:cubicBezTo>
                      <a:cubicBezTo>
                        <a:pt x="22276" y="18"/>
                        <a:pt x="21899" y="0"/>
                        <a:pt x="21530" y="0"/>
                      </a:cubicBezTo>
                      <a:close/>
                    </a:path>
                  </a:pathLst>
                </a:custGeom>
                <a:solidFill>
                  <a:srgbClr val="DBE2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7" name="Google Shape;12804;p131">
                  <a:extLst>
                    <a:ext uri="{FF2B5EF4-FFF2-40B4-BE49-F238E27FC236}">
                      <a16:creationId xmlns:a16="http://schemas.microsoft.com/office/drawing/2014/main" id="{49EA2695-9061-1C24-50F7-2F9B841BFBBD}"/>
                    </a:ext>
                  </a:extLst>
                </p:cNvPr>
                <p:cNvSpPr/>
                <p:nvPr/>
              </p:nvSpPr>
              <p:spPr>
                <a:xfrm>
                  <a:off x="2957425" y="254350"/>
                  <a:ext cx="842900" cy="896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716" h="35860" extrusionOk="0">
                      <a:moveTo>
                        <a:pt x="10613" y="1"/>
                      </a:moveTo>
                      <a:cubicBezTo>
                        <a:pt x="10145" y="1"/>
                        <a:pt x="9663" y="27"/>
                        <a:pt x="9169" y="83"/>
                      </a:cubicBezTo>
                      <a:cubicBezTo>
                        <a:pt x="8120" y="196"/>
                        <a:pt x="7110" y="471"/>
                        <a:pt x="5987" y="969"/>
                      </a:cubicBezTo>
                      <a:cubicBezTo>
                        <a:pt x="5769" y="1077"/>
                        <a:pt x="5573" y="1158"/>
                        <a:pt x="5329" y="1288"/>
                      </a:cubicBezTo>
                      <a:cubicBezTo>
                        <a:pt x="5054" y="1453"/>
                        <a:pt x="4776" y="1623"/>
                        <a:pt x="4501" y="1805"/>
                      </a:cubicBezTo>
                      <a:cubicBezTo>
                        <a:pt x="4211" y="1982"/>
                        <a:pt x="4020" y="2180"/>
                        <a:pt x="3773" y="2374"/>
                      </a:cubicBezTo>
                      <a:cubicBezTo>
                        <a:pt x="3531" y="2561"/>
                        <a:pt x="3306" y="2769"/>
                        <a:pt x="3103" y="2997"/>
                      </a:cubicBezTo>
                      <a:cubicBezTo>
                        <a:pt x="1353" y="4746"/>
                        <a:pt x="305" y="7222"/>
                        <a:pt x="101" y="9807"/>
                      </a:cubicBezTo>
                      <a:cubicBezTo>
                        <a:pt x="1" y="11104"/>
                        <a:pt x="108" y="12445"/>
                        <a:pt x="477" y="13744"/>
                      </a:cubicBezTo>
                      <a:cubicBezTo>
                        <a:pt x="669" y="14393"/>
                        <a:pt x="896" y="15037"/>
                        <a:pt x="1207" y="15655"/>
                      </a:cubicBezTo>
                      <a:lnTo>
                        <a:pt x="1317" y="15887"/>
                      </a:lnTo>
                      <a:lnTo>
                        <a:pt x="1399" y="16050"/>
                      </a:lnTo>
                      <a:lnTo>
                        <a:pt x="1454" y="16143"/>
                      </a:lnTo>
                      <a:lnTo>
                        <a:pt x="1664" y="16514"/>
                      </a:lnTo>
                      <a:cubicBezTo>
                        <a:pt x="1815" y="16768"/>
                        <a:pt x="2038" y="17112"/>
                        <a:pt x="2227" y="17383"/>
                      </a:cubicBezTo>
                      <a:cubicBezTo>
                        <a:pt x="3768" y="19563"/>
                        <a:pt x="5870" y="21234"/>
                        <a:pt x="8101" y="22431"/>
                      </a:cubicBezTo>
                      <a:cubicBezTo>
                        <a:pt x="10346" y="23652"/>
                        <a:pt x="12661" y="24439"/>
                        <a:pt x="14923" y="25131"/>
                      </a:cubicBezTo>
                      <a:cubicBezTo>
                        <a:pt x="17183" y="25811"/>
                        <a:pt x="19387" y="26354"/>
                        <a:pt x="21465" y="26929"/>
                      </a:cubicBezTo>
                      <a:cubicBezTo>
                        <a:pt x="23674" y="27549"/>
                        <a:pt x="25714" y="27901"/>
                        <a:pt x="27263" y="28605"/>
                      </a:cubicBezTo>
                      <a:cubicBezTo>
                        <a:pt x="28737" y="29208"/>
                        <a:pt x="29912" y="30443"/>
                        <a:pt x="30235" y="31324"/>
                      </a:cubicBezTo>
                      <a:cubicBezTo>
                        <a:pt x="30314" y="31544"/>
                        <a:pt x="30372" y="31738"/>
                        <a:pt x="30372" y="31934"/>
                      </a:cubicBezTo>
                      <a:cubicBezTo>
                        <a:pt x="30382" y="32118"/>
                        <a:pt x="30362" y="32303"/>
                        <a:pt x="30319" y="32482"/>
                      </a:cubicBezTo>
                      <a:cubicBezTo>
                        <a:pt x="30221" y="32825"/>
                        <a:pt x="29876" y="33215"/>
                        <a:pt x="29470" y="33423"/>
                      </a:cubicBezTo>
                      <a:cubicBezTo>
                        <a:pt x="29168" y="33604"/>
                        <a:pt x="28826" y="33680"/>
                        <a:pt x="28510" y="33680"/>
                      </a:cubicBezTo>
                      <a:cubicBezTo>
                        <a:pt x="27991" y="33680"/>
                        <a:pt x="27541" y="33476"/>
                        <a:pt x="27447" y="33203"/>
                      </a:cubicBezTo>
                      <a:cubicBezTo>
                        <a:pt x="27102" y="32509"/>
                        <a:pt x="27119" y="31700"/>
                        <a:pt x="27356" y="31364"/>
                      </a:cubicBezTo>
                      <a:cubicBezTo>
                        <a:pt x="27607" y="30981"/>
                        <a:pt x="28028" y="31037"/>
                        <a:pt x="28000" y="31010"/>
                      </a:cubicBezTo>
                      <a:lnTo>
                        <a:pt x="27789" y="30922"/>
                      </a:lnTo>
                      <a:cubicBezTo>
                        <a:pt x="27724" y="30901"/>
                        <a:pt x="27634" y="30882"/>
                        <a:pt x="27526" y="30882"/>
                      </a:cubicBezTo>
                      <a:cubicBezTo>
                        <a:pt x="27395" y="30882"/>
                        <a:pt x="27238" y="30910"/>
                        <a:pt x="27064" y="30996"/>
                      </a:cubicBezTo>
                      <a:cubicBezTo>
                        <a:pt x="26741" y="31144"/>
                        <a:pt x="26465" y="31501"/>
                        <a:pt x="26279" y="31937"/>
                      </a:cubicBezTo>
                      <a:cubicBezTo>
                        <a:pt x="26087" y="32379"/>
                        <a:pt x="25975" y="32913"/>
                        <a:pt x="26056" y="33576"/>
                      </a:cubicBezTo>
                      <a:cubicBezTo>
                        <a:pt x="26082" y="33875"/>
                        <a:pt x="26274" y="34392"/>
                        <a:pt x="26544" y="34692"/>
                      </a:cubicBezTo>
                      <a:cubicBezTo>
                        <a:pt x="26815" y="35010"/>
                        <a:pt x="27150" y="35269"/>
                        <a:pt x="27526" y="35453"/>
                      </a:cubicBezTo>
                      <a:cubicBezTo>
                        <a:pt x="28058" y="35717"/>
                        <a:pt x="28661" y="35859"/>
                        <a:pt x="29301" y="35859"/>
                      </a:cubicBezTo>
                      <a:cubicBezTo>
                        <a:pt x="29589" y="35859"/>
                        <a:pt x="29884" y="35831"/>
                        <a:pt x="30183" y="35771"/>
                      </a:cubicBezTo>
                      <a:cubicBezTo>
                        <a:pt x="31126" y="35568"/>
                        <a:pt x="32134" y="35087"/>
                        <a:pt x="32885" y="34067"/>
                      </a:cubicBezTo>
                      <a:cubicBezTo>
                        <a:pt x="33287" y="33485"/>
                        <a:pt x="33484" y="32951"/>
                        <a:pt x="33596" y="32308"/>
                      </a:cubicBezTo>
                      <a:cubicBezTo>
                        <a:pt x="33716" y="31673"/>
                        <a:pt x="33670" y="30998"/>
                        <a:pt x="33510" y="30381"/>
                      </a:cubicBezTo>
                      <a:cubicBezTo>
                        <a:pt x="33194" y="29124"/>
                        <a:pt x="32462" y="28123"/>
                        <a:pt x="31638" y="27317"/>
                      </a:cubicBezTo>
                      <a:cubicBezTo>
                        <a:pt x="30822" y="26508"/>
                        <a:pt x="29793" y="25825"/>
                        <a:pt x="28723" y="25349"/>
                      </a:cubicBezTo>
                      <a:cubicBezTo>
                        <a:pt x="26604" y="24389"/>
                        <a:pt x="24436" y="24025"/>
                        <a:pt x="22451" y="23427"/>
                      </a:cubicBezTo>
                      <a:cubicBezTo>
                        <a:pt x="20318" y="22812"/>
                        <a:pt x="18143" y="22249"/>
                        <a:pt x="16012" y="21581"/>
                      </a:cubicBezTo>
                      <a:cubicBezTo>
                        <a:pt x="13894" y="20914"/>
                        <a:pt x="11778" y="20148"/>
                        <a:pt x="9935" y="19113"/>
                      </a:cubicBezTo>
                      <a:cubicBezTo>
                        <a:pt x="8084" y="18075"/>
                        <a:pt x="6442" y="16765"/>
                        <a:pt x="5315" y="15193"/>
                      </a:cubicBezTo>
                      <a:cubicBezTo>
                        <a:pt x="5178" y="14991"/>
                        <a:pt x="5082" y="14862"/>
                        <a:pt x="4939" y="14625"/>
                      </a:cubicBezTo>
                      <a:lnTo>
                        <a:pt x="4723" y="14254"/>
                      </a:lnTo>
                      <a:lnTo>
                        <a:pt x="4679" y="14181"/>
                      </a:lnTo>
                      <a:lnTo>
                        <a:pt x="4679" y="14181"/>
                      </a:lnTo>
                      <a:cubicBezTo>
                        <a:pt x="4682" y="14186"/>
                        <a:pt x="4684" y="14188"/>
                        <a:pt x="4684" y="14188"/>
                      </a:cubicBezTo>
                      <a:cubicBezTo>
                        <a:pt x="4687" y="14188"/>
                        <a:pt x="4659" y="14132"/>
                        <a:pt x="4659" y="14132"/>
                      </a:cubicBezTo>
                      <a:lnTo>
                        <a:pt x="4587" y="13979"/>
                      </a:lnTo>
                      <a:cubicBezTo>
                        <a:pt x="4379" y="13582"/>
                        <a:pt x="4228" y="13156"/>
                        <a:pt x="4096" y="12727"/>
                      </a:cubicBezTo>
                      <a:cubicBezTo>
                        <a:pt x="3838" y="11865"/>
                        <a:pt x="3761" y="10953"/>
                        <a:pt x="3823" y="10072"/>
                      </a:cubicBezTo>
                      <a:cubicBezTo>
                        <a:pt x="3948" y="8311"/>
                        <a:pt x="4649" y="6654"/>
                        <a:pt x="5743" y="5558"/>
                      </a:cubicBezTo>
                      <a:cubicBezTo>
                        <a:pt x="5987" y="5268"/>
                        <a:pt x="6325" y="5029"/>
                        <a:pt x="6586" y="4823"/>
                      </a:cubicBezTo>
                      <a:cubicBezTo>
                        <a:pt x="6720" y="4737"/>
                        <a:pt x="6847" y="4646"/>
                        <a:pt x="6971" y="4550"/>
                      </a:cubicBezTo>
                      <a:cubicBezTo>
                        <a:pt x="7148" y="4447"/>
                        <a:pt x="7388" y="4335"/>
                        <a:pt x="7589" y="4229"/>
                      </a:cubicBezTo>
                      <a:cubicBezTo>
                        <a:pt x="8180" y="3952"/>
                        <a:pt x="8936" y="3693"/>
                        <a:pt x="9631" y="3614"/>
                      </a:cubicBezTo>
                      <a:cubicBezTo>
                        <a:pt x="10052" y="3554"/>
                        <a:pt x="10473" y="3527"/>
                        <a:pt x="10888" y="3527"/>
                      </a:cubicBezTo>
                      <a:cubicBezTo>
                        <a:pt x="11865" y="3527"/>
                        <a:pt x="12809" y="3678"/>
                        <a:pt x="13654" y="3909"/>
                      </a:cubicBezTo>
                      <a:cubicBezTo>
                        <a:pt x="14866" y="4232"/>
                        <a:pt x="15888" y="4699"/>
                        <a:pt x="16704" y="5120"/>
                      </a:cubicBezTo>
                      <a:cubicBezTo>
                        <a:pt x="17532" y="5546"/>
                        <a:pt x="18111" y="5960"/>
                        <a:pt x="18492" y="6214"/>
                      </a:cubicBezTo>
                      <a:lnTo>
                        <a:pt x="19157" y="6721"/>
                      </a:lnTo>
                      <a:lnTo>
                        <a:pt x="21151" y="4222"/>
                      </a:lnTo>
                      <a:lnTo>
                        <a:pt x="20507" y="3686"/>
                      </a:lnTo>
                      <a:cubicBezTo>
                        <a:pt x="19998" y="3303"/>
                        <a:pt x="19287" y="2757"/>
                        <a:pt x="18322" y="2207"/>
                      </a:cubicBezTo>
                      <a:cubicBezTo>
                        <a:pt x="17144" y="1527"/>
                        <a:pt x="15892" y="986"/>
                        <a:pt x="14590" y="598"/>
                      </a:cubicBezTo>
                      <a:cubicBezTo>
                        <a:pt x="13435" y="258"/>
                        <a:pt x="12094" y="1"/>
                        <a:pt x="10613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8" name="Google Shape;12805;p131">
                  <a:extLst>
                    <a:ext uri="{FF2B5EF4-FFF2-40B4-BE49-F238E27FC236}">
                      <a16:creationId xmlns:a16="http://schemas.microsoft.com/office/drawing/2014/main" id="{0BE56E91-7621-D473-70D8-7E699EBC46A4}"/>
                    </a:ext>
                  </a:extLst>
                </p:cNvPr>
                <p:cNvSpPr/>
                <p:nvPr/>
              </p:nvSpPr>
              <p:spPr>
                <a:xfrm>
                  <a:off x="2987525" y="285250"/>
                  <a:ext cx="786050" cy="845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442" h="33838" extrusionOk="0">
                      <a:moveTo>
                        <a:pt x="26798" y="29774"/>
                      </a:moveTo>
                      <a:cubicBezTo>
                        <a:pt x="26799" y="29776"/>
                        <a:pt x="26799" y="29778"/>
                        <a:pt x="26798" y="29779"/>
                      </a:cubicBezTo>
                      <a:lnTo>
                        <a:pt x="26798" y="29779"/>
                      </a:lnTo>
                      <a:cubicBezTo>
                        <a:pt x="26799" y="29778"/>
                        <a:pt x="26799" y="29776"/>
                        <a:pt x="26798" y="29774"/>
                      </a:cubicBezTo>
                      <a:close/>
                      <a:moveTo>
                        <a:pt x="26798" y="29779"/>
                      </a:moveTo>
                      <a:cubicBezTo>
                        <a:pt x="26797" y="29780"/>
                        <a:pt x="26795" y="29780"/>
                        <a:pt x="26791" y="29780"/>
                      </a:cubicBezTo>
                      <a:lnTo>
                        <a:pt x="26791" y="29780"/>
                      </a:lnTo>
                      <a:cubicBezTo>
                        <a:pt x="26792" y="29780"/>
                        <a:pt x="26793" y="29781"/>
                        <a:pt x="26793" y="29781"/>
                      </a:cubicBezTo>
                      <a:cubicBezTo>
                        <a:pt x="26796" y="29781"/>
                        <a:pt x="26797" y="29780"/>
                        <a:pt x="26798" y="29779"/>
                      </a:cubicBezTo>
                      <a:close/>
                      <a:moveTo>
                        <a:pt x="9497" y="0"/>
                      </a:moveTo>
                      <a:cubicBezTo>
                        <a:pt x="9051" y="0"/>
                        <a:pt x="8593" y="26"/>
                        <a:pt x="8125" y="83"/>
                      </a:cubicBezTo>
                      <a:cubicBezTo>
                        <a:pt x="7203" y="183"/>
                        <a:pt x="6279" y="451"/>
                        <a:pt x="5343" y="873"/>
                      </a:cubicBezTo>
                      <a:cubicBezTo>
                        <a:pt x="5130" y="978"/>
                        <a:pt x="4920" y="1071"/>
                        <a:pt x="4700" y="1191"/>
                      </a:cubicBezTo>
                      <a:lnTo>
                        <a:pt x="4025" y="1622"/>
                      </a:lnTo>
                      <a:cubicBezTo>
                        <a:pt x="3603" y="1940"/>
                        <a:pt x="3180" y="2256"/>
                        <a:pt x="2823" y="2658"/>
                      </a:cubicBezTo>
                      <a:cubicBezTo>
                        <a:pt x="1305" y="4178"/>
                        <a:pt x="381" y="6369"/>
                        <a:pt x="209" y="8664"/>
                      </a:cubicBezTo>
                      <a:cubicBezTo>
                        <a:pt x="1" y="10964"/>
                        <a:pt x="712" y="13423"/>
                        <a:pt x="2122" y="15371"/>
                      </a:cubicBezTo>
                      <a:cubicBezTo>
                        <a:pt x="3517" y="17334"/>
                        <a:pt x="5458" y="18868"/>
                        <a:pt x="7550" y="20015"/>
                      </a:cubicBezTo>
                      <a:cubicBezTo>
                        <a:pt x="9652" y="21171"/>
                        <a:pt x="11895" y="21954"/>
                        <a:pt x="14104" y="22639"/>
                      </a:cubicBezTo>
                      <a:cubicBezTo>
                        <a:pt x="16319" y="23316"/>
                        <a:pt x="18511" y="23869"/>
                        <a:pt x="20608" y="24460"/>
                      </a:cubicBezTo>
                      <a:cubicBezTo>
                        <a:pt x="22736" y="25075"/>
                        <a:pt x="24821" y="25434"/>
                        <a:pt x="26568" y="26229"/>
                      </a:cubicBezTo>
                      <a:cubicBezTo>
                        <a:pt x="28277" y="26981"/>
                        <a:pt x="29709" y="28316"/>
                        <a:pt x="30176" y="29760"/>
                      </a:cubicBezTo>
                      <a:cubicBezTo>
                        <a:pt x="30396" y="30464"/>
                        <a:pt x="30331" y="31242"/>
                        <a:pt x="30011" y="31802"/>
                      </a:cubicBezTo>
                      <a:cubicBezTo>
                        <a:pt x="29683" y="32379"/>
                        <a:pt x="29110" y="32802"/>
                        <a:pt x="28514" y="33010"/>
                      </a:cubicBezTo>
                      <a:cubicBezTo>
                        <a:pt x="28209" y="33125"/>
                        <a:pt x="27890" y="33178"/>
                        <a:pt x="27580" y="33178"/>
                      </a:cubicBezTo>
                      <a:cubicBezTo>
                        <a:pt x="26699" y="33178"/>
                        <a:pt x="25900" y="32750"/>
                        <a:pt x="25757" y="32098"/>
                      </a:cubicBezTo>
                      <a:cubicBezTo>
                        <a:pt x="25486" y="31196"/>
                        <a:pt x="25678" y="30341"/>
                        <a:pt x="26051" y="29999"/>
                      </a:cubicBezTo>
                      <a:cubicBezTo>
                        <a:pt x="26270" y="29804"/>
                        <a:pt x="26483" y="29768"/>
                        <a:pt x="26625" y="29768"/>
                      </a:cubicBezTo>
                      <a:cubicBezTo>
                        <a:pt x="26708" y="29768"/>
                        <a:pt x="26768" y="29780"/>
                        <a:pt x="26790" y="29780"/>
                      </a:cubicBezTo>
                      <a:cubicBezTo>
                        <a:pt x="26790" y="29780"/>
                        <a:pt x="26791" y="29780"/>
                        <a:pt x="26791" y="29780"/>
                      </a:cubicBezTo>
                      <a:lnTo>
                        <a:pt x="26791" y="29780"/>
                      </a:lnTo>
                      <a:cubicBezTo>
                        <a:pt x="26764" y="29777"/>
                        <a:pt x="26659" y="29726"/>
                        <a:pt x="26493" y="29726"/>
                      </a:cubicBezTo>
                      <a:cubicBezTo>
                        <a:pt x="26356" y="29726"/>
                        <a:pt x="26177" y="29761"/>
                        <a:pt x="25965" y="29889"/>
                      </a:cubicBezTo>
                      <a:cubicBezTo>
                        <a:pt x="25477" y="30229"/>
                        <a:pt x="25127" y="31131"/>
                        <a:pt x="25343" y="32211"/>
                      </a:cubicBezTo>
                      <a:cubicBezTo>
                        <a:pt x="25398" y="32470"/>
                        <a:pt x="25527" y="32807"/>
                        <a:pt x="25750" y="33037"/>
                      </a:cubicBezTo>
                      <a:cubicBezTo>
                        <a:pt x="25980" y="33276"/>
                        <a:pt x="26257" y="33465"/>
                        <a:pt x="26564" y="33592"/>
                      </a:cubicBezTo>
                      <a:cubicBezTo>
                        <a:pt x="26941" y="33753"/>
                        <a:pt x="27364" y="33838"/>
                        <a:pt x="27807" y="33838"/>
                      </a:cubicBezTo>
                      <a:cubicBezTo>
                        <a:pt x="28109" y="33838"/>
                        <a:pt x="28419" y="33798"/>
                        <a:pt x="28730" y="33717"/>
                      </a:cubicBezTo>
                      <a:cubicBezTo>
                        <a:pt x="29486" y="33511"/>
                        <a:pt x="30264" y="33063"/>
                        <a:pt x="30788" y="32280"/>
                      </a:cubicBezTo>
                      <a:cubicBezTo>
                        <a:pt x="31296" y="31481"/>
                        <a:pt x="31442" y="30442"/>
                        <a:pt x="31162" y="29475"/>
                      </a:cubicBezTo>
                      <a:cubicBezTo>
                        <a:pt x="30894" y="28510"/>
                        <a:pt x="30303" y="27665"/>
                        <a:pt x="29577" y="26969"/>
                      </a:cubicBezTo>
                      <a:cubicBezTo>
                        <a:pt x="28859" y="26267"/>
                        <a:pt x="27971" y="25679"/>
                        <a:pt x="27009" y="25255"/>
                      </a:cubicBezTo>
                      <a:cubicBezTo>
                        <a:pt x="25089" y="24386"/>
                        <a:pt x="22966" y="24029"/>
                        <a:pt x="20900" y="23426"/>
                      </a:cubicBezTo>
                      <a:cubicBezTo>
                        <a:pt x="18789" y="22828"/>
                        <a:pt x="16601" y="22272"/>
                        <a:pt x="14423" y="21604"/>
                      </a:cubicBezTo>
                      <a:cubicBezTo>
                        <a:pt x="12254" y="20932"/>
                        <a:pt x="10066" y="20159"/>
                        <a:pt x="8077" y="19060"/>
                      </a:cubicBezTo>
                      <a:cubicBezTo>
                        <a:pt x="6090" y="17971"/>
                        <a:pt x="4285" y="16527"/>
                        <a:pt x="3014" y="14737"/>
                      </a:cubicBezTo>
                      <a:cubicBezTo>
                        <a:pt x="1739" y="12956"/>
                        <a:pt x="1128" y="10816"/>
                        <a:pt x="1310" y="8743"/>
                      </a:cubicBezTo>
                      <a:cubicBezTo>
                        <a:pt x="1466" y="6692"/>
                        <a:pt x="2291" y="4750"/>
                        <a:pt x="3618" y="3429"/>
                      </a:cubicBezTo>
                      <a:cubicBezTo>
                        <a:pt x="3924" y="3080"/>
                        <a:pt x="4309" y="2802"/>
                        <a:pt x="4656" y="2536"/>
                      </a:cubicBezTo>
                      <a:lnTo>
                        <a:pt x="5197" y="2177"/>
                      </a:lnTo>
                      <a:cubicBezTo>
                        <a:pt x="5396" y="2065"/>
                        <a:pt x="5621" y="1962"/>
                        <a:pt x="5829" y="1856"/>
                      </a:cubicBezTo>
                      <a:cubicBezTo>
                        <a:pt x="6605" y="1502"/>
                        <a:pt x="7450" y="1236"/>
                        <a:pt x="8266" y="1145"/>
                      </a:cubicBezTo>
                      <a:cubicBezTo>
                        <a:pt x="8716" y="1086"/>
                        <a:pt x="9160" y="1060"/>
                        <a:pt x="9594" y="1060"/>
                      </a:cubicBezTo>
                      <a:cubicBezTo>
                        <a:pt x="10744" y="1060"/>
                        <a:pt x="11825" y="1247"/>
                        <a:pt x="12781" y="1514"/>
                      </a:cubicBezTo>
                      <a:cubicBezTo>
                        <a:pt x="13922" y="1837"/>
                        <a:pt x="15026" y="2290"/>
                        <a:pt x="16067" y="2864"/>
                      </a:cubicBezTo>
                      <a:cubicBezTo>
                        <a:pt x="16943" y="3333"/>
                        <a:pt x="17570" y="3795"/>
                        <a:pt x="17992" y="4094"/>
                      </a:cubicBezTo>
                      <a:lnTo>
                        <a:pt x="18650" y="4614"/>
                      </a:lnTo>
                      <a:lnTo>
                        <a:pt x="19253" y="3858"/>
                      </a:lnTo>
                      <a:lnTo>
                        <a:pt x="18600" y="3333"/>
                      </a:lnTo>
                      <a:cubicBezTo>
                        <a:pt x="18135" y="2996"/>
                        <a:pt x="17470" y="2498"/>
                        <a:pt x="16551" y="1993"/>
                      </a:cubicBezTo>
                      <a:cubicBezTo>
                        <a:pt x="15445" y="1373"/>
                        <a:pt x="14274" y="880"/>
                        <a:pt x="13058" y="523"/>
                      </a:cubicBezTo>
                      <a:cubicBezTo>
                        <a:pt x="12009" y="220"/>
                        <a:pt x="10803" y="0"/>
                        <a:pt x="9497" y="0"/>
                      </a:cubicBezTo>
                      <a:close/>
                    </a:path>
                  </a:pathLst>
                </a:custGeom>
                <a:solidFill>
                  <a:srgbClr val="DBE2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9" name="Google Shape;12806;p131">
                  <a:extLst>
                    <a:ext uri="{FF2B5EF4-FFF2-40B4-BE49-F238E27FC236}">
                      <a16:creationId xmlns:a16="http://schemas.microsoft.com/office/drawing/2014/main" id="{1154508C-DB81-7ADE-4768-3FA4781D2E0E}"/>
                    </a:ext>
                  </a:extLst>
                </p:cNvPr>
                <p:cNvSpPr/>
                <p:nvPr/>
              </p:nvSpPr>
              <p:spPr>
                <a:xfrm>
                  <a:off x="3368550" y="238100"/>
                  <a:ext cx="1089150" cy="1354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566" h="54162" extrusionOk="0">
                      <a:moveTo>
                        <a:pt x="40538" y="1"/>
                      </a:moveTo>
                      <a:cubicBezTo>
                        <a:pt x="40536" y="1"/>
                        <a:pt x="40535" y="1"/>
                        <a:pt x="40533" y="1"/>
                      </a:cubicBezTo>
                      <a:lnTo>
                        <a:pt x="23581" y="183"/>
                      </a:lnTo>
                      <a:lnTo>
                        <a:pt x="19703" y="224"/>
                      </a:lnTo>
                      <a:lnTo>
                        <a:pt x="2751" y="406"/>
                      </a:lnTo>
                      <a:cubicBezTo>
                        <a:pt x="2416" y="408"/>
                        <a:pt x="2128" y="645"/>
                        <a:pt x="2061" y="973"/>
                      </a:cubicBezTo>
                      <a:cubicBezTo>
                        <a:pt x="1530" y="3469"/>
                        <a:pt x="0" y="13846"/>
                        <a:pt x="8783" y="22600"/>
                      </a:cubicBezTo>
                      <a:cubicBezTo>
                        <a:pt x="18846" y="32630"/>
                        <a:pt x="19789" y="34399"/>
                        <a:pt x="18887" y="42942"/>
                      </a:cubicBezTo>
                      <a:cubicBezTo>
                        <a:pt x="17982" y="51485"/>
                        <a:pt x="13855" y="54161"/>
                        <a:pt x="13855" y="54161"/>
                      </a:cubicBezTo>
                      <a:lnTo>
                        <a:pt x="22106" y="54072"/>
                      </a:lnTo>
                      <a:lnTo>
                        <a:pt x="22326" y="54070"/>
                      </a:lnTo>
                      <a:lnTo>
                        <a:pt x="30577" y="53982"/>
                      </a:lnTo>
                      <a:cubicBezTo>
                        <a:pt x="30577" y="53982"/>
                        <a:pt x="26396" y="51394"/>
                        <a:pt x="25309" y="42870"/>
                      </a:cubicBezTo>
                      <a:cubicBezTo>
                        <a:pt x="24222" y="34348"/>
                        <a:pt x="25127" y="32560"/>
                        <a:pt x="34972" y="22320"/>
                      </a:cubicBezTo>
                      <a:cubicBezTo>
                        <a:pt x="43566" y="13379"/>
                        <a:pt x="41816" y="3039"/>
                        <a:pt x="41232" y="554"/>
                      </a:cubicBezTo>
                      <a:cubicBezTo>
                        <a:pt x="41158" y="228"/>
                        <a:pt x="40869" y="1"/>
                        <a:pt x="40538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0" name="Google Shape;12807;p131">
                  <a:extLst>
                    <a:ext uri="{FF2B5EF4-FFF2-40B4-BE49-F238E27FC236}">
                      <a16:creationId xmlns:a16="http://schemas.microsoft.com/office/drawing/2014/main" id="{503A7A5B-E238-3584-270E-CC8181BEC316}"/>
                    </a:ext>
                  </a:extLst>
                </p:cNvPr>
                <p:cNvSpPr/>
                <p:nvPr/>
              </p:nvSpPr>
              <p:spPr>
                <a:xfrm>
                  <a:off x="3588225" y="1559325"/>
                  <a:ext cx="673800" cy="265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952" h="10605" extrusionOk="0">
                      <a:moveTo>
                        <a:pt x="26784" y="0"/>
                      </a:moveTo>
                      <a:lnTo>
                        <a:pt x="58" y="285"/>
                      </a:lnTo>
                      <a:cubicBezTo>
                        <a:pt x="27" y="285"/>
                        <a:pt x="1" y="311"/>
                        <a:pt x="1" y="343"/>
                      </a:cubicBezTo>
                      <a:lnTo>
                        <a:pt x="111" y="10604"/>
                      </a:lnTo>
                      <a:lnTo>
                        <a:pt x="26951" y="10320"/>
                      </a:lnTo>
                      <a:lnTo>
                        <a:pt x="26841" y="58"/>
                      </a:lnTo>
                      <a:cubicBezTo>
                        <a:pt x="26841" y="27"/>
                        <a:pt x="26815" y="0"/>
                        <a:pt x="26784" y="0"/>
                      </a:cubicBezTo>
                      <a:close/>
                    </a:path>
                  </a:pathLst>
                </a:custGeom>
                <a:solidFill>
                  <a:srgbClr val="E3E9E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1" name="Google Shape;12808;p131">
                  <a:extLst>
                    <a:ext uri="{FF2B5EF4-FFF2-40B4-BE49-F238E27FC236}">
                      <a16:creationId xmlns:a16="http://schemas.microsoft.com/office/drawing/2014/main" id="{E2C7B8D4-6F9A-6743-523E-73A93FBB8A46}"/>
                    </a:ext>
                  </a:extLst>
                </p:cNvPr>
                <p:cNvSpPr/>
                <p:nvPr/>
              </p:nvSpPr>
              <p:spPr>
                <a:xfrm>
                  <a:off x="3513850" y="1774875"/>
                  <a:ext cx="825300" cy="92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012" h="3680" extrusionOk="0">
                      <a:moveTo>
                        <a:pt x="32921" y="0"/>
                      </a:moveTo>
                      <a:lnTo>
                        <a:pt x="58" y="350"/>
                      </a:lnTo>
                      <a:cubicBezTo>
                        <a:pt x="27" y="350"/>
                        <a:pt x="0" y="376"/>
                        <a:pt x="0" y="410"/>
                      </a:cubicBezTo>
                      <a:lnTo>
                        <a:pt x="36" y="3680"/>
                      </a:lnTo>
                      <a:lnTo>
                        <a:pt x="33012" y="3328"/>
                      </a:lnTo>
                      <a:lnTo>
                        <a:pt x="32978" y="58"/>
                      </a:lnTo>
                      <a:cubicBezTo>
                        <a:pt x="32978" y="27"/>
                        <a:pt x="32952" y="0"/>
                        <a:pt x="32921" y="0"/>
                      </a:cubicBezTo>
                      <a:close/>
                    </a:path>
                  </a:pathLst>
                </a:custGeom>
                <a:solidFill>
                  <a:srgbClr val="E7ECE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2" name="Google Shape;12809;p131">
                  <a:extLst>
                    <a:ext uri="{FF2B5EF4-FFF2-40B4-BE49-F238E27FC236}">
                      <a16:creationId xmlns:a16="http://schemas.microsoft.com/office/drawing/2014/main" id="{E0A85036-061C-926A-5026-D19F866B307C}"/>
                    </a:ext>
                  </a:extLst>
                </p:cNvPr>
                <p:cNvSpPr/>
                <p:nvPr/>
              </p:nvSpPr>
              <p:spPr>
                <a:xfrm>
                  <a:off x="3466550" y="322000"/>
                  <a:ext cx="893500" cy="458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740" h="18321" extrusionOk="0">
                      <a:moveTo>
                        <a:pt x="34103" y="1"/>
                      </a:moveTo>
                      <a:cubicBezTo>
                        <a:pt x="34097" y="1"/>
                        <a:pt x="34091" y="1"/>
                        <a:pt x="34085" y="1"/>
                      </a:cubicBezTo>
                      <a:lnTo>
                        <a:pt x="18162" y="171"/>
                      </a:lnTo>
                      <a:lnTo>
                        <a:pt x="17351" y="181"/>
                      </a:lnTo>
                      <a:lnTo>
                        <a:pt x="1428" y="350"/>
                      </a:lnTo>
                      <a:cubicBezTo>
                        <a:pt x="834" y="353"/>
                        <a:pt x="348" y="820"/>
                        <a:pt x="320" y="1413"/>
                      </a:cubicBezTo>
                      <a:cubicBezTo>
                        <a:pt x="315" y="1492"/>
                        <a:pt x="312" y="1578"/>
                        <a:pt x="310" y="1667"/>
                      </a:cubicBezTo>
                      <a:cubicBezTo>
                        <a:pt x="1" y="10807"/>
                        <a:pt x="7459" y="18321"/>
                        <a:pt x="16585" y="18321"/>
                      </a:cubicBezTo>
                      <a:cubicBezTo>
                        <a:pt x="16644" y="18321"/>
                        <a:pt x="16703" y="18321"/>
                        <a:pt x="16762" y="18320"/>
                      </a:cubicBezTo>
                      <a:lnTo>
                        <a:pt x="17545" y="18310"/>
                      </a:lnTo>
                      <a:lnTo>
                        <a:pt x="18354" y="18303"/>
                      </a:lnTo>
                      <a:lnTo>
                        <a:pt x="19136" y="18294"/>
                      </a:lnTo>
                      <a:cubicBezTo>
                        <a:pt x="28343" y="18196"/>
                        <a:pt x="35739" y="10485"/>
                        <a:pt x="35229" y="1294"/>
                      </a:cubicBezTo>
                      <a:cubicBezTo>
                        <a:pt x="35225" y="1203"/>
                        <a:pt x="35220" y="1119"/>
                        <a:pt x="35215" y="1040"/>
                      </a:cubicBezTo>
                      <a:cubicBezTo>
                        <a:pt x="35175" y="455"/>
                        <a:pt x="34689" y="1"/>
                        <a:pt x="34103" y="1"/>
                      </a:cubicBezTo>
                      <a:close/>
                    </a:path>
                  </a:pathLst>
                </a:custGeom>
                <a:solidFill>
                  <a:srgbClr val="DBE2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3" name="Google Shape;12810;p131">
                  <a:extLst>
                    <a:ext uri="{FF2B5EF4-FFF2-40B4-BE49-F238E27FC236}">
                      <a16:creationId xmlns:a16="http://schemas.microsoft.com/office/drawing/2014/main" id="{EEE86994-092D-2D9B-7425-94F76F3C39C2}"/>
                    </a:ext>
                  </a:extLst>
                </p:cNvPr>
                <p:cNvSpPr/>
                <p:nvPr/>
              </p:nvSpPr>
              <p:spPr>
                <a:xfrm>
                  <a:off x="3472850" y="260850"/>
                  <a:ext cx="874375" cy="56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75" h="2266" extrusionOk="0">
                      <a:moveTo>
                        <a:pt x="34014" y="1"/>
                      </a:moveTo>
                      <a:cubicBezTo>
                        <a:pt x="34011" y="1"/>
                        <a:pt x="34008" y="1"/>
                        <a:pt x="34005" y="1"/>
                      </a:cubicBezTo>
                      <a:lnTo>
                        <a:pt x="953" y="355"/>
                      </a:lnTo>
                      <a:cubicBezTo>
                        <a:pt x="424" y="360"/>
                        <a:pt x="1" y="791"/>
                        <a:pt x="8" y="1320"/>
                      </a:cubicBezTo>
                      <a:cubicBezTo>
                        <a:pt x="13" y="1843"/>
                        <a:pt x="441" y="2265"/>
                        <a:pt x="964" y="2265"/>
                      </a:cubicBezTo>
                      <a:cubicBezTo>
                        <a:pt x="967" y="2265"/>
                        <a:pt x="969" y="2265"/>
                        <a:pt x="972" y="2265"/>
                      </a:cubicBezTo>
                      <a:lnTo>
                        <a:pt x="34022" y="1913"/>
                      </a:lnTo>
                      <a:cubicBezTo>
                        <a:pt x="34551" y="1906"/>
                        <a:pt x="34975" y="1473"/>
                        <a:pt x="34968" y="946"/>
                      </a:cubicBezTo>
                      <a:cubicBezTo>
                        <a:pt x="34963" y="422"/>
                        <a:pt x="34537" y="1"/>
                        <a:pt x="34014" y="1"/>
                      </a:cubicBezTo>
                      <a:close/>
                    </a:path>
                  </a:pathLst>
                </a:custGeom>
                <a:solidFill>
                  <a:srgbClr val="DBE2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4" name="Google Shape;12811;p131">
                  <a:extLst>
                    <a:ext uri="{FF2B5EF4-FFF2-40B4-BE49-F238E27FC236}">
                      <a16:creationId xmlns:a16="http://schemas.microsoft.com/office/drawing/2014/main" id="{2161065C-5F6A-2FC4-DBF3-B0CBD1DC15B4}"/>
                    </a:ext>
                  </a:extLst>
                </p:cNvPr>
                <p:cNvSpPr/>
                <p:nvPr/>
              </p:nvSpPr>
              <p:spPr>
                <a:xfrm>
                  <a:off x="3746150" y="421050"/>
                  <a:ext cx="332625" cy="31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05" h="12654" extrusionOk="0">
                      <a:moveTo>
                        <a:pt x="6653" y="1"/>
                      </a:moveTo>
                      <a:lnTo>
                        <a:pt x="4597" y="4166"/>
                      </a:lnTo>
                      <a:lnTo>
                        <a:pt x="1" y="4833"/>
                      </a:lnTo>
                      <a:lnTo>
                        <a:pt x="3325" y="8075"/>
                      </a:lnTo>
                      <a:lnTo>
                        <a:pt x="2540" y="12654"/>
                      </a:lnTo>
                      <a:lnTo>
                        <a:pt x="6653" y="10492"/>
                      </a:lnTo>
                      <a:lnTo>
                        <a:pt x="10765" y="12654"/>
                      </a:lnTo>
                      <a:lnTo>
                        <a:pt x="9978" y="8075"/>
                      </a:lnTo>
                      <a:lnTo>
                        <a:pt x="13305" y="4833"/>
                      </a:lnTo>
                      <a:lnTo>
                        <a:pt x="8709" y="4166"/>
                      </a:lnTo>
                      <a:lnTo>
                        <a:pt x="6653" y="1"/>
                      </a:lnTo>
                      <a:close/>
                      <a:moveTo>
                        <a:pt x="2540" y="12654"/>
                      </a:moveTo>
                      <a:lnTo>
                        <a:pt x="2540" y="12654"/>
                      </a:lnTo>
                      <a:lnTo>
                        <a:pt x="2540" y="1265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30" name="Google Shape;12812;p131">
              <a:extLst>
                <a:ext uri="{FF2B5EF4-FFF2-40B4-BE49-F238E27FC236}">
                  <a16:creationId xmlns:a16="http://schemas.microsoft.com/office/drawing/2014/main" id="{39272095-B2D0-DA1A-046A-0B75EC292FFA}"/>
                </a:ext>
              </a:extLst>
            </p:cNvPr>
            <p:cNvGrpSpPr/>
            <p:nvPr/>
          </p:nvGrpSpPr>
          <p:grpSpPr>
            <a:xfrm>
              <a:off x="2869848" y="4986205"/>
              <a:ext cx="1388789" cy="712465"/>
              <a:chOff x="2496310" y="3693351"/>
              <a:chExt cx="1342906" cy="688926"/>
            </a:xfrm>
          </p:grpSpPr>
          <p:grpSp>
            <p:nvGrpSpPr>
              <p:cNvPr id="377" name="Google Shape;12813;p131">
                <a:extLst>
                  <a:ext uri="{FF2B5EF4-FFF2-40B4-BE49-F238E27FC236}">
                    <a16:creationId xmlns:a16="http://schemas.microsoft.com/office/drawing/2014/main" id="{DEDBB46A-29D2-D9EA-F433-A2FD46E42614}"/>
                  </a:ext>
                </a:extLst>
              </p:cNvPr>
              <p:cNvGrpSpPr/>
              <p:nvPr/>
            </p:nvGrpSpPr>
            <p:grpSpPr>
              <a:xfrm>
                <a:off x="2496310" y="3693351"/>
                <a:ext cx="1342906" cy="688875"/>
                <a:chOff x="2496310" y="3693351"/>
                <a:chExt cx="1342906" cy="688875"/>
              </a:xfrm>
            </p:grpSpPr>
            <p:sp>
              <p:nvSpPr>
                <p:cNvPr id="382" name="Google Shape;12814;p131">
                  <a:extLst>
                    <a:ext uri="{FF2B5EF4-FFF2-40B4-BE49-F238E27FC236}">
                      <a16:creationId xmlns:a16="http://schemas.microsoft.com/office/drawing/2014/main" id="{79614CAD-C2C8-F4E5-53BD-7D6DEEBBD93F}"/>
                    </a:ext>
                  </a:extLst>
                </p:cNvPr>
                <p:cNvSpPr/>
                <p:nvPr/>
              </p:nvSpPr>
              <p:spPr>
                <a:xfrm>
                  <a:off x="2567815" y="3809577"/>
                  <a:ext cx="1200140" cy="5726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087" h="33020" extrusionOk="0">
                      <a:moveTo>
                        <a:pt x="33019" y="0"/>
                      </a:moveTo>
                      <a:cubicBezTo>
                        <a:pt x="14818" y="0"/>
                        <a:pt x="0" y="14808"/>
                        <a:pt x="0" y="33019"/>
                      </a:cubicBezTo>
                      <a:lnTo>
                        <a:pt x="1659" y="33019"/>
                      </a:lnTo>
                      <a:cubicBezTo>
                        <a:pt x="1659" y="15718"/>
                        <a:pt x="15718" y="1659"/>
                        <a:pt x="33019" y="1659"/>
                      </a:cubicBezTo>
                      <a:cubicBezTo>
                        <a:pt x="50321" y="1659"/>
                        <a:pt x="64427" y="15718"/>
                        <a:pt x="64427" y="33019"/>
                      </a:cubicBezTo>
                      <a:lnTo>
                        <a:pt x="66086" y="33019"/>
                      </a:lnTo>
                      <a:cubicBezTo>
                        <a:pt x="66086" y="14808"/>
                        <a:pt x="51269" y="0"/>
                        <a:pt x="33019" y="0"/>
                      </a:cubicBezTo>
                      <a:close/>
                    </a:path>
                  </a:pathLst>
                </a:custGeom>
                <a:solidFill>
                  <a:srgbClr val="5F7D9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3" name="Google Shape;12815;p131">
                  <a:extLst>
                    <a:ext uri="{FF2B5EF4-FFF2-40B4-BE49-F238E27FC236}">
                      <a16:creationId xmlns:a16="http://schemas.microsoft.com/office/drawing/2014/main" id="{460F9637-7C69-3E31-F7CC-6D2440A06779}"/>
                    </a:ext>
                  </a:extLst>
                </p:cNvPr>
                <p:cNvSpPr/>
                <p:nvPr/>
              </p:nvSpPr>
              <p:spPr>
                <a:xfrm>
                  <a:off x="3420688" y="3858516"/>
                  <a:ext cx="65100" cy="65100"/>
                </a:xfrm>
                <a:prstGeom prst="ellipse">
                  <a:avLst/>
                </a:prstGeom>
                <a:solidFill>
                  <a:srgbClr val="869FB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4" name="Google Shape;12816;p131">
                  <a:extLst>
                    <a:ext uri="{FF2B5EF4-FFF2-40B4-BE49-F238E27FC236}">
                      <a16:creationId xmlns:a16="http://schemas.microsoft.com/office/drawing/2014/main" id="{498FBD42-520D-AC75-3B9D-1F52C7DECC5E}"/>
                    </a:ext>
                  </a:extLst>
                </p:cNvPr>
                <p:cNvSpPr/>
                <p:nvPr/>
              </p:nvSpPr>
              <p:spPr>
                <a:xfrm>
                  <a:off x="3135700" y="3791751"/>
                  <a:ext cx="65100" cy="65100"/>
                </a:xfrm>
                <a:prstGeom prst="ellipse">
                  <a:avLst/>
                </a:prstGeom>
                <a:solidFill>
                  <a:srgbClr val="869FB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5" name="Google Shape;12817;p131">
                  <a:extLst>
                    <a:ext uri="{FF2B5EF4-FFF2-40B4-BE49-F238E27FC236}">
                      <a16:creationId xmlns:a16="http://schemas.microsoft.com/office/drawing/2014/main" id="{48043AF8-F99A-114D-84A1-1470B32EF839}"/>
                    </a:ext>
                  </a:extLst>
                </p:cNvPr>
                <p:cNvSpPr/>
                <p:nvPr/>
              </p:nvSpPr>
              <p:spPr>
                <a:xfrm>
                  <a:off x="3620515" y="4032917"/>
                  <a:ext cx="65100" cy="65100"/>
                </a:xfrm>
                <a:prstGeom prst="ellipse">
                  <a:avLst/>
                </a:prstGeom>
                <a:solidFill>
                  <a:srgbClr val="869FB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6" name="Google Shape;12818;p131">
                  <a:extLst>
                    <a:ext uri="{FF2B5EF4-FFF2-40B4-BE49-F238E27FC236}">
                      <a16:creationId xmlns:a16="http://schemas.microsoft.com/office/drawing/2014/main" id="{65544535-3CCE-9D2F-EFB1-7F14534D9CC9}"/>
                    </a:ext>
                  </a:extLst>
                </p:cNvPr>
                <p:cNvSpPr/>
                <p:nvPr/>
              </p:nvSpPr>
              <p:spPr>
                <a:xfrm>
                  <a:off x="2843808" y="3858516"/>
                  <a:ext cx="65100" cy="65100"/>
                </a:xfrm>
                <a:prstGeom prst="ellipse">
                  <a:avLst/>
                </a:prstGeom>
                <a:solidFill>
                  <a:srgbClr val="869FB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7" name="Google Shape;12819;p131">
                  <a:extLst>
                    <a:ext uri="{FF2B5EF4-FFF2-40B4-BE49-F238E27FC236}">
                      <a16:creationId xmlns:a16="http://schemas.microsoft.com/office/drawing/2014/main" id="{40C7371A-01F7-4B51-BE5D-0B030E001EA0}"/>
                    </a:ext>
                  </a:extLst>
                </p:cNvPr>
                <p:cNvSpPr/>
                <p:nvPr/>
              </p:nvSpPr>
              <p:spPr>
                <a:xfrm>
                  <a:off x="2652010" y="4032917"/>
                  <a:ext cx="65100" cy="65100"/>
                </a:xfrm>
                <a:prstGeom prst="ellipse">
                  <a:avLst/>
                </a:prstGeom>
                <a:solidFill>
                  <a:srgbClr val="869FB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388" name="Google Shape;12820;p131">
                  <a:extLst>
                    <a:ext uri="{FF2B5EF4-FFF2-40B4-BE49-F238E27FC236}">
                      <a16:creationId xmlns:a16="http://schemas.microsoft.com/office/drawing/2014/main" id="{621DE95D-D2C1-BD82-F7C1-FDFBCFD28815}"/>
                    </a:ext>
                  </a:extLst>
                </p:cNvPr>
                <p:cNvCxnSpPr>
                  <a:stCxn id="386" idx="0"/>
                </p:cNvCxnSpPr>
                <p:nvPr/>
              </p:nvCxnSpPr>
              <p:spPr>
                <a:xfrm rot="5400000" flipH="1">
                  <a:off x="2741958" y="3724116"/>
                  <a:ext cx="68700" cy="200100"/>
                </a:xfrm>
                <a:prstGeom prst="bentConnector2">
                  <a:avLst/>
                </a:prstGeom>
                <a:noFill/>
                <a:ln w="19050" cap="flat" cmpd="sng">
                  <a:solidFill>
                    <a:srgbClr val="869FB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89" name="Google Shape;12821;p131">
                  <a:extLst>
                    <a:ext uri="{FF2B5EF4-FFF2-40B4-BE49-F238E27FC236}">
                      <a16:creationId xmlns:a16="http://schemas.microsoft.com/office/drawing/2014/main" id="{FF33D8FA-91BD-5D29-EE0C-89EDD437F1D8}"/>
                    </a:ext>
                  </a:extLst>
                </p:cNvPr>
                <p:cNvCxnSpPr>
                  <a:stCxn id="383" idx="0"/>
                </p:cNvCxnSpPr>
                <p:nvPr/>
              </p:nvCxnSpPr>
              <p:spPr>
                <a:xfrm rot="-5400000">
                  <a:off x="3512338" y="3723516"/>
                  <a:ext cx="75900" cy="194100"/>
                </a:xfrm>
                <a:prstGeom prst="bentConnector2">
                  <a:avLst/>
                </a:prstGeom>
                <a:noFill/>
                <a:ln w="19050" cap="flat" cmpd="sng">
                  <a:solidFill>
                    <a:srgbClr val="869FB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90" name="Google Shape;12822;p131">
                  <a:extLst>
                    <a:ext uri="{FF2B5EF4-FFF2-40B4-BE49-F238E27FC236}">
                      <a16:creationId xmlns:a16="http://schemas.microsoft.com/office/drawing/2014/main" id="{BB604E15-05FF-D32C-8E95-8A0E05B4C65F}"/>
                    </a:ext>
                  </a:extLst>
                </p:cNvPr>
                <p:cNvCxnSpPr>
                  <a:stCxn id="384" idx="0"/>
                </p:cNvCxnSpPr>
                <p:nvPr/>
              </p:nvCxnSpPr>
              <p:spPr>
                <a:xfrm rot="-5400000">
                  <a:off x="3119350" y="3742251"/>
                  <a:ext cx="98400" cy="600"/>
                </a:xfrm>
                <a:prstGeom prst="bentConnector3">
                  <a:avLst>
                    <a:gd name="adj1" fmla="val 50000"/>
                  </a:avLst>
                </a:prstGeom>
                <a:noFill/>
                <a:ln w="19050" cap="flat" cmpd="sng">
                  <a:solidFill>
                    <a:srgbClr val="869FB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91" name="Google Shape;12823;p131">
                  <a:extLst>
                    <a:ext uri="{FF2B5EF4-FFF2-40B4-BE49-F238E27FC236}">
                      <a16:creationId xmlns:a16="http://schemas.microsoft.com/office/drawing/2014/main" id="{4F498ED9-7810-ECE3-38DE-5EB7270DB9DD}"/>
                    </a:ext>
                  </a:extLst>
                </p:cNvPr>
                <p:cNvCxnSpPr>
                  <a:stCxn id="387" idx="2"/>
                </p:cNvCxnSpPr>
                <p:nvPr/>
              </p:nvCxnSpPr>
              <p:spPr>
                <a:xfrm flipH="1">
                  <a:off x="2496310" y="4065467"/>
                  <a:ext cx="155700" cy="600"/>
                </a:xfrm>
                <a:prstGeom prst="bentConnector3">
                  <a:avLst>
                    <a:gd name="adj1" fmla="val 50000"/>
                  </a:avLst>
                </a:prstGeom>
                <a:noFill/>
                <a:ln w="19050" cap="flat" cmpd="sng">
                  <a:solidFill>
                    <a:srgbClr val="869FB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92" name="Google Shape;12824;p131">
                  <a:extLst>
                    <a:ext uri="{FF2B5EF4-FFF2-40B4-BE49-F238E27FC236}">
                      <a16:creationId xmlns:a16="http://schemas.microsoft.com/office/drawing/2014/main" id="{B8E49D9A-CAFF-392A-DBA7-535C181F698A}"/>
                    </a:ext>
                  </a:extLst>
                </p:cNvPr>
                <p:cNvCxnSpPr>
                  <a:stCxn id="385" idx="6"/>
                </p:cNvCxnSpPr>
                <p:nvPr/>
              </p:nvCxnSpPr>
              <p:spPr>
                <a:xfrm>
                  <a:off x="3685615" y="4065467"/>
                  <a:ext cx="153600" cy="600"/>
                </a:xfrm>
                <a:prstGeom prst="bentConnector3">
                  <a:avLst>
                    <a:gd name="adj1" fmla="val 50000"/>
                  </a:avLst>
                </a:prstGeom>
                <a:noFill/>
                <a:ln w="19050" cap="flat" cmpd="sng">
                  <a:solidFill>
                    <a:srgbClr val="869FB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378" name="Google Shape;12825;p131">
                <a:extLst>
                  <a:ext uri="{FF2B5EF4-FFF2-40B4-BE49-F238E27FC236}">
                    <a16:creationId xmlns:a16="http://schemas.microsoft.com/office/drawing/2014/main" id="{8B6AB3BD-7CD1-B27D-861A-9EA3C269B762}"/>
                  </a:ext>
                </a:extLst>
              </p:cNvPr>
              <p:cNvGrpSpPr/>
              <p:nvPr/>
            </p:nvGrpSpPr>
            <p:grpSpPr>
              <a:xfrm>
                <a:off x="2675275" y="3930557"/>
                <a:ext cx="1003306" cy="451719"/>
                <a:chOff x="2675275" y="4174282"/>
                <a:chExt cx="1003306" cy="451719"/>
              </a:xfrm>
            </p:grpSpPr>
            <p:sp>
              <p:nvSpPr>
                <p:cNvPr id="379" name="Google Shape;12826;p131">
                  <a:extLst>
                    <a:ext uri="{FF2B5EF4-FFF2-40B4-BE49-F238E27FC236}">
                      <a16:creationId xmlns:a16="http://schemas.microsoft.com/office/drawing/2014/main" id="{C940BB0A-4262-6572-9F17-3C62BB396C1A}"/>
                    </a:ext>
                  </a:extLst>
                </p:cNvPr>
                <p:cNvSpPr/>
                <p:nvPr/>
              </p:nvSpPr>
              <p:spPr>
                <a:xfrm>
                  <a:off x="2675275" y="4174282"/>
                  <a:ext cx="1003306" cy="4517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286" h="12285" extrusionOk="0">
                      <a:moveTo>
                        <a:pt x="13661" y="1"/>
                      </a:moveTo>
                      <a:cubicBezTo>
                        <a:pt x="10793" y="1"/>
                        <a:pt x="8149" y="858"/>
                        <a:pt x="5960" y="2341"/>
                      </a:cubicBezTo>
                      <a:cubicBezTo>
                        <a:pt x="5692" y="2529"/>
                        <a:pt x="5468" y="2681"/>
                        <a:pt x="5245" y="2868"/>
                      </a:cubicBezTo>
                      <a:cubicBezTo>
                        <a:pt x="4021" y="3798"/>
                        <a:pt x="2976" y="4950"/>
                        <a:pt x="2163" y="6219"/>
                      </a:cubicBezTo>
                      <a:cubicBezTo>
                        <a:pt x="1787" y="6808"/>
                        <a:pt x="1448" y="7407"/>
                        <a:pt x="1153" y="8041"/>
                      </a:cubicBezTo>
                      <a:cubicBezTo>
                        <a:pt x="1117" y="8113"/>
                        <a:pt x="1082" y="8193"/>
                        <a:pt x="1082" y="8265"/>
                      </a:cubicBezTo>
                      <a:cubicBezTo>
                        <a:pt x="519" y="9533"/>
                        <a:pt x="153" y="10873"/>
                        <a:pt x="1" y="12285"/>
                      </a:cubicBezTo>
                      <a:lnTo>
                        <a:pt x="27286" y="12285"/>
                      </a:lnTo>
                      <a:cubicBezTo>
                        <a:pt x="27250" y="11838"/>
                        <a:pt x="27178" y="11392"/>
                        <a:pt x="27098" y="10981"/>
                      </a:cubicBezTo>
                      <a:cubicBezTo>
                        <a:pt x="27098" y="10909"/>
                        <a:pt x="27062" y="10873"/>
                        <a:pt x="27062" y="10793"/>
                      </a:cubicBezTo>
                      <a:cubicBezTo>
                        <a:pt x="27026" y="10650"/>
                        <a:pt x="26991" y="10498"/>
                        <a:pt x="26955" y="10346"/>
                      </a:cubicBezTo>
                      <a:cubicBezTo>
                        <a:pt x="26955" y="10275"/>
                        <a:pt x="26910" y="10239"/>
                        <a:pt x="26910" y="10203"/>
                      </a:cubicBezTo>
                      <a:cubicBezTo>
                        <a:pt x="26910" y="10159"/>
                        <a:pt x="26910" y="10123"/>
                        <a:pt x="26875" y="10087"/>
                      </a:cubicBezTo>
                      <a:cubicBezTo>
                        <a:pt x="26205" y="7595"/>
                        <a:pt x="24864" y="5397"/>
                        <a:pt x="23006" y="3681"/>
                      </a:cubicBezTo>
                      <a:cubicBezTo>
                        <a:pt x="20549" y="1376"/>
                        <a:pt x="17270" y="1"/>
                        <a:pt x="13661" y="1"/>
                      </a:cubicBezTo>
                      <a:close/>
                    </a:path>
                  </a:pathLst>
                </a:custGeom>
                <a:solidFill>
                  <a:srgbClr val="ABBCC9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0" name="Google Shape;12827;p131">
                  <a:extLst>
                    <a:ext uri="{FF2B5EF4-FFF2-40B4-BE49-F238E27FC236}">
                      <a16:creationId xmlns:a16="http://schemas.microsoft.com/office/drawing/2014/main" id="{EA1379B7-62C0-27F9-51F8-E7B61DCDDE38}"/>
                    </a:ext>
                  </a:extLst>
                </p:cNvPr>
                <p:cNvSpPr/>
                <p:nvPr/>
              </p:nvSpPr>
              <p:spPr>
                <a:xfrm>
                  <a:off x="2716046" y="4210984"/>
                  <a:ext cx="921789" cy="4150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286" h="12285" extrusionOk="0">
                      <a:moveTo>
                        <a:pt x="13661" y="1"/>
                      </a:moveTo>
                      <a:cubicBezTo>
                        <a:pt x="10793" y="1"/>
                        <a:pt x="8149" y="858"/>
                        <a:pt x="5960" y="2341"/>
                      </a:cubicBezTo>
                      <a:cubicBezTo>
                        <a:pt x="5692" y="2529"/>
                        <a:pt x="5468" y="2681"/>
                        <a:pt x="5245" y="2868"/>
                      </a:cubicBezTo>
                      <a:cubicBezTo>
                        <a:pt x="4021" y="3798"/>
                        <a:pt x="2976" y="4950"/>
                        <a:pt x="2163" y="6219"/>
                      </a:cubicBezTo>
                      <a:cubicBezTo>
                        <a:pt x="1787" y="6808"/>
                        <a:pt x="1448" y="7407"/>
                        <a:pt x="1153" y="8041"/>
                      </a:cubicBezTo>
                      <a:cubicBezTo>
                        <a:pt x="1117" y="8113"/>
                        <a:pt x="1082" y="8193"/>
                        <a:pt x="1082" y="8265"/>
                      </a:cubicBezTo>
                      <a:cubicBezTo>
                        <a:pt x="519" y="9533"/>
                        <a:pt x="153" y="10873"/>
                        <a:pt x="1" y="12285"/>
                      </a:cubicBezTo>
                      <a:lnTo>
                        <a:pt x="27286" y="12285"/>
                      </a:lnTo>
                      <a:cubicBezTo>
                        <a:pt x="27250" y="11838"/>
                        <a:pt x="27178" y="11392"/>
                        <a:pt x="27098" y="10981"/>
                      </a:cubicBezTo>
                      <a:cubicBezTo>
                        <a:pt x="27098" y="10909"/>
                        <a:pt x="27062" y="10873"/>
                        <a:pt x="27062" y="10793"/>
                      </a:cubicBezTo>
                      <a:cubicBezTo>
                        <a:pt x="27026" y="10650"/>
                        <a:pt x="26991" y="10498"/>
                        <a:pt x="26955" y="10346"/>
                      </a:cubicBezTo>
                      <a:cubicBezTo>
                        <a:pt x="26955" y="10275"/>
                        <a:pt x="26910" y="10239"/>
                        <a:pt x="26910" y="10203"/>
                      </a:cubicBezTo>
                      <a:cubicBezTo>
                        <a:pt x="26910" y="10159"/>
                        <a:pt x="26910" y="10123"/>
                        <a:pt x="26875" y="10087"/>
                      </a:cubicBezTo>
                      <a:cubicBezTo>
                        <a:pt x="26205" y="7595"/>
                        <a:pt x="24864" y="5397"/>
                        <a:pt x="23006" y="3681"/>
                      </a:cubicBezTo>
                      <a:cubicBezTo>
                        <a:pt x="20549" y="1376"/>
                        <a:pt x="17270" y="1"/>
                        <a:pt x="13661" y="1"/>
                      </a:cubicBezTo>
                      <a:close/>
                    </a:path>
                  </a:pathLst>
                </a:custGeom>
                <a:solidFill>
                  <a:srgbClr val="A5B7C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1" name="Google Shape;12828;p131">
                  <a:extLst>
                    <a:ext uri="{FF2B5EF4-FFF2-40B4-BE49-F238E27FC236}">
                      <a16:creationId xmlns:a16="http://schemas.microsoft.com/office/drawing/2014/main" id="{272260A3-DAD4-47CF-BB55-E77A810AEF08}"/>
                    </a:ext>
                  </a:extLst>
                </p:cNvPr>
                <p:cNvSpPr/>
                <p:nvPr/>
              </p:nvSpPr>
              <p:spPr>
                <a:xfrm>
                  <a:off x="2762606" y="4252906"/>
                  <a:ext cx="828676" cy="3730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286" h="12285" extrusionOk="0">
                      <a:moveTo>
                        <a:pt x="13661" y="1"/>
                      </a:moveTo>
                      <a:cubicBezTo>
                        <a:pt x="10793" y="1"/>
                        <a:pt x="8149" y="858"/>
                        <a:pt x="5960" y="2341"/>
                      </a:cubicBezTo>
                      <a:cubicBezTo>
                        <a:pt x="5692" y="2529"/>
                        <a:pt x="5468" y="2681"/>
                        <a:pt x="5245" y="2868"/>
                      </a:cubicBezTo>
                      <a:cubicBezTo>
                        <a:pt x="4021" y="3798"/>
                        <a:pt x="2976" y="4950"/>
                        <a:pt x="2163" y="6219"/>
                      </a:cubicBezTo>
                      <a:cubicBezTo>
                        <a:pt x="1787" y="6808"/>
                        <a:pt x="1448" y="7407"/>
                        <a:pt x="1153" y="8041"/>
                      </a:cubicBezTo>
                      <a:cubicBezTo>
                        <a:pt x="1117" y="8113"/>
                        <a:pt x="1082" y="8193"/>
                        <a:pt x="1082" y="8265"/>
                      </a:cubicBezTo>
                      <a:cubicBezTo>
                        <a:pt x="519" y="9533"/>
                        <a:pt x="153" y="10873"/>
                        <a:pt x="1" y="12285"/>
                      </a:cubicBezTo>
                      <a:lnTo>
                        <a:pt x="27286" y="12285"/>
                      </a:lnTo>
                      <a:cubicBezTo>
                        <a:pt x="27250" y="11838"/>
                        <a:pt x="27178" y="11392"/>
                        <a:pt x="27098" y="10981"/>
                      </a:cubicBezTo>
                      <a:cubicBezTo>
                        <a:pt x="27098" y="10909"/>
                        <a:pt x="27062" y="10873"/>
                        <a:pt x="27062" y="10793"/>
                      </a:cubicBezTo>
                      <a:cubicBezTo>
                        <a:pt x="27026" y="10650"/>
                        <a:pt x="26991" y="10498"/>
                        <a:pt x="26955" y="10346"/>
                      </a:cubicBezTo>
                      <a:cubicBezTo>
                        <a:pt x="26955" y="10275"/>
                        <a:pt x="26910" y="10239"/>
                        <a:pt x="26910" y="10203"/>
                      </a:cubicBezTo>
                      <a:cubicBezTo>
                        <a:pt x="26910" y="10159"/>
                        <a:pt x="26910" y="10123"/>
                        <a:pt x="26875" y="10087"/>
                      </a:cubicBezTo>
                      <a:cubicBezTo>
                        <a:pt x="26205" y="7595"/>
                        <a:pt x="24864" y="5397"/>
                        <a:pt x="23006" y="3681"/>
                      </a:cubicBezTo>
                      <a:cubicBezTo>
                        <a:pt x="20549" y="1376"/>
                        <a:pt x="17270" y="1"/>
                        <a:pt x="13661" y="1"/>
                      </a:cubicBez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</p:grpSp>
        </p:grpSp>
        <p:grpSp>
          <p:nvGrpSpPr>
            <p:cNvPr id="31" name="Google Shape;12829;p131">
              <a:extLst>
                <a:ext uri="{FF2B5EF4-FFF2-40B4-BE49-F238E27FC236}">
                  <a16:creationId xmlns:a16="http://schemas.microsoft.com/office/drawing/2014/main" id="{CAE39AB2-AB17-596D-3E1D-62795A74DC6B}"/>
                </a:ext>
              </a:extLst>
            </p:cNvPr>
            <p:cNvGrpSpPr/>
            <p:nvPr/>
          </p:nvGrpSpPr>
          <p:grpSpPr>
            <a:xfrm>
              <a:off x="1946694" y="2122719"/>
              <a:ext cx="641828" cy="977201"/>
              <a:chOff x="1715404" y="1112080"/>
              <a:chExt cx="642270" cy="977984"/>
            </a:xfrm>
          </p:grpSpPr>
          <p:grpSp>
            <p:nvGrpSpPr>
              <p:cNvPr id="365" name="Google Shape;12830;p131">
                <a:extLst>
                  <a:ext uri="{FF2B5EF4-FFF2-40B4-BE49-F238E27FC236}">
                    <a16:creationId xmlns:a16="http://schemas.microsoft.com/office/drawing/2014/main" id="{1692FA74-BB2D-57C7-D6B9-1A6BE43C85EC}"/>
                  </a:ext>
                </a:extLst>
              </p:cNvPr>
              <p:cNvGrpSpPr/>
              <p:nvPr/>
            </p:nvGrpSpPr>
            <p:grpSpPr>
              <a:xfrm>
                <a:off x="1715404" y="1112080"/>
                <a:ext cx="642270" cy="977984"/>
                <a:chOff x="1715404" y="1112080"/>
                <a:chExt cx="642270" cy="977984"/>
              </a:xfrm>
            </p:grpSpPr>
            <p:sp>
              <p:nvSpPr>
                <p:cNvPr id="375" name="Google Shape;12831;p131">
                  <a:extLst>
                    <a:ext uri="{FF2B5EF4-FFF2-40B4-BE49-F238E27FC236}">
                      <a16:creationId xmlns:a16="http://schemas.microsoft.com/office/drawing/2014/main" id="{63B67A60-84E4-7838-B269-60DA1808D057}"/>
                    </a:ext>
                  </a:extLst>
                </p:cNvPr>
                <p:cNvSpPr/>
                <p:nvPr/>
              </p:nvSpPr>
              <p:spPr>
                <a:xfrm>
                  <a:off x="1715404" y="1112080"/>
                  <a:ext cx="642270" cy="6422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44" h="41544" extrusionOk="0">
                      <a:moveTo>
                        <a:pt x="20773" y="3462"/>
                      </a:moveTo>
                      <a:cubicBezTo>
                        <a:pt x="30333" y="3462"/>
                        <a:pt x="38081" y="11211"/>
                        <a:pt x="38081" y="20771"/>
                      </a:cubicBezTo>
                      <a:cubicBezTo>
                        <a:pt x="38081" y="30331"/>
                        <a:pt x="30333" y="38081"/>
                        <a:pt x="20773" y="38081"/>
                      </a:cubicBezTo>
                      <a:cubicBezTo>
                        <a:pt x="11213" y="38081"/>
                        <a:pt x="3462" y="30331"/>
                        <a:pt x="3462" y="20771"/>
                      </a:cubicBezTo>
                      <a:cubicBezTo>
                        <a:pt x="3462" y="11211"/>
                        <a:pt x="11213" y="3462"/>
                        <a:pt x="20773" y="3462"/>
                      </a:cubicBezTo>
                      <a:close/>
                      <a:moveTo>
                        <a:pt x="20773" y="0"/>
                      </a:moveTo>
                      <a:cubicBezTo>
                        <a:pt x="9301" y="0"/>
                        <a:pt x="0" y="9299"/>
                        <a:pt x="0" y="20771"/>
                      </a:cubicBezTo>
                      <a:cubicBezTo>
                        <a:pt x="0" y="32243"/>
                        <a:pt x="9301" y="41543"/>
                        <a:pt x="20773" y="41543"/>
                      </a:cubicBezTo>
                      <a:cubicBezTo>
                        <a:pt x="32245" y="41543"/>
                        <a:pt x="41543" y="32243"/>
                        <a:pt x="41543" y="20771"/>
                      </a:cubicBezTo>
                      <a:cubicBezTo>
                        <a:pt x="41543" y="9299"/>
                        <a:pt x="32245" y="0"/>
                        <a:pt x="20773" y="0"/>
                      </a:cubicBezTo>
                      <a:close/>
                    </a:path>
                  </a:pathLst>
                </a:custGeom>
                <a:solidFill>
                  <a:srgbClr val="213B5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6" name="Google Shape;12832;p131">
                  <a:extLst>
                    <a:ext uri="{FF2B5EF4-FFF2-40B4-BE49-F238E27FC236}">
                      <a16:creationId xmlns:a16="http://schemas.microsoft.com/office/drawing/2014/main" id="{82FB2DFB-3953-1B1A-8B56-3AAD723AE891}"/>
                    </a:ext>
                  </a:extLst>
                </p:cNvPr>
                <p:cNvSpPr/>
                <p:nvPr/>
              </p:nvSpPr>
              <p:spPr>
                <a:xfrm>
                  <a:off x="1956781" y="1714402"/>
                  <a:ext cx="9121" cy="3756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0" h="24299" extrusionOk="0">
                      <a:moveTo>
                        <a:pt x="0" y="0"/>
                      </a:moveTo>
                      <a:lnTo>
                        <a:pt x="0" y="24299"/>
                      </a:lnTo>
                      <a:lnTo>
                        <a:pt x="589" y="24299"/>
                      </a:lnTo>
                      <a:lnTo>
                        <a:pt x="589" y="0"/>
                      </a:lnTo>
                      <a:close/>
                    </a:path>
                  </a:pathLst>
                </a:custGeom>
                <a:solidFill>
                  <a:srgbClr val="213B5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66" name="Google Shape;12833;p131">
                <a:extLst>
                  <a:ext uri="{FF2B5EF4-FFF2-40B4-BE49-F238E27FC236}">
                    <a16:creationId xmlns:a16="http://schemas.microsoft.com/office/drawing/2014/main" id="{8BE38945-E628-7019-9F63-60EDCAF7E9D2}"/>
                  </a:ext>
                </a:extLst>
              </p:cNvPr>
              <p:cNvGrpSpPr/>
              <p:nvPr/>
            </p:nvGrpSpPr>
            <p:grpSpPr>
              <a:xfrm>
                <a:off x="1768927" y="1165603"/>
                <a:ext cx="535225" cy="851367"/>
                <a:chOff x="1768927" y="1165603"/>
                <a:chExt cx="535225" cy="851367"/>
              </a:xfrm>
            </p:grpSpPr>
            <p:sp>
              <p:nvSpPr>
                <p:cNvPr id="373" name="Google Shape;12834;p131">
                  <a:extLst>
                    <a:ext uri="{FF2B5EF4-FFF2-40B4-BE49-F238E27FC236}">
                      <a16:creationId xmlns:a16="http://schemas.microsoft.com/office/drawing/2014/main" id="{1172CDE9-B03A-008C-DF27-C0C6FC36451C}"/>
                    </a:ext>
                  </a:extLst>
                </p:cNvPr>
                <p:cNvSpPr/>
                <p:nvPr/>
              </p:nvSpPr>
              <p:spPr>
                <a:xfrm>
                  <a:off x="1768927" y="1165603"/>
                  <a:ext cx="535225" cy="535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20" h="34620" extrusionOk="0">
                      <a:moveTo>
                        <a:pt x="17311" y="3462"/>
                      </a:moveTo>
                      <a:cubicBezTo>
                        <a:pt x="24959" y="3462"/>
                        <a:pt x="31157" y="9661"/>
                        <a:pt x="31157" y="17309"/>
                      </a:cubicBezTo>
                      <a:cubicBezTo>
                        <a:pt x="31157" y="24957"/>
                        <a:pt x="24959" y="31157"/>
                        <a:pt x="17311" y="31157"/>
                      </a:cubicBezTo>
                      <a:cubicBezTo>
                        <a:pt x="9663" y="31157"/>
                        <a:pt x="3462" y="24957"/>
                        <a:pt x="3462" y="17309"/>
                      </a:cubicBezTo>
                      <a:cubicBezTo>
                        <a:pt x="3462" y="9661"/>
                        <a:pt x="9663" y="3462"/>
                        <a:pt x="17311" y="3462"/>
                      </a:cubicBezTo>
                      <a:close/>
                      <a:moveTo>
                        <a:pt x="17311" y="0"/>
                      </a:moveTo>
                      <a:cubicBezTo>
                        <a:pt x="7751" y="0"/>
                        <a:pt x="0" y="7749"/>
                        <a:pt x="0" y="17309"/>
                      </a:cubicBezTo>
                      <a:cubicBezTo>
                        <a:pt x="0" y="26869"/>
                        <a:pt x="7751" y="34619"/>
                        <a:pt x="17311" y="34619"/>
                      </a:cubicBezTo>
                      <a:cubicBezTo>
                        <a:pt x="26871" y="34619"/>
                        <a:pt x="34619" y="26869"/>
                        <a:pt x="34619" y="17309"/>
                      </a:cubicBezTo>
                      <a:cubicBezTo>
                        <a:pt x="34619" y="7749"/>
                        <a:pt x="26871" y="0"/>
                        <a:pt x="17311" y="0"/>
                      </a:cubicBezTo>
                      <a:close/>
                    </a:path>
                  </a:pathLst>
                </a:custGeom>
                <a:solidFill>
                  <a:srgbClr val="667E9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4" name="Google Shape;12835;p131">
                  <a:extLst>
                    <a:ext uri="{FF2B5EF4-FFF2-40B4-BE49-F238E27FC236}">
                      <a16:creationId xmlns:a16="http://schemas.microsoft.com/office/drawing/2014/main" id="{3177DA8C-4F9F-3B92-ACAA-0FE43253488E}"/>
                    </a:ext>
                  </a:extLst>
                </p:cNvPr>
                <p:cNvSpPr/>
                <p:nvPr/>
              </p:nvSpPr>
              <p:spPr>
                <a:xfrm>
                  <a:off x="2006902" y="1668949"/>
                  <a:ext cx="9137" cy="3480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1" h="22511" extrusionOk="0">
                      <a:moveTo>
                        <a:pt x="1" y="0"/>
                      </a:moveTo>
                      <a:lnTo>
                        <a:pt x="1" y="22510"/>
                      </a:lnTo>
                      <a:lnTo>
                        <a:pt x="590" y="22510"/>
                      </a:lnTo>
                      <a:lnTo>
                        <a:pt x="590" y="0"/>
                      </a:lnTo>
                      <a:close/>
                    </a:path>
                  </a:pathLst>
                </a:custGeom>
                <a:solidFill>
                  <a:srgbClr val="667E9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67" name="Google Shape;12836;p131">
                <a:extLst>
                  <a:ext uri="{FF2B5EF4-FFF2-40B4-BE49-F238E27FC236}">
                    <a16:creationId xmlns:a16="http://schemas.microsoft.com/office/drawing/2014/main" id="{5FAC26B1-9780-A888-CC65-18A6DB970D9E}"/>
                  </a:ext>
                </a:extLst>
              </p:cNvPr>
              <p:cNvGrpSpPr/>
              <p:nvPr/>
            </p:nvGrpSpPr>
            <p:grpSpPr>
              <a:xfrm>
                <a:off x="1822449" y="1219125"/>
                <a:ext cx="428180" cy="718859"/>
                <a:chOff x="1822449" y="1219125"/>
                <a:chExt cx="428180" cy="718859"/>
              </a:xfrm>
            </p:grpSpPr>
            <p:sp>
              <p:nvSpPr>
                <p:cNvPr id="371" name="Google Shape;12837;p131">
                  <a:extLst>
                    <a:ext uri="{FF2B5EF4-FFF2-40B4-BE49-F238E27FC236}">
                      <a16:creationId xmlns:a16="http://schemas.microsoft.com/office/drawing/2014/main" id="{3C1F251E-8DE9-F507-746C-3AE435F0F3A8}"/>
                    </a:ext>
                  </a:extLst>
                </p:cNvPr>
                <p:cNvSpPr/>
                <p:nvPr/>
              </p:nvSpPr>
              <p:spPr>
                <a:xfrm>
                  <a:off x="1822449" y="1219125"/>
                  <a:ext cx="428180" cy="4281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696" h="27696" extrusionOk="0">
                      <a:moveTo>
                        <a:pt x="13849" y="3462"/>
                      </a:moveTo>
                      <a:cubicBezTo>
                        <a:pt x="19585" y="3462"/>
                        <a:pt x="24233" y="8111"/>
                        <a:pt x="24233" y="13847"/>
                      </a:cubicBezTo>
                      <a:cubicBezTo>
                        <a:pt x="24233" y="19583"/>
                        <a:pt x="19585" y="24233"/>
                        <a:pt x="13849" y="24233"/>
                      </a:cubicBezTo>
                      <a:cubicBezTo>
                        <a:pt x="8113" y="24233"/>
                        <a:pt x="3462" y="19583"/>
                        <a:pt x="3462" y="13847"/>
                      </a:cubicBezTo>
                      <a:cubicBezTo>
                        <a:pt x="3462" y="8111"/>
                        <a:pt x="8113" y="3462"/>
                        <a:pt x="13849" y="3462"/>
                      </a:cubicBezTo>
                      <a:close/>
                      <a:moveTo>
                        <a:pt x="13849" y="0"/>
                      </a:moveTo>
                      <a:cubicBezTo>
                        <a:pt x="6201" y="0"/>
                        <a:pt x="0" y="6199"/>
                        <a:pt x="0" y="13847"/>
                      </a:cubicBezTo>
                      <a:cubicBezTo>
                        <a:pt x="0" y="21495"/>
                        <a:pt x="6201" y="27695"/>
                        <a:pt x="13849" y="27695"/>
                      </a:cubicBezTo>
                      <a:cubicBezTo>
                        <a:pt x="21497" y="27695"/>
                        <a:pt x="27695" y="21495"/>
                        <a:pt x="27695" y="13847"/>
                      </a:cubicBezTo>
                      <a:cubicBezTo>
                        <a:pt x="27695" y="6199"/>
                        <a:pt x="21497" y="0"/>
                        <a:pt x="13849" y="0"/>
                      </a:cubicBezTo>
                      <a:close/>
                    </a:path>
                  </a:pathLst>
                </a:custGeom>
                <a:solidFill>
                  <a:srgbClr val="445D7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2" name="Google Shape;12838;p131">
                  <a:extLst>
                    <a:ext uri="{FF2B5EF4-FFF2-40B4-BE49-F238E27FC236}">
                      <a16:creationId xmlns:a16="http://schemas.microsoft.com/office/drawing/2014/main" id="{29C067CA-1935-479B-E7A3-DD1791DD5163}"/>
                    </a:ext>
                  </a:extLst>
                </p:cNvPr>
                <p:cNvSpPr/>
                <p:nvPr/>
              </p:nvSpPr>
              <p:spPr>
                <a:xfrm>
                  <a:off x="2057039" y="1605996"/>
                  <a:ext cx="9121" cy="3319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0" h="21474" extrusionOk="0">
                      <a:moveTo>
                        <a:pt x="0" y="0"/>
                      </a:moveTo>
                      <a:lnTo>
                        <a:pt x="0" y="21474"/>
                      </a:lnTo>
                      <a:lnTo>
                        <a:pt x="590" y="21474"/>
                      </a:lnTo>
                      <a:lnTo>
                        <a:pt x="590" y="0"/>
                      </a:lnTo>
                      <a:close/>
                    </a:path>
                  </a:pathLst>
                </a:custGeom>
                <a:solidFill>
                  <a:srgbClr val="445D7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68" name="Google Shape;12839;p131">
                <a:extLst>
                  <a:ext uri="{FF2B5EF4-FFF2-40B4-BE49-F238E27FC236}">
                    <a16:creationId xmlns:a16="http://schemas.microsoft.com/office/drawing/2014/main" id="{2194D89C-21B3-E931-80DA-EEAB34F2C029}"/>
                  </a:ext>
                </a:extLst>
              </p:cNvPr>
              <p:cNvGrpSpPr/>
              <p:nvPr/>
            </p:nvGrpSpPr>
            <p:grpSpPr>
              <a:xfrm>
                <a:off x="1875972" y="1272648"/>
                <a:ext cx="321135" cy="586939"/>
                <a:chOff x="1875972" y="1272648"/>
                <a:chExt cx="321135" cy="586939"/>
              </a:xfrm>
            </p:grpSpPr>
            <p:sp>
              <p:nvSpPr>
                <p:cNvPr id="369" name="Google Shape;12840;p131">
                  <a:extLst>
                    <a:ext uri="{FF2B5EF4-FFF2-40B4-BE49-F238E27FC236}">
                      <a16:creationId xmlns:a16="http://schemas.microsoft.com/office/drawing/2014/main" id="{DF0DDE2C-8DDC-8E21-873D-C52BB4F2AF0C}"/>
                    </a:ext>
                  </a:extLst>
                </p:cNvPr>
                <p:cNvSpPr/>
                <p:nvPr/>
              </p:nvSpPr>
              <p:spPr>
                <a:xfrm>
                  <a:off x="1875972" y="1272648"/>
                  <a:ext cx="321135" cy="3211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772" h="20771" extrusionOk="0">
                      <a:moveTo>
                        <a:pt x="10387" y="3461"/>
                      </a:moveTo>
                      <a:cubicBezTo>
                        <a:pt x="14211" y="3461"/>
                        <a:pt x="17309" y="6561"/>
                        <a:pt x="17309" y="10385"/>
                      </a:cubicBezTo>
                      <a:cubicBezTo>
                        <a:pt x="17309" y="14209"/>
                        <a:pt x="14211" y="17309"/>
                        <a:pt x="10387" y="17309"/>
                      </a:cubicBezTo>
                      <a:cubicBezTo>
                        <a:pt x="6563" y="17309"/>
                        <a:pt x="3462" y="14209"/>
                        <a:pt x="3462" y="10385"/>
                      </a:cubicBezTo>
                      <a:cubicBezTo>
                        <a:pt x="3462" y="6561"/>
                        <a:pt x="6563" y="3461"/>
                        <a:pt x="10387" y="3461"/>
                      </a:cubicBezTo>
                      <a:close/>
                      <a:moveTo>
                        <a:pt x="10387" y="0"/>
                      </a:moveTo>
                      <a:cubicBezTo>
                        <a:pt x="4651" y="0"/>
                        <a:pt x="0" y="4649"/>
                        <a:pt x="0" y="10385"/>
                      </a:cubicBezTo>
                      <a:cubicBezTo>
                        <a:pt x="0" y="16121"/>
                        <a:pt x="4651" y="20771"/>
                        <a:pt x="10387" y="20771"/>
                      </a:cubicBezTo>
                      <a:cubicBezTo>
                        <a:pt x="16123" y="20771"/>
                        <a:pt x="20771" y="16121"/>
                        <a:pt x="20771" y="10385"/>
                      </a:cubicBezTo>
                      <a:cubicBezTo>
                        <a:pt x="20771" y="4649"/>
                        <a:pt x="16123" y="0"/>
                        <a:pt x="10387" y="0"/>
                      </a:cubicBezTo>
                      <a:close/>
                    </a:path>
                  </a:pathLst>
                </a:custGeom>
                <a:solidFill>
                  <a:srgbClr val="E3E9E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0" name="Google Shape;12841;p131">
                  <a:extLst>
                    <a:ext uri="{FF2B5EF4-FFF2-40B4-BE49-F238E27FC236}">
                      <a16:creationId xmlns:a16="http://schemas.microsoft.com/office/drawing/2014/main" id="{296DE79B-C725-A076-5277-DC2A5FFF6CF5}"/>
                    </a:ext>
                  </a:extLst>
                </p:cNvPr>
                <p:cNvSpPr/>
                <p:nvPr/>
              </p:nvSpPr>
              <p:spPr>
                <a:xfrm>
                  <a:off x="2107176" y="1533705"/>
                  <a:ext cx="9121" cy="3258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0" h="21079" extrusionOk="0">
                      <a:moveTo>
                        <a:pt x="0" y="0"/>
                      </a:moveTo>
                      <a:lnTo>
                        <a:pt x="0" y="21078"/>
                      </a:lnTo>
                      <a:lnTo>
                        <a:pt x="589" y="21078"/>
                      </a:lnTo>
                      <a:lnTo>
                        <a:pt x="589" y="0"/>
                      </a:lnTo>
                      <a:close/>
                    </a:path>
                  </a:pathLst>
                </a:custGeom>
                <a:solidFill>
                  <a:srgbClr val="E3E9E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32" name="Google Shape;12842;p131">
              <a:extLst>
                <a:ext uri="{FF2B5EF4-FFF2-40B4-BE49-F238E27FC236}">
                  <a16:creationId xmlns:a16="http://schemas.microsoft.com/office/drawing/2014/main" id="{E6B479D4-35F3-1D9A-6873-18F7141C48C7}"/>
                </a:ext>
              </a:extLst>
            </p:cNvPr>
            <p:cNvGrpSpPr/>
            <p:nvPr/>
          </p:nvGrpSpPr>
          <p:grpSpPr>
            <a:xfrm>
              <a:off x="8769451" y="4979020"/>
              <a:ext cx="328287" cy="719649"/>
              <a:chOff x="241025" y="3151575"/>
              <a:chExt cx="293855" cy="644170"/>
            </a:xfrm>
          </p:grpSpPr>
          <p:sp>
            <p:nvSpPr>
              <p:cNvPr id="363" name="Google Shape;12843;p131">
                <a:extLst>
                  <a:ext uri="{FF2B5EF4-FFF2-40B4-BE49-F238E27FC236}">
                    <a16:creationId xmlns:a16="http://schemas.microsoft.com/office/drawing/2014/main" id="{E33C087A-C284-1918-E10C-FBC03DF4EFB8}"/>
                  </a:ext>
                </a:extLst>
              </p:cNvPr>
              <p:cNvSpPr/>
              <p:nvPr/>
            </p:nvSpPr>
            <p:spPr>
              <a:xfrm>
                <a:off x="241025" y="3151575"/>
                <a:ext cx="293303" cy="644170"/>
              </a:xfrm>
              <a:custGeom>
                <a:avLst/>
                <a:gdLst/>
                <a:ahLst/>
                <a:cxnLst/>
                <a:rect l="l" t="t" r="r" b="b"/>
                <a:pathLst>
                  <a:path w="19117" h="41986" extrusionOk="0">
                    <a:moveTo>
                      <a:pt x="1155" y="1"/>
                    </a:moveTo>
                    <a:cubicBezTo>
                      <a:pt x="516" y="1"/>
                      <a:pt x="1" y="516"/>
                      <a:pt x="1" y="1152"/>
                    </a:cubicBezTo>
                    <a:lnTo>
                      <a:pt x="1" y="35706"/>
                    </a:lnTo>
                    <a:cubicBezTo>
                      <a:pt x="1" y="36344"/>
                      <a:pt x="9559" y="41985"/>
                      <a:pt x="9559" y="41985"/>
                    </a:cubicBezTo>
                    <a:cubicBezTo>
                      <a:pt x="9559" y="41985"/>
                      <a:pt x="19117" y="36344"/>
                      <a:pt x="19117" y="35706"/>
                    </a:cubicBezTo>
                    <a:lnTo>
                      <a:pt x="19117" y="1152"/>
                    </a:lnTo>
                    <a:cubicBezTo>
                      <a:pt x="19117" y="516"/>
                      <a:pt x="18601" y="1"/>
                      <a:pt x="17963" y="1"/>
                    </a:cubicBez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Google Shape;12844;p131">
                <a:extLst>
                  <a:ext uri="{FF2B5EF4-FFF2-40B4-BE49-F238E27FC236}">
                    <a16:creationId xmlns:a16="http://schemas.microsoft.com/office/drawing/2014/main" id="{C5A43A27-75BA-5863-2D94-8F60A0925EF7}"/>
                  </a:ext>
                </a:extLst>
              </p:cNvPr>
              <p:cNvSpPr/>
              <p:nvPr/>
            </p:nvSpPr>
            <p:spPr>
              <a:xfrm>
                <a:off x="241347" y="3252796"/>
                <a:ext cx="293533" cy="164134"/>
              </a:xfrm>
              <a:custGeom>
                <a:avLst/>
                <a:gdLst/>
                <a:ahLst/>
                <a:cxnLst/>
                <a:rect l="l" t="t" r="r" b="b"/>
                <a:pathLst>
                  <a:path w="19132" h="10698" extrusionOk="0">
                    <a:moveTo>
                      <a:pt x="1" y="1"/>
                    </a:moveTo>
                    <a:lnTo>
                      <a:pt x="1" y="10698"/>
                    </a:lnTo>
                    <a:lnTo>
                      <a:pt x="19132" y="10698"/>
                    </a:lnTo>
                    <a:lnTo>
                      <a:pt x="19132" y="1"/>
                    </a:ln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" name="Google Shape;12845;p131">
              <a:extLst>
                <a:ext uri="{FF2B5EF4-FFF2-40B4-BE49-F238E27FC236}">
                  <a16:creationId xmlns:a16="http://schemas.microsoft.com/office/drawing/2014/main" id="{247590E2-A546-4CC3-30D4-A83BA8173D22}"/>
                </a:ext>
              </a:extLst>
            </p:cNvPr>
            <p:cNvGrpSpPr/>
            <p:nvPr/>
          </p:nvGrpSpPr>
          <p:grpSpPr>
            <a:xfrm>
              <a:off x="891128" y="4085281"/>
              <a:ext cx="1988176" cy="660942"/>
              <a:chOff x="246070" y="1983375"/>
              <a:chExt cx="1855347" cy="616849"/>
            </a:xfrm>
          </p:grpSpPr>
          <p:sp>
            <p:nvSpPr>
              <p:cNvPr id="354" name="Google Shape;12846;p131">
                <a:extLst>
                  <a:ext uri="{FF2B5EF4-FFF2-40B4-BE49-F238E27FC236}">
                    <a16:creationId xmlns:a16="http://schemas.microsoft.com/office/drawing/2014/main" id="{23CEF30B-870C-6F7D-E571-6B1795E425E9}"/>
                  </a:ext>
                </a:extLst>
              </p:cNvPr>
              <p:cNvSpPr/>
              <p:nvPr/>
            </p:nvSpPr>
            <p:spPr>
              <a:xfrm>
                <a:off x="1072131" y="1983872"/>
                <a:ext cx="408910" cy="407494"/>
              </a:xfrm>
              <a:custGeom>
                <a:avLst/>
                <a:gdLst/>
                <a:ahLst/>
                <a:cxnLst/>
                <a:rect l="l" t="t" r="r" b="b"/>
                <a:pathLst>
                  <a:path w="34090" h="33972" extrusionOk="0">
                    <a:moveTo>
                      <a:pt x="17046" y="1"/>
                    </a:moveTo>
                    <a:cubicBezTo>
                      <a:pt x="16894" y="1"/>
                      <a:pt x="16742" y="59"/>
                      <a:pt x="16626" y="174"/>
                    </a:cubicBezTo>
                    <a:lnTo>
                      <a:pt x="9933" y="6868"/>
                    </a:lnTo>
                    <a:cubicBezTo>
                      <a:pt x="9821" y="6978"/>
                      <a:pt x="9670" y="7041"/>
                      <a:pt x="9512" y="7041"/>
                    </a:cubicBezTo>
                    <a:cubicBezTo>
                      <a:pt x="9354" y="7041"/>
                      <a:pt x="9203" y="6978"/>
                      <a:pt x="9094" y="6868"/>
                    </a:cubicBezTo>
                    <a:lnTo>
                      <a:pt x="9087" y="6861"/>
                    </a:lnTo>
                    <a:cubicBezTo>
                      <a:pt x="8857" y="6629"/>
                      <a:pt x="8642" y="6175"/>
                      <a:pt x="8611" y="5850"/>
                    </a:cubicBezTo>
                    <a:cubicBezTo>
                      <a:pt x="8611" y="5850"/>
                      <a:pt x="8522" y="4941"/>
                      <a:pt x="7959" y="4378"/>
                    </a:cubicBezTo>
                    <a:cubicBezTo>
                      <a:pt x="7469" y="3863"/>
                      <a:pt x="6813" y="3605"/>
                      <a:pt x="6156" y="3605"/>
                    </a:cubicBezTo>
                    <a:cubicBezTo>
                      <a:pt x="5520" y="3605"/>
                      <a:pt x="4883" y="3847"/>
                      <a:pt x="4396" y="4333"/>
                    </a:cubicBezTo>
                    <a:cubicBezTo>
                      <a:pt x="3407" y="5322"/>
                      <a:pt x="3425" y="6932"/>
                      <a:pt x="4435" y="7898"/>
                    </a:cubicBezTo>
                    <a:cubicBezTo>
                      <a:pt x="5002" y="8462"/>
                      <a:pt x="5908" y="8553"/>
                      <a:pt x="5908" y="8553"/>
                    </a:cubicBezTo>
                    <a:cubicBezTo>
                      <a:pt x="6232" y="8583"/>
                      <a:pt x="6687" y="8797"/>
                      <a:pt x="6919" y="9027"/>
                    </a:cubicBezTo>
                    <a:lnTo>
                      <a:pt x="6926" y="9034"/>
                    </a:lnTo>
                    <a:cubicBezTo>
                      <a:pt x="7156" y="9267"/>
                      <a:pt x="7156" y="9642"/>
                      <a:pt x="6926" y="9875"/>
                    </a:cubicBezTo>
                    <a:lnTo>
                      <a:pt x="232" y="16567"/>
                    </a:lnTo>
                    <a:cubicBezTo>
                      <a:pt x="1" y="16798"/>
                      <a:pt x="1" y="17174"/>
                      <a:pt x="232" y="17406"/>
                    </a:cubicBezTo>
                    <a:lnTo>
                      <a:pt x="6411" y="23585"/>
                    </a:lnTo>
                    <a:lnTo>
                      <a:pt x="6926" y="24100"/>
                    </a:lnTo>
                    <a:cubicBezTo>
                      <a:pt x="6969" y="24141"/>
                      <a:pt x="7020" y="24173"/>
                      <a:pt x="7073" y="24197"/>
                    </a:cubicBezTo>
                    <a:cubicBezTo>
                      <a:pt x="7158" y="24244"/>
                      <a:pt x="7250" y="24269"/>
                      <a:pt x="7345" y="24273"/>
                    </a:cubicBezTo>
                    <a:cubicBezTo>
                      <a:pt x="7503" y="24273"/>
                      <a:pt x="7654" y="24211"/>
                      <a:pt x="7765" y="24101"/>
                    </a:cubicBezTo>
                    <a:lnTo>
                      <a:pt x="7839" y="24027"/>
                    </a:lnTo>
                    <a:cubicBezTo>
                      <a:pt x="8069" y="23796"/>
                      <a:pt x="8283" y="23341"/>
                      <a:pt x="8318" y="23013"/>
                    </a:cubicBezTo>
                    <a:cubicBezTo>
                      <a:pt x="8318" y="23013"/>
                      <a:pt x="8405" y="22107"/>
                      <a:pt x="8967" y="21541"/>
                    </a:cubicBezTo>
                    <a:cubicBezTo>
                      <a:pt x="9183" y="21324"/>
                      <a:pt x="9437" y="21149"/>
                      <a:pt x="9717" y="21026"/>
                    </a:cubicBezTo>
                    <a:cubicBezTo>
                      <a:pt x="10047" y="20876"/>
                      <a:pt x="10396" y="20805"/>
                      <a:pt x="10740" y="20805"/>
                    </a:cubicBezTo>
                    <a:cubicBezTo>
                      <a:pt x="11539" y="20805"/>
                      <a:pt x="12316" y="21191"/>
                      <a:pt x="12792" y="21886"/>
                    </a:cubicBezTo>
                    <a:cubicBezTo>
                      <a:pt x="13474" y="22879"/>
                      <a:pt x="13347" y="24218"/>
                      <a:pt x="12490" y="25064"/>
                    </a:cubicBezTo>
                    <a:cubicBezTo>
                      <a:pt x="12119" y="25437"/>
                      <a:pt x="11599" y="25600"/>
                      <a:pt x="11289" y="25668"/>
                    </a:cubicBezTo>
                    <a:cubicBezTo>
                      <a:pt x="11157" y="25704"/>
                      <a:pt x="11023" y="25732"/>
                      <a:pt x="10887" y="25749"/>
                    </a:cubicBezTo>
                    <a:cubicBezTo>
                      <a:pt x="10830" y="25757"/>
                      <a:pt x="10775" y="25769"/>
                      <a:pt x="10722" y="25785"/>
                    </a:cubicBezTo>
                    <a:cubicBezTo>
                      <a:pt x="10456" y="25871"/>
                      <a:pt x="10173" y="26027"/>
                      <a:pt x="10008" y="26193"/>
                    </a:cubicBezTo>
                    <a:lnTo>
                      <a:pt x="9933" y="26265"/>
                    </a:lnTo>
                    <a:cubicBezTo>
                      <a:pt x="9699" y="26497"/>
                      <a:pt x="9699" y="26875"/>
                      <a:pt x="9933" y="27106"/>
                    </a:cubicBezTo>
                    <a:lnTo>
                      <a:pt x="11412" y="28584"/>
                    </a:lnTo>
                    <a:lnTo>
                      <a:pt x="16625" y="33798"/>
                    </a:lnTo>
                    <a:cubicBezTo>
                      <a:pt x="16736" y="33908"/>
                      <a:pt x="16887" y="33972"/>
                      <a:pt x="17043" y="33972"/>
                    </a:cubicBezTo>
                    <a:cubicBezTo>
                      <a:pt x="17198" y="33970"/>
                      <a:pt x="17347" y="33910"/>
                      <a:pt x="17459" y="33802"/>
                    </a:cubicBezTo>
                    <a:lnTo>
                      <a:pt x="20636" y="30627"/>
                    </a:lnTo>
                    <a:lnTo>
                      <a:pt x="24073" y="27189"/>
                    </a:lnTo>
                    <a:cubicBezTo>
                      <a:pt x="24300" y="26955"/>
                      <a:pt x="24300" y="26581"/>
                      <a:pt x="24073" y="26348"/>
                    </a:cubicBezTo>
                    <a:lnTo>
                      <a:pt x="23953" y="26231"/>
                    </a:lnTo>
                    <a:cubicBezTo>
                      <a:pt x="23722" y="26001"/>
                      <a:pt x="23267" y="25783"/>
                      <a:pt x="22942" y="25754"/>
                    </a:cubicBezTo>
                    <a:cubicBezTo>
                      <a:pt x="22942" y="25754"/>
                      <a:pt x="22033" y="25665"/>
                      <a:pt x="21470" y="25100"/>
                    </a:cubicBezTo>
                    <a:cubicBezTo>
                      <a:pt x="20528" y="24086"/>
                      <a:pt x="20569" y="22503"/>
                      <a:pt x="21561" y="21539"/>
                    </a:cubicBezTo>
                    <a:cubicBezTo>
                      <a:pt x="22056" y="21057"/>
                      <a:pt x="22698" y="20816"/>
                      <a:pt x="23340" y="20816"/>
                    </a:cubicBezTo>
                    <a:cubicBezTo>
                      <a:pt x="23985" y="20816"/>
                      <a:pt x="24629" y="21059"/>
                      <a:pt x="25125" y="21544"/>
                    </a:cubicBezTo>
                    <a:cubicBezTo>
                      <a:pt x="25687" y="22107"/>
                      <a:pt x="25774" y="23017"/>
                      <a:pt x="25774" y="23017"/>
                    </a:cubicBezTo>
                    <a:cubicBezTo>
                      <a:pt x="25807" y="23341"/>
                      <a:pt x="26021" y="23796"/>
                      <a:pt x="26253" y="24027"/>
                    </a:cubicBezTo>
                    <a:lnTo>
                      <a:pt x="26325" y="24101"/>
                    </a:lnTo>
                    <a:cubicBezTo>
                      <a:pt x="26441" y="24216"/>
                      <a:pt x="26592" y="24274"/>
                      <a:pt x="26744" y="24274"/>
                    </a:cubicBezTo>
                    <a:cubicBezTo>
                      <a:pt x="26891" y="24274"/>
                      <a:pt x="27038" y="24219"/>
                      <a:pt x="27152" y="24110"/>
                    </a:cubicBezTo>
                    <a:lnTo>
                      <a:pt x="29878" y="21384"/>
                    </a:lnTo>
                    <a:lnTo>
                      <a:pt x="33774" y="17487"/>
                    </a:lnTo>
                    <a:cubicBezTo>
                      <a:pt x="33779" y="17482"/>
                      <a:pt x="33786" y="17482"/>
                      <a:pt x="33791" y="17476"/>
                    </a:cubicBezTo>
                    <a:lnTo>
                      <a:pt x="33860" y="17408"/>
                    </a:lnTo>
                    <a:cubicBezTo>
                      <a:pt x="34090" y="17174"/>
                      <a:pt x="34090" y="16798"/>
                      <a:pt x="33860" y="16567"/>
                    </a:cubicBezTo>
                    <a:lnTo>
                      <a:pt x="27166" y="9875"/>
                    </a:lnTo>
                    <a:cubicBezTo>
                      <a:pt x="26934" y="9643"/>
                      <a:pt x="26934" y="9267"/>
                      <a:pt x="27166" y="9036"/>
                    </a:cubicBezTo>
                    <a:lnTo>
                      <a:pt x="27283" y="8914"/>
                    </a:lnTo>
                    <a:cubicBezTo>
                      <a:pt x="27513" y="8684"/>
                      <a:pt x="27973" y="8469"/>
                      <a:pt x="28297" y="8437"/>
                    </a:cubicBezTo>
                    <a:cubicBezTo>
                      <a:pt x="28297" y="8437"/>
                      <a:pt x="29203" y="8349"/>
                      <a:pt x="29770" y="7786"/>
                    </a:cubicBezTo>
                    <a:cubicBezTo>
                      <a:pt x="30769" y="6818"/>
                      <a:pt x="30782" y="5219"/>
                      <a:pt x="29799" y="4235"/>
                    </a:cubicBezTo>
                    <a:cubicBezTo>
                      <a:pt x="29311" y="3748"/>
                      <a:pt x="28674" y="3505"/>
                      <a:pt x="28036" y="3505"/>
                    </a:cubicBezTo>
                    <a:cubicBezTo>
                      <a:pt x="27385" y="3505"/>
                      <a:pt x="26735" y="3758"/>
                      <a:pt x="26246" y="4263"/>
                    </a:cubicBezTo>
                    <a:cubicBezTo>
                      <a:pt x="25685" y="4826"/>
                      <a:pt x="25594" y="5735"/>
                      <a:pt x="25594" y="5735"/>
                    </a:cubicBezTo>
                    <a:cubicBezTo>
                      <a:pt x="25563" y="6060"/>
                      <a:pt x="25350" y="6514"/>
                      <a:pt x="25119" y="6746"/>
                    </a:cubicBezTo>
                    <a:lnTo>
                      <a:pt x="24998" y="6866"/>
                    </a:lnTo>
                    <a:cubicBezTo>
                      <a:pt x="24883" y="6982"/>
                      <a:pt x="24731" y="7040"/>
                      <a:pt x="24579" y="7040"/>
                    </a:cubicBezTo>
                    <a:cubicBezTo>
                      <a:pt x="24427" y="7040"/>
                      <a:pt x="24275" y="6982"/>
                      <a:pt x="24159" y="6866"/>
                    </a:cubicBezTo>
                    <a:lnTo>
                      <a:pt x="17466" y="174"/>
                    </a:lnTo>
                    <a:cubicBezTo>
                      <a:pt x="17350" y="59"/>
                      <a:pt x="17198" y="1"/>
                      <a:pt x="17046" y="1"/>
                    </a:cubicBez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55" name="Google Shape;12847;p131">
                <a:extLst>
                  <a:ext uri="{FF2B5EF4-FFF2-40B4-BE49-F238E27FC236}">
                    <a16:creationId xmlns:a16="http://schemas.microsoft.com/office/drawing/2014/main" id="{89AC6211-7537-EA51-16E7-581AB810BCE3}"/>
                  </a:ext>
                </a:extLst>
              </p:cNvPr>
              <p:cNvSpPr/>
              <p:nvPr/>
            </p:nvSpPr>
            <p:spPr>
              <a:xfrm>
                <a:off x="1430530" y="2193486"/>
                <a:ext cx="46960" cy="46948"/>
              </a:xfrm>
              <a:custGeom>
                <a:avLst/>
                <a:gdLst/>
                <a:ahLst/>
                <a:cxnLst/>
                <a:rect l="l" t="t" r="r" b="b"/>
                <a:pathLst>
                  <a:path w="3915" h="3914" extrusionOk="0">
                    <a:moveTo>
                      <a:pt x="3914" y="1"/>
                    </a:moveTo>
                    <a:lnTo>
                      <a:pt x="3914" y="1"/>
                    </a:lnTo>
                    <a:cubicBezTo>
                      <a:pt x="3909" y="6"/>
                      <a:pt x="3902" y="8"/>
                      <a:pt x="3897" y="13"/>
                    </a:cubicBezTo>
                    <a:lnTo>
                      <a:pt x="1" y="3909"/>
                    </a:lnTo>
                    <a:lnTo>
                      <a:pt x="1" y="3914"/>
                    </a:lnTo>
                    <a:lnTo>
                      <a:pt x="3914" y="1"/>
                    </a:ln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Google Shape;12848;p131">
                <a:extLst>
                  <a:ext uri="{FF2B5EF4-FFF2-40B4-BE49-F238E27FC236}">
                    <a16:creationId xmlns:a16="http://schemas.microsoft.com/office/drawing/2014/main" id="{FFADDF25-2018-6D54-0A0B-A957E64E8920}"/>
                  </a:ext>
                </a:extLst>
              </p:cNvPr>
              <p:cNvSpPr/>
              <p:nvPr/>
            </p:nvSpPr>
            <p:spPr>
              <a:xfrm>
                <a:off x="1277847" y="2191554"/>
                <a:ext cx="408898" cy="407518"/>
              </a:xfrm>
              <a:custGeom>
                <a:avLst/>
                <a:gdLst/>
                <a:ahLst/>
                <a:cxnLst/>
                <a:rect l="l" t="t" r="r" b="b"/>
                <a:pathLst>
                  <a:path w="34089" h="33974" extrusionOk="0">
                    <a:moveTo>
                      <a:pt x="17044" y="0"/>
                    </a:moveTo>
                    <a:cubicBezTo>
                      <a:pt x="16893" y="2"/>
                      <a:pt x="16750" y="60"/>
                      <a:pt x="16640" y="163"/>
                    </a:cubicBezTo>
                    <a:lnTo>
                      <a:pt x="12729" y="4075"/>
                    </a:lnTo>
                    <a:lnTo>
                      <a:pt x="12729" y="4070"/>
                    </a:lnTo>
                    <a:lnTo>
                      <a:pt x="10005" y="6793"/>
                    </a:lnTo>
                    <a:cubicBezTo>
                      <a:pt x="9890" y="6904"/>
                      <a:pt x="9742" y="6959"/>
                      <a:pt x="9595" y="6959"/>
                    </a:cubicBezTo>
                    <a:cubicBezTo>
                      <a:pt x="9444" y="6959"/>
                      <a:pt x="9293" y="6901"/>
                      <a:pt x="9178" y="6787"/>
                    </a:cubicBezTo>
                    <a:lnTo>
                      <a:pt x="9104" y="6713"/>
                    </a:lnTo>
                    <a:cubicBezTo>
                      <a:pt x="8874" y="6481"/>
                      <a:pt x="8660" y="6026"/>
                      <a:pt x="8625" y="5702"/>
                    </a:cubicBezTo>
                    <a:cubicBezTo>
                      <a:pt x="8625" y="5702"/>
                      <a:pt x="8539" y="4792"/>
                      <a:pt x="7976" y="4229"/>
                    </a:cubicBezTo>
                    <a:cubicBezTo>
                      <a:pt x="7478" y="3726"/>
                      <a:pt x="6821" y="3474"/>
                      <a:pt x="6165" y="3474"/>
                    </a:cubicBezTo>
                    <a:cubicBezTo>
                      <a:pt x="5524" y="3474"/>
                      <a:pt x="4883" y="3714"/>
                      <a:pt x="4388" y="4197"/>
                    </a:cubicBezTo>
                    <a:cubicBezTo>
                      <a:pt x="3384" y="5172"/>
                      <a:pt x="3354" y="6775"/>
                      <a:pt x="4322" y="7785"/>
                    </a:cubicBezTo>
                    <a:cubicBezTo>
                      <a:pt x="4884" y="8350"/>
                      <a:pt x="5795" y="8439"/>
                      <a:pt x="5795" y="8439"/>
                    </a:cubicBezTo>
                    <a:cubicBezTo>
                      <a:pt x="6118" y="8468"/>
                      <a:pt x="6573" y="8686"/>
                      <a:pt x="6804" y="8916"/>
                    </a:cubicBezTo>
                    <a:lnTo>
                      <a:pt x="6924" y="9033"/>
                    </a:lnTo>
                    <a:cubicBezTo>
                      <a:pt x="7153" y="9267"/>
                      <a:pt x="7153" y="9641"/>
                      <a:pt x="6924" y="9874"/>
                    </a:cubicBezTo>
                    <a:lnTo>
                      <a:pt x="3488" y="13310"/>
                    </a:lnTo>
                    <a:lnTo>
                      <a:pt x="310" y="16487"/>
                    </a:lnTo>
                    <a:lnTo>
                      <a:pt x="233" y="16566"/>
                    </a:lnTo>
                    <a:cubicBezTo>
                      <a:pt x="1" y="16798"/>
                      <a:pt x="1" y="17174"/>
                      <a:pt x="233" y="17405"/>
                    </a:cubicBezTo>
                    <a:lnTo>
                      <a:pt x="6926" y="24099"/>
                    </a:lnTo>
                    <a:cubicBezTo>
                      <a:pt x="7156" y="24332"/>
                      <a:pt x="7156" y="24706"/>
                      <a:pt x="6926" y="24938"/>
                    </a:cubicBezTo>
                    <a:lnTo>
                      <a:pt x="6919" y="24945"/>
                    </a:lnTo>
                    <a:cubicBezTo>
                      <a:pt x="6688" y="25177"/>
                      <a:pt x="6233" y="25391"/>
                      <a:pt x="5908" y="25420"/>
                    </a:cubicBezTo>
                    <a:cubicBezTo>
                      <a:pt x="5908" y="25420"/>
                      <a:pt x="4999" y="25511"/>
                      <a:pt x="4436" y="26074"/>
                    </a:cubicBezTo>
                    <a:cubicBezTo>
                      <a:pt x="3478" y="27047"/>
                      <a:pt x="3485" y="28613"/>
                      <a:pt x="4451" y="29579"/>
                    </a:cubicBezTo>
                    <a:cubicBezTo>
                      <a:pt x="4938" y="30065"/>
                      <a:pt x="5575" y="30309"/>
                      <a:pt x="6213" y="30309"/>
                    </a:cubicBezTo>
                    <a:cubicBezTo>
                      <a:pt x="6843" y="30309"/>
                      <a:pt x="7473" y="30072"/>
                      <a:pt x="7958" y="29596"/>
                    </a:cubicBezTo>
                    <a:cubicBezTo>
                      <a:pt x="8522" y="29031"/>
                      <a:pt x="8608" y="28125"/>
                      <a:pt x="8608" y="28125"/>
                    </a:cubicBezTo>
                    <a:cubicBezTo>
                      <a:pt x="8642" y="27797"/>
                      <a:pt x="8857" y="27341"/>
                      <a:pt x="9087" y="27111"/>
                    </a:cubicBezTo>
                    <a:lnTo>
                      <a:pt x="9090" y="27107"/>
                    </a:lnTo>
                    <a:cubicBezTo>
                      <a:pt x="9204" y="26996"/>
                      <a:pt x="9355" y="26934"/>
                      <a:pt x="9513" y="26934"/>
                    </a:cubicBezTo>
                    <a:cubicBezTo>
                      <a:pt x="9669" y="26934"/>
                      <a:pt x="9820" y="26996"/>
                      <a:pt x="9930" y="27107"/>
                    </a:cubicBezTo>
                    <a:lnTo>
                      <a:pt x="16623" y="33801"/>
                    </a:lnTo>
                    <a:cubicBezTo>
                      <a:pt x="16741" y="33916"/>
                      <a:pt x="16893" y="33973"/>
                      <a:pt x="17045" y="33973"/>
                    </a:cubicBezTo>
                    <a:cubicBezTo>
                      <a:pt x="17198" y="33973"/>
                      <a:pt x="17350" y="33916"/>
                      <a:pt x="17468" y="33801"/>
                    </a:cubicBezTo>
                    <a:lnTo>
                      <a:pt x="24161" y="27107"/>
                    </a:lnTo>
                    <a:cubicBezTo>
                      <a:pt x="24391" y="26874"/>
                      <a:pt x="24391" y="26500"/>
                      <a:pt x="24161" y="26266"/>
                    </a:cubicBezTo>
                    <a:lnTo>
                      <a:pt x="24082" y="26193"/>
                    </a:lnTo>
                    <a:cubicBezTo>
                      <a:pt x="23852" y="25963"/>
                      <a:pt x="23396" y="25746"/>
                      <a:pt x="23073" y="25714"/>
                    </a:cubicBezTo>
                    <a:cubicBezTo>
                      <a:pt x="23073" y="25714"/>
                      <a:pt x="22167" y="25628"/>
                      <a:pt x="21600" y="25063"/>
                    </a:cubicBezTo>
                    <a:cubicBezTo>
                      <a:pt x="20626" y="24092"/>
                      <a:pt x="20631" y="22513"/>
                      <a:pt x="21600" y="21541"/>
                    </a:cubicBezTo>
                    <a:cubicBezTo>
                      <a:pt x="22087" y="21055"/>
                      <a:pt x="22725" y="20812"/>
                      <a:pt x="23362" y="20812"/>
                    </a:cubicBezTo>
                    <a:cubicBezTo>
                      <a:pt x="24000" y="20812"/>
                      <a:pt x="24637" y="21055"/>
                      <a:pt x="25124" y="21541"/>
                    </a:cubicBezTo>
                    <a:cubicBezTo>
                      <a:pt x="25685" y="22104"/>
                      <a:pt x="25776" y="23016"/>
                      <a:pt x="25776" y="23016"/>
                    </a:cubicBezTo>
                    <a:cubicBezTo>
                      <a:pt x="25805" y="23338"/>
                      <a:pt x="26022" y="23793"/>
                      <a:pt x="26252" y="24025"/>
                    </a:cubicBezTo>
                    <a:lnTo>
                      <a:pt x="26325" y="24099"/>
                    </a:lnTo>
                    <a:cubicBezTo>
                      <a:pt x="26437" y="24209"/>
                      <a:pt x="26588" y="24270"/>
                      <a:pt x="26746" y="24270"/>
                    </a:cubicBezTo>
                    <a:cubicBezTo>
                      <a:pt x="26902" y="24270"/>
                      <a:pt x="27053" y="24209"/>
                      <a:pt x="27165" y="24099"/>
                    </a:cubicBezTo>
                    <a:lnTo>
                      <a:pt x="33858" y="17405"/>
                    </a:lnTo>
                    <a:cubicBezTo>
                      <a:pt x="34088" y="17172"/>
                      <a:pt x="34087" y="16798"/>
                      <a:pt x="33855" y="16566"/>
                    </a:cubicBezTo>
                    <a:lnTo>
                      <a:pt x="28225" y="10937"/>
                    </a:lnTo>
                    <a:lnTo>
                      <a:pt x="27163" y="9874"/>
                    </a:lnTo>
                    <a:cubicBezTo>
                      <a:pt x="27051" y="9763"/>
                      <a:pt x="26900" y="9701"/>
                      <a:pt x="26742" y="9701"/>
                    </a:cubicBezTo>
                    <a:cubicBezTo>
                      <a:pt x="26585" y="9701"/>
                      <a:pt x="26434" y="9763"/>
                      <a:pt x="26322" y="9874"/>
                    </a:cubicBezTo>
                    <a:lnTo>
                      <a:pt x="26252" y="9945"/>
                    </a:lnTo>
                    <a:cubicBezTo>
                      <a:pt x="26022" y="10176"/>
                      <a:pt x="25807" y="10631"/>
                      <a:pt x="25773" y="10959"/>
                    </a:cubicBezTo>
                    <a:cubicBezTo>
                      <a:pt x="25773" y="10959"/>
                      <a:pt x="25687" y="11865"/>
                      <a:pt x="25124" y="12430"/>
                    </a:cubicBezTo>
                    <a:cubicBezTo>
                      <a:pt x="24657" y="12897"/>
                      <a:pt x="24024" y="13159"/>
                      <a:pt x="23363" y="13159"/>
                    </a:cubicBezTo>
                    <a:cubicBezTo>
                      <a:pt x="23351" y="13159"/>
                      <a:pt x="23341" y="13156"/>
                      <a:pt x="23329" y="13156"/>
                    </a:cubicBezTo>
                    <a:cubicBezTo>
                      <a:pt x="23312" y="13156"/>
                      <a:pt x="23293" y="13161"/>
                      <a:pt x="23276" y="13161"/>
                    </a:cubicBezTo>
                    <a:cubicBezTo>
                      <a:pt x="22268" y="13161"/>
                      <a:pt x="21358" y="12553"/>
                      <a:pt x="20974" y="11623"/>
                    </a:cubicBezTo>
                    <a:cubicBezTo>
                      <a:pt x="20588" y="10691"/>
                      <a:pt x="20801" y="9620"/>
                      <a:pt x="21513" y="8908"/>
                    </a:cubicBezTo>
                    <a:cubicBezTo>
                      <a:pt x="22076" y="8345"/>
                      <a:pt x="22987" y="8257"/>
                      <a:pt x="22987" y="8257"/>
                    </a:cubicBezTo>
                    <a:cubicBezTo>
                      <a:pt x="23310" y="8228"/>
                      <a:pt x="23765" y="8010"/>
                      <a:pt x="23996" y="7779"/>
                    </a:cubicBezTo>
                    <a:lnTo>
                      <a:pt x="24117" y="7662"/>
                    </a:lnTo>
                    <a:cubicBezTo>
                      <a:pt x="24345" y="7432"/>
                      <a:pt x="24347" y="7063"/>
                      <a:pt x="24122" y="6831"/>
                    </a:cubicBezTo>
                    <a:lnTo>
                      <a:pt x="23358" y="6067"/>
                    </a:lnTo>
                    <a:lnTo>
                      <a:pt x="17464" y="174"/>
                    </a:lnTo>
                    <a:cubicBezTo>
                      <a:pt x="17353" y="64"/>
                      <a:pt x="17202" y="0"/>
                      <a:pt x="17044" y="0"/>
                    </a:cubicBezTo>
                    <a:close/>
                  </a:path>
                </a:pathLst>
              </a:custGeom>
              <a:solidFill>
                <a:srgbClr val="A5B7C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Google Shape;12849;p131">
                <a:extLst>
                  <a:ext uri="{FF2B5EF4-FFF2-40B4-BE49-F238E27FC236}">
                    <a16:creationId xmlns:a16="http://schemas.microsoft.com/office/drawing/2014/main" id="{50A5A16C-3084-2FD7-C933-DEE7D76AEE87}"/>
                  </a:ext>
                </a:extLst>
              </p:cNvPr>
              <p:cNvSpPr/>
              <p:nvPr/>
            </p:nvSpPr>
            <p:spPr>
              <a:xfrm>
                <a:off x="1690156" y="2190379"/>
                <a:ext cx="411261" cy="409845"/>
              </a:xfrm>
              <a:custGeom>
                <a:avLst/>
                <a:gdLst/>
                <a:ahLst/>
                <a:cxnLst/>
                <a:rect l="l" t="t" r="r" b="b"/>
                <a:pathLst>
                  <a:path w="34286" h="34168" extrusionOk="0">
                    <a:moveTo>
                      <a:pt x="17145" y="1"/>
                    </a:moveTo>
                    <a:cubicBezTo>
                      <a:pt x="16992" y="1"/>
                      <a:pt x="16839" y="59"/>
                      <a:pt x="16722" y="176"/>
                    </a:cubicBezTo>
                    <a:lnTo>
                      <a:pt x="16686" y="210"/>
                    </a:lnTo>
                    <a:cubicBezTo>
                      <a:pt x="16681" y="215"/>
                      <a:pt x="16681" y="220"/>
                      <a:pt x="16676" y="225"/>
                    </a:cubicBezTo>
                    <a:lnTo>
                      <a:pt x="11966" y="4935"/>
                    </a:lnTo>
                    <a:lnTo>
                      <a:pt x="9984" y="6917"/>
                    </a:lnTo>
                    <a:cubicBezTo>
                      <a:pt x="9756" y="7149"/>
                      <a:pt x="9758" y="7521"/>
                      <a:pt x="9988" y="7751"/>
                    </a:cubicBezTo>
                    <a:lnTo>
                      <a:pt x="10048" y="7810"/>
                    </a:lnTo>
                    <a:cubicBezTo>
                      <a:pt x="10290" y="8021"/>
                      <a:pt x="10698" y="8211"/>
                      <a:pt x="11002" y="8239"/>
                    </a:cubicBezTo>
                    <a:cubicBezTo>
                      <a:pt x="11002" y="8239"/>
                      <a:pt x="11759" y="8319"/>
                      <a:pt x="12317" y="8760"/>
                    </a:cubicBezTo>
                    <a:cubicBezTo>
                      <a:pt x="12404" y="8821"/>
                      <a:pt x="12487" y="8887"/>
                      <a:pt x="12562" y="8963"/>
                    </a:cubicBezTo>
                    <a:cubicBezTo>
                      <a:pt x="13552" y="9938"/>
                      <a:pt x="13559" y="11536"/>
                      <a:pt x="12576" y="12516"/>
                    </a:cubicBezTo>
                    <a:cubicBezTo>
                      <a:pt x="12086" y="13006"/>
                      <a:pt x="11445" y="13250"/>
                      <a:pt x="10804" y="13250"/>
                    </a:cubicBezTo>
                    <a:cubicBezTo>
                      <a:pt x="10156" y="13250"/>
                      <a:pt x="9509" y="13001"/>
                      <a:pt x="9018" y="12502"/>
                    </a:cubicBezTo>
                    <a:cubicBezTo>
                      <a:pt x="8939" y="12421"/>
                      <a:pt x="8869" y="12335"/>
                      <a:pt x="8807" y="12241"/>
                    </a:cubicBezTo>
                    <a:cubicBezTo>
                      <a:pt x="8376" y="11683"/>
                      <a:pt x="8300" y="10944"/>
                      <a:pt x="8300" y="10944"/>
                    </a:cubicBezTo>
                    <a:cubicBezTo>
                      <a:pt x="8271" y="10652"/>
                      <a:pt x="8094" y="10264"/>
                      <a:pt x="7894" y="10017"/>
                    </a:cubicBezTo>
                    <a:cubicBezTo>
                      <a:pt x="7890" y="10013"/>
                      <a:pt x="7887" y="10008"/>
                      <a:pt x="7883" y="10005"/>
                    </a:cubicBezTo>
                    <a:lnTo>
                      <a:pt x="7810" y="9933"/>
                    </a:lnTo>
                    <a:cubicBezTo>
                      <a:pt x="7697" y="9818"/>
                      <a:pt x="7544" y="9756"/>
                      <a:pt x="7388" y="9756"/>
                    </a:cubicBezTo>
                    <a:cubicBezTo>
                      <a:pt x="7313" y="9756"/>
                      <a:pt x="7238" y="9770"/>
                      <a:pt x="7166" y="9799"/>
                    </a:cubicBezTo>
                    <a:cubicBezTo>
                      <a:pt x="7096" y="9828"/>
                      <a:pt x="7029" y="9871"/>
                      <a:pt x="6974" y="9924"/>
                    </a:cubicBezTo>
                    <a:lnTo>
                      <a:pt x="5908" y="10990"/>
                    </a:lnTo>
                    <a:lnTo>
                      <a:pt x="282" y="16618"/>
                    </a:lnTo>
                    <a:cubicBezTo>
                      <a:pt x="277" y="16623"/>
                      <a:pt x="270" y="16624"/>
                      <a:pt x="265" y="16628"/>
                    </a:cubicBezTo>
                    <a:lnTo>
                      <a:pt x="236" y="16662"/>
                    </a:lnTo>
                    <a:cubicBezTo>
                      <a:pt x="0" y="16896"/>
                      <a:pt x="0" y="17275"/>
                      <a:pt x="236" y="17510"/>
                    </a:cubicBezTo>
                    <a:lnTo>
                      <a:pt x="6965" y="24238"/>
                    </a:lnTo>
                    <a:cubicBezTo>
                      <a:pt x="7082" y="24355"/>
                      <a:pt x="7235" y="24414"/>
                      <a:pt x="7388" y="24414"/>
                    </a:cubicBezTo>
                    <a:cubicBezTo>
                      <a:pt x="7541" y="24414"/>
                      <a:pt x="7695" y="24355"/>
                      <a:pt x="7811" y="24238"/>
                    </a:cubicBezTo>
                    <a:lnTo>
                      <a:pt x="7882" y="24168"/>
                    </a:lnTo>
                    <a:cubicBezTo>
                      <a:pt x="8115" y="23932"/>
                      <a:pt x="8330" y="23478"/>
                      <a:pt x="8364" y="23150"/>
                    </a:cubicBezTo>
                    <a:cubicBezTo>
                      <a:pt x="8364" y="23150"/>
                      <a:pt x="8450" y="22237"/>
                      <a:pt x="9016" y="21669"/>
                    </a:cubicBezTo>
                    <a:cubicBezTo>
                      <a:pt x="9506" y="21169"/>
                      <a:pt x="10154" y="20919"/>
                      <a:pt x="10803" y="20919"/>
                    </a:cubicBezTo>
                    <a:cubicBezTo>
                      <a:pt x="11444" y="20919"/>
                      <a:pt x="12085" y="21163"/>
                      <a:pt x="12574" y="21653"/>
                    </a:cubicBezTo>
                    <a:cubicBezTo>
                      <a:pt x="13559" y="22637"/>
                      <a:pt x="13552" y="24236"/>
                      <a:pt x="12559" y="25211"/>
                    </a:cubicBezTo>
                    <a:cubicBezTo>
                      <a:pt x="11994" y="25777"/>
                      <a:pt x="11081" y="25867"/>
                      <a:pt x="11081" y="25867"/>
                    </a:cubicBezTo>
                    <a:cubicBezTo>
                      <a:pt x="10753" y="25898"/>
                      <a:pt x="10295" y="26116"/>
                      <a:pt x="10063" y="26346"/>
                    </a:cubicBezTo>
                    <a:lnTo>
                      <a:pt x="9989" y="26419"/>
                    </a:lnTo>
                    <a:cubicBezTo>
                      <a:pt x="9758" y="26653"/>
                      <a:pt x="9758" y="27030"/>
                      <a:pt x="9989" y="27264"/>
                    </a:cubicBezTo>
                    <a:lnTo>
                      <a:pt x="16722" y="33995"/>
                    </a:lnTo>
                    <a:cubicBezTo>
                      <a:pt x="16839" y="34110"/>
                      <a:pt x="16991" y="34168"/>
                      <a:pt x="17144" y="34168"/>
                    </a:cubicBezTo>
                    <a:cubicBezTo>
                      <a:pt x="17296" y="34168"/>
                      <a:pt x="17448" y="34110"/>
                      <a:pt x="17565" y="33995"/>
                    </a:cubicBezTo>
                    <a:lnTo>
                      <a:pt x="24296" y="27264"/>
                    </a:lnTo>
                    <a:cubicBezTo>
                      <a:pt x="24414" y="27148"/>
                      <a:pt x="24567" y="27090"/>
                      <a:pt x="24720" y="27090"/>
                    </a:cubicBezTo>
                    <a:cubicBezTo>
                      <a:pt x="24873" y="27090"/>
                      <a:pt x="25027" y="27148"/>
                      <a:pt x="25144" y="27264"/>
                    </a:cubicBezTo>
                    <a:lnTo>
                      <a:pt x="25264" y="27384"/>
                    </a:lnTo>
                    <a:cubicBezTo>
                      <a:pt x="25496" y="27619"/>
                      <a:pt x="25712" y="28077"/>
                      <a:pt x="25743" y="28402"/>
                    </a:cubicBezTo>
                    <a:cubicBezTo>
                      <a:pt x="25743" y="28402"/>
                      <a:pt x="25832" y="29315"/>
                      <a:pt x="26399" y="29883"/>
                    </a:cubicBezTo>
                    <a:cubicBezTo>
                      <a:pt x="26888" y="30368"/>
                      <a:pt x="27526" y="30611"/>
                      <a:pt x="28165" y="30611"/>
                    </a:cubicBezTo>
                    <a:cubicBezTo>
                      <a:pt x="28806" y="30611"/>
                      <a:pt x="29447" y="30366"/>
                      <a:pt x="29936" y="29878"/>
                    </a:cubicBezTo>
                    <a:cubicBezTo>
                      <a:pt x="30913" y="28901"/>
                      <a:pt x="30914" y="27319"/>
                      <a:pt x="29943" y="26340"/>
                    </a:cubicBezTo>
                    <a:lnTo>
                      <a:pt x="29943" y="26340"/>
                    </a:lnTo>
                    <a:lnTo>
                      <a:pt x="29943" y="26344"/>
                    </a:lnTo>
                    <a:cubicBezTo>
                      <a:pt x="29373" y="25774"/>
                      <a:pt x="28460" y="25688"/>
                      <a:pt x="28460" y="25688"/>
                    </a:cubicBezTo>
                    <a:cubicBezTo>
                      <a:pt x="28132" y="25654"/>
                      <a:pt x="27677" y="25439"/>
                      <a:pt x="27442" y="25206"/>
                    </a:cubicBezTo>
                    <a:lnTo>
                      <a:pt x="27322" y="25084"/>
                    </a:lnTo>
                    <a:cubicBezTo>
                      <a:pt x="27092" y="24851"/>
                      <a:pt x="27092" y="24475"/>
                      <a:pt x="27322" y="24241"/>
                    </a:cubicBezTo>
                    <a:lnTo>
                      <a:pt x="34054" y="17508"/>
                    </a:lnTo>
                    <a:cubicBezTo>
                      <a:pt x="34285" y="17275"/>
                      <a:pt x="34285" y="16897"/>
                      <a:pt x="34054" y="16664"/>
                    </a:cubicBezTo>
                    <a:lnTo>
                      <a:pt x="27322" y="9933"/>
                    </a:lnTo>
                    <a:cubicBezTo>
                      <a:pt x="27090" y="9698"/>
                      <a:pt x="27090" y="9320"/>
                      <a:pt x="27322" y="9085"/>
                    </a:cubicBezTo>
                    <a:lnTo>
                      <a:pt x="27327" y="9081"/>
                    </a:lnTo>
                    <a:cubicBezTo>
                      <a:pt x="27559" y="8848"/>
                      <a:pt x="28017" y="8635"/>
                      <a:pt x="28345" y="8601"/>
                    </a:cubicBezTo>
                    <a:cubicBezTo>
                      <a:pt x="28345" y="8601"/>
                      <a:pt x="29258" y="8515"/>
                      <a:pt x="29825" y="7947"/>
                    </a:cubicBezTo>
                    <a:cubicBezTo>
                      <a:pt x="30817" y="6972"/>
                      <a:pt x="30823" y="5372"/>
                      <a:pt x="29840" y="4389"/>
                    </a:cubicBezTo>
                    <a:cubicBezTo>
                      <a:pt x="29350" y="3899"/>
                      <a:pt x="28709" y="3655"/>
                      <a:pt x="28068" y="3655"/>
                    </a:cubicBezTo>
                    <a:cubicBezTo>
                      <a:pt x="27420" y="3655"/>
                      <a:pt x="26771" y="3905"/>
                      <a:pt x="26280" y="4404"/>
                    </a:cubicBezTo>
                    <a:cubicBezTo>
                      <a:pt x="25716" y="4969"/>
                      <a:pt x="25628" y="5887"/>
                      <a:pt x="25628" y="5887"/>
                    </a:cubicBezTo>
                    <a:cubicBezTo>
                      <a:pt x="25596" y="6210"/>
                      <a:pt x="25381" y="6670"/>
                      <a:pt x="25146" y="6903"/>
                    </a:cubicBezTo>
                    <a:lnTo>
                      <a:pt x="25144" y="6907"/>
                    </a:lnTo>
                    <a:cubicBezTo>
                      <a:pt x="25027" y="7023"/>
                      <a:pt x="24873" y="7081"/>
                      <a:pt x="24720" y="7081"/>
                    </a:cubicBezTo>
                    <a:cubicBezTo>
                      <a:pt x="24567" y="7081"/>
                      <a:pt x="24414" y="7023"/>
                      <a:pt x="24296" y="6907"/>
                    </a:cubicBezTo>
                    <a:lnTo>
                      <a:pt x="17567" y="176"/>
                    </a:lnTo>
                    <a:cubicBezTo>
                      <a:pt x="17450" y="59"/>
                      <a:pt x="17297" y="1"/>
                      <a:pt x="17145" y="1"/>
                    </a:cubicBez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Google Shape;12850;p131">
                <a:extLst>
                  <a:ext uri="{FF2B5EF4-FFF2-40B4-BE49-F238E27FC236}">
                    <a16:creationId xmlns:a16="http://schemas.microsoft.com/office/drawing/2014/main" id="{7F7C4287-1D28-6F3B-F83E-9CF31F06D813}"/>
                  </a:ext>
                </a:extLst>
              </p:cNvPr>
              <p:cNvSpPr/>
              <p:nvPr/>
            </p:nvSpPr>
            <p:spPr>
              <a:xfrm>
                <a:off x="1484068" y="1984268"/>
                <a:ext cx="408862" cy="407494"/>
              </a:xfrm>
              <a:custGeom>
                <a:avLst/>
                <a:gdLst/>
                <a:ahLst/>
                <a:cxnLst/>
                <a:rect l="l" t="t" r="r" b="b"/>
                <a:pathLst>
                  <a:path w="34086" h="33972" extrusionOk="0">
                    <a:moveTo>
                      <a:pt x="17043" y="1"/>
                    </a:moveTo>
                    <a:cubicBezTo>
                      <a:pt x="16887" y="1"/>
                      <a:pt x="16736" y="61"/>
                      <a:pt x="16624" y="172"/>
                    </a:cubicBezTo>
                    <a:lnTo>
                      <a:pt x="9932" y="6866"/>
                    </a:lnTo>
                    <a:cubicBezTo>
                      <a:pt x="9701" y="7099"/>
                      <a:pt x="9701" y="7475"/>
                      <a:pt x="9932" y="7709"/>
                    </a:cubicBezTo>
                    <a:lnTo>
                      <a:pt x="10003" y="7779"/>
                    </a:lnTo>
                    <a:cubicBezTo>
                      <a:pt x="10235" y="8009"/>
                      <a:pt x="10689" y="8223"/>
                      <a:pt x="11014" y="8254"/>
                    </a:cubicBezTo>
                    <a:cubicBezTo>
                      <a:pt x="11014" y="8254"/>
                      <a:pt x="11923" y="8345"/>
                      <a:pt x="12486" y="8907"/>
                    </a:cubicBezTo>
                    <a:cubicBezTo>
                      <a:pt x="13430" y="9883"/>
                      <a:pt x="13420" y="11436"/>
                      <a:pt x="12459" y="12397"/>
                    </a:cubicBezTo>
                    <a:cubicBezTo>
                      <a:pt x="11973" y="12885"/>
                      <a:pt x="11335" y="13129"/>
                      <a:pt x="10697" y="13129"/>
                    </a:cubicBezTo>
                    <a:cubicBezTo>
                      <a:pt x="10074" y="13129"/>
                      <a:pt x="9450" y="12896"/>
                      <a:pt x="8968" y="12430"/>
                    </a:cubicBezTo>
                    <a:cubicBezTo>
                      <a:pt x="8402" y="11864"/>
                      <a:pt x="8314" y="10958"/>
                      <a:pt x="8314" y="10958"/>
                    </a:cubicBezTo>
                    <a:cubicBezTo>
                      <a:pt x="8280" y="10633"/>
                      <a:pt x="8067" y="10178"/>
                      <a:pt x="7835" y="9948"/>
                    </a:cubicBezTo>
                    <a:lnTo>
                      <a:pt x="7765" y="9873"/>
                    </a:lnTo>
                    <a:cubicBezTo>
                      <a:pt x="7653" y="9763"/>
                      <a:pt x="7502" y="9701"/>
                      <a:pt x="7344" y="9699"/>
                    </a:cubicBezTo>
                    <a:cubicBezTo>
                      <a:pt x="7186" y="9699"/>
                      <a:pt x="7037" y="9763"/>
                      <a:pt x="6926" y="9873"/>
                    </a:cubicBezTo>
                    <a:lnTo>
                      <a:pt x="232" y="16566"/>
                    </a:lnTo>
                    <a:cubicBezTo>
                      <a:pt x="0" y="16800"/>
                      <a:pt x="0" y="17174"/>
                      <a:pt x="232" y="17406"/>
                    </a:cubicBezTo>
                    <a:lnTo>
                      <a:pt x="6170" y="23347"/>
                    </a:lnTo>
                    <a:lnTo>
                      <a:pt x="6167" y="23347"/>
                    </a:lnTo>
                    <a:lnTo>
                      <a:pt x="6929" y="24109"/>
                    </a:lnTo>
                    <a:cubicBezTo>
                      <a:pt x="7154" y="24343"/>
                      <a:pt x="7152" y="24712"/>
                      <a:pt x="6924" y="24942"/>
                    </a:cubicBezTo>
                    <a:lnTo>
                      <a:pt x="6805" y="25059"/>
                    </a:lnTo>
                    <a:cubicBezTo>
                      <a:pt x="6574" y="25290"/>
                      <a:pt x="6119" y="25508"/>
                      <a:pt x="5794" y="25537"/>
                    </a:cubicBezTo>
                    <a:cubicBezTo>
                      <a:pt x="5794" y="25537"/>
                      <a:pt x="4883" y="25625"/>
                      <a:pt x="4322" y="26188"/>
                    </a:cubicBezTo>
                    <a:cubicBezTo>
                      <a:pt x="3610" y="26900"/>
                      <a:pt x="3397" y="27971"/>
                      <a:pt x="3781" y="28903"/>
                    </a:cubicBezTo>
                    <a:cubicBezTo>
                      <a:pt x="4167" y="29833"/>
                      <a:pt x="5075" y="30441"/>
                      <a:pt x="6083" y="30441"/>
                    </a:cubicBezTo>
                    <a:cubicBezTo>
                      <a:pt x="6102" y="30441"/>
                      <a:pt x="6119" y="30436"/>
                      <a:pt x="6138" y="30436"/>
                    </a:cubicBezTo>
                    <a:cubicBezTo>
                      <a:pt x="6148" y="30436"/>
                      <a:pt x="6158" y="30437"/>
                      <a:pt x="6170" y="30437"/>
                    </a:cubicBezTo>
                    <a:cubicBezTo>
                      <a:pt x="6173" y="30437"/>
                      <a:pt x="6175" y="30437"/>
                      <a:pt x="6177" y="30437"/>
                    </a:cubicBezTo>
                    <a:cubicBezTo>
                      <a:pt x="6835" y="30437"/>
                      <a:pt x="7466" y="30175"/>
                      <a:pt x="7933" y="29710"/>
                    </a:cubicBezTo>
                    <a:cubicBezTo>
                      <a:pt x="8494" y="29145"/>
                      <a:pt x="8582" y="28239"/>
                      <a:pt x="8582" y="28239"/>
                    </a:cubicBezTo>
                    <a:cubicBezTo>
                      <a:pt x="8614" y="27911"/>
                      <a:pt x="8829" y="27456"/>
                      <a:pt x="9059" y="27225"/>
                    </a:cubicBezTo>
                    <a:lnTo>
                      <a:pt x="9129" y="27154"/>
                    </a:lnTo>
                    <a:cubicBezTo>
                      <a:pt x="9243" y="27043"/>
                      <a:pt x="9394" y="26981"/>
                      <a:pt x="9551" y="26981"/>
                    </a:cubicBezTo>
                    <a:cubicBezTo>
                      <a:pt x="9708" y="26981"/>
                      <a:pt x="9859" y="27043"/>
                      <a:pt x="9970" y="27154"/>
                    </a:cubicBezTo>
                    <a:lnTo>
                      <a:pt x="11033" y="28217"/>
                    </a:lnTo>
                    <a:lnTo>
                      <a:pt x="11033" y="28211"/>
                    </a:lnTo>
                    <a:lnTo>
                      <a:pt x="16621" y="33800"/>
                    </a:lnTo>
                    <a:cubicBezTo>
                      <a:pt x="16734" y="33909"/>
                      <a:pt x="16885" y="33971"/>
                      <a:pt x="17043" y="33971"/>
                    </a:cubicBezTo>
                    <a:cubicBezTo>
                      <a:pt x="17192" y="33970"/>
                      <a:pt x="17337" y="33913"/>
                      <a:pt x="17445" y="33810"/>
                    </a:cubicBezTo>
                    <a:cubicBezTo>
                      <a:pt x="17450" y="33805"/>
                      <a:pt x="17457" y="33803"/>
                      <a:pt x="17462" y="33800"/>
                    </a:cubicBezTo>
                    <a:lnTo>
                      <a:pt x="23088" y="28172"/>
                    </a:lnTo>
                    <a:lnTo>
                      <a:pt x="24154" y="27106"/>
                    </a:lnTo>
                    <a:cubicBezTo>
                      <a:pt x="24209" y="27053"/>
                      <a:pt x="24274" y="27010"/>
                      <a:pt x="24346" y="26981"/>
                    </a:cubicBezTo>
                    <a:cubicBezTo>
                      <a:pt x="24418" y="26951"/>
                      <a:pt x="24494" y="26937"/>
                      <a:pt x="24569" y="26937"/>
                    </a:cubicBezTo>
                    <a:cubicBezTo>
                      <a:pt x="24724" y="26937"/>
                      <a:pt x="24876" y="26998"/>
                      <a:pt x="24990" y="27113"/>
                    </a:cubicBezTo>
                    <a:lnTo>
                      <a:pt x="25063" y="27187"/>
                    </a:lnTo>
                    <a:cubicBezTo>
                      <a:pt x="25067" y="27190"/>
                      <a:pt x="25070" y="27195"/>
                      <a:pt x="25074" y="27199"/>
                    </a:cubicBezTo>
                    <a:cubicBezTo>
                      <a:pt x="25274" y="27444"/>
                      <a:pt x="25450" y="27834"/>
                      <a:pt x="25480" y="28124"/>
                    </a:cubicBezTo>
                    <a:cubicBezTo>
                      <a:pt x="25480" y="28124"/>
                      <a:pt x="25556" y="28865"/>
                      <a:pt x="25985" y="29423"/>
                    </a:cubicBezTo>
                    <a:cubicBezTo>
                      <a:pt x="26049" y="29516"/>
                      <a:pt x="26119" y="29603"/>
                      <a:pt x="26198" y="29684"/>
                    </a:cubicBezTo>
                    <a:cubicBezTo>
                      <a:pt x="26689" y="30182"/>
                      <a:pt x="27336" y="30431"/>
                      <a:pt x="27983" y="30431"/>
                    </a:cubicBezTo>
                    <a:cubicBezTo>
                      <a:pt x="28624" y="30431"/>
                      <a:pt x="29265" y="30187"/>
                      <a:pt x="29754" y="29698"/>
                    </a:cubicBezTo>
                    <a:cubicBezTo>
                      <a:pt x="30737" y="28716"/>
                      <a:pt x="30732" y="27120"/>
                      <a:pt x="29742" y="26143"/>
                    </a:cubicBezTo>
                    <a:cubicBezTo>
                      <a:pt x="29667" y="26069"/>
                      <a:pt x="29584" y="26001"/>
                      <a:pt x="29497" y="25941"/>
                    </a:cubicBezTo>
                    <a:cubicBezTo>
                      <a:pt x="28937" y="25500"/>
                      <a:pt x="28182" y="25421"/>
                      <a:pt x="28182" y="25421"/>
                    </a:cubicBezTo>
                    <a:cubicBezTo>
                      <a:pt x="27878" y="25392"/>
                      <a:pt x="27470" y="25203"/>
                      <a:pt x="27226" y="24990"/>
                    </a:cubicBezTo>
                    <a:lnTo>
                      <a:pt x="27168" y="24932"/>
                    </a:lnTo>
                    <a:cubicBezTo>
                      <a:pt x="26938" y="24703"/>
                      <a:pt x="26936" y="24331"/>
                      <a:pt x="27164" y="24099"/>
                    </a:cubicBezTo>
                    <a:lnTo>
                      <a:pt x="29146" y="22115"/>
                    </a:lnTo>
                    <a:lnTo>
                      <a:pt x="33856" y="17407"/>
                    </a:lnTo>
                    <a:cubicBezTo>
                      <a:pt x="33861" y="17402"/>
                      <a:pt x="33861" y="17397"/>
                      <a:pt x="33866" y="17392"/>
                    </a:cubicBezTo>
                    <a:cubicBezTo>
                      <a:pt x="34086" y="17160"/>
                      <a:pt x="34081" y="16795"/>
                      <a:pt x="33856" y="16566"/>
                    </a:cubicBezTo>
                    <a:lnTo>
                      <a:pt x="27162" y="9873"/>
                    </a:lnTo>
                    <a:cubicBezTo>
                      <a:pt x="27052" y="9764"/>
                      <a:pt x="26905" y="9701"/>
                      <a:pt x="26750" y="9701"/>
                    </a:cubicBezTo>
                    <a:cubicBezTo>
                      <a:pt x="26748" y="9701"/>
                      <a:pt x="26746" y="9701"/>
                      <a:pt x="26744" y="9701"/>
                    </a:cubicBezTo>
                    <a:cubicBezTo>
                      <a:pt x="26586" y="9701"/>
                      <a:pt x="26435" y="9763"/>
                      <a:pt x="26323" y="9873"/>
                    </a:cubicBezTo>
                    <a:lnTo>
                      <a:pt x="26249" y="9948"/>
                    </a:lnTo>
                    <a:cubicBezTo>
                      <a:pt x="26019" y="10178"/>
                      <a:pt x="25803" y="10635"/>
                      <a:pt x="25774" y="10961"/>
                    </a:cubicBezTo>
                    <a:cubicBezTo>
                      <a:pt x="25774" y="10961"/>
                      <a:pt x="25685" y="11869"/>
                      <a:pt x="25122" y="12434"/>
                    </a:cubicBezTo>
                    <a:cubicBezTo>
                      <a:pt x="24634" y="12928"/>
                      <a:pt x="23990" y="13175"/>
                      <a:pt x="23347" y="13175"/>
                    </a:cubicBezTo>
                    <a:cubicBezTo>
                      <a:pt x="22709" y="13175"/>
                      <a:pt x="22072" y="12932"/>
                      <a:pt x="21586" y="12446"/>
                    </a:cubicBezTo>
                    <a:cubicBezTo>
                      <a:pt x="20608" y="11467"/>
                      <a:pt x="20613" y="9881"/>
                      <a:pt x="21598" y="8910"/>
                    </a:cubicBezTo>
                    <a:cubicBezTo>
                      <a:pt x="22163" y="8347"/>
                      <a:pt x="23071" y="8258"/>
                      <a:pt x="23071" y="8258"/>
                    </a:cubicBezTo>
                    <a:cubicBezTo>
                      <a:pt x="23395" y="8227"/>
                      <a:pt x="23850" y="8014"/>
                      <a:pt x="24080" y="7782"/>
                    </a:cubicBezTo>
                    <a:lnTo>
                      <a:pt x="24159" y="7709"/>
                    </a:lnTo>
                    <a:cubicBezTo>
                      <a:pt x="24389" y="7475"/>
                      <a:pt x="24389" y="7099"/>
                      <a:pt x="24159" y="6866"/>
                    </a:cubicBezTo>
                    <a:lnTo>
                      <a:pt x="17465" y="172"/>
                    </a:lnTo>
                    <a:cubicBezTo>
                      <a:pt x="17352" y="63"/>
                      <a:pt x="17201" y="1"/>
                      <a:pt x="17043" y="1"/>
                    </a:cubicBez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Google Shape;12851;p131">
                <a:extLst>
                  <a:ext uri="{FF2B5EF4-FFF2-40B4-BE49-F238E27FC236}">
                    <a16:creationId xmlns:a16="http://schemas.microsoft.com/office/drawing/2014/main" id="{616A7B7A-1AB3-A8FD-ECEE-AFB546241526}"/>
                  </a:ext>
                </a:extLst>
              </p:cNvPr>
              <p:cNvSpPr/>
              <p:nvPr/>
            </p:nvSpPr>
            <p:spPr>
              <a:xfrm flipH="1">
                <a:off x="865779" y="2190662"/>
                <a:ext cx="408898" cy="407518"/>
              </a:xfrm>
              <a:custGeom>
                <a:avLst/>
                <a:gdLst/>
                <a:ahLst/>
                <a:cxnLst/>
                <a:rect l="l" t="t" r="r" b="b"/>
                <a:pathLst>
                  <a:path w="34089" h="33974" extrusionOk="0">
                    <a:moveTo>
                      <a:pt x="17044" y="0"/>
                    </a:moveTo>
                    <a:cubicBezTo>
                      <a:pt x="16893" y="2"/>
                      <a:pt x="16750" y="60"/>
                      <a:pt x="16640" y="163"/>
                    </a:cubicBezTo>
                    <a:lnTo>
                      <a:pt x="12729" y="4075"/>
                    </a:lnTo>
                    <a:lnTo>
                      <a:pt x="12729" y="4070"/>
                    </a:lnTo>
                    <a:lnTo>
                      <a:pt x="10005" y="6793"/>
                    </a:lnTo>
                    <a:cubicBezTo>
                      <a:pt x="9890" y="6904"/>
                      <a:pt x="9742" y="6959"/>
                      <a:pt x="9595" y="6959"/>
                    </a:cubicBezTo>
                    <a:cubicBezTo>
                      <a:pt x="9444" y="6959"/>
                      <a:pt x="9293" y="6901"/>
                      <a:pt x="9178" y="6787"/>
                    </a:cubicBezTo>
                    <a:lnTo>
                      <a:pt x="9104" y="6713"/>
                    </a:lnTo>
                    <a:cubicBezTo>
                      <a:pt x="8874" y="6481"/>
                      <a:pt x="8660" y="6026"/>
                      <a:pt x="8625" y="5702"/>
                    </a:cubicBezTo>
                    <a:cubicBezTo>
                      <a:pt x="8625" y="5702"/>
                      <a:pt x="8539" y="4792"/>
                      <a:pt x="7976" y="4229"/>
                    </a:cubicBezTo>
                    <a:cubicBezTo>
                      <a:pt x="7478" y="3726"/>
                      <a:pt x="6821" y="3474"/>
                      <a:pt x="6165" y="3474"/>
                    </a:cubicBezTo>
                    <a:cubicBezTo>
                      <a:pt x="5524" y="3474"/>
                      <a:pt x="4883" y="3714"/>
                      <a:pt x="4388" y="4197"/>
                    </a:cubicBezTo>
                    <a:cubicBezTo>
                      <a:pt x="3384" y="5172"/>
                      <a:pt x="3354" y="6775"/>
                      <a:pt x="4322" y="7785"/>
                    </a:cubicBezTo>
                    <a:cubicBezTo>
                      <a:pt x="4884" y="8350"/>
                      <a:pt x="5795" y="8439"/>
                      <a:pt x="5795" y="8439"/>
                    </a:cubicBezTo>
                    <a:cubicBezTo>
                      <a:pt x="6118" y="8468"/>
                      <a:pt x="6573" y="8686"/>
                      <a:pt x="6804" y="8916"/>
                    </a:cubicBezTo>
                    <a:lnTo>
                      <a:pt x="6924" y="9033"/>
                    </a:lnTo>
                    <a:cubicBezTo>
                      <a:pt x="7153" y="9267"/>
                      <a:pt x="7153" y="9641"/>
                      <a:pt x="6924" y="9874"/>
                    </a:cubicBezTo>
                    <a:lnTo>
                      <a:pt x="3488" y="13310"/>
                    </a:lnTo>
                    <a:lnTo>
                      <a:pt x="310" y="16487"/>
                    </a:lnTo>
                    <a:lnTo>
                      <a:pt x="233" y="16566"/>
                    </a:lnTo>
                    <a:cubicBezTo>
                      <a:pt x="1" y="16798"/>
                      <a:pt x="1" y="17174"/>
                      <a:pt x="233" y="17405"/>
                    </a:cubicBezTo>
                    <a:lnTo>
                      <a:pt x="6926" y="24099"/>
                    </a:lnTo>
                    <a:cubicBezTo>
                      <a:pt x="7156" y="24332"/>
                      <a:pt x="7156" y="24706"/>
                      <a:pt x="6926" y="24938"/>
                    </a:cubicBezTo>
                    <a:lnTo>
                      <a:pt x="6919" y="24945"/>
                    </a:lnTo>
                    <a:cubicBezTo>
                      <a:pt x="6688" y="25177"/>
                      <a:pt x="6233" y="25391"/>
                      <a:pt x="5908" y="25420"/>
                    </a:cubicBezTo>
                    <a:cubicBezTo>
                      <a:pt x="5908" y="25420"/>
                      <a:pt x="4999" y="25511"/>
                      <a:pt x="4436" y="26074"/>
                    </a:cubicBezTo>
                    <a:cubicBezTo>
                      <a:pt x="3478" y="27047"/>
                      <a:pt x="3485" y="28613"/>
                      <a:pt x="4451" y="29579"/>
                    </a:cubicBezTo>
                    <a:cubicBezTo>
                      <a:pt x="4938" y="30065"/>
                      <a:pt x="5575" y="30309"/>
                      <a:pt x="6213" y="30309"/>
                    </a:cubicBezTo>
                    <a:cubicBezTo>
                      <a:pt x="6843" y="30309"/>
                      <a:pt x="7473" y="30072"/>
                      <a:pt x="7958" y="29596"/>
                    </a:cubicBezTo>
                    <a:cubicBezTo>
                      <a:pt x="8522" y="29031"/>
                      <a:pt x="8608" y="28125"/>
                      <a:pt x="8608" y="28125"/>
                    </a:cubicBezTo>
                    <a:cubicBezTo>
                      <a:pt x="8642" y="27797"/>
                      <a:pt x="8857" y="27341"/>
                      <a:pt x="9087" y="27111"/>
                    </a:cubicBezTo>
                    <a:lnTo>
                      <a:pt x="9090" y="27107"/>
                    </a:lnTo>
                    <a:cubicBezTo>
                      <a:pt x="9204" y="26996"/>
                      <a:pt x="9355" y="26934"/>
                      <a:pt x="9513" y="26934"/>
                    </a:cubicBezTo>
                    <a:cubicBezTo>
                      <a:pt x="9669" y="26934"/>
                      <a:pt x="9820" y="26996"/>
                      <a:pt x="9930" y="27107"/>
                    </a:cubicBezTo>
                    <a:lnTo>
                      <a:pt x="16623" y="33801"/>
                    </a:lnTo>
                    <a:cubicBezTo>
                      <a:pt x="16741" y="33916"/>
                      <a:pt x="16893" y="33973"/>
                      <a:pt x="17045" y="33973"/>
                    </a:cubicBezTo>
                    <a:cubicBezTo>
                      <a:pt x="17198" y="33973"/>
                      <a:pt x="17350" y="33916"/>
                      <a:pt x="17468" y="33801"/>
                    </a:cubicBezTo>
                    <a:lnTo>
                      <a:pt x="24161" y="27107"/>
                    </a:lnTo>
                    <a:cubicBezTo>
                      <a:pt x="24391" y="26874"/>
                      <a:pt x="24391" y="26500"/>
                      <a:pt x="24161" y="26266"/>
                    </a:cubicBezTo>
                    <a:lnTo>
                      <a:pt x="24082" y="26193"/>
                    </a:lnTo>
                    <a:cubicBezTo>
                      <a:pt x="23852" y="25963"/>
                      <a:pt x="23396" y="25746"/>
                      <a:pt x="23073" y="25714"/>
                    </a:cubicBezTo>
                    <a:cubicBezTo>
                      <a:pt x="23073" y="25714"/>
                      <a:pt x="22167" y="25628"/>
                      <a:pt x="21600" y="25063"/>
                    </a:cubicBezTo>
                    <a:cubicBezTo>
                      <a:pt x="20626" y="24092"/>
                      <a:pt x="20631" y="22513"/>
                      <a:pt x="21600" y="21541"/>
                    </a:cubicBezTo>
                    <a:cubicBezTo>
                      <a:pt x="22087" y="21055"/>
                      <a:pt x="22725" y="20812"/>
                      <a:pt x="23362" y="20812"/>
                    </a:cubicBezTo>
                    <a:cubicBezTo>
                      <a:pt x="24000" y="20812"/>
                      <a:pt x="24637" y="21055"/>
                      <a:pt x="25124" y="21541"/>
                    </a:cubicBezTo>
                    <a:cubicBezTo>
                      <a:pt x="25685" y="22104"/>
                      <a:pt x="25776" y="23016"/>
                      <a:pt x="25776" y="23016"/>
                    </a:cubicBezTo>
                    <a:cubicBezTo>
                      <a:pt x="25805" y="23338"/>
                      <a:pt x="26022" y="23793"/>
                      <a:pt x="26252" y="24025"/>
                    </a:cubicBezTo>
                    <a:lnTo>
                      <a:pt x="26325" y="24099"/>
                    </a:lnTo>
                    <a:cubicBezTo>
                      <a:pt x="26437" y="24209"/>
                      <a:pt x="26588" y="24270"/>
                      <a:pt x="26746" y="24270"/>
                    </a:cubicBezTo>
                    <a:cubicBezTo>
                      <a:pt x="26902" y="24270"/>
                      <a:pt x="27053" y="24209"/>
                      <a:pt x="27165" y="24099"/>
                    </a:cubicBezTo>
                    <a:lnTo>
                      <a:pt x="33858" y="17405"/>
                    </a:lnTo>
                    <a:cubicBezTo>
                      <a:pt x="34088" y="17172"/>
                      <a:pt x="34087" y="16798"/>
                      <a:pt x="33855" y="16566"/>
                    </a:cubicBezTo>
                    <a:lnTo>
                      <a:pt x="28225" y="10937"/>
                    </a:lnTo>
                    <a:lnTo>
                      <a:pt x="27163" y="9874"/>
                    </a:lnTo>
                    <a:cubicBezTo>
                      <a:pt x="27051" y="9763"/>
                      <a:pt x="26900" y="9701"/>
                      <a:pt x="26742" y="9701"/>
                    </a:cubicBezTo>
                    <a:cubicBezTo>
                      <a:pt x="26585" y="9701"/>
                      <a:pt x="26434" y="9763"/>
                      <a:pt x="26322" y="9874"/>
                    </a:cubicBezTo>
                    <a:lnTo>
                      <a:pt x="26252" y="9945"/>
                    </a:lnTo>
                    <a:cubicBezTo>
                      <a:pt x="26022" y="10176"/>
                      <a:pt x="25807" y="10631"/>
                      <a:pt x="25773" y="10959"/>
                    </a:cubicBezTo>
                    <a:cubicBezTo>
                      <a:pt x="25773" y="10959"/>
                      <a:pt x="25687" y="11865"/>
                      <a:pt x="25124" y="12430"/>
                    </a:cubicBezTo>
                    <a:cubicBezTo>
                      <a:pt x="24657" y="12897"/>
                      <a:pt x="24024" y="13159"/>
                      <a:pt x="23363" y="13159"/>
                    </a:cubicBezTo>
                    <a:cubicBezTo>
                      <a:pt x="23351" y="13159"/>
                      <a:pt x="23341" y="13156"/>
                      <a:pt x="23329" y="13156"/>
                    </a:cubicBezTo>
                    <a:cubicBezTo>
                      <a:pt x="23312" y="13156"/>
                      <a:pt x="23293" y="13161"/>
                      <a:pt x="23276" y="13161"/>
                    </a:cubicBezTo>
                    <a:cubicBezTo>
                      <a:pt x="22268" y="13161"/>
                      <a:pt x="21358" y="12553"/>
                      <a:pt x="20974" y="11623"/>
                    </a:cubicBezTo>
                    <a:cubicBezTo>
                      <a:pt x="20588" y="10691"/>
                      <a:pt x="20801" y="9620"/>
                      <a:pt x="21513" y="8908"/>
                    </a:cubicBezTo>
                    <a:cubicBezTo>
                      <a:pt x="22076" y="8345"/>
                      <a:pt x="22987" y="8257"/>
                      <a:pt x="22987" y="8257"/>
                    </a:cubicBezTo>
                    <a:cubicBezTo>
                      <a:pt x="23310" y="8228"/>
                      <a:pt x="23765" y="8010"/>
                      <a:pt x="23996" y="7779"/>
                    </a:cubicBezTo>
                    <a:lnTo>
                      <a:pt x="24117" y="7662"/>
                    </a:lnTo>
                    <a:cubicBezTo>
                      <a:pt x="24345" y="7432"/>
                      <a:pt x="24347" y="7063"/>
                      <a:pt x="24122" y="6831"/>
                    </a:cubicBezTo>
                    <a:lnTo>
                      <a:pt x="23358" y="6067"/>
                    </a:lnTo>
                    <a:lnTo>
                      <a:pt x="17464" y="174"/>
                    </a:lnTo>
                    <a:cubicBezTo>
                      <a:pt x="17353" y="64"/>
                      <a:pt x="17202" y="0"/>
                      <a:pt x="17044" y="0"/>
                    </a:cubicBezTo>
                    <a:close/>
                  </a:path>
                </a:pathLst>
              </a:custGeom>
              <a:solidFill>
                <a:srgbClr val="A5B7C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Google Shape;12852;p131">
                <a:extLst>
                  <a:ext uri="{FF2B5EF4-FFF2-40B4-BE49-F238E27FC236}">
                    <a16:creationId xmlns:a16="http://schemas.microsoft.com/office/drawing/2014/main" id="{759142AF-A162-CDEE-E921-8B551324D4A4}"/>
                  </a:ext>
                </a:extLst>
              </p:cNvPr>
              <p:cNvSpPr/>
              <p:nvPr/>
            </p:nvSpPr>
            <p:spPr>
              <a:xfrm>
                <a:off x="246070" y="1983826"/>
                <a:ext cx="408910" cy="407494"/>
              </a:xfrm>
              <a:custGeom>
                <a:avLst/>
                <a:gdLst/>
                <a:ahLst/>
                <a:cxnLst/>
                <a:rect l="l" t="t" r="r" b="b"/>
                <a:pathLst>
                  <a:path w="34090" h="33972" extrusionOk="0">
                    <a:moveTo>
                      <a:pt x="17046" y="1"/>
                    </a:moveTo>
                    <a:cubicBezTo>
                      <a:pt x="16894" y="1"/>
                      <a:pt x="16742" y="59"/>
                      <a:pt x="16626" y="174"/>
                    </a:cubicBezTo>
                    <a:lnTo>
                      <a:pt x="9933" y="6868"/>
                    </a:lnTo>
                    <a:cubicBezTo>
                      <a:pt x="9821" y="6978"/>
                      <a:pt x="9670" y="7041"/>
                      <a:pt x="9512" y="7041"/>
                    </a:cubicBezTo>
                    <a:cubicBezTo>
                      <a:pt x="9354" y="7041"/>
                      <a:pt x="9203" y="6978"/>
                      <a:pt x="9094" y="6868"/>
                    </a:cubicBezTo>
                    <a:lnTo>
                      <a:pt x="9087" y="6861"/>
                    </a:lnTo>
                    <a:cubicBezTo>
                      <a:pt x="8857" y="6629"/>
                      <a:pt x="8642" y="6175"/>
                      <a:pt x="8611" y="5850"/>
                    </a:cubicBezTo>
                    <a:cubicBezTo>
                      <a:pt x="8611" y="5850"/>
                      <a:pt x="8522" y="4941"/>
                      <a:pt x="7959" y="4378"/>
                    </a:cubicBezTo>
                    <a:cubicBezTo>
                      <a:pt x="7469" y="3863"/>
                      <a:pt x="6813" y="3605"/>
                      <a:pt x="6156" y="3605"/>
                    </a:cubicBezTo>
                    <a:cubicBezTo>
                      <a:pt x="5520" y="3605"/>
                      <a:pt x="4883" y="3847"/>
                      <a:pt x="4396" y="4333"/>
                    </a:cubicBezTo>
                    <a:cubicBezTo>
                      <a:pt x="3407" y="5322"/>
                      <a:pt x="3425" y="6932"/>
                      <a:pt x="4435" y="7898"/>
                    </a:cubicBezTo>
                    <a:cubicBezTo>
                      <a:pt x="5002" y="8462"/>
                      <a:pt x="5908" y="8553"/>
                      <a:pt x="5908" y="8553"/>
                    </a:cubicBezTo>
                    <a:cubicBezTo>
                      <a:pt x="6232" y="8583"/>
                      <a:pt x="6687" y="8797"/>
                      <a:pt x="6919" y="9027"/>
                    </a:cubicBezTo>
                    <a:lnTo>
                      <a:pt x="6926" y="9034"/>
                    </a:lnTo>
                    <a:cubicBezTo>
                      <a:pt x="7156" y="9267"/>
                      <a:pt x="7156" y="9642"/>
                      <a:pt x="6926" y="9875"/>
                    </a:cubicBezTo>
                    <a:lnTo>
                      <a:pt x="232" y="16567"/>
                    </a:lnTo>
                    <a:cubicBezTo>
                      <a:pt x="1" y="16798"/>
                      <a:pt x="1" y="17174"/>
                      <a:pt x="232" y="17406"/>
                    </a:cubicBezTo>
                    <a:lnTo>
                      <a:pt x="6411" y="23585"/>
                    </a:lnTo>
                    <a:lnTo>
                      <a:pt x="6926" y="24100"/>
                    </a:lnTo>
                    <a:cubicBezTo>
                      <a:pt x="6969" y="24141"/>
                      <a:pt x="7020" y="24173"/>
                      <a:pt x="7073" y="24197"/>
                    </a:cubicBezTo>
                    <a:cubicBezTo>
                      <a:pt x="7158" y="24244"/>
                      <a:pt x="7250" y="24269"/>
                      <a:pt x="7345" y="24273"/>
                    </a:cubicBezTo>
                    <a:cubicBezTo>
                      <a:pt x="7503" y="24273"/>
                      <a:pt x="7654" y="24211"/>
                      <a:pt x="7765" y="24101"/>
                    </a:cubicBezTo>
                    <a:lnTo>
                      <a:pt x="7839" y="24027"/>
                    </a:lnTo>
                    <a:cubicBezTo>
                      <a:pt x="8069" y="23796"/>
                      <a:pt x="8283" y="23341"/>
                      <a:pt x="8318" y="23013"/>
                    </a:cubicBezTo>
                    <a:cubicBezTo>
                      <a:pt x="8318" y="23013"/>
                      <a:pt x="8405" y="22107"/>
                      <a:pt x="8967" y="21541"/>
                    </a:cubicBezTo>
                    <a:cubicBezTo>
                      <a:pt x="9183" y="21324"/>
                      <a:pt x="9437" y="21149"/>
                      <a:pt x="9717" y="21026"/>
                    </a:cubicBezTo>
                    <a:cubicBezTo>
                      <a:pt x="10047" y="20876"/>
                      <a:pt x="10396" y="20805"/>
                      <a:pt x="10740" y="20805"/>
                    </a:cubicBezTo>
                    <a:cubicBezTo>
                      <a:pt x="11539" y="20805"/>
                      <a:pt x="12316" y="21191"/>
                      <a:pt x="12792" y="21886"/>
                    </a:cubicBezTo>
                    <a:cubicBezTo>
                      <a:pt x="13474" y="22879"/>
                      <a:pt x="13347" y="24218"/>
                      <a:pt x="12490" y="25064"/>
                    </a:cubicBezTo>
                    <a:cubicBezTo>
                      <a:pt x="12119" y="25437"/>
                      <a:pt x="11599" y="25600"/>
                      <a:pt x="11289" y="25668"/>
                    </a:cubicBezTo>
                    <a:cubicBezTo>
                      <a:pt x="11157" y="25704"/>
                      <a:pt x="11023" y="25732"/>
                      <a:pt x="10887" y="25749"/>
                    </a:cubicBezTo>
                    <a:cubicBezTo>
                      <a:pt x="10830" y="25757"/>
                      <a:pt x="10775" y="25769"/>
                      <a:pt x="10722" y="25785"/>
                    </a:cubicBezTo>
                    <a:cubicBezTo>
                      <a:pt x="10456" y="25871"/>
                      <a:pt x="10173" y="26027"/>
                      <a:pt x="10008" y="26193"/>
                    </a:cubicBezTo>
                    <a:lnTo>
                      <a:pt x="9933" y="26265"/>
                    </a:lnTo>
                    <a:cubicBezTo>
                      <a:pt x="9699" y="26497"/>
                      <a:pt x="9699" y="26875"/>
                      <a:pt x="9933" y="27106"/>
                    </a:cubicBezTo>
                    <a:lnTo>
                      <a:pt x="11412" y="28584"/>
                    </a:lnTo>
                    <a:lnTo>
                      <a:pt x="16625" y="33798"/>
                    </a:lnTo>
                    <a:cubicBezTo>
                      <a:pt x="16736" y="33908"/>
                      <a:pt x="16887" y="33972"/>
                      <a:pt x="17043" y="33972"/>
                    </a:cubicBezTo>
                    <a:cubicBezTo>
                      <a:pt x="17198" y="33970"/>
                      <a:pt x="17347" y="33910"/>
                      <a:pt x="17459" y="33802"/>
                    </a:cubicBezTo>
                    <a:lnTo>
                      <a:pt x="20636" y="30627"/>
                    </a:lnTo>
                    <a:lnTo>
                      <a:pt x="24073" y="27189"/>
                    </a:lnTo>
                    <a:cubicBezTo>
                      <a:pt x="24300" y="26955"/>
                      <a:pt x="24300" y="26581"/>
                      <a:pt x="24073" y="26348"/>
                    </a:cubicBezTo>
                    <a:lnTo>
                      <a:pt x="23953" y="26231"/>
                    </a:lnTo>
                    <a:cubicBezTo>
                      <a:pt x="23722" y="26001"/>
                      <a:pt x="23267" y="25783"/>
                      <a:pt x="22942" y="25754"/>
                    </a:cubicBezTo>
                    <a:cubicBezTo>
                      <a:pt x="22942" y="25754"/>
                      <a:pt x="22033" y="25665"/>
                      <a:pt x="21470" y="25100"/>
                    </a:cubicBezTo>
                    <a:cubicBezTo>
                      <a:pt x="20528" y="24086"/>
                      <a:pt x="20569" y="22503"/>
                      <a:pt x="21561" y="21539"/>
                    </a:cubicBezTo>
                    <a:cubicBezTo>
                      <a:pt x="22056" y="21057"/>
                      <a:pt x="22698" y="20816"/>
                      <a:pt x="23340" y="20816"/>
                    </a:cubicBezTo>
                    <a:cubicBezTo>
                      <a:pt x="23985" y="20816"/>
                      <a:pt x="24629" y="21059"/>
                      <a:pt x="25125" y="21544"/>
                    </a:cubicBezTo>
                    <a:cubicBezTo>
                      <a:pt x="25687" y="22107"/>
                      <a:pt x="25774" y="23017"/>
                      <a:pt x="25774" y="23017"/>
                    </a:cubicBezTo>
                    <a:cubicBezTo>
                      <a:pt x="25807" y="23341"/>
                      <a:pt x="26021" y="23796"/>
                      <a:pt x="26253" y="24027"/>
                    </a:cubicBezTo>
                    <a:lnTo>
                      <a:pt x="26325" y="24101"/>
                    </a:lnTo>
                    <a:cubicBezTo>
                      <a:pt x="26441" y="24216"/>
                      <a:pt x="26592" y="24274"/>
                      <a:pt x="26744" y="24274"/>
                    </a:cubicBezTo>
                    <a:cubicBezTo>
                      <a:pt x="26891" y="24274"/>
                      <a:pt x="27038" y="24219"/>
                      <a:pt x="27152" y="24110"/>
                    </a:cubicBezTo>
                    <a:lnTo>
                      <a:pt x="29878" y="21384"/>
                    </a:lnTo>
                    <a:lnTo>
                      <a:pt x="33774" y="17487"/>
                    </a:lnTo>
                    <a:cubicBezTo>
                      <a:pt x="33779" y="17482"/>
                      <a:pt x="33786" y="17482"/>
                      <a:pt x="33791" y="17476"/>
                    </a:cubicBezTo>
                    <a:lnTo>
                      <a:pt x="33860" y="17408"/>
                    </a:lnTo>
                    <a:cubicBezTo>
                      <a:pt x="34090" y="17174"/>
                      <a:pt x="34090" y="16798"/>
                      <a:pt x="33860" y="16567"/>
                    </a:cubicBezTo>
                    <a:lnTo>
                      <a:pt x="27166" y="9875"/>
                    </a:lnTo>
                    <a:cubicBezTo>
                      <a:pt x="26934" y="9643"/>
                      <a:pt x="26934" y="9267"/>
                      <a:pt x="27166" y="9036"/>
                    </a:cubicBezTo>
                    <a:lnTo>
                      <a:pt x="27283" y="8914"/>
                    </a:lnTo>
                    <a:cubicBezTo>
                      <a:pt x="27513" y="8684"/>
                      <a:pt x="27973" y="8469"/>
                      <a:pt x="28297" y="8437"/>
                    </a:cubicBezTo>
                    <a:cubicBezTo>
                      <a:pt x="28297" y="8437"/>
                      <a:pt x="29203" y="8349"/>
                      <a:pt x="29770" y="7786"/>
                    </a:cubicBezTo>
                    <a:cubicBezTo>
                      <a:pt x="30769" y="6818"/>
                      <a:pt x="30782" y="5219"/>
                      <a:pt x="29799" y="4235"/>
                    </a:cubicBezTo>
                    <a:cubicBezTo>
                      <a:pt x="29311" y="3748"/>
                      <a:pt x="28674" y="3505"/>
                      <a:pt x="28036" y="3505"/>
                    </a:cubicBezTo>
                    <a:cubicBezTo>
                      <a:pt x="27385" y="3505"/>
                      <a:pt x="26735" y="3758"/>
                      <a:pt x="26246" y="4263"/>
                    </a:cubicBezTo>
                    <a:cubicBezTo>
                      <a:pt x="25685" y="4826"/>
                      <a:pt x="25594" y="5735"/>
                      <a:pt x="25594" y="5735"/>
                    </a:cubicBezTo>
                    <a:cubicBezTo>
                      <a:pt x="25563" y="6060"/>
                      <a:pt x="25350" y="6514"/>
                      <a:pt x="25119" y="6746"/>
                    </a:cubicBezTo>
                    <a:lnTo>
                      <a:pt x="24998" y="6866"/>
                    </a:lnTo>
                    <a:cubicBezTo>
                      <a:pt x="24883" y="6982"/>
                      <a:pt x="24731" y="7040"/>
                      <a:pt x="24579" y="7040"/>
                    </a:cubicBezTo>
                    <a:cubicBezTo>
                      <a:pt x="24427" y="7040"/>
                      <a:pt x="24275" y="6982"/>
                      <a:pt x="24159" y="6866"/>
                    </a:cubicBezTo>
                    <a:lnTo>
                      <a:pt x="17466" y="174"/>
                    </a:lnTo>
                    <a:cubicBezTo>
                      <a:pt x="17350" y="59"/>
                      <a:pt x="17198" y="1"/>
                      <a:pt x="17046" y="1"/>
                    </a:cubicBez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Google Shape;12853;p131">
                <a:extLst>
                  <a:ext uri="{FF2B5EF4-FFF2-40B4-BE49-F238E27FC236}">
                    <a16:creationId xmlns:a16="http://schemas.microsoft.com/office/drawing/2014/main" id="{A42BD9FE-20A9-CF3B-2B71-446B00438E9F}"/>
                  </a:ext>
                </a:extLst>
              </p:cNvPr>
              <p:cNvSpPr/>
              <p:nvPr/>
            </p:nvSpPr>
            <p:spPr>
              <a:xfrm flipH="1">
                <a:off x="659595" y="1983375"/>
                <a:ext cx="408862" cy="407494"/>
              </a:xfrm>
              <a:custGeom>
                <a:avLst/>
                <a:gdLst/>
                <a:ahLst/>
                <a:cxnLst/>
                <a:rect l="l" t="t" r="r" b="b"/>
                <a:pathLst>
                  <a:path w="34086" h="33972" extrusionOk="0">
                    <a:moveTo>
                      <a:pt x="17043" y="1"/>
                    </a:moveTo>
                    <a:cubicBezTo>
                      <a:pt x="16887" y="1"/>
                      <a:pt x="16736" y="61"/>
                      <a:pt x="16624" y="172"/>
                    </a:cubicBezTo>
                    <a:lnTo>
                      <a:pt x="9932" y="6866"/>
                    </a:lnTo>
                    <a:cubicBezTo>
                      <a:pt x="9701" y="7099"/>
                      <a:pt x="9701" y="7475"/>
                      <a:pt x="9932" y="7709"/>
                    </a:cubicBezTo>
                    <a:lnTo>
                      <a:pt x="10003" y="7779"/>
                    </a:lnTo>
                    <a:cubicBezTo>
                      <a:pt x="10235" y="8009"/>
                      <a:pt x="10689" y="8223"/>
                      <a:pt x="11014" y="8254"/>
                    </a:cubicBezTo>
                    <a:cubicBezTo>
                      <a:pt x="11014" y="8254"/>
                      <a:pt x="11923" y="8345"/>
                      <a:pt x="12486" y="8907"/>
                    </a:cubicBezTo>
                    <a:cubicBezTo>
                      <a:pt x="13430" y="9883"/>
                      <a:pt x="13420" y="11436"/>
                      <a:pt x="12459" y="12397"/>
                    </a:cubicBezTo>
                    <a:cubicBezTo>
                      <a:pt x="11973" y="12885"/>
                      <a:pt x="11335" y="13129"/>
                      <a:pt x="10697" y="13129"/>
                    </a:cubicBezTo>
                    <a:cubicBezTo>
                      <a:pt x="10074" y="13129"/>
                      <a:pt x="9450" y="12896"/>
                      <a:pt x="8968" y="12430"/>
                    </a:cubicBezTo>
                    <a:cubicBezTo>
                      <a:pt x="8402" y="11864"/>
                      <a:pt x="8314" y="10958"/>
                      <a:pt x="8314" y="10958"/>
                    </a:cubicBezTo>
                    <a:cubicBezTo>
                      <a:pt x="8280" y="10633"/>
                      <a:pt x="8067" y="10178"/>
                      <a:pt x="7835" y="9948"/>
                    </a:cubicBezTo>
                    <a:lnTo>
                      <a:pt x="7765" y="9873"/>
                    </a:lnTo>
                    <a:cubicBezTo>
                      <a:pt x="7653" y="9763"/>
                      <a:pt x="7502" y="9701"/>
                      <a:pt x="7344" y="9699"/>
                    </a:cubicBezTo>
                    <a:cubicBezTo>
                      <a:pt x="7186" y="9699"/>
                      <a:pt x="7037" y="9763"/>
                      <a:pt x="6926" y="9873"/>
                    </a:cubicBezTo>
                    <a:lnTo>
                      <a:pt x="232" y="16566"/>
                    </a:lnTo>
                    <a:cubicBezTo>
                      <a:pt x="0" y="16800"/>
                      <a:pt x="0" y="17174"/>
                      <a:pt x="232" y="17406"/>
                    </a:cubicBezTo>
                    <a:lnTo>
                      <a:pt x="6170" y="23347"/>
                    </a:lnTo>
                    <a:lnTo>
                      <a:pt x="6167" y="23347"/>
                    </a:lnTo>
                    <a:lnTo>
                      <a:pt x="6929" y="24109"/>
                    </a:lnTo>
                    <a:cubicBezTo>
                      <a:pt x="7154" y="24343"/>
                      <a:pt x="7152" y="24712"/>
                      <a:pt x="6924" y="24942"/>
                    </a:cubicBezTo>
                    <a:lnTo>
                      <a:pt x="6805" y="25059"/>
                    </a:lnTo>
                    <a:cubicBezTo>
                      <a:pt x="6574" y="25290"/>
                      <a:pt x="6119" y="25508"/>
                      <a:pt x="5794" y="25537"/>
                    </a:cubicBezTo>
                    <a:cubicBezTo>
                      <a:pt x="5794" y="25537"/>
                      <a:pt x="4883" y="25625"/>
                      <a:pt x="4322" y="26188"/>
                    </a:cubicBezTo>
                    <a:cubicBezTo>
                      <a:pt x="3610" y="26900"/>
                      <a:pt x="3397" y="27971"/>
                      <a:pt x="3781" y="28903"/>
                    </a:cubicBezTo>
                    <a:cubicBezTo>
                      <a:pt x="4167" y="29833"/>
                      <a:pt x="5075" y="30441"/>
                      <a:pt x="6083" y="30441"/>
                    </a:cubicBezTo>
                    <a:cubicBezTo>
                      <a:pt x="6102" y="30441"/>
                      <a:pt x="6119" y="30436"/>
                      <a:pt x="6138" y="30436"/>
                    </a:cubicBezTo>
                    <a:cubicBezTo>
                      <a:pt x="6148" y="30436"/>
                      <a:pt x="6158" y="30437"/>
                      <a:pt x="6170" y="30437"/>
                    </a:cubicBezTo>
                    <a:cubicBezTo>
                      <a:pt x="6173" y="30437"/>
                      <a:pt x="6175" y="30437"/>
                      <a:pt x="6177" y="30437"/>
                    </a:cubicBezTo>
                    <a:cubicBezTo>
                      <a:pt x="6835" y="30437"/>
                      <a:pt x="7466" y="30175"/>
                      <a:pt x="7933" y="29710"/>
                    </a:cubicBezTo>
                    <a:cubicBezTo>
                      <a:pt x="8494" y="29145"/>
                      <a:pt x="8582" y="28239"/>
                      <a:pt x="8582" y="28239"/>
                    </a:cubicBezTo>
                    <a:cubicBezTo>
                      <a:pt x="8614" y="27911"/>
                      <a:pt x="8829" y="27456"/>
                      <a:pt x="9059" y="27225"/>
                    </a:cubicBezTo>
                    <a:lnTo>
                      <a:pt x="9129" y="27154"/>
                    </a:lnTo>
                    <a:cubicBezTo>
                      <a:pt x="9243" y="27043"/>
                      <a:pt x="9394" y="26981"/>
                      <a:pt x="9551" y="26981"/>
                    </a:cubicBezTo>
                    <a:cubicBezTo>
                      <a:pt x="9708" y="26981"/>
                      <a:pt x="9859" y="27043"/>
                      <a:pt x="9970" y="27154"/>
                    </a:cubicBezTo>
                    <a:lnTo>
                      <a:pt x="11033" y="28217"/>
                    </a:lnTo>
                    <a:lnTo>
                      <a:pt x="11033" y="28211"/>
                    </a:lnTo>
                    <a:lnTo>
                      <a:pt x="16621" y="33800"/>
                    </a:lnTo>
                    <a:cubicBezTo>
                      <a:pt x="16734" y="33909"/>
                      <a:pt x="16885" y="33971"/>
                      <a:pt x="17043" y="33971"/>
                    </a:cubicBezTo>
                    <a:cubicBezTo>
                      <a:pt x="17192" y="33970"/>
                      <a:pt x="17337" y="33913"/>
                      <a:pt x="17445" y="33810"/>
                    </a:cubicBezTo>
                    <a:cubicBezTo>
                      <a:pt x="17450" y="33805"/>
                      <a:pt x="17457" y="33803"/>
                      <a:pt x="17462" y="33800"/>
                    </a:cubicBezTo>
                    <a:lnTo>
                      <a:pt x="23088" y="28172"/>
                    </a:lnTo>
                    <a:lnTo>
                      <a:pt x="24154" y="27106"/>
                    </a:lnTo>
                    <a:cubicBezTo>
                      <a:pt x="24209" y="27053"/>
                      <a:pt x="24274" y="27010"/>
                      <a:pt x="24346" y="26981"/>
                    </a:cubicBezTo>
                    <a:cubicBezTo>
                      <a:pt x="24418" y="26951"/>
                      <a:pt x="24494" y="26937"/>
                      <a:pt x="24569" y="26937"/>
                    </a:cubicBezTo>
                    <a:cubicBezTo>
                      <a:pt x="24724" y="26937"/>
                      <a:pt x="24876" y="26998"/>
                      <a:pt x="24990" y="27113"/>
                    </a:cubicBezTo>
                    <a:lnTo>
                      <a:pt x="25063" y="27187"/>
                    </a:lnTo>
                    <a:cubicBezTo>
                      <a:pt x="25067" y="27190"/>
                      <a:pt x="25070" y="27195"/>
                      <a:pt x="25074" y="27199"/>
                    </a:cubicBezTo>
                    <a:cubicBezTo>
                      <a:pt x="25274" y="27444"/>
                      <a:pt x="25450" y="27834"/>
                      <a:pt x="25480" y="28124"/>
                    </a:cubicBezTo>
                    <a:cubicBezTo>
                      <a:pt x="25480" y="28124"/>
                      <a:pt x="25556" y="28865"/>
                      <a:pt x="25985" y="29423"/>
                    </a:cubicBezTo>
                    <a:cubicBezTo>
                      <a:pt x="26049" y="29516"/>
                      <a:pt x="26119" y="29603"/>
                      <a:pt x="26198" y="29684"/>
                    </a:cubicBezTo>
                    <a:cubicBezTo>
                      <a:pt x="26689" y="30182"/>
                      <a:pt x="27336" y="30431"/>
                      <a:pt x="27983" y="30431"/>
                    </a:cubicBezTo>
                    <a:cubicBezTo>
                      <a:pt x="28624" y="30431"/>
                      <a:pt x="29265" y="30187"/>
                      <a:pt x="29754" y="29698"/>
                    </a:cubicBezTo>
                    <a:cubicBezTo>
                      <a:pt x="30737" y="28716"/>
                      <a:pt x="30732" y="27120"/>
                      <a:pt x="29742" y="26143"/>
                    </a:cubicBezTo>
                    <a:cubicBezTo>
                      <a:pt x="29667" y="26069"/>
                      <a:pt x="29584" y="26001"/>
                      <a:pt x="29497" y="25941"/>
                    </a:cubicBezTo>
                    <a:cubicBezTo>
                      <a:pt x="28937" y="25500"/>
                      <a:pt x="28182" y="25421"/>
                      <a:pt x="28182" y="25421"/>
                    </a:cubicBezTo>
                    <a:cubicBezTo>
                      <a:pt x="27878" y="25392"/>
                      <a:pt x="27470" y="25203"/>
                      <a:pt x="27226" y="24990"/>
                    </a:cubicBezTo>
                    <a:lnTo>
                      <a:pt x="27168" y="24932"/>
                    </a:lnTo>
                    <a:cubicBezTo>
                      <a:pt x="26938" y="24703"/>
                      <a:pt x="26936" y="24331"/>
                      <a:pt x="27164" y="24099"/>
                    </a:cubicBezTo>
                    <a:lnTo>
                      <a:pt x="29146" y="22115"/>
                    </a:lnTo>
                    <a:lnTo>
                      <a:pt x="33856" y="17407"/>
                    </a:lnTo>
                    <a:cubicBezTo>
                      <a:pt x="33861" y="17402"/>
                      <a:pt x="33861" y="17397"/>
                      <a:pt x="33866" y="17392"/>
                    </a:cubicBezTo>
                    <a:cubicBezTo>
                      <a:pt x="34086" y="17160"/>
                      <a:pt x="34081" y="16795"/>
                      <a:pt x="33856" y="16566"/>
                    </a:cubicBezTo>
                    <a:lnTo>
                      <a:pt x="27162" y="9873"/>
                    </a:lnTo>
                    <a:cubicBezTo>
                      <a:pt x="27052" y="9764"/>
                      <a:pt x="26905" y="9701"/>
                      <a:pt x="26750" y="9701"/>
                    </a:cubicBezTo>
                    <a:cubicBezTo>
                      <a:pt x="26748" y="9701"/>
                      <a:pt x="26746" y="9701"/>
                      <a:pt x="26744" y="9701"/>
                    </a:cubicBezTo>
                    <a:cubicBezTo>
                      <a:pt x="26586" y="9701"/>
                      <a:pt x="26435" y="9763"/>
                      <a:pt x="26323" y="9873"/>
                    </a:cubicBezTo>
                    <a:lnTo>
                      <a:pt x="26249" y="9948"/>
                    </a:lnTo>
                    <a:cubicBezTo>
                      <a:pt x="26019" y="10178"/>
                      <a:pt x="25803" y="10635"/>
                      <a:pt x="25774" y="10961"/>
                    </a:cubicBezTo>
                    <a:cubicBezTo>
                      <a:pt x="25774" y="10961"/>
                      <a:pt x="25685" y="11869"/>
                      <a:pt x="25122" y="12434"/>
                    </a:cubicBezTo>
                    <a:cubicBezTo>
                      <a:pt x="24634" y="12928"/>
                      <a:pt x="23990" y="13175"/>
                      <a:pt x="23347" y="13175"/>
                    </a:cubicBezTo>
                    <a:cubicBezTo>
                      <a:pt x="22709" y="13175"/>
                      <a:pt x="22072" y="12932"/>
                      <a:pt x="21586" y="12446"/>
                    </a:cubicBezTo>
                    <a:cubicBezTo>
                      <a:pt x="20608" y="11467"/>
                      <a:pt x="20613" y="9881"/>
                      <a:pt x="21598" y="8910"/>
                    </a:cubicBezTo>
                    <a:cubicBezTo>
                      <a:pt x="22163" y="8347"/>
                      <a:pt x="23071" y="8258"/>
                      <a:pt x="23071" y="8258"/>
                    </a:cubicBezTo>
                    <a:cubicBezTo>
                      <a:pt x="23395" y="8227"/>
                      <a:pt x="23850" y="8014"/>
                      <a:pt x="24080" y="7782"/>
                    </a:cubicBezTo>
                    <a:lnTo>
                      <a:pt x="24159" y="7709"/>
                    </a:lnTo>
                    <a:cubicBezTo>
                      <a:pt x="24389" y="7475"/>
                      <a:pt x="24389" y="7099"/>
                      <a:pt x="24159" y="6866"/>
                    </a:cubicBezTo>
                    <a:lnTo>
                      <a:pt x="17465" y="172"/>
                    </a:lnTo>
                    <a:cubicBezTo>
                      <a:pt x="17352" y="63"/>
                      <a:pt x="17201" y="1"/>
                      <a:pt x="17043" y="1"/>
                    </a:cubicBez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Google Shape;12854;p131">
                <a:extLst>
                  <a:ext uri="{FF2B5EF4-FFF2-40B4-BE49-F238E27FC236}">
                    <a16:creationId xmlns:a16="http://schemas.microsoft.com/office/drawing/2014/main" id="{BFA4384D-B700-151F-D0A5-FBB3DC508AAE}"/>
                  </a:ext>
                </a:extLst>
              </p:cNvPr>
              <p:cNvSpPr/>
              <p:nvPr/>
            </p:nvSpPr>
            <p:spPr>
              <a:xfrm flipH="1">
                <a:off x="451107" y="2189486"/>
                <a:ext cx="411261" cy="409845"/>
              </a:xfrm>
              <a:custGeom>
                <a:avLst/>
                <a:gdLst/>
                <a:ahLst/>
                <a:cxnLst/>
                <a:rect l="l" t="t" r="r" b="b"/>
                <a:pathLst>
                  <a:path w="34286" h="34168" extrusionOk="0">
                    <a:moveTo>
                      <a:pt x="17145" y="1"/>
                    </a:moveTo>
                    <a:cubicBezTo>
                      <a:pt x="16992" y="1"/>
                      <a:pt x="16839" y="59"/>
                      <a:pt x="16722" y="176"/>
                    </a:cubicBezTo>
                    <a:lnTo>
                      <a:pt x="16686" y="210"/>
                    </a:lnTo>
                    <a:cubicBezTo>
                      <a:pt x="16681" y="215"/>
                      <a:pt x="16681" y="220"/>
                      <a:pt x="16676" y="225"/>
                    </a:cubicBezTo>
                    <a:lnTo>
                      <a:pt x="11966" y="4935"/>
                    </a:lnTo>
                    <a:lnTo>
                      <a:pt x="9984" y="6917"/>
                    </a:lnTo>
                    <a:cubicBezTo>
                      <a:pt x="9756" y="7149"/>
                      <a:pt x="9758" y="7521"/>
                      <a:pt x="9988" y="7751"/>
                    </a:cubicBezTo>
                    <a:lnTo>
                      <a:pt x="10048" y="7810"/>
                    </a:lnTo>
                    <a:cubicBezTo>
                      <a:pt x="10290" y="8021"/>
                      <a:pt x="10698" y="8211"/>
                      <a:pt x="11002" y="8239"/>
                    </a:cubicBezTo>
                    <a:cubicBezTo>
                      <a:pt x="11002" y="8239"/>
                      <a:pt x="11759" y="8319"/>
                      <a:pt x="12317" y="8760"/>
                    </a:cubicBezTo>
                    <a:cubicBezTo>
                      <a:pt x="12404" y="8821"/>
                      <a:pt x="12487" y="8887"/>
                      <a:pt x="12562" y="8963"/>
                    </a:cubicBezTo>
                    <a:cubicBezTo>
                      <a:pt x="13552" y="9938"/>
                      <a:pt x="13559" y="11536"/>
                      <a:pt x="12576" y="12516"/>
                    </a:cubicBezTo>
                    <a:cubicBezTo>
                      <a:pt x="12086" y="13006"/>
                      <a:pt x="11445" y="13250"/>
                      <a:pt x="10804" y="13250"/>
                    </a:cubicBezTo>
                    <a:cubicBezTo>
                      <a:pt x="10156" y="13250"/>
                      <a:pt x="9509" y="13001"/>
                      <a:pt x="9018" y="12502"/>
                    </a:cubicBezTo>
                    <a:cubicBezTo>
                      <a:pt x="8939" y="12421"/>
                      <a:pt x="8869" y="12335"/>
                      <a:pt x="8807" y="12241"/>
                    </a:cubicBezTo>
                    <a:cubicBezTo>
                      <a:pt x="8376" y="11683"/>
                      <a:pt x="8300" y="10944"/>
                      <a:pt x="8300" y="10944"/>
                    </a:cubicBezTo>
                    <a:cubicBezTo>
                      <a:pt x="8271" y="10652"/>
                      <a:pt x="8094" y="10264"/>
                      <a:pt x="7894" y="10017"/>
                    </a:cubicBezTo>
                    <a:cubicBezTo>
                      <a:pt x="7890" y="10013"/>
                      <a:pt x="7887" y="10008"/>
                      <a:pt x="7883" y="10005"/>
                    </a:cubicBezTo>
                    <a:lnTo>
                      <a:pt x="7810" y="9933"/>
                    </a:lnTo>
                    <a:cubicBezTo>
                      <a:pt x="7697" y="9818"/>
                      <a:pt x="7544" y="9756"/>
                      <a:pt x="7388" y="9756"/>
                    </a:cubicBezTo>
                    <a:cubicBezTo>
                      <a:pt x="7313" y="9756"/>
                      <a:pt x="7238" y="9770"/>
                      <a:pt x="7166" y="9799"/>
                    </a:cubicBezTo>
                    <a:cubicBezTo>
                      <a:pt x="7096" y="9828"/>
                      <a:pt x="7029" y="9871"/>
                      <a:pt x="6974" y="9924"/>
                    </a:cubicBezTo>
                    <a:lnTo>
                      <a:pt x="5908" y="10990"/>
                    </a:lnTo>
                    <a:lnTo>
                      <a:pt x="282" y="16618"/>
                    </a:lnTo>
                    <a:cubicBezTo>
                      <a:pt x="277" y="16623"/>
                      <a:pt x="270" y="16624"/>
                      <a:pt x="265" y="16628"/>
                    </a:cubicBezTo>
                    <a:lnTo>
                      <a:pt x="236" y="16662"/>
                    </a:lnTo>
                    <a:cubicBezTo>
                      <a:pt x="0" y="16896"/>
                      <a:pt x="0" y="17275"/>
                      <a:pt x="236" y="17510"/>
                    </a:cubicBezTo>
                    <a:lnTo>
                      <a:pt x="6965" y="24238"/>
                    </a:lnTo>
                    <a:cubicBezTo>
                      <a:pt x="7082" y="24355"/>
                      <a:pt x="7235" y="24414"/>
                      <a:pt x="7388" y="24414"/>
                    </a:cubicBezTo>
                    <a:cubicBezTo>
                      <a:pt x="7541" y="24414"/>
                      <a:pt x="7695" y="24355"/>
                      <a:pt x="7811" y="24238"/>
                    </a:cubicBezTo>
                    <a:lnTo>
                      <a:pt x="7882" y="24168"/>
                    </a:lnTo>
                    <a:cubicBezTo>
                      <a:pt x="8115" y="23932"/>
                      <a:pt x="8330" y="23478"/>
                      <a:pt x="8364" y="23150"/>
                    </a:cubicBezTo>
                    <a:cubicBezTo>
                      <a:pt x="8364" y="23150"/>
                      <a:pt x="8450" y="22237"/>
                      <a:pt x="9016" y="21669"/>
                    </a:cubicBezTo>
                    <a:cubicBezTo>
                      <a:pt x="9506" y="21169"/>
                      <a:pt x="10154" y="20919"/>
                      <a:pt x="10803" y="20919"/>
                    </a:cubicBezTo>
                    <a:cubicBezTo>
                      <a:pt x="11444" y="20919"/>
                      <a:pt x="12085" y="21163"/>
                      <a:pt x="12574" y="21653"/>
                    </a:cubicBezTo>
                    <a:cubicBezTo>
                      <a:pt x="13559" y="22637"/>
                      <a:pt x="13552" y="24236"/>
                      <a:pt x="12559" y="25211"/>
                    </a:cubicBezTo>
                    <a:cubicBezTo>
                      <a:pt x="11994" y="25777"/>
                      <a:pt x="11081" y="25867"/>
                      <a:pt x="11081" y="25867"/>
                    </a:cubicBezTo>
                    <a:cubicBezTo>
                      <a:pt x="10753" y="25898"/>
                      <a:pt x="10295" y="26116"/>
                      <a:pt x="10063" y="26346"/>
                    </a:cubicBezTo>
                    <a:lnTo>
                      <a:pt x="9989" y="26419"/>
                    </a:lnTo>
                    <a:cubicBezTo>
                      <a:pt x="9758" y="26653"/>
                      <a:pt x="9758" y="27030"/>
                      <a:pt x="9989" y="27264"/>
                    </a:cubicBezTo>
                    <a:lnTo>
                      <a:pt x="16722" y="33995"/>
                    </a:lnTo>
                    <a:cubicBezTo>
                      <a:pt x="16839" y="34110"/>
                      <a:pt x="16991" y="34168"/>
                      <a:pt x="17144" y="34168"/>
                    </a:cubicBezTo>
                    <a:cubicBezTo>
                      <a:pt x="17296" y="34168"/>
                      <a:pt x="17448" y="34110"/>
                      <a:pt x="17565" y="33995"/>
                    </a:cubicBezTo>
                    <a:lnTo>
                      <a:pt x="24296" y="27264"/>
                    </a:lnTo>
                    <a:cubicBezTo>
                      <a:pt x="24414" y="27148"/>
                      <a:pt x="24567" y="27090"/>
                      <a:pt x="24720" y="27090"/>
                    </a:cubicBezTo>
                    <a:cubicBezTo>
                      <a:pt x="24873" y="27090"/>
                      <a:pt x="25027" y="27148"/>
                      <a:pt x="25144" y="27264"/>
                    </a:cubicBezTo>
                    <a:lnTo>
                      <a:pt x="25264" y="27384"/>
                    </a:lnTo>
                    <a:cubicBezTo>
                      <a:pt x="25496" y="27619"/>
                      <a:pt x="25712" y="28077"/>
                      <a:pt x="25743" y="28402"/>
                    </a:cubicBezTo>
                    <a:cubicBezTo>
                      <a:pt x="25743" y="28402"/>
                      <a:pt x="25832" y="29315"/>
                      <a:pt x="26399" y="29883"/>
                    </a:cubicBezTo>
                    <a:cubicBezTo>
                      <a:pt x="26888" y="30368"/>
                      <a:pt x="27526" y="30611"/>
                      <a:pt x="28165" y="30611"/>
                    </a:cubicBezTo>
                    <a:cubicBezTo>
                      <a:pt x="28806" y="30611"/>
                      <a:pt x="29447" y="30366"/>
                      <a:pt x="29936" y="29878"/>
                    </a:cubicBezTo>
                    <a:cubicBezTo>
                      <a:pt x="30913" y="28901"/>
                      <a:pt x="30914" y="27319"/>
                      <a:pt x="29943" y="26340"/>
                    </a:cubicBezTo>
                    <a:lnTo>
                      <a:pt x="29943" y="26340"/>
                    </a:lnTo>
                    <a:lnTo>
                      <a:pt x="29943" y="26344"/>
                    </a:lnTo>
                    <a:cubicBezTo>
                      <a:pt x="29373" y="25774"/>
                      <a:pt x="28460" y="25688"/>
                      <a:pt x="28460" y="25688"/>
                    </a:cubicBezTo>
                    <a:cubicBezTo>
                      <a:pt x="28132" y="25654"/>
                      <a:pt x="27677" y="25439"/>
                      <a:pt x="27442" y="25206"/>
                    </a:cubicBezTo>
                    <a:lnTo>
                      <a:pt x="27322" y="25084"/>
                    </a:lnTo>
                    <a:cubicBezTo>
                      <a:pt x="27092" y="24851"/>
                      <a:pt x="27092" y="24475"/>
                      <a:pt x="27322" y="24241"/>
                    </a:cubicBezTo>
                    <a:lnTo>
                      <a:pt x="34054" y="17508"/>
                    </a:lnTo>
                    <a:cubicBezTo>
                      <a:pt x="34285" y="17275"/>
                      <a:pt x="34285" y="16897"/>
                      <a:pt x="34054" y="16664"/>
                    </a:cubicBezTo>
                    <a:lnTo>
                      <a:pt x="27322" y="9933"/>
                    </a:lnTo>
                    <a:cubicBezTo>
                      <a:pt x="27090" y="9698"/>
                      <a:pt x="27090" y="9320"/>
                      <a:pt x="27322" y="9085"/>
                    </a:cubicBezTo>
                    <a:lnTo>
                      <a:pt x="27327" y="9081"/>
                    </a:lnTo>
                    <a:cubicBezTo>
                      <a:pt x="27559" y="8848"/>
                      <a:pt x="28017" y="8635"/>
                      <a:pt x="28345" y="8601"/>
                    </a:cubicBezTo>
                    <a:cubicBezTo>
                      <a:pt x="28345" y="8601"/>
                      <a:pt x="29258" y="8515"/>
                      <a:pt x="29825" y="7947"/>
                    </a:cubicBezTo>
                    <a:cubicBezTo>
                      <a:pt x="30817" y="6972"/>
                      <a:pt x="30823" y="5372"/>
                      <a:pt x="29840" y="4389"/>
                    </a:cubicBezTo>
                    <a:cubicBezTo>
                      <a:pt x="29350" y="3899"/>
                      <a:pt x="28709" y="3655"/>
                      <a:pt x="28068" y="3655"/>
                    </a:cubicBezTo>
                    <a:cubicBezTo>
                      <a:pt x="27420" y="3655"/>
                      <a:pt x="26771" y="3905"/>
                      <a:pt x="26280" y="4404"/>
                    </a:cubicBezTo>
                    <a:cubicBezTo>
                      <a:pt x="25716" y="4969"/>
                      <a:pt x="25628" y="5887"/>
                      <a:pt x="25628" y="5887"/>
                    </a:cubicBezTo>
                    <a:cubicBezTo>
                      <a:pt x="25596" y="6210"/>
                      <a:pt x="25381" y="6670"/>
                      <a:pt x="25146" y="6903"/>
                    </a:cubicBezTo>
                    <a:lnTo>
                      <a:pt x="25144" y="6907"/>
                    </a:lnTo>
                    <a:cubicBezTo>
                      <a:pt x="25027" y="7023"/>
                      <a:pt x="24873" y="7081"/>
                      <a:pt x="24720" y="7081"/>
                    </a:cubicBezTo>
                    <a:cubicBezTo>
                      <a:pt x="24567" y="7081"/>
                      <a:pt x="24414" y="7023"/>
                      <a:pt x="24296" y="6907"/>
                    </a:cubicBezTo>
                    <a:lnTo>
                      <a:pt x="17567" y="176"/>
                    </a:lnTo>
                    <a:cubicBezTo>
                      <a:pt x="17450" y="59"/>
                      <a:pt x="17297" y="1"/>
                      <a:pt x="17145" y="1"/>
                    </a:cubicBezTo>
                    <a:close/>
                  </a:path>
                </a:pathLst>
              </a:custGeom>
              <a:solidFill>
                <a:srgbClr val="DBE3E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4" name="Google Shape;12855;p131">
              <a:extLst>
                <a:ext uri="{FF2B5EF4-FFF2-40B4-BE49-F238E27FC236}">
                  <a16:creationId xmlns:a16="http://schemas.microsoft.com/office/drawing/2014/main" id="{CB5E8648-34BC-60CF-33DE-EB8D99E1EEF9}"/>
                </a:ext>
              </a:extLst>
            </p:cNvPr>
            <p:cNvGrpSpPr/>
            <p:nvPr/>
          </p:nvGrpSpPr>
          <p:grpSpPr>
            <a:xfrm>
              <a:off x="2690745" y="2122719"/>
              <a:ext cx="794371" cy="833403"/>
              <a:chOff x="2496269" y="1171698"/>
              <a:chExt cx="761953" cy="799392"/>
            </a:xfrm>
          </p:grpSpPr>
          <p:grpSp>
            <p:nvGrpSpPr>
              <p:cNvPr id="320" name="Google Shape;12856;p131">
                <a:extLst>
                  <a:ext uri="{FF2B5EF4-FFF2-40B4-BE49-F238E27FC236}">
                    <a16:creationId xmlns:a16="http://schemas.microsoft.com/office/drawing/2014/main" id="{440E47B4-7CDF-2F12-1C26-31E83ACF8EED}"/>
                  </a:ext>
                </a:extLst>
              </p:cNvPr>
              <p:cNvGrpSpPr/>
              <p:nvPr/>
            </p:nvGrpSpPr>
            <p:grpSpPr>
              <a:xfrm>
                <a:off x="2496269" y="1171698"/>
                <a:ext cx="761953" cy="723022"/>
                <a:chOff x="2496269" y="1171698"/>
                <a:chExt cx="761953" cy="723022"/>
              </a:xfrm>
            </p:grpSpPr>
            <p:sp>
              <p:nvSpPr>
                <p:cNvPr id="326" name="Google Shape;12857;p131">
                  <a:extLst>
                    <a:ext uri="{FF2B5EF4-FFF2-40B4-BE49-F238E27FC236}">
                      <a16:creationId xmlns:a16="http://schemas.microsoft.com/office/drawing/2014/main" id="{C8A38AE3-FC79-5D7A-C8B2-2283AD06723F}"/>
                    </a:ext>
                  </a:extLst>
                </p:cNvPr>
                <p:cNvSpPr/>
                <p:nvPr/>
              </p:nvSpPr>
              <p:spPr>
                <a:xfrm>
                  <a:off x="2727495" y="1360642"/>
                  <a:ext cx="175877" cy="2074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928" h="32936" extrusionOk="0">
                      <a:moveTo>
                        <a:pt x="23" y="1"/>
                      </a:moveTo>
                      <a:cubicBezTo>
                        <a:pt x="8" y="305"/>
                        <a:pt x="0" y="607"/>
                        <a:pt x="0" y="910"/>
                      </a:cubicBezTo>
                      <a:cubicBezTo>
                        <a:pt x="0" y="18582"/>
                        <a:pt x="10658" y="32913"/>
                        <a:pt x="23811" y="32936"/>
                      </a:cubicBezTo>
                      <a:cubicBezTo>
                        <a:pt x="23827" y="32889"/>
                        <a:pt x="23841" y="32840"/>
                        <a:pt x="23857" y="32793"/>
                      </a:cubicBezTo>
                      <a:cubicBezTo>
                        <a:pt x="27927" y="20274"/>
                        <a:pt x="17588" y="5690"/>
                        <a:pt x="767" y="228"/>
                      </a:cubicBezTo>
                      <a:cubicBezTo>
                        <a:pt x="522" y="146"/>
                        <a:pt x="273" y="70"/>
                        <a:pt x="23" y="1"/>
                      </a:cubicBezTo>
                      <a:close/>
                    </a:path>
                  </a:pathLst>
                </a:custGeom>
                <a:solidFill>
                  <a:srgbClr val="213B5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7" name="Google Shape;12858;p131">
                  <a:extLst>
                    <a:ext uri="{FF2B5EF4-FFF2-40B4-BE49-F238E27FC236}">
                      <a16:creationId xmlns:a16="http://schemas.microsoft.com/office/drawing/2014/main" id="{E9B83AC8-81BE-0AEE-0884-645E0DB0C0D1}"/>
                    </a:ext>
                  </a:extLst>
                </p:cNvPr>
                <p:cNvSpPr/>
                <p:nvPr/>
              </p:nvSpPr>
              <p:spPr>
                <a:xfrm>
                  <a:off x="2730750" y="1408371"/>
                  <a:ext cx="108720" cy="1447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64" h="22987" extrusionOk="0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651" y="10456"/>
                        <a:pt x="7099" y="19031"/>
                        <a:pt x="14312" y="22986"/>
                      </a:cubicBezTo>
                      <a:cubicBezTo>
                        <a:pt x="14397" y="22780"/>
                        <a:pt x="14469" y="22572"/>
                        <a:pt x="14539" y="22357"/>
                      </a:cubicBezTo>
                      <a:cubicBezTo>
                        <a:pt x="17263" y="13961"/>
                        <a:pt x="10821" y="4262"/>
                        <a:pt x="0" y="0"/>
                      </a:cubicBezTo>
                      <a:close/>
                    </a:path>
                  </a:pathLst>
                </a:custGeom>
                <a:solidFill>
                  <a:srgbClr val="A5B7C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328" name="Google Shape;12859;p131">
                  <a:extLst>
                    <a:ext uri="{FF2B5EF4-FFF2-40B4-BE49-F238E27FC236}">
                      <a16:creationId xmlns:a16="http://schemas.microsoft.com/office/drawing/2014/main" id="{58A1DFD4-1FC7-D9A3-F807-7C8EFA5C6DC5}"/>
                    </a:ext>
                  </a:extLst>
                </p:cNvPr>
                <p:cNvGrpSpPr/>
                <p:nvPr/>
              </p:nvGrpSpPr>
              <p:grpSpPr>
                <a:xfrm>
                  <a:off x="2496269" y="1171698"/>
                  <a:ext cx="761953" cy="723022"/>
                  <a:chOff x="2496269" y="1120652"/>
                  <a:chExt cx="761953" cy="723022"/>
                </a:xfrm>
              </p:grpSpPr>
              <p:grpSp>
                <p:nvGrpSpPr>
                  <p:cNvPr id="329" name="Google Shape;12860;p131">
                    <a:extLst>
                      <a:ext uri="{FF2B5EF4-FFF2-40B4-BE49-F238E27FC236}">
                        <a16:creationId xmlns:a16="http://schemas.microsoft.com/office/drawing/2014/main" id="{BE8AD04C-834E-47B1-7E10-37E369F301EF}"/>
                      </a:ext>
                    </a:extLst>
                  </p:cNvPr>
                  <p:cNvGrpSpPr/>
                  <p:nvPr/>
                </p:nvGrpSpPr>
                <p:grpSpPr>
                  <a:xfrm>
                    <a:off x="2496269" y="1120652"/>
                    <a:ext cx="761953" cy="723022"/>
                    <a:chOff x="2496269" y="1120652"/>
                    <a:chExt cx="761953" cy="723022"/>
                  </a:xfrm>
                </p:grpSpPr>
                <p:grpSp>
                  <p:nvGrpSpPr>
                    <p:cNvPr id="338" name="Google Shape;12861;p131">
                      <a:extLst>
                        <a:ext uri="{FF2B5EF4-FFF2-40B4-BE49-F238E27FC236}">
                          <a16:creationId xmlns:a16="http://schemas.microsoft.com/office/drawing/2014/main" id="{76E4BF96-7F47-6FBC-1C24-9EB9C6ECFCC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496269" y="1304589"/>
                      <a:ext cx="407089" cy="305057"/>
                      <a:chOff x="2496269" y="1304589"/>
                      <a:chExt cx="407089" cy="305057"/>
                    </a:xfrm>
                  </p:grpSpPr>
                  <p:sp>
                    <p:nvSpPr>
                      <p:cNvPr id="352" name="Google Shape;12862;p131">
                        <a:extLst>
                          <a:ext uri="{FF2B5EF4-FFF2-40B4-BE49-F238E27FC236}">
                            <a16:creationId xmlns:a16="http://schemas.microsoft.com/office/drawing/2014/main" id="{409F18E7-EDF7-545A-133C-685C14221BA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496269" y="1304589"/>
                        <a:ext cx="407089" cy="30505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64643" h="48441" extrusionOk="0">
                            <a:moveTo>
                              <a:pt x="30753" y="1"/>
                            </a:moveTo>
                            <a:cubicBezTo>
                              <a:pt x="19553" y="1"/>
                              <a:pt x="7984" y="7486"/>
                              <a:pt x="2667" y="11431"/>
                            </a:cubicBezTo>
                            <a:cubicBezTo>
                              <a:pt x="790" y="12823"/>
                              <a:pt x="1" y="15251"/>
                              <a:pt x="700" y="17481"/>
                            </a:cubicBezTo>
                            <a:cubicBezTo>
                              <a:pt x="3088" y="25083"/>
                              <a:pt x="9784" y="42156"/>
                              <a:pt x="22752" y="46368"/>
                            </a:cubicBezTo>
                            <a:cubicBezTo>
                              <a:pt x="27079" y="47774"/>
                              <a:pt x="31415" y="48440"/>
                              <a:pt x="35536" y="48440"/>
                            </a:cubicBezTo>
                            <a:cubicBezTo>
                              <a:pt x="47434" y="48440"/>
                              <a:pt x="57553" y="42892"/>
                              <a:pt x="60574" y="33591"/>
                            </a:cubicBezTo>
                            <a:cubicBezTo>
                              <a:pt x="64643" y="21069"/>
                              <a:pt x="54305" y="6487"/>
                              <a:pt x="37486" y="1023"/>
                            </a:cubicBezTo>
                            <a:cubicBezTo>
                              <a:pt x="35294" y="311"/>
                              <a:pt x="33031" y="1"/>
                              <a:pt x="30753" y="1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1">
                          <a:lumMod val="75000"/>
                        </a:schemeClr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dirty="0"/>
                      </a:p>
                    </p:txBody>
                  </p:sp>
                  <p:sp>
                    <p:nvSpPr>
                      <p:cNvPr id="353" name="Google Shape;12863;p131">
                        <a:extLst>
                          <a:ext uri="{FF2B5EF4-FFF2-40B4-BE49-F238E27FC236}">
                            <a16:creationId xmlns:a16="http://schemas.microsoft.com/office/drawing/2014/main" id="{CC3C809A-C277-CB0E-9ACA-099FB3668A1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553035" y="1348798"/>
                        <a:ext cx="287349" cy="215318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629" h="34191" extrusionOk="0">
                            <a:moveTo>
                              <a:pt x="21708" y="1"/>
                            </a:moveTo>
                            <a:cubicBezTo>
                              <a:pt x="13802" y="1"/>
                              <a:pt x="5636" y="5284"/>
                              <a:pt x="1883" y="8068"/>
                            </a:cubicBezTo>
                            <a:cubicBezTo>
                              <a:pt x="558" y="9051"/>
                              <a:pt x="1" y="10765"/>
                              <a:pt x="495" y="12338"/>
                            </a:cubicBezTo>
                            <a:cubicBezTo>
                              <a:pt x="2180" y="17705"/>
                              <a:pt x="6907" y="29755"/>
                              <a:pt x="16060" y="32728"/>
                            </a:cubicBezTo>
                            <a:cubicBezTo>
                              <a:pt x="19114" y="33721"/>
                              <a:pt x="22174" y="34191"/>
                              <a:pt x="25083" y="34191"/>
                            </a:cubicBezTo>
                            <a:cubicBezTo>
                              <a:pt x="33482" y="34191"/>
                              <a:pt x="40624" y="30275"/>
                              <a:pt x="42758" y="23710"/>
                            </a:cubicBezTo>
                            <a:cubicBezTo>
                              <a:pt x="45629" y="14872"/>
                              <a:pt x="38332" y="4579"/>
                              <a:pt x="26460" y="722"/>
                            </a:cubicBezTo>
                            <a:cubicBezTo>
                              <a:pt x="24913" y="219"/>
                              <a:pt x="23316" y="1"/>
                              <a:pt x="21708" y="1"/>
                            </a:cubicBezTo>
                            <a:close/>
                          </a:path>
                        </a:pathLst>
                      </a:custGeom>
                      <a:solidFill>
                        <a:srgbClr val="A5B7C5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  <p:grpSp>
                  <p:nvGrpSpPr>
                    <p:cNvPr id="339" name="Google Shape;12864;p131">
                      <a:extLst>
                        <a:ext uri="{FF2B5EF4-FFF2-40B4-BE49-F238E27FC236}">
                          <a16:creationId xmlns:a16="http://schemas.microsoft.com/office/drawing/2014/main" id="{B26B15EA-D87F-2A5E-BEF3-690CA28B3AF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586468" y="1493376"/>
                      <a:ext cx="358850" cy="349656"/>
                      <a:chOff x="2586468" y="1493376"/>
                      <a:chExt cx="358850" cy="349656"/>
                    </a:xfrm>
                  </p:grpSpPr>
                  <p:sp>
                    <p:nvSpPr>
                      <p:cNvPr id="350" name="Google Shape;12865;p131">
                        <a:extLst>
                          <a:ext uri="{FF2B5EF4-FFF2-40B4-BE49-F238E27FC236}">
                            <a16:creationId xmlns:a16="http://schemas.microsoft.com/office/drawing/2014/main" id="{02445343-AE6C-483E-2AF7-CFDB528FB13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586468" y="1493376"/>
                        <a:ext cx="358850" cy="34965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6983" h="55523" extrusionOk="0">
                            <a:moveTo>
                              <a:pt x="34707" y="1"/>
                            </a:moveTo>
                            <a:cubicBezTo>
                              <a:pt x="25495" y="1"/>
                              <a:pt x="15173" y="5595"/>
                              <a:pt x="8014" y="15449"/>
                            </a:cubicBezTo>
                            <a:cubicBezTo>
                              <a:pt x="0" y="26478"/>
                              <a:pt x="4618" y="44227"/>
                              <a:pt x="7155" y="51780"/>
                            </a:cubicBezTo>
                            <a:cubicBezTo>
                              <a:pt x="7899" y="53993"/>
                              <a:pt x="9963" y="55495"/>
                              <a:pt x="12300" y="55519"/>
                            </a:cubicBezTo>
                            <a:cubicBezTo>
                              <a:pt x="12540" y="55521"/>
                              <a:pt x="12789" y="55522"/>
                              <a:pt x="13047" y="55522"/>
                            </a:cubicBezTo>
                            <a:cubicBezTo>
                              <a:pt x="21360" y="55522"/>
                              <a:pt x="38815" y="54172"/>
                              <a:pt x="46588" y="43473"/>
                            </a:cubicBezTo>
                            <a:cubicBezTo>
                              <a:pt x="56983" y="29165"/>
                              <a:pt x="56776" y="11292"/>
                              <a:pt x="46123" y="3553"/>
                            </a:cubicBezTo>
                            <a:cubicBezTo>
                              <a:pt x="42808" y="1144"/>
                              <a:pt x="38871" y="1"/>
                              <a:pt x="34707" y="1"/>
                            </a:cubicBezTo>
                            <a:close/>
                          </a:path>
                        </a:pathLst>
                      </a:custGeom>
                      <a:solidFill>
                        <a:srgbClr val="445D73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351" name="Google Shape;12866;p131">
                        <a:extLst>
                          <a:ext uri="{FF2B5EF4-FFF2-40B4-BE49-F238E27FC236}">
                            <a16:creationId xmlns:a16="http://schemas.microsoft.com/office/drawing/2014/main" id="{051C3DA4-3768-1BC2-CD2D-3626DF78C6E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637642" y="1547125"/>
                        <a:ext cx="253304" cy="246805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0223" h="39191" extrusionOk="0">
                            <a:moveTo>
                              <a:pt x="24498" y="0"/>
                            </a:moveTo>
                            <a:cubicBezTo>
                              <a:pt x="17996" y="0"/>
                              <a:pt x="10711" y="3949"/>
                              <a:pt x="5658" y="10904"/>
                            </a:cubicBezTo>
                            <a:cubicBezTo>
                              <a:pt x="0" y="18689"/>
                              <a:pt x="3260" y="31216"/>
                              <a:pt x="5050" y="36549"/>
                            </a:cubicBezTo>
                            <a:cubicBezTo>
                              <a:pt x="5576" y="38112"/>
                              <a:pt x="7034" y="39172"/>
                              <a:pt x="8683" y="39188"/>
                            </a:cubicBezTo>
                            <a:cubicBezTo>
                              <a:pt x="8850" y="39189"/>
                              <a:pt x="9023" y="39190"/>
                              <a:pt x="9202" y="39190"/>
                            </a:cubicBezTo>
                            <a:cubicBezTo>
                              <a:pt x="15067" y="39190"/>
                              <a:pt x="27395" y="38240"/>
                              <a:pt x="32884" y="30686"/>
                            </a:cubicBezTo>
                            <a:cubicBezTo>
                              <a:pt x="40222" y="20587"/>
                              <a:pt x="40075" y="7970"/>
                              <a:pt x="32557" y="2508"/>
                            </a:cubicBezTo>
                            <a:cubicBezTo>
                              <a:pt x="30217" y="807"/>
                              <a:pt x="27437" y="0"/>
                              <a:pt x="24498" y="0"/>
                            </a:cubicBezTo>
                            <a:close/>
                          </a:path>
                        </a:pathLst>
                      </a:custGeom>
                      <a:solidFill>
                        <a:srgbClr val="A5B7C5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  <p:grpSp>
                  <p:nvGrpSpPr>
                    <p:cNvPr id="340" name="Google Shape;12867;p131">
                      <a:extLst>
                        <a:ext uri="{FF2B5EF4-FFF2-40B4-BE49-F238E27FC236}">
                          <a16:creationId xmlns:a16="http://schemas.microsoft.com/office/drawing/2014/main" id="{8A1417A1-C72E-0DD3-864D-2D95D4E63B8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807939" y="1494024"/>
                      <a:ext cx="358857" cy="349650"/>
                      <a:chOff x="2807939" y="1494024"/>
                      <a:chExt cx="358857" cy="349650"/>
                    </a:xfrm>
                  </p:grpSpPr>
                  <p:sp>
                    <p:nvSpPr>
                      <p:cNvPr id="348" name="Google Shape;12868;p131">
                        <a:extLst>
                          <a:ext uri="{FF2B5EF4-FFF2-40B4-BE49-F238E27FC236}">
                            <a16:creationId xmlns:a16="http://schemas.microsoft.com/office/drawing/2014/main" id="{A18ED418-FFB2-CF52-AC54-1383695860A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07939" y="1494024"/>
                        <a:ext cx="358857" cy="349650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6984" h="55522" extrusionOk="0">
                            <a:moveTo>
                              <a:pt x="22278" y="1"/>
                            </a:moveTo>
                            <a:cubicBezTo>
                              <a:pt x="18114" y="1"/>
                              <a:pt x="14176" y="1144"/>
                              <a:pt x="10859" y="3554"/>
                            </a:cubicBezTo>
                            <a:cubicBezTo>
                              <a:pt x="208" y="11292"/>
                              <a:pt x="0" y="29166"/>
                              <a:pt x="10397" y="43474"/>
                            </a:cubicBezTo>
                            <a:cubicBezTo>
                              <a:pt x="18169" y="54172"/>
                              <a:pt x="35625" y="55522"/>
                              <a:pt x="43938" y="55522"/>
                            </a:cubicBezTo>
                            <a:cubicBezTo>
                              <a:pt x="44195" y="55522"/>
                              <a:pt x="44444" y="55521"/>
                              <a:pt x="44684" y="55518"/>
                            </a:cubicBezTo>
                            <a:cubicBezTo>
                              <a:pt x="47019" y="55494"/>
                              <a:pt x="49085" y="53995"/>
                              <a:pt x="49830" y="51779"/>
                            </a:cubicBezTo>
                            <a:cubicBezTo>
                              <a:pt x="52366" y="44227"/>
                              <a:pt x="56984" y="26479"/>
                              <a:pt x="48970" y="15448"/>
                            </a:cubicBezTo>
                            <a:cubicBezTo>
                              <a:pt x="41810" y="5595"/>
                              <a:pt x="31490" y="1"/>
                              <a:pt x="22278" y="1"/>
                            </a:cubicBezTo>
                            <a:close/>
                          </a:path>
                        </a:pathLst>
                      </a:custGeom>
                      <a:solidFill>
                        <a:srgbClr val="667E92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349" name="Google Shape;12869;p131">
                        <a:extLst>
                          <a:ext uri="{FF2B5EF4-FFF2-40B4-BE49-F238E27FC236}">
                            <a16:creationId xmlns:a16="http://schemas.microsoft.com/office/drawing/2014/main" id="{1EC4B78A-4500-EC45-EDAC-E57D327816F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62324" y="1547767"/>
                        <a:ext cx="253292" cy="246805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0221" h="39191" extrusionOk="0">
                            <a:moveTo>
                              <a:pt x="15724" y="1"/>
                            </a:moveTo>
                            <a:cubicBezTo>
                              <a:pt x="12785" y="1"/>
                              <a:pt x="10006" y="808"/>
                              <a:pt x="7665" y="2508"/>
                            </a:cubicBezTo>
                            <a:cubicBezTo>
                              <a:pt x="146" y="7971"/>
                              <a:pt x="0" y="20586"/>
                              <a:pt x="7339" y="30686"/>
                            </a:cubicBezTo>
                            <a:cubicBezTo>
                              <a:pt x="12827" y="38240"/>
                              <a:pt x="25156" y="39191"/>
                              <a:pt x="31020" y="39191"/>
                            </a:cubicBezTo>
                            <a:cubicBezTo>
                              <a:pt x="31200" y="39191"/>
                              <a:pt x="31373" y="39190"/>
                              <a:pt x="31540" y="39188"/>
                            </a:cubicBezTo>
                            <a:cubicBezTo>
                              <a:pt x="33188" y="39171"/>
                              <a:pt x="34646" y="38111"/>
                              <a:pt x="35173" y="36549"/>
                            </a:cubicBezTo>
                            <a:cubicBezTo>
                              <a:pt x="36962" y="31218"/>
                              <a:pt x="40221" y="18689"/>
                              <a:pt x="34564" y="10904"/>
                            </a:cubicBezTo>
                            <a:cubicBezTo>
                              <a:pt x="29511" y="3949"/>
                              <a:pt x="22226" y="1"/>
                              <a:pt x="15724" y="1"/>
                            </a:cubicBezTo>
                            <a:close/>
                          </a:path>
                        </a:pathLst>
                      </a:custGeom>
                      <a:solidFill>
                        <a:srgbClr val="A5B7C5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  <p:grpSp>
                  <p:nvGrpSpPr>
                    <p:cNvPr id="341" name="Google Shape;12870;p131">
                      <a:extLst>
                        <a:ext uri="{FF2B5EF4-FFF2-40B4-BE49-F238E27FC236}">
                          <a16:creationId xmlns:a16="http://schemas.microsoft.com/office/drawing/2014/main" id="{5213A32E-A51A-B685-B081-7597078137B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851133" y="1305635"/>
                      <a:ext cx="407089" cy="305057"/>
                      <a:chOff x="2851133" y="1305635"/>
                      <a:chExt cx="407089" cy="305057"/>
                    </a:xfrm>
                  </p:grpSpPr>
                  <p:sp>
                    <p:nvSpPr>
                      <p:cNvPr id="346" name="Google Shape;12871;p131">
                        <a:extLst>
                          <a:ext uri="{FF2B5EF4-FFF2-40B4-BE49-F238E27FC236}">
                            <a16:creationId xmlns:a16="http://schemas.microsoft.com/office/drawing/2014/main" id="{23F2DE99-3F60-632D-5525-15EEB4F385F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51133" y="1305635"/>
                        <a:ext cx="407089" cy="30505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64643" h="48441" extrusionOk="0">
                            <a:moveTo>
                              <a:pt x="33890" y="0"/>
                            </a:moveTo>
                            <a:cubicBezTo>
                              <a:pt x="31613" y="0"/>
                              <a:pt x="29351" y="310"/>
                              <a:pt x="27159" y="1022"/>
                            </a:cubicBezTo>
                            <a:cubicBezTo>
                              <a:pt x="10340" y="6488"/>
                              <a:pt x="1" y="21070"/>
                              <a:pt x="4069" y="33592"/>
                            </a:cubicBezTo>
                            <a:cubicBezTo>
                              <a:pt x="7091" y="42892"/>
                              <a:pt x="17210" y="48440"/>
                              <a:pt x="29109" y="48440"/>
                            </a:cubicBezTo>
                            <a:cubicBezTo>
                              <a:pt x="33230" y="48440"/>
                              <a:pt x="37566" y="47775"/>
                              <a:pt x="41894" y="46368"/>
                            </a:cubicBezTo>
                            <a:cubicBezTo>
                              <a:pt x="54859" y="42156"/>
                              <a:pt x="61556" y="25084"/>
                              <a:pt x="63944" y="17481"/>
                            </a:cubicBezTo>
                            <a:cubicBezTo>
                              <a:pt x="64643" y="15252"/>
                              <a:pt x="63854" y="12824"/>
                              <a:pt x="61978" y="11431"/>
                            </a:cubicBezTo>
                            <a:cubicBezTo>
                              <a:pt x="56659" y="7487"/>
                              <a:pt x="45090" y="0"/>
                              <a:pt x="33890" y="0"/>
                            </a:cubicBezTo>
                            <a:close/>
                          </a:path>
                        </a:pathLst>
                      </a:custGeom>
                      <a:solidFill>
                        <a:srgbClr val="869FB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347" name="Google Shape;12872;p131">
                        <a:extLst>
                          <a:ext uri="{FF2B5EF4-FFF2-40B4-BE49-F238E27FC236}">
                            <a16:creationId xmlns:a16="http://schemas.microsoft.com/office/drawing/2014/main" id="{A577D24C-6B88-B61B-CDF2-05E48B6DFEF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4108" y="1349849"/>
                        <a:ext cx="287349" cy="21532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5629" h="34192" extrusionOk="0">
                            <a:moveTo>
                              <a:pt x="23922" y="0"/>
                            </a:moveTo>
                            <a:cubicBezTo>
                              <a:pt x="22315" y="0"/>
                              <a:pt x="20718" y="219"/>
                              <a:pt x="19171" y="721"/>
                            </a:cubicBezTo>
                            <a:cubicBezTo>
                              <a:pt x="7297" y="4578"/>
                              <a:pt x="1" y="14871"/>
                              <a:pt x="2873" y="23711"/>
                            </a:cubicBezTo>
                            <a:cubicBezTo>
                              <a:pt x="5006" y="30275"/>
                              <a:pt x="12149" y="34191"/>
                              <a:pt x="20548" y="34191"/>
                            </a:cubicBezTo>
                            <a:cubicBezTo>
                              <a:pt x="23457" y="34191"/>
                              <a:pt x="26517" y="33722"/>
                              <a:pt x="29571" y="32729"/>
                            </a:cubicBezTo>
                            <a:cubicBezTo>
                              <a:pt x="38723" y="29754"/>
                              <a:pt x="43449" y="17704"/>
                              <a:pt x="45134" y="12339"/>
                            </a:cubicBezTo>
                            <a:cubicBezTo>
                              <a:pt x="45629" y="10764"/>
                              <a:pt x="45072" y="9052"/>
                              <a:pt x="43747" y="8069"/>
                            </a:cubicBezTo>
                            <a:cubicBezTo>
                              <a:pt x="39994" y="5284"/>
                              <a:pt x="31827" y="0"/>
                              <a:pt x="23922" y="0"/>
                            </a:cubicBezTo>
                            <a:close/>
                          </a:path>
                        </a:pathLst>
                      </a:custGeom>
                      <a:solidFill>
                        <a:srgbClr val="A5B7C5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  <p:grpSp>
                  <p:nvGrpSpPr>
                    <p:cNvPr id="342" name="Google Shape;12873;p131">
                      <a:extLst>
                        <a:ext uri="{FF2B5EF4-FFF2-40B4-BE49-F238E27FC236}">
                          <a16:creationId xmlns:a16="http://schemas.microsoft.com/office/drawing/2014/main" id="{622E2ACA-FFF9-E316-BEE3-FCF4238BF5C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727495" y="1120652"/>
                      <a:ext cx="300271" cy="396358"/>
                      <a:chOff x="2727495" y="1120652"/>
                      <a:chExt cx="300271" cy="396358"/>
                    </a:xfrm>
                  </p:grpSpPr>
                  <p:sp>
                    <p:nvSpPr>
                      <p:cNvPr id="344" name="Google Shape;12874;p131">
                        <a:extLst>
                          <a:ext uri="{FF2B5EF4-FFF2-40B4-BE49-F238E27FC236}">
                            <a16:creationId xmlns:a16="http://schemas.microsoft.com/office/drawing/2014/main" id="{E2F1DC2C-94DF-9E5C-D4A1-2A67AF344EA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727495" y="1120652"/>
                        <a:ext cx="300271" cy="396358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47681" h="62939" extrusionOk="0">
                            <a:moveTo>
                              <a:pt x="23841" y="1"/>
                            </a:moveTo>
                            <a:cubicBezTo>
                              <a:pt x="22726" y="1"/>
                              <a:pt x="21612" y="340"/>
                              <a:pt x="20660" y="1017"/>
                            </a:cubicBezTo>
                            <a:cubicBezTo>
                              <a:pt x="14168" y="5636"/>
                              <a:pt x="0" y="17280"/>
                              <a:pt x="0" y="30914"/>
                            </a:cubicBezTo>
                            <a:cubicBezTo>
                              <a:pt x="0" y="48601"/>
                              <a:pt x="10674" y="62939"/>
                              <a:pt x="23841" y="62939"/>
                            </a:cubicBezTo>
                            <a:cubicBezTo>
                              <a:pt x="37007" y="62939"/>
                              <a:pt x="47681" y="48600"/>
                              <a:pt x="47681" y="30914"/>
                            </a:cubicBezTo>
                            <a:cubicBezTo>
                              <a:pt x="47681" y="17280"/>
                              <a:pt x="33513" y="5636"/>
                              <a:pt x="27022" y="1017"/>
                            </a:cubicBezTo>
                            <a:cubicBezTo>
                              <a:pt x="26069" y="340"/>
                              <a:pt x="24955" y="1"/>
                              <a:pt x="23841" y="1"/>
                            </a:cubicBezTo>
                            <a:close/>
                          </a:path>
                        </a:pathLst>
                      </a:custGeom>
                      <a:solidFill>
                        <a:srgbClr val="CFD9E0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345" name="Google Shape;12875;p131">
                        <a:extLst>
                          <a:ext uri="{FF2B5EF4-FFF2-40B4-BE49-F238E27FC236}">
                            <a16:creationId xmlns:a16="http://schemas.microsoft.com/office/drawing/2014/main" id="{27D8B76D-FD35-984E-D713-F2D7E6C1DC7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771659" y="1178948"/>
                        <a:ext cx="211942" cy="27976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3655" h="44425" extrusionOk="0">
                            <a:moveTo>
                              <a:pt x="16828" y="0"/>
                            </a:moveTo>
                            <a:cubicBezTo>
                              <a:pt x="16042" y="0"/>
                              <a:pt x="15255" y="240"/>
                              <a:pt x="14583" y="718"/>
                            </a:cubicBezTo>
                            <a:cubicBezTo>
                              <a:pt x="10001" y="3978"/>
                              <a:pt x="1" y="12199"/>
                              <a:pt x="1" y="21821"/>
                            </a:cubicBezTo>
                            <a:cubicBezTo>
                              <a:pt x="1" y="34304"/>
                              <a:pt x="7534" y="44424"/>
                              <a:pt x="16828" y="44424"/>
                            </a:cubicBezTo>
                            <a:cubicBezTo>
                              <a:pt x="26121" y="44424"/>
                              <a:pt x="33654" y="34304"/>
                              <a:pt x="33654" y="21821"/>
                            </a:cubicBezTo>
                            <a:cubicBezTo>
                              <a:pt x="33654" y="12197"/>
                              <a:pt x="23654" y="3978"/>
                              <a:pt x="19072" y="718"/>
                            </a:cubicBezTo>
                            <a:cubicBezTo>
                              <a:pt x="18401" y="240"/>
                              <a:pt x="17615" y="0"/>
                              <a:pt x="16828" y="0"/>
                            </a:cubicBezTo>
                            <a:close/>
                          </a:path>
                        </a:pathLst>
                      </a:custGeom>
                      <a:solidFill>
                        <a:srgbClr val="A5B7C5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</p:grpSp>
              <p:grpSp>
                <p:nvGrpSpPr>
                  <p:cNvPr id="330" name="Google Shape;12876;p131">
                    <a:extLst>
                      <a:ext uri="{FF2B5EF4-FFF2-40B4-BE49-F238E27FC236}">
                        <a16:creationId xmlns:a16="http://schemas.microsoft.com/office/drawing/2014/main" id="{7064FEB2-FD23-9BED-C873-325F1278B78D}"/>
                      </a:ext>
                    </a:extLst>
                  </p:cNvPr>
                  <p:cNvGrpSpPr/>
                  <p:nvPr/>
                </p:nvGrpSpPr>
                <p:grpSpPr>
                  <a:xfrm>
                    <a:off x="2722305" y="1350460"/>
                    <a:ext cx="308357" cy="308344"/>
                    <a:chOff x="2722305" y="1350460"/>
                    <a:chExt cx="308357" cy="308344"/>
                  </a:xfrm>
                </p:grpSpPr>
                <p:sp>
                  <p:nvSpPr>
                    <p:cNvPr id="331" name="Google Shape;12877;p131">
                      <a:extLst>
                        <a:ext uri="{FF2B5EF4-FFF2-40B4-BE49-F238E27FC236}">
                          <a16:creationId xmlns:a16="http://schemas.microsoft.com/office/drawing/2014/main" id="{D70644F5-8023-106E-D8CE-71387E9ECA0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722305" y="1350460"/>
                      <a:ext cx="308357" cy="30834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8965" h="48963" extrusionOk="0">
                          <a:moveTo>
                            <a:pt x="24483" y="0"/>
                          </a:moveTo>
                          <a:cubicBezTo>
                            <a:pt x="17990" y="0"/>
                            <a:pt x="11762" y="2578"/>
                            <a:pt x="7172" y="7170"/>
                          </a:cubicBezTo>
                          <a:cubicBezTo>
                            <a:pt x="2580" y="11762"/>
                            <a:pt x="0" y="17988"/>
                            <a:pt x="0" y="24481"/>
                          </a:cubicBezTo>
                          <a:cubicBezTo>
                            <a:pt x="0" y="30974"/>
                            <a:pt x="2580" y="37202"/>
                            <a:pt x="7172" y="41792"/>
                          </a:cubicBezTo>
                          <a:cubicBezTo>
                            <a:pt x="11762" y="46384"/>
                            <a:pt x="17990" y="48962"/>
                            <a:pt x="24483" y="48962"/>
                          </a:cubicBezTo>
                          <a:cubicBezTo>
                            <a:pt x="30976" y="48962"/>
                            <a:pt x="37202" y="46384"/>
                            <a:pt x="41794" y="41792"/>
                          </a:cubicBezTo>
                          <a:cubicBezTo>
                            <a:pt x="46386" y="37202"/>
                            <a:pt x="48964" y="30974"/>
                            <a:pt x="48964" y="24481"/>
                          </a:cubicBezTo>
                          <a:cubicBezTo>
                            <a:pt x="48964" y="17988"/>
                            <a:pt x="46386" y="11762"/>
                            <a:pt x="41794" y="7170"/>
                          </a:cubicBezTo>
                          <a:cubicBezTo>
                            <a:pt x="37202" y="2578"/>
                            <a:pt x="30976" y="0"/>
                            <a:pt x="24483" y="0"/>
                          </a:cubicBez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grpSp>
                  <p:nvGrpSpPr>
                    <p:cNvPr id="332" name="Google Shape;12878;p131">
                      <a:extLst>
                        <a:ext uri="{FF2B5EF4-FFF2-40B4-BE49-F238E27FC236}">
                          <a16:creationId xmlns:a16="http://schemas.microsoft.com/office/drawing/2014/main" id="{B95BB5FF-7648-95A8-3A48-44F03B5D10E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725064" y="1364529"/>
                      <a:ext cx="297954" cy="280182"/>
                      <a:chOff x="2725064" y="1364529"/>
                      <a:chExt cx="297954" cy="280182"/>
                    </a:xfrm>
                  </p:grpSpPr>
                  <p:sp>
                    <p:nvSpPr>
                      <p:cNvPr id="333" name="Google Shape;12879;p131">
                        <a:extLst>
                          <a:ext uri="{FF2B5EF4-FFF2-40B4-BE49-F238E27FC236}">
                            <a16:creationId xmlns:a16="http://schemas.microsoft.com/office/drawing/2014/main" id="{931C38BD-AC56-ADF9-AD6C-3901B5F1730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743100" y="1541306"/>
                        <a:ext cx="133551" cy="103405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1207" h="16420" extrusionOk="0">
                            <a:moveTo>
                              <a:pt x="3036" y="0"/>
                            </a:moveTo>
                            <a:lnTo>
                              <a:pt x="0" y="986"/>
                            </a:lnTo>
                            <a:cubicBezTo>
                              <a:pt x="722" y="3230"/>
                              <a:pt x="1796" y="5346"/>
                              <a:pt x="3182" y="7254"/>
                            </a:cubicBezTo>
                            <a:cubicBezTo>
                              <a:pt x="7535" y="13245"/>
                              <a:pt x="14318" y="16420"/>
                              <a:pt x="21196" y="16420"/>
                            </a:cubicBezTo>
                            <a:cubicBezTo>
                              <a:pt x="21200" y="16420"/>
                              <a:pt x="21203" y="16420"/>
                              <a:pt x="21207" y="16420"/>
                            </a:cubicBezTo>
                            <a:lnTo>
                              <a:pt x="21207" y="13228"/>
                            </a:lnTo>
                            <a:cubicBezTo>
                              <a:pt x="21203" y="13228"/>
                              <a:pt x="21200" y="13228"/>
                              <a:pt x="21196" y="13228"/>
                            </a:cubicBezTo>
                            <a:cubicBezTo>
                              <a:pt x="15304" y="13228"/>
                              <a:pt x="9492" y="10509"/>
                              <a:pt x="5763" y="5378"/>
                            </a:cubicBezTo>
                            <a:cubicBezTo>
                              <a:pt x="4574" y="3741"/>
                              <a:pt x="3654" y="1926"/>
                              <a:pt x="3036" y="0"/>
                            </a:cubicBezTo>
                            <a:close/>
                          </a:path>
                        </a:pathLst>
                      </a:custGeom>
                      <a:solidFill>
                        <a:srgbClr val="445D73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334" name="Google Shape;12880;p131">
                        <a:extLst>
                          <a:ext uri="{FF2B5EF4-FFF2-40B4-BE49-F238E27FC236}">
                            <a16:creationId xmlns:a16="http://schemas.microsoft.com/office/drawing/2014/main" id="{63435A35-9CDA-D051-F0E4-759C8B59897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46887" y="1391180"/>
                        <a:ext cx="76130" cy="156241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2089" h="24810" extrusionOk="0">
                            <a:moveTo>
                              <a:pt x="1876" y="0"/>
                            </a:moveTo>
                            <a:lnTo>
                              <a:pt x="0" y="2583"/>
                            </a:lnTo>
                            <a:cubicBezTo>
                              <a:pt x="1626" y="3761"/>
                              <a:pt x="3057" y="5189"/>
                              <a:pt x="4237" y="6815"/>
                            </a:cubicBezTo>
                            <a:cubicBezTo>
                              <a:pt x="7945" y="11917"/>
                              <a:pt x="8749" y="18242"/>
                              <a:pt x="6967" y="23823"/>
                            </a:cubicBezTo>
                            <a:lnTo>
                              <a:pt x="10002" y="24809"/>
                            </a:lnTo>
                            <a:cubicBezTo>
                              <a:pt x="12089" y="18290"/>
                              <a:pt x="11151" y="10899"/>
                              <a:pt x="6820" y="4938"/>
                            </a:cubicBezTo>
                            <a:cubicBezTo>
                              <a:pt x="5442" y="3041"/>
                              <a:pt x="3774" y="1375"/>
                              <a:pt x="1876" y="0"/>
                            </a:cubicBezTo>
                            <a:close/>
                          </a:path>
                        </a:pathLst>
                      </a:custGeom>
                      <a:solidFill>
                        <a:srgbClr val="869FB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335" name="Google Shape;12881;p131">
                        <a:extLst>
                          <a:ext uri="{FF2B5EF4-FFF2-40B4-BE49-F238E27FC236}">
                            <a16:creationId xmlns:a16="http://schemas.microsoft.com/office/drawing/2014/main" id="{9140C2BA-0B66-6DED-747B-042ABDA3CA1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794481" y="1364529"/>
                        <a:ext cx="164226" cy="4292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6078" h="6816" extrusionOk="0">
                            <a:moveTo>
                              <a:pt x="12998" y="1"/>
                            </a:moveTo>
                            <a:cubicBezTo>
                              <a:pt x="8487" y="1"/>
                              <a:pt x="3935" y="1369"/>
                              <a:pt x="0" y="4210"/>
                            </a:cubicBezTo>
                            <a:lnTo>
                              <a:pt x="1876" y="6793"/>
                            </a:lnTo>
                            <a:cubicBezTo>
                              <a:pt x="5245" y="4363"/>
                              <a:pt x="9141" y="3193"/>
                              <a:pt x="13002" y="3193"/>
                            </a:cubicBezTo>
                            <a:cubicBezTo>
                              <a:pt x="16976" y="3193"/>
                              <a:pt x="20914" y="4433"/>
                              <a:pt x="24201" y="6815"/>
                            </a:cubicBezTo>
                            <a:lnTo>
                              <a:pt x="26077" y="4232"/>
                            </a:lnTo>
                            <a:cubicBezTo>
                              <a:pt x="22239" y="1449"/>
                              <a:pt x="17641" y="1"/>
                              <a:pt x="12998" y="1"/>
                            </a:cubicBezTo>
                            <a:close/>
                          </a:path>
                        </a:pathLst>
                      </a:custGeom>
                      <a:solidFill>
                        <a:srgbClr val="CFD9E0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336" name="Google Shape;12882;p131">
                        <a:extLst>
                          <a:ext uri="{FF2B5EF4-FFF2-40B4-BE49-F238E27FC236}">
                            <a16:creationId xmlns:a16="http://schemas.microsoft.com/office/drawing/2014/main" id="{20290BC0-728C-09C2-9C13-35E15AAEE2D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876645" y="1541193"/>
                        <a:ext cx="133243" cy="103518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1158" h="16438" extrusionOk="0">
                            <a:moveTo>
                              <a:pt x="18123" y="1"/>
                            </a:moveTo>
                            <a:cubicBezTo>
                              <a:pt x="16894" y="3864"/>
                              <a:pt x="14459" y="7233"/>
                              <a:pt x="11175" y="9612"/>
                            </a:cubicBezTo>
                            <a:cubicBezTo>
                              <a:pt x="7931" y="11974"/>
                              <a:pt x="4021" y="13246"/>
                              <a:pt x="8" y="13246"/>
                            </a:cubicBezTo>
                            <a:cubicBezTo>
                              <a:pt x="6" y="13246"/>
                              <a:pt x="3" y="13246"/>
                              <a:pt x="1" y="13246"/>
                            </a:cubicBezTo>
                            <a:lnTo>
                              <a:pt x="1" y="16438"/>
                            </a:lnTo>
                            <a:cubicBezTo>
                              <a:pt x="4532" y="16436"/>
                              <a:pt x="9106" y="15060"/>
                              <a:pt x="13053" y="12192"/>
                            </a:cubicBezTo>
                            <a:cubicBezTo>
                              <a:pt x="17030" y="9301"/>
                              <a:pt x="19767" y="5338"/>
                              <a:pt x="21157" y="988"/>
                            </a:cubicBezTo>
                            <a:lnTo>
                              <a:pt x="18123" y="1"/>
                            </a:lnTo>
                            <a:close/>
                          </a:path>
                        </a:pathLst>
                      </a:custGeom>
                      <a:solidFill>
                        <a:srgbClr val="667E92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337" name="Google Shape;12883;p131">
                        <a:extLst>
                          <a:ext uri="{FF2B5EF4-FFF2-40B4-BE49-F238E27FC236}">
                            <a16:creationId xmlns:a16="http://schemas.microsoft.com/office/drawing/2014/main" id="{4E929109-EC82-8487-FDA6-30D9CCF799D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725064" y="1391035"/>
                        <a:ext cx="81238" cy="156487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2900" h="24849" extrusionOk="0">
                            <a:moveTo>
                              <a:pt x="11023" y="1"/>
                            </a:moveTo>
                            <a:cubicBezTo>
                              <a:pt x="11006" y="13"/>
                              <a:pt x="10987" y="26"/>
                              <a:pt x="10967" y="39"/>
                            </a:cubicBezTo>
                            <a:cubicBezTo>
                              <a:pt x="2989" y="5836"/>
                              <a:pt x="1" y="15945"/>
                              <a:pt x="2866" y="24848"/>
                            </a:cubicBezTo>
                            <a:lnTo>
                              <a:pt x="5900" y="23861"/>
                            </a:lnTo>
                            <a:cubicBezTo>
                              <a:pt x="3451" y="16238"/>
                              <a:pt x="6012" y="7585"/>
                              <a:pt x="12845" y="2622"/>
                            </a:cubicBezTo>
                            <a:cubicBezTo>
                              <a:pt x="12862" y="2608"/>
                              <a:pt x="12882" y="2597"/>
                              <a:pt x="12899" y="2584"/>
                            </a:cubicBezTo>
                            <a:lnTo>
                              <a:pt x="11023" y="1"/>
                            </a:lnTo>
                            <a:close/>
                          </a:path>
                        </a:pathLst>
                      </a:custGeom>
                      <a:solidFill>
                        <a:srgbClr val="213B55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</p:grpSp>
            </p:grpSp>
          </p:grpSp>
          <p:sp>
            <p:nvSpPr>
              <p:cNvPr id="321" name="Google Shape;12884;p131">
                <a:extLst>
                  <a:ext uri="{FF2B5EF4-FFF2-40B4-BE49-F238E27FC236}">
                    <a16:creationId xmlns:a16="http://schemas.microsoft.com/office/drawing/2014/main" id="{1E3014A8-4FCB-C9CC-C6B1-F34D0CA95AF8}"/>
                  </a:ext>
                </a:extLst>
              </p:cNvPr>
              <p:cNvSpPr/>
              <p:nvPr/>
            </p:nvSpPr>
            <p:spPr>
              <a:xfrm>
                <a:off x="2621966" y="1245876"/>
                <a:ext cx="114832" cy="86149"/>
              </a:xfrm>
              <a:custGeom>
                <a:avLst/>
                <a:gdLst/>
                <a:ahLst/>
                <a:cxnLst/>
                <a:rect l="l" t="t" r="r" b="b"/>
                <a:pathLst>
                  <a:path w="10285" h="7716" extrusionOk="0">
                    <a:moveTo>
                      <a:pt x="10284" y="1"/>
                    </a:moveTo>
                    <a:lnTo>
                      <a:pt x="7413" y="282"/>
                    </a:lnTo>
                    <a:lnTo>
                      <a:pt x="7949" y="1144"/>
                    </a:lnTo>
                    <a:cubicBezTo>
                      <a:pt x="4966" y="2788"/>
                      <a:pt x="2280" y="4920"/>
                      <a:pt x="0" y="7451"/>
                    </a:cubicBezTo>
                    <a:lnTo>
                      <a:pt x="294" y="7716"/>
                    </a:lnTo>
                    <a:cubicBezTo>
                      <a:pt x="2547" y="5212"/>
                      <a:pt x="5206" y="3102"/>
                      <a:pt x="8156" y="1479"/>
                    </a:cubicBezTo>
                    <a:lnTo>
                      <a:pt x="8760" y="2450"/>
                    </a:ln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Google Shape;12885;p131">
                <a:extLst>
                  <a:ext uri="{FF2B5EF4-FFF2-40B4-BE49-F238E27FC236}">
                    <a16:creationId xmlns:a16="http://schemas.microsoft.com/office/drawing/2014/main" id="{E9E7E50B-6CD8-9FA6-C85A-4FB9002C3BD6}"/>
                  </a:ext>
                </a:extLst>
              </p:cNvPr>
              <p:cNvSpPr/>
              <p:nvPr/>
            </p:nvSpPr>
            <p:spPr>
              <a:xfrm>
                <a:off x="2517909" y="1600456"/>
                <a:ext cx="54396" cy="134951"/>
              </a:xfrm>
              <a:custGeom>
                <a:avLst/>
                <a:gdLst/>
                <a:ahLst/>
                <a:cxnLst/>
                <a:rect l="l" t="t" r="r" b="b"/>
                <a:pathLst>
                  <a:path w="4872" h="12087" extrusionOk="0">
                    <a:moveTo>
                      <a:pt x="4871" y="11889"/>
                    </a:moveTo>
                    <a:cubicBezTo>
                      <a:pt x="3186" y="8971"/>
                      <a:pt x="2004" y="5793"/>
                      <a:pt x="1370" y="2482"/>
                    </a:cubicBezTo>
                    <a:lnTo>
                      <a:pt x="2481" y="2209"/>
                    </a:lnTo>
                    <a:lnTo>
                      <a:pt x="620" y="0"/>
                    </a:lnTo>
                    <a:lnTo>
                      <a:pt x="1" y="2820"/>
                    </a:lnTo>
                    <a:lnTo>
                      <a:pt x="987" y="2578"/>
                    </a:lnTo>
                    <a:cubicBezTo>
                      <a:pt x="1629" y="5923"/>
                      <a:pt x="2827" y="9136"/>
                      <a:pt x="4530" y="12087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Google Shape;12886;p131">
                <a:extLst>
                  <a:ext uri="{FF2B5EF4-FFF2-40B4-BE49-F238E27FC236}">
                    <a16:creationId xmlns:a16="http://schemas.microsoft.com/office/drawing/2014/main" id="{476D9DD8-BDB5-E34C-7A4E-E1AA1DEF23D4}"/>
                  </a:ext>
                </a:extLst>
              </p:cNvPr>
              <p:cNvSpPr/>
              <p:nvPr/>
            </p:nvSpPr>
            <p:spPr>
              <a:xfrm>
                <a:off x="3174265" y="1614044"/>
                <a:ext cx="46346" cy="135275"/>
              </a:xfrm>
              <a:custGeom>
                <a:avLst/>
                <a:gdLst/>
                <a:ahLst/>
                <a:cxnLst/>
                <a:rect l="l" t="t" r="r" b="b"/>
                <a:pathLst>
                  <a:path w="4151" h="12116" extrusionOk="0">
                    <a:moveTo>
                      <a:pt x="4150" y="41"/>
                    </a:moveTo>
                    <a:lnTo>
                      <a:pt x="3759" y="0"/>
                    </a:lnTo>
                    <a:cubicBezTo>
                      <a:pt x="3405" y="3350"/>
                      <a:pt x="2494" y="6618"/>
                      <a:pt x="1059" y="9668"/>
                    </a:cubicBezTo>
                    <a:lnTo>
                      <a:pt x="0" y="9237"/>
                    </a:lnTo>
                    <a:lnTo>
                      <a:pt x="208" y="12116"/>
                    </a:lnTo>
                    <a:lnTo>
                      <a:pt x="2367" y="10200"/>
                    </a:lnTo>
                    <a:lnTo>
                      <a:pt x="1426" y="9817"/>
                    </a:lnTo>
                    <a:cubicBezTo>
                      <a:pt x="2873" y="6733"/>
                      <a:pt x="3793" y="3429"/>
                      <a:pt x="4150" y="41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Google Shape;12887;p131">
                <a:extLst>
                  <a:ext uri="{FF2B5EF4-FFF2-40B4-BE49-F238E27FC236}">
                    <a16:creationId xmlns:a16="http://schemas.microsoft.com/office/drawing/2014/main" id="{26EC35B1-4FFB-64DB-4467-A064AFEFE2ED}"/>
                  </a:ext>
                </a:extLst>
              </p:cNvPr>
              <p:cNvSpPr/>
              <p:nvPr/>
            </p:nvSpPr>
            <p:spPr>
              <a:xfrm>
                <a:off x="3023194" y="1254350"/>
                <a:ext cx="116417" cy="83525"/>
              </a:xfrm>
              <a:custGeom>
                <a:avLst/>
                <a:gdLst/>
                <a:ahLst/>
                <a:cxnLst/>
                <a:rect l="l" t="t" r="r" b="b"/>
                <a:pathLst>
                  <a:path w="10427" h="7481" extrusionOk="0">
                    <a:moveTo>
                      <a:pt x="10427" y="7480"/>
                    </a:moveTo>
                    <a:lnTo>
                      <a:pt x="9270" y="4835"/>
                    </a:lnTo>
                    <a:lnTo>
                      <a:pt x="8616" y="5611"/>
                    </a:lnTo>
                    <a:cubicBezTo>
                      <a:pt x="6131" y="3282"/>
                      <a:pt x="3273" y="1386"/>
                      <a:pt x="160" y="1"/>
                    </a:cubicBezTo>
                    <a:lnTo>
                      <a:pt x="0" y="361"/>
                    </a:lnTo>
                    <a:cubicBezTo>
                      <a:pt x="3078" y="1731"/>
                      <a:pt x="5904" y="3608"/>
                      <a:pt x="8362" y="5913"/>
                    </a:cubicBezTo>
                    <a:lnTo>
                      <a:pt x="7624" y="6787"/>
                    </a:ln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Google Shape;12888;p131">
                <a:extLst>
                  <a:ext uri="{FF2B5EF4-FFF2-40B4-BE49-F238E27FC236}">
                    <a16:creationId xmlns:a16="http://schemas.microsoft.com/office/drawing/2014/main" id="{4110312B-9EA5-B05F-A14D-FCCD42F2EA58}"/>
                  </a:ext>
                </a:extLst>
              </p:cNvPr>
              <p:cNvSpPr/>
              <p:nvPr/>
            </p:nvSpPr>
            <p:spPr>
              <a:xfrm rot="8660313">
                <a:off x="2818264" y="1861446"/>
                <a:ext cx="116433" cy="83536"/>
              </a:xfrm>
              <a:custGeom>
                <a:avLst/>
                <a:gdLst/>
                <a:ahLst/>
                <a:cxnLst/>
                <a:rect l="l" t="t" r="r" b="b"/>
                <a:pathLst>
                  <a:path w="10427" h="7481" extrusionOk="0">
                    <a:moveTo>
                      <a:pt x="10427" y="7480"/>
                    </a:moveTo>
                    <a:lnTo>
                      <a:pt x="9270" y="4835"/>
                    </a:lnTo>
                    <a:lnTo>
                      <a:pt x="8616" y="5611"/>
                    </a:lnTo>
                    <a:cubicBezTo>
                      <a:pt x="6131" y="3282"/>
                      <a:pt x="3273" y="1386"/>
                      <a:pt x="160" y="1"/>
                    </a:cubicBezTo>
                    <a:lnTo>
                      <a:pt x="0" y="361"/>
                    </a:lnTo>
                    <a:cubicBezTo>
                      <a:pt x="3078" y="1731"/>
                      <a:pt x="5904" y="3608"/>
                      <a:pt x="8362" y="5913"/>
                    </a:cubicBezTo>
                    <a:lnTo>
                      <a:pt x="7624" y="6787"/>
                    </a:ln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5" name="Google Shape;12889;p131">
              <a:extLst>
                <a:ext uri="{FF2B5EF4-FFF2-40B4-BE49-F238E27FC236}">
                  <a16:creationId xmlns:a16="http://schemas.microsoft.com/office/drawing/2014/main" id="{B9F0A4BD-34C4-25E0-9100-85A213FECE23}"/>
                </a:ext>
              </a:extLst>
            </p:cNvPr>
            <p:cNvGrpSpPr/>
            <p:nvPr/>
          </p:nvGrpSpPr>
          <p:grpSpPr>
            <a:xfrm>
              <a:off x="4465598" y="4084593"/>
              <a:ext cx="1753006" cy="660266"/>
              <a:chOff x="3820100" y="3023049"/>
              <a:chExt cx="1303926" cy="491162"/>
            </a:xfrm>
          </p:grpSpPr>
          <p:grpSp>
            <p:nvGrpSpPr>
              <p:cNvPr id="52" name="Google Shape;12890;p131">
                <a:extLst>
                  <a:ext uri="{FF2B5EF4-FFF2-40B4-BE49-F238E27FC236}">
                    <a16:creationId xmlns:a16="http://schemas.microsoft.com/office/drawing/2014/main" id="{3D177367-6CFB-BF83-7610-E10B76CF7BA3}"/>
                  </a:ext>
                </a:extLst>
              </p:cNvPr>
              <p:cNvGrpSpPr/>
              <p:nvPr/>
            </p:nvGrpSpPr>
            <p:grpSpPr>
              <a:xfrm>
                <a:off x="3820100" y="3023072"/>
                <a:ext cx="1303926" cy="491139"/>
                <a:chOff x="3820100" y="3023072"/>
                <a:chExt cx="1303926" cy="491139"/>
              </a:xfrm>
            </p:grpSpPr>
            <p:sp>
              <p:nvSpPr>
                <p:cNvPr id="62" name="Google Shape;12891;p131">
                  <a:extLst>
                    <a:ext uri="{FF2B5EF4-FFF2-40B4-BE49-F238E27FC236}">
                      <a16:creationId xmlns:a16="http://schemas.microsoft.com/office/drawing/2014/main" id="{A5145D53-C896-8619-05F5-CE0C053649C3}"/>
                    </a:ext>
                  </a:extLst>
                </p:cNvPr>
                <p:cNvSpPr/>
                <p:nvPr/>
              </p:nvSpPr>
              <p:spPr>
                <a:xfrm>
                  <a:off x="3820100" y="3023072"/>
                  <a:ext cx="505424" cy="4911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218" h="43940" extrusionOk="0">
                      <a:moveTo>
                        <a:pt x="0" y="0"/>
                      </a:moveTo>
                      <a:cubicBezTo>
                        <a:pt x="0" y="24200"/>
                        <a:pt x="19796" y="43939"/>
                        <a:pt x="44111" y="43939"/>
                      </a:cubicBezTo>
                      <a:lnTo>
                        <a:pt x="45218" y="43939"/>
                      </a:lnTo>
                      <a:lnTo>
                        <a:pt x="45218" y="34795"/>
                      </a:lnTo>
                      <a:lnTo>
                        <a:pt x="44111" y="34795"/>
                      </a:lnTo>
                      <a:cubicBezTo>
                        <a:pt x="24972" y="34795"/>
                        <a:pt x="9345" y="19439"/>
                        <a:pt x="9103" y="450"/>
                      </a:cubicBezTo>
                      <a:cubicBezTo>
                        <a:pt x="9103" y="301"/>
                        <a:pt x="9100" y="150"/>
                        <a:pt x="9100" y="0"/>
                      </a:cubicBez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" name="Google Shape;12892;p131">
                  <a:extLst>
                    <a:ext uri="{FF2B5EF4-FFF2-40B4-BE49-F238E27FC236}">
                      <a16:creationId xmlns:a16="http://schemas.microsoft.com/office/drawing/2014/main" id="{A7785DCF-44B3-0DCB-0F43-3DB0E20AB0EF}"/>
                    </a:ext>
                  </a:extLst>
                </p:cNvPr>
                <p:cNvSpPr/>
                <p:nvPr/>
              </p:nvSpPr>
              <p:spPr>
                <a:xfrm>
                  <a:off x="4323828" y="3411976"/>
                  <a:ext cx="800197" cy="1022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590" h="9146" extrusionOk="0">
                      <a:moveTo>
                        <a:pt x="1" y="1"/>
                      </a:moveTo>
                      <a:lnTo>
                        <a:pt x="1" y="9145"/>
                      </a:lnTo>
                      <a:lnTo>
                        <a:pt x="71589" y="9145"/>
                      </a:lnTo>
                      <a:lnTo>
                        <a:pt x="71589" y="1"/>
                      </a:ln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3" name="Google Shape;12893;p131">
                <a:extLst>
                  <a:ext uri="{FF2B5EF4-FFF2-40B4-BE49-F238E27FC236}">
                    <a16:creationId xmlns:a16="http://schemas.microsoft.com/office/drawing/2014/main" id="{C6B5232B-9203-9423-9DFC-9EFC09B52BC7}"/>
                  </a:ext>
                </a:extLst>
              </p:cNvPr>
              <p:cNvGrpSpPr/>
              <p:nvPr/>
            </p:nvGrpSpPr>
            <p:grpSpPr>
              <a:xfrm>
                <a:off x="4132439" y="3023645"/>
                <a:ext cx="393633" cy="177096"/>
                <a:chOff x="4132439" y="3023645"/>
                <a:chExt cx="393633" cy="177096"/>
              </a:xfrm>
            </p:grpSpPr>
            <p:sp>
              <p:nvSpPr>
                <p:cNvPr id="60" name="Google Shape;12894;p131">
                  <a:extLst>
                    <a:ext uri="{FF2B5EF4-FFF2-40B4-BE49-F238E27FC236}">
                      <a16:creationId xmlns:a16="http://schemas.microsoft.com/office/drawing/2014/main" id="{AE905643-E74D-6F68-EE03-7A04F10609BA}"/>
                    </a:ext>
                  </a:extLst>
                </p:cNvPr>
                <p:cNvSpPr/>
                <p:nvPr/>
              </p:nvSpPr>
              <p:spPr>
                <a:xfrm>
                  <a:off x="4132439" y="3023645"/>
                  <a:ext cx="190085" cy="1770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006" h="15844" extrusionOk="0">
                      <a:moveTo>
                        <a:pt x="0" y="1"/>
                      </a:moveTo>
                      <a:cubicBezTo>
                        <a:pt x="0" y="5035"/>
                        <a:pt x="2405" y="9521"/>
                        <a:pt x="6124" y="12423"/>
                      </a:cubicBezTo>
                      <a:cubicBezTo>
                        <a:pt x="8932" y="14639"/>
                        <a:pt x="12404" y="15844"/>
                        <a:pt x="15981" y="15844"/>
                      </a:cubicBezTo>
                      <a:lnTo>
                        <a:pt x="17005" y="15844"/>
                      </a:lnTo>
                      <a:lnTo>
                        <a:pt x="17005" y="6962"/>
                      </a:lnTo>
                      <a:lnTo>
                        <a:pt x="15905" y="6962"/>
                      </a:lnTo>
                      <a:cubicBezTo>
                        <a:pt x="12043" y="6962"/>
                        <a:pt x="8822" y="3862"/>
                        <a:pt x="8822" y="1"/>
                      </a:cubicBezTo>
                      <a:close/>
                    </a:path>
                  </a:pathLst>
                </a:custGeom>
                <a:solidFill>
                  <a:srgbClr val="E3E9E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" name="Google Shape;12895;p131">
                  <a:extLst>
                    <a:ext uri="{FF2B5EF4-FFF2-40B4-BE49-F238E27FC236}">
                      <a16:creationId xmlns:a16="http://schemas.microsoft.com/office/drawing/2014/main" id="{C694F116-C218-4C07-809D-EBDAFEB813DB}"/>
                    </a:ext>
                  </a:extLst>
                </p:cNvPr>
                <p:cNvSpPr/>
                <p:nvPr/>
              </p:nvSpPr>
              <p:spPr>
                <a:xfrm>
                  <a:off x="4318649" y="3101461"/>
                  <a:ext cx="207423" cy="992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11" h="8881" extrusionOk="0">
                      <a:moveTo>
                        <a:pt x="0" y="0"/>
                      </a:moveTo>
                      <a:lnTo>
                        <a:pt x="0" y="8880"/>
                      </a:lnTo>
                      <a:lnTo>
                        <a:pt x="18210" y="8880"/>
                      </a:lnTo>
                      <a:lnTo>
                        <a:pt x="18210" y="0"/>
                      </a:lnTo>
                      <a:close/>
                    </a:path>
                  </a:pathLst>
                </a:custGeom>
                <a:solidFill>
                  <a:srgbClr val="E3E9E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4" name="Google Shape;12896;p131">
                <a:extLst>
                  <a:ext uri="{FF2B5EF4-FFF2-40B4-BE49-F238E27FC236}">
                    <a16:creationId xmlns:a16="http://schemas.microsoft.com/office/drawing/2014/main" id="{ACE8A8DD-FAA5-E09B-E281-84D30797939C}"/>
                  </a:ext>
                </a:extLst>
              </p:cNvPr>
              <p:cNvGrpSpPr/>
              <p:nvPr/>
            </p:nvGrpSpPr>
            <p:grpSpPr>
              <a:xfrm>
                <a:off x="3921811" y="3023049"/>
                <a:ext cx="1002397" cy="388943"/>
                <a:chOff x="3921811" y="3023049"/>
                <a:chExt cx="1002397" cy="388943"/>
              </a:xfrm>
            </p:grpSpPr>
            <p:sp>
              <p:nvSpPr>
                <p:cNvPr id="58" name="Google Shape;12897;p131">
                  <a:extLst>
                    <a:ext uri="{FF2B5EF4-FFF2-40B4-BE49-F238E27FC236}">
                      <a16:creationId xmlns:a16="http://schemas.microsoft.com/office/drawing/2014/main" id="{B5B16C20-0477-EA6D-8CCE-83A256DA67C9}"/>
                    </a:ext>
                  </a:extLst>
                </p:cNvPr>
                <p:cNvSpPr/>
                <p:nvPr/>
              </p:nvSpPr>
              <p:spPr>
                <a:xfrm>
                  <a:off x="3921811" y="3023049"/>
                  <a:ext cx="403709" cy="3889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118" h="34797" extrusionOk="0">
                      <a:moveTo>
                        <a:pt x="0" y="1"/>
                      </a:moveTo>
                      <a:cubicBezTo>
                        <a:pt x="0" y="152"/>
                        <a:pt x="3" y="301"/>
                        <a:pt x="3" y="452"/>
                      </a:cubicBezTo>
                      <a:cubicBezTo>
                        <a:pt x="245" y="19441"/>
                        <a:pt x="15879" y="34797"/>
                        <a:pt x="35018" y="34797"/>
                      </a:cubicBezTo>
                      <a:lnTo>
                        <a:pt x="36118" y="34797"/>
                      </a:lnTo>
                      <a:lnTo>
                        <a:pt x="36118" y="25652"/>
                      </a:lnTo>
                      <a:lnTo>
                        <a:pt x="34843" y="25652"/>
                      </a:lnTo>
                      <a:lnTo>
                        <a:pt x="34798" y="25632"/>
                      </a:lnTo>
                      <a:cubicBezTo>
                        <a:pt x="20649" y="25575"/>
                        <a:pt x="9181" y="14193"/>
                        <a:pt x="9115" y="123"/>
                      </a:cubicBezTo>
                      <a:cubicBezTo>
                        <a:pt x="9115" y="81"/>
                        <a:pt x="9108" y="42"/>
                        <a:pt x="9108" y="1"/>
                      </a:cubicBez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" name="Google Shape;12898;p131">
                  <a:extLst>
                    <a:ext uri="{FF2B5EF4-FFF2-40B4-BE49-F238E27FC236}">
                      <a16:creationId xmlns:a16="http://schemas.microsoft.com/office/drawing/2014/main" id="{C05E5893-8921-44E9-FD9A-B0A77539C733}"/>
                    </a:ext>
                  </a:extLst>
                </p:cNvPr>
                <p:cNvSpPr/>
                <p:nvPr/>
              </p:nvSpPr>
              <p:spPr>
                <a:xfrm>
                  <a:off x="4322109" y="3309770"/>
                  <a:ext cx="602098" cy="1022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867" h="9145" extrusionOk="0">
                      <a:moveTo>
                        <a:pt x="1" y="0"/>
                      </a:moveTo>
                      <a:lnTo>
                        <a:pt x="1" y="9145"/>
                      </a:lnTo>
                      <a:lnTo>
                        <a:pt x="53867" y="9145"/>
                      </a:lnTo>
                      <a:lnTo>
                        <a:pt x="53867" y="0"/>
                      </a:lnTo>
                      <a:close/>
                    </a:path>
                  </a:pathLst>
                </a:custGeom>
                <a:solidFill>
                  <a:srgbClr val="869FB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5" name="Google Shape;12899;p131">
                <a:extLst>
                  <a:ext uri="{FF2B5EF4-FFF2-40B4-BE49-F238E27FC236}">
                    <a16:creationId xmlns:a16="http://schemas.microsoft.com/office/drawing/2014/main" id="{4E58CA48-2115-B7EF-FAE3-19AF736E55DB}"/>
                  </a:ext>
                </a:extLst>
              </p:cNvPr>
              <p:cNvGrpSpPr/>
              <p:nvPr/>
            </p:nvGrpSpPr>
            <p:grpSpPr>
              <a:xfrm>
                <a:off x="4023645" y="3023049"/>
                <a:ext cx="683032" cy="286722"/>
                <a:chOff x="4023645" y="3023049"/>
                <a:chExt cx="683032" cy="286722"/>
              </a:xfrm>
            </p:grpSpPr>
            <p:sp>
              <p:nvSpPr>
                <p:cNvPr id="56" name="Google Shape;12900;p131">
                  <a:extLst>
                    <a:ext uri="{FF2B5EF4-FFF2-40B4-BE49-F238E27FC236}">
                      <a16:creationId xmlns:a16="http://schemas.microsoft.com/office/drawing/2014/main" id="{A5165F47-7C0A-2A81-6C13-AA95782D2737}"/>
                    </a:ext>
                  </a:extLst>
                </p:cNvPr>
                <p:cNvSpPr/>
                <p:nvPr/>
              </p:nvSpPr>
              <p:spPr>
                <a:xfrm>
                  <a:off x="4023645" y="3023049"/>
                  <a:ext cx="300664" cy="2865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99" h="25634" extrusionOk="0">
                      <a:moveTo>
                        <a:pt x="1" y="1"/>
                      </a:moveTo>
                      <a:cubicBezTo>
                        <a:pt x="1" y="42"/>
                        <a:pt x="4" y="81"/>
                        <a:pt x="4" y="121"/>
                      </a:cubicBezTo>
                      <a:cubicBezTo>
                        <a:pt x="70" y="14193"/>
                        <a:pt x="11538" y="25575"/>
                        <a:pt x="25687" y="25630"/>
                      </a:cubicBezTo>
                      <a:cubicBezTo>
                        <a:pt x="25723" y="25630"/>
                        <a:pt x="25757" y="25634"/>
                        <a:pt x="25792" y="25634"/>
                      </a:cubicBezTo>
                      <a:lnTo>
                        <a:pt x="26899" y="25634"/>
                      </a:lnTo>
                      <a:lnTo>
                        <a:pt x="26899" y="15842"/>
                      </a:lnTo>
                      <a:lnTo>
                        <a:pt x="25768" y="15842"/>
                      </a:lnTo>
                      <a:cubicBezTo>
                        <a:pt x="22191" y="15842"/>
                        <a:pt x="18719" y="14637"/>
                        <a:pt x="15911" y="12423"/>
                      </a:cubicBezTo>
                      <a:cubicBezTo>
                        <a:pt x="12192" y="9521"/>
                        <a:pt x="9787" y="5035"/>
                        <a:pt x="9787" y="1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" name="Google Shape;12901;p131">
                  <a:extLst>
                    <a:ext uri="{FF2B5EF4-FFF2-40B4-BE49-F238E27FC236}">
                      <a16:creationId xmlns:a16="http://schemas.microsoft.com/office/drawing/2014/main" id="{B61D1698-B491-CE77-E67E-724B1C26839B}"/>
                    </a:ext>
                  </a:extLst>
                </p:cNvPr>
                <p:cNvSpPr/>
                <p:nvPr/>
              </p:nvSpPr>
              <p:spPr>
                <a:xfrm>
                  <a:off x="4314850" y="3200125"/>
                  <a:ext cx="391827" cy="1096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055" h="9792" extrusionOk="0">
                      <a:moveTo>
                        <a:pt x="1" y="0"/>
                      </a:moveTo>
                      <a:lnTo>
                        <a:pt x="1" y="88"/>
                      </a:lnTo>
                      <a:lnTo>
                        <a:pt x="1" y="9792"/>
                      </a:lnTo>
                      <a:lnTo>
                        <a:pt x="35054" y="9792"/>
                      </a:lnTo>
                      <a:lnTo>
                        <a:pt x="35054" y="0"/>
                      </a:ln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36" name="Google Shape;12902;p131">
              <a:extLst>
                <a:ext uri="{FF2B5EF4-FFF2-40B4-BE49-F238E27FC236}">
                  <a16:creationId xmlns:a16="http://schemas.microsoft.com/office/drawing/2014/main" id="{60590BB0-D23D-1B83-EC1D-B4E2FB72A449}"/>
                </a:ext>
              </a:extLst>
            </p:cNvPr>
            <p:cNvGrpSpPr/>
            <p:nvPr/>
          </p:nvGrpSpPr>
          <p:grpSpPr>
            <a:xfrm>
              <a:off x="1820269" y="3109128"/>
              <a:ext cx="797128" cy="768643"/>
              <a:chOff x="1706078" y="2092648"/>
              <a:chExt cx="660913" cy="637296"/>
            </a:xfrm>
          </p:grpSpPr>
          <p:sp>
            <p:nvSpPr>
              <p:cNvPr id="47" name="Google Shape;12903;p131">
                <a:extLst>
                  <a:ext uri="{FF2B5EF4-FFF2-40B4-BE49-F238E27FC236}">
                    <a16:creationId xmlns:a16="http://schemas.microsoft.com/office/drawing/2014/main" id="{ABCAF0B1-3F9D-DB02-035E-3E171161A493}"/>
                  </a:ext>
                </a:extLst>
              </p:cNvPr>
              <p:cNvSpPr/>
              <p:nvPr/>
            </p:nvSpPr>
            <p:spPr>
              <a:xfrm>
                <a:off x="1745332" y="2158066"/>
                <a:ext cx="571867" cy="571878"/>
              </a:xfrm>
              <a:custGeom>
                <a:avLst/>
                <a:gdLst/>
                <a:ahLst/>
                <a:cxnLst/>
                <a:rect l="l" t="t" r="r" b="b"/>
                <a:pathLst>
                  <a:path w="107747" h="107749" extrusionOk="0">
                    <a:moveTo>
                      <a:pt x="53874" y="11565"/>
                    </a:moveTo>
                    <a:cubicBezTo>
                      <a:pt x="77238" y="11565"/>
                      <a:pt x="96182" y="30509"/>
                      <a:pt x="96182" y="53873"/>
                    </a:cubicBezTo>
                    <a:cubicBezTo>
                      <a:pt x="96182" y="77240"/>
                      <a:pt x="77240" y="96182"/>
                      <a:pt x="53874" y="96182"/>
                    </a:cubicBezTo>
                    <a:cubicBezTo>
                      <a:pt x="30507" y="96182"/>
                      <a:pt x="11565" y="77240"/>
                      <a:pt x="11565" y="53873"/>
                    </a:cubicBezTo>
                    <a:cubicBezTo>
                      <a:pt x="11565" y="30509"/>
                      <a:pt x="30507" y="11565"/>
                      <a:pt x="53874" y="11565"/>
                    </a:cubicBezTo>
                    <a:close/>
                    <a:moveTo>
                      <a:pt x="53874" y="1"/>
                    </a:moveTo>
                    <a:cubicBezTo>
                      <a:pt x="24120" y="1"/>
                      <a:pt x="1" y="24120"/>
                      <a:pt x="1" y="53873"/>
                    </a:cubicBezTo>
                    <a:cubicBezTo>
                      <a:pt x="1" y="83626"/>
                      <a:pt x="24120" y="107748"/>
                      <a:pt x="53874" y="107748"/>
                    </a:cubicBezTo>
                    <a:cubicBezTo>
                      <a:pt x="83625" y="107748"/>
                      <a:pt x="107746" y="83626"/>
                      <a:pt x="107746" y="53873"/>
                    </a:cubicBezTo>
                    <a:cubicBezTo>
                      <a:pt x="107746" y="24120"/>
                      <a:pt x="83627" y="1"/>
                      <a:pt x="53874" y="1"/>
                    </a:cubicBez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8" name="Google Shape;12904;p131">
                <a:extLst>
                  <a:ext uri="{FF2B5EF4-FFF2-40B4-BE49-F238E27FC236}">
                    <a16:creationId xmlns:a16="http://schemas.microsoft.com/office/drawing/2014/main" id="{430FCFFB-6A3F-EC09-69B3-B9D29567DBD8}"/>
                  </a:ext>
                </a:extLst>
              </p:cNvPr>
              <p:cNvGrpSpPr/>
              <p:nvPr/>
            </p:nvGrpSpPr>
            <p:grpSpPr>
              <a:xfrm>
                <a:off x="1706078" y="2092648"/>
                <a:ext cx="660913" cy="575241"/>
                <a:chOff x="1706078" y="2092648"/>
                <a:chExt cx="660913" cy="575241"/>
              </a:xfrm>
            </p:grpSpPr>
            <p:sp>
              <p:nvSpPr>
                <p:cNvPr id="49" name="Google Shape;12905;p131">
                  <a:extLst>
                    <a:ext uri="{FF2B5EF4-FFF2-40B4-BE49-F238E27FC236}">
                      <a16:creationId xmlns:a16="http://schemas.microsoft.com/office/drawing/2014/main" id="{43BDB4A9-720C-2400-D21D-E12446FF8EAD}"/>
                    </a:ext>
                  </a:extLst>
                </p:cNvPr>
                <p:cNvSpPr/>
                <p:nvPr/>
              </p:nvSpPr>
              <p:spPr>
                <a:xfrm>
                  <a:off x="1938891" y="2092648"/>
                  <a:ext cx="192041" cy="3536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183" h="66637" extrusionOk="0">
                      <a:moveTo>
                        <a:pt x="18094" y="1"/>
                      </a:moveTo>
                      <a:cubicBezTo>
                        <a:pt x="8801" y="1"/>
                        <a:pt x="1202" y="7552"/>
                        <a:pt x="1202" y="16877"/>
                      </a:cubicBezTo>
                      <a:cubicBezTo>
                        <a:pt x="1202" y="23723"/>
                        <a:pt x="5288" y="29491"/>
                        <a:pt x="11057" y="32260"/>
                      </a:cubicBezTo>
                      <a:cubicBezTo>
                        <a:pt x="13944" y="33580"/>
                        <a:pt x="15864" y="36464"/>
                        <a:pt x="15864" y="39714"/>
                      </a:cubicBezTo>
                      <a:cubicBezTo>
                        <a:pt x="15864" y="42954"/>
                        <a:pt x="13829" y="45963"/>
                        <a:pt x="10817" y="47040"/>
                      </a:cubicBezTo>
                      <a:cubicBezTo>
                        <a:pt x="6250" y="48723"/>
                        <a:pt x="2404" y="51972"/>
                        <a:pt x="1" y="56176"/>
                      </a:cubicBezTo>
                      <a:lnTo>
                        <a:pt x="18155" y="66637"/>
                      </a:lnTo>
                      <a:lnTo>
                        <a:pt x="36182" y="56176"/>
                      </a:lnTo>
                      <a:cubicBezTo>
                        <a:pt x="33779" y="51975"/>
                        <a:pt x="29930" y="48725"/>
                        <a:pt x="25479" y="47040"/>
                      </a:cubicBezTo>
                      <a:cubicBezTo>
                        <a:pt x="22352" y="45966"/>
                        <a:pt x="20316" y="42957"/>
                        <a:pt x="20316" y="39714"/>
                      </a:cubicBezTo>
                      <a:lnTo>
                        <a:pt x="20316" y="39474"/>
                      </a:lnTo>
                      <a:cubicBezTo>
                        <a:pt x="20316" y="36349"/>
                        <a:pt x="22239" y="33578"/>
                        <a:pt x="24998" y="32260"/>
                      </a:cubicBezTo>
                      <a:cubicBezTo>
                        <a:pt x="31250" y="29491"/>
                        <a:pt x="35461" y="22999"/>
                        <a:pt x="34980" y="15676"/>
                      </a:cubicBezTo>
                      <a:cubicBezTo>
                        <a:pt x="34375" y="7376"/>
                        <a:pt x="27644" y="646"/>
                        <a:pt x="19357" y="47"/>
                      </a:cubicBezTo>
                      <a:cubicBezTo>
                        <a:pt x="18933" y="18"/>
                        <a:pt x="18513" y="1"/>
                        <a:pt x="18094" y="1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50" name="Google Shape;12906;p131">
                  <a:extLst>
                    <a:ext uri="{FF2B5EF4-FFF2-40B4-BE49-F238E27FC236}">
                      <a16:creationId xmlns:a16="http://schemas.microsoft.com/office/drawing/2014/main" id="{5BDF28E3-B762-A4CF-B2EC-28A9228BD87A}"/>
                    </a:ext>
                  </a:extLst>
                </p:cNvPr>
                <p:cNvSpPr/>
                <p:nvPr/>
              </p:nvSpPr>
              <p:spPr>
                <a:xfrm>
                  <a:off x="1706078" y="2390779"/>
                  <a:ext cx="329208" cy="2770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027" h="52191" extrusionOk="0">
                      <a:moveTo>
                        <a:pt x="43872" y="1"/>
                      </a:moveTo>
                      <a:cubicBezTo>
                        <a:pt x="41468" y="4212"/>
                        <a:pt x="40629" y="9019"/>
                        <a:pt x="41353" y="13829"/>
                      </a:cubicBezTo>
                      <a:cubicBezTo>
                        <a:pt x="41946" y="17069"/>
                        <a:pt x="40389" y="20321"/>
                        <a:pt x="37504" y="21878"/>
                      </a:cubicBezTo>
                      <a:lnTo>
                        <a:pt x="37379" y="22004"/>
                      </a:lnTo>
                      <a:cubicBezTo>
                        <a:pt x="36131" y="22712"/>
                        <a:pt x="34723" y="23085"/>
                        <a:pt x="33288" y="23090"/>
                      </a:cubicBezTo>
                      <a:cubicBezTo>
                        <a:pt x="31652" y="23095"/>
                        <a:pt x="30056" y="22587"/>
                        <a:pt x="28724" y="21638"/>
                      </a:cubicBezTo>
                      <a:cubicBezTo>
                        <a:pt x="25815" y="19553"/>
                        <a:pt x="22344" y="18435"/>
                        <a:pt x="18815" y="18435"/>
                      </a:cubicBezTo>
                      <a:cubicBezTo>
                        <a:pt x="15632" y="18435"/>
                        <a:pt x="12399" y="19345"/>
                        <a:pt x="9490" y="21282"/>
                      </a:cubicBezTo>
                      <a:cubicBezTo>
                        <a:pt x="2520" y="25965"/>
                        <a:pt x="1" y="35101"/>
                        <a:pt x="3721" y="42677"/>
                      </a:cubicBezTo>
                      <a:cubicBezTo>
                        <a:pt x="6677" y="48755"/>
                        <a:pt x="12664" y="52191"/>
                        <a:pt x="18840" y="52191"/>
                      </a:cubicBezTo>
                      <a:cubicBezTo>
                        <a:pt x="21707" y="52191"/>
                        <a:pt x="24613" y="51450"/>
                        <a:pt x="27282" y="49890"/>
                      </a:cubicBezTo>
                      <a:cubicBezTo>
                        <a:pt x="33291" y="46525"/>
                        <a:pt x="36303" y="40151"/>
                        <a:pt x="35694" y="33659"/>
                      </a:cubicBezTo>
                      <a:cubicBezTo>
                        <a:pt x="35456" y="30534"/>
                        <a:pt x="37024" y="27407"/>
                        <a:pt x="39783" y="25852"/>
                      </a:cubicBezTo>
                      <a:cubicBezTo>
                        <a:pt x="41044" y="25114"/>
                        <a:pt x="42424" y="24748"/>
                        <a:pt x="43786" y="24748"/>
                      </a:cubicBezTo>
                      <a:cubicBezTo>
                        <a:pt x="45537" y="24748"/>
                        <a:pt x="47261" y="25356"/>
                        <a:pt x="48676" y="26573"/>
                      </a:cubicBezTo>
                      <a:cubicBezTo>
                        <a:pt x="52525" y="29572"/>
                        <a:pt x="57216" y="31255"/>
                        <a:pt x="62026" y="31255"/>
                      </a:cubicBezTo>
                      <a:lnTo>
                        <a:pt x="62026" y="10461"/>
                      </a:ln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51" name="Google Shape;12907;p131">
                  <a:extLst>
                    <a:ext uri="{FF2B5EF4-FFF2-40B4-BE49-F238E27FC236}">
                      <a16:creationId xmlns:a16="http://schemas.microsoft.com/office/drawing/2014/main" id="{593A9406-257A-DE25-BF55-935FE9ED3DAF}"/>
                    </a:ext>
                  </a:extLst>
                </p:cNvPr>
                <p:cNvSpPr/>
                <p:nvPr/>
              </p:nvSpPr>
              <p:spPr>
                <a:xfrm>
                  <a:off x="2035235" y="2390779"/>
                  <a:ext cx="331756" cy="2771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507" h="52211" extrusionOk="0">
                      <a:moveTo>
                        <a:pt x="18030" y="1"/>
                      </a:moveTo>
                      <a:lnTo>
                        <a:pt x="0" y="10461"/>
                      </a:lnTo>
                      <a:lnTo>
                        <a:pt x="0" y="31253"/>
                      </a:lnTo>
                      <a:cubicBezTo>
                        <a:pt x="4807" y="31253"/>
                        <a:pt x="9489" y="29570"/>
                        <a:pt x="13222" y="26570"/>
                      </a:cubicBezTo>
                      <a:cubicBezTo>
                        <a:pt x="15722" y="24434"/>
                        <a:pt x="19307" y="24145"/>
                        <a:pt x="22118" y="25849"/>
                      </a:cubicBezTo>
                      <a:lnTo>
                        <a:pt x="22359" y="25965"/>
                      </a:lnTo>
                      <a:cubicBezTo>
                        <a:pt x="25003" y="27532"/>
                        <a:pt x="26560" y="30534"/>
                        <a:pt x="26204" y="33659"/>
                      </a:cubicBezTo>
                      <a:cubicBezTo>
                        <a:pt x="25599" y="40389"/>
                        <a:pt x="28964" y="47244"/>
                        <a:pt x="35578" y="50486"/>
                      </a:cubicBezTo>
                      <a:cubicBezTo>
                        <a:pt x="37877" y="51619"/>
                        <a:pt x="40405" y="52210"/>
                        <a:pt x="42968" y="52208"/>
                      </a:cubicBezTo>
                      <a:cubicBezTo>
                        <a:pt x="48435" y="52208"/>
                        <a:pt x="53755" y="49544"/>
                        <a:pt x="56978" y="44840"/>
                      </a:cubicBezTo>
                      <a:cubicBezTo>
                        <a:pt x="62506" y="36540"/>
                        <a:pt x="59862" y="25484"/>
                        <a:pt x="51447" y="20674"/>
                      </a:cubicBezTo>
                      <a:cubicBezTo>
                        <a:pt x="48774" y="19149"/>
                        <a:pt x="45855" y="18413"/>
                        <a:pt x="42983" y="18413"/>
                      </a:cubicBezTo>
                      <a:cubicBezTo>
                        <a:pt x="39520" y="18413"/>
                        <a:pt x="36121" y="19482"/>
                        <a:pt x="33290" y="21523"/>
                      </a:cubicBezTo>
                      <a:cubicBezTo>
                        <a:pt x="30671" y="23429"/>
                        <a:pt x="27161" y="23571"/>
                        <a:pt x="24397" y="21878"/>
                      </a:cubicBezTo>
                      <a:cubicBezTo>
                        <a:pt x="21510" y="20321"/>
                        <a:pt x="19955" y="17069"/>
                        <a:pt x="20549" y="13829"/>
                      </a:cubicBezTo>
                      <a:cubicBezTo>
                        <a:pt x="21272" y="9019"/>
                        <a:pt x="20433" y="4212"/>
                        <a:pt x="18030" y="1"/>
                      </a:cubicBezTo>
                      <a:close/>
                    </a:path>
                  </a:pathLst>
                </a:custGeom>
                <a:solidFill>
                  <a:srgbClr val="A5B7C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37" name="Google Shape;12908;p131">
              <a:extLst>
                <a:ext uri="{FF2B5EF4-FFF2-40B4-BE49-F238E27FC236}">
                  <a16:creationId xmlns:a16="http://schemas.microsoft.com/office/drawing/2014/main" id="{69670002-6F70-EA95-9ACD-928EB04423E7}"/>
                </a:ext>
              </a:extLst>
            </p:cNvPr>
            <p:cNvGrpSpPr/>
            <p:nvPr/>
          </p:nvGrpSpPr>
          <p:grpSpPr>
            <a:xfrm>
              <a:off x="7140088" y="2123277"/>
              <a:ext cx="1471830" cy="764334"/>
              <a:chOff x="238125" y="999450"/>
              <a:chExt cx="7140700" cy="3708225"/>
            </a:xfrm>
          </p:grpSpPr>
          <p:sp>
            <p:nvSpPr>
              <p:cNvPr id="38" name="Google Shape;12909;p131">
                <a:extLst>
                  <a:ext uri="{FF2B5EF4-FFF2-40B4-BE49-F238E27FC236}">
                    <a16:creationId xmlns:a16="http://schemas.microsoft.com/office/drawing/2014/main" id="{F21E4B96-7D55-B504-F2B4-FBCBB363D98F}"/>
                  </a:ext>
                </a:extLst>
              </p:cNvPr>
              <p:cNvSpPr/>
              <p:nvPr/>
            </p:nvSpPr>
            <p:spPr>
              <a:xfrm>
                <a:off x="2171975" y="3872925"/>
                <a:ext cx="7900" cy="25"/>
              </a:xfrm>
              <a:custGeom>
                <a:avLst/>
                <a:gdLst/>
                <a:ahLst/>
                <a:cxnLst/>
                <a:rect l="l" t="t" r="r" b="b"/>
                <a:pathLst>
                  <a:path w="316" h="1" extrusionOk="0">
                    <a:moveTo>
                      <a:pt x="316" y="0"/>
                    </a:move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12910;p131">
                <a:extLst>
                  <a:ext uri="{FF2B5EF4-FFF2-40B4-BE49-F238E27FC236}">
                    <a16:creationId xmlns:a16="http://schemas.microsoft.com/office/drawing/2014/main" id="{4808D52E-38C2-8820-605C-A3C1D86ABA94}"/>
                  </a:ext>
                </a:extLst>
              </p:cNvPr>
              <p:cNvSpPr/>
              <p:nvPr/>
            </p:nvSpPr>
            <p:spPr>
              <a:xfrm>
                <a:off x="2180300" y="999450"/>
                <a:ext cx="3256350" cy="3708225"/>
              </a:xfrm>
              <a:custGeom>
                <a:avLst/>
                <a:gdLst/>
                <a:ahLst/>
                <a:cxnLst/>
                <a:rect l="l" t="t" r="r" b="b"/>
                <a:pathLst>
                  <a:path w="130254" h="148329" extrusionOk="0">
                    <a:moveTo>
                      <a:pt x="130254" y="0"/>
                    </a:moveTo>
                    <a:cubicBezTo>
                      <a:pt x="90641" y="0"/>
                      <a:pt x="69506" y="34788"/>
                      <a:pt x="50871" y="65485"/>
                    </a:cubicBezTo>
                    <a:cubicBezTo>
                      <a:pt x="32725" y="95360"/>
                      <a:pt x="19404" y="114939"/>
                      <a:pt x="0" y="114939"/>
                    </a:cubicBezTo>
                    <a:cubicBezTo>
                      <a:pt x="9213" y="114939"/>
                      <a:pt x="16695" y="122421"/>
                      <a:pt x="16695" y="131634"/>
                    </a:cubicBezTo>
                    <a:cubicBezTo>
                      <a:pt x="16695" y="140846"/>
                      <a:pt x="9213" y="148328"/>
                      <a:pt x="0" y="148328"/>
                    </a:cubicBezTo>
                    <a:cubicBezTo>
                      <a:pt x="39630" y="148328"/>
                      <a:pt x="60765" y="113541"/>
                      <a:pt x="79400" y="82844"/>
                    </a:cubicBezTo>
                    <a:cubicBezTo>
                      <a:pt x="97528" y="52951"/>
                      <a:pt x="110867" y="33372"/>
                      <a:pt x="130254" y="33372"/>
                    </a:cubicBezTo>
                    <a:cubicBezTo>
                      <a:pt x="121041" y="33075"/>
                      <a:pt x="113804" y="25383"/>
                      <a:pt x="114083" y="16170"/>
                    </a:cubicBezTo>
                    <a:cubicBezTo>
                      <a:pt x="114346" y="7360"/>
                      <a:pt x="121425" y="280"/>
                      <a:pt x="130254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12911;p131">
                <a:extLst>
                  <a:ext uri="{FF2B5EF4-FFF2-40B4-BE49-F238E27FC236}">
                    <a16:creationId xmlns:a16="http://schemas.microsoft.com/office/drawing/2014/main" id="{140C85B6-08DD-075E-AEDA-C77B0729405C}"/>
                  </a:ext>
                </a:extLst>
              </p:cNvPr>
              <p:cNvSpPr/>
              <p:nvPr/>
            </p:nvSpPr>
            <p:spPr>
              <a:xfrm>
                <a:off x="238125" y="2853750"/>
                <a:ext cx="2358675" cy="1853475"/>
              </a:xfrm>
              <a:custGeom>
                <a:avLst/>
                <a:gdLst/>
                <a:ahLst/>
                <a:cxnLst/>
                <a:rect l="l" t="t" r="r" b="b"/>
                <a:pathLst>
                  <a:path w="94347" h="74139" extrusionOk="0">
                    <a:moveTo>
                      <a:pt x="33354" y="1"/>
                    </a:moveTo>
                    <a:cubicBezTo>
                      <a:pt x="33354" y="9196"/>
                      <a:pt x="25872" y="16661"/>
                      <a:pt x="16642" y="16661"/>
                    </a:cubicBezTo>
                    <a:cubicBezTo>
                      <a:pt x="7482" y="16661"/>
                      <a:pt x="0" y="9196"/>
                      <a:pt x="0" y="1"/>
                    </a:cubicBezTo>
                    <a:lnTo>
                      <a:pt x="0" y="1"/>
                    </a:lnTo>
                    <a:cubicBezTo>
                      <a:pt x="0" y="40872"/>
                      <a:pt x="34858" y="74139"/>
                      <a:pt x="77670" y="74139"/>
                    </a:cubicBezTo>
                    <a:cubicBezTo>
                      <a:pt x="86882" y="74139"/>
                      <a:pt x="94347" y="66657"/>
                      <a:pt x="94347" y="57444"/>
                    </a:cubicBezTo>
                    <a:cubicBezTo>
                      <a:pt x="94347" y="48214"/>
                      <a:pt x="86882" y="40767"/>
                      <a:pt x="77670" y="40767"/>
                    </a:cubicBezTo>
                    <a:lnTo>
                      <a:pt x="77355" y="40767"/>
                    </a:lnTo>
                    <a:cubicBezTo>
                      <a:pt x="53073" y="40610"/>
                      <a:pt x="33354" y="22394"/>
                      <a:pt x="33354" y="1"/>
                    </a:cubicBezTo>
                    <a:close/>
                  </a:path>
                </a:pathLst>
              </a:custGeom>
              <a:solidFill>
                <a:srgbClr val="A5B7C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12912;p131">
                <a:extLst>
                  <a:ext uri="{FF2B5EF4-FFF2-40B4-BE49-F238E27FC236}">
                    <a16:creationId xmlns:a16="http://schemas.microsoft.com/office/drawing/2014/main" id="{2CFF4094-1E41-A2BC-489D-A41AEDE6BF21}"/>
                  </a:ext>
                </a:extLst>
              </p:cNvPr>
              <p:cNvSpPr/>
              <p:nvPr/>
            </p:nvSpPr>
            <p:spPr>
              <a:xfrm>
                <a:off x="238125" y="999450"/>
                <a:ext cx="1942200" cy="2270400"/>
              </a:xfrm>
              <a:custGeom>
                <a:avLst/>
                <a:gdLst/>
                <a:ahLst/>
                <a:cxnLst/>
                <a:rect l="l" t="t" r="r" b="b"/>
                <a:pathLst>
                  <a:path w="77688" h="90816" extrusionOk="0">
                    <a:moveTo>
                      <a:pt x="77687" y="0"/>
                    </a:moveTo>
                    <a:cubicBezTo>
                      <a:pt x="34858" y="0"/>
                      <a:pt x="0" y="33249"/>
                      <a:pt x="0" y="74138"/>
                    </a:cubicBezTo>
                    <a:cubicBezTo>
                      <a:pt x="0" y="83368"/>
                      <a:pt x="7482" y="90815"/>
                      <a:pt x="16695" y="90815"/>
                    </a:cubicBezTo>
                    <a:cubicBezTo>
                      <a:pt x="25925" y="90815"/>
                      <a:pt x="33372" y="83351"/>
                      <a:pt x="33389" y="74138"/>
                    </a:cubicBezTo>
                    <a:lnTo>
                      <a:pt x="33389" y="74120"/>
                    </a:lnTo>
                    <a:cubicBezTo>
                      <a:pt x="33389" y="51654"/>
                      <a:pt x="53222" y="33378"/>
                      <a:pt x="77639" y="33354"/>
                    </a:cubicBezTo>
                    <a:lnTo>
                      <a:pt x="77639" y="33354"/>
                    </a:lnTo>
                    <a:cubicBezTo>
                      <a:pt x="77644" y="33354"/>
                      <a:pt x="77650" y="33354"/>
                      <a:pt x="77655" y="33354"/>
                    </a:cubicBezTo>
                    <a:cubicBezTo>
                      <a:pt x="77666" y="33354"/>
                      <a:pt x="77676" y="33354"/>
                      <a:pt x="77687" y="33354"/>
                    </a:cubicBezTo>
                    <a:cubicBezTo>
                      <a:pt x="77671" y="33354"/>
                      <a:pt x="77655" y="33354"/>
                      <a:pt x="77639" y="33354"/>
                    </a:cubicBezTo>
                    <a:lnTo>
                      <a:pt x="77639" y="33354"/>
                    </a:lnTo>
                    <a:cubicBezTo>
                      <a:pt x="68431" y="33346"/>
                      <a:pt x="60992" y="25874"/>
                      <a:pt x="60992" y="16695"/>
                    </a:cubicBezTo>
                    <a:cubicBezTo>
                      <a:pt x="60992" y="7482"/>
                      <a:pt x="68457" y="0"/>
                      <a:pt x="77687" y="0"/>
                    </a:cubicBezTo>
                    <a:close/>
                  </a:path>
                </a:pathLst>
              </a:custGeom>
              <a:solidFill>
                <a:srgbClr val="445D7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12913;p131">
                <a:extLst>
                  <a:ext uri="{FF2B5EF4-FFF2-40B4-BE49-F238E27FC236}">
                    <a16:creationId xmlns:a16="http://schemas.microsoft.com/office/drawing/2014/main" id="{42A8DF24-A287-2366-2EC5-ADF127756A52}"/>
                  </a:ext>
                </a:extLst>
              </p:cNvPr>
              <p:cNvSpPr/>
              <p:nvPr/>
            </p:nvSpPr>
            <p:spPr>
              <a:xfrm>
                <a:off x="3808250" y="2852875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1"/>
                    </a:moveTo>
                    <a:close/>
                  </a:path>
                </a:pathLst>
              </a:custGeom>
              <a:solidFill>
                <a:srgbClr val="DB634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12914;p131">
                <a:extLst>
                  <a:ext uri="{FF2B5EF4-FFF2-40B4-BE49-F238E27FC236}">
                    <a16:creationId xmlns:a16="http://schemas.microsoft.com/office/drawing/2014/main" id="{AADA81FF-511E-21F7-F47F-E4EA6869CCD9}"/>
                  </a:ext>
                </a:extLst>
              </p:cNvPr>
              <p:cNvSpPr/>
              <p:nvPr/>
            </p:nvSpPr>
            <p:spPr>
              <a:xfrm>
                <a:off x="1762475" y="999450"/>
                <a:ext cx="2386250" cy="2044875"/>
              </a:xfrm>
              <a:custGeom>
                <a:avLst/>
                <a:gdLst/>
                <a:ahLst/>
                <a:cxnLst/>
                <a:rect l="l" t="t" r="r" b="b"/>
                <a:pathLst>
                  <a:path w="95450" h="81795" extrusionOk="0">
                    <a:moveTo>
                      <a:pt x="16696" y="0"/>
                    </a:moveTo>
                    <a:cubicBezTo>
                      <a:pt x="7465" y="0"/>
                      <a:pt x="1" y="7482"/>
                      <a:pt x="1" y="16695"/>
                    </a:cubicBezTo>
                    <a:cubicBezTo>
                      <a:pt x="1" y="25925"/>
                      <a:pt x="7465" y="33389"/>
                      <a:pt x="16696" y="33389"/>
                    </a:cubicBezTo>
                    <a:cubicBezTo>
                      <a:pt x="36030" y="33389"/>
                      <a:pt x="49473" y="53038"/>
                      <a:pt x="66325" y="80781"/>
                    </a:cubicBezTo>
                    <a:cubicBezTo>
                      <a:pt x="66552" y="81130"/>
                      <a:pt x="66762" y="81463"/>
                      <a:pt x="67007" y="81795"/>
                    </a:cubicBezTo>
                    <a:cubicBezTo>
                      <a:pt x="63021" y="74086"/>
                      <a:pt x="65643" y="64471"/>
                      <a:pt x="73178" y="59891"/>
                    </a:cubicBezTo>
                    <a:cubicBezTo>
                      <a:pt x="75886" y="58251"/>
                      <a:pt x="78874" y="57469"/>
                      <a:pt x="81824" y="57469"/>
                    </a:cubicBezTo>
                    <a:cubicBezTo>
                      <a:pt x="87083" y="57469"/>
                      <a:pt x="92224" y="59953"/>
                      <a:pt x="95449" y="64488"/>
                    </a:cubicBezTo>
                    <a:cubicBezTo>
                      <a:pt x="95274" y="64139"/>
                      <a:pt x="95064" y="63789"/>
                      <a:pt x="94855" y="63439"/>
                    </a:cubicBezTo>
                    <a:cubicBezTo>
                      <a:pt x="77653" y="35190"/>
                      <a:pt x="56291" y="0"/>
                      <a:pt x="16696" y="0"/>
                    </a:cubicBez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4" name="Google Shape;12915;p131">
                <a:extLst>
                  <a:ext uri="{FF2B5EF4-FFF2-40B4-BE49-F238E27FC236}">
                    <a16:creationId xmlns:a16="http://schemas.microsoft.com/office/drawing/2014/main" id="{A300C029-8CE4-C8B6-24EB-2F77A87DF806}"/>
                  </a:ext>
                </a:extLst>
              </p:cNvPr>
              <p:cNvSpPr/>
              <p:nvPr/>
            </p:nvSpPr>
            <p:spPr>
              <a:xfrm>
                <a:off x="3338000" y="2435975"/>
                <a:ext cx="2101275" cy="2271250"/>
              </a:xfrm>
              <a:custGeom>
                <a:avLst/>
                <a:gdLst/>
                <a:ahLst/>
                <a:cxnLst/>
                <a:rect l="l" t="t" r="r" b="b"/>
                <a:pathLst>
                  <a:path w="84051" h="90850" extrusionOk="0">
                    <a:moveTo>
                      <a:pt x="84011" y="57465"/>
                    </a:moveTo>
                    <a:cubicBezTo>
                      <a:pt x="83994" y="57465"/>
                      <a:pt x="83972" y="57469"/>
                      <a:pt x="83946" y="57478"/>
                    </a:cubicBezTo>
                    <a:lnTo>
                      <a:pt x="84050" y="57478"/>
                    </a:lnTo>
                    <a:cubicBezTo>
                      <a:pt x="84042" y="57469"/>
                      <a:pt x="84029" y="57465"/>
                      <a:pt x="84011" y="57465"/>
                    </a:cubicBezTo>
                    <a:close/>
                    <a:moveTo>
                      <a:pt x="18801" y="0"/>
                    </a:moveTo>
                    <a:cubicBezTo>
                      <a:pt x="15851" y="0"/>
                      <a:pt x="12864" y="784"/>
                      <a:pt x="10157" y="2430"/>
                    </a:cubicBezTo>
                    <a:cubicBezTo>
                      <a:pt x="2622" y="7027"/>
                      <a:pt x="0" y="16625"/>
                      <a:pt x="3986" y="24334"/>
                    </a:cubicBezTo>
                    <a:cubicBezTo>
                      <a:pt x="4161" y="24683"/>
                      <a:pt x="4370" y="25033"/>
                      <a:pt x="4563" y="25348"/>
                    </a:cubicBezTo>
                    <a:cubicBezTo>
                      <a:pt x="23198" y="56062"/>
                      <a:pt x="44333" y="90850"/>
                      <a:pt x="83963" y="90850"/>
                    </a:cubicBezTo>
                    <a:cubicBezTo>
                      <a:pt x="74750" y="90850"/>
                      <a:pt x="67268" y="83368"/>
                      <a:pt x="67268" y="74155"/>
                    </a:cubicBezTo>
                    <a:cubicBezTo>
                      <a:pt x="67268" y="64925"/>
                      <a:pt x="74750" y="57478"/>
                      <a:pt x="83946" y="57478"/>
                    </a:cubicBezTo>
                    <a:cubicBezTo>
                      <a:pt x="64541" y="57478"/>
                      <a:pt x="51220" y="37899"/>
                      <a:pt x="33075" y="8024"/>
                    </a:cubicBezTo>
                    <a:cubicBezTo>
                      <a:pt x="32865" y="7674"/>
                      <a:pt x="32638" y="7342"/>
                      <a:pt x="32428" y="7027"/>
                    </a:cubicBezTo>
                    <a:cubicBezTo>
                      <a:pt x="29202" y="2491"/>
                      <a:pt x="24061" y="0"/>
                      <a:pt x="18801" y="0"/>
                    </a:cubicBezTo>
                    <a:close/>
                  </a:path>
                </a:pathLst>
              </a:custGeom>
              <a:solidFill>
                <a:srgbClr val="A5B7C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12916;p131">
                <a:extLst>
                  <a:ext uri="{FF2B5EF4-FFF2-40B4-BE49-F238E27FC236}">
                    <a16:creationId xmlns:a16="http://schemas.microsoft.com/office/drawing/2014/main" id="{A684810B-7C66-AE16-1740-286A7D95AA80}"/>
                  </a:ext>
                </a:extLst>
              </p:cNvPr>
              <p:cNvSpPr/>
              <p:nvPr/>
            </p:nvSpPr>
            <p:spPr>
              <a:xfrm>
                <a:off x="5019250" y="2852875"/>
                <a:ext cx="2359150" cy="1854350"/>
              </a:xfrm>
              <a:custGeom>
                <a:avLst/>
                <a:gdLst/>
                <a:ahLst/>
                <a:cxnLst/>
                <a:rect l="l" t="t" r="r" b="b"/>
                <a:pathLst>
                  <a:path w="94366" h="74174" extrusionOk="0">
                    <a:moveTo>
                      <a:pt x="94365" y="18"/>
                    </a:moveTo>
                    <a:cubicBezTo>
                      <a:pt x="94365" y="47"/>
                      <a:pt x="94365" y="76"/>
                      <a:pt x="94365" y="105"/>
                    </a:cubicBezTo>
                    <a:lnTo>
                      <a:pt x="94365" y="105"/>
                    </a:lnTo>
                    <a:cubicBezTo>
                      <a:pt x="94365" y="76"/>
                      <a:pt x="94365" y="47"/>
                      <a:pt x="94365" y="18"/>
                    </a:cubicBezTo>
                    <a:close/>
                    <a:moveTo>
                      <a:pt x="60993" y="1"/>
                    </a:moveTo>
                    <a:cubicBezTo>
                      <a:pt x="60993" y="22447"/>
                      <a:pt x="41187" y="40715"/>
                      <a:pt x="16800" y="40785"/>
                    </a:cubicBezTo>
                    <a:lnTo>
                      <a:pt x="16696" y="40785"/>
                    </a:lnTo>
                    <a:cubicBezTo>
                      <a:pt x="7465" y="40785"/>
                      <a:pt x="1" y="48249"/>
                      <a:pt x="1" y="57479"/>
                    </a:cubicBezTo>
                    <a:cubicBezTo>
                      <a:pt x="1" y="66692"/>
                      <a:pt x="7483" y="74174"/>
                      <a:pt x="16696" y="74174"/>
                    </a:cubicBezTo>
                    <a:cubicBezTo>
                      <a:pt x="59495" y="74174"/>
                      <a:pt x="94316" y="40954"/>
                      <a:pt x="94365" y="105"/>
                    </a:cubicBezTo>
                    <a:lnTo>
                      <a:pt x="94365" y="105"/>
                    </a:lnTo>
                    <a:cubicBezTo>
                      <a:pt x="94336" y="9278"/>
                      <a:pt x="86872" y="16696"/>
                      <a:pt x="77688" y="16696"/>
                    </a:cubicBezTo>
                    <a:cubicBezTo>
                      <a:pt x="68458" y="16696"/>
                      <a:pt x="60993" y="9231"/>
                      <a:pt x="60993" y="1"/>
                    </a:cubicBez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12917;p131">
                <a:extLst>
                  <a:ext uri="{FF2B5EF4-FFF2-40B4-BE49-F238E27FC236}">
                    <a16:creationId xmlns:a16="http://schemas.microsoft.com/office/drawing/2014/main" id="{4D06EE06-BBA3-B8DB-693F-B1E5E0771BFD}"/>
                  </a:ext>
                </a:extLst>
              </p:cNvPr>
              <p:cNvSpPr/>
              <p:nvPr/>
            </p:nvSpPr>
            <p:spPr>
              <a:xfrm>
                <a:off x="5025375" y="999450"/>
                <a:ext cx="2353450" cy="2270825"/>
              </a:xfrm>
              <a:custGeom>
                <a:avLst/>
                <a:gdLst/>
                <a:ahLst/>
                <a:cxnLst/>
                <a:rect l="l" t="t" r="r" b="b"/>
                <a:pathLst>
                  <a:path w="94138" h="90833" extrusionOk="0">
                    <a:moveTo>
                      <a:pt x="16451" y="0"/>
                    </a:moveTo>
                    <a:cubicBezTo>
                      <a:pt x="7640" y="280"/>
                      <a:pt x="560" y="7360"/>
                      <a:pt x="280" y="16170"/>
                    </a:cubicBezTo>
                    <a:cubicBezTo>
                      <a:pt x="1" y="25400"/>
                      <a:pt x="7238" y="33092"/>
                      <a:pt x="16451" y="33372"/>
                    </a:cubicBezTo>
                    <a:lnTo>
                      <a:pt x="16520" y="33372"/>
                    </a:lnTo>
                    <a:cubicBezTo>
                      <a:pt x="40907" y="33389"/>
                      <a:pt x="60748" y="51675"/>
                      <a:pt x="60748" y="74138"/>
                    </a:cubicBezTo>
                    <a:cubicBezTo>
                      <a:pt x="60748" y="83368"/>
                      <a:pt x="68213" y="90833"/>
                      <a:pt x="77443" y="90833"/>
                    </a:cubicBezTo>
                    <a:cubicBezTo>
                      <a:pt x="86656" y="90833"/>
                      <a:pt x="94138" y="83368"/>
                      <a:pt x="94138" y="74138"/>
                    </a:cubicBezTo>
                    <a:cubicBezTo>
                      <a:pt x="94138" y="33249"/>
                      <a:pt x="59280" y="0"/>
                      <a:pt x="16451" y="0"/>
                    </a:cubicBezTo>
                    <a:close/>
                  </a:path>
                </a:pathLst>
              </a:custGeom>
              <a:solidFill>
                <a:srgbClr val="869F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661" name="Título 1">
            <a:extLst>
              <a:ext uri="{FF2B5EF4-FFF2-40B4-BE49-F238E27FC236}">
                <a16:creationId xmlns:a16="http://schemas.microsoft.com/office/drawing/2014/main" id="{5D16C27A-5539-6C3E-1C4F-63DB2C6E64FF}"/>
              </a:ext>
            </a:extLst>
          </p:cNvPr>
          <p:cNvSpPr txBox="1">
            <a:spLocks/>
          </p:cNvSpPr>
          <p:nvPr/>
        </p:nvSpPr>
        <p:spPr>
          <a:xfrm>
            <a:off x="2185420" y="1451620"/>
            <a:ext cx="7128211" cy="662382"/>
          </a:xfrm>
          <a:prstGeom prst="rect">
            <a:avLst/>
          </a:prstGeom>
        </p:spPr>
        <p:txBody>
          <a:bodyPr vert="horz" lIns="91440" tIns="45720" rIns="91440" bIns="45720" rtlCol="0" anchor="b" wrap="square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sz="2200" b="1">
                <a:solidFill>
                  <a:srgbClr val="1F67AE"/>
                </a:solidFill>
                <a:latin typeface="Arial"/>
              </a:rPr>
              <a:t>7. RESULTADOS</a:t>
            </a:r>
          </a:p>
        </p:txBody>
      </p:sp>
    </p:spTree>
    <p:extLst>
      <p:ext uri="{BB962C8B-B14F-4D97-AF65-F5344CB8AC3E}">
        <p14:creationId xmlns:p14="http://schemas.microsoft.com/office/powerpoint/2010/main" val="20961804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29ECBDB9-3E30-9800-B366-B5C40B681360}"/>
              </a:ext>
            </a:extLst>
          </p:cNvPr>
          <p:cNvGrpSpPr/>
          <p:nvPr/>
        </p:nvGrpSpPr>
        <p:grpSpPr>
          <a:xfrm>
            <a:off x="2251011" y="2612571"/>
            <a:ext cx="7451755" cy="3106358"/>
            <a:chOff x="636815" y="1968946"/>
            <a:chExt cx="8995729" cy="3749983"/>
          </a:xfrm>
        </p:grpSpPr>
        <p:grpSp>
          <p:nvGrpSpPr>
            <p:cNvPr id="3" name="Google Shape;12922;p132">
              <a:extLst>
                <a:ext uri="{FF2B5EF4-FFF2-40B4-BE49-F238E27FC236}">
                  <a16:creationId xmlns:a16="http://schemas.microsoft.com/office/drawing/2014/main" id="{48ABC15F-188F-5CAE-B795-94F66491C0C6}"/>
                </a:ext>
              </a:extLst>
            </p:cNvPr>
            <p:cNvGrpSpPr/>
            <p:nvPr/>
          </p:nvGrpSpPr>
          <p:grpSpPr>
            <a:xfrm>
              <a:off x="638934" y="1973172"/>
              <a:ext cx="1908071" cy="1779819"/>
              <a:chOff x="729238" y="1179665"/>
              <a:chExt cx="1636117" cy="1526144"/>
            </a:xfrm>
          </p:grpSpPr>
          <p:grpSp>
            <p:nvGrpSpPr>
              <p:cNvPr id="526" name="Google Shape;12923;p132">
                <a:extLst>
                  <a:ext uri="{FF2B5EF4-FFF2-40B4-BE49-F238E27FC236}">
                    <a16:creationId xmlns:a16="http://schemas.microsoft.com/office/drawing/2014/main" id="{405A98B3-3D19-58D7-839E-51FEF059D62B}"/>
                  </a:ext>
                </a:extLst>
              </p:cNvPr>
              <p:cNvGrpSpPr/>
              <p:nvPr/>
            </p:nvGrpSpPr>
            <p:grpSpPr>
              <a:xfrm>
                <a:off x="729238" y="1179665"/>
                <a:ext cx="80700" cy="1526144"/>
                <a:chOff x="729238" y="1179665"/>
                <a:chExt cx="80700" cy="1526144"/>
              </a:xfrm>
            </p:grpSpPr>
            <p:sp>
              <p:nvSpPr>
                <p:cNvPr id="626" name="Google Shape;12924;p132">
                  <a:extLst>
                    <a:ext uri="{FF2B5EF4-FFF2-40B4-BE49-F238E27FC236}">
                      <a16:creationId xmlns:a16="http://schemas.microsoft.com/office/drawing/2014/main" id="{B110EE93-AC98-2F3F-4A60-8DE20B9DBA1A}"/>
                    </a:ext>
                  </a:extLst>
                </p:cNvPr>
                <p:cNvSpPr/>
                <p:nvPr/>
              </p:nvSpPr>
              <p:spPr>
                <a:xfrm>
                  <a:off x="729238" y="1179665"/>
                  <a:ext cx="80700" cy="80700"/>
                </a:xfrm>
                <a:prstGeom prst="rect">
                  <a:avLst/>
                </a:pr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7" name="Google Shape;12925;p132">
                  <a:extLst>
                    <a:ext uri="{FF2B5EF4-FFF2-40B4-BE49-F238E27FC236}">
                      <a16:creationId xmlns:a16="http://schemas.microsoft.com/office/drawing/2014/main" id="{714D81C0-6F50-65FB-81CA-8246BA6AFCBA}"/>
                    </a:ext>
                  </a:extLst>
                </p:cNvPr>
                <p:cNvSpPr/>
                <p:nvPr/>
              </p:nvSpPr>
              <p:spPr>
                <a:xfrm>
                  <a:off x="729238" y="1340360"/>
                  <a:ext cx="80700" cy="80700"/>
                </a:xfrm>
                <a:prstGeom prst="rect">
                  <a:avLst/>
                </a:pr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8" name="Google Shape;12926;p132">
                  <a:extLst>
                    <a:ext uri="{FF2B5EF4-FFF2-40B4-BE49-F238E27FC236}">
                      <a16:creationId xmlns:a16="http://schemas.microsoft.com/office/drawing/2014/main" id="{35863C40-2423-5D66-2839-CFD01831A58D}"/>
                    </a:ext>
                  </a:extLst>
                </p:cNvPr>
                <p:cNvSpPr/>
                <p:nvPr/>
              </p:nvSpPr>
              <p:spPr>
                <a:xfrm>
                  <a:off x="729238" y="1501056"/>
                  <a:ext cx="80700" cy="80700"/>
                </a:xfrm>
                <a:prstGeom prst="rect">
                  <a:avLst/>
                </a:pr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9" name="Google Shape;12927;p132">
                  <a:extLst>
                    <a:ext uri="{FF2B5EF4-FFF2-40B4-BE49-F238E27FC236}">
                      <a16:creationId xmlns:a16="http://schemas.microsoft.com/office/drawing/2014/main" id="{16D48F61-318E-6BF2-0054-5E2717C709E4}"/>
                    </a:ext>
                  </a:extLst>
                </p:cNvPr>
                <p:cNvSpPr/>
                <p:nvPr/>
              </p:nvSpPr>
              <p:spPr>
                <a:xfrm>
                  <a:off x="729238" y="1661752"/>
                  <a:ext cx="80700" cy="80700"/>
                </a:xfrm>
                <a:prstGeom prst="rect">
                  <a:avLst/>
                </a:pr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0" name="Google Shape;12928;p132">
                  <a:extLst>
                    <a:ext uri="{FF2B5EF4-FFF2-40B4-BE49-F238E27FC236}">
                      <a16:creationId xmlns:a16="http://schemas.microsoft.com/office/drawing/2014/main" id="{A6EAF58A-C9C5-11E6-7876-52AF95EAF0E8}"/>
                    </a:ext>
                  </a:extLst>
                </p:cNvPr>
                <p:cNvSpPr/>
                <p:nvPr/>
              </p:nvSpPr>
              <p:spPr>
                <a:xfrm>
                  <a:off x="729238" y="1821630"/>
                  <a:ext cx="80700" cy="80700"/>
                </a:xfrm>
                <a:prstGeom prst="rect">
                  <a:avLst/>
                </a:prstGeom>
                <a:solidFill>
                  <a:srgbClr val="657E9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1" name="Google Shape;12929;p132">
                  <a:extLst>
                    <a:ext uri="{FF2B5EF4-FFF2-40B4-BE49-F238E27FC236}">
                      <a16:creationId xmlns:a16="http://schemas.microsoft.com/office/drawing/2014/main" id="{79183A2F-C4A9-36F2-A019-E258969DF2AB}"/>
                    </a:ext>
                  </a:extLst>
                </p:cNvPr>
                <p:cNvSpPr/>
                <p:nvPr/>
              </p:nvSpPr>
              <p:spPr>
                <a:xfrm>
                  <a:off x="729238" y="1982326"/>
                  <a:ext cx="80700" cy="80700"/>
                </a:xfrm>
                <a:prstGeom prst="rect">
                  <a:avLst/>
                </a:prstGeom>
                <a:solidFill>
                  <a:srgbClr val="657E9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2" name="Google Shape;12930;p132">
                  <a:extLst>
                    <a:ext uri="{FF2B5EF4-FFF2-40B4-BE49-F238E27FC236}">
                      <a16:creationId xmlns:a16="http://schemas.microsoft.com/office/drawing/2014/main" id="{9F06AD72-083D-D103-4F5E-7FC2E484FB34}"/>
                    </a:ext>
                  </a:extLst>
                </p:cNvPr>
                <p:cNvSpPr/>
                <p:nvPr/>
              </p:nvSpPr>
              <p:spPr>
                <a:xfrm>
                  <a:off x="729238" y="2143022"/>
                  <a:ext cx="80700" cy="80700"/>
                </a:xfrm>
                <a:prstGeom prst="rect">
                  <a:avLst/>
                </a:prstGeom>
                <a:solidFill>
                  <a:srgbClr val="657E9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3" name="Google Shape;12931;p132">
                  <a:extLst>
                    <a:ext uri="{FF2B5EF4-FFF2-40B4-BE49-F238E27FC236}">
                      <a16:creationId xmlns:a16="http://schemas.microsoft.com/office/drawing/2014/main" id="{6705261F-2D47-4AA7-C9F5-44C32CAEEB01}"/>
                    </a:ext>
                  </a:extLst>
                </p:cNvPr>
                <p:cNvSpPr/>
                <p:nvPr/>
              </p:nvSpPr>
              <p:spPr>
                <a:xfrm>
                  <a:off x="729238" y="2303717"/>
                  <a:ext cx="80700" cy="80700"/>
                </a:xfrm>
                <a:prstGeom prst="rect">
                  <a:avLst/>
                </a:prstGeom>
                <a:solidFill>
                  <a:srgbClr val="657E9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4" name="Google Shape;12932;p132">
                  <a:extLst>
                    <a:ext uri="{FF2B5EF4-FFF2-40B4-BE49-F238E27FC236}">
                      <a16:creationId xmlns:a16="http://schemas.microsoft.com/office/drawing/2014/main" id="{3AA4C3B3-3698-D983-E3DC-6D2545AB89EC}"/>
                    </a:ext>
                  </a:extLst>
                </p:cNvPr>
                <p:cNvSpPr/>
                <p:nvPr/>
              </p:nvSpPr>
              <p:spPr>
                <a:xfrm>
                  <a:off x="729238" y="2464413"/>
                  <a:ext cx="80700" cy="80700"/>
                </a:xfrm>
                <a:prstGeom prst="rect">
                  <a:avLst/>
                </a:prstGeom>
                <a:solidFill>
                  <a:srgbClr val="657E9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5" name="Google Shape;12933;p132">
                  <a:extLst>
                    <a:ext uri="{FF2B5EF4-FFF2-40B4-BE49-F238E27FC236}">
                      <a16:creationId xmlns:a16="http://schemas.microsoft.com/office/drawing/2014/main" id="{08E8D3FE-4191-3B75-EE6B-BAFF50D29ADB}"/>
                    </a:ext>
                  </a:extLst>
                </p:cNvPr>
                <p:cNvSpPr/>
                <p:nvPr/>
              </p:nvSpPr>
              <p:spPr>
                <a:xfrm>
                  <a:off x="729238" y="2625109"/>
                  <a:ext cx="80700" cy="80700"/>
                </a:xfrm>
                <a:prstGeom prst="rect">
                  <a:avLst/>
                </a:prstGeom>
                <a:solidFill>
                  <a:srgbClr val="657E9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27" name="Google Shape;12934;p132">
                <a:extLst>
                  <a:ext uri="{FF2B5EF4-FFF2-40B4-BE49-F238E27FC236}">
                    <a16:creationId xmlns:a16="http://schemas.microsoft.com/office/drawing/2014/main" id="{790D464E-CD92-15C3-D8B4-F0DC46C528A8}"/>
                  </a:ext>
                </a:extLst>
              </p:cNvPr>
              <p:cNvGrpSpPr/>
              <p:nvPr/>
            </p:nvGrpSpPr>
            <p:grpSpPr>
              <a:xfrm>
                <a:off x="903098" y="1179665"/>
                <a:ext cx="80700" cy="1526144"/>
                <a:chOff x="903098" y="1179665"/>
                <a:chExt cx="80700" cy="1526144"/>
              </a:xfrm>
            </p:grpSpPr>
            <p:sp>
              <p:nvSpPr>
                <p:cNvPr id="616" name="Google Shape;12935;p132">
                  <a:extLst>
                    <a:ext uri="{FF2B5EF4-FFF2-40B4-BE49-F238E27FC236}">
                      <a16:creationId xmlns:a16="http://schemas.microsoft.com/office/drawing/2014/main" id="{F5501B32-F100-A3F3-41B3-7155DE546788}"/>
                    </a:ext>
                  </a:extLst>
                </p:cNvPr>
                <p:cNvSpPr/>
                <p:nvPr/>
              </p:nvSpPr>
              <p:spPr>
                <a:xfrm>
                  <a:off x="903098" y="1179665"/>
                  <a:ext cx="80700" cy="80700"/>
                </a:xfrm>
                <a:prstGeom prst="rect">
                  <a:avLst/>
                </a:pr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7" name="Google Shape;12936;p132">
                  <a:extLst>
                    <a:ext uri="{FF2B5EF4-FFF2-40B4-BE49-F238E27FC236}">
                      <a16:creationId xmlns:a16="http://schemas.microsoft.com/office/drawing/2014/main" id="{992793B1-EC3C-077C-9C40-2E857812B4C2}"/>
                    </a:ext>
                  </a:extLst>
                </p:cNvPr>
                <p:cNvSpPr/>
                <p:nvPr/>
              </p:nvSpPr>
              <p:spPr>
                <a:xfrm>
                  <a:off x="903098" y="1340360"/>
                  <a:ext cx="80700" cy="80700"/>
                </a:xfrm>
                <a:prstGeom prst="rect">
                  <a:avLst/>
                </a:pr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8" name="Google Shape;12937;p132">
                  <a:extLst>
                    <a:ext uri="{FF2B5EF4-FFF2-40B4-BE49-F238E27FC236}">
                      <a16:creationId xmlns:a16="http://schemas.microsoft.com/office/drawing/2014/main" id="{04E94ACA-6C82-1748-70CA-A780E1F3F12F}"/>
                    </a:ext>
                  </a:extLst>
                </p:cNvPr>
                <p:cNvSpPr/>
                <p:nvPr/>
              </p:nvSpPr>
              <p:spPr>
                <a:xfrm>
                  <a:off x="903098" y="1501056"/>
                  <a:ext cx="80700" cy="80700"/>
                </a:xfrm>
                <a:prstGeom prst="rect">
                  <a:avLst/>
                </a:pr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9" name="Google Shape;12938;p132">
                  <a:extLst>
                    <a:ext uri="{FF2B5EF4-FFF2-40B4-BE49-F238E27FC236}">
                      <a16:creationId xmlns:a16="http://schemas.microsoft.com/office/drawing/2014/main" id="{1F52C79B-64C0-E020-BD2B-5823C67FD7DB}"/>
                    </a:ext>
                  </a:extLst>
                </p:cNvPr>
                <p:cNvSpPr/>
                <p:nvPr/>
              </p:nvSpPr>
              <p:spPr>
                <a:xfrm>
                  <a:off x="903098" y="1661752"/>
                  <a:ext cx="80700" cy="80700"/>
                </a:xfrm>
                <a:prstGeom prst="rect">
                  <a:avLst/>
                </a:pr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0" name="Google Shape;12939;p132">
                  <a:extLst>
                    <a:ext uri="{FF2B5EF4-FFF2-40B4-BE49-F238E27FC236}">
                      <a16:creationId xmlns:a16="http://schemas.microsoft.com/office/drawing/2014/main" id="{4017858E-373E-0B3E-BC00-336C7CA10981}"/>
                    </a:ext>
                  </a:extLst>
                </p:cNvPr>
                <p:cNvSpPr/>
                <p:nvPr/>
              </p:nvSpPr>
              <p:spPr>
                <a:xfrm>
                  <a:off x="903098" y="1821630"/>
                  <a:ext cx="80700" cy="80700"/>
                </a:xfrm>
                <a:prstGeom prst="rect">
                  <a:avLst/>
                </a:pr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1" name="Google Shape;12940;p132">
                  <a:extLst>
                    <a:ext uri="{FF2B5EF4-FFF2-40B4-BE49-F238E27FC236}">
                      <a16:creationId xmlns:a16="http://schemas.microsoft.com/office/drawing/2014/main" id="{05419EB7-F36B-7DF0-9A50-39AC43E1D4E9}"/>
                    </a:ext>
                  </a:extLst>
                </p:cNvPr>
                <p:cNvSpPr/>
                <p:nvPr/>
              </p:nvSpPr>
              <p:spPr>
                <a:xfrm>
                  <a:off x="903098" y="1982326"/>
                  <a:ext cx="80700" cy="80700"/>
                </a:xfrm>
                <a:prstGeom prst="rect">
                  <a:avLst/>
                </a:pr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2" name="Google Shape;12941;p132">
                  <a:extLst>
                    <a:ext uri="{FF2B5EF4-FFF2-40B4-BE49-F238E27FC236}">
                      <a16:creationId xmlns:a16="http://schemas.microsoft.com/office/drawing/2014/main" id="{25D8D890-A876-281A-FC0F-78E7F0E364A2}"/>
                    </a:ext>
                  </a:extLst>
                </p:cNvPr>
                <p:cNvSpPr/>
                <p:nvPr/>
              </p:nvSpPr>
              <p:spPr>
                <a:xfrm>
                  <a:off x="903098" y="2143022"/>
                  <a:ext cx="80700" cy="80700"/>
                </a:xfrm>
                <a:prstGeom prst="rect">
                  <a:avLst/>
                </a:prstGeom>
                <a:solidFill>
                  <a:srgbClr val="657E9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3" name="Google Shape;12942;p132">
                  <a:extLst>
                    <a:ext uri="{FF2B5EF4-FFF2-40B4-BE49-F238E27FC236}">
                      <a16:creationId xmlns:a16="http://schemas.microsoft.com/office/drawing/2014/main" id="{065658CA-9393-2858-0136-F97AADE2D48F}"/>
                    </a:ext>
                  </a:extLst>
                </p:cNvPr>
                <p:cNvSpPr/>
                <p:nvPr/>
              </p:nvSpPr>
              <p:spPr>
                <a:xfrm>
                  <a:off x="903098" y="2303717"/>
                  <a:ext cx="80700" cy="80700"/>
                </a:xfrm>
                <a:prstGeom prst="rect">
                  <a:avLst/>
                </a:prstGeom>
                <a:solidFill>
                  <a:srgbClr val="657E9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4" name="Google Shape;12943;p132">
                  <a:extLst>
                    <a:ext uri="{FF2B5EF4-FFF2-40B4-BE49-F238E27FC236}">
                      <a16:creationId xmlns:a16="http://schemas.microsoft.com/office/drawing/2014/main" id="{387F00FE-F66B-A03C-4210-4CC29B1AF266}"/>
                    </a:ext>
                  </a:extLst>
                </p:cNvPr>
                <p:cNvSpPr/>
                <p:nvPr/>
              </p:nvSpPr>
              <p:spPr>
                <a:xfrm>
                  <a:off x="903098" y="2464413"/>
                  <a:ext cx="80700" cy="80700"/>
                </a:xfrm>
                <a:prstGeom prst="rect">
                  <a:avLst/>
                </a:prstGeom>
                <a:solidFill>
                  <a:srgbClr val="657E9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5" name="Google Shape;12944;p132">
                  <a:extLst>
                    <a:ext uri="{FF2B5EF4-FFF2-40B4-BE49-F238E27FC236}">
                      <a16:creationId xmlns:a16="http://schemas.microsoft.com/office/drawing/2014/main" id="{9A86B7C7-C72C-698C-BE21-72BE817592AB}"/>
                    </a:ext>
                  </a:extLst>
                </p:cNvPr>
                <p:cNvSpPr/>
                <p:nvPr/>
              </p:nvSpPr>
              <p:spPr>
                <a:xfrm>
                  <a:off x="903098" y="2625109"/>
                  <a:ext cx="80700" cy="80700"/>
                </a:xfrm>
                <a:prstGeom prst="rect">
                  <a:avLst/>
                </a:prstGeom>
                <a:solidFill>
                  <a:srgbClr val="657E9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28" name="Google Shape;12945;p132">
                <a:extLst>
                  <a:ext uri="{FF2B5EF4-FFF2-40B4-BE49-F238E27FC236}">
                    <a16:creationId xmlns:a16="http://schemas.microsoft.com/office/drawing/2014/main" id="{EDE4270F-4EE7-F8A2-4B60-EF29BA795FF5}"/>
                  </a:ext>
                </a:extLst>
              </p:cNvPr>
              <p:cNvGrpSpPr/>
              <p:nvPr/>
            </p:nvGrpSpPr>
            <p:grpSpPr>
              <a:xfrm>
                <a:off x="1076958" y="1179665"/>
                <a:ext cx="80700" cy="1526144"/>
                <a:chOff x="1076958" y="1179665"/>
                <a:chExt cx="80700" cy="1526144"/>
              </a:xfrm>
            </p:grpSpPr>
            <p:sp>
              <p:nvSpPr>
                <p:cNvPr id="606" name="Google Shape;12946;p132">
                  <a:extLst>
                    <a:ext uri="{FF2B5EF4-FFF2-40B4-BE49-F238E27FC236}">
                      <a16:creationId xmlns:a16="http://schemas.microsoft.com/office/drawing/2014/main" id="{AEC87502-2CBC-4AEA-0E18-ACBC624ABB4B}"/>
                    </a:ext>
                  </a:extLst>
                </p:cNvPr>
                <p:cNvSpPr/>
                <p:nvPr/>
              </p:nvSpPr>
              <p:spPr>
                <a:xfrm>
                  <a:off x="1076958" y="1179665"/>
                  <a:ext cx="80700" cy="80700"/>
                </a:xfrm>
                <a:prstGeom prst="rect">
                  <a:avLst/>
                </a:pr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7" name="Google Shape;12947;p132">
                  <a:extLst>
                    <a:ext uri="{FF2B5EF4-FFF2-40B4-BE49-F238E27FC236}">
                      <a16:creationId xmlns:a16="http://schemas.microsoft.com/office/drawing/2014/main" id="{34A30C48-96C3-D91F-23B3-19139F5318D9}"/>
                    </a:ext>
                  </a:extLst>
                </p:cNvPr>
                <p:cNvSpPr/>
                <p:nvPr/>
              </p:nvSpPr>
              <p:spPr>
                <a:xfrm>
                  <a:off x="1076958" y="1340360"/>
                  <a:ext cx="80700" cy="80700"/>
                </a:xfrm>
                <a:prstGeom prst="rect">
                  <a:avLst/>
                </a:pr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8" name="Google Shape;12948;p132">
                  <a:extLst>
                    <a:ext uri="{FF2B5EF4-FFF2-40B4-BE49-F238E27FC236}">
                      <a16:creationId xmlns:a16="http://schemas.microsoft.com/office/drawing/2014/main" id="{D7B497D2-B603-BEF4-558A-14F9488C57BB}"/>
                    </a:ext>
                  </a:extLst>
                </p:cNvPr>
                <p:cNvSpPr/>
                <p:nvPr/>
              </p:nvSpPr>
              <p:spPr>
                <a:xfrm>
                  <a:off x="1076958" y="1501056"/>
                  <a:ext cx="80700" cy="80700"/>
                </a:xfrm>
                <a:prstGeom prst="rect">
                  <a:avLst/>
                </a:pr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9" name="Google Shape;12949;p132">
                  <a:extLst>
                    <a:ext uri="{FF2B5EF4-FFF2-40B4-BE49-F238E27FC236}">
                      <a16:creationId xmlns:a16="http://schemas.microsoft.com/office/drawing/2014/main" id="{108D1079-0BFA-91BC-D1E9-D620A272C416}"/>
                    </a:ext>
                  </a:extLst>
                </p:cNvPr>
                <p:cNvSpPr/>
                <p:nvPr/>
              </p:nvSpPr>
              <p:spPr>
                <a:xfrm>
                  <a:off x="1076958" y="1661752"/>
                  <a:ext cx="80700" cy="80700"/>
                </a:xfrm>
                <a:prstGeom prst="rect">
                  <a:avLst/>
                </a:pr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0" name="Google Shape;12950;p132">
                  <a:extLst>
                    <a:ext uri="{FF2B5EF4-FFF2-40B4-BE49-F238E27FC236}">
                      <a16:creationId xmlns:a16="http://schemas.microsoft.com/office/drawing/2014/main" id="{8D24F994-1050-27AB-44F0-AEC2DD030EED}"/>
                    </a:ext>
                  </a:extLst>
                </p:cNvPr>
                <p:cNvSpPr/>
                <p:nvPr/>
              </p:nvSpPr>
              <p:spPr>
                <a:xfrm>
                  <a:off x="1076958" y="1821630"/>
                  <a:ext cx="80700" cy="80700"/>
                </a:xfrm>
                <a:prstGeom prst="rect">
                  <a:avLst/>
                </a:pr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1" name="Google Shape;12951;p132">
                  <a:extLst>
                    <a:ext uri="{FF2B5EF4-FFF2-40B4-BE49-F238E27FC236}">
                      <a16:creationId xmlns:a16="http://schemas.microsoft.com/office/drawing/2014/main" id="{F2BDA9E0-DD2F-FB10-EDBF-768D89B3208D}"/>
                    </a:ext>
                  </a:extLst>
                </p:cNvPr>
                <p:cNvSpPr/>
                <p:nvPr/>
              </p:nvSpPr>
              <p:spPr>
                <a:xfrm>
                  <a:off x="1076958" y="1982326"/>
                  <a:ext cx="80700" cy="80700"/>
                </a:xfrm>
                <a:prstGeom prst="rect">
                  <a:avLst/>
                </a:pr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2" name="Google Shape;12952;p132">
                  <a:extLst>
                    <a:ext uri="{FF2B5EF4-FFF2-40B4-BE49-F238E27FC236}">
                      <a16:creationId xmlns:a16="http://schemas.microsoft.com/office/drawing/2014/main" id="{8DEAD7A1-7727-1192-AE7C-39583338C3ED}"/>
                    </a:ext>
                  </a:extLst>
                </p:cNvPr>
                <p:cNvSpPr/>
                <p:nvPr/>
              </p:nvSpPr>
              <p:spPr>
                <a:xfrm>
                  <a:off x="1076958" y="2143022"/>
                  <a:ext cx="80700" cy="80700"/>
                </a:xfrm>
                <a:prstGeom prst="rect">
                  <a:avLst/>
                </a:pr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3" name="Google Shape;12953;p132">
                  <a:extLst>
                    <a:ext uri="{FF2B5EF4-FFF2-40B4-BE49-F238E27FC236}">
                      <a16:creationId xmlns:a16="http://schemas.microsoft.com/office/drawing/2014/main" id="{8E2F566F-7AE5-2224-B1AA-62E9C4CF8FDB}"/>
                    </a:ext>
                  </a:extLst>
                </p:cNvPr>
                <p:cNvSpPr/>
                <p:nvPr/>
              </p:nvSpPr>
              <p:spPr>
                <a:xfrm>
                  <a:off x="1076958" y="2303717"/>
                  <a:ext cx="80700" cy="80700"/>
                </a:xfrm>
                <a:prstGeom prst="rect">
                  <a:avLst/>
                </a:prstGeom>
                <a:solidFill>
                  <a:srgbClr val="657E9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4" name="Google Shape;12954;p132">
                  <a:extLst>
                    <a:ext uri="{FF2B5EF4-FFF2-40B4-BE49-F238E27FC236}">
                      <a16:creationId xmlns:a16="http://schemas.microsoft.com/office/drawing/2014/main" id="{7F6A7E70-02FC-DB8B-E9F4-F78BEC952363}"/>
                    </a:ext>
                  </a:extLst>
                </p:cNvPr>
                <p:cNvSpPr/>
                <p:nvPr/>
              </p:nvSpPr>
              <p:spPr>
                <a:xfrm>
                  <a:off x="1076958" y="2464413"/>
                  <a:ext cx="80700" cy="80700"/>
                </a:xfrm>
                <a:prstGeom prst="rect">
                  <a:avLst/>
                </a:prstGeom>
                <a:solidFill>
                  <a:srgbClr val="657E9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5" name="Google Shape;12955;p132">
                  <a:extLst>
                    <a:ext uri="{FF2B5EF4-FFF2-40B4-BE49-F238E27FC236}">
                      <a16:creationId xmlns:a16="http://schemas.microsoft.com/office/drawing/2014/main" id="{5EA95D36-9C13-B697-5606-46191235010F}"/>
                    </a:ext>
                  </a:extLst>
                </p:cNvPr>
                <p:cNvSpPr/>
                <p:nvPr/>
              </p:nvSpPr>
              <p:spPr>
                <a:xfrm>
                  <a:off x="1076958" y="2625109"/>
                  <a:ext cx="80700" cy="80700"/>
                </a:xfrm>
                <a:prstGeom prst="rect">
                  <a:avLst/>
                </a:prstGeom>
                <a:solidFill>
                  <a:srgbClr val="657E9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29" name="Google Shape;12956;p132">
                <a:extLst>
                  <a:ext uri="{FF2B5EF4-FFF2-40B4-BE49-F238E27FC236}">
                    <a16:creationId xmlns:a16="http://schemas.microsoft.com/office/drawing/2014/main" id="{7B2A3347-3363-5409-E9C8-D599B34643AA}"/>
                  </a:ext>
                </a:extLst>
              </p:cNvPr>
              <p:cNvGrpSpPr/>
              <p:nvPr/>
            </p:nvGrpSpPr>
            <p:grpSpPr>
              <a:xfrm>
                <a:off x="1247707" y="1179665"/>
                <a:ext cx="80700" cy="1526144"/>
                <a:chOff x="1247707" y="1179665"/>
                <a:chExt cx="80700" cy="1526144"/>
              </a:xfrm>
            </p:grpSpPr>
            <p:sp>
              <p:nvSpPr>
                <p:cNvPr id="596" name="Google Shape;12957;p132">
                  <a:extLst>
                    <a:ext uri="{FF2B5EF4-FFF2-40B4-BE49-F238E27FC236}">
                      <a16:creationId xmlns:a16="http://schemas.microsoft.com/office/drawing/2014/main" id="{79C9D3FF-AACA-5077-6B06-FA1D25669898}"/>
                    </a:ext>
                  </a:extLst>
                </p:cNvPr>
                <p:cNvSpPr/>
                <p:nvPr/>
              </p:nvSpPr>
              <p:spPr>
                <a:xfrm>
                  <a:off x="1247707" y="1179665"/>
                  <a:ext cx="80700" cy="80700"/>
                </a:xfrm>
                <a:prstGeom prst="rect">
                  <a:avLst/>
                </a:pr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7" name="Google Shape;12958;p132">
                  <a:extLst>
                    <a:ext uri="{FF2B5EF4-FFF2-40B4-BE49-F238E27FC236}">
                      <a16:creationId xmlns:a16="http://schemas.microsoft.com/office/drawing/2014/main" id="{3377D5C9-705C-8748-E2EF-57639C16FECC}"/>
                    </a:ext>
                  </a:extLst>
                </p:cNvPr>
                <p:cNvSpPr/>
                <p:nvPr/>
              </p:nvSpPr>
              <p:spPr>
                <a:xfrm>
                  <a:off x="1247707" y="1340360"/>
                  <a:ext cx="80700" cy="80700"/>
                </a:xfrm>
                <a:prstGeom prst="rect">
                  <a:avLst/>
                </a:pr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8" name="Google Shape;12959;p132">
                  <a:extLst>
                    <a:ext uri="{FF2B5EF4-FFF2-40B4-BE49-F238E27FC236}">
                      <a16:creationId xmlns:a16="http://schemas.microsoft.com/office/drawing/2014/main" id="{5A0D70FF-294A-EEE9-DDD9-9FD61B9638B6}"/>
                    </a:ext>
                  </a:extLst>
                </p:cNvPr>
                <p:cNvSpPr/>
                <p:nvPr/>
              </p:nvSpPr>
              <p:spPr>
                <a:xfrm>
                  <a:off x="1247707" y="1501056"/>
                  <a:ext cx="80700" cy="80700"/>
                </a:xfrm>
                <a:prstGeom prst="rect">
                  <a:avLst/>
                </a:pr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9" name="Google Shape;12960;p132">
                  <a:extLst>
                    <a:ext uri="{FF2B5EF4-FFF2-40B4-BE49-F238E27FC236}">
                      <a16:creationId xmlns:a16="http://schemas.microsoft.com/office/drawing/2014/main" id="{4CFB84D6-1436-BD77-0FFD-3FFD2AA5DA43}"/>
                    </a:ext>
                  </a:extLst>
                </p:cNvPr>
                <p:cNvSpPr/>
                <p:nvPr/>
              </p:nvSpPr>
              <p:spPr>
                <a:xfrm>
                  <a:off x="1247707" y="1661752"/>
                  <a:ext cx="80700" cy="80700"/>
                </a:xfrm>
                <a:prstGeom prst="rect">
                  <a:avLst/>
                </a:prstGeom>
                <a:solidFill>
                  <a:srgbClr val="657E9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0" name="Google Shape;12961;p132">
                  <a:extLst>
                    <a:ext uri="{FF2B5EF4-FFF2-40B4-BE49-F238E27FC236}">
                      <a16:creationId xmlns:a16="http://schemas.microsoft.com/office/drawing/2014/main" id="{89687B16-BEA1-0C1D-8BC0-819DCB664327}"/>
                    </a:ext>
                  </a:extLst>
                </p:cNvPr>
                <p:cNvSpPr/>
                <p:nvPr/>
              </p:nvSpPr>
              <p:spPr>
                <a:xfrm>
                  <a:off x="1247707" y="1821630"/>
                  <a:ext cx="80700" cy="80700"/>
                </a:xfrm>
                <a:prstGeom prst="rect">
                  <a:avLst/>
                </a:prstGeom>
                <a:solidFill>
                  <a:srgbClr val="657E9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1" name="Google Shape;12962;p132">
                  <a:extLst>
                    <a:ext uri="{FF2B5EF4-FFF2-40B4-BE49-F238E27FC236}">
                      <a16:creationId xmlns:a16="http://schemas.microsoft.com/office/drawing/2014/main" id="{8E286B3F-C46C-D324-9B7F-F54BED521B8A}"/>
                    </a:ext>
                  </a:extLst>
                </p:cNvPr>
                <p:cNvSpPr/>
                <p:nvPr/>
              </p:nvSpPr>
              <p:spPr>
                <a:xfrm>
                  <a:off x="1247707" y="1982326"/>
                  <a:ext cx="80700" cy="80700"/>
                </a:xfrm>
                <a:prstGeom prst="rect">
                  <a:avLst/>
                </a:prstGeom>
                <a:solidFill>
                  <a:srgbClr val="657E9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2" name="Google Shape;12963;p132">
                  <a:extLst>
                    <a:ext uri="{FF2B5EF4-FFF2-40B4-BE49-F238E27FC236}">
                      <a16:creationId xmlns:a16="http://schemas.microsoft.com/office/drawing/2014/main" id="{7305D6C3-A024-A088-7532-7496B4A4F4B6}"/>
                    </a:ext>
                  </a:extLst>
                </p:cNvPr>
                <p:cNvSpPr/>
                <p:nvPr/>
              </p:nvSpPr>
              <p:spPr>
                <a:xfrm>
                  <a:off x="1247707" y="2143022"/>
                  <a:ext cx="80700" cy="80700"/>
                </a:xfrm>
                <a:prstGeom prst="rect">
                  <a:avLst/>
                </a:prstGeom>
                <a:solidFill>
                  <a:srgbClr val="657E9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3" name="Google Shape;12964;p132">
                  <a:extLst>
                    <a:ext uri="{FF2B5EF4-FFF2-40B4-BE49-F238E27FC236}">
                      <a16:creationId xmlns:a16="http://schemas.microsoft.com/office/drawing/2014/main" id="{C4E99000-F70C-5100-1406-149CFB3CA38C}"/>
                    </a:ext>
                  </a:extLst>
                </p:cNvPr>
                <p:cNvSpPr/>
                <p:nvPr/>
              </p:nvSpPr>
              <p:spPr>
                <a:xfrm>
                  <a:off x="1247707" y="2303717"/>
                  <a:ext cx="80700" cy="80700"/>
                </a:xfrm>
                <a:prstGeom prst="rect">
                  <a:avLst/>
                </a:prstGeom>
                <a:solidFill>
                  <a:srgbClr val="657E9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4" name="Google Shape;12965;p132">
                  <a:extLst>
                    <a:ext uri="{FF2B5EF4-FFF2-40B4-BE49-F238E27FC236}">
                      <a16:creationId xmlns:a16="http://schemas.microsoft.com/office/drawing/2014/main" id="{2514F12D-BF02-2319-4748-EF26F5D2DFF7}"/>
                    </a:ext>
                  </a:extLst>
                </p:cNvPr>
                <p:cNvSpPr/>
                <p:nvPr/>
              </p:nvSpPr>
              <p:spPr>
                <a:xfrm>
                  <a:off x="1247707" y="2464413"/>
                  <a:ext cx="80700" cy="80700"/>
                </a:xfrm>
                <a:prstGeom prst="rect">
                  <a:avLst/>
                </a:prstGeom>
                <a:solidFill>
                  <a:srgbClr val="657E9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5" name="Google Shape;12966;p132">
                  <a:extLst>
                    <a:ext uri="{FF2B5EF4-FFF2-40B4-BE49-F238E27FC236}">
                      <a16:creationId xmlns:a16="http://schemas.microsoft.com/office/drawing/2014/main" id="{406C7105-03B2-4038-ACE8-3AC4AC1997A1}"/>
                    </a:ext>
                  </a:extLst>
                </p:cNvPr>
                <p:cNvSpPr/>
                <p:nvPr/>
              </p:nvSpPr>
              <p:spPr>
                <a:xfrm>
                  <a:off x="1247707" y="2625109"/>
                  <a:ext cx="80700" cy="80700"/>
                </a:xfrm>
                <a:prstGeom prst="rect">
                  <a:avLst/>
                </a:prstGeom>
                <a:solidFill>
                  <a:srgbClr val="657E9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30" name="Google Shape;12967;p132">
                <a:extLst>
                  <a:ext uri="{FF2B5EF4-FFF2-40B4-BE49-F238E27FC236}">
                    <a16:creationId xmlns:a16="http://schemas.microsoft.com/office/drawing/2014/main" id="{0EEDA913-6E5C-46B6-4B95-718832A73CF5}"/>
                  </a:ext>
                </a:extLst>
              </p:cNvPr>
              <p:cNvGrpSpPr/>
              <p:nvPr/>
            </p:nvGrpSpPr>
            <p:grpSpPr>
              <a:xfrm>
                <a:off x="1421567" y="1179665"/>
                <a:ext cx="80700" cy="1526144"/>
                <a:chOff x="1421567" y="1179665"/>
                <a:chExt cx="80700" cy="1526144"/>
              </a:xfrm>
            </p:grpSpPr>
            <p:sp>
              <p:nvSpPr>
                <p:cNvPr id="586" name="Google Shape;12968;p132">
                  <a:extLst>
                    <a:ext uri="{FF2B5EF4-FFF2-40B4-BE49-F238E27FC236}">
                      <a16:creationId xmlns:a16="http://schemas.microsoft.com/office/drawing/2014/main" id="{B9E43684-D996-353F-792D-5DAF7E02972D}"/>
                    </a:ext>
                  </a:extLst>
                </p:cNvPr>
                <p:cNvSpPr/>
                <p:nvPr/>
              </p:nvSpPr>
              <p:spPr>
                <a:xfrm>
                  <a:off x="1421567" y="1179665"/>
                  <a:ext cx="80700" cy="80700"/>
                </a:xfrm>
                <a:prstGeom prst="rect">
                  <a:avLst/>
                </a:pr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7" name="Google Shape;12969;p132">
                  <a:extLst>
                    <a:ext uri="{FF2B5EF4-FFF2-40B4-BE49-F238E27FC236}">
                      <a16:creationId xmlns:a16="http://schemas.microsoft.com/office/drawing/2014/main" id="{3E9D5BEB-C9DB-368E-354A-A78BADEA6A9F}"/>
                    </a:ext>
                  </a:extLst>
                </p:cNvPr>
                <p:cNvSpPr/>
                <p:nvPr/>
              </p:nvSpPr>
              <p:spPr>
                <a:xfrm>
                  <a:off x="1421567" y="1340360"/>
                  <a:ext cx="80700" cy="80700"/>
                </a:xfrm>
                <a:prstGeom prst="rect">
                  <a:avLst/>
                </a:pr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8" name="Google Shape;12970;p132">
                  <a:extLst>
                    <a:ext uri="{FF2B5EF4-FFF2-40B4-BE49-F238E27FC236}">
                      <a16:creationId xmlns:a16="http://schemas.microsoft.com/office/drawing/2014/main" id="{81978EF6-F5E6-6432-5A2B-304584F1E9A9}"/>
                    </a:ext>
                  </a:extLst>
                </p:cNvPr>
                <p:cNvSpPr/>
                <p:nvPr/>
              </p:nvSpPr>
              <p:spPr>
                <a:xfrm>
                  <a:off x="1421567" y="1501056"/>
                  <a:ext cx="80700" cy="80700"/>
                </a:xfrm>
                <a:prstGeom prst="rect">
                  <a:avLst/>
                </a:pr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9" name="Google Shape;12971;p132">
                  <a:extLst>
                    <a:ext uri="{FF2B5EF4-FFF2-40B4-BE49-F238E27FC236}">
                      <a16:creationId xmlns:a16="http://schemas.microsoft.com/office/drawing/2014/main" id="{1FFE79C9-5116-07D6-8D5D-F6E8ADB4DF08}"/>
                    </a:ext>
                  </a:extLst>
                </p:cNvPr>
                <p:cNvSpPr/>
                <p:nvPr/>
              </p:nvSpPr>
              <p:spPr>
                <a:xfrm>
                  <a:off x="1421567" y="1661752"/>
                  <a:ext cx="80700" cy="80700"/>
                </a:xfrm>
                <a:prstGeom prst="rect">
                  <a:avLst/>
                </a:pr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0" name="Google Shape;12972;p132">
                  <a:extLst>
                    <a:ext uri="{FF2B5EF4-FFF2-40B4-BE49-F238E27FC236}">
                      <a16:creationId xmlns:a16="http://schemas.microsoft.com/office/drawing/2014/main" id="{C817091B-6B74-4041-2E45-2C96A27D1933}"/>
                    </a:ext>
                  </a:extLst>
                </p:cNvPr>
                <p:cNvSpPr/>
                <p:nvPr/>
              </p:nvSpPr>
              <p:spPr>
                <a:xfrm>
                  <a:off x="1421567" y="1821630"/>
                  <a:ext cx="80700" cy="80700"/>
                </a:xfrm>
                <a:prstGeom prst="rect">
                  <a:avLst/>
                </a:pr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1" name="Google Shape;12973;p132">
                  <a:extLst>
                    <a:ext uri="{FF2B5EF4-FFF2-40B4-BE49-F238E27FC236}">
                      <a16:creationId xmlns:a16="http://schemas.microsoft.com/office/drawing/2014/main" id="{90481A6E-17BC-F0FD-C662-B08462AB18B9}"/>
                    </a:ext>
                  </a:extLst>
                </p:cNvPr>
                <p:cNvSpPr/>
                <p:nvPr/>
              </p:nvSpPr>
              <p:spPr>
                <a:xfrm>
                  <a:off x="1421567" y="1982326"/>
                  <a:ext cx="80700" cy="80700"/>
                </a:xfrm>
                <a:prstGeom prst="rect">
                  <a:avLst/>
                </a:pr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2" name="Google Shape;12974;p132">
                  <a:extLst>
                    <a:ext uri="{FF2B5EF4-FFF2-40B4-BE49-F238E27FC236}">
                      <a16:creationId xmlns:a16="http://schemas.microsoft.com/office/drawing/2014/main" id="{F8C45C49-7DE1-4383-C940-12DD89C8C255}"/>
                    </a:ext>
                  </a:extLst>
                </p:cNvPr>
                <p:cNvSpPr/>
                <p:nvPr/>
              </p:nvSpPr>
              <p:spPr>
                <a:xfrm>
                  <a:off x="1421567" y="2143022"/>
                  <a:ext cx="80700" cy="80700"/>
                </a:xfrm>
                <a:prstGeom prst="rect">
                  <a:avLst/>
                </a:pr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3" name="Google Shape;12975;p132">
                  <a:extLst>
                    <a:ext uri="{FF2B5EF4-FFF2-40B4-BE49-F238E27FC236}">
                      <a16:creationId xmlns:a16="http://schemas.microsoft.com/office/drawing/2014/main" id="{FC0AFB20-FB1D-77DA-71A5-43CBBF7A2E72}"/>
                    </a:ext>
                  </a:extLst>
                </p:cNvPr>
                <p:cNvSpPr/>
                <p:nvPr/>
              </p:nvSpPr>
              <p:spPr>
                <a:xfrm>
                  <a:off x="1421567" y="2303717"/>
                  <a:ext cx="80700" cy="80700"/>
                </a:xfrm>
                <a:prstGeom prst="rect">
                  <a:avLst/>
                </a:pr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4" name="Google Shape;12976;p132">
                  <a:extLst>
                    <a:ext uri="{FF2B5EF4-FFF2-40B4-BE49-F238E27FC236}">
                      <a16:creationId xmlns:a16="http://schemas.microsoft.com/office/drawing/2014/main" id="{8E5B5624-3C3E-D4FB-8D68-AB3A75A6E078}"/>
                    </a:ext>
                  </a:extLst>
                </p:cNvPr>
                <p:cNvSpPr/>
                <p:nvPr/>
              </p:nvSpPr>
              <p:spPr>
                <a:xfrm>
                  <a:off x="1421567" y="2464413"/>
                  <a:ext cx="80700" cy="80700"/>
                </a:xfrm>
                <a:prstGeom prst="rect">
                  <a:avLst/>
                </a:prstGeom>
                <a:solidFill>
                  <a:srgbClr val="657E9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5" name="Google Shape;12977;p132">
                  <a:extLst>
                    <a:ext uri="{FF2B5EF4-FFF2-40B4-BE49-F238E27FC236}">
                      <a16:creationId xmlns:a16="http://schemas.microsoft.com/office/drawing/2014/main" id="{DD4BD457-9F32-56DA-EB44-69B86F7A8213}"/>
                    </a:ext>
                  </a:extLst>
                </p:cNvPr>
                <p:cNvSpPr/>
                <p:nvPr/>
              </p:nvSpPr>
              <p:spPr>
                <a:xfrm>
                  <a:off x="1421567" y="2625109"/>
                  <a:ext cx="80700" cy="80700"/>
                </a:xfrm>
                <a:prstGeom prst="rect">
                  <a:avLst/>
                </a:prstGeom>
                <a:solidFill>
                  <a:srgbClr val="657E9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31" name="Google Shape;12978;p132">
                <a:extLst>
                  <a:ext uri="{FF2B5EF4-FFF2-40B4-BE49-F238E27FC236}">
                    <a16:creationId xmlns:a16="http://schemas.microsoft.com/office/drawing/2014/main" id="{A66C18CE-5AB6-C7B7-B33F-BAFF1C969F6D}"/>
                  </a:ext>
                </a:extLst>
              </p:cNvPr>
              <p:cNvGrpSpPr/>
              <p:nvPr/>
            </p:nvGrpSpPr>
            <p:grpSpPr>
              <a:xfrm>
                <a:off x="1592327" y="1179665"/>
                <a:ext cx="80700" cy="1526144"/>
                <a:chOff x="1592327" y="1179665"/>
                <a:chExt cx="80700" cy="1526144"/>
              </a:xfrm>
            </p:grpSpPr>
            <p:sp>
              <p:nvSpPr>
                <p:cNvPr id="576" name="Google Shape;12979;p132">
                  <a:extLst>
                    <a:ext uri="{FF2B5EF4-FFF2-40B4-BE49-F238E27FC236}">
                      <a16:creationId xmlns:a16="http://schemas.microsoft.com/office/drawing/2014/main" id="{D820CD78-A16C-1880-D714-16790D1D152A}"/>
                    </a:ext>
                  </a:extLst>
                </p:cNvPr>
                <p:cNvSpPr/>
                <p:nvPr/>
              </p:nvSpPr>
              <p:spPr>
                <a:xfrm>
                  <a:off x="1592327" y="1179665"/>
                  <a:ext cx="80700" cy="80700"/>
                </a:xfrm>
                <a:prstGeom prst="rect">
                  <a:avLst/>
                </a:pr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7" name="Google Shape;12980;p132">
                  <a:extLst>
                    <a:ext uri="{FF2B5EF4-FFF2-40B4-BE49-F238E27FC236}">
                      <a16:creationId xmlns:a16="http://schemas.microsoft.com/office/drawing/2014/main" id="{6F58EBF5-EDF1-1B5B-F941-8FD3AE86FA89}"/>
                    </a:ext>
                  </a:extLst>
                </p:cNvPr>
                <p:cNvSpPr/>
                <p:nvPr/>
              </p:nvSpPr>
              <p:spPr>
                <a:xfrm>
                  <a:off x="1592327" y="1340360"/>
                  <a:ext cx="80700" cy="80700"/>
                </a:xfrm>
                <a:prstGeom prst="rect">
                  <a:avLst/>
                </a:pr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8" name="Google Shape;12981;p132">
                  <a:extLst>
                    <a:ext uri="{FF2B5EF4-FFF2-40B4-BE49-F238E27FC236}">
                      <a16:creationId xmlns:a16="http://schemas.microsoft.com/office/drawing/2014/main" id="{729BD30A-6559-B306-0C4E-4FB0BC1848B9}"/>
                    </a:ext>
                  </a:extLst>
                </p:cNvPr>
                <p:cNvSpPr/>
                <p:nvPr/>
              </p:nvSpPr>
              <p:spPr>
                <a:xfrm>
                  <a:off x="1592327" y="1501056"/>
                  <a:ext cx="80700" cy="80700"/>
                </a:xfrm>
                <a:prstGeom prst="rect">
                  <a:avLst/>
                </a:pr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9" name="Google Shape;12982;p132">
                  <a:extLst>
                    <a:ext uri="{FF2B5EF4-FFF2-40B4-BE49-F238E27FC236}">
                      <a16:creationId xmlns:a16="http://schemas.microsoft.com/office/drawing/2014/main" id="{8D60D4BF-29A4-C023-14C1-F34FE4D8B4DF}"/>
                    </a:ext>
                  </a:extLst>
                </p:cNvPr>
                <p:cNvSpPr/>
                <p:nvPr/>
              </p:nvSpPr>
              <p:spPr>
                <a:xfrm>
                  <a:off x="1592327" y="1661752"/>
                  <a:ext cx="80700" cy="80700"/>
                </a:xfrm>
                <a:prstGeom prst="rect">
                  <a:avLst/>
                </a:pr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0" name="Google Shape;12983;p132">
                  <a:extLst>
                    <a:ext uri="{FF2B5EF4-FFF2-40B4-BE49-F238E27FC236}">
                      <a16:creationId xmlns:a16="http://schemas.microsoft.com/office/drawing/2014/main" id="{971629BB-77D8-F15A-385A-773B059D916A}"/>
                    </a:ext>
                  </a:extLst>
                </p:cNvPr>
                <p:cNvSpPr/>
                <p:nvPr/>
              </p:nvSpPr>
              <p:spPr>
                <a:xfrm>
                  <a:off x="1592327" y="1821630"/>
                  <a:ext cx="80700" cy="80700"/>
                </a:xfrm>
                <a:prstGeom prst="rect">
                  <a:avLst/>
                </a:pr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1" name="Google Shape;12984;p132">
                  <a:extLst>
                    <a:ext uri="{FF2B5EF4-FFF2-40B4-BE49-F238E27FC236}">
                      <a16:creationId xmlns:a16="http://schemas.microsoft.com/office/drawing/2014/main" id="{8A9EEE9A-4D8A-031A-86C8-E7C50249ED28}"/>
                    </a:ext>
                  </a:extLst>
                </p:cNvPr>
                <p:cNvSpPr/>
                <p:nvPr/>
              </p:nvSpPr>
              <p:spPr>
                <a:xfrm>
                  <a:off x="1592327" y="1982326"/>
                  <a:ext cx="80700" cy="80700"/>
                </a:xfrm>
                <a:prstGeom prst="rect">
                  <a:avLst/>
                </a:pr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2" name="Google Shape;12985;p132">
                  <a:extLst>
                    <a:ext uri="{FF2B5EF4-FFF2-40B4-BE49-F238E27FC236}">
                      <a16:creationId xmlns:a16="http://schemas.microsoft.com/office/drawing/2014/main" id="{3274B9B4-CCAF-8702-36DB-D8246F2B50DE}"/>
                    </a:ext>
                  </a:extLst>
                </p:cNvPr>
                <p:cNvSpPr/>
                <p:nvPr/>
              </p:nvSpPr>
              <p:spPr>
                <a:xfrm>
                  <a:off x="1592327" y="2143022"/>
                  <a:ext cx="80700" cy="80700"/>
                </a:xfrm>
                <a:prstGeom prst="rect">
                  <a:avLst/>
                </a:prstGeom>
                <a:solidFill>
                  <a:srgbClr val="657E9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3" name="Google Shape;12986;p132">
                  <a:extLst>
                    <a:ext uri="{FF2B5EF4-FFF2-40B4-BE49-F238E27FC236}">
                      <a16:creationId xmlns:a16="http://schemas.microsoft.com/office/drawing/2014/main" id="{E6FC14F9-3873-29BC-704A-8197AFFCEAFF}"/>
                    </a:ext>
                  </a:extLst>
                </p:cNvPr>
                <p:cNvSpPr/>
                <p:nvPr/>
              </p:nvSpPr>
              <p:spPr>
                <a:xfrm>
                  <a:off x="1592327" y="2303717"/>
                  <a:ext cx="80700" cy="80700"/>
                </a:xfrm>
                <a:prstGeom prst="rect">
                  <a:avLst/>
                </a:prstGeom>
                <a:solidFill>
                  <a:srgbClr val="657E9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4" name="Google Shape;12987;p132">
                  <a:extLst>
                    <a:ext uri="{FF2B5EF4-FFF2-40B4-BE49-F238E27FC236}">
                      <a16:creationId xmlns:a16="http://schemas.microsoft.com/office/drawing/2014/main" id="{8892EAB7-141B-CD8A-B7BC-65CA342972AE}"/>
                    </a:ext>
                  </a:extLst>
                </p:cNvPr>
                <p:cNvSpPr/>
                <p:nvPr/>
              </p:nvSpPr>
              <p:spPr>
                <a:xfrm>
                  <a:off x="1592327" y="2464413"/>
                  <a:ext cx="80700" cy="80700"/>
                </a:xfrm>
                <a:prstGeom prst="rect">
                  <a:avLst/>
                </a:prstGeom>
                <a:solidFill>
                  <a:srgbClr val="657E9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5" name="Google Shape;12988;p132">
                  <a:extLst>
                    <a:ext uri="{FF2B5EF4-FFF2-40B4-BE49-F238E27FC236}">
                      <a16:creationId xmlns:a16="http://schemas.microsoft.com/office/drawing/2014/main" id="{59491F81-CAD7-17E0-3599-ACD90BBD8D2B}"/>
                    </a:ext>
                  </a:extLst>
                </p:cNvPr>
                <p:cNvSpPr/>
                <p:nvPr/>
              </p:nvSpPr>
              <p:spPr>
                <a:xfrm>
                  <a:off x="1592327" y="2625109"/>
                  <a:ext cx="80700" cy="80700"/>
                </a:xfrm>
                <a:prstGeom prst="rect">
                  <a:avLst/>
                </a:prstGeom>
                <a:solidFill>
                  <a:srgbClr val="657E9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32" name="Google Shape;12989;p132">
                <a:extLst>
                  <a:ext uri="{FF2B5EF4-FFF2-40B4-BE49-F238E27FC236}">
                    <a16:creationId xmlns:a16="http://schemas.microsoft.com/office/drawing/2014/main" id="{1BAF2173-1ACE-F731-4876-2AFC85754E71}"/>
                  </a:ext>
                </a:extLst>
              </p:cNvPr>
              <p:cNvGrpSpPr/>
              <p:nvPr/>
            </p:nvGrpSpPr>
            <p:grpSpPr>
              <a:xfrm>
                <a:off x="1766187" y="1179665"/>
                <a:ext cx="80700" cy="1526144"/>
                <a:chOff x="1766187" y="1179665"/>
                <a:chExt cx="80700" cy="1526144"/>
              </a:xfrm>
            </p:grpSpPr>
            <p:sp>
              <p:nvSpPr>
                <p:cNvPr id="566" name="Google Shape;12990;p132">
                  <a:extLst>
                    <a:ext uri="{FF2B5EF4-FFF2-40B4-BE49-F238E27FC236}">
                      <a16:creationId xmlns:a16="http://schemas.microsoft.com/office/drawing/2014/main" id="{32D054AA-D5A4-0B42-E04F-8B84987E66B3}"/>
                    </a:ext>
                  </a:extLst>
                </p:cNvPr>
                <p:cNvSpPr/>
                <p:nvPr/>
              </p:nvSpPr>
              <p:spPr>
                <a:xfrm>
                  <a:off x="1766187" y="1179665"/>
                  <a:ext cx="80700" cy="80700"/>
                </a:xfrm>
                <a:prstGeom prst="rect">
                  <a:avLst/>
                </a:pr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7" name="Google Shape;12991;p132">
                  <a:extLst>
                    <a:ext uri="{FF2B5EF4-FFF2-40B4-BE49-F238E27FC236}">
                      <a16:creationId xmlns:a16="http://schemas.microsoft.com/office/drawing/2014/main" id="{165ACED4-66ED-4809-F11F-3B169259A696}"/>
                    </a:ext>
                  </a:extLst>
                </p:cNvPr>
                <p:cNvSpPr/>
                <p:nvPr/>
              </p:nvSpPr>
              <p:spPr>
                <a:xfrm>
                  <a:off x="1766187" y="1340360"/>
                  <a:ext cx="80700" cy="80700"/>
                </a:xfrm>
                <a:prstGeom prst="rect">
                  <a:avLst/>
                </a:pr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8" name="Google Shape;12992;p132">
                  <a:extLst>
                    <a:ext uri="{FF2B5EF4-FFF2-40B4-BE49-F238E27FC236}">
                      <a16:creationId xmlns:a16="http://schemas.microsoft.com/office/drawing/2014/main" id="{1CD7DCB4-BC1C-AD6C-A48C-8B53FDDDB16E}"/>
                    </a:ext>
                  </a:extLst>
                </p:cNvPr>
                <p:cNvSpPr/>
                <p:nvPr/>
              </p:nvSpPr>
              <p:spPr>
                <a:xfrm>
                  <a:off x="1766187" y="1501056"/>
                  <a:ext cx="80700" cy="80700"/>
                </a:xfrm>
                <a:prstGeom prst="rect">
                  <a:avLst/>
                </a:pr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9" name="Google Shape;12993;p132">
                  <a:extLst>
                    <a:ext uri="{FF2B5EF4-FFF2-40B4-BE49-F238E27FC236}">
                      <a16:creationId xmlns:a16="http://schemas.microsoft.com/office/drawing/2014/main" id="{6188A07F-B8F4-7B6A-96C5-477081FAAF39}"/>
                    </a:ext>
                  </a:extLst>
                </p:cNvPr>
                <p:cNvSpPr/>
                <p:nvPr/>
              </p:nvSpPr>
              <p:spPr>
                <a:xfrm>
                  <a:off x="1766187" y="1661752"/>
                  <a:ext cx="80700" cy="80700"/>
                </a:xfrm>
                <a:prstGeom prst="rect">
                  <a:avLst/>
                </a:pr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0" name="Google Shape;12994;p132">
                  <a:extLst>
                    <a:ext uri="{FF2B5EF4-FFF2-40B4-BE49-F238E27FC236}">
                      <a16:creationId xmlns:a16="http://schemas.microsoft.com/office/drawing/2014/main" id="{035A91A3-8207-00FB-2732-A77F605BFAA1}"/>
                    </a:ext>
                  </a:extLst>
                </p:cNvPr>
                <p:cNvSpPr/>
                <p:nvPr/>
              </p:nvSpPr>
              <p:spPr>
                <a:xfrm>
                  <a:off x="1766187" y="1821630"/>
                  <a:ext cx="80700" cy="80700"/>
                </a:xfrm>
                <a:prstGeom prst="rect">
                  <a:avLst/>
                </a:pr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1" name="Google Shape;12995;p132">
                  <a:extLst>
                    <a:ext uri="{FF2B5EF4-FFF2-40B4-BE49-F238E27FC236}">
                      <a16:creationId xmlns:a16="http://schemas.microsoft.com/office/drawing/2014/main" id="{71B0F26D-91C3-82B0-46E5-B77DBB0CACCB}"/>
                    </a:ext>
                  </a:extLst>
                </p:cNvPr>
                <p:cNvSpPr/>
                <p:nvPr/>
              </p:nvSpPr>
              <p:spPr>
                <a:xfrm>
                  <a:off x="1766187" y="1982326"/>
                  <a:ext cx="80700" cy="80700"/>
                </a:xfrm>
                <a:prstGeom prst="rect">
                  <a:avLst/>
                </a:pr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2" name="Google Shape;12996;p132">
                  <a:extLst>
                    <a:ext uri="{FF2B5EF4-FFF2-40B4-BE49-F238E27FC236}">
                      <a16:creationId xmlns:a16="http://schemas.microsoft.com/office/drawing/2014/main" id="{8FA0AA40-2BA7-5D19-8545-87885FE2500A}"/>
                    </a:ext>
                  </a:extLst>
                </p:cNvPr>
                <p:cNvSpPr/>
                <p:nvPr/>
              </p:nvSpPr>
              <p:spPr>
                <a:xfrm>
                  <a:off x="1766187" y="2143022"/>
                  <a:ext cx="80700" cy="80700"/>
                </a:xfrm>
                <a:prstGeom prst="rect">
                  <a:avLst/>
                </a:pr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3" name="Google Shape;12997;p132">
                  <a:extLst>
                    <a:ext uri="{FF2B5EF4-FFF2-40B4-BE49-F238E27FC236}">
                      <a16:creationId xmlns:a16="http://schemas.microsoft.com/office/drawing/2014/main" id="{A57F6513-EF16-7513-A658-8F3ECCD36B5B}"/>
                    </a:ext>
                  </a:extLst>
                </p:cNvPr>
                <p:cNvSpPr/>
                <p:nvPr/>
              </p:nvSpPr>
              <p:spPr>
                <a:xfrm>
                  <a:off x="1766187" y="2303717"/>
                  <a:ext cx="80700" cy="80700"/>
                </a:xfrm>
                <a:prstGeom prst="rect">
                  <a:avLst/>
                </a:pr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4" name="Google Shape;12998;p132">
                  <a:extLst>
                    <a:ext uri="{FF2B5EF4-FFF2-40B4-BE49-F238E27FC236}">
                      <a16:creationId xmlns:a16="http://schemas.microsoft.com/office/drawing/2014/main" id="{1813CFE2-4CC7-AAC7-E35F-B3B8F8C39203}"/>
                    </a:ext>
                  </a:extLst>
                </p:cNvPr>
                <p:cNvSpPr/>
                <p:nvPr/>
              </p:nvSpPr>
              <p:spPr>
                <a:xfrm>
                  <a:off x="1766187" y="2464413"/>
                  <a:ext cx="80700" cy="80700"/>
                </a:xfrm>
                <a:prstGeom prst="rect">
                  <a:avLst/>
                </a:pr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5" name="Google Shape;12999;p132">
                  <a:extLst>
                    <a:ext uri="{FF2B5EF4-FFF2-40B4-BE49-F238E27FC236}">
                      <a16:creationId xmlns:a16="http://schemas.microsoft.com/office/drawing/2014/main" id="{9F662235-7192-ED8E-6C09-60AF22DCB47B}"/>
                    </a:ext>
                  </a:extLst>
                </p:cNvPr>
                <p:cNvSpPr/>
                <p:nvPr/>
              </p:nvSpPr>
              <p:spPr>
                <a:xfrm>
                  <a:off x="1766187" y="2625109"/>
                  <a:ext cx="80700" cy="80700"/>
                </a:xfrm>
                <a:prstGeom prst="rect">
                  <a:avLst/>
                </a:prstGeom>
                <a:solidFill>
                  <a:srgbClr val="657E9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33" name="Google Shape;13000;p132">
                <a:extLst>
                  <a:ext uri="{FF2B5EF4-FFF2-40B4-BE49-F238E27FC236}">
                    <a16:creationId xmlns:a16="http://schemas.microsoft.com/office/drawing/2014/main" id="{10FC3CF4-BFC6-3ED6-AFC7-3B1C4B6B9F5D}"/>
                  </a:ext>
                </a:extLst>
              </p:cNvPr>
              <p:cNvGrpSpPr/>
              <p:nvPr/>
            </p:nvGrpSpPr>
            <p:grpSpPr>
              <a:xfrm>
                <a:off x="1936935" y="1179665"/>
                <a:ext cx="80700" cy="1526144"/>
                <a:chOff x="1936935" y="1179665"/>
                <a:chExt cx="80700" cy="1526144"/>
              </a:xfrm>
            </p:grpSpPr>
            <p:sp>
              <p:nvSpPr>
                <p:cNvPr id="556" name="Google Shape;13001;p132">
                  <a:extLst>
                    <a:ext uri="{FF2B5EF4-FFF2-40B4-BE49-F238E27FC236}">
                      <a16:creationId xmlns:a16="http://schemas.microsoft.com/office/drawing/2014/main" id="{6D33DCCE-91C6-3DA6-B100-937F772118BB}"/>
                    </a:ext>
                  </a:extLst>
                </p:cNvPr>
                <p:cNvSpPr/>
                <p:nvPr/>
              </p:nvSpPr>
              <p:spPr>
                <a:xfrm>
                  <a:off x="1936935" y="1179665"/>
                  <a:ext cx="80700" cy="80700"/>
                </a:xfrm>
                <a:prstGeom prst="rect">
                  <a:avLst/>
                </a:pr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7" name="Google Shape;13002;p132">
                  <a:extLst>
                    <a:ext uri="{FF2B5EF4-FFF2-40B4-BE49-F238E27FC236}">
                      <a16:creationId xmlns:a16="http://schemas.microsoft.com/office/drawing/2014/main" id="{463D65A5-1135-85DA-B757-2BE1A0BB6A89}"/>
                    </a:ext>
                  </a:extLst>
                </p:cNvPr>
                <p:cNvSpPr/>
                <p:nvPr/>
              </p:nvSpPr>
              <p:spPr>
                <a:xfrm>
                  <a:off x="1936935" y="1340360"/>
                  <a:ext cx="80700" cy="80700"/>
                </a:xfrm>
                <a:prstGeom prst="rect">
                  <a:avLst/>
                </a:pr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8" name="Google Shape;13003;p132">
                  <a:extLst>
                    <a:ext uri="{FF2B5EF4-FFF2-40B4-BE49-F238E27FC236}">
                      <a16:creationId xmlns:a16="http://schemas.microsoft.com/office/drawing/2014/main" id="{102687CA-6D3D-D913-F49E-5ECA26882253}"/>
                    </a:ext>
                  </a:extLst>
                </p:cNvPr>
                <p:cNvSpPr/>
                <p:nvPr/>
              </p:nvSpPr>
              <p:spPr>
                <a:xfrm>
                  <a:off x="1936935" y="1501056"/>
                  <a:ext cx="80700" cy="80700"/>
                </a:xfrm>
                <a:prstGeom prst="rect">
                  <a:avLst/>
                </a:pr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9" name="Google Shape;13004;p132">
                  <a:extLst>
                    <a:ext uri="{FF2B5EF4-FFF2-40B4-BE49-F238E27FC236}">
                      <a16:creationId xmlns:a16="http://schemas.microsoft.com/office/drawing/2014/main" id="{B4D97AB4-4D5E-48F7-94D9-D0F8DD035C27}"/>
                    </a:ext>
                  </a:extLst>
                </p:cNvPr>
                <p:cNvSpPr/>
                <p:nvPr/>
              </p:nvSpPr>
              <p:spPr>
                <a:xfrm>
                  <a:off x="1936935" y="1661752"/>
                  <a:ext cx="80700" cy="80700"/>
                </a:xfrm>
                <a:prstGeom prst="rect">
                  <a:avLst/>
                </a:pr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0" name="Google Shape;13005;p132">
                  <a:extLst>
                    <a:ext uri="{FF2B5EF4-FFF2-40B4-BE49-F238E27FC236}">
                      <a16:creationId xmlns:a16="http://schemas.microsoft.com/office/drawing/2014/main" id="{D5AE18F7-E13E-082D-BAA0-8BBFC08CF054}"/>
                    </a:ext>
                  </a:extLst>
                </p:cNvPr>
                <p:cNvSpPr/>
                <p:nvPr/>
              </p:nvSpPr>
              <p:spPr>
                <a:xfrm>
                  <a:off x="1936935" y="1821630"/>
                  <a:ext cx="80700" cy="80700"/>
                </a:xfrm>
                <a:prstGeom prst="rect">
                  <a:avLst/>
                </a:pr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1" name="Google Shape;13006;p132">
                  <a:extLst>
                    <a:ext uri="{FF2B5EF4-FFF2-40B4-BE49-F238E27FC236}">
                      <a16:creationId xmlns:a16="http://schemas.microsoft.com/office/drawing/2014/main" id="{5E41FAB4-063C-B569-F82E-FA64B9A6D212}"/>
                    </a:ext>
                  </a:extLst>
                </p:cNvPr>
                <p:cNvSpPr/>
                <p:nvPr/>
              </p:nvSpPr>
              <p:spPr>
                <a:xfrm>
                  <a:off x="1936935" y="1982326"/>
                  <a:ext cx="80700" cy="80700"/>
                </a:xfrm>
                <a:prstGeom prst="rect">
                  <a:avLst/>
                </a:prstGeom>
                <a:solidFill>
                  <a:srgbClr val="657E9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2" name="Google Shape;13007;p132">
                  <a:extLst>
                    <a:ext uri="{FF2B5EF4-FFF2-40B4-BE49-F238E27FC236}">
                      <a16:creationId xmlns:a16="http://schemas.microsoft.com/office/drawing/2014/main" id="{D48583C1-C557-BD26-65B0-2292C91846EC}"/>
                    </a:ext>
                  </a:extLst>
                </p:cNvPr>
                <p:cNvSpPr/>
                <p:nvPr/>
              </p:nvSpPr>
              <p:spPr>
                <a:xfrm>
                  <a:off x="1936935" y="2143022"/>
                  <a:ext cx="80700" cy="80700"/>
                </a:xfrm>
                <a:prstGeom prst="rect">
                  <a:avLst/>
                </a:prstGeom>
                <a:solidFill>
                  <a:srgbClr val="657E9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3" name="Google Shape;13008;p132">
                  <a:extLst>
                    <a:ext uri="{FF2B5EF4-FFF2-40B4-BE49-F238E27FC236}">
                      <a16:creationId xmlns:a16="http://schemas.microsoft.com/office/drawing/2014/main" id="{C5E3BD90-4F3C-C529-A30D-32A25D4D17C3}"/>
                    </a:ext>
                  </a:extLst>
                </p:cNvPr>
                <p:cNvSpPr/>
                <p:nvPr/>
              </p:nvSpPr>
              <p:spPr>
                <a:xfrm>
                  <a:off x="1936935" y="2303717"/>
                  <a:ext cx="80700" cy="80700"/>
                </a:xfrm>
                <a:prstGeom prst="rect">
                  <a:avLst/>
                </a:prstGeom>
                <a:solidFill>
                  <a:srgbClr val="657E9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4" name="Google Shape;13009;p132">
                  <a:extLst>
                    <a:ext uri="{FF2B5EF4-FFF2-40B4-BE49-F238E27FC236}">
                      <a16:creationId xmlns:a16="http://schemas.microsoft.com/office/drawing/2014/main" id="{28BC666F-F2A0-BDED-0913-1FA924A4B074}"/>
                    </a:ext>
                  </a:extLst>
                </p:cNvPr>
                <p:cNvSpPr/>
                <p:nvPr/>
              </p:nvSpPr>
              <p:spPr>
                <a:xfrm>
                  <a:off x="1936935" y="2464413"/>
                  <a:ext cx="80700" cy="80700"/>
                </a:xfrm>
                <a:prstGeom prst="rect">
                  <a:avLst/>
                </a:prstGeom>
                <a:solidFill>
                  <a:srgbClr val="657E9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65" name="Google Shape;13010;p132">
                  <a:extLst>
                    <a:ext uri="{FF2B5EF4-FFF2-40B4-BE49-F238E27FC236}">
                      <a16:creationId xmlns:a16="http://schemas.microsoft.com/office/drawing/2014/main" id="{098D305D-098B-FB02-7A98-56019EBF617E}"/>
                    </a:ext>
                  </a:extLst>
                </p:cNvPr>
                <p:cNvSpPr/>
                <p:nvPr/>
              </p:nvSpPr>
              <p:spPr>
                <a:xfrm>
                  <a:off x="1936935" y="2625109"/>
                  <a:ext cx="80700" cy="80700"/>
                </a:xfrm>
                <a:prstGeom prst="rect">
                  <a:avLst/>
                </a:prstGeom>
                <a:solidFill>
                  <a:srgbClr val="657E9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34" name="Google Shape;13011;p132">
                <a:extLst>
                  <a:ext uri="{FF2B5EF4-FFF2-40B4-BE49-F238E27FC236}">
                    <a16:creationId xmlns:a16="http://schemas.microsoft.com/office/drawing/2014/main" id="{0265E4C4-D8DA-E558-987B-3B31854EDBB5}"/>
                  </a:ext>
                </a:extLst>
              </p:cNvPr>
              <p:cNvGrpSpPr/>
              <p:nvPr/>
            </p:nvGrpSpPr>
            <p:grpSpPr>
              <a:xfrm>
                <a:off x="2110795" y="1179665"/>
                <a:ext cx="80700" cy="1526144"/>
                <a:chOff x="2110795" y="1179665"/>
                <a:chExt cx="80700" cy="1526144"/>
              </a:xfrm>
            </p:grpSpPr>
            <p:sp>
              <p:nvSpPr>
                <p:cNvPr id="546" name="Google Shape;13012;p132">
                  <a:extLst>
                    <a:ext uri="{FF2B5EF4-FFF2-40B4-BE49-F238E27FC236}">
                      <a16:creationId xmlns:a16="http://schemas.microsoft.com/office/drawing/2014/main" id="{CC774006-A0A9-1B75-1189-D9415C0B647E}"/>
                    </a:ext>
                  </a:extLst>
                </p:cNvPr>
                <p:cNvSpPr/>
                <p:nvPr/>
              </p:nvSpPr>
              <p:spPr>
                <a:xfrm>
                  <a:off x="2110795" y="1179665"/>
                  <a:ext cx="80700" cy="80700"/>
                </a:xfrm>
                <a:prstGeom prst="rect">
                  <a:avLst/>
                </a:pr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7" name="Google Shape;13013;p132">
                  <a:extLst>
                    <a:ext uri="{FF2B5EF4-FFF2-40B4-BE49-F238E27FC236}">
                      <a16:creationId xmlns:a16="http://schemas.microsoft.com/office/drawing/2014/main" id="{7F0298E6-B7BD-1744-C240-5786A8CEE508}"/>
                    </a:ext>
                  </a:extLst>
                </p:cNvPr>
                <p:cNvSpPr/>
                <p:nvPr/>
              </p:nvSpPr>
              <p:spPr>
                <a:xfrm>
                  <a:off x="2110795" y="1340360"/>
                  <a:ext cx="80700" cy="80700"/>
                </a:xfrm>
                <a:prstGeom prst="rect">
                  <a:avLst/>
                </a:pr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8" name="Google Shape;13014;p132">
                  <a:extLst>
                    <a:ext uri="{FF2B5EF4-FFF2-40B4-BE49-F238E27FC236}">
                      <a16:creationId xmlns:a16="http://schemas.microsoft.com/office/drawing/2014/main" id="{96223CA4-097B-7DE8-D370-6154049D725A}"/>
                    </a:ext>
                  </a:extLst>
                </p:cNvPr>
                <p:cNvSpPr/>
                <p:nvPr/>
              </p:nvSpPr>
              <p:spPr>
                <a:xfrm>
                  <a:off x="2110795" y="1501056"/>
                  <a:ext cx="80700" cy="80700"/>
                </a:xfrm>
                <a:prstGeom prst="rect">
                  <a:avLst/>
                </a:pr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9" name="Google Shape;13015;p132">
                  <a:extLst>
                    <a:ext uri="{FF2B5EF4-FFF2-40B4-BE49-F238E27FC236}">
                      <a16:creationId xmlns:a16="http://schemas.microsoft.com/office/drawing/2014/main" id="{BCF8ABE9-5913-B24D-B520-5D0A11A64B34}"/>
                    </a:ext>
                  </a:extLst>
                </p:cNvPr>
                <p:cNvSpPr/>
                <p:nvPr/>
              </p:nvSpPr>
              <p:spPr>
                <a:xfrm>
                  <a:off x="2110795" y="1661752"/>
                  <a:ext cx="80700" cy="80700"/>
                </a:xfrm>
                <a:prstGeom prst="rect">
                  <a:avLst/>
                </a:pr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0" name="Google Shape;13016;p132">
                  <a:extLst>
                    <a:ext uri="{FF2B5EF4-FFF2-40B4-BE49-F238E27FC236}">
                      <a16:creationId xmlns:a16="http://schemas.microsoft.com/office/drawing/2014/main" id="{29EC4255-F731-00F8-3EFF-ABB602DD57D5}"/>
                    </a:ext>
                  </a:extLst>
                </p:cNvPr>
                <p:cNvSpPr/>
                <p:nvPr/>
              </p:nvSpPr>
              <p:spPr>
                <a:xfrm>
                  <a:off x="2110795" y="1821630"/>
                  <a:ext cx="80700" cy="80700"/>
                </a:xfrm>
                <a:prstGeom prst="rect">
                  <a:avLst/>
                </a:prstGeom>
                <a:solidFill>
                  <a:srgbClr val="657E9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551" name="Google Shape;13017;p132">
                  <a:extLst>
                    <a:ext uri="{FF2B5EF4-FFF2-40B4-BE49-F238E27FC236}">
                      <a16:creationId xmlns:a16="http://schemas.microsoft.com/office/drawing/2014/main" id="{06F1D415-3BFB-6DE2-D7F8-67C3B6C6D5E9}"/>
                    </a:ext>
                  </a:extLst>
                </p:cNvPr>
                <p:cNvSpPr/>
                <p:nvPr/>
              </p:nvSpPr>
              <p:spPr>
                <a:xfrm>
                  <a:off x="2110795" y="1982326"/>
                  <a:ext cx="80700" cy="80700"/>
                </a:xfrm>
                <a:prstGeom prst="rect">
                  <a:avLst/>
                </a:prstGeom>
                <a:solidFill>
                  <a:srgbClr val="657E9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2" name="Google Shape;13018;p132">
                  <a:extLst>
                    <a:ext uri="{FF2B5EF4-FFF2-40B4-BE49-F238E27FC236}">
                      <a16:creationId xmlns:a16="http://schemas.microsoft.com/office/drawing/2014/main" id="{D4FC0CAC-C167-36F1-9EB5-A967B913D009}"/>
                    </a:ext>
                  </a:extLst>
                </p:cNvPr>
                <p:cNvSpPr/>
                <p:nvPr/>
              </p:nvSpPr>
              <p:spPr>
                <a:xfrm>
                  <a:off x="2110795" y="2143022"/>
                  <a:ext cx="80700" cy="80700"/>
                </a:xfrm>
                <a:prstGeom prst="rect">
                  <a:avLst/>
                </a:prstGeom>
                <a:solidFill>
                  <a:srgbClr val="657E9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3" name="Google Shape;13019;p132">
                  <a:extLst>
                    <a:ext uri="{FF2B5EF4-FFF2-40B4-BE49-F238E27FC236}">
                      <a16:creationId xmlns:a16="http://schemas.microsoft.com/office/drawing/2014/main" id="{7FD0A731-76E4-494E-B790-AB5AA58D97E1}"/>
                    </a:ext>
                  </a:extLst>
                </p:cNvPr>
                <p:cNvSpPr/>
                <p:nvPr/>
              </p:nvSpPr>
              <p:spPr>
                <a:xfrm>
                  <a:off x="2110795" y="2303717"/>
                  <a:ext cx="80700" cy="80700"/>
                </a:xfrm>
                <a:prstGeom prst="rect">
                  <a:avLst/>
                </a:prstGeom>
                <a:solidFill>
                  <a:srgbClr val="657E9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4" name="Google Shape;13020;p132">
                  <a:extLst>
                    <a:ext uri="{FF2B5EF4-FFF2-40B4-BE49-F238E27FC236}">
                      <a16:creationId xmlns:a16="http://schemas.microsoft.com/office/drawing/2014/main" id="{5A6674BA-713F-D8BD-C2C6-CBF89685A147}"/>
                    </a:ext>
                  </a:extLst>
                </p:cNvPr>
                <p:cNvSpPr/>
                <p:nvPr/>
              </p:nvSpPr>
              <p:spPr>
                <a:xfrm>
                  <a:off x="2110795" y="2464413"/>
                  <a:ext cx="80700" cy="80700"/>
                </a:xfrm>
                <a:prstGeom prst="rect">
                  <a:avLst/>
                </a:prstGeom>
                <a:solidFill>
                  <a:srgbClr val="657E9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5" name="Google Shape;13021;p132">
                  <a:extLst>
                    <a:ext uri="{FF2B5EF4-FFF2-40B4-BE49-F238E27FC236}">
                      <a16:creationId xmlns:a16="http://schemas.microsoft.com/office/drawing/2014/main" id="{CCA47914-B35A-041A-8AA6-36A21D003C61}"/>
                    </a:ext>
                  </a:extLst>
                </p:cNvPr>
                <p:cNvSpPr/>
                <p:nvPr/>
              </p:nvSpPr>
              <p:spPr>
                <a:xfrm>
                  <a:off x="2110795" y="2625109"/>
                  <a:ext cx="80700" cy="80700"/>
                </a:xfrm>
                <a:prstGeom prst="rect">
                  <a:avLst/>
                </a:prstGeom>
                <a:solidFill>
                  <a:srgbClr val="657E9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35" name="Google Shape;13022;p132">
                <a:extLst>
                  <a:ext uri="{FF2B5EF4-FFF2-40B4-BE49-F238E27FC236}">
                    <a16:creationId xmlns:a16="http://schemas.microsoft.com/office/drawing/2014/main" id="{6352BEC8-685A-4B48-6F7F-984E969AF9A5}"/>
                  </a:ext>
                </a:extLst>
              </p:cNvPr>
              <p:cNvGrpSpPr/>
              <p:nvPr/>
            </p:nvGrpSpPr>
            <p:grpSpPr>
              <a:xfrm>
                <a:off x="2284655" y="1179665"/>
                <a:ext cx="80700" cy="1526144"/>
                <a:chOff x="2284655" y="1179665"/>
                <a:chExt cx="80700" cy="1526144"/>
              </a:xfrm>
            </p:grpSpPr>
            <p:sp>
              <p:nvSpPr>
                <p:cNvPr id="536" name="Google Shape;13023;p132">
                  <a:extLst>
                    <a:ext uri="{FF2B5EF4-FFF2-40B4-BE49-F238E27FC236}">
                      <a16:creationId xmlns:a16="http://schemas.microsoft.com/office/drawing/2014/main" id="{84F83FF7-207F-21C3-55DD-8D358ECB1902}"/>
                    </a:ext>
                  </a:extLst>
                </p:cNvPr>
                <p:cNvSpPr/>
                <p:nvPr/>
              </p:nvSpPr>
              <p:spPr>
                <a:xfrm>
                  <a:off x="2284655" y="1179665"/>
                  <a:ext cx="80700" cy="80700"/>
                </a:xfrm>
                <a:prstGeom prst="rect">
                  <a:avLst/>
                </a:pr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7" name="Google Shape;13024;p132">
                  <a:extLst>
                    <a:ext uri="{FF2B5EF4-FFF2-40B4-BE49-F238E27FC236}">
                      <a16:creationId xmlns:a16="http://schemas.microsoft.com/office/drawing/2014/main" id="{AA2A43EB-3822-85F8-1793-36011932FF08}"/>
                    </a:ext>
                  </a:extLst>
                </p:cNvPr>
                <p:cNvSpPr/>
                <p:nvPr/>
              </p:nvSpPr>
              <p:spPr>
                <a:xfrm>
                  <a:off x="2284655" y="1340360"/>
                  <a:ext cx="80700" cy="80700"/>
                </a:xfrm>
                <a:prstGeom prst="rect">
                  <a:avLst/>
                </a:pr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8" name="Google Shape;13025;p132">
                  <a:extLst>
                    <a:ext uri="{FF2B5EF4-FFF2-40B4-BE49-F238E27FC236}">
                      <a16:creationId xmlns:a16="http://schemas.microsoft.com/office/drawing/2014/main" id="{2BEEE3AD-5D8D-F477-D8CB-BEDEDF8B9F2F}"/>
                    </a:ext>
                  </a:extLst>
                </p:cNvPr>
                <p:cNvSpPr/>
                <p:nvPr/>
              </p:nvSpPr>
              <p:spPr>
                <a:xfrm>
                  <a:off x="2284655" y="1501056"/>
                  <a:ext cx="80700" cy="80700"/>
                </a:xfrm>
                <a:prstGeom prst="rect">
                  <a:avLst/>
                </a:pr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9" name="Google Shape;13026;p132">
                  <a:extLst>
                    <a:ext uri="{FF2B5EF4-FFF2-40B4-BE49-F238E27FC236}">
                      <a16:creationId xmlns:a16="http://schemas.microsoft.com/office/drawing/2014/main" id="{1A89A96E-3CF5-E856-5465-06985F003E84}"/>
                    </a:ext>
                  </a:extLst>
                </p:cNvPr>
                <p:cNvSpPr/>
                <p:nvPr/>
              </p:nvSpPr>
              <p:spPr>
                <a:xfrm>
                  <a:off x="2284655" y="1661752"/>
                  <a:ext cx="80700" cy="80700"/>
                </a:xfrm>
                <a:prstGeom prst="rect">
                  <a:avLst/>
                </a:pr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0" name="Google Shape;13027;p132">
                  <a:extLst>
                    <a:ext uri="{FF2B5EF4-FFF2-40B4-BE49-F238E27FC236}">
                      <a16:creationId xmlns:a16="http://schemas.microsoft.com/office/drawing/2014/main" id="{78DDCBD0-F76F-F477-E89A-087E417E9E9A}"/>
                    </a:ext>
                  </a:extLst>
                </p:cNvPr>
                <p:cNvSpPr/>
                <p:nvPr/>
              </p:nvSpPr>
              <p:spPr>
                <a:xfrm>
                  <a:off x="2284655" y="1821630"/>
                  <a:ext cx="80700" cy="80700"/>
                </a:xfrm>
                <a:prstGeom prst="rect">
                  <a:avLst/>
                </a:pr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1" name="Google Shape;13028;p132">
                  <a:extLst>
                    <a:ext uri="{FF2B5EF4-FFF2-40B4-BE49-F238E27FC236}">
                      <a16:creationId xmlns:a16="http://schemas.microsoft.com/office/drawing/2014/main" id="{D1C7D7CB-7361-5B75-9104-6839983A514F}"/>
                    </a:ext>
                  </a:extLst>
                </p:cNvPr>
                <p:cNvSpPr/>
                <p:nvPr/>
              </p:nvSpPr>
              <p:spPr>
                <a:xfrm>
                  <a:off x="2284655" y="1982326"/>
                  <a:ext cx="80700" cy="80700"/>
                </a:xfrm>
                <a:prstGeom prst="rect">
                  <a:avLst/>
                </a:pr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2" name="Google Shape;13029;p132">
                  <a:extLst>
                    <a:ext uri="{FF2B5EF4-FFF2-40B4-BE49-F238E27FC236}">
                      <a16:creationId xmlns:a16="http://schemas.microsoft.com/office/drawing/2014/main" id="{7261158D-197F-3AE6-5924-0D4C09AE2CD9}"/>
                    </a:ext>
                  </a:extLst>
                </p:cNvPr>
                <p:cNvSpPr/>
                <p:nvPr/>
              </p:nvSpPr>
              <p:spPr>
                <a:xfrm>
                  <a:off x="2284655" y="2143022"/>
                  <a:ext cx="80700" cy="80700"/>
                </a:xfrm>
                <a:prstGeom prst="rect">
                  <a:avLst/>
                </a:prstGeom>
                <a:solidFill>
                  <a:srgbClr val="657E9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3" name="Google Shape;13030;p132">
                  <a:extLst>
                    <a:ext uri="{FF2B5EF4-FFF2-40B4-BE49-F238E27FC236}">
                      <a16:creationId xmlns:a16="http://schemas.microsoft.com/office/drawing/2014/main" id="{7DD680A8-9DD5-495E-DAF9-3F104E41ECF4}"/>
                    </a:ext>
                  </a:extLst>
                </p:cNvPr>
                <p:cNvSpPr/>
                <p:nvPr/>
              </p:nvSpPr>
              <p:spPr>
                <a:xfrm>
                  <a:off x="2284655" y="2303717"/>
                  <a:ext cx="80700" cy="80700"/>
                </a:xfrm>
                <a:prstGeom prst="rect">
                  <a:avLst/>
                </a:prstGeom>
                <a:solidFill>
                  <a:srgbClr val="657E9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4" name="Google Shape;13031;p132">
                  <a:extLst>
                    <a:ext uri="{FF2B5EF4-FFF2-40B4-BE49-F238E27FC236}">
                      <a16:creationId xmlns:a16="http://schemas.microsoft.com/office/drawing/2014/main" id="{078815BF-1438-DDD7-D358-379E4671E29D}"/>
                    </a:ext>
                  </a:extLst>
                </p:cNvPr>
                <p:cNvSpPr/>
                <p:nvPr/>
              </p:nvSpPr>
              <p:spPr>
                <a:xfrm>
                  <a:off x="2284655" y="2464413"/>
                  <a:ext cx="80700" cy="80700"/>
                </a:xfrm>
                <a:prstGeom prst="rect">
                  <a:avLst/>
                </a:prstGeom>
                <a:solidFill>
                  <a:srgbClr val="657E9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5" name="Google Shape;13032;p132">
                  <a:extLst>
                    <a:ext uri="{FF2B5EF4-FFF2-40B4-BE49-F238E27FC236}">
                      <a16:creationId xmlns:a16="http://schemas.microsoft.com/office/drawing/2014/main" id="{CFCD9E01-5031-5127-A69C-CF904332E441}"/>
                    </a:ext>
                  </a:extLst>
                </p:cNvPr>
                <p:cNvSpPr/>
                <p:nvPr/>
              </p:nvSpPr>
              <p:spPr>
                <a:xfrm>
                  <a:off x="2284655" y="2625109"/>
                  <a:ext cx="80700" cy="80700"/>
                </a:xfrm>
                <a:prstGeom prst="rect">
                  <a:avLst/>
                </a:prstGeom>
                <a:solidFill>
                  <a:srgbClr val="657E9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</p:grpSp>
        </p:grpSp>
        <p:grpSp>
          <p:nvGrpSpPr>
            <p:cNvPr id="4" name="Google Shape;13033;p132">
              <a:extLst>
                <a:ext uri="{FF2B5EF4-FFF2-40B4-BE49-F238E27FC236}">
                  <a16:creationId xmlns:a16="http://schemas.microsoft.com/office/drawing/2014/main" id="{EAAC8781-5EF0-95CC-85AF-1B30D6AA6DD1}"/>
                </a:ext>
              </a:extLst>
            </p:cNvPr>
            <p:cNvGrpSpPr/>
            <p:nvPr/>
          </p:nvGrpSpPr>
          <p:grpSpPr>
            <a:xfrm>
              <a:off x="2848531" y="1995491"/>
              <a:ext cx="1591013" cy="1285329"/>
              <a:chOff x="2623904" y="1198803"/>
              <a:chExt cx="1364248" cy="1102133"/>
            </a:xfrm>
          </p:grpSpPr>
          <p:grpSp>
            <p:nvGrpSpPr>
              <p:cNvPr id="502" name="Google Shape;13034;p132">
                <a:extLst>
                  <a:ext uri="{FF2B5EF4-FFF2-40B4-BE49-F238E27FC236}">
                    <a16:creationId xmlns:a16="http://schemas.microsoft.com/office/drawing/2014/main" id="{B4C382E0-69FF-4966-4928-CBBDFCADB177}"/>
                  </a:ext>
                </a:extLst>
              </p:cNvPr>
              <p:cNvGrpSpPr/>
              <p:nvPr/>
            </p:nvGrpSpPr>
            <p:grpSpPr>
              <a:xfrm>
                <a:off x="2623907" y="1198803"/>
                <a:ext cx="1364245" cy="273000"/>
                <a:chOff x="2623907" y="1198803"/>
                <a:chExt cx="1364245" cy="273000"/>
              </a:xfrm>
            </p:grpSpPr>
            <p:sp>
              <p:nvSpPr>
                <p:cNvPr id="521" name="Google Shape;13035;p132">
                  <a:extLst>
                    <a:ext uri="{FF2B5EF4-FFF2-40B4-BE49-F238E27FC236}">
                      <a16:creationId xmlns:a16="http://schemas.microsoft.com/office/drawing/2014/main" id="{E678E72E-141D-5515-5A87-B1B173B002F7}"/>
                    </a:ext>
                  </a:extLst>
                </p:cNvPr>
                <p:cNvSpPr/>
                <p:nvPr/>
              </p:nvSpPr>
              <p:spPr>
                <a:xfrm>
                  <a:off x="2623907" y="1198803"/>
                  <a:ext cx="273000" cy="273000"/>
                </a:xfrm>
                <a:prstGeom prst="diamond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2" name="Google Shape;13036;p132">
                  <a:extLst>
                    <a:ext uri="{FF2B5EF4-FFF2-40B4-BE49-F238E27FC236}">
                      <a16:creationId xmlns:a16="http://schemas.microsoft.com/office/drawing/2014/main" id="{88D856D9-B4F2-9D77-88D3-45372323FDE5}"/>
                    </a:ext>
                  </a:extLst>
                </p:cNvPr>
                <p:cNvSpPr/>
                <p:nvPr/>
              </p:nvSpPr>
              <p:spPr>
                <a:xfrm>
                  <a:off x="2896718" y="1198803"/>
                  <a:ext cx="273000" cy="273000"/>
                </a:xfrm>
                <a:prstGeom prst="diamond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3" name="Google Shape;13037;p132">
                  <a:extLst>
                    <a:ext uri="{FF2B5EF4-FFF2-40B4-BE49-F238E27FC236}">
                      <a16:creationId xmlns:a16="http://schemas.microsoft.com/office/drawing/2014/main" id="{61143379-C3FF-252C-2BC3-FB7B5A7457A1}"/>
                    </a:ext>
                  </a:extLst>
                </p:cNvPr>
                <p:cNvSpPr/>
                <p:nvPr/>
              </p:nvSpPr>
              <p:spPr>
                <a:xfrm>
                  <a:off x="3169529" y="1198803"/>
                  <a:ext cx="273000" cy="273000"/>
                </a:xfrm>
                <a:prstGeom prst="diamond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4" name="Google Shape;13038;p132">
                  <a:extLst>
                    <a:ext uri="{FF2B5EF4-FFF2-40B4-BE49-F238E27FC236}">
                      <a16:creationId xmlns:a16="http://schemas.microsoft.com/office/drawing/2014/main" id="{43EFD6E5-DF02-6DF6-DBF6-0CE42314E946}"/>
                    </a:ext>
                  </a:extLst>
                </p:cNvPr>
                <p:cNvSpPr/>
                <p:nvPr/>
              </p:nvSpPr>
              <p:spPr>
                <a:xfrm>
                  <a:off x="3442341" y="1198803"/>
                  <a:ext cx="273000" cy="273000"/>
                </a:xfrm>
                <a:prstGeom prst="diamond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5" name="Google Shape;13039;p132">
                  <a:extLst>
                    <a:ext uri="{FF2B5EF4-FFF2-40B4-BE49-F238E27FC236}">
                      <a16:creationId xmlns:a16="http://schemas.microsoft.com/office/drawing/2014/main" id="{058BC61A-CED2-E2EE-B4F6-4E793D86A2AF}"/>
                    </a:ext>
                  </a:extLst>
                </p:cNvPr>
                <p:cNvSpPr/>
                <p:nvPr/>
              </p:nvSpPr>
              <p:spPr>
                <a:xfrm>
                  <a:off x="3715152" y="1198803"/>
                  <a:ext cx="273000" cy="273000"/>
                </a:xfrm>
                <a:prstGeom prst="diamond">
                  <a:avLst/>
                </a:pr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03" name="Google Shape;13040;p132">
                <a:extLst>
                  <a:ext uri="{FF2B5EF4-FFF2-40B4-BE49-F238E27FC236}">
                    <a16:creationId xmlns:a16="http://schemas.microsoft.com/office/drawing/2014/main" id="{E8B14964-506B-BFA7-72FE-4CB8186282C3}"/>
                  </a:ext>
                </a:extLst>
              </p:cNvPr>
              <p:cNvGrpSpPr/>
              <p:nvPr/>
            </p:nvGrpSpPr>
            <p:grpSpPr>
              <a:xfrm>
                <a:off x="2623904" y="1476964"/>
                <a:ext cx="1364245" cy="273000"/>
                <a:chOff x="2623904" y="1476964"/>
                <a:chExt cx="1364245" cy="273000"/>
              </a:xfrm>
            </p:grpSpPr>
            <p:sp>
              <p:nvSpPr>
                <p:cNvPr id="516" name="Google Shape;13041;p132">
                  <a:extLst>
                    <a:ext uri="{FF2B5EF4-FFF2-40B4-BE49-F238E27FC236}">
                      <a16:creationId xmlns:a16="http://schemas.microsoft.com/office/drawing/2014/main" id="{E7E84CB2-C467-BF90-69F4-EBEEFFA9D65B}"/>
                    </a:ext>
                  </a:extLst>
                </p:cNvPr>
                <p:cNvSpPr/>
                <p:nvPr/>
              </p:nvSpPr>
              <p:spPr>
                <a:xfrm>
                  <a:off x="2623904" y="1476964"/>
                  <a:ext cx="273000" cy="273000"/>
                </a:xfrm>
                <a:prstGeom prst="diamond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7" name="Google Shape;13042;p132">
                  <a:extLst>
                    <a:ext uri="{FF2B5EF4-FFF2-40B4-BE49-F238E27FC236}">
                      <a16:creationId xmlns:a16="http://schemas.microsoft.com/office/drawing/2014/main" id="{5BD3E85B-5F1C-E11D-FF7F-66D372F594B2}"/>
                    </a:ext>
                  </a:extLst>
                </p:cNvPr>
                <p:cNvSpPr/>
                <p:nvPr/>
              </p:nvSpPr>
              <p:spPr>
                <a:xfrm>
                  <a:off x="2896716" y="1476964"/>
                  <a:ext cx="273000" cy="273000"/>
                </a:xfrm>
                <a:prstGeom prst="diamond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8" name="Google Shape;13043;p132">
                  <a:extLst>
                    <a:ext uri="{FF2B5EF4-FFF2-40B4-BE49-F238E27FC236}">
                      <a16:creationId xmlns:a16="http://schemas.microsoft.com/office/drawing/2014/main" id="{87D881FF-A85D-7B9B-64CE-056419040F4A}"/>
                    </a:ext>
                  </a:extLst>
                </p:cNvPr>
                <p:cNvSpPr/>
                <p:nvPr/>
              </p:nvSpPr>
              <p:spPr>
                <a:xfrm>
                  <a:off x="3169527" y="1476964"/>
                  <a:ext cx="273000" cy="273000"/>
                </a:xfrm>
                <a:prstGeom prst="diamond">
                  <a:avLst/>
                </a:pr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9" name="Google Shape;13044;p132">
                  <a:extLst>
                    <a:ext uri="{FF2B5EF4-FFF2-40B4-BE49-F238E27FC236}">
                      <a16:creationId xmlns:a16="http://schemas.microsoft.com/office/drawing/2014/main" id="{DD0016D2-66A8-A45C-0D17-FEE20658C438}"/>
                    </a:ext>
                  </a:extLst>
                </p:cNvPr>
                <p:cNvSpPr/>
                <p:nvPr/>
              </p:nvSpPr>
              <p:spPr>
                <a:xfrm>
                  <a:off x="3442338" y="1476964"/>
                  <a:ext cx="273000" cy="273000"/>
                </a:xfrm>
                <a:prstGeom prst="diamond">
                  <a:avLst/>
                </a:pr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0" name="Google Shape;13045;p132">
                  <a:extLst>
                    <a:ext uri="{FF2B5EF4-FFF2-40B4-BE49-F238E27FC236}">
                      <a16:creationId xmlns:a16="http://schemas.microsoft.com/office/drawing/2014/main" id="{9C20D454-BE08-C4AC-74BB-C744F598CB0D}"/>
                    </a:ext>
                  </a:extLst>
                </p:cNvPr>
                <p:cNvSpPr/>
                <p:nvPr/>
              </p:nvSpPr>
              <p:spPr>
                <a:xfrm>
                  <a:off x="3715149" y="1476964"/>
                  <a:ext cx="273000" cy="273000"/>
                </a:xfrm>
                <a:prstGeom prst="diamond">
                  <a:avLst/>
                </a:pr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04" name="Google Shape;13046;p132">
                <a:extLst>
                  <a:ext uri="{FF2B5EF4-FFF2-40B4-BE49-F238E27FC236}">
                    <a16:creationId xmlns:a16="http://schemas.microsoft.com/office/drawing/2014/main" id="{9DCB0B88-264B-BAE8-7784-758E6E203409}"/>
                  </a:ext>
                </a:extLst>
              </p:cNvPr>
              <p:cNvGrpSpPr/>
              <p:nvPr/>
            </p:nvGrpSpPr>
            <p:grpSpPr>
              <a:xfrm>
                <a:off x="2623907" y="1749775"/>
                <a:ext cx="1364245" cy="273000"/>
                <a:chOff x="2623907" y="1749775"/>
                <a:chExt cx="1364245" cy="273000"/>
              </a:xfrm>
            </p:grpSpPr>
            <p:sp>
              <p:nvSpPr>
                <p:cNvPr id="511" name="Google Shape;13047;p132">
                  <a:extLst>
                    <a:ext uri="{FF2B5EF4-FFF2-40B4-BE49-F238E27FC236}">
                      <a16:creationId xmlns:a16="http://schemas.microsoft.com/office/drawing/2014/main" id="{E156A4B0-0580-3EFF-8C31-FD9A24C2ADFA}"/>
                    </a:ext>
                  </a:extLst>
                </p:cNvPr>
                <p:cNvSpPr/>
                <p:nvPr/>
              </p:nvSpPr>
              <p:spPr>
                <a:xfrm>
                  <a:off x="2623907" y="1749775"/>
                  <a:ext cx="273000" cy="273000"/>
                </a:xfrm>
                <a:prstGeom prst="diamond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2" name="Google Shape;13048;p132">
                  <a:extLst>
                    <a:ext uri="{FF2B5EF4-FFF2-40B4-BE49-F238E27FC236}">
                      <a16:creationId xmlns:a16="http://schemas.microsoft.com/office/drawing/2014/main" id="{A8B3077F-8F65-8F9F-B4B5-44DE7930D934}"/>
                    </a:ext>
                  </a:extLst>
                </p:cNvPr>
                <p:cNvSpPr/>
                <p:nvPr/>
              </p:nvSpPr>
              <p:spPr>
                <a:xfrm>
                  <a:off x="2896718" y="1749775"/>
                  <a:ext cx="273000" cy="273000"/>
                </a:xfrm>
                <a:prstGeom prst="diamond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3" name="Google Shape;13049;p132">
                  <a:extLst>
                    <a:ext uri="{FF2B5EF4-FFF2-40B4-BE49-F238E27FC236}">
                      <a16:creationId xmlns:a16="http://schemas.microsoft.com/office/drawing/2014/main" id="{73F98124-D36E-5F3B-A524-08934567973A}"/>
                    </a:ext>
                  </a:extLst>
                </p:cNvPr>
                <p:cNvSpPr/>
                <p:nvPr/>
              </p:nvSpPr>
              <p:spPr>
                <a:xfrm>
                  <a:off x="3169529" y="1749775"/>
                  <a:ext cx="273000" cy="273000"/>
                </a:xfrm>
                <a:prstGeom prst="diamond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4" name="Google Shape;13050;p132">
                  <a:extLst>
                    <a:ext uri="{FF2B5EF4-FFF2-40B4-BE49-F238E27FC236}">
                      <a16:creationId xmlns:a16="http://schemas.microsoft.com/office/drawing/2014/main" id="{1255220F-C541-0812-AFA0-B3841062C412}"/>
                    </a:ext>
                  </a:extLst>
                </p:cNvPr>
                <p:cNvSpPr/>
                <p:nvPr/>
              </p:nvSpPr>
              <p:spPr>
                <a:xfrm>
                  <a:off x="3442341" y="1749775"/>
                  <a:ext cx="273000" cy="273000"/>
                </a:xfrm>
                <a:prstGeom prst="diamond">
                  <a:avLst/>
                </a:pr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5" name="Google Shape;13051;p132">
                  <a:extLst>
                    <a:ext uri="{FF2B5EF4-FFF2-40B4-BE49-F238E27FC236}">
                      <a16:creationId xmlns:a16="http://schemas.microsoft.com/office/drawing/2014/main" id="{5CEC520C-ED23-7764-83C8-990DEDCD98BA}"/>
                    </a:ext>
                  </a:extLst>
                </p:cNvPr>
                <p:cNvSpPr/>
                <p:nvPr/>
              </p:nvSpPr>
              <p:spPr>
                <a:xfrm>
                  <a:off x="3715152" y="1749775"/>
                  <a:ext cx="273000" cy="273000"/>
                </a:xfrm>
                <a:prstGeom prst="diamond">
                  <a:avLst/>
                </a:pr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05" name="Google Shape;13052;p132">
                <a:extLst>
                  <a:ext uri="{FF2B5EF4-FFF2-40B4-BE49-F238E27FC236}">
                    <a16:creationId xmlns:a16="http://schemas.microsoft.com/office/drawing/2014/main" id="{1FD71ED7-5D42-B8D7-45B3-97A64B86A346}"/>
                  </a:ext>
                </a:extLst>
              </p:cNvPr>
              <p:cNvGrpSpPr/>
              <p:nvPr/>
            </p:nvGrpSpPr>
            <p:grpSpPr>
              <a:xfrm>
                <a:off x="2623904" y="2027936"/>
                <a:ext cx="1364245" cy="273000"/>
                <a:chOff x="2623904" y="2027936"/>
                <a:chExt cx="1364245" cy="273000"/>
              </a:xfrm>
            </p:grpSpPr>
            <p:sp>
              <p:nvSpPr>
                <p:cNvPr id="506" name="Google Shape;13053;p132">
                  <a:extLst>
                    <a:ext uri="{FF2B5EF4-FFF2-40B4-BE49-F238E27FC236}">
                      <a16:creationId xmlns:a16="http://schemas.microsoft.com/office/drawing/2014/main" id="{9AAB4BBE-A7E9-D146-C444-EF6B0C336086}"/>
                    </a:ext>
                  </a:extLst>
                </p:cNvPr>
                <p:cNvSpPr/>
                <p:nvPr/>
              </p:nvSpPr>
              <p:spPr>
                <a:xfrm>
                  <a:off x="2623904" y="2027936"/>
                  <a:ext cx="273000" cy="273000"/>
                </a:xfrm>
                <a:prstGeom prst="diamond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7" name="Google Shape;13054;p132">
                  <a:extLst>
                    <a:ext uri="{FF2B5EF4-FFF2-40B4-BE49-F238E27FC236}">
                      <a16:creationId xmlns:a16="http://schemas.microsoft.com/office/drawing/2014/main" id="{BB81366D-E300-8F3B-B3CB-B0C8A4D2983F}"/>
                    </a:ext>
                  </a:extLst>
                </p:cNvPr>
                <p:cNvSpPr/>
                <p:nvPr/>
              </p:nvSpPr>
              <p:spPr>
                <a:xfrm>
                  <a:off x="2896716" y="2027936"/>
                  <a:ext cx="273000" cy="273000"/>
                </a:xfrm>
                <a:prstGeom prst="diamond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8" name="Google Shape;13055;p132">
                  <a:extLst>
                    <a:ext uri="{FF2B5EF4-FFF2-40B4-BE49-F238E27FC236}">
                      <a16:creationId xmlns:a16="http://schemas.microsoft.com/office/drawing/2014/main" id="{7B143F62-ABCF-0C74-4742-37A0A88984E6}"/>
                    </a:ext>
                  </a:extLst>
                </p:cNvPr>
                <p:cNvSpPr/>
                <p:nvPr/>
              </p:nvSpPr>
              <p:spPr>
                <a:xfrm>
                  <a:off x="3169527" y="2027936"/>
                  <a:ext cx="273000" cy="273000"/>
                </a:xfrm>
                <a:prstGeom prst="diamond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9" name="Google Shape;13056;p132">
                  <a:extLst>
                    <a:ext uri="{FF2B5EF4-FFF2-40B4-BE49-F238E27FC236}">
                      <a16:creationId xmlns:a16="http://schemas.microsoft.com/office/drawing/2014/main" id="{8A59605E-CCC5-AC54-274F-CFDA9D15950B}"/>
                    </a:ext>
                  </a:extLst>
                </p:cNvPr>
                <p:cNvSpPr/>
                <p:nvPr/>
              </p:nvSpPr>
              <p:spPr>
                <a:xfrm>
                  <a:off x="3442338" y="2027936"/>
                  <a:ext cx="273000" cy="273000"/>
                </a:xfrm>
                <a:prstGeom prst="diamond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0" name="Google Shape;13057;p132">
                  <a:extLst>
                    <a:ext uri="{FF2B5EF4-FFF2-40B4-BE49-F238E27FC236}">
                      <a16:creationId xmlns:a16="http://schemas.microsoft.com/office/drawing/2014/main" id="{B83B0223-DBAF-AF4D-D0F9-8BAE920877F9}"/>
                    </a:ext>
                  </a:extLst>
                </p:cNvPr>
                <p:cNvSpPr/>
                <p:nvPr/>
              </p:nvSpPr>
              <p:spPr>
                <a:xfrm>
                  <a:off x="3715149" y="2027936"/>
                  <a:ext cx="273000" cy="273000"/>
                </a:xfrm>
                <a:prstGeom prst="diamond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</p:grpSp>
        </p:grpSp>
        <p:grpSp>
          <p:nvGrpSpPr>
            <p:cNvPr id="5" name="Google Shape;13058;p132">
              <a:extLst>
                <a:ext uri="{FF2B5EF4-FFF2-40B4-BE49-F238E27FC236}">
                  <a16:creationId xmlns:a16="http://schemas.microsoft.com/office/drawing/2014/main" id="{71BDF33A-865A-9643-C758-05CD9546C4E2}"/>
                </a:ext>
              </a:extLst>
            </p:cNvPr>
            <p:cNvGrpSpPr/>
            <p:nvPr/>
          </p:nvGrpSpPr>
          <p:grpSpPr>
            <a:xfrm>
              <a:off x="2836240" y="3697091"/>
              <a:ext cx="1618177" cy="185574"/>
              <a:chOff x="3200660" y="2180272"/>
              <a:chExt cx="2563824" cy="378237"/>
            </a:xfrm>
          </p:grpSpPr>
          <p:sp>
            <p:nvSpPr>
              <p:cNvPr id="484" name="Google Shape;13059;p132">
                <a:extLst>
                  <a:ext uri="{FF2B5EF4-FFF2-40B4-BE49-F238E27FC236}">
                    <a16:creationId xmlns:a16="http://schemas.microsoft.com/office/drawing/2014/main" id="{BC20DD17-D0FC-31FB-B53D-7C0EEB80B937}"/>
                  </a:ext>
                </a:extLst>
              </p:cNvPr>
              <p:cNvSpPr/>
              <p:nvPr/>
            </p:nvSpPr>
            <p:spPr>
              <a:xfrm>
                <a:off x="3200660" y="2180272"/>
                <a:ext cx="108240" cy="378237"/>
              </a:xfrm>
              <a:custGeom>
                <a:avLst/>
                <a:gdLst/>
                <a:ahLst/>
                <a:cxnLst/>
                <a:rect l="l" t="t" r="r" b="b"/>
                <a:pathLst>
                  <a:path w="8543" h="37890" extrusionOk="0">
                    <a:moveTo>
                      <a:pt x="606" y="1"/>
                    </a:moveTo>
                    <a:cubicBezTo>
                      <a:pt x="276" y="1"/>
                      <a:pt x="0" y="263"/>
                      <a:pt x="0" y="607"/>
                    </a:cubicBezTo>
                    <a:lnTo>
                      <a:pt x="0" y="37270"/>
                    </a:lnTo>
                    <a:cubicBezTo>
                      <a:pt x="0" y="37614"/>
                      <a:pt x="276" y="37890"/>
                      <a:pt x="606" y="37890"/>
                    </a:cubicBezTo>
                    <a:lnTo>
                      <a:pt x="7922" y="37890"/>
                    </a:lnTo>
                    <a:cubicBezTo>
                      <a:pt x="8267" y="37890"/>
                      <a:pt x="8542" y="37614"/>
                      <a:pt x="8542" y="37270"/>
                    </a:cubicBezTo>
                    <a:lnTo>
                      <a:pt x="8542" y="607"/>
                    </a:lnTo>
                    <a:cubicBezTo>
                      <a:pt x="8542" y="263"/>
                      <a:pt x="8267" y="1"/>
                      <a:pt x="7922" y="1"/>
                    </a:cubicBez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Google Shape;13060;p132">
                <a:extLst>
                  <a:ext uri="{FF2B5EF4-FFF2-40B4-BE49-F238E27FC236}">
                    <a16:creationId xmlns:a16="http://schemas.microsoft.com/office/drawing/2014/main" id="{4162B0DA-2EF4-64C5-5F76-6C8FF0353EF1}"/>
                  </a:ext>
                </a:extLst>
              </p:cNvPr>
              <p:cNvSpPr/>
              <p:nvPr/>
            </p:nvSpPr>
            <p:spPr>
              <a:xfrm>
                <a:off x="3345104" y="2180272"/>
                <a:ext cx="108240" cy="378237"/>
              </a:xfrm>
              <a:custGeom>
                <a:avLst/>
                <a:gdLst/>
                <a:ahLst/>
                <a:cxnLst/>
                <a:rect l="l" t="t" r="r" b="b"/>
                <a:pathLst>
                  <a:path w="8543" h="37890" extrusionOk="0">
                    <a:moveTo>
                      <a:pt x="607" y="1"/>
                    </a:moveTo>
                    <a:cubicBezTo>
                      <a:pt x="262" y="1"/>
                      <a:pt x="0" y="263"/>
                      <a:pt x="0" y="607"/>
                    </a:cubicBezTo>
                    <a:lnTo>
                      <a:pt x="0" y="37270"/>
                    </a:lnTo>
                    <a:cubicBezTo>
                      <a:pt x="0" y="37614"/>
                      <a:pt x="262" y="37890"/>
                      <a:pt x="607" y="37890"/>
                    </a:cubicBezTo>
                    <a:lnTo>
                      <a:pt x="7923" y="37890"/>
                    </a:lnTo>
                    <a:cubicBezTo>
                      <a:pt x="8267" y="37890"/>
                      <a:pt x="8543" y="37614"/>
                      <a:pt x="8543" y="37270"/>
                    </a:cubicBezTo>
                    <a:lnTo>
                      <a:pt x="8543" y="607"/>
                    </a:lnTo>
                    <a:cubicBezTo>
                      <a:pt x="8543" y="263"/>
                      <a:pt x="8267" y="1"/>
                      <a:pt x="7923" y="1"/>
                    </a:cubicBezTo>
                    <a:close/>
                  </a:path>
                </a:pathLst>
              </a:custGeom>
              <a:solidFill>
                <a:srgbClr val="869F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Google Shape;13061;p132">
                <a:extLst>
                  <a:ext uri="{FF2B5EF4-FFF2-40B4-BE49-F238E27FC236}">
                    <a16:creationId xmlns:a16="http://schemas.microsoft.com/office/drawing/2014/main" id="{4DB86E0F-329D-8800-9F74-B827786CE233}"/>
                  </a:ext>
                </a:extLst>
              </p:cNvPr>
              <p:cNvSpPr/>
              <p:nvPr/>
            </p:nvSpPr>
            <p:spPr>
              <a:xfrm>
                <a:off x="3489548" y="2180272"/>
                <a:ext cx="108240" cy="378237"/>
              </a:xfrm>
              <a:custGeom>
                <a:avLst/>
                <a:gdLst/>
                <a:ahLst/>
                <a:cxnLst/>
                <a:rect l="l" t="t" r="r" b="b"/>
                <a:pathLst>
                  <a:path w="8543" h="37890" extrusionOk="0">
                    <a:moveTo>
                      <a:pt x="621" y="1"/>
                    </a:moveTo>
                    <a:cubicBezTo>
                      <a:pt x="276" y="1"/>
                      <a:pt x="1" y="263"/>
                      <a:pt x="1" y="607"/>
                    </a:cubicBezTo>
                    <a:lnTo>
                      <a:pt x="1" y="37270"/>
                    </a:lnTo>
                    <a:cubicBezTo>
                      <a:pt x="1" y="37614"/>
                      <a:pt x="276" y="37890"/>
                      <a:pt x="621" y="37890"/>
                    </a:cubicBezTo>
                    <a:lnTo>
                      <a:pt x="7937" y="37890"/>
                    </a:lnTo>
                    <a:cubicBezTo>
                      <a:pt x="8281" y="37890"/>
                      <a:pt x="8543" y="37614"/>
                      <a:pt x="8543" y="37270"/>
                    </a:cubicBezTo>
                    <a:lnTo>
                      <a:pt x="8543" y="607"/>
                    </a:lnTo>
                    <a:cubicBezTo>
                      <a:pt x="8543" y="263"/>
                      <a:pt x="8281" y="1"/>
                      <a:pt x="7937" y="1"/>
                    </a:cubicBez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Google Shape;13062;p132">
                <a:extLst>
                  <a:ext uri="{FF2B5EF4-FFF2-40B4-BE49-F238E27FC236}">
                    <a16:creationId xmlns:a16="http://schemas.microsoft.com/office/drawing/2014/main" id="{D12A1F43-D5EB-1BA5-FEEF-AB6E1CD1DD34}"/>
                  </a:ext>
                </a:extLst>
              </p:cNvPr>
              <p:cNvSpPr/>
              <p:nvPr/>
            </p:nvSpPr>
            <p:spPr>
              <a:xfrm>
                <a:off x="3633992" y="2180272"/>
                <a:ext cx="108252" cy="378237"/>
              </a:xfrm>
              <a:custGeom>
                <a:avLst/>
                <a:gdLst/>
                <a:ahLst/>
                <a:cxnLst/>
                <a:rect l="l" t="t" r="r" b="b"/>
                <a:pathLst>
                  <a:path w="8544" h="37890" extrusionOk="0">
                    <a:moveTo>
                      <a:pt x="621" y="1"/>
                    </a:moveTo>
                    <a:cubicBezTo>
                      <a:pt x="277" y="1"/>
                      <a:pt x="1" y="277"/>
                      <a:pt x="1" y="607"/>
                    </a:cubicBezTo>
                    <a:lnTo>
                      <a:pt x="1" y="37270"/>
                    </a:lnTo>
                    <a:cubicBezTo>
                      <a:pt x="1" y="37614"/>
                      <a:pt x="277" y="37890"/>
                      <a:pt x="621" y="37890"/>
                    </a:cubicBezTo>
                    <a:lnTo>
                      <a:pt x="7937" y="37890"/>
                    </a:lnTo>
                    <a:cubicBezTo>
                      <a:pt x="8268" y="37890"/>
                      <a:pt x="8543" y="37614"/>
                      <a:pt x="8543" y="37270"/>
                    </a:cubicBezTo>
                    <a:lnTo>
                      <a:pt x="8543" y="607"/>
                    </a:lnTo>
                    <a:cubicBezTo>
                      <a:pt x="8543" y="277"/>
                      <a:pt x="8268" y="1"/>
                      <a:pt x="7937" y="1"/>
                    </a:cubicBezTo>
                    <a:close/>
                  </a:path>
                </a:pathLst>
              </a:custGeom>
              <a:solidFill>
                <a:srgbClr val="869F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Google Shape;13063;p132">
                <a:extLst>
                  <a:ext uri="{FF2B5EF4-FFF2-40B4-BE49-F238E27FC236}">
                    <a16:creationId xmlns:a16="http://schemas.microsoft.com/office/drawing/2014/main" id="{FE3DC785-5F12-B800-C135-7A1FBC802D34}"/>
                  </a:ext>
                </a:extLst>
              </p:cNvPr>
              <p:cNvSpPr/>
              <p:nvPr/>
            </p:nvSpPr>
            <p:spPr>
              <a:xfrm>
                <a:off x="3778448" y="2180272"/>
                <a:ext cx="108240" cy="378097"/>
              </a:xfrm>
              <a:custGeom>
                <a:avLst/>
                <a:gdLst/>
                <a:ahLst/>
                <a:cxnLst/>
                <a:rect l="l" t="t" r="r" b="b"/>
                <a:pathLst>
                  <a:path w="8543" h="37876" extrusionOk="0">
                    <a:moveTo>
                      <a:pt x="606" y="1"/>
                    </a:moveTo>
                    <a:cubicBezTo>
                      <a:pt x="276" y="1"/>
                      <a:pt x="0" y="263"/>
                      <a:pt x="0" y="607"/>
                    </a:cubicBezTo>
                    <a:lnTo>
                      <a:pt x="0" y="37270"/>
                    </a:lnTo>
                    <a:cubicBezTo>
                      <a:pt x="0" y="37614"/>
                      <a:pt x="276" y="37876"/>
                      <a:pt x="606" y="37876"/>
                    </a:cubicBezTo>
                    <a:lnTo>
                      <a:pt x="7936" y="37876"/>
                    </a:lnTo>
                    <a:cubicBezTo>
                      <a:pt x="8267" y="37876"/>
                      <a:pt x="8542" y="37614"/>
                      <a:pt x="8542" y="37270"/>
                    </a:cubicBezTo>
                    <a:lnTo>
                      <a:pt x="8542" y="607"/>
                    </a:lnTo>
                    <a:cubicBezTo>
                      <a:pt x="8542" y="263"/>
                      <a:pt x="8267" y="1"/>
                      <a:pt x="7936" y="1"/>
                    </a:cubicBez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Google Shape;13064;p132">
                <a:extLst>
                  <a:ext uri="{FF2B5EF4-FFF2-40B4-BE49-F238E27FC236}">
                    <a16:creationId xmlns:a16="http://schemas.microsoft.com/office/drawing/2014/main" id="{B14207AB-32F0-9D80-9BA6-CEFE0DACD36F}"/>
                  </a:ext>
                </a:extLst>
              </p:cNvPr>
              <p:cNvSpPr/>
              <p:nvPr/>
            </p:nvSpPr>
            <p:spPr>
              <a:xfrm>
                <a:off x="3922892" y="2180272"/>
                <a:ext cx="108240" cy="378237"/>
              </a:xfrm>
              <a:custGeom>
                <a:avLst/>
                <a:gdLst/>
                <a:ahLst/>
                <a:cxnLst/>
                <a:rect l="l" t="t" r="r" b="b"/>
                <a:pathLst>
                  <a:path w="8543" h="37890" extrusionOk="0">
                    <a:moveTo>
                      <a:pt x="607" y="1"/>
                    </a:moveTo>
                    <a:cubicBezTo>
                      <a:pt x="276" y="1"/>
                      <a:pt x="0" y="277"/>
                      <a:pt x="0" y="607"/>
                    </a:cubicBezTo>
                    <a:lnTo>
                      <a:pt x="0" y="37270"/>
                    </a:lnTo>
                    <a:cubicBezTo>
                      <a:pt x="0" y="37614"/>
                      <a:pt x="276" y="37890"/>
                      <a:pt x="607" y="37890"/>
                    </a:cubicBezTo>
                    <a:lnTo>
                      <a:pt x="7923" y="37890"/>
                    </a:lnTo>
                    <a:cubicBezTo>
                      <a:pt x="8267" y="37890"/>
                      <a:pt x="8543" y="37614"/>
                      <a:pt x="8543" y="37270"/>
                    </a:cubicBezTo>
                    <a:lnTo>
                      <a:pt x="8543" y="607"/>
                    </a:lnTo>
                    <a:cubicBezTo>
                      <a:pt x="8543" y="277"/>
                      <a:pt x="8267" y="1"/>
                      <a:pt x="7923" y="1"/>
                    </a:cubicBezTo>
                    <a:close/>
                  </a:path>
                </a:pathLst>
              </a:custGeom>
              <a:solidFill>
                <a:srgbClr val="869F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Google Shape;13065;p132">
                <a:extLst>
                  <a:ext uri="{FF2B5EF4-FFF2-40B4-BE49-F238E27FC236}">
                    <a16:creationId xmlns:a16="http://schemas.microsoft.com/office/drawing/2014/main" id="{B725FDF0-1596-A318-6853-F16395404A29}"/>
                  </a:ext>
                </a:extLst>
              </p:cNvPr>
              <p:cNvSpPr/>
              <p:nvPr/>
            </p:nvSpPr>
            <p:spPr>
              <a:xfrm>
                <a:off x="4067336" y="2180272"/>
                <a:ext cx="108240" cy="378237"/>
              </a:xfrm>
              <a:custGeom>
                <a:avLst/>
                <a:gdLst/>
                <a:ahLst/>
                <a:cxnLst/>
                <a:rect l="l" t="t" r="r" b="b"/>
                <a:pathLst>
                  <a:path w="8543" h="37890" extrusionOk="0">
                    <a:moveTo>
                      <a:pt x="607" y="1"/>
                    </a:moveTo>
                    <a:cubicBezTo>
                      <a:pt x="262" y="1"/>
                      <a:pt x="1" y="263"/>
                      <a:pt x="1" y="607"/>
                    </a:cubicBezTo>
                    <a:lnTo>
                      <a:pt x="1" y="37270"/>
                    </a:lnTo>
                    <a:cubicBezTo>
                      <a:pt x="1" y="37614"/>
                      <a:pt x="262" y="37890"/>
                      <a:pt x="607" y="37890"/>
                    </a:cubicBezTo>
                    <a:lnTo>
                      <a:pt x="7923" y="37890"/>
                    </a:lnTo>
                    <a:cubicBezTo>
                      <a:pt x="8267" y="37890"/>
                      <a:pt x="8543" y="37614"/>
                      <a:pt x="8543" y="37270"/>
                    </a:cubicBezTo>
                    <a:lnTo>
                      <a:pt x="8543" y="607"/>
                    </a:lnTo>
                    <a:cubicBezTo>
                      <a:pt x="8543" y="263"/>
                      <a:pt x="8267" y="1"/>
                      <a:pt x="7923" y="1"/>
                    </a:cubicBez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Google Shape;13066;p132">
                <a:extLst>
                  <a:ext uri="{FF2B5EF4-FFF2-40B4-BE49-F238E27FC236}">
                    <a16:creationId xmlns:a16="http://schemas.microsoft.com/office/drawing/2014/main" id="{2D2108DD-5191-6AF1-B1C5-736F20286297}"/>
                  </a:ext>
                </a:extLst>
              </p:cNvPr>
              <p:cNvSpPr/>
              <p:nvPr/>
            </p:nvSpPr>
            <p:spPr>
              <a:xfrm>
                <a:off x="4211780" y="2180272"/>
                <a:ext cx="108252" cy="378237"/>
              </a:xfrm>
              <a:custGeom>
                <a:avLst/>
                <a:gdLst/>
                <a:ahLst/>
                <a:cxnLst/>
                <a:rect l="l" t="t" r="r" b="b"/>
                <a:pathLst>
                  <a:path w="8544" h="37890" extrusionOk="0">
                    <a:moveTo>
                      <a:pt x="621" y="1"/>
                    </a:moveTo>
                    <a:cubicBezTo>
                      <a:pt x="276" y="1"/>
                      <a:pt x="1" y="277"/>
                      <a:pt x="1" y="607"/>
                    </a:cubicBezTo>
                    <a:lnTo>
                      <a:pt x="1" y="37270"/>
                    </a:lnTo>
                    <a:cubicBezTo>
                      <a:pt x="1" y="37614"/>
                      <a:pt x="276" y="37890"/>
                      <a:pt x="621" y="37890"/>
                    </a:cubicBezTo>
                    <a:lnTo>
                      <a:pt x="7937" y="37890"/>
                    </a:lnTo>
                    <a:cubicBezTo>
                      <a:pt x="8281" y="37890"/>
                      <a:pt x="8543" y="37614"/>
                      <a:pt x="8543" y="37270"/>
                    </a:cubicBezTo>
                    <a:lnTo>
                      <a:pt x="8543" y="607"/>
                    </a:lnTo>
                    <a:cubicBezTo>
                      <a:pt x="8543" y="277"/>
                      <a:pt x="8281" y="1"/>
                      <a:pt x="7937" y="1"/>
                    </a:cubicBez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Google Shape;13067;p132">
                <a:extLst>
                  <a:ext uri="{FF2B5EF4-FFF2-40B4-BE49-F238E27FC236}">
                    <a16:creationId xmlns:a16="http://schemas.microsoft.com/office/drawing/2014/main" id="{96658511-26F0-FADB-EE3C-7F2F028F22AA}"/>
                  </a:ext>
                </a:extLst>
              </p:cNvPr>
              <p:cNvSpPr/>
              <p:nvPr/>
            </p:nvSpPr>
            <p:spPr>
              <a:xfrm>
                <a:off x="4356236" y="2180272"/>
                <a:ext cx="108240" cy="378097"/>
              </a:xfrm>
              <a:custGeom>
                <a:avLst/>
                <a:gdLst/>
                <a:ahLst/>
                <a:cxnLst/>
                <a:rect l="l" t="t" r="r" b="b"/>
                <a:pathLst>
                  <a:path w="8543" h="37876" extrusionOk="0">
                    <a:moveTo>
                      <a:pt x="620" y="1"/>
                    </a:moveTo>
                    <a:cubicBezTo>
                      <a:pt x="276" y="1"/>
                      <a:pt x="0" y="263"/>
                      <a:pt x="0" y="607"/>
                    </a:cubicBezTo>
                    <a:lnTo>
                      <a:pt x="0" y="37270"/>
                    </a:lnTo>
                    <a:cubicBezTo>
                      <a:pt x="0" y="37614"/>
                      <a:pt x="276" y="37876"/>
                      <a:pt x="620" y="37876"/>
                    </a:cubicBezTo>
                    <a:lnTo>
                      <a:pt x="7936" y="37876"/>
                    </a:lnTo>
                    <a:cubicBezTo>
                      <a:pt x="8267" y="37876"/>
                      <a:pt x="8542" y="37614"/>
                      <a:pt x="8542" y="37270"/>
                    </a:cubicBezTo>
                    <a:lnTo>
                      <a:pt x="8542" y="607"/>
                    </a:lnTo>
                    <a:cubicBezTo>
                      <a:pt x="8542" y="263"/>
                      <a:pt x="8267" y="1"/>
                      <a:pt x="7936" y="1"/>
                    </a:cubicBezTo>
                    <a:close/>
                  </a:path>
                </a:pathLst>
              </a:custGeom>
              <a:solidFill>
                <a:srgbClr val="869F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Google Shape;13068;p132">
                <a:extLst>
                  <a:ext uri="{FF2B5EF4-FFF2-40B4-BE49-F238E27FC236}">
                    <a16:creationId xmlns:a16="http://schemas.microsoft.com/office/drawing/2014/main" id="{14107FB7-74C0-3974-4C63-FF3C4C5F0C01}"/>
                  </a:ext>
                </a:extLst>
              </p:cNvPr>
              <p:cNvSpPr/>
              <p:nvPr/>
            </p:nvSpPr>
            <p:spPr>
              <a:xfrm>
                <a:off x="4500680" y="2180272"/>
                <a:ext cx="108240" cy="378237"/>
              </a:xfrm>
              <a:custGeom>
                <a:avLst/>
                <a:gdLst/>
                <a:ahLst/>
                <a:cxnLst/>
                <a:rect l="l" t="t" r="r" b="b"/>
                <a:pathLst>
                  <a:path w="8543" h="37890" extrusionOk="0">
                    <a:moveTo>
                      <a:pt x="606" y="1"/>
                    </a:moveTo>
                    <a:cubicBezTo>
                      <a:pt x="276" y="1"/>
                      <a:pt x="0" y="277"/>
                      <a:pt x="0" y="607"/>
                    </a:cubicBezTo>
                    <a:lnTo>
                      <a:pt x="0" y="37270"/>
                    </a:lnTo>
                    <a:cubicBezTo>
                      <a:pt x="0" y="37614"/>
                      <a:pt x="276" y="37890"/>
                      <a:pt x="606" y="37890"/>
                    </a:cubicBezTo>
                    <a:lnTo>
                      <a:pt x="7936" y="37890"/>
                    </a:lnTo>
                    <a:cubicBezTo>
                      <a:pt x="8267" y="37890"/>
                      <a:pt x="8542" y="37614"/>
                      <a:pt x="8542" y="37270"/>
                    </a:cubicBezTo>
                    <a:lnTo>
                      <a:pt x="8542" y="607"/>
                    </a:lnTo>
                    <a:cubicBezTo>
                      <a:pt x="8542" y="277"/>
                      <a:pt x="8267" y="1"/>
                      <a:pt x="7936" y="1"/>
                    </a:cubicBez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Google Shape;13069;p132">
                <a:extLst>
                  <a:ext uri="{FF2B5EF4-FFF2-40B4-BE49-F238E27FC236}">
                    <a16:creationId xmlns:a16="http://schemas.microsoft.com/office/drawing/2014/main" id="{8AE7D3A9-2A39-8484-133D-71458889ABC5}"/>
                  </a:ext>
                </a:extLst>
              </p:cNvPr>
              <p:cNvSpPr/>
              <p:nvPr/>
            </p:nvSpPr>
            <p:spPr>
              <a:xfrm>
                <a:off x="4645124" y="2180272"/>
                <a:ext cx="108240" cy="378097"/>
              </a:xfrm>
              <a:custGeom>
                <a:avLst/>
                <a:gdLst/>
                <a:ahLst/>
                <a:cxnLst/>
                <a:rect l="l" t="t" r="r" b="b"/>
                <a:pathLst>
                  <a:path w="8543" h="37876" extrusionOk="0">
                    <a:moveTo>
                      <a:pt x="607" y="1"/>
                    </a:moveTo>
                    <a:cubicBezTo>
                      <a:pt x="276" y="1"/>
                      <a:pt x="0" y="263"/>
                      <a:pt x="0" y="607"/>
                    </a:cubicBezTo>
                    <a:lnTo>
                      <a:pt x="0" y="37270"/>
                    </a:lnTo>
                    <a:cubicBezTo>
                      <a:pt x="0" y="37614"/>
                      <a:pt x="276" y="37876"/>
                      <a:pt x="607" y="37876"/>
                    </a:cubicBezTo>
                    <a:lnTo>
                      <a:pt x="7936" y="37876"/>
                    </a:lnTo>
                    <a:cubicBezTo>
                      <a:pt x="8267" y="37876"/>
                      <a:pt x="8543" y="37614"/>
                      <a:pt x="8543" y="37270"/>
                    </a:cubicBezTo>
                    <a:lnTo>
                      <a:pt x="8543" y="607"/>
                    </a:lnTo>
                    <a:cubicBezTo>
                      <a:pt x="8543" y="263"/>
                      <a:pt x="8267" y="1"/>
                      <a:pt x="7936" y="1"/>
                    </a:cubicBezTo>
                    <a:close/>
                  </a:path>
                </a:pathLst>
              </a:custGeom>
              <a:solidFill>
                <a:srgbClr val="869F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95" name="Google Shape;13070;p132">
                <a:extLst>
                  <a:ext uri="{FF2B5EF4-FFF2-40B4-BE49-F238E27FC236}">
                    <a16:creationId xmlns:a16="http://schemas.microsoft.com/office/drawing/2014/main" id="{215662F2-AEC8-C6D2-16A8-36E4EF1E6E4A}"/>
                  </a:ext>
                </a:extLst>
              </p:cNvPr>
              <p:cNvSpPr/>
              <p:nvPr/>
            </p:nvSpPr>
            <p:spPr>
              <a:xfrm>
                <a:off x="4789568" y="2180272"/>
                <a:ext cx="108240" cy="378237"/>
              </a:xfrm>
              <a:custGeom>
                <a:avLst/>
                <a:gdLst/>
                <a:ahLst/>
                <a:cxnLst/>
                <a:rect l="l" t="t" r="r" b="b"/>
                <a:pathLst>
                  <a:path w="8543" h="37890" extrusionOk="0">
                    <a:moveTo>
                      <a:pt x="607" y="1"/>
                    </a:moveTo>
                    <a:cubicBezTo>
                      <a:pt x="262" y="1"/>
                      <a:pt x="1" y="277"/>
                      <a:pt x="1" y="607"/>
                    </a:cubicBezTo>
                    <a:lnTo>
                      <a:pt x="1" y="37270"/>
                    </a:lnTo>
                    <a:cubicBezTo>
                      <a:pt x="1" y="37614"/>
                      <a:pt x="262" y="37890"/>
                      <a:pt x="607" y="37890"/>
                    </a:cubicBezTo>
                    <a:lnTo>
                      <a:pt x="7923" y="37890"/>
                    </a:lnTo>
                    <a:cubicBezTo>
                      <a:pt x="8267" y="37890"/>
                      <a:pt x="8543" y="37614"/>
                      <a:pt x="8543" y="37270"/>
                    </a:cubicBezTo>
                    <a:lnTo>
                      <a:pt x="8543" y="607"/>
                    </a:lnTo>
                    <a:cubicBezTo>
                      <a:pt x="8543" y="277"/>
                      <a:pt x="8267" y="1"/>
                      <a:pt x="7923" y="1"/>
                    </a:cubicBez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Google Shape;13071;p132">
                <a:extLst>
                  <a:ext uri="{FF2B5EF4-FFF2-40B4-BE49-F238E27FC236}">
                    <a16:creationId xmlns:a16="http://schemas.microsoft.com/office/drawing/2014/main" id="{2BCF69CA-24B6-9ED7-CE06-B974D58FBF9F}"/>
                  </a:ext>
                </a:extLst>
              </p:cNvPr>
              <p:cNvSpPr/>
              <p:nvPr/>
            </p:nvSpPr>
            <p:spPr>
              <a:xfrm>
                <a:off x="4934012" y="2180272"/>
                <a:ext cx="108240" cy="378237"/>
              </a:xfrm>
              <a:custGeom>
                <a:avLst/>
                <a:gdLst/>
                <a:ahLst/>
                <a:cxnLst/>
                <a:rect l="l" t="t" r="r" b="b"/>
                <a:pathLst>
                  <a:path w="8543" h="37890" extrusionOk="0">
                    <a:moveTo>
                      <a:pt x="607" y="1"/>
                    </a:moveTo>
                    <a:cubicBezTo>
                      <a:pt x="263" y="1"/>
                      <a:pt x="1" y="263"/>
                      <a:pt x="1" y="607"/>
                    </a:cubicBezTo>
                    <a:lnTo>
                      <a:pt x="1" y="37270"/>
                    </a:lnTo>
                    <a:cubicBezTo>
                      <a:pt x="1" y="37614"/>
                      <a:pt x="263" y="37890"/>
                      <a:pt x="607" y="37890"/>
                    </a:cubicBezTo>
                    <a:lnTo>
                      <a:pt x="7923" y="37890"/>
                    </a:lnTo>
                    <a:cubicBezTo>
                      <a:pt x="8267" y="37890"/>
                      <a:pt x="8543" y="37614"/>
                      <a:pt x="8543" y="37270"/>
                    </a:cubicBezTo>
                    <a:lnTo>
                      <a:pt x="8543" y="607"/>
                    </a:lnTo>
                    <a:cubicBezTo>
                      <a:pt x="8543" y="263"/>
                      <a:pt x="8267" y="1"/>
                      <a:pt x="7923" y="1"/>
                    </a:cubicBez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Google Shape;13072;p132">
                <a:extLst>
                  <a:ext uri="{FF2B5EF4-FFF2-40B4-BE49-F238E27FC236}">
                    <a16:creationId xmlns:a16="http://schemas.microsoft.com/office/drawing/2014/main" id="{4015CF84-5B94-91D8-5BDD-1E19CE0684C7}"/>
                  </a:ext>
                </a:extLst>
              </p:cNvPr>
              <p:cNvSpPr/>
              <p:nvPr/>
            </p:nvSpPr>
            <p:spPr>
              <a:xfrm>
                <a:off x="5078456" y="2180272"/>
                <a:ext cx="108240" cy="378237"/>
              </a:xfrm>
              <a:custGeom>
                <a:avLst/>
                <a:gdLst/>
                <a:ahLst/>
                <a:cxnLst/>
                <a:rect l="l" t="t" r="r" b="b"/>
                <a:pathLst>
                  <a:path w="8543" h="37890" extrusionOk="0">
                    <a:moveTo>
                      <a:pt x="620" y="1"/>
                    </a:moveTo>
                    <a:cubicBezTo>
                      <a:pt x="276" y="1"/>
                      <a:pt x="0" y="277"/>
                      <a:pt x="0" y="607"/>
                    </a:cubicBezTo>
                    <a:lnTo>
                      <a:pt x="0" y="37270"/>
                    </a:lnTo>
                    <a:cubicBezTo>
                      <a:pt x="0" y="37614"/>
                      <a:pt x="276" y="37890"/>
                      <a:pt x="620" y="37890"/>
                    </a:cubicBezTo>
                    <a:lnTo>
                      <a:pt x="7936" y="37890"/>
                    </a:lnTo>
                    <a:cubicBezTo>
                      <a:pt x="8267" y="37890"/>
                      <a:pt x="8542" y="37614"/>
                      <a:pt x="8542" y="37270"/>
                    </a:cubicBezTo>
                    <a:lnTo>
                      <a:pt x="8542" y="607"/>
                    </a:lnTo>
                    <a:cubicBezTo>
                      <a:pt x="8542" y="277"/>
                      <a:pt x="8267" y="1"/>
                      <a:pt x="7936" y="1"/>
                    </a:cubicBez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" name="Google Shape;13073;p132">
                <a:extLst>
                  <a:ext uri="{FF2B5EF4-FFF2-40B4-BE49-F238E27FC236}">
                    <a16:creationId xmlns:a16="http://schemas.microsoft.com/office/drawing/2014/main" id="{817FD21D-1547-6F4D-E1C2-BE79B2AC0885}"/>
                  </a:ext>
                </a:extLst>
              </p:cNvPr>
              <p:cNvSpPr/>
              <p:nvPr/>
            </p:nvSpPr>
            <p:spPr>
              <a:xfrm>
                <a:off x="5222900" y="2180272"/>
                <a:ext cx="108240" cy="378237"/>
              </a:xfrm>
              <a:custGeom>
                <a:avLst/>
                <a:gdLst/>
                <a:ahLst/>
                <a:cxnLst/>
                <a:rect l="l" t="t" r="r" b="b"/>
                <a:pathLst>
                  <a:path w="8543" h="37890" extrusionOk="0">
                    <a:moveTo>
                      <a:pt x="620" y="1"/>
                    </a:moveTo>
                    <a:cubicBezTo>
                      <a:pt x="276" y="1"/>
                      <a:pt x="0" y="263"/>
                      <a:pt x="0" y="607"/>
                    </a:cubicBezTo>
                    <a:lnTo>
                      <a:pt x="0" y="37270"/>
                    </a:lnTo>
                    <a:cubicBezTo>
                      <a:pt x="0" y="37614"/>
                      <a:pt x="276" y="37890"/>
                      <a:pt x="620" y="37890"/>
                    </a:cubicBezTo>
                    <a:lnTo>
                      <a:pt x="7936" y="37890"/>
                    </a:lnTo>
                    <a:cubicBezTo>
                      <a:pt x="8267" y="37890"/>
                      <a:pt x="8543" y="37614"/>
                      <a:pt x="8543" y="37270"/>
                    </a:cubicBezTo>
                    <a:lnTo>
                      <a:pt x="8543" y="607"/>
                    </a:lnTo>
                    <a:cubicBezTo>
                      <a:pt x="8543" y="263"/>
                      <a:pt x="8267" y="1"/>
                      <a:pt x="7936" y="1"/>
                    </a:cubicBez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Google Shape;13074;p132">
                <a:extLst>
                  <a:ext uri="{FF2B5EF4-FFF2-40B4-BE49-F238E27FC236}">
                    <a16:creationId xmlns:a16="http://schemas.microsoft.com/office/drawing/2014/main" id="{E209360A-1E42-377D-384E-E73A63511537}"/>
                  </a:ext>
                </a:extLst>
              </p:cNvPr>
              <p:cNvSpPr/>
              <p:nvPr/>
            </p:nvSpPr>
            <p:spPr>
              <a:xfrm>
                <a:off x="5367343" y="2180272"/>
                <a:ext cx="108240" cy="378237"/>
              </a:xfrm>
              <a:custGeom>
                <a:avLst/>
                <a:gdLst/>
                <a:ahLst/>
                <a:cxnLst/>
                <a:rect l="l" t="t" r="r" b="b"/>
                <a:pathLst>
                  <a:path w="8543" h="37890" extrusionOk="0">
                    <a:moveTo>
                      <a:pt x="607" y="1"/>
                    </a:moveTo>
                    <a:cubicBezTo>
                      <a:pt x="276" y="1"/>
                      <a:pt x="1" y="277"/>
                      <a:pt x="1" y="607"/>
                    </a:cubicBezTo>
                    <a:lnTo>
                      <a:pt x="1" y="37270"/>
                    </a:lnTo>
                    <a:cubicBezTo>
                      <a:pt x="1" y="37614"/>
                      <a:pt x="276" y="37890"/>
                      <a:pt x="607" y="37890"/>
                    </a:cubicBezTo>
                    <a:lnTo>
                      <a:pt x="7937" y="37890"/>
                    </a:lnTo>
                    <a:cubicBezTo>
                      <a:pt x="8267" y="37890"/>
                      <a:pt x="8543" y="37614"/>
                      <a:pt x="8543" y="37270"/>
                    </a:cubicBezTo>
                    <a:lnTo>
                      <a:pt x="8543" y="607"/>
                    </a:lnTo>
                    <a:cubicBezTo>
                      <a:pt x="8543" y="277"/>
                      <a:pt x="8267" y="1"/>
                      <a:pt x="7937" y="1"/>
                    </a:cubicBez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Google Shape;13075;p132">
                <a:extLst>
                  <a:ext uri="{FF2B5EF4-FFF2-40B4-BE49-F238E27FC236}">
                    <a16:creationId xmlns:a16="http://schemas.microsoft.com/office/drawing/2014/main" id="{6BC66425-9C2B-75A1-8F6C-3B94851CA627}"/>
                  </a:ext>
                </a:extLst>
              </p:cNvPr>
              <p:cNvSpPr/>
              <p:nvPr/>
            </p:nvSpPr>
            <p:spPr>
              <a:xfrm>
                <a:off x="5511787" y="2180272"/>
                <a:ext cx="108240" cy="378097"/>
              </a:xfrm>
              <a:custGeom>
                <a:avLst/>
                <a:gdLst/>
                <a:ahLst/>
                <a:cxnLst/>
                <a:rect l="l" t="t" r="r" b="b"/>
                <a:pathLst>
                  <a:path w="8543" h="37876" extrusionOk="0">
                    <a:moveTo>
                      <a:pt x="607" y="1"/>
                    </a:moveTo>
                    <a:cubicBezTo>
                      <a:pt x="276" y="1"/>
                      <a:pt x="1" y="263"/>
                      <a:pt x="1" y="607"/>
                    </a:cubicBezTo>
                    <a:lnTo>
                      <a:pt x="1" y="37270"/>
                    </a:lnTo>
                    <a:cubicBezTo>
                      <a:pt x="1" y="37614"/>
                      <a:pt x="276" y="37876"/>
                      <a:pt x="607" y="37876"/>
                    </a:cubicBezTo>
                    <a:lnTo>
                      <a:pt x="7923" y="37876"/>
                    </a:lnTo>
                    <a:cubicBezTo>
                      <a:pt x="8267" y="37876"/>
                      <a:pt x="8543" y="37614"/>
                      <a:pt x="8543" y="37270"/>
                    </a:cubicBezTo>
                    <a:lnTo>
                      <a:pt x="8543" y="607"/>
                    </a:lnTo>
                    <a:cubicBezTo>
                      <a:pt x="8543" y="263"/>
                      <a:pt x="8267" y="1"/>
                      <a:pt x="7923" y="1"/>
                    </a:cubicBez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Google Shape;13076;p132">
                <a:extLst>
                  <a:ext uri="{FF2B5EF4-FFF2-40B4-BE49-F238E27FC236}">
                    <a16:creationId xmlns:a16="http://schemas.microsoft.com/office/drawing/2014/main" id="{0BA14228-DD9A-FED8-061C-801582A357E7}"/>
                  </a:ext>
                </a:extLst>
              </p:cNvPr>
              <p:cNvSpPr/>
              <p:nvPr/>
            </p:nvSpPr>
            <p:spPr>
              <a:xfrm>
                <a:off x="5656231" y="2180272"/>
                <a:ext cx="108252" cy="378237"/>
              </a:xfrm>
              <a:custGeom>
                <a:avLst/>
                <a:gdLst/>
                <a:ahLst/>
                <a:cxnLst/>
                <a:rect l="l" t="t" r="r" b="b"/>
                <a:pathLst>
                  <a:path w="8544" h="37890" extrusionOk="0">
                    <a:moveTo>
                      <a:pt x="607" y="1"/>
                    </a:moveTo>
                    <a:cubicBezTo>
                      <a:pt x="263" y="1"/>
                      <a:pt x="1" y="277"/>
                      <a:pt x="1" y="607"/>
                    </a:cubicBezTo>
                    <a:lnTo>
                      <a:pt x="1" y="37270"/>
                    </a:lnTo>
                    <a:cubicBezTo>
                      <a:pt x="1" y="37614"/>
                      <a:pt x="263" y="37890"/>
                      <a:pt x="607" y="37890"/>
                    </a:cubicBezTo>
                    <a:lnTo>
                      <a:pt x="7923" y="37890"/>
                    </a:lnTo>
                    <a:cubicBezTo>
                      <a:pt x="8268" y="37890"/>
                      <a:pt x="8543" y="37614"/>
                      <a:pt x="8543" y="37270"/>
                    </a:cubicBezTo>
                    <a:lnTo>
                      <a:pt x="8543" y="607"/>
                    </a:lnTo>
                    <a:cubicBezTo>
                      <a:pt x="8543" y="277"/>
                      <a:pt x="8268" y="1"/>
                      <a:pt x="7923" y="1"/>
                    </a:cubicBez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" name="Google Shape;13077;p132">
              <a:extLst>
                <a:ext uri="{FF2B5EF4-FFF2-40B4-BE49-F238E27FC236}">
                  <a16:creationId xmlns:a16="http://schemas.microsoft.com/office/drawing/2014/main" id="{C89684EE-8F27-D733-8908-8D89F887A0EE}"/>
                </a:ext>
              </a:extLst>
            </p:cNvPr>
            <p:cNvGrpSpPr/>
            <p:nvPr/>
          </p:nvGrpSpPr>
          <p:grpSpPr>
            <a:xfrm>
              <a:off x="2832187" y="4021024"/>
              <a:ext cx="1621631" cy="186158"/>
              <a:chOff x="3530150" y="2790075"/>
              <a:chExt cx="1962600" cy="225300"/>
            </a:xfrm>
          </p:grpSpPr>
          <p:sp>
            <p:nvSpPr>
              <p:cNvPr id="482" name="Google Shape;13078;p132">
                <a:extLst>
                  <a:ext uri="{FF2B5EF4-FFF2-40B4-BE49-F238E27FC236}">
                    <a16:creationId xmlns:a16="http://schemas.microsoft.com/office/drawing/2014/main" id="{ADBAD45D-F331-24A5-AB18-87C975D4FEFB}"/>
                  </a:ext>
                </a:extLst>
              </p:cNvPr>
              <p:cNvSpPr/>
              <p:nvPr/>
            </p:nvSpPr>
            <p:spPr>
              <a:xfrm>
                <a:off x="3530150" y="2790075"/>
                <a:ext cx="1962600" cy="225300"/>
              </a:xfrm>
              <a:prstGeom prst="rec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Google Shape;13079;p132">
                <a:extLst>
                  <a:ext uri="{FF2B5EF4-FFF2-40B4-BE49-F238E27FC236}">
                    <a16:creationId xmlns:a16="http://schemas.microsoft.com/office/drawing/2014/main" id="{3ECC8744-6539-27CF-7C1C-F6656A231E9D}"/>
                  </a:ext>
                </a:extLst>
              </p:cNvPr>
              <p:cNvSpPr/>
              <p:nvPr/>
            </p:nvSpPr>
            <p:spPr>
              <a:xfrm>
                <a:off x="3530150" y="2790075"/>
                <a:ext cx="1110000" cy="225300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7" name="Google Shape;13080;p132">
              <a:extLst>
                <a:ext uri="{FF2B5EF4-FFF2-40B4-BE49-F238E27FC236}">
                  <a16:creationId xmlns:a16="http://schemas.microsoft.com/office/drawing/2014/main" id="{AA08AAE4-D2F6-DC9B-5FC9-2048ADF5C1F1}"/>
                </a:ext>
              </a:extLst>
            </p:cNvPr>
            <p:cNvGrpSpPr/>
            <p:nvPr/>
          </p:nvGrpSpPr>
          <p:grpSpPr>
            <a:xfrm>
              <a:off x="2832254" y="4345542"/>
              <a:ext cx="1646269" cy="179802"/>
              <a:chOff x="3558802" y="4011244"/>
              <a:chExt cx="1866000" cy="111600"/>
            </a:xfrm>
          </p:grpSpPr>
          <p:sp>
            <p:nvSpPr>
              <p:cNvPr id="480" name="Google Shape;13081;p132">
                <a:extLst>
                  <a:ext uri="{FF2B5EF4-FFF2-40B4-BE49-F238E27FC236}">
                    <a16:creationId xmlns:a16="http://schemas.microsoft.com/office/drawing/2014/main" id="{C75E2E77-33C9-2203-D926-7175B102ED5B}"/>
                  </a:ext>
                </a:extLst>
              </p:cNvPr>
              <p:cNvSpPr/>
              <p:nvPr/>
            </p:nvSpPr>
            <p:spPr>
              <a:xfrm rot="5400000" flipH="1">
                <a:off x="4436152" y="3134077"/>
                <a:ext cx="111300" cy="1866000"/>
              </a:xfrm>
              <a:prstGeom prst="round2SameRect">
                <a:avLst>
                  <a:gd name="adj1" fmla="val 50000"/>
                  <a:gd name="adj2" fmla="val 50000"/>
                </a:avLst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Google Shape;13082;p132">
                <a:extLst>
                  <a:ext uri="{FF2B5EF4-FFF2-40B4-BE49-F238E27FC236}">
                    <a16:creationId xmlns:a16="http://schemas.microsoft.com/office/drawing/2014/main" id="{34410481-7ABF-C3E8-0582-4EEEC8BB1BEA}"/>
                  </a:ext>
                </a:extLst>
              </p:cNvPr>
              <p:cNvSpPr/>
              <p:nvPr/>
            </p:nvSpPr>
            <p:spPr>
              <a:xfrm rot="5400000" flipH="1">
                <a:off x="4157232" y="3412894"/>
                <a:ext cx="111600" cy="1308300"/>
              </a:xfrm>
              <a:prstGeom prst="round2SameRect">
                <a:avLst>
                  <a:gd name="adj1" fmla="val 50000"/>
                  <a:gd name="adj2" fmla="val 50000"/>
                </a:avLst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8" name="Google Shape;13083;p132">
              <a:extLst>
                <a:ext uri="{FF2B5EF4-FFF2-40B4-BE49-F238E27FC236}">
                  <a16:creationId xmlns:a16="http://schemas.microsoft.com/office/drawing/2014/main" id="{56AF46B5-38AF-0B54-1C42-189F763BDC90}"/>
                </a:ext>
              </a:extLst>
            </p:cNvPr>
            <p:cNvGrpSpPr/>
            <p:nvPr/>
          </p:nvGrpSpPr>
          <p:grpSpPr>
            <a:xfrm>
              <a:off x="2832590" y="3419063"/>
              <a:ext cx="1613468" cy="139668"/>
              <a:chOff x="3465975" y="2270258"/>
              <a:chExt cx="1986364" cy="171947"/>
            </a:xfrm>
          </p:grpSpPr>
          <p:sp>
            <p:nvSpPr>
              <p:cNvPr id="472" name="Google Shape;13084;p132">
                <a:extLst>
                  <a:ext uri="{FF2B5EF4-FFF2-40B4-BE49-F238E27FC236}">
                    <a16:creationId xmlns:a16="http://schemas.microsoft.com/office/drawing/2014/main" id="{B55F29AD-19E5-A29C-1746-225625FEB4B5}"/>
                  </a:ext>
                </a:extLst>
              </p:cNvPr>
              <p:cNvSpPr/>
              <p:nvPr/>
            </p:nvSpPr>
            <p:spPr>
              <a:xfrm rot="-5400000">
                <a:off x="3725184" y="2270305"/>
                <a:ext cx="171900" cy="171900"/>
              </a:xfrm>
              <a:prstGeom prst="ellipse">
                <a:avLst/>
              </a:prstGeom>
              <a:solidFill>
                <a:srgbClr val="5F7D95"/>
              </a:solidFill>
              <a:ln w="19050" cap="flat" cmpd="sng">
                <a:solidFill>
                  <a:srgbClr val="5F7D9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Google Shape;13085;p132">
                <a:extLst>
                  <a:ext uri="{FF2B5EF4-FFF2-40B4-BE49-F238E27FC236}">
                    <a16:creationId xmlns:a16="http://schemas.microsoft.com/office/drawing/2014/main" id="{286A82E3-D926-A9AA-2C0B-C8B086EEF3D6}"/>
                  </a:ext>
                </a:extLst>
              </p:cNvPr>
              <p:cNvSpPr/>
              <p:nvPr/>
            </p:nvSpPr>
            <p:spPr>
              <a:xfrm rot="-5400000">
                <a:off x="3984394" y="2270305"/>
                <a:ext cx="171900" cy="171900"/>
              </a:xfrm>
              <a:prstGeom prst="ellipse">
                <a:avLst/>
              </a:prstGeom>
              <a:solidFill>
                <a:srgbClr val="5F7D95"/>
              </a:solidFill>
              <a:ln w="19050" cap="flat" cmpd="sng">
                <a:solidFill>
                  <a:srgbClr val="5F7D9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Google Shape;13086;p132">
                <a:extLst>
                  <a:ext uri="{FF2B5EF4-FFF2-40B4-BE49-F238E27FC236}">
                    <a16:creationId xmlns:a16="http://schemas.microsoft.com/office/drawing/2014/main" id="{7247A47E-FD65-74BF-4E3B-B493B893D0E4}"/>
                  </a:ext>
                </a:extLst>
              </p:cNvPr>
              <p:cNvSpPr/>
              <p:nvPr/>
            </p:nvSpPr>
            <p:spPr>
              <a:xfrm rot="-5400000">
                <a:off x="4243603" y="2270305"/>
                <a:ext cx="171900" cy="171900"/>
              </a:xfrm>
              <a:prstGeom prst="ellipse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Google Shape;13087;p132">
                <a:extLst>
                  <a:ext uri="{FF2B5EF4-FFF2-40B4-BE49-F238E27FC236}">
                    <a16:creationId xmlns:a16="http://schemas.microsoft.com/office/drawing/2014/main" id="{9EF7C070-EEDA-B1AC-DDED-5D7625638810}"/>
                  </a:ext>
                </a:extLst>
              </p:cNvPr>
              <p:cNvSpPr/>
              <p:nvPr/>
            </p:nvSpPr>
            <p:spPr>
              <a:xfrm rot="-5400000">
                <a:off x="4502812" y="2270305"/>
                <a:ext cx="171900" cy="171900"/>
              </a:xfrm>
              <a:prstGeom prst="ellipse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Google Shape;13088;p132">
                <a:extLst>
                  <a:ext uri="{FF2B5EF4-FFF2-40B4-BE49-F238E27FC236}">
                    <a16:creationId xmlns:a16="http://schemas.microsoft.com/office/drawing/2014/main" id="{9D203408-0BB3-F680-23E9-AB6EF11CCC2F}"/>
                  </a:ext>
                </a:extLst>
              </p:cNvPr>
              <p:cNvSpPr/>
              <p:nvPr/>
            </p:nvSpPr>
            <p:spPr>
              <a:xfrm rot="-5400000">
                <a:off x="4762021" y="2270305"/>
                <a:ext cx="171900" cy="171900"/>
              </a:xfrm>
              <a:prstGeom prst="ellipse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Google Shape;13089;p132">
                <a:extLst>
                  <a:ext uri="{FF2B5EF4-FFF2-40B4-BE49-F238E27FC236}">
                    <a16:creationId xmlns:a16="http://schemas.microsoft.com/office/drawing/2014/main" id="{87942E72-7D11-D63D-E98A-BB1812C856B7}"/>
                  </a:ext>
                </a:extLst>
              </p:cNvPr>
              <p:cNvSpPr/>
              <p:nvPr/>
            </p:nvSpPr>
            <p:spPr>
              <a:xfrm rot="-5400000">
                <a:off x="3465975" y="2270305"/>
                <a:ext cx="171900" cy="171900"/>
              </a:xfrm>
              <a:prstGeom prst="ellipse">
                <a:avLst/>
              </a:prstGeom>
              <a:solidFill>
                <a:srgbClr val="5F7D95"/>
              </a:solidFill>
              <a:ln w="19050" cap="flat" cmpd="sng">
                <a:solidFill>
                  <a:srgbClr val="5F7D9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Google Shape;13090;p132">
                <a:extLst>
                  <a:ext uri="{FF2B5EF4-FFF2-40B4-BE49-F238E27FC236}">
                    <a16:creationId xmlns:a16="http://schemas.microsoft.com/office/drawing/2014/main" id="{5140FE48-4DA6-CDBC-AF52-7FF0B92045ED}"/>
                  </a:ext>
                </a:extLst>
              </p:cNvPr>
              <p:cNvSpPr/>
              <p:nvPr/>
            </p:nvSpPr>
            <p:spPr>
              <a:xfrm rot="-5400000">
                <a:off x="5021230" y="2270258"/>
                <a:ext cx="171900" cy="171900"/>
              </a:xfrm>
              <a:prstGeom prst="ellipse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Google Shape;13091;p132">
                <a:extLst>
                  <a:ext uri="{FF2B5EF4-FFF2-40B4-BE49-F238E27FC236}">
                    <a16:creationId xmlns:a16="http://schemas.microsoft.com/office/drawing/2014/main" id="{08A153CF-E9AF-9CC7-66BE-270FD5E3D020}"/>
                  </a:ext>
                </a:extLst>
              </p:cNvPr>
              <p:cNvSpPr/>
              <p:nvPr/>
            </p:nvSpPr>
            <p:spPr>
              <a:xfrm rot="-5400000">
                <a:off x="5280440" y="2270258"/>
                <a:ext cx="171900" cy="171900"/>
              </a:xfrm>
              <a:prstGeom prst="ellipse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" name="Google Shape;13092;p132">
              <a:extLst>
                <a:ext uri="{FF2B5EF4-FFF2-40B4-BE49-F238E27FC236}">
                  <a16:creationId xmlns:a16="http://schemas.microsoft.com/office/drawing/2014/main" id="{BF2FB62C-58A3-61E9-CACA-B14C64FE938E}"/>
                </a:ext>
              </a:extLst>
            </p:cNvPr>
            <p:cNvGrpSpPr/>
            <p:nvPr/>
          </p:nvGrpSpPr>
          <p:grpSpPr>
            <a:xfrm>
              <a:off x="2845427" y="5009521"/>
              <a:ext cx="1597174" cy="227949"/>
              <a:chOff x="723300" y="4253549"/>
              <a:chExt cx="2276482" cy="324900"/>
            </a:xfrm>
          </p:grpSpPr>
          <p:sp>
            <p:nvSpPr>
              <p:cNvPr id="467" name="Google Shape;13093;p132">
                <a:extLst>
                  <a:ext uri="{FF2B5EF4-FFF2-40B4-BE49-F238E27FC236}">
                    <a16:creationId xmlns:a16="http://schemas.microsoft.com/office/drawing/2014/main" id="{BAD3C7AF-61B8-EFEB-2471-8E9CC252E8FB}"/>
                  </a:ext>
                </a:extLst>
              </p:cNvPr>
              <p:cNvSpPr/>
              <p:nvPr/>
            </p:nvSpPr>
            <p:spPr>
              <a:xfrm>
                <a:off x="723300" y="4253549"/>
                <a:ext cx="341700" cy="324900"/>
              </a:xfrm>
              <a:prstGeom prst="star5">
                <a:avLst>
                  <a:gd name="adj" fmla="val 19098"/>
                  <a:gd name="hf" fmla="val 105146"/>
                  <a:gd name="vf" fmla="val 110557"/>
                </a:avLst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Google Shape;13094;p132">
                <a:extLst>
                  <a:ext uri="{FF2B5EF4-FFF2-40B4-BE49-F238E27FC236}">
                    <a16:creationId xmlns:a16="http://schemas.microsoft.com/office/drawing/2014/main" id="{3F3F3CC4-4DF9-707B-6589-39DE918FA914}"/>
                  </a:ext>
                </a:extLst>
              </p:cNvPr>
              <p:cNvSpPr/>
              <p:nvPr/>
            </p:nvSpPr>
            <p:spPr>
              <a:xfrm>
                <a:off x="1206995" y="4253549"/>
                <a:ext cx="341700" cy="324900"/>
              </a:xfrm>
              <a:prstGeom prst="star5">
                <a:avLst>
                  <a:gd name="adj" fmla="val 19098"/>
                  <a:gd name="hf" fmla="val 105146"/>
                  <a:gd name="vf" fmla="val 110557"/>
                </a:avLst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Google Shape;13095;p132">
                <a:extLst>
                  <a:ext uri="{FF2B5EF4-FFF2-40B4-BE49-F238E27FC236}">
                    <a16:creationId xmlns:a16="http://schemas.microsoft.com/office/drawing/2014/main" id="{4C487593-6F4A-10B9-86D5-B54888EC5722}"/>
                  </a:ext>
                </a:extLst>
              </p:cNvPr>
              <p:cNvSpPr/>
              <p:nvPr/>
            </p:nvSpPr>
            <p:spPr>
              <a:xfrm>
                <a:off x="1690691" y="4253549"/>
                <a:ext cx="341700" cy="324900"/>
              </a:xfrm>
              <a:prstGeom prst="star5">
                <a:avLst>
                  <a:gd name="adj" fmla="val 19098"/>
                  <a:gd name="hf" fmla="val 105146"/>
                  <a:gd name="vf" fmla="val 110557"/>
                </a:avLst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Google Shape;13096;p132">
                <a:extLst>
                  <a:ext uri="{FF2B5EF4-FFF2-40B4-BE49-F238E27FC236}">
                    <a16:creationId xmlns:a16="http://schemas.microsoft.com/office/drawing/2014/main" id="{1C660A6C-831E-AF65-FFC9-0B4F598425B9}"/>
                  </a:ext>
                </a:extLst>
              </p:cNvPr>
              <p:cNvSpPr/>
              <p:nvPr/>
            </p:nvSpPr>
            <p:spPr>
              <a:xfrm>
                <a:off x="2174386" y="4253549"/>
                <a:ext cx="341700" cy="324900"/>
              </a:xfrm>
              <a:prstGeom prst="star5">
                <a:avLst>
                  <a:gd name="adj" fmla="val 19098"/>
                  <a:gd name="hf" fmla="val 105146"/>
                  <a:gd name="vf" fmla="val 110557"/>
                </a:avLst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71" name="Google Shape;13097;p132">
                <a:extLst>
                  <a:ext uri="{FF2B5EF4-FFF2-40B4-BE49-F238E27FC236}">
                    <a16:creationId xmlns:a16="http://schemas.microsoft.com/office/drawing/2014/main" id="{02768698-66A4-77A2-7BA9-7D3AE1417EF4}"/>
                  </a:ext>
                </a:extLst>
              </p:cNvPr>
              <p:cNvSpPr/>
              <p:nvPr/>
            </p:nvSpPr>
            <p:spPr>
              <a:xfrm>
                <a:off x="2658082" y="4253549"/>
                <a:ext cx="341700" cy="324900"/>
              </a:xfrm>
              <a:prstGeom prst="star5">
                <a:avLst>
                  <a:gd name="adj" fmla="val 19098"/>
                  <a:gd name="hf" fmla="val 105146"/>
                  <a:gd name="vf" fmla="val 110557"/>
                </a:avLst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" name="Google Shape;13098;p132">
              <a:extLst>
                <a:ext uri="{FF2B5EF4-FFF2-40B4-BE49-F238E27FC236}">
                  <a16:creationId xmlns:a16="http://schemas.microsoft.com/office/drawing/2014/main" id="{EB2275F2-8D6F-BFDB-9437-BC0256BDBD2B}"/>
                </a:ext>
              </a:extLst>
            </p:cNvPr>
            <p:cNvGrpSpPr/>
            <p:nvPr/>
          </p:nvGrpSpPr>
          <p:grpSpPr>
            <a:xfrm>
              <a:off x="2833253" y="4661103"/>
              <a:ext cx="1619956" cy="210058"/>
              <a:chOff x="705948" y="3788465"/>
              <a:chExt cx="2308953" cy="299400"/>
            </a:xfrm>
          </p:grpSpPr>
          <p:sp>
            <p:nvSpPr>
              <p:cNvPr id="462" name="Google Shape;13099;p132">
                <a:extLst>
                  <a:ext uri="{FF2B5EF4-FFF2-40B4-BE49-F238E27FC236}">
                    <a16:creationId xmlns:a16="http://schemas.microsoft.com/office/drawing/2014/main" id="{E1EA9CFE-8E13-CD25-3F91-56B03E293E3C}"/>
                  </a:ext>
                </a:extLst>
              </p:cNvPr>
              <p:cNvSpPr/>
              <p:nvPr/>
            </p:nvSpPr>
            <p:spPr>
              <a:xfrm>
                <a:off x="705948" y="3788465"/>
                <a:ext cx="335400" cy="299400"/>
              </a:xfrm>
              <a:prstGeom prst="hear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Google Shape;13100;p132">
                <a:extLst>
                  <a:ext uri="{FF2B5EF4-FFF2-40B4-BE49-F238E27FC236}">
                    <a16:creationId xmlns:a16="http://schemas.microsoft.com/office/drawing/2014/main" id="{B6F6AB73-9097-A735-CB36-EFEE736B042C}"/>
                  </a:ext>
                </a:extLst>
              </p:cNvPr>
              <p:cNvSpPr/>
              <p:nvPr/>
            </p:nvSpPr>
            <p:spPr>
              <a:xfrm>
                <a:off x="1209923" y="3788465"/>
                <a:ext cx="335400" cy="299400"/>
              </a:xfrm>
              <a:prstGeom prst="hear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Google Shape;13101;p132">
                <a:extLst>
                  <a:ext uri="{FF2B5EF4-FFF2-40B4-BE49-F238E27FC236}">
                    <a16:creationId xmlns:a16="http://schemas.microsoft.com/office/drawing/2014/main" id="{5B42E209-E1CC-80C5-3B7D-7ED646142FBE}"/>
                  </a:ext>
                </a:extLst>
              </p:cNvPr>
              <p:cNvSpPr/>
              <p:nvPr/>
            </p:nvSpPr>
            <p:spPr>
              <a:xfrm>
                <a:off x="1713905" y="3788465"/>
                <a:ext cx="335400" cy="299400"/>
              </a:xfrm>
              <a:prstGeom prst="heart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65" name="Google Shape;13102;p132">
                <a:extLst>
                  <a:ext uri="{FF2B5EF4-FFF2-40B4-BE49-F238E27FC236}">
                    <a16:creationId xmlns:a16="http://schemas.microsoft.com/office/drawing/2014/main" id="{626E572B-0371-B5C6-7BAF-BE4CECB09E7B}"/>
                  </a:ext>
                </a:extLst>
              </p:cNvPr>
              <p:cNvSpPr/>
              <p:nvPr/>
            </p:nvSpPr>
            <p:spPr>
              <a:xfrm>
                <a:off x="2189639" y="3788465"/>
                <a:ext cx="335400" cy="299400"/>
              </a:xfrm>
              <a:prstGeom prst="hear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Google Shape;13103;p132">
                <a:extLst>
                  <a:ext uri="{FF2B5EF4-FFF2-40B4-BE49-F238E27FC236}">
                    <a16:creationId xmlns:a16="http://schemas.microsoft.com/office/drawing/2014/main" id="{E0083C89-0018-C1AB-AF49-EA5042DF7B62}"/>
                  </a:ext>
                </a:extLst>
              </p:cNvPr>
              <p:cNvSpPr/>
              <p:nvPr/>
            </p:nvSpPr>
            <p:spPr>
              <a:xfrm>
                <a:off x="2679500" y="3788465"/>
                <a:ext cx="335400" cy="299400"/>
              </a:xfrm>
              <a:prstGeom prst="heart">
                <a:avLst/>
              </a:pr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" name="Google Shape;13104;p132">
              <a:extLst>
                <a:ext uri="{FF2B5EF4-FFF2-40B4-BE49-F238E27FC236}">
                  <a16:creationId xmlns:a16="http://schemas.microsoft.com/office/drawing/2014/main" id="{1E85A7F8-247E-7C51-A42C-B693EED3B9FF}"/>
                </a:ext>
              </a:extLst>
            </p:cNvPr>
            <p:cNvGrpSpPr/>
            <p:nvPr/>
          </p:nvGrpSpPr>
          <p:grpSpPr>
            <a:xfrm>
              <a:off x="4695694" y="3033007"/>
              <a:ext cx="1672150" cy="223332"/>
              <a:chOff x="4273350" y="2088443"/>
              <a:chExt cx="1433821" cy="191501"/>
            </a:xfrm>
          </p:grpSpPr>
          <p:grpSp>
            <p:nvGrpSpPr>
              <p:cNvPr id="456" name="Google Shape;13105;p132">
                <a:extLst>
                  <a:ext uri="{FF2B5EF4-FFF2-40B4-BE49-F238E27FC236}">
                    <a16:creationId xmlns:a16="http://schemas.microsoft.com/office/drawing/2014/main" id="{0C96C984-C616-BC9C-51D6-C1ED49FE5168}"/>
                  </a:ext>
                </a:extLst>
              </p:cNvPr>
              <p:cNvGrpSpPr/>
              <p:nvPr/>
            </p:nvGrpSpPr>
            <p:grpSpPr>
              <a:xfrm>
                <a:off x="4273350" y="2088443"/>
                <a:ext cx="1433821" cy="0"/>
                <a:chOff x="5224975" y="2962250"/>
                <a:chExt cx="1544400" cy="0"/>
              </a:xfrm>
            </p:grpSpPr>
            <p:cxnSp>
              <p:nvCxnSpPr>
                <p:cNvPr id="460" name="Google Shape;13106;p132">
                  <a:extLst>
                    <a:ext uri="{FF2B5EF4-FFF2-40B4-BE49-F238E27FC236}">
                      <a16:creationId xmlns:a16="http://schemas.microsoft.com/office/drawing/2014/main" id="{AC0485DD-9599-4E6C-8968-1F4BDCFBC824}"/>
                    </a:ext>
                  </a:extLst>
                </p:cNvPr>
                <p:cNvCxnSpPr/>
                <p:nvPr/>
              </p:nvCxnSpPr>
              <p:spPr>
                <a:xfrm>
                  <a:off x="5224975" y="2962250"/>
                  <a:ext cx="1544400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E3E9ED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61" name="Google Shape;13107;p132">
                  <a:extLst>
                    <a:ext uri="{FF2B5EF4-FFF2-40B4-BE49-F238E27FC236}">
                      <a16:creationId xmlns:a16="http://schemas.microsoft.com/office/drawing/2014/main" id="{B6DC0A65-F4F7-A692-3D1B-BE5A81444088}"/>
                    </a:ext>
                  </a:extLst>
                </p:cNvPr>
                <p:cNvCxnSpPr/>
                <p:nvPr/>
              </p:nvCxnSpPr>
              <p:spPr>
                <a:xfrm>
                  <a:off x="5225150" y="2962250"/>
                  <a:ext cx="453300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7994A9"/>
                  </a:solidFill>
                  <a:prstDash val="solid"/>
                  <a:round/>
                  <a:headEnd type="none" w="med" len="med"/>
                  <a:tailEnd type="oval" w="med" len="med"/>
                </a:ln>
              </p:spPr>
            </p:cxnSp>
          </p:grpSp>
          <p:grpSp>
            <p:nvGrpSpPr>
              <p:cNvPr id="457" name="Google Shape;13108;p132">
                <a:extLst>
                  <a:ext uri="{FF2B5EF4-FFF2-40B4-BE49-F238E27FC236}">
                    <a16:creationId xmlns:a16="http://schemas.microsoft.com/office/drawing/2014/main" id="{48714341-7B07-A09C-346B-D34BFF59D879}"/>
                  </a:ext>
                </a:extLst>
              </p:cNvPr>
              <p:cNvGrpSpPr/>
              <p:nvPr/>
            </p:nvGrpSpPr>
            <p:grpSpPr>
              <a:xfrm>
                <a:off x="4273350" y="2279944"/>
                <a:ext cx="1433821" cy="0"/>
                <a:chOff x="5224975" y="2962250"/>
                <a:chExt cx="1544400" cy="0"/>
              </a:xfrm>
            </p:grpSpPr>
            <p:cxnSp>
              <p:nvCxnSpPr>
                <p:cNvPr id="458" name="Google Shape;13109;p132">
                  <a:extLst>
                    <a:ext uri="{FF2B5EF4-FFF2-40B4-BE49-F238E27FC236}">
                      <a16:creationId xmlns:a16="http://schemas.microsoft.com/office/drawing/2014/main" id="{274918CD-64E9-8102-46EB-AB100E18F743}"/>
                    </a:ext>
                  </a:extLst>
                </p:cNvPr>
                <p:cNvCxnSpPr/>
                <p:nvPr/>
              </p:nvCxnSpPr>
              <p:spPr>
                <a:xfrm>
                  <a:off x="5224975" y="2962250"/>
                  <a:ext cx="1544400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E3E9ED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59" name="Google Shape;13110;p132">
                  <a:extLst>
                    <a:ext uri="{FF2B5EF4-FFF2-40B4-BE49-F238E27FC236}">
                      <a16:creationId xmlns:a16="http://schemas.microsoft.com/office/drawing/2014/main" id="{BA12BFB9-86CC-58CD-A059-1AE33D1111A7}"/>
                    </a:ext>
                  </a:extLst>
                </p:cNvPr>
                <p:cNvCxnSpPr/>
                <p:nvPr/>
              </p:nvCxnSpPr>
              <p:spPr>
                <a:xfrm>
                  <a:off x="5225150" y="2962250"/>
                  <a:ext cx="998700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7994A9"/>
                  </a:solidFill>
                  <a:prstDash val="solid"/>
                  <a:round/>
                  <a:headEnd type="none" w="med" len="med"/>
                  <a:tailEnd type="oval" w="med" len="med"/>
                </a:ln>
              </p:spPr>
            </p:cxnSp>
          </p:grpSp>
        </p:grpSp>
        <p:grpSp>
          <p:nvGrpSpPr>
            <p:cNvPr id="12" name="Google Shape;13111;p132">
              <a:extLst>
                <a:ext uri="{FF2B5EF4-FFF2-40B4-BE49-F238E27FC236}">
                  <a16:creationId xmlns:a16="http://schemas.microsoft.com/office/drawing/2014/main" id="{F7135C7B-66D3-5895-EC06-93FA76486375}"/>
                </a:ext>
              </a:extLst>
            </p:cNvPr>
            <p:cNvGrpSpPr/>
            <p:nvPr/>
          </p:nvGrpSpPr>
          <p:grpSpPr>
            <a:xfrm>
              <a:off x="2889158" y="5375830"/>
              <a:ext cx="1521460" cy="342955"/>
              <a:chOff x="2658741" y="4097347"/>
              <a:chExt cx="1304609" cy="294074"/>
            </a:xfrm>
          </p:grpSpPr>
          <p:grpSp>
            <p:nvGrpSpPr>
              <p:cNvPr id="441" name="Google Shape;13112;p132">
                <a:extLst>
                  <a:ext uri="{FF2B5EF4-FFF2-40B4-BE49-F238E27FC236}">
                    <a16:creationId xmlns:a16="http://schemas.microsoft.com/office/drawing/2014/main" id="{FA225C11-EC51-6C1F-6DC9-C5A8A6952C1B}"/>
                  </a:ext>
                </a:extLst>
              </p:cNvPr>
              <p:cNvGrpSpPr/>
              <p:nvPr/>
            </p:nvGrpSpPr>
            <p:grpSpPr>
              <a:xfrm>
                <a:off x="2658741" y="4097347"/>
                <a:ext cx="118572" cy="294074"/>
                <a:chOff x="3343310" y="4475555"/>
                <a:chExt cx="127717" cy="316753"/>
              </a:xfrm>
            </p:grpSpPr>
            <p:sp>
              <p:nvSpPr>
                <p:cNvPr id="454" name="Google Shape;13113;p132">
                  <a:extLst>
                    <a:ext uri="{FF2B5EF4-FFF2-40B4-BE49-F238E27FC236}">
                      <a16:creationId xmlns:a16="http://schemas.microsoft.com/office/drawing/2014/main" id="{3EA1A5D3-F452-E97A-F103-A4FDB002484A}"/>
                    </a:ext>
                  </a:extLst>
                </p:cNvPr>
                <p:cNvSpPr/>
                <p:nvPr/>
              </p:nvSpPr>
              <p:spPr>
                <a:xfrm>
                  <a:off x="3343310" y="4535967"/>
                  <a:ext cx="127717" cy="2563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995" h="156544" extrusionOk="0">
                      <a:moveTo>
                        <a:pt x="18496" y="1"/>
                      </a:moveTo>
                      <a:cubicBezTo>
                        <a:pt x="8514" y="1"/>
                        <a:pt x="359" y="8123"/>
                        <a:pt x="327" y="18105"/>
                      </a:cubicBezTo>
                      <a:lnTo>
                        <a:pt x="33" y="74537"/>
                      </a:lnTo>
                      <a:cubicBezTo>
                        <a:pt x="0" y="78778"/>
                        <a:pt x="3425" y="82235"/>
                        <a:pt x="7666" y="82268"/>
                      </a:cubicBezTo>
                      <a:lnTo>
                        <a:pt x="7731" y="82268"/>
                      </a:lnTo>
                      <a:cubicBezTo>
                        <a:pt x="11939" y="82268"/>
                        <a:pt x="15364" y="78843"/>
                        <a:pt x="15397" y="74635"/>
                      </a:cubicBezTo>
                      <a:lnTo>
                        <a:pt x="15691" y="18170"/>
                      </a:lnTo>
                      <a:cubicBezTo>
                        <a:pt x="15691" y="17341"/>
                        <a:pt x="16344" y="16668"/>
                        <a:pt x="17166" y="16668"/>
                      </a:cubicBezTo>
                      <a:cubicBezTo>
                        <a:pt x="17185" y="16668"/>
                        <a:pt x="17204" y="16669"/>
                        <a:pt x="17224" y="16669"/>
                      </a:cubicBezTo>
                      <a:cubicBezTo>
                        <a:pt x="18039" y="16669"/>
                        <a:pt x="18724" y="17355"/>
                        <a:pt x="18724" y="18170"/>
                      </a:cubicBezTo>
                      <a:lnTo>
                        <a:pt x="18724" y="147345"/>
                      </a:lnTo>
                      <a:cubicBezTo>
                        <a:pt x="18724" y="152433"/>
                        <a:pt x="22867" y="156543"/>
                        <a:pt x="27956" y="156543"/>
                      </a:cubicBezTo>
                      <a:cubicBezTo>
                        <a:pt x="33044" y="156543"/>
                        <a:pt x="37187" y="152433"/>
                        <a:pt x="37187" y="147345"/>
                      </a:cubicBezTo>
                      <a:lnTo>
                        <a:pt x="37187" y="73656"/>
                      </a:lnTo>
                      <a:lnTo>
                        <a:pt x="41167" y="73656"/>
                      </a:lnTo>
                      <a:lnTo>
                        <a:pt x="41167" y="147345"/>
                      </a:lnTo>
                      <a:cubicBezTo>
                        <a:pt x="41167" y="152433"/>
                        <a:pt x="45277" y="156543"/>
                        <a:pt x="50365" y="156543"/>
                      </a:cubicBezTo>
                      <a:cubicBezTo>
                        <a:pt x="55454" y="156543"/>
                        <a:pt x="59597" y="152433"/>
                        <a:pt x="59597" y="147345"/>
                      </a:cubicBezTo>
                      <a:cubicBezTo>
                        <a:pt x="59597" y="25477"/>
                        <a:pt x="59434" y="95153"/>
                        <a:pt x="59434" y="18300"/>
                      </a:cubicBezTo>
                      <a:cubicBezTo>
                        <a:pt x="59434" y="17420"/>
                        <a:pt x="60119" y="16702"/>
                        <a:pt x="60967" y="16669"/>
                      </a:cubicBezTo>
                      <a:cubicBezTo>
                        <a:pt x="60988" y="16669"/>
                        <a:pt x="61009" y="16668"/>
                        <a:pt x="61030" y="16668"/>
                      </a:cubicBezTo>
                      <a:cubicBezTo>
                        <a:pt x="61882" y="16668"/>
                        <a:pt x="62567" y="17310"/>
                        <a:pt x="62631" y="18170"/>
                      </a:cubicBezTo>
                      <a:lnTo>
                        <a:pt x="62598" y="74570"/>
                      </a:lnTo>
                      <a:cubicBezTo>
                        <a:pt x="62598" y="78810"/>
                        <a:pt x="66023" y="82268"/>
                        <a:pt x="70264" y="82268"/>
                      </a:cubicBezTo>
                      <a:cubicBezTo>
                        <a:pt x="74504" y="82268"/>
                        <a:pt x="77962" y="78843"/>
                        <a:pt x="77962" y="74602"/>
                      </a:cubicBezTo>
                      <a:lnTo>
                        <a:pt x="77994" y="18137"/>
                      </a:lnTo>
                      <a:cubicBezTo>
                        <a:pt x="77994" y="18137"/>
                        <a:pt x="77994" y="18105"/>
                        <a:pt x="77994" y="18105"/>
                      </a:cubicBezTo>
                      <a:cubicBezTo>
                        <a:pt x="77962" y="8123"/>
                        <a:pt x="69807" y="1"/>
                        <a:pt x="59825" y="1"/>
                      </a:cubicBezTo>
                      <a:close/>
                    </a:path>
                  </a:pathLst>
                </a:custGeom>
                <a:solidFill>
                  <a:srgbClr val="7994A9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5" name="Google Shape;13114;p132">
                  <a:extLst>
                    <a:ext uri="{FF2B5EF4-FFF2-40B4-BE49-F238E27FC236}">
                      <a16:creationId xmlns:a16="http://schemas.microsoft.com/office/drawing/2014/main" id="{83719391-61C9-B508-B859-EBC4FC2BFBF3}"/>
                    </a:ext>
                  </a:extLst>
                </p:cNvPr>
                <p:cNvSpPr/>
                <p:nvPr/>
              </p:nvSpPr>
              <p:spPr>
                <a:xfrm>
                  <a:off x="3381341" y="4475555"/>
                  <a:ext cx="52189" cy="521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871" h="31838" extrusionOk="0">
                      <a:moveTo>
                        <a:pt x="15952" y="1"/>
                      </a:moveTo>
                      <a:cubicBezTo>
                        <a:pt x="7144" y="1"/>
                        <a:pt x="1" y="7112"/>
                        <a:pt x="1" y="15919"/>
                      </a:cubicBezTo>
                      <a:cubicBezTo>
                        <a:pt x="1" y="24694"/>
                        <a:pt x="7144" y="31838"/>
                        <a:pt x="15952" y="31838"/>
                      </a:cubicBezTo>
                      <a:cubicBezTo>
                        <a:pt x="24727" y="31838"/>
                        <a:pt x="31870" y="24694"/>
                        <a:pt x="31870" y="15919"/>
                      </a:cubicBezTo>
                      <a:cubicBezTo>
                        <a:pt x="31870" y="7112"/>
                        <a:pt x="24727" y="1"/>
                        <a:pt x="15952" y="1"/>
                      </a:cubicBezTo>
                      <a:close/>
                    </a:path>
                  </a:pathLst>
                </a:custGeom>
                <a:solidFill>
                  <a:srgbClr val="7994A9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42" name="Google Shape;13115;p132">
                <a:extLst>
                  <a:ext uri="{FF2B5EF4-FFF2-40B4-BE49-F238E27FC236}">
                    <a16:creationId xmlns:a16="http://schemas.microsoft.com/office/drawing/2014/main" id="{90E6ED6C-77F9-B5EC-3D66-D629987BFEAC}"/>
                  </a:ext>
                </a:extLst>
              </p:cNvPr>
              <p:cNvGrpSpPr/>
              <p:nvPr/>
            </p:nvGrpSpPr>
            <p:grpSpPr>
              <a:xfrm>
                <a:off x="3815519" y="4098388"/>
                <a:ext cx="147831" cy="291991"/>
                <a:chOff x="3527539" y="4476677"/>
                <a:chExt cx="159232" cy="314510"/>
              </a:xfrm>
            </p:grpSpPr>
            <p:sp>
              <p:nvSpPr>
                <p:cNvPr id="452" name="Google Shape;13116;p132">
                  <a:extLst>
                    <a:ext uri="{FF2B5EF4-FFF2-40B4-BE49-F238E27FC236}">
                      <a16:creationId xmlns:a16="http://schemas.microsoft.com/office/drawing/2014/main" id="{394A122F-761D-992A-84EB-8FA6F35D0ACD}"/>
                    </a:ext>
                  </a:extLst>
                </p:cNvPr>
                <p:cNvSpPr/>
                <p:nvPr/>
              </p:nvSpPr>
              <p:spPr>
                <a:xfrm>
                  <a:off x="3527539" y="4536716"/>
                  <a:ext cx="159232" cy="2544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241" h="155402" extrusionOk="0">
                      <a:moveTo>
                        <a:pt x="35360" y="0"/>
                      </a:moveTo>
                      <a:cubicBezTo>
                        <a:pt x="27173" y="0"/>
                        <a:pt x="21268" y="5220"/>
                        <a:pt x="17713" y="15527"/>
                      </a:cubicBezTo>
                      <a:cubicBezTo>
                        <a:pt x="15527" y="21921"/>
                        <a:pt x="1533" y="61750"/>
                        <a:pt x="1403" y="62174"/>
                      </a:cubicBezTo>
                      <a:cubicBezTo>
                        <a:pt x="0" y="66121"/>
                        <a:pt x="2088" y="70492"/>
                        <a:pt x="6068" y="71895"/>
                      </a:cubicBezTo>
                      <a:cubicBezTo>
                        <a:pt x="6895" y="72179"/>
                        <a:pt x="7739" y="72315"/>
                        <a:pt x="8570" y="72315"/>
                      </a:cubicBezTo>
                      <a:cubicBezTo>
                        <a:pt x="11735" y="72315"/>
                        <a:pt x="14703" y="70350"/>
                        <a:pt x="15788" y="67197"/>
                      </a:cubicBezTo>
                      <a:cubicBezTo>
                        <a:pt x="16245" y="65925"/>
                        <a:pt x="24661" y="42569"/>
                        <a:pt x="29358" y="29130"/>
                      </a:cubicBezTo>
                      <a:lnTo>
                        <a:pt x="29358" y="29130"/>
                      </a:lnTo>
                      <a:cubicBezTo>
                        <a:pt x="28869" y="33142"/>
                        <a:pt x="30272" y="24824"/>
                        <a:pt x="18431" y="85856"/>
                      </a:cubicBezTo>
                      <a:cubicBezTo>
                        <a:pt x="17941" y="88498"/>
                        <a:pt x="19964" y="90912"/>
                        <a:pt x="22606" y="90912"/>
                      </a:cubicBezTo>
                      <a:lnTo>
                        <a:pt x="28412" y="90912"/>
                      </a:lnTo>
                      <a:lnTo>
                        <a:pt x="28412" y="146235"/>
                      </a:lnTo>
                      <a:cubicBezTo>
                        <a:pt x="28412" y="151291"/>
                        <a:pt x="32522" y="155401"/>
                        <a:pt x="37578" y="155401"/>
                      </a:cubicBezTo>
                      <a:cubicBezTo>
                        <a:pt x="42634" y="155401"/>
                        <a:pt x="46745" y="151291"/>
                        <a:pt x="46745" y="146235"/>
                      </a:cubicBezTo>
                      <a:lnTo>
                        <a:pt x="46745" y="90912"/>
                      </a:lnTo>
                      <a:lnTo>
                        <a:pt x="50692" y="90912"/>
                      </a:lnTo>
                      <a:lnTo>
                        <a:pt x="50692" y="146235"/>
                      </a:lnTo>
                      <a:cubicBezTo>
                        <a:pt x="50692" y="151291"/>
                        <a:pt x="54769" y="155401"/>
                        <a:pt x="59825" y="155401"/>
                      </a:cubicBezTo>
                      <a:cubicBezTo>
                        <a:pt x="64881" y="155401"/>
                        <a:pt x="68991" y="151291"/>
                        <a:pt x="68991" y="146235"/>
                      </a:cubicBezTo>
                      <a:lnTo>
                        <a:pt x="68991" y="90912"/>
                      </a:lnTo>
                      <a:lnTo>
                        <a:pt x="74798" y="90912"/>
                      </a:lnTo>
                      <a:cubicBezTo>
                        <a:pt x="77472" y="90912"/>
                        <a:pt x="79462" y="88498"/>
                        <a:pt x="78973" y="85856"/>
                      </a:cubicBezTo>
                      <a:cubicBezTo>
                        <a:pt x="67262" y="25379"/>
                        <a:pt x="68535" y="32392"/>
                        <a:pt x="68143" y="29130"/>
                      </a:cubicBezTo>
                      <a:lnTo>
                        <a:pt x="68143" y="29130"/>
                      </a:lnTo>
                      <a:cubicBezTo>
                        <a:pt x="72873" y="42667"/>
                        <a:pt x="81028" y="65958"/>
                        <a:pt x="81485" y="67197"/>
                      </a:cubicBezTo>
                      <a:cubicBezTo>
                        <a:pt x="82570" y="70350"/>
                        <a:pt x="85538" y="72315"/>
                        <a:pt x="88687" y="72315"/>
                      </a:cubicBezTo>
                      <a:cubicBezTo>
                        <a:pt x="89513" y="72315"/>
                        <a:pt x="90352" y="72179"/>
                        <a:pt x="91173" y="71895"/>
                      </a:cubicBezTo>
                      <a:cubicBezTo>
                        <a:pt x="95152" y="70492"/>
                        <a:pt x="97240" y="66121"/>
                        <a:pt x="95870" y="62174"/>
                      </a:cubicBezTo>
                      <a:cubicBezTo>
                        <a:pt x="95707" y="61750"/>
                        <a:pt x="81746" y="21921"/>
                        <a:pt x="79560" y="15527"/>
                      </a:cubicBezTo>
                      <a:cubicBezTo>
                        <a:pt x="76005" y="5220"/>
                        <a:pt x="70068" y="0"/>
                        <a:pt x="61913" y="0"/>
                      </a:cubicBezTo>
                      <a:close/>
                    </a:path>
                  </a:pathLst>
                </a:custGeom>
                <a:solidFill>
                  <a:srgbClr val="E3E9E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3" name="Google Shape;13117;p132">
                  <a:extLst>
                    <a:ext uri="{FF2B5EF4-FFF2-40B4-BE49-F238E27FC236}">
                      <a16:creationId xmlns:a16="http://schemas.microsoft.com/office/drawing/2014/main" id="{80EEBD7C-53F4-7C19-B2B7-4D21574F1FE2}"/>
                    </a:ext>
                  </a:extLst>
                </p:cNvPr>
                <p:cNvSpPr/>
                <p:nvPr/>
              </p:nvSpPr>
              <p:spPr>
                <a:xfrm>
                  <a:off x="3581381" y="4476677"/>
                  <a:ext cx="51814" cy="517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642" h="31610" extrusionOk="0">
                      <a:moveTo>
                        <a:pt x="15821" y="1"/>
                      </a:moveTo>
                      <a:cubicBezTo>
                        <a:pt x="7079" y="1"/>
                        <a:pt x="0" y="7079"/>
                        <a:pt x="0" y="15821"/>
                      </a:cubicBezTo>
                      <a:cubicBezTo>
                        <a:pt x="0" y="24531"/>
                        <a:pt x="7079" y="31609"/>
                        <a:pt x="15821" y="31609"/>
                      </a:cubicBezTo>
                      <a:cubicBezTo>
                        <a:pt x="24563" y="31609"/>
                        <a:pt x="31641" y="24531"/>
                        <a:pt x="31641" y="15821"/>
                      </a:cubicBezTo>
                      <a:cubicBezTo>
                        <a:pt x="31641" y="7079"/>
                        <a:pt x="24563" y="1"/>
                        <a:pt x="15821" y="1"/>
                      </a:cubicBezTo>
                      <a:close/>
                    </a:path>
                  </a:pathLst>
                </a:custGeom>
                <a:solidFill>
                  <a:srgbClr val="E3E9E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43" name="Google Shape;13118;p132">
                <a:extLst>
                  <a:ext uri="{FF2B5EF4-FFF2-40B4-BE49-F238E27FC236}">
                    <a16:creationId xmlns:a16="http://schemas.microsoft.com/office/drawing/2014/main" id="{4E3E9E5A-6B48-4823-CFA6-FAD9F7BE88BB}"/>
                  </a:ext>
                </a:extLst>
              </p:cNvPr>
              <p:cNvGrpSpPr/>
              <p:nvPr/>
            </p:nvGrpSpPr>
            <p:grpSpPr>
              <a:xfrm>
                <a:off x="3511696" y="4098388"/>
                <a:ext cx="147831" cy="291991"/>
                <a:chOff x="3527539" y="4476677"/>
                <a:chExt cx="159232" cy="314510"/>
              </a:xfrm>
            </p:grpSpPr>
            <p:sp>
              <p:nvSpPr>
                <p:cNvPr id="450" name="Google Shape;13119;p132">
                  <a:extLst>
                    <a:ext uri="{FF2B5EF4-FFF2-40B4-BE49-F238E27FC236}">
                      <a16:creationId xmlns:a16="http://schemas.microsoft.com/office/drawing/2014/main" id="{9B7B0A77-5FB5-1542-AA71-2526897053E4}"/>
                    </a:ext>
                  </a:extLst>
                </p:cNvPr>
                <p:cNvSpPr/>
                <p:nvPr/>
              </p:nvSpPr>
              <p:spPr>
                <a:xfrm>
                  <a:off x="3527539" y="4536716"/>
                  <a:ext cx="159232" cy="2544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241" h="155402" extrusionOk="0">
                      <a:moveTo>
                        <a:pt x="35360" y="0"/>
                      </a:moveTo>
                      <a:cubicBezTo>
                        <a:pt x="27173" y="0"/>
                        <a:pt x="21268" y="5220"/>
                        <a:pt x="17713" y="15527"/>
                      </a:cubicBezTo>
                      <a:cubicBezTo>
                        <a:pt x="15527" y="21921"/>
                        <a:pt x="1533" y="61750"/>
                        <a:pt x="1403" y="62174"/>
                      </a:cubicBezTo>
                      <a:cubicBezTo>
                        <a:pt x="0" y="66121"/>
                        <a:pt x="2088" y="70492"/>
                        <a:pt x="6068" y="71895"/>
                      </a:cubicBezTo>
                      <a:cubicBezTo>
                        <a:pt x="6895" y="72179"/>
                        <a:pt x="7739" y="72315"/>
                        <a:pt x="8570" y="72315"/>
                      </a:cubicBezTo>
                      <a:cubicBezTo>
                        <a:pt x="11735" y="72315"/>
                        <a:pt x="14703" y="70350"/>
                        <a:pt x="15788" y="67197"/>
                      </a:cubicBezTo>
                      <a:cubicBezTo>
                        <a:pt x="16245" y="65925"/>
                        <a:pt x="24661" y="42569"/>
                        <a:pt x="29358" y="29130"/>
                      </a:cubicBezTo>
                      <a:lnTo>
                        <a:pt x="29358" y="29130"/>
                      </a:lnTo>
                      <a:cubicBezTo>
                        <a:pt x="28869" y="33142"/>
                        <a:pt x="30272" y="24824"/>
                        <a:pt x="18431" y="85856"/>
                      </a:cubicBezTo>
                      <a:cubicBezTo>
                        <a:pt x="17941" y="88498"/>
                        <a:pt x="19964" y="90912"/>
                        <a:pt x="22606" y="90912"/>
                      </a:cubicBezTo>
                      <a:lnTo>
                        <a:pt x="28412" y="90912"/>
                      </a:lnTo>
                      <a:lnTo>
                        <a:pt x="28412" y="146235"/>
                      </a:lnTo>
                      <a:cubicBezTo>
                        <a:pt x="28412" y="151291"/>
                        <a:pt x="32522" y="155401"/>
                        <a:pt x="37578" y="155401"/>
                      </a:cubicBezTo>
                      <a:cubicBezTo>
                        <a:pt x="42634" y="155401"/>
                        <a:pt x="46745" y="151291"/>
                        <a:pt x="46745" y="146235"/>
                      </a:cubicBezTo>
                      <a:lnTo>
                        <a:pt x="46745" y="90912"/>
                      </a:lnTo>
                      <a:lnTo>
                        <a:pt x="50692" y="90912"/>
                      </a:lnTo>
                      <a:lnTo>
                        <a:pt x="50692" y="146235"/>
                      </a:lnTo>
                      <a:cubicBezTo>
                        <a:pt x="50692" y="151291"/>
                        <a:pt x="54769" y="155401"/>
                        <a:pt x="59825" y="155401"/>
                      </a:cubicBezTo>
                      <a:cubicBezTo>
                        <a:pt x="64881" y="155401"/>
                        <a:pt x="68991" y="151291"/>
                        <a:pt x="68991" y="146235"/>
                      </a:cubicBezTo>
                      <a:lnTo>
                        <a:pt x="68991" y="90912"/>
                      </a:lnTo>
                      <a:lnTo>
                        <a:pt x="74798" y="90912"/>
                      </a:lnTo>
                      <a:cubicBezTo>
                        <a:pt x="77472" y="90912"/>
                        <a:pt x="79462" y="88498"/>
                        <a:pt x="78973" y="85856"/>
                      </a:cubicBezTo>
                      <a:cubicBezTo>
                        <a:pt x="67262" y="25379"/>
                        <a:pt x="68535" y="32392"/>
                        <a:pt x="68143" y="29130"/>
                      </a:cubicBezTo>
                      <a:lnTo>
                        <a:pt x="68143" y="29130"/>
                      </a:lnTo>
                      <a:cubicBezTo>
                        <a:pt x="72873" y="42667"/>
                        <a:pt x="81028" y="65958"/>
                        <a:pt x="81485" y="67197"/>
                      </a:cubicBezTo>
                      <a:cubicBezTo>
                        <a:pt x="82570" y="70350"/>
                        <a:pt x="85538" y="72315"/>
                        <a:pt x="88687" y="72315"/>
                      </a:cubicBezTo>
                      <a:cubicBezTo>
                        <a:pt x="89513" y="72315"/>
                        <a:pt x="90352" y="72179"/>
                        <a:pt x="91173" y="71895"/>
                      </a:cubicBezTo>
                      <a:cubicBezTo>
                        <a:pt x="95152" y="70492"/>
                        <a:pt x="97240" y="66121"/>
                        <a:pt x="95870" y="62174"/>
                      </a:cubicBezTo>
                      <a:cubicBezTo>
                        <a:pt x="95707" y="61750"/>
                        <a:pt x="81746" y="21921"/>
                        <a:pt x="79560" y="15527"/>
                      </a:cubicBezTo>
                      <a:cubicBezTo>
                        <a:pt x="76005" y="5220"/>
                        <a:pt x="70068" y="0"/>
                        <a:pt x="61913" y="0"/>
                      </a:cubicBezTo>
                      <a:close/>
                    </a:path>
                  </a:pathLst>
                </a:custGeom>
                <a:solidFill>
                  <a:srgbClr val="E3E9E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1" name="Google Shape;13120;p132">
                  <a:extLst>
                    <a:ext uri="{FF2B5EF4-FFF2-40B4-BE49-F238E27FC236}">
                      <a16:creationId xmlns:a16="http://schemas.microsoft.com/office/drawing/2014/main" id="{EAA85540-E3B3-6D98-3F5F-4BEDEEA91F2C}"/>
                    </a:ext>
                  </a:extLst>
                </p:cNvPr>
                <p:cNvSpPr/>
                <p:nvPr/>
              </p:nvSpPr>
              <p:spPr>
                <a:xfrm>
                  <a:off x="3581381" y="4476677"/>
                  <a:ext cx="51814" cy="517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642" h="31610" extrusionOk="0">
                      <a:moveTo>
                        <a:pt x="15821" y="1"/>
                      </a:moveTo>
                      <a:cubicBezTo>
                        <a:pt x="7079" y="1"/>
                        <a:pt x="0" y="7079"/>
                        <a:pt x="0" y="15821"/>
                      </a:cubicBezTo>
                      <a:cubicBezTo>
                        <a:pt x="0" y="24531"/>
                        <a:pt x="7079" y="31609"/>
                        <a:pt x="15821" y="31609"/>
                      </a:cubicBezTo>
                      <a:cubicBezTo>
                        <a:pt x="24563" y="31609"/>
                        <a:pt x="31641" y="24531"/>
                        <a:pt x="31641" y="15821"/>
                      </a:cubicBezTo>
                      <a:cubicBezTo>
                        <a:pt x="31641" y="7079"/>
                        <a:pt x="24563" y="1"/>
                        <a:pt x="15821" y="1"/>
                      </a:cubicBezTo>
                      <a:close/>
                    </a:path>
                  </a:pathLst>
                </a:custGeom>
                <a:solidFill>
                  <a:srgbClr val="E3E9E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44" name="Google Shape;13121;p132">
                <a:extLst>
                  <a:ext uri="{FF2B5EF4-FFF2-40B4-BE49-F238E27FC236}">
                    <a16:creationId xmlns:a16="http://schemas.microsoft.com/office/drawing/2014/main" id="{0FA3630F-6C02-E789-E9E7-847CE862063D}"/>
                  </a:ext>
                </a:extLst>
              </p:cNvPr>
              <p:cNvGrpSpPr/>
              <p:nvPr/>
            </p:nvGrpSpPr>
            <p:grpSpPr>
              <a:xfrm>
                <a:off x="3207874" y="4098388"/>
                <a:ext cx="147831" cy="291991"/>
                <a:chOff x="3527539" y="4476677"/>
                <a:chExt cx="159232" cy="314510"/>
              </a:xfrm>
            </p:grpSpPr>
            <p:sp>
              <p:nvSpPr>
                <p:cNvPr id="448" name="Google Shape;13122;p132">
                  <a:extLst>
                    <a:ext uri="{FF2B5EF4-FFF2-40B4-BE49-F238E27FC236}">
                      <a16:creationId xmlns:a16="http://schemas.microsoft.com/office/drawing/2014/main" id="{9A10A6F4-CB04-A5B3-A004-DE5B1E1BE905}"/>
                    </a:ext>
                  </a:extLst>
                </p:cNvPr>
                <p:cNvSpPr/>
                <p:nvPr/>
              </p:nvSpPr>
              <p:spPr>
                <a:xfrm>
                  <a:off x="3527539" y="4536716"/>
                  <a:ext cx="159232" cy="2544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241" h="155402" extrusionOk="0">
                      <a:moveTo>
                        <a:pt x="35360" y="0"/>
                      </a:moveTo>
                      <a:cubicBezTo>
                        <a:pt x="27173" y="0"/>
                        <a:pt x="21268" y="5220"/>
                        <a:pt x="17713" y="15527"/>
                      </a:cubicBezTo>
                      <a:cubicBezTo>
                        <a:pt x="15527" y="21921"/>
                        <a:pt x="1533" y="61750"/>
                        <a:pt x="1403" y="62174"/>
                      </a:cubicBezTo>
                      <a:cubicBezTo>
                        <a:pt x="0" y="66121"/>
                        <a:pt x="2088" y="70492"/>
                        <a:pt x="6068" y="71895"/>
                      </a:cubicBezTo>
                      <a:cubicBezTo>
                        <a:pt x="6895" y="72179"/>
                        <a:pt x="7739" y="72315"/>
                        <a:pt x="8570" y="72315"/>
                      </a:cubicBezTo>
                      <a:cubicBezTo>
                        <a:pt x="11735" y="72315"/>
                        <a:pt x="14703" y="70350"/>
                        <a:pt x="15788" y="67197"/>
                      </a:cubicBezTo>
                      <a:cubicBezTo>
                        <a:pt x="16245" y="65925"/>
                        <a:pt x="24661" y="42569"/>
                        <a:pt x="29358" y="29130"/>
                      </a:cubicBezTo>
                      <a:lnTo>
                        <a:pt x="29358" y="29130"/>
                      </a:lnTo>
                      <a:cubicBezTo>
                        <a:pt x="28869" y="33142"/>
                        <a:pt x="30272" y="24824"/>
                        <a:pt x="18431" y="85856"/>
                      </a:cubicBezTo>
                      <a:cubicBezTo>
                        <a:pt x="17941" y="88498"/>
                        <a:pt x="19964" y="90912"/>
                        <a:pt x="22606" y="90912"/>
                      </a:cubicBezTo>
                      <a:lnTo>
                        <a:pt x="28412" y="90912"/>
                      </a:lnTo>
                      <a:lnTo>
                        <a:pt x="28412" y="146235"/>
                      </a:lnTo>
                      <a:cubicBezTo>
                        <a:pt x="28412" y="151291"/>
                        <a:pt x="32522" y="155401"/>
                        <a:pt x="37578" y="155401"/>
                      </a:cubicBezTo>
                      <a:cubicBezTo>
                        <a:pt x="42634" y="155401"/>
                        <a:pt x="46745" y="151291"/>
                        <a:pt x="46745" y="146235"/>
                      </a:cubicBezTo>
                      <a:lnTo>
                        <a:pt x="46745" y="90912"/>
                      </a:lnTo>
                      <a:lnTo>
                        <a:pt x="50692" y="90912"/>
                      </a:lnTo>
                      <a:lnTo>
                        <a:pt x="50692" y="146235"/>
                      </a:lnTo>
                      <a:cubicBezTo>
                        <a:pt x="50692" y="151291"/>
                        <a:pt x="54769" y="155401"/>
                        <a:pt x="59825" y="155401"/>
                      </a:cubicBezTo>
                      <a:cubicBezTo>
                        <a:pt x="64881" y="155401"/>
                        <a:pt x="68991" y="151291"/>
                        <a:pt x="68991" y="146235"/>
                      </a:cubicBezTo>
                      <a:lnTo>
                        <a:pt x="68991" y="90912"/>
                      </a:lnTo>
                      <a:lnTo>
                        <a:pt x="74798" y="90912"/>
                      </a:lnTo>
                      <a:cubicBezTo>
                        <a:pt x="77472" y="90912"/>
                        <a:pt x="79462" y="88498"/>
                        <a:pt x="78973" y="85856"/>
                      </a:cubicBezTo>
                      <a:cubicBezTo>
                        <a:pt x="67262" y="25379"/>
                        <a:pt x="68535" y="32392"/>
                        <a:pt x="68143" y="29130"/>
                      </a:cubicBezTo>
                      <a:lnTo>
                        <a:pt x="68143" y="29130"/>
                      </a:lnTo>
                      <a:cubicBezTo>
                        <a:pt x="72873" y="42667"/>
                        <a:pt x="81028" y="65958"/>
                        <a:pt x="81485" y="67197"/>
                      </a:cubicBezTo>
                      <a:cubicBezTo>
                        <a:pt x="82570" y="70350"/>
                        <a:pt x="85538" y="72315"/>
                        <a:pt x="88687" y="72315"/>
                      </a:cubicBezTo>
                      <a:cubicBezTo>
                        <a:pt x="89513" y="72315"/>
                        <a:pt x="90352" y="72179"/>
                        <a:pt x="91173" y="71895"/>
                      </a:cubicBezTo>
                      <a:cubicBezTo>
                        <a:pt x="95152" y="70492"/>
                        <a:pt x="97240" y="66121"/>
                        <a:pt x="95870" y="62174"/>
                      </a:cubicBezTo>
                      <a:cubicBezTo>
                        <a:pt x="95707" y="61750"/>
                        <a:pt x="81746" y="21921"/>
                        <a:pt x="79560" y="15527"/>
                      </a:cubicBezTo>
                      <a:cubicBezTo>
                        <a:pt x="76005" y="5220"/>
                        <a:pt x="70068" y="0"/>
                        <a:pt x="61913" y="0"/>
                      </a:cubicBezTo>
                      <a:close/>
                    </a:path>
                  </a:pathLst>
                </a:custGeom>
                <a:solidFill>
                  <a:srgbClr val="E3E9E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9" name="Google Shape;13123;p132">
                  <a:extLst>
                    <a:ext uri="{FF2B5EF4-FFF2-40B4-BE49-F238E27FC236}">
                      <a16:creationId xmlns:a16="http://schemas.microsoft.com/office/drawing/2014/main" id="{0708C381-92ED-EB33-49C1-15B1F87831B9}"/>
                    </a:ext>
                  </a:extLst>
                </p:cNvPr>
                <p:cNvSpPr/>
                <p:nvPr/>
              </p:nvSpPr>
              <p:spPr>
                <a:xfrm>
                  <a:off x="3581381" y="4476677"/>
                  <a:ext cx="51814" cy="517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642" h="31610" extrusionOk="0">
                      <a:moveTo>
                        <a:pt x="15821" y="1"/>
                      </a:moveTo>
                      <a:cubicBezTo>
                        <a:pt x="7079" y="1"/>
                        <a:pt x="0" y="7079"/>
                        <a:pt x="0" y="15821"/>
                      </a:cubicBezTo>
                      <a:cubicBezTo>
                        <a:pt x="0" y="24531"/>
                        <a:pt x="7079" y="31609"/>
                        <a:pt x="15821" y="31609"/>
                      </a:cubicBezTo>
                      <a:cubicBezTo>
                        <a:pt x="24563" y="31609"/>
                        <a:pt x="31641" y="24531"/>
                        <a:pt x="31641" y="15821"/>
                      </a:cubicBezTo>
                      <a:cubicBezTo>
                        <a:pt x="31641" y="7079"/>
                        <a:pt x="24563" y="1"/>
                        <a:pt x="15821" y="1"/>
                      </a:cubicBezTo>
                      <a:close/>
                    </a:path>
                  </a:pathLst>
                </a:custGeom>
                <a:solidFill>
                  <a:srgbClr val="E3E9E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45" name="Google Shape;13124;p132">
                <a:extLst>
                  <a:ext uri="{FF2B5EF4-FFF2-40B4-BE49-F238E27FC236}">
                    <a16:creationId xmlns:a16="http://schemas.microsoft.com/office/drawing/2014/main" id="{F1048172-005C-ADBF-220F-B2A1D67A7105}"/>
                  </a:ext>
                </a:extLst>
              </p:cNvPr>
              <p:cNvGrpSpPr/>
              <p:nvPr/>
            </p:nvGrpSpPr>
            <p:grpSpPr>
              <a:xfrm>
                <a:off x="2933305" y="4097347"/>
                <a:ext cx="118572" cy="294074"/>
                <a:chOff x="3343310" y="4475555"/>
                <a:chExt cx="127717" cy="316753"/>
              </a:xfrm>
            </p:grpSpPr>
            <p:sp>
              <p:nvSpPr>
                <p:cNvPr id="446" name="Google Shape;13125;p132">
                  <a:extLst>
                    <a:ext uri="{FF2B5EF4-FFF2-40B4-BE49-F238E27FC236}">
                      <a16:creationId xmlns:a16="http://schemas.microsoft.com/office/drawing/2014/main" id="{29AB99B9-2AA1-6010-6377-B8B3379A80AC}"/>
                    </a:ext>
                  </a:extLst>
                </p:cNvPr>
                <p:cNvSpPr/>
                <p:nvPr/>
              </p:nvSpPr>
              <p:spPr>
                <a:xfrm>
                  <a:off x="3343310" y="4535967"/>
                  <a:ext cx="127717" cy="2563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995" h="156544" extrusionOk="0">
                      <a:moveTo>
                        <a:pt x="18496" y="1"/>
                      </a:moveTo>
                      <a:cubicBezTo>
                        <a:pt x="8514" y="1"/>
                        <a:pt x="359" y="8123"/>
                        <a:pt x="327" y="18105"/>
                      </a:cubicBezTo>
                      <a:lnTo>
                        <a:pt x="33" y="74537"/>
                      </a:lnTo>
                      <a:cubicBezTo>
                        <a:pt x="0" y="78778"/>
                        <a:pt x="3425" y="82235"/>
                        <a:pt x="7666" y="82268"/>
                      </a:cubicBezTo>
                      <a:lnTo>
                        <a:pt x="7731" y="82268"/>
                      </a:lnTo>
                      <a:cubicBezTo>
                        <a:pt x="11939" y="82268"/>
                        <a:pt x="15364" y="78843"/>
                        <a:pt x="15397" y="74635"/>
                      </a:cubicBezTo>
                      <a:lnTo>
                        <a:pt x="15691" y="18170"/>
                      </a:lnTo>
                      <a:cubicBezTo>
                        <a:pt x="15691" y="17341"/>
                        <a:pt x="16344" y="16668"/>
                        <a:pt x="17166" y="16668"/>
                      </a:cubicBezTo>
                      <a:cubicBezTo>
                        <a:pt x="17185" y="16668"/>
                        <a:pt x="17204" y="16669"/>
                        <a:pt x="17224" y="16669"/>
                      </a:cubicBezTo>
                      <a:cubicBezTo>
                        <a:pt x="18039" y="16669"/>
                        <a:pt x="18724" y="17355"/>
                        <a:pt x="18724" y="18170"/>
                      </a:cubicBezTo>
                      <a:lnTo>
                        <a:pt x="18724" y="147345"/>
                      </a:lnTo>
                      <a:cubicBezTo>
                        <a:pt x="18724" y="152433"/>
                        <a:pt x="22867" y="156543"/>
                        <a:pt x="27956" y="156543"/>
                      </a:cubicBezTo>
                      <a:cubicBezTo>
                        <a:pt x="33044" y="156543"/>
                        <a:pt x="37187" y="152433"/>
                        <a:pt x="37187" y="147345"/>
                      </a:cubicBezTo>
                      <a:lnTo>
                        <a:pt x="37187" y="73656"/>
                      </a:lnTo>
                      <a:lnTo>
                        <a:pt x="41167" y="73656"/>
                      </a:lnTo>
                      <a:lnTo>
                        <a:pt x="41167" y="147345"/>
                      </a:lnTo>
                      <a:cubicBezTo>
                        <a:pt x="41167" y="152433"/>
                        <a:pt x="45277" y="156543"/>
                        <a:pt x="50365" y="156543"/>
                      </a:cubicBezTo>
                      <a:cubicBezTo>
                        <a:pt x="55454" y="156543"/>
                        <a:pt x="59597" y="152433"/>
                        <a:pt x="59597" y="147345"/>
                      </a:cubicBezTo>
                      <a:cubicBezTo>
                        <a:pt x="59597" y="25477"/>
                        <a:pt x="59434" y="95153"/>
                        <a:pt x="59434" y="18300"/>
                      </a:cubicBezTo>
                      <a:cubicBezTo>
                        <a:pt x="59434" y="17420"/>
                        <a:pt x="60119" y="16702"/>
                        <a:pt x="60967" y="16669"/>
                      </a:cubicBezTo>
                      <a:cubicBezTo>
                        <a:pt x="60988" y="16669"/>
                        <a:pt x="61009" y="16668"/>
                        <a:pt x="61030" y="16668"/>
                      </a:cubicBezTo>
                      <a:cubicBezTo>
                        <a:pt x="61882" y="16668"/>
                        <a:pt x="62567" y="17310"/>
                        <a:pt x="62631" y="18170"/>
                      </a:cubicBezTo>
                      <a:lnTo>
                        <a:pt x="62598" y="74570"/>
                      </a:lnTo>
                      <a:cubicBezTo>
                        <a:pt x="62598" y="78810"/>
                        <a:pt x="66023" y="82268"/>
                        <a:pt x="70264" y="82268"/>
                      </a:cubicBezTo>
                      <a:cubicBezTo>
                        <a:pt x="74504" y="82268"/>
                        <a:pt x="77962" y="78843"/>
                        <a:pt x="77962" y="74602"/>
                      </a:cubicBezTo>
                      <a:lnTo>
                        <a:pt x="77994" y="18137"/>
                      </a:lnTo>
                      <a:cubicBezTo>
                        <a:pt x="77994" y="18137"/>
                        <a:pt x="77994" y="18105"/>
                        <a:pt x="77994" y="18105"/>
                      </a:cubicBezTo>
                      <a:cubicBezTo>
                        <a:pt x="77962" y="8123"/>
                        <a:pt x="69807" y="1"/>
                        <a:pt x="59825" y="1"/>
                      </a:cubicBezTo>
                      <a:close/>
                    </a:path>
                  </a:pathLst>
                </a:custGeom>
                <a:solidFill>
                  <a:srgbClr val="7994A9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7" name="Google Shape;13126;p132">
                  <a:extLst>
                    <a:ext uri="{FF2B5EF4-FFF2-40B4-BE49-F238E27FC236}">
                      <a16:creationId xmlns:a16="http://schemas.microsoft.com/office/drawing/2014/main" id="{871B308F-82D8-80D1-36EF-A99151C3AAAE}"/>
                    </a:ext>
                  </a:extLst>
                </p:cNvPr>
                <p:cNvSpPr/>
                <p:nvPr/>
              </p:nvSpPr>
              <p:spPr>
                <a:xfrm>
                  <a:off x="3381341" y="4475555"/>
                  <a:ext cx="52189" cy="521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871" h="31838" extrusionOk="0">
                      <a:moveTo>
                        <a:pt x="15952" y="1"/>
                      </a:moveTo>
                      <a:cubicBezTo>
                        <a:pt x="7144" y="1"/>
                        <a:pt x="1" y="7112"/>
                        <a:pt x="1" y="15919"/>
                      </a:cubicBezTo>
                      <a:cubicBezTo>
                        <a:pt x="1" y="24694"/>
                        <a:pt x="7144" y="31838"/>
                        <a:pt x="15952" y="31838"/>
                      </a:cubicBezTo>
                      <a:cubicBezTo>
                        <a:pt x="24727" y="31838"/>
                        <a:pt x="31870" y="24694"/>
                        <a:pt x="31870" y="15919"/>
                      </a:cubicBezTo>
                      <a:cubicBezTo>
                        <a:pt x="31870" y="7112"/>
                        <a:pt x="24727" y="1"/>
                        <a:pt x="15952" y="1"/>
                      </a:cubicBezTo>
                      <a:close/>
                    </a:path>
                  </a:pathLst>
                </a:custGeom>
                <a:solidFill>
                  <a:srgbClr val="7994A9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3" name="Google Shape;13127;p132">
              <a:extLst>
                <a:ext uri="{FF2B5EF4-FFF2-40B4-BE49-F238E27FC236}">
                  <a16:creationId xmlns:a16="http://schemas.microsoft.com/office/drawing/2014/main" id="{723E877F-B247-CA68-F54B-7FC10E808AED}"/>
                </a:ext>
              </a:extLst>
            </p:cNvPr>
            <p:cNvGrpSpPr/>
            <p:nvPr/>
          </p:nvGrpSpPr>
          <p:grpSpPr>
            <a:xfrm>
              <a:off x="4697507" y="1968946"/>
              <a:ext cx="1668523" cy="876107"/>
              <a:chOff x="5159450" y="1919950"/>
              <a:chExt cx="1541050" cy="862500"/>
            </a:xfrm>
          </p:grpSpPr>
          <p:sp>
            <p:nvSpPr>
              <p:cNvPr id="437" name="Google Shape;13128;p132">
                <a:extLst>
                  <a:ext uri="{FF2B5EF4-FFF2-40B4-BE49-F238E27FC236}">
                    <a16:creationId xmlns:a16="http://schemas.microsoft.com/office/drawing/2014/main" id="{DE19AE34-5F1D-1DF9-0CDE-9AB6E987E986}"/>
                  </a:ext>
                </a:extLst>
              </p:cNvPr>
              <p:cNvSpPr/>
              <p:nvPr/>
            </p:nvSpPr>
            <p:spPr>
              <a:xfrm>
                <a:off x="5216414" y="2060033"/>
                <a:ext cx="1436820" cy="600250"/>
              </a:xfrm>
              <a:custGeom>
                <a:avLst/>
                <a:gdLst/>
                <a:ahLst/>
                <a:cxnLst/>
                <a:rect l="l" t="t" r="r" b="b"/>
                <a:pathLst>
                  <a:path w="165771" h="69253" extrusionOk="0">
                    <a:moveTo>
                      <a:pt x="0" y="62158"/>
                    </a:moveTo>
                    <a:cubicBezTo>
                      <a:pt x="3093" y="59686"/>
                      <a:pt x="11731" y="46368"/>
                      <a:pt x="18559" y="47324"/>
                    </a:cubicBezTo>
                    <a:cubicBezTo>
                      <a:pt x="25388" y="48280"/>
                      <a:pt x="34933" y="75569"/>
                      <a:pt x="40971" y="67894"/>
                    </a:cubicBezTo>
                    <a:cubicBezTo>
                      <a:pt x="47009" y="60219"/>
                      <a:pt x="49466" y="8743"/>
                      <a:pt x="54788" y="1272"/>
                    </a:cubicBezTo>
                    <a:cubicBezTo>
                      <a:pt x="60110" y="-6199"/>
                      <a:pt x="66121" y="21612"/>
                      <a:pt x="72901" y="23070"/>
                    </a:cubicBezTo>
                    <a:cubicBezTo>
                      <a:pt x="79681" y="24528"/>
                      <a:pt x="89301" y="7131"/>
                      <a:pt x="95467" y="10022"/>
                    </a:cubicBezTo>
                    <a:cubicBezTo>
                      <a:pt x="101633" y="12913"/>
                      <a:pt x="104182" y="34714"/>
                      <a:pt x="109898" y="40416"/>
                    </a:cubicBezTo>
                    <a:cubicBezTo>
                      <a:pt x="115614" y="46118"/>
                      <a:pt x="123315" y="40320"/>
                      <a:pt x="129762" y="44234"/>
                    </a:cubicBezTo>
                    <a:cubicBezTo>
                      <a:pt x="136209" y="48148"/>
                      <a:pt x="142580" y="65416"/>
                      <a:pt x="148581" y="63902"/>
                    </a:cubicBezTo>
                    <a:cubicBezTo>
                      <a:pt x="154583" y="62388"/>
                      <a:pt x="162906" y="39942"/>
                      <a:pt x="165771" y="35150"/>
                    </a:cubicBezTo>
                  </a:path>
                </a:pathLst>
              </a:custGeom>
              <a:noFill/>
              <a:ln w="19050" cap="flat" cmpd="sng">
                <a:solidFill>
                  <a:srgbClr val="5F7D95"/>
                </a:solidFill>
                <a:prstDash val="solid"/>
                <a:round/>
                <a:headEnd type="oval" w="med" len="med"/>
                <a:tailEnd type="oval" w="med" len="med"/>
              </a:ln>
            </p:spPr>
          </p:sp>
          <p:grpSp>
            <p:nvGrpSpPr>
              <p:cNvPr id="438" name="Google Shape;13129;p132">
                <a:extLst>
                  <a:ext uri="{FF2B5EF4-FFF2-40B4-BE49-F238E27FC236}">
                    <a16:creationId xmlns:a16="http://schemas.microsoft.com/office/drawing/2014/main" id="{15CC5FC3-20C5-6610-89B4-7A1927A84EFB}"/>
                  </a:ext>
                </a:extLst>
              </p:cNvPr>
              <p:cNvGrpSpPr/>
              <p:nvPr/>
            </p:nvGrpSpPr>
            <p:grpSpPr>
              <a:xfrm>
                <a:off x="5159450" y="1919950"/>
                <a:ext cx="1541050" cy="862500"/>
                <a:chOff x="5159450" y="1919950"/>
                <a:chExt cx="1541050" cy="862500"/>
              </a:xfrm>
            </p:grpSpPr>
            <p:cxnSp>
              <p:nvCxnSpPr>
                <p:cNvPr id="439" name="Google Shape;13130;p132">
                  <a:extLst>
                    <a:ext uri="{FF2B5EF4-FFF2-40B4-BE49-F238E27FC236}">
                      <a16:creationId xmlns:a16="http://schemas.microsoft.com/office/drawing/2014/main" id="{93AF439B-BC8B-19B0-F506-7A543FC20DCF}"/>
                    </a:ext>
                  </a:extLst>
                </p:cNvPr>
                <p:cNvCxnSpPr/>
                <p:nvPr/>
              </p:nvCxnSpPr>
              <p:spPr>
                <a:xfrm>
                  <a:off x="5159450" y="1919950"/>
                  <a:ext cx="0" cy="862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E3E9ED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40" name="Google Shape;13131;p132">
                  <a:extLst>
                    <a:ext uri="{FF2B5EF4-FFF2-40B4-BE49-F238E27FC236}">
                      <a16:creationId xmlns:a16="http://schemas.microsoft.com/office/drawing/2014/main" id="{9B8D0C04-1F70-53E8-16CB-2CF95A16B58F}"/>
                    </a:ext>
                  </a:extLst>
                </p:cNvPr>
                <p:cNvCxnSpPr/>
                <p:nvPr/>
              </p:nvCxnSpPr>
              <p:spPr>
                <a:xfrm>
                  <a:off x="5161200" y="2778975"/>
                  <a:ext cx="15393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E3E9ED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4" name="Google Shape;13132;p132">
              <a:extLst>
                <a:ext uri="{FF2B5EF4-FFF2-40B4-BE49-F238E27FC236}">
                  <a16:creationId xmlns:a16="http://schemas.microsoft.com/office/drawing/2014/main" id="{CD50477E-CF7D-A403-84DA-34C366482392}"/>
                </a:ext>
              </a:extLst>
            </p:cNvPr>
            <p:cNvGrpSpPr/>
            <p:nvPr/>
          </p:nvGrpSpPr>
          <p:grpSpPr>
            <a:xfrm>
              <a:off x="4753646" y="3442779"/>
              <a:ext cx="1556245" cy="1128800"/>
              <a:chOff x="4294923" y="2439811"/>
              <a:chExt cx="1334436" cy="967914"/>
            </a:xfrm>
          </p:grpSpPr>
          <p:grpSp>
            <p:nvGrpSpPr>
              <p:cNvPr id="422" name="Google Shape;13133;p132">
                <a:extLst>
                  <a:ext uri="{FF2B5EF4-FFF2-40B4-BE49-F238E27FC236}">
                    <a16:creationId xmlns:a16="http://schemas.microsoft.com/office/drawing/2014/main" id="{0E30D918-4B58-2420-8989-D8779DAFA074}"/>
                  </a:ext>
                </a:extLst>
              </p:cNvPr>
              <p:cNvGrpSpPr/>
              <p:nvPr/>
            </p:nvGrpSpPr>
            <p:grpSpPr>
              <a:xfrm>
                <a:off x="4960455" y="2469658"/>
                <a:ext cx="668904" cy="885524"/>
                <a:chOff x="4960455" y="2469658"/>
                <a:chExt cx="668904" cy="885524"/>
              </a:xfrm>
            </p:grpSpPr>
            <p:sp>
              <p:nvSpPr>
                <p:cNvPr id="431" name="Google Shape;13134;p132">
                  <a:extLst>
                    <a:ext uri="{FF2B5EF4-FFF2-40B4-BE49-F238E27FC236}">
                      <a16:creationId xmlns:a16="http://schemas.microsoft.com/office/drawing/2014/main" id="{02E7BCC0-8C92-0A75-4893-8FCF93E1E591}"/>
                    </a:ext>
                  </a:extLst>
                </p:cNvPr>
                <p:cNvSpPr/>
                <p:nvPr/>
              </p:nvSpPr>
              <p:spPr>
                <a:xfrm>
                  <a:off x="4960455" y="3257057"/>
                  <a:ext cx="668904" cy="981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51" h="6286" extrusionOk="0">
                      <a:moveTo>
                        <a:pt x="0" y="1"/>
                      </a:moveTo>
                      <a:lnTo>
                        <a:pt x="0" y="6286"/>
                      </a:lnTo>
                      <a:lnTo>
                        <a:pt x="42851" y="6286"/>
                      </a:lnTo>
                      <a:lnTo>
                        <a:pt x="42851" y="1"/>
                      </a:ln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432" name="Google Shape;13135;p132">
                  <a:extLst>
                    <a:ext uri="{FF2B5EF4-FFF2-40B4-BE49-F238E27FC236}">
                      <a16:creationId xmlns:a16="http://schemas.microsoft.com/office/drawing/2014/main" id="{82D13D43-68A2-8863-FB25-F48972C96628}"/>
                    </a:ext>
                  </a:extLst>
                </p:cNvPr>
                <p:cNvSpPr/>
                <p:nvPr/>
              </p:nvSpPr>
              <p:spPr>
                <a:xfrm>
                  <a:off x="4960455" y="3099584"/>
                  <a:ext cx="668904" cy="981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51" h="6286" extrusionOk="0">
                      <a:moveTo>
                        <a:pt x="0" y="0"/>
                      </a:moveTo>
                      <a:lnTo>
                        <a:pt x="0" y="6285"/>
                      </a:lnTo>
                      <a:lnTo>
                        <a:pt x="42851" y="6285"/>
                      </a:lnTo>
                      <a:lnTo>
                        <a:pt x="42851" y="0"/>
                      </a:ln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3" name="Google Shape;13136;p132">
                  <a:extLst>
                    <a:ext uri="{FF2B5EF4-FFF2-40B4-BE49-F238E27FC236}">
                      <a16:creationId xmlns:a16="http://schemas.microsoft.com/office/drawing/2014/main" id="{C779B965-DB6E-8C9B-9267-723D43C784C5}"/>
                    </a:ext>
                  </a:extLst>
                </p:cNvPr>
                <p:cNvSpPr/>
                <p:nvPr/>
              </p:nvSpPr>
              <p:spPr>
                <a:xfrm>
                  <a:off x="4960455" y="2942094"/>
                  <a:ext cx="668904" cy="981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51" h="6286" extrusionOk="0">
                      <a:moveTo>
                        <a:pt x="0" y="1"/>
                      </a:moveTo>
                      <a:lnTo>
                        <a:pt x="0" y="6286"/>
                      </a:lnTo>
                      <a:lnTo>
                        <a:pt x="42851" y="6286"/>
                      </a:lnTo>
                      <a:lnTo>
                        <a:pt x="42851" y="1"/>
                      </a:ln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4" name="Google Shape;13137;p132">
                  <a:extLst>
                    <a:ext uri="{FF2B5EF4-FFF2-40B4-BE49-F238E27FC236}">
                      <a16:creationId xmlns:a16="http://schemas.microsoft.com/office/drawing/2014/main" id="{04A5E04D-9860-77EA-851F-6156DC5066C5}"/>
                    </a:ext>
                  </a:extLst>
                </p:cNvPr>
                <p:cNvSpPr/>
                <p:nvPr/>
              </p:nvSpPr>
              <p:spPr>
                <a:xfrm>
                  <a:off x="4960455" y="2784621"/>
                  <a:ext cx="618094" cy="981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596" h="6286" extrusionOk="0">
                      <a:moveTo>
                        <a:pt x="0" y="0"/>
                      </a:moveTo>
                      <a:lnTo>
                        <a:pt x="0" y="6285"/>
                      </a:lnTo>
                      <a:lnTo>
                        <a:pt x="39596" y="6285"/>
                      </a:lnTo>
                      <a:lnTo>
                        <a:pt x="39596" y="0"/>
                      </a:ln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5" name="Google Shape;13138;p132">
                  <a:extLst>
                    <a:ext uri="{FF2B5EF4-FFF2-40B4-BE49-F238E27FC236}">
                      <a16:creationId xmlns:a16="http://schemas.microsoft.com/office/drawing/2014/main" id="{C8DA72CD-1809-8646-BED8-168CFF9A78A0}"/>
                    </a:ext>
                  </a:extLst>
                </p:cNvPr>
                <p:cNvSpPr/>
                <p:nvPr/>
              </p:nvSpPr>
              <p:spPr>
                <a:xfrm>
                  <a:off x="4960455" y="2627131"/>
                  <a:ext cx="516519" cy="981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089" h="6287" extrusionOk="0">
                      <a:moveTo>
                        <a:pt x="0" y="1"/>
                      </a:moveTo>
                      <a:lnTo>
                        <a:pt x="0" y="6286"/>
                      </a:lnTo>
                      <a:lnTo>
                        <a:pt x="33089" y="6286"/>
                      </a:lnTo>
                      <a:lnTo>
                        <a:pt x="33089" y="1"/>
                      </a:ln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6" name="Google Shape;13139;p132">
                  <a:extLst>
                    <a:ext uri="{FF2B5EF4-FFF2-40B4-BE49-F238E27FC236}">
                      <a16:creationId xmlns:a16="http://schemas.microsoft.com/office/drawing/2014/main" id="{890FB50E-1711-BCD4-3C97-BC51D9121415}"/>
                    </a:ext>
                  </a:extLst>
                </p:cNvPr>
                <p:cNvSpPr/>
                <p:nvPr/>
              </p:nvSpPr>
              <p:spPr>
                <a:xfrm>
                  <a:off x="4960455" y="2469658"/>
                  <a:ext cx="313293" cy="98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70" h="6283" extrusionOk="0">
                      <a:moveTo>
                        <a:pt x="0" y="1"/>
                      </a:moveTo>
                      <a:lnTo>
                        <a:pt x="0" y="6283"/>
                      </a:lnTo>
                      <a:lnTo>
                        <a:pt x="20069" y="6283"/>
                      </a:lnTo>
                      <a:lnTo>
                        <a:pt x="20069" y="1"/>
                      </a:ln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23" name="Google Shape;13140;p132">
                <a:extLst>
                  <a:ext uri="{FF2B5EF4-FFF2-40B4-BE49-F238E27FC236}">
                    <a16:creationId xmlns:a16="http://schemas.microsoft.com/office/drawing/2014/main" id="{5136C9F5-3E96-6045-8B67-66A4E5DEED4B}"/>
                  </a:ext>
                </a:extLst>
              </p:cNvPr>
              <p:cNvGrpSpPr/>
              <p:nvPr/>
            </p:nvGrpSpPr>
            <p:grpSpPr>
              <a:xfrm>
                <a:off x="4294923" y="2469658"/>
                <a:ext cx="668951" cy="885524"/>
                <a:chOff x="4294923" y="2469658"/>
                <a:chExt cx="668951" cy="885524"/>
              </a:xfrm>
            </p:grpSpPr>
            <p:sp>
              <p:nvSpPr>
                <p:cNvPr id="425" name="Google Shape;13141;p132">
                  <a:extLst>
                    <a:ext uri="{FF2B5EF4-FFF2-40B4-BE49-F238E27FC236}">
                      <a16:creationId xmlns:a16="http://schemas.microsoft.com/office/drawing/2014/main" id="{3D5028CF-92B8-9316-7310-D98D81993406}"/>
                    </a:ext>
                  </a:extLst>
                </p:cNvPr>
                <p:cNvSpPr/>
                <p:nvPr/>
              </p:nvSpPr>
              <p:spPr>
                <a:xfrm>
                  <a:off x="4294923" y="3257057"/>
                  <a:ext cx="668951" cy="981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54" h="6286" extrusionOk="0">
                      <a:moveTo>
                        <a:pt x="0" y="1"/>
                      </a:moveTo>
                      <a:lnTo>
                        <a:pt x="0" y="6286"/>
                      </a:lnTo>
                      <a:lnTo>
                        <a:pt x="42854" y="6286"/>
                      </a:lnTo>
                      <a:lnTo>
                        <a:pt x="42854" y="1"/>
                      </a:ln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6" name="Google Shape;13142;p132">
                  <a:extLst>
                    <a:ext uri="{FF2B5EF4-FFF2-40B4-BE49-F238E27FC236}">
                      <a16:creationId xmlns:a16="http://schemas.microsoft.com/office/drawing/2014/main" id="{DD760B24-1BA9-01D9-6B4C-6343D743E657}"/>
                    </a:ext>
                  </a:extLst>
                </p:cNvPr>
                <p:cNvSpPr/>
                <p:nvPr/>
              </p:nvSpPr>
              <p:spPr>
                <a:xfrm>
                  <a:off x="4294923" y="3099584"/>
                  <a:ext cx="668951" cy="981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54" h="6286" extrusionOk="0">
                      <a:moveTo>
                        <a:pt x="0" y="0"/>
                      </a:moveTo>
                      <a:lnTo>
                        <a:pt x="0" y="6285"/>
                      </a:lnTo>
                      <a:lnTo>
                        <a:pt x="42854" y="6285"/>
                      </a:lnTo>
                      <a:lnTo>
                        <a:pt x="42854" y="0"/>
                      </a:ln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7" name="Google Shape;13143;p132">
                  <a:extLst>
                    <a:ext uri="{FF2B5EF4-FFF2-40B4-BE49-F238E27FC236}">
                      <a16:creationId xmlns:a16="http://schemas.microsoft.com/office/drawing/2014/main" id="{3D78CEA2-1195-1721-5D87-762C63AE6BB3}"/>
                    </a:ext>
                  </a:extLst>
                </p:cNvPr>
                <p:cNvSpPr/>
                <p:nvPr/>
              </p:nvSpPr>
              <p:spPr>
                <a:xfrm>
                  <a:off x="4294923" y="2942094"/>
                  <a:ext cx="668951" cy="981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54" h="6286" extrusionOk="0">
                      <a:moveTo>
                        <a:pt x="0" y="1"/>
                      </a:moveTo>
                      <a:lnTo>
                        <a:pt x="0" y="6286"/>
                      </a:lnTo>
                      <a:lnTo>
                        <a:pt x="42854" y="6286"/>
                      </a:lnTo>
                      <a:lnTo>
                        <a:pt x="42854" y="1"/>
                      </a:ln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" name="Google Shape;13144;p132">
                  <a:extLst>
                    <a:ext uri="{FF2B5EF4-FFF2-40B4-BE49-F238E27FC236}">
                      <a16:creationId xmlns:a16="http://schemas.microsoft.com/office/drawing/2014/main" id="{91338557-4F45-B814-5367-19406D6D6DDE}"/>
                    </a:ext>
                  </a:extLst>
                </p:cNvPr>
                <p:cNvSpPr/>
                <p:nvPr/>
              </p:nvSpPr>
              <p:spPr>
                <a:xfrm>
                  <a:off x="4447355" y="2784621"/>
                  <a:ext cx="516519" cy="981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089" h="6286" extrusionOk="0">
                      <a:moveTo>
                        <a:pt x="0" y="0"/>
                      </a:moveTo>
                      <a:lnTo>
                        <a:pt x="0" y="6285"/>
                      </a:lnTo>
                      <a:lnTo>
                        <a:pt x="33089" y="6285"/>
                      </a:lnTo>
                      <a:lnTo>
                        <a:pt x="33089" y="0"/>
                      </a:ln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9" name="Google Shape;13145;p132">
                  <a:extLst>
                    <a:ext uri="{FF2B5EF4-FFF2-40B4-BE49-F238E27FC236}">
                      <a16:creationId xmlns:a16="http://schemas.microsoft.com/office/drawing/2014/main" id="{A71BC852-3E5B-5977-66CA-2EF67BB131AD}"/>
                    </a:ext>
                  </a:extLst>
                </p:cNvPr>
                <p:cNvSpPr/>
                <p:nvPr/>
              </p:nvSpPr>
              <p:spPr>
                <a:xfrm>
                  <a:off x="4548960" y="2627131"/>
                  <a:ext cx="414914" cy="981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580" h="6287" extrusionOk="0">
                      <a:moveTo>
                        <a:pt x="1" y="1"/>
                      </a:moveTo>
                      <a:lnTo>
                        <a:pt x="1" y="6286"/>
                      </a:lnTo>
                      <a:lnTo>
                        <a:pt x="26580" y="6286"/>
                      </a:lnTo>
                      <a:lnTo>
                        <a:pt x="26580" y="1"/>
                      </a:ln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0" name="Google Shape;13146;p132">
                  <a:extLst>
                    <a:ext uri="{FF2B5EF4-FFF2-40B4-BE49-F238E27FC236}">
                      <a16:creationId xmlns:a16="http://schemas.microsoft.com/office/drawing/2014/main" id="{8226D83C-6E5F-47FD-41C1-9531000FF373}"/>
                    </a:ext>
                  </a:extLst>
                </p:cNvPr>
                <p:cNvSpPr/>
                <p:nvPr/>
              </p:nvSpPr>
              <p:spPr>
                <a:xfrm>
                  <a:off x="4650534" y="2469658"/>
                  <a:ext cx="313340" cy="980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73" h="6283" extrusionOk="0">
                      <a:moveTo>
                        <a:pt x="1" y="1"/>
                      </a:moveTo>
                      <a:lnTo>
                        <a:pt x="1" y="6283"/>
                      </a:lnTo>
                      <a:lnTo>
                        <a:pt x="20073" y="6283"/>
                      </a:lnTo>
                      <a:lnTo>
                        <a:pt x="20073" y="1"/>
                      </a:ln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424" name="Google Shape;13147;p132">
                <a:extLst>
                  <a:ext uri="{FF2B5EF4-FFF2-40B4-BE49-F238E27FC236}">
                    <a16:creationId xmlns:a16="http://schemas.microsoft.com/office/drawing/2014/main" id="{F72FF95B-1CEC-9FAB-B64E-473A39F5F2EB}"/>
                  </a:ext>
                </a:extLst>
              </p:cNvPr>
              <p:cNvSpPr/>
              <p:nvPr/>
            </p:nvSpPr>
            <p:spPr>
              <a:xfrm>
                <a:off x="4963437" y="2439811"/>
                <a:ext cx="16" cy="967914"/>
              </a:xfrm>
              <a:custGeom>
                <a:avLst/>
                <a:gdLst/>
                <a:ahLst/>
                <a:cxnLst/>
                <a:rect l="l" t="t" r="r" b="b"/>
                <a:pathLst>
                  <a:path w="1" h="62006" fill="none" extrusionOk="0">
                    <a:moveTo>
                      <a:pt x="1" y="0"/>
                    </a:moveTo>
                    <a:lnTo>
                      <a:pt x="1" y="62006"/>
                    </a:lnTo>
                  </a:path>
                </a:pathLst>
              </a:custGeom>
              <a:noFill/>
              <a:ln w="9525" cap="flat" cmpd="sng">
                <a:solidFill>
                  <a:srgbClr val="F2F2F2"/>
                </a:solidFill>
                <a:prstDash val="solid"/>
                <a:miter lim="299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" name="Google Shape;13148;p132">
              <a:extLst>
                <a:ext uri="{FF2B5EF4-FFF2-40B4-BE49-F238E27FC236}">
                  <a16:creationId xmlns:a16="http://schemas.microsoft.com/office/drawing/2014/main" id="{B0445608-484B-3BF1-584A-778879F55F90}"/>
                </a:ext>
              </a:extLst>
            </p:cNvPr>
            <p:cNvGrpSpPr/>
            <p:nvPr/>
          </p:nvGrpSpPr>
          <p:grpSpPr>
            <a:xfrm>
              <a:off x="4737556" y="4672493"/>
              <a:ext cx="1668800" cy="1046436"/>
              <a:chOff x="4351371" y="3547942"/>
              <a:chExt cx="1345130" cy="843475"/>
            </a:xfrm>
          </p:grpSpPr>
          <p:grpSp>
            <p:nvGrpSpPr>
              <p:cNvPr id="410" name="Google Shape;13149;p132">
                <a:extLst>
                  <a:ext uri="{FF2B5EF4-FFF2-40B4-BE49-F238E27FC236}">
                    <a16:creationId xmlns:a16="http://schemas.microsoft.com/office/drawing/2014/main" id="{4831766A-4D9C-66BF-0A2A-E924FB4B4884}"/>
                  </a:ext>
                </a:extLst>
              </p:cNvPr>
              <p:cNvGrpSpPr/>
              <p:nvPr/>
            </p:nvGrpSpPr>
            <p:grpSpPr>
              <a:xfrm>
                <a:off x="4351371" y="4209917"/>
                <a:ext cx="1345130" cy="181500"/>
                <a:chOff x="4351371" y="4209917"/>
                <a:chExt cx="1345130" cy="181500"/>
              </a:xfrm>
            </p:grpSpPr>
            <p:sp>
              <p:nvSpPr>
                <p:cNvPr id="420" name="Google Shape;13150;p132">
                  <a:extLst>
                    <a:ext uri="{FF2B5EF4-FFF2-40B4-BE49-F238E27FC236}">
                      <a16:creationId xmlns:a16="http://schemas.microsoft.com/office/drawing/2014/main" id="{DC842F84-39D7-98AD-154B-09643DA5D02A}"/>
                    </a:ext>
                  </a:extLst>
                </p:cNvPr>
                <p:cNvSpPr/>
                <p:nvPr/>
              </p:nvSpPr>
              <p:spPr>
                <a:xfrm rot="10800000">
                  <a:off x="4351371" y="4209917"/>
                  <a:ext cx="1281600" cy="181500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cxnSp>
              <p:nvCxnSpPr>
                <p:cNvPr id="421" name="Google Shape;13151;p132">
                  <a:extLst>
                    <a:ext uri="{FF2B5EF4-FFF2-40B4-BE49-F238E27FC236}">
                      <a16:creationId xmlns:a16="http://schemas.microsoft.com/office/drawing/2014/main" id="{300BFAD4-6B20-7EE3-ECC7-C129D6547FAB}"/>
                    </a:ext>
                  </a:extLst>
                </p:cNvPr>
                <p:cNvCxnSpPr/>
                <p:nvPr/>
              </p:nvCxnSpPr>
              <p:spPr>
                <a:xfrm>
                  <a:off x="5551000" y="4298797"/>
                  <a:ext cx="1455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435D7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411" name="Google Shape;13152;p132">
                <a:extLst>
                  <a:ext uri="{FF2B5EF4-FFF2-40B4-BE49-F238E27FC236}">
                    <a16:creationId xmlns:a16="http://schemas.microsoft.com/office/drawing/2014/main" id="{F234A113-8479-8AD2-4C9D-3F7A5E67BA52}"/>
                  </a:ext>
                </a:extLst>
              </p:cNvPr>
              <p:cNvGrpSpPr/>
              <p:nvPr/>
            </p:nvGrpSpPr>
            <p:grpSpPr>
              <a:xfrm>
                <a:off x="4403010" y="3985221"/>
                <a:ext cx="1109518" cy="181500"/>
                <a:chOff x="4403010" y="3985221"/>
                <a:chExt cx="1109518" cy="181500"/>
              </a:xfrm>
            </p:grpSpPr>
            <p:sp>
              <p:nvSpPr>
                <p:cNvPr id="418" name="Google Shape;13153;p132">
                  <a:extLst>
                    <a:ext uri="{FF2B5EF4-FFF2-40B4-BE49-F238E27FC236}">
                      <a16:creationId xmlns:a16="http://schemas.microsoft.com/office/drawing/2014/main" id="{C853476D-C2A3-5F0F-9407-A10460465AB0}"/>
                    </a:ext>
                  </a:extLst>
                </p:cNvPr>
                <p:cNvSpPr/>
                <p:nvPr/>
              </p:nvSpPr>
              <p:spPr>
                <a:xfrm rot="10800000">
                  <a:off x="4471829" y="3985221"/>
                  <a:ext cx="1040700" cy="181500"/>
                </a:xfrm>
                <a:prstGeom prst="rect">
                  <a:avLst/>
                </a:prstGeom>
                <a:solidFill>
                  <a:srgbClr val="5F7D9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419" name="Google Shape;13154;p132">
                  <a:extLst>
                    <a:ext uri="{FF2B5EF4-FFF2-40B4-BE49-F238E27FC236}">
                      <a16:creationId xmlns:a16="http://schemas.microsoft.com/office/drawing/2014/main" id="{706C3F5D-18F9-5063-AA58-306B47D2E76D}"/>
                    </a:ext>
                  </a:extLst>
                </p:cNvPr>
                <p:cNvCxnSpPr/>
                <p:nvPr/>
              </p:nvCxnSpPr>
              <p:spPr>
                <a:xfrm>
                  <a:off x="4403010" y="4075993"/>
                  <a:ext cx="1455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5F7D95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412" name="Google Shape;13155;p132">
                <a:extLst>
                  <a:ext uri="{FF2B5EF4-FFF2-40B4-BE49-F238E27FC236}">
                    <a16:creationId xmlns:a16="http://schemas.microsoft.com/office/drawing/2014/main" id="{5811510A-29F5-C4E1-EA9E-7129B5397C23}"/>
                  </a:ext>
                </a:extLst>
              </p:cNvPr>
              <p:cNvGrpSpPr/>
              <p:nvPr/>
            </p:nvGrpSpPr>
            <p:grpSpPr>
              <a:xfrm>
                <a:off x="4618704" y="3766582"/>
                <a:ext cx="807858" cy="181500"/>
                <a:chOff x="4618704" y="3766582"/>
                <a:chExt cx="807858" cy="181500"/>
              </a:xfrm>
            </p:grpSpPr>
            <p:sp>
              <p:nvSpPr>
                <p:cNvPr id="416" name="Google Shape;13156;p132">
                  <a:extLst>
                    <a:ext uri="{FF2B5EF4-FFF2-40B4-BE49-F238E27FC236}">
                      <a16:creationId xmlns:a16="http://schemas.microsoft.com/office/drawing/2014/main" id="{88AE75C9-73D3-89C6-0E54-F7570CC0C9F2}"/>
                    </a:ext>
                  </a:extLst>
                </p:cNvPr>
                <p:cNvSpPr/>
                <p:nvPr/>
              </p:nvSpPr>
              <p:spPr>
                <a:xfrm rot="10800000">
                  <a:off x="4618704" y="3766582"/>
                  <a:ext cx="747000" cy="181500"/>
                </a:xfrm>
                <a:prstGeom prst="rect">
                  <a:avLst/>
                </a:prstGeom>
                <a:solidFill>
                  <a:srgbClr val="869FB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417" name="Google Shape;13157;p132">
                  <a:extLst>
                    <a:ext uri="{FF2B5EF4-FFF2-40B4-BE49-F238E27FC236}">
                      <a16:creationId xmlns:a16="http://schemas.microsoft.com/office/drawing/2014/main" id="{440BFF80-4E3A-EF02-2945-8C9313643105}"/>
                    </a:ext>
                  </a:extLst>
                </p:cNvPr>
                <p:cNvCxnSpPr/>
                <p:nvPr/>
              </p:nvCxnSpPr>
              <p:spPr>
                <a:xfrm>
                  <a:off x="5281062" y="3855291"/>
                  <a:ext cx="1455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869FB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413" name="Google Shape;13158;p132">
                <a:extLst>
                  <a:ext uri="{FF2B5EF4-FFF2-40B4-BE49-F238E27FC236}">
                    <a16:creationId xmlns:a16="http://schemas.microsoft.com/office/drawing/2014/main" id="{9CCF152A-B4E8-A822-4CFF-D035E449E525}"/>
                  </a:ext>
                </a:extLst>
              </p:cNvPr>
              <p:cNvGrpSpPr/>
              <p:nvPr/>
            </p:nvGrpSpPr>
            <p:grpSpPr>
              <a:xfrm>
                <a:off x="4735238" y="3547942"/>
                <a:ext cx="462839" cy="181500"/>
                <a:chOff x="4735238" y="3547942"/>
                <a:chExt cx="462839" cy="181500"/>
              </a:xfrm>
            </p:grpSpPr>
            <p:sp>
              <p:nvSpPr>
                <p:cNvPr id="414" name="Google Shape;13159;p132">
                  <a:extLst>
                    <a:ext uri="{FF2B5EF4-FFF2-40B4-BE49-F238E27FC236}">
                      <a16:creationId xmlns:a16="http://schemas.microsoft.com/office/drawing/2014/main" id="{766AEC0F-AFE2-736B-5D6E-26463303756A}"/>
                    </a:ext>
                  </a:extLst>
                </p:cNvPr>
                <p:cNvSpPr/>
                <p:nvPr/>
              </p:nvSpPr>
              <p:spPr>
                <a:xfrm rot="10800000">
                  <a:off x="4786477" y="3547942"/>
                  <a:ext cx="411600" cy="181500"/>
                </a:xfrm>
                <a:prstGeom prst="rect">
                  <a:avLst/>
                </a:prstGeom>
                <a:solidFill>
                  <a:srgbClr val="BAC8D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415" name="Google Shape;13160;p132">
                  <a:extLst>
                    <a:ext uri="{FF2B5EF4-FFF2-40B4-BE49-F238E27FC236}">
                      <a16:creationId xmlns:a16="http://schemas.microsoft.com/office/drawing/2014/main" id="{C4CB435B-58AC-976C-505E-3474F6C0BE3C}"/>
                    </a:ext>
                  </a:extLst>
                </p:cNvPr>
                <p:cNvCxnSpPr/>
                <p:nvPr/>
              </p:nvCxnSpPr>
              <p:spPr>
                <a:xfrm>
                  <a:off x="4735238" y="3636872"/>
                  <a:ext cx="1455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rgbClr val="BAC8D3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6" name="Google Shape;13161;p132">
              <a:extLst>
                <a:ext uri="{FF2B5EF4-FFF2-40B4-BE49-F238E27FC236}">
                  <a16:creationId xmlns:a16="http://schemas.microsoft.com/office/drawing/2014/main" id="{22A35A74-24B7-F87B-E23E-2CFB8C0F5D48}"/>
                </a:ext>
              </a:extLst>
            </p:cNvPr>
            <p:cNvGrpSpPr/>
            <p:nvPr/>
          </p:nvGrpSpPr>
          <p:grpSpPr>
            <a:xfrm>
              <a:off x="8441887" y="3430848"/>
              <a:ext cx="1190657" cy="1083246"/>
              <a:chOff x="926675" y="238125"/>
              <a:chExt cx="5755100" cy="5232975"/>
            </a:xfrm>
          </p:grpSpPr>
          <p:sp>
            <p:nvSpPr>
              <p:cNvPr id="406" name="Google Shape;13162;p132">
                <a:extLst>
                  <a:ext uri="{FF2B5EF4-FFF2-40B4-BE49-F238E27FC236}">
                    <a16:creationId xmlns:a16="http://schemas.microsoft.com/office/drawing/2014/main" id="{9A6D48F9-A171-42E0-E638-E79746A6B11F}"/>
                  </a:ext>
                </a:extLst>
              </p:cNvPr>
              <p:cNvSpPr/>
              <p:nvPr/>
            </p:nvSpPr>
            <p:spPr>
              <a:xfrm>
                <a:off x="2235475" y="2161100"/>
                <a:ext cx="3138650" cy="1012350"/>
              </a:xfrm>
              <a:custGeom>
                <a:avLst/>
                <a:gdLst/>
                <a:ahLst/>
                <a:cxnLst/>
                <a:rect l="l" t="t" r="r" b="b"/>
                <a:pathLst>
                  <a:path w="125546" h="40494" extrusionOk="0">
                    <a:moveTo>
                      <a:pt x="22196" y="1"/>
                    </a:moveTo>
                    <a:lnTo>
                      <a:pt x="8133" y="25661"/>
                    </a:lnTo>
                    <a:lnTo>
                      <a:pt x="1" y="40494"/>
                    </a:lnTo>
                    <a:lnTo>
                      <a:pt x="125545" y="40494"/>
                    </a:lnTo>
                    <a:lnTo>
                      <a:pt x="117413" y="25661"/>
                    </a:lnTo>
                    <a:lnTo>
                      <a:pt x="103351" y="1"/>
                    </a:lnTo>
                    <a:close/>
                  </a:path>
                </a:pathLst>
              </a:custGeom>
              <a:solidFill>
                <a:srgbClr val="A5B7C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Google Shape;13163;p132">
                <a:extLst>
                  <a:ext uri="{FF2B5EF4-FFF2-40B4-BE49-F238E27FC236}">
                    <a16:creationId xmlns:a16="http://schemas.microsoft.com/office/drawing/2014/main" id="{124FF597-79ED-538D-5FFE-12451F2DB447}"/>
                  </a:ext>
                </a:extLst>
              </p:cNvPr>
              <p:cNvSpPr/>
              <p:nvPr/>
            </p:nvSpPr>
            <p:spPr>
              <a:xfrm>
                <a:off x="2825775" y="238125"/>
                <a:ext cx="1961900" cy="1850225"/>
              </a:xfrm>
              <a:custGeom>
                <a:avLst/>
                <a:gdLst/>
                <a:ahLst/>
                <a:cxnLst/>
                <a:rect l="l" t="t" r="r" b="b"/>
                <a:pathLst>
                  <a:path w="78476" h="74009" extrusionOk="0">
                    <a:moveTo>
                      <a:pt x="39246" y="0"/>
                    </a:moveTo>
                    <a:lnTo>
                      <a:pt x="1" y="74009"/>
                    </a:lnTo>
                    <a:lnTo>
                      <a:pt x="78476" y="74009"/>
                    </a:lnTo>
                    <a:lnTo>
                      <a:pt x="39246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8" name="Google Shape;13164;p132">
                <a:extLst>
                  <a:ext uri="{FF2B5EF4-FFF2-40B4-BE49-F238E27FC236}">
                    <a16:creationId xmlns:a16="http://schemas.microsoft.com/office/drawing/2014/main" id="{E8E7EAEB-490C-3225-A11F-F57AA8A5362B}"/>
                  </a:ext>
                </a:extLst>
              </p:cNvPr>
              <p:cNvSpPr/>
              <p:nvPr/>
            </p:nvSpPr>
            <p:spPr>
              <a:xfrm>
                <a:off x="926675" y="4357100"/>
                <a:ext cx="5755100" cy="1114000"/>
              </a:xfrm>
              <a:custGeom>
                <a:avLst/>
                <a:gdLst/>
                <a:ahLst/>
                <a:cxnLst/>
                <a:rect l="l" t="t" r="r" b="b"/>
                <a:pathLst>
                  <a:path w="230204" h="44560" extrusionOk="0">
                    <a:moveTo>
                      <a:pt x="25737" y="1"/>
                    </a:moveTo>
                    <a:lnTo>
                      <a:pt x="0" y="44560"/>
                    </a:lnTo>
                    <a:lnTo>
                      <a:pt x="230204" y="44560"/>
                    </a:lnTo>
                    <a:lnTo>
                      <a:pt x="204467" y="1"/>
                    </a:ln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Google Shape;13165;p132">
                <a:extLst>
                  <a:ext uri="{FF2B5EF4-FFF2-40B4-BE49-F238E27FC236}">
                    <a16:creationId xmlns:a16="http://schemas.microsoft.com/office/drawing/2014/main" id="{E4F2F889-FDF3-1BFC-C6A7-7328083DE8F1}"/>
                  </a:ext>
                </a:extLst>
              </p:cNvPr>
              <p:cNvSpPr/>
              <p:nvPr/>
            </p:nvSpPr>
            <p:spPr>
              <a:xfrm>
                <a:off x="1621700" y="3256600"/>
                <a:ext cx="4370050" cy="1006950"/>
              </a:xfrm>
              <a:custGeom>
                <a:avLst/>
                <a:gdLst/>
                <a:ahLst/>
                <a:cxnLst/>
                <a:rect l="l" t="t" r="r" b="b"/>
                <a:pathLst>
                  <a:path w="174802" h="40278" extrusionOk="0">
                    <a:moveTo>
                      <a:pt x="22750" y="1"/>
                    </a:moveTo>
                    <a:lnTo>
                      <a:pt x="0" y="40278"/>
                    </a:lnTo>
                    <a:lnTo>
                      <a:pt x="174802" y="40278"/>
                    </a:lnTo>
                    <a:lnTo>
                      <a:pt x="152053" y="1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17" name="Google Shape;13166;p132">
              <a:extLst>
                <a:ext uri="{FF2B5EF4-FFF2-40B4-BE49-F238E27FC236}">
                  <a16:creationId xmlns:a16="http://schemas.microsoft.com/office/drawing/2014/main" id="{132F132B-00FC-DD8B-D2A6-3328E0FA29E9}"/>
                </a:ext>
              </a:extLst>
            </p:cNvPr>
            <p:cNvGrpSpPr/>
            <p:nvPr/>
          </p:nvGrpSpPr>
          <p:grpSpPr>
            <a:xfrm>
              <a:off x="636815" y="3895860"/>
              <a:ext cx="1977178" cy="1820278"/>
              <a:chOff x="727421" y="2828315"/>
              <a:chExt cx="1695374" cy="1560837"/>
            </a:xfrm>
          </p:grpSpPr>
          <p:grpSp>
            <p:nvGrpSpPr>
              <p:cNvPr id="346" name="Google Shape;13167;p132">
                <a:extLst>
                  <a:ext uri="{FF2B5EF4-FFF2-40B4-BE49-F238E27FC236}">
                    <a16:creationId xmlns:a16="http://schemas.microsoft.com/office/drawing/2014/main" id="{BCE1AAB8-0922-590E-D367-E97177F18A54}"/>
                  </a:ext>
                </a:extLst>
              </p:cNvPr>
              <p:cNvGrpSpPr/>
              <p:nvPr/>
            </p:nvGrpSpPr>
            <p:grpSpPr>
              <a:xfrm>
                <a:off x="727421" y="2828315"/>
                <a:ext cx="1695374" cy="1560837"/>
                <a:chOff x="734799" y="2782450"/>
                <a:chExt cx="1571100" cy="1577400"/>
              </a:xfrm>
            </p:grpSpPr>
            <p:cxnSp>
              <p:nvCxnSpPr>
                <p:cNvPr id="404" name="Google Shape;13168;p132">
                  <a:extLst>
                    <a:ext uri="{FF2B5EF4-FFF2-40B4-BE49-F238E27FC236}">
                      <a16:creationId xmlns:a16="http://schemas.microsoft.com/office/drawing/2014/main" id="{97B98FCE-333F-6E47-0037-DDD7C4A1748C}"/>
                    </a:ext>
                  </a:extLst>
                </p:cNvPr>
                <p:cNvCxnSpPr/>
                <p:nvPr/>
              </p:nvCxnSpPr>
              <p:spPr>
                <a:xfrm>
                  <a:off x="743025" y="2782450"/>
                  <a:ext cx="0" cy="15774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E3E7EA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05" name="Google Shape;13169;p132">
                  <a:extLst>
                    <a:ext uri="{FF2B5EF4-FFF2-40B4-BE49-F238E27FC236}">
                      <a16:creationId xmlns:a16="http://schemas.microsoft.com/office/drawing/2014/main" id="{05833FE2-CB1E-830B-8952-CB94BB39B697}"/>
                    </a:ext>
                  </a:extLst>
                </p:cNvPr>
                <p:cNvCxnSpPr/>
                <p:nvPr/>
              </p:nvCxnSpPr>
              <p:spPr>
                <a:xfrm rot="10800000">
                  <a:off x="734799" y="4359850"/>
                  <a:ext cx="1571100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E3E7EA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347" name="Google Shape;13170;p132">
                <a:extLst>
                  <a:ext uri="{FF2B5EF4-FFF2-40B4-BE49-F238E27FC236}">
                    <a16:creationId xmlns:a16="http://schemas.microsoft.com/office/drawing/2014/main" id="{61380F0A-800F-7F79-8E4E-597884D1BAE3}"/>
                  </a:ext>
                </a:extLst>
              </p:cNvPr>
              <p:cNvGrpSpPr/>
              <p:nvPr/>
            </p:nvGrpSpPr>
            <p:grpSpPr>
              <a:xfrm>
                <a:off x="819108" y="2882501"/>
                <a:ext cx="1556791" cy="1426186"/>
                <a:chOff x="819108" y="2882501"/>
                <a:chExt cx="1556791" cy="1426186"/>
              </a:xfrm>
            </p:grpSpPr>
            <p:grpSp>
              <p:nvGrpSpPr>
                <p:cNvPr id="348" name="Google Shape;13171;p132">
                  <a:extLst>
                    <a:ext uri="{FF2B5EF4-FFF2-40B4-BE49-F238E27FC236}">
                      <a16:creationId xmlns:a16="http://schemas.microsoft.com/office/drawing/2014/main" id="{BC5E008D-041B-0871-1DBD-63EB6E2DC081}"/>
                    </a:ext>
                  </a:extLst>
                </p:cNvPr>
                <p:cNvGrpSpPr/>
                <p:nvPr/>
              </p:nvGrpSpPr>
              <p:grpSpPr>
                <a:xfrm>
                  <a:off x="819108" y="2882501"/>
                  <a:ext cx="103104" cy="1426186"/>
                  <a:chOff x="4674013" y="3100904"/>
                  <a:chExt cx="122758" cy="1698043"/>
                </a:xfrm>
              </p:grpSpPr>
              <p:sp>
                <p:nvSpPr>
                  <p:cNvPr id="397" name="Google Shape;13172;p132">
                    <a:extLst>
                      <a:ext uri="{FF2B5EF4-FFF2-40B4-BE49-F238E27FC236}">
                        <a16:creationId xmlns:a16="http://schemas.microsoft.com/office/drawing/2014/main" id="{90F188F5-0560-18EE-86A8-CDDBB08A076A}"/>
                      </a:ext>
                    </a:extLst>
                  </p:cNvPr>
                  <p:cNvSpPr/>
                  <p:nvPr/>
                </p:nvSpPr>
                <p:spPr>
                  <a:xfrm>
                    <a:off x="4674013" y="3100904"/>
                    <a:ext cx="122758" cy="12274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81" h="12380" extrusionOk="0">
                        <a:moveTo>
                          <a:pt x="6191" y="1"/>
                        </a:moveTo>
                        <a:cubicBezTo>
                          <a:pt x="2771" y="1"/>
                          <a:pt x="0" y="2772"/>
                          <a:pt x="0" y="6190"/>
                        </a:cubicBezTo>
                        <a:cubicBezTo>
                          <a:pt x="0" y="9608"/>
                          <a:pt x="2771" y="12379"/>
                          <a:pt x="6191" y="12379"/>
                        </a:cubicBezTo>
                        <a:cubicBezTo>
                          <a:pt x="9610" y="12379"/>
                          <a:pt x="12381" y="9608"/>
                          <a:pt x="12381" y="6190"/>
                        </a:cubicBezTo>
                        <a:cubicBezTo>
                          <a:pt x="12381" y="2772"/>
                          <a:pt x="9610" y="1"/>
                          <a:pt x="6191" y="1"/>
                        </a:cubicBezTo>
                        <a:close/>
                      </a:path>
                    </a:pathLst>
                  </a:custGeom>
                  <a:solidFill>
                    <a:srgbClr val="CFD9E0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8" name="Google Shape;13173;p132">
                    <a:extLst>
                      <a:ext uri="{FF2B5EF4-FFF2-40B4-BE49-F238E27FC236}">
                        <a16:creationId xmlns:a16="http://schemas.microsoft.com/office/drawing/2014/main" id="{35ADCADC-0642-F8C0-CAB0-F3F2843DDF1C}"/>
                      </a:ext>
                    </a:extLst>
                  </p:cNvPr>
                  <p:cNvSpPr/>
                  <p:nvPr/>
                </p:nvSpPr>
                <p:spPr>
                  <a:xfrm>
                    <a:off x="4674013" y="3363453"/>
                    <a:ext cx="122758" cy="12275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81" h="12381" extrusionOk="0">
                        <a:moveTo>
                          <a:pt x="6191" y="0"/>
                        </a:moveTo>
                        <a:cubicBezTo>
                          <a:pt x="2771" y="0"/>
                          <a:pt x="0" y="2771"/>
                          <a:pt x="0" y="6191"/>
                        </a:cubicBezTo>
                        <a:cubicBezTo>
                          <a:pt x="0" y="9610"/>
                          <a:pt x="2771" y="12381"/>
                          <a:pt x="6191" y="12381"/>
                        </a:cubicBezTo>
                        <a:cubicBezTo>
                          <a:pt x="9610" y="12381"/>
                          <a:pt x="12381" y="9610"/>
                          <a:pt x="12381" y="6191"/>
                        </a:cubicBezTo>
                        <a:cubicBezTo>
                          <a:pt x="12381" y="2771"/>
                          <a:pt x="9610" y="0"/>
                          <a:pt x="6191" y="0"/>
                        </a:cubicBezTo>
                        <a:close/>
                      </a:path>
                    </a:pathLst>
                  </a:custGeom>
                  <a:solidFill>
                    <a:srgbClr val="CFD9E0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9" name="Google Shape;13174;p132">
                    <a:extLst>
                      <a:ext uri="{FF2B5EF4-FFF2-40B4-BE49-F238E27FC236}">
                        <a16:creationId xmlns:a16="http://schemas.microsoft.com/office/drawing/2014/main" id="{FC5775E6-3D74-47AF-5A1C-9828565316AF}"/>
                      </a:ext>
                    </a:extLst>
                  </p:cNvPr>
                  <p:cNvSpPr/>
                  <p:nvPr/>
                </p:nvSpPr>
                <p:spPr>
                  <a:xfrm>
                    <a:off x="4674013" y="3625992"/>
                    <a:ext cx="122738" cy="1227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79" h="12382" extrusionOk="0">
                        <a:moveTo>
                          <a:pt x="6190" y="1"/>
                        </a:moveTo>
                        <a:cubicBezTo>
                          <a:pt x="2771" y="1"/>
                          <a:pt x="0" y="2774"/>
                          <a:pt x="0" y="6192"/>
                        </a:cubicBezTo>
                        <a:cubicBezTo>
                          <a:pt x="0" y="9610"/>
                          <a:pt x="2771" y="12381"/>
                          <a:pt x="6190" y="12381"/>
                        </a:cubicBezTo>
                        <a:cubicBezTo>
                          <a:pt x="9608" y="12381"/>
                          <a:pt x="12379" y="9610"/>
                          <a:pt x="12379" y="6192"/>
                        </a:cubicBezTo>
                        <a:cubicBezTo>
                          <a:pt x="12379" y="2774"/>
                          <a:pt x="9608" y="1"/>
                          <a:pt x="6190" y="1"/>
                        </a:cubicBezTo>
                        <a:close/>
                      </a:path>
                    </a:pathLst>
                  </a:custGeom>
                  <a:solidFill>
                    <a:srgbClr val="869FB2"/>
                  </a:solidFill>
                  <a:ln w="19050" cap="flat" cmpd="sng">
                    <a:solidFill>
                      <a:srgbClr val="869FB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0" name="Google Shape;13175;p132">
                    <a:extLst>
                      <a:ext uri="{FF2B5EF4-FFF2-40B4-BE49-F238E27FC236}">
                        <a16:creationId xmlns:a16="http://schemas.microsoft.com/office/drawing/2014/main" id="{2C009582-A570-F3FB-AA92-527A3E8DB395}"/>
                      </a:ext>
                    </a:extLst>
                  </p:cNvPr>
                  <p:cNvSpPr/>
                  <p:nvPr/>
                </p:nvSpPr>
                <p:spPr>
                  <a:xfrm>
                    <a:off x="4674013" y="3888561"/>
                    <a:ext cx="122738" cy="12273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79" h="12379" extrusionOk="0">
                        <a:moveTo>
                          <a:pt x="6190" y="0"/>
                        </a:moveTo>
                        <a:cubicBezTo>
                          <a:pt x="2771" y="0"/>
                          <a:pt x="0" y="2771"/>
                          <a:pt x="0" y="6189"/>
                        </a:cubicBezTo>
                        <a:cubicBezTo>
                          <a:pt x="0" y="9608"/>
                          <a:pt x="2771" y="12379"/>
                          <a:pt x="6190" y="12379"/>
                        </a:cubicBezTo>
                        <a:cubicBezTo>
                          <a:pt x="9608" y="12379"/>
                          <a:pt x="12379" y="9608"/>
                          <a:pt x="12379" y="6189"/>
                        </a:cubicBezTo>
                        <a:cubicBezTo>
                          <a:pt x="12379" y="2771"/>
                          <a:pt x="9608" y="0"/>
                          <a:pt x="6190" y="0"/>
                        </a:cubicBezTo>
                        <a:close/>
                      </a:path>
                    </a:pathLst>
                  </a:custGeom>
                  <a:solidFill>
                    <a:srgbClr val="869FB2"/>
                  </a:solidFill>
                  <a:ln w="19050" cap="flat" cmpd="sng">
                    <a:solidFill>
                      <a:srgbClr val="869FB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1" name="Google Shape;13176;p132">
                    <a:extLst>
                      <a:ext uri="{FF2B5EF4-FFF2-40B4-BE49-F238E27FC236}">
                        <a16:creationId xmlns:a16="http://schemas.microsoft.com/office/drawing/2014/main" id="{C824C7ED-4AEF-52C2-509F-367B6BC7CFCD}"/>
                      </a:ext>
                    </a:extLst>
                  </p:cNvPr>
                  <p:cNvSpPr/>
                  <p:nvPr/>
                </p:nvSpPr>
                <p:spPr>
                  <a:xfrm>
                    <a:off x="4674013" y="4151100"/>
                    <a:ext cx="122738" cy="12274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79" h="12380" extrusionOk="0">
                        <a:moveTo>
                          <a:pt x="6190" y="1"/>
                        </a:moveTo>
                        <a:cubicBezTo>
                          <a:pt x="2771" y="1"/>
                          <a:pt x="0" y="2772"/>
                          <a:pt x="0" y="6190"/>
                        </a:cubicBezTo>
                        <a:cubicBezTo>
                          <a:pt x="0" y="9608"/>
                          <a:pt x="2771" y="12379"/>
                          <a:pt x="6190" y="12379"/>
                        </a:cubicBezTo>
                        <a:cubicBezTo>
                          <a:pt x="9608" y="12379"/>
                          <a:pt x="12379" y="9608"/>
                          <a:pt x="12379" y="6190"/>
                        </a:cubicBezTo>
                        <a:cubicBezTo>
                          <a:pt x="12379" y="2772"/>
                          <a:pt x="9608" y="1"/>
                          <a:pt x="6190" y="1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75000"/>
                    </a:schemeClr>
                  </a:solidFill>
                  <a:ln w="19050" cap="flat" cmpd="sng">
                    <a:solidFill>
                      <a:srgbClr val="869FB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2" name="Google Shape;13177;p132">
                    <a:extLst>
                      <a:ext uri="{FF2B5EF4-FFF2-40B4-BE49-F238E27FC236}">
                        <a16:creationId xmlns:a16="http://schemas.microsoft.com/office/drawing/2014/main" id="{61B95209-FB03-C9DD-927F-CF2EB1688A24}"/>
                      </a:ext>
                    </a:extLst>
                  </p:cNvPr>
                  <p:cNvSpPr/>
                  <p:nvPr/>
                </p:nvSpPr>
                <p:spPr>
                  <a:xfrm>
                    <a:off x="4674013" y="4413650"/>
                    <a:ext cx="122738" cy="12275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79" h="12381" extrusionOk="0">
                        <a:moveTo>
                          <a:pt x="6190" y="0"/>
                        </a:moveTo>
                        <a:cubicBezTo>
                          <a:pt x="2771" y="0"/>
                          <a:pt x="0" y="2771"/>
                          <a:pt x="0" y="6191"/>
                        </a:cubicBezTo>
                        <a:cubicBezTo>
                          <a:pt x="0" y="9609"/>
                          <a:pt x="2771" y="12380"/>
                          <a:pt x="6190" y="12380"/>
                        </a:cubicBezTo>
                        <a:cubicBezTo>
                          <a:pt x="9608" y="12380"/>
                          <a:pt x="12379" y="9609"/>
                          <a:pt x="12379" y="6191"/>
                        </a:cubicBezTo>
                        <a:cubicBezTo>
                          <a:pt x="12379" y="2771"/>
                          <a:pt x="9608" y="0"/>
                          <a:pt x="6190" y="0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75000"/>
                    </a:schemeClr>
                  </a:solidFill>
                  <a:ln w="19050" cap="flat" cmpd="sng">
                    <a:solidFill>
                      <a:srgbClr val="869FB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3" name="Google Shape;13178;p132">
                    <a:extLst>
                      <a:ext uri="{FF2B5EF4-FFF2-40B4-BE49-F238E27FC236}">
                        <a16:creationId xmlns:a16="http://schemas.microsoft.com/office/drawing/2014/main" id="{5D5A1B3D-0742-182B-166C-0AB341A053B3}"/>
                      </a:ext>
                    </a:extLst>
                  </p:cNvPr>
                  <p:cNvSpPr/>
                  <p:nvPr/>
                </p:nvSpPr>
                <p:spPr>
                  <a:xfrm>
                    <a:off x="4674013" y="4676209"/>
                    <a:ext cx="122738" cy="12273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79" h="12379" extrusionOk="0">
                        <a:moveTo>
                          <a:pt x="6190" y="0"/>
                        </a:moveTo>
                        <a:cubicBezTo>
                          <a:pt x="2771" y="0"/>
                          <a:pt x="0" y="2771"/>
                          <a:pt x="0" y="6189"/>
                        </a:cubicBezTo>
                        <a:cubicBezTo>
                          <a:pt x="0" y="9608"/>
                          <a:pt x="2771" y="12379"/>
                          <a:pt x="6190" y="12379"/>
                        </a:cubicBezTo>
                        <a:cubicBezTo>
                          <a:pt x="9608" y="12379"/>
                          <a:pt x="12379" y="9608"/>
                          <a:pt x="12379" y="6189"/>
                        </a:cubicBezTo>
                        <a:cubicBezTo>
                          <a:pt x="12379" y="2771"/>
                          <a:pt x="9608" y="0"/>
                          <a:pt x="6190" y="0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75000"/>
                    </a:schemeClr>
                  </a:solidFill>
                  <a:ln w="19050" cap="flat" cmpd="sng">
                    <a:solidFill>
                      <a:srgbClr val="869FB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349" name="Google Shape;13179;p132">
                  <a:extLst>
                    <a:ext uri="{FF2B5EF4-FFF2-40B4-BE49-F238E27FC236}">
                      <a16:creationId xmlns:a16="http://schemas.microsoft.com/office/drawing/2014/main" id="{6222D334-CD93-4258-8F7D-7D225B2EE017}"/>
                    </a:ext>
                  </a:extLst>
                </p:cNvPr>
                <p:cNvGrpSpPr/>
                <p:nvPr/>
              </p:nvGrpSpPr>
              <p:grpSpPr>
                <a:xfrm>
                  <a:off x="1062475" y="2882501"/>
                  <a:ext cx="103104" cy="1426186"/>
                  <a:chOff x="4940438" y="3100904"/>
                  <a:chExt cx="122758" cy="1698043"/>
                </a:xfrm>
              </p:grpSpPr>
              <p:sp>
                <p:nvSpPr>
                  <p:cNvPr id="390" name="Google Shape;13180;p132">
                    <a:extLst>
                      <a:ext uri="{FF2B5EF4-FFF2-40B4-BE49-F238E27FC236}">
                        <a16:creationId xmlns:a16="http://schemas.microsoft.com/office/drawing/2014/main" id="{22A4AF0F-15E7-E5FF-860A-5635FA30B3AD}"/>
                      </a:ext>
                    </a:extLst>
                  </p:cNvPr>
                  <p:cNvSpPr/>
                  <p:nvPr/>
                </p:nvSpPr>
                <p:spPr>
                  <a:xfrm>
                    <a:off x="4940438" y="3100904"/>
                    <a:ext cx="122758" cy="12274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81" h="12380" extrusionOk="0">
                        <a:moveTo>
                          <a:pt x="6191" y="1"/>
                        </a:moveTo>
                        <a:cubicBezTo>
                          <a:pt x="2771" y="1"/>
                          <a:pt x="0" y="2772"/>
                          <a:pt x="0" y="6190"/>
                        </a:cubicBezTo>
                        <a:cubicBezTo>
                          <a:pt x="0" y="9608"/>
                          <a:pt x="2771" y="12379"/>
                          <a:pt x="6191" y="12379"/>
                        </a:cubicBezTo>
                        <a:cubicBezTo>
                          <a:pt x="9610" y="12379"/>
                          <a:pt x="12381" y="9608"/>
                          <a:pt x="12381" y="6190"/>
                        </a:cubicBezTo>
                        <a:cubicBezTo>
                          <a:pt x="12381" y="2772"/>
                          <a:pt x="9610" y="1"/>
                          <a:pt x="6191" y="1"/>
                        </a:cubicBezTo>
                        <a:close/>
                      </a:path>
                    </a:pathLst>
                  </a:custGeom>
                  <a:solidFill>
                    <a:srgbClr val="CFD9E0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1" name="Google Shape;13181;p132">
                    <a:extLst>
                      <a:ext uri="{FF2B5EF4-FFF2-40B4-BE49-F238E27FC236}">
                        <a16:creationId xmlns:a16="http://schemas.microsoft.com/office/drawing/2014/main" id="{7363D0F9-9995-58C3-E6F4-858A8D1908E0}"/>
                      </a:ext>
                    </a:extLst>
                  </p:cNvPr>
                  <p:cNvSpPr/>
                  <p:nvPr/>
                </p:nvSpPr>
                <p:spPr>
                  <a:xfrm>
                    <a:off x="4940438" y="3363453"/>
                    <a:ext cx="122758" cy="12275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81" h="12381" extrusionOk="0">
                        <a:moveTo>
                          <a:pt x="6191" y="0"/>
                        </a:moveTo>
                        <a:cubicBezTo>
                          <a:pt x="2771" y="0"/>
                          <a:pt x="0" y="2771"/>
                          <a:pt x="0" y="6191"/>
                        </a:cubicBezTo>
                        <a:cubicBezTo>
                          <a:pt x="0" y="9610"/>
                          <a:pt x="2771" y="12381"/>
                          <a:pt x="6191" y="12381"/>
                        </a:cubicBezTo>
                        <a:cubicBezTo>
                          <a:pt x="9610" y="12381"/>
                          <a:pt x="12381" y="9610"/>
                          <a:pt x="12381" y="6191"/>
                        </a:cubicBezTo>
                        <a:cubicBezTo>
                          <a:pt x="12381" y="2771"/>
                          <a:pt x="9610" y="0"/>
                          <a:pt x="6191" y="0"/>
                        </a:cubicBezTo>
                        <a:close/>
                      </a:path>
                    </a:pathLst>
                  </a:custGeom>
                  <a:solidFill>
                    <a:srgbClr val="CFD9E0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2" name="Google Shape;13182;p132">
                    <a:extLst>
                      <a:ext uri="{FF2B5EF4-FFF2-40B4-BE49-F238E27FC236}">
                        <a16:creationId xmlns:a16="http://schemas.microsoft.com/office/drawing/2014/main" id="{055FE6EF-A055-CE8C-8721-8FF51A9DE0A9}"/>
                      </a:ext>
                    </a:extLst>
                  </p:cNvPr>
                  <p:cNvSpPr/>
                  <p:nvPr/>
                </p:nvSpPr>
                <p:spPr>
                  <a:xfrm>
                    <a:off x="4940438" y="3625992"/>
                    <a:ext cx="122738" cy="1227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79" h="12382" extrusionOk="0">
                        <a:moveTo>
                          <a:pt x="6190" y="1"/>
                        </a:moveTo>
                        <a:cubicBezTo>
                          <a:pt x="2771" y="1"/>
                          <a:pt x="0" y="2774"/>
                          <a:pt x="0" y="6192"/>
                        </a:cubicBezTo>
                        <a:cubicBezTo>
                          <a:pt x="0" y="9610"/>
                          <a:pt x="2771" y="12381"/>
                          <a:pt x="6190" y="12381"/>
                        </a:cubicBezTo>
                        <a:cubicBezTo>
                          <a:pt x="9608" y="12381"/>
                          <a:pt x="12379" y="9610"/>
                          <a:pt x="12379" y="6192"/>
                        </a:cubicBezTo>
                        <a:cubicBezTo>
                          <a:pt x="12379" y="2774"/>
                          <a:pt x="9608" y="1"/>
                          <a:pt x="6190" y="1"/>
                        </a:cubicBezTo>
                        <a:close/>
                      </a:path>
                    </a:pathLst>
                  </a:custGeom>
                  <a:solidFill>
                    <a:srgbClr val="CFD9E0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3" name="Google Shape;13183;p132">
                    <a:extLst>
                      <a:ext uri="{FF2B5EF4-FFF2-40B4-BE49-F238E27FC236}">
                        <a16:creationId xmlns:a16="http://schemas.microsoft.com/office/drawing/2014/main" id="{94234AA6-92A7-DAFA-1078-02C46F315A52}"/>
                      </a:ext>
                    </a:extLst>
                  </p:cNvPr>
                  <p:cNvSpPr/>
                  <p:nvPr/>
                </p:nvSpPr>
                <p:spPr>
                  <a:xfrm>
                    <a:off x="4940438" y="3888561"/>
                    <a:ext cx="122738" cy="12273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79" h="12379" extrusionOk="0">
                        <a:moveTo>
                          <a:pt x="6190" y="0"/>
                        </a:moveTo>
                        <a:cubicBezTo>
                          <a:pt x="2771" y="0"/>
                          <a:pt x="0" y="2771"/>
                          <a:pt x="0" y="6189"/>
                        </a:cubicBezTo>
                        <a:cubicBezTo>
                          <a:pt x="0" y="9608"/>
                          <a:pt x="2771" y="12379"/>
                          <a:pt x="6190" y="12379"/>
                        </a:cubicBezTo>
                        <a:cubicBezTo>
                          <a:pt x="9608" y="12379"/>
                          <a:pt x="12379" y="9608"/>
                          <a:pt x="12379" y="6189"/>
                        </a:cubicBezTo>
                        <a:cubicBezTo>
                          <a:pt x="12379" y="2771"/>
                          <a:pt x="9608" y="0"/>
                          <a:pt x="6190" y="0"/>
                        </a:cubicBezTo>
                        <a:close/>
                      </a:path>
                    </a:pathLst>
                  </a:custGeom>
                  <a:solidFill>
                    <a:srgbClr val="CFD9E0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4" name="Google Shape;13184;p132">
                    <a:extLst>
                      <a:ext uri="{FF2B5EF4-FFF2-40B4-BE49-F238E27FC236}">
                        <a16:creationId xmlns:a16="http://schemas.microsoft.com/office/drawing/2014/main" id="{34DA61CA-7941-3204-20A8-F5DFBB53D739}"/>
                      </a:ext>
                    </a:extLst>
                  </p:cNvPr>
                  <p:cNvSpPr/>
                  <p:nvPr/>
                </p:nvSpPr>
                <p:spPr>
                  <a:xfrm>
                    <a:off x="4940438" y="4151100"/>
                    <a:ext cx="122738" cy="12274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79" h="12380" extrusionOk="0">
                        <a:moveTo>
                          <a:pt x="6190" y="1"/>
                        </a:moveTo>
                        <a:cubicBezTo>
                          <a:pt x="2771" y="1"/>
                          <a:pt x="0" y="2772"/>
                          <a:pt x="0" y="6190"/>
                        </a:cubicBezTo>
                        <a:cubicBezTo>
                          <a:pt x="0" y="9608"/>
                          <a:pt x="2771" y="12379"/>
                          <a:pt x="6190" y="12379"/>
                        </a:cubicBezTo>
                        <a:cubicBezTo>
                          <a:pt x="9608" y="12379"/>
                          <a:pt x="12379" y="9608"/>
                          <a:pt x="12379" y="6190"/>
                        </a:cubicBezTo>
                        <a:cubicBezTo>
                          <a:pt x="12379" y="2772"/>
                          <a:pt x="9608" y="1"/>
                          <a:pt x="6190" y="1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75000"/>
                    </a:schemeClr>
                  </a:solidFill>
                  <a:ln w="19050" cap="flat" cmpd="sng">
                    <a:solidFill>
                      <a:srgbClr val="869FB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5" name="Google Shape;13185;p132">
                    <a:extLst>
                      <a:ext uri="{FF2B5EF4-FFF2-40B4-BE49-F238E27FC236}">
                        <a16:creationId xmlns:a16="http://schemas.microsoft.com/office/drawing/2014/main" id="{B79B6760-9D2F-BF99-B31A-93251C381813}"/>
                      </a:ext>
                    </a:extLst>
                  </p:cNvPr>
                  <p:cNvSpPr/>
                  <p:nvPr/>
                </p:nvSpPr>
                <p:spPr>
                  <a:xfrm>
                    <a:off x="4940438" y="4413650"/>
                    <a:ext cx="122738" cy="12275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79" h="12381" extrusionOk="0">
                        <a:moveTo>
                          <a:pt x="6190" y="0"/>
                        </a:moveTo>
                        <a:cubicBezTo>
                          <a:pt x="2771" y="0"/>
                          <a:pt x="0" y="2771"/>
                          <a:pt x="0" y="6191"/>
                        </a:cubicBezTo>
                        <a:cubicBezTo>
                          <a:pt x="0" y="9609"/>
                          <a:pt x="2771" y="12380"/>
                          <a:pt x="6190" y="12380"/>
                        </a:cubicBezTo>
                        <a:cubicBezTo>
                          <a:pt x="9608" y="12380"/>
                          <a:pt x="12379" y="9609"/>
                          <a:pt x="12379" y="6191"/>
                        </a:cubicBezTo>
                        <a:cubicBezTo>
                          <a:pt x="12379" y="2771"/>
                          <a:pt x="9608" y="0"/>
                          <a:pt x="6190" y="0"/>
                        </a:cubicBezTo>
                        <a:close/>
                      </a:path>
                    </a:pathLst>
                  </a:custGeom>
                  <a:solidFill>
                    <a:srgbClr val="869FB2"/>
                  </a:solidFill>
                  <a:ln w="19050" cap="flat" cmpd="sng">
                    <a:solidFill>
                      <a:srgbClr val="869FB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6" name="Google Shape;13186;p132">
                    <a:extLst>
                      <a:ext uri="{FF2B5EF4-FFF2-40B4-BE49-F238E27FC236}">
                        <a16:creationId xmlns:a16="http://schemas.microsoft.com/office/drawing/2014/main" id="{07D54152-32FE-8FB4-1251-9421D2C94AC5}"/>
                      </a:ext>
                    </a:extLst>
                  </p:cNvPr>
                  <p:cNvSpPr/>
                  <p:nvPr/>
                </p:nvSpPr>
                <p:spPr>
                  <a:xfrm>
                    <a:off x="4940438" y="4676209"/>
                    <a:ext cx="122738" cy="12273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79" h="12379" extrusionOk="0">
                        <a:moveTo>
                          <a:pt x="6190" y="0"/>
                        </a:moveTo>
                        <a:cubicBezTo>
                          <a:pt x="2771" y="0"/>
                          <a:pt x="0" y="2771"/>
                          <a:pt x="0" y="6189"/>
                        </a:cubicBezTo>
                        <a:cubicBezTo>
                          <a:pt x="0" y="9608"/>
                          <a:pt x="2771" y="12379"/>
                          <a:pt x="6190" y="12379"/>
                        </a:cubicBezTo>
                        <a:cubicBezTo>
                          <a:pt x="9608" y="12379"/>
                          <a:pt x="12379" y="9608"/>
                          <a:pt x="12379" y="6189"/>
                        </a:cubicBezTo>
                        <a:cubicBezTo>
                          <a:pt x="12379" y="2771"/>
                          <a:pt x="9608" y="0"/>
                          <a:pt x="6190" y="0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75000"/>
                    </a:schemeClr>
                  </a:solidFill>
                  <a:ln w="19050" cap="flat" cmpd="sng">
                    <a:solidFill>
                      <a:srgbClr val="869FB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350" name="Google Shape;13187;p132">
                  <a:extLst>
                    <a:ext uri="{FF2B5EF4-FFF2-40B4-BE49-F238E27FC236}">
                      <a16:creationId xmlns:a16="http://schemas.microsoft.com/office/drawing/2014/main" id="{AEA139E8-90C1-B698-53B6-CA8726B353EB}"/>
                    </a:ext>
                  </a:extLst>
                </p:cNvPr>
                <p:cNvGrpSpPr/>
                <p:nvPr/>
              </p:nvGrpSpPr>
              <p:grpSpPr>
                <a:xfrm>
                  <a:off x="1299324" y="2882501"/>
                  <a:ext cx="103104" cy="1426186"/>
                  <a:chOff x="5206863" y="3100904"/>
                  <a:chExt cx="122758" cy="1698043"/>
                </a:xfrm>
              </p:grpSpPr>
              <p:sp>
                <p:nvSpPr>
                  <p:cNvPr id="383" name="Google Shape;13188;p132">
                    <a:extLst>
                      <a:ext uri="{FF2B5EF4-FFF2-40B4-BE49-F238E27FC236}">
                        <a16:creationId xmlns:a16="http://schemas.microsoft.com/office/drawing/2014/main" id="{A8731ABD-4A97-BC9B-E250-9F6A93562093}"/>
                      </a:ext>
                    </a:extLst>
                  </p:cNvPr>
                  <p:cNvSpPr/>
                  <p:nvPr/>
                </p:nvSpPr>
                <p:spPr>
                  <a:xfrm>
                    <a:off x="5206863" y="3100904"/>
                    <a:ext cx="122758" cy="12274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81" h="12380" extrusionOk="0">
                        <a:moveTo>
                          <a:pt x="6191" y="1"/>
                        </a:moveTo>
                        <a:cubicBezTo>
                          <a:pt x="2771" y="1"/>
                          <a:pt x="0" y="2772"/>
                          <a:pt x="0" y="6190"/>
                        </a:cubicBezTo>
                        <a:cubicBezTo>
                          <a:pt x="0" y="9608"/>
                          <a:pt x="2771" y="12379"/>
                          <a:pt x="6191" y="12379"/>
                        </a:cubicBezTo>
                        <a:cubicBezTo>
                          <a:pt x="9610" y="12379"/>
                          <a:pt x="12381" y="9608"/>
                          <a:pt x="12381" y="6190"/>
                        </a:cubicBezTo>
                        <a:cubicBezTo>
                          <a:pt x="12381" y="2772"/>
                          <a:pt x="9610" y="1"/>
                          <a:pt x="6191" y="1"/>
                        </a:cubicBezTo>
                        <a:close/>
                      </a:path>
                    </a:pathLst>
                  </a:custGeom>
                  <a:solidFill>
                    <a:srgbClr val="CFD9E0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84" name="Google Shape;13189;p132">
                    <a:extLst>
                      <a:ext uri="{FF2B5EF4-FFF2-40B4-BE49-F238E27FC236}">
                        <a16:creationId xmlns:a16="http://schemas.microsoft.com/office/drawing/2014/main" id="{34B35B26-BE13-F6E8-C713-531A009E35F7}"/>
                      </a:ext>
                    </a:extLst>
                  </p:cNvPr>
                  <p:cNvSpPr/>
                  <p:nvPr/>
                </p:nvSpPr>
                <p:spPr>
                  <a:xfrm>
                    <a:off x="5206863" y="3363453"/>
                    <a:ext cx="122758" cy="12275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81" h="12381" extrusionOk="0">
                        <a:moveTo>
                          <a:pt x="6191" y="0"/>
                        </a:moveTo>
                        <a:cubicBezTo>
                          <a:pt x="2771" y="0"/>
                          <a:pt x="0" y="2771"/>
                          <a:pt x="0" y="6191"/>
                        </a:cubicBezTo>
                        <a:cubicBezTo>
                          <a:pt x="0" y="9610"/>
                          <a:pt x="2771" y="12381"/>
                          <a:pt x="6191" y="12381"/>
                        </a:cubicBezTo>
                        <a:cubicBezTo>
                          <a:pt x="9610" y="12381"/>
                          <a:pt x="12381" y="9610"/>
                          <a:pt x="12381" y="6191"/>
                        </a:cubicBezTo>
                        <a:cubicBezTo>
                          <a:pt x="12381" y="2771"/>
                          <a:pt x="9610" y="0"/>
                          <a:pt x="6191" y="0"/>
                        </a:cubicBezTo>
                        <a:close/>
                      </a:path>
                    </a:pathLst>
                  </a:custGeom>
                  <a:solidFill>
                    <a:srgbClr val="CFD9E0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85" name="Google Shape;13190;p132">
                    <a:extLst>
                      <a:ext uri="{FF2B5EF4-FFF2-40B4-BE49-F238E27FC236}">
                        <a16:creationId xmlns:a16="http://schemas.microsoft.com/office/drawing/2014/main" id="{B64FC8EE-97C0-BE6A-9D33-804EC7288A04}"/>
                      </a:ext>
                    </a:extLst>
                  </p:cNvPr>
                  <p:cNvSpPr/>
                  <p:nvPr/>
                </p:nvSpPr>
                <p:spPr>
                  <a:xfrm>
                    <a:off x="5206863" y="3625992"/>
                    <a:ext cx="122738" cy="1227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79" h="12382" extrusionOk="0">
                        <a:moveTo>
                          <a:pt x="6190" y="1"/>
                        </a:moveTo>
                        <a:cubicBezTo>
                          <a:pt x="2771" y="1"/>
                          <a:pt x="0" y="2774"/>
                          <a:pt x="0" y="6192"/>
                        </a:cubicBezTo>
                        <a:cubicBezTo>
                          <a:pt x="0" y="9610"/>
                          <a:pt x="2771" y="12381"/>
                          <a:pt x="6190" y="12381"/>
                        </a:cubicBezTo>
                        <a:cubicBezTo>
                          <a:pt x="9608" y="12381"/>
                          <a:pt x="12379" y="9610"/>
                          <a:pt x="12379" y="6192"/>
                        </a:cubicBezTo>
                        <a:cubicBezTo>
                          <a:pt x="12379" y="2774"/>
                          <a:pt x="9608" y="1"/>
                          <a:pt x="6190" y="1"/>
                        </a:cubicBezTo>
                        <a:close/>
                      </a:path>
                    </a:pathLst>
                  </a:custGeom>
                  <a:solidFill>
                    <a:srgbClr val="CFD9E0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86" name="Google Shape;13191;p132">
                    <a:extLst>
                      <a:ext uri="{FF2B5EF4-FFF2-40B4-BE49-F238E27FC236}">
                        <a16:creationId xmlns:a16="http://schemas.microsoft.com/office/drawing/2014/main" id="{FF2F4A20-F56B-EE19-F3F2-4169B9F99A05}"/>
                      </a:ext>
                    </a:extLst>
                  </p:cNvPr>
                  <p:cNvSpPr/>
                  <p:nvPr/>
                </p:nvSpPr>
                <p:spPr>
                  <a:xfrm>
                    <a:off x="5206863" y="3888561"/>
                    <a:ext cx="122738" cy="12273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79" h="12379" extrusionOk="0">
                        <a:moveTo>
                          <a:pt x="6190" y="0"/>
                        </a:moveTo>
                        <a:cubicBezTo>
                          <a:pt x="2771" y="0"/>
                          <a:pt x="0" y="2771"/>
                          <a:pt x="0" y="6189"/>
                        </a:cubicBezTo>
                        <a:cubicBezTo>
                          <a:pt x="0" y="9608"/>
                          <a:pt x="2771" y="12379"/>
                          <a:pt x="6190" y="12379"/>
                        </a:cubicBezTo>
                        <a:cubicBezTo>
                          <a:pt x="9608" y="12379"/>
                          <a:pt x="12379" y="9608"/>
                          <a:pt x="12379" y="6189"/>
                        </a:cubicBezTo>
                        <a:cubicBezTo>
                          <a:pt x="12379" y="2771"/>
                          <a:pt x="9608" y="0"/>
                          <a:pt x="6190" y="0"/>
                        </a:cubicBezTo>
                        <a:close/>
                      </a:path>
                    </a:pathLst>
                  </a:custGeom>
                  <a:solidFill>
                    <a:srgbClr val="CFD9E0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87" name="Google Shape;13192;p132">
                    <a:extLst>
                      <a:ext uri="{FF2B5EF4-FFF2-40B4-BE49-F238E27FC236}">
                        <a16:creationId xmlns:a16="http://schemas.microsoft.com/office/drawing/2014/main" id="{B4A12C75-02C6-589B-6E9E-4137A875DC9D}"/>
                      </a:ext>
                    </a:extLst>
                  </p:cNvPr>
                  <p:cNvSpPr/>
                  <p:nvPr/>
                </p:nvSpPr>
                <p:spPr>
                  <a:xfrm>
                    <a:off x="5206863" y="4151100"/>
                    <a:ext cx="122738" cy="12274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79" h="12380" extrusionOk="0">
                        <a:moveTo>
                          <a:pt x="6190" y="1"/>
                        </a:moveTo>
                        <a:cubicBezTo>
                          <a:pt x="2771" y="1"/>
                          <a:pt x="0" y="2772"/>
                          <a:pt x="0" y="6190"/>
                        </a:cubicBezTo>
                        <a:cubicBezTo>
                          <a:pt x="0" y="9608"/>
                          <a:pt x="2771" y="12379"/>
                          <a:pt x="6190" y="12379"/>
                        </a:cubicBezTo>
                        <a:cubicBezTo>
                          <a:pt x="9608" y="12379"/>
                          <a:pt x="12379" y="9608"/>
                          <a:pt x="12379" y="6190"/>
                        </a:cubicBezTo>
                        <a:cubicBezTo>
                          <a:pt x="12379" y="2772"/>
                          <a:pt x="9608" y="1"/>
                          <a:pt x="6190" y="1"/>
                        </a:cubicBezTo>
                        <a:close/>
                      </a:path>
                    </a:pathLst>
                  </a:custGeom>
                  <a:solidFill>
                    <a:srgbClr val="CFD9E0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88" name="Google Shape;13193;p132">
                    <a:extLst>
                      <a:ext uri="{FF2B5EF4-FFF2-40B4-BE49-F238E27FC236}">
                        <a16:creationId xmlns:a16="http://schemas.microsoft.com/office/drawing/2014/main" id="{63F57E83-10E4-0124-08CF-4EF92B3D589D}"/>
                      </a:ext>
                    </a:extLst>
                  </p:cNvPr>
                  <p:cNvSpPr/>
                  <p:nvPr/>
                </p:nvSpPr>
                <p:spPr>
                  <a:xfrm>
                    <a:off x="5206863" y="4413650"/>
                    <a:ext cx="122738" cy="12275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79" h="12381" extrusionOk="0">
                        <a:moveTo>
                          <a:pt x="6190" y="0"/>
                        </a:moveTo>
                        <a:cubicBezTo>
                          <a:pt x="2771" y="0"/>
                          <a:pt x="0" y="2771"/>
                          <a:pt x="0" y="6191"/>
                        </a:cubicBezTo>
                        <a:cubicBezTo>
                          <a:pt x="0" y="9609"/>
                          <a:pt x="2771" y="12380"/>
                          <a:pt x="6190" y="12380"/>
                        </a:cubicBezTo>
                        <a:cubicBezTo>
                          <a:pt x="9608" y="12380"/>
                          <a:pt x="12379" y="9609"/>
                          <a:pt x="12379" y="6191"/>
                        </a:cubicBezTo>
                        <a:cubicBezTo>
                          <a:pt x="12379" y="2771"/>
                          <a:pt x="9608" y="0"/>
                          <a:pt x="6190" y="0"/>
                        </a:cubicBezTo>
                        <a:close/>
                      </a:path>
                    </a:pathLst>
                  </a:custGeom>
                  <a:solidFill>
                    <a:srgbClr val="869FB2"/>
                  </a:solidFill>
                  <a:ln w="19050" cap="flat" cmpd="sng">
                    <a:solidFill>
                      <a:srgbClr val="869FB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89" name="Google Shape;13194;p132">
                    <a:extLst>
                      <a:ext uri="{FF2B5EF4-FFF2-40B4-BE49-F238E27FC236}">
                        <a16:creationId xmlns:a16="http://schemas.microsoft.com/office/drawing/2014/main" id="{4FBB4D96-54C5-EE29-239B-5066693B969C}"/>
                      </a:ext>
                    </a:extLst>
                  </p:cNvPr>
                  <p:cNvSpPr/>
                  <p:nvPr/>
                </p:nvSpPr>
                <p:spPr>
                  <a:xfrm>
                    <a:off x="5206863" y="4676209"/>
                    <a:ext cx="122738" cy="12273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79" h="12379" extrusionOk="0">
                        <a:moveTo>
                          <a:pt x="6190" y="0"/>
                        </a:moveTo>
                        <a:cubicBezTo>
                          <a:pt x="2771" y="0"/>
                          <a:pt x="0" y="2771"/>
                          <a:pt x="0" y="6189"/>
                        </a:cubicBezTo>
                        <a:cubicBezTo>
                          <a:pt x="0" y="9608"/>
                          <a:pt x="2771" y="12379"/>
                          <a:pt x="6190" y="12379"/>
                        </a:cubicBezTo>
                        <a:cubicBezTo>
                          <a:pt x="9608" y="12379"/>
                          <a:pt x="12379" y="9608"/>
                          <a:pt x="12379" y="6189"/>
                        </a:cubicBezTo>
                        <a:cubicBezTo>
                          <a:pt x="12379" y="2771"/>
                          <a:pt x="9608" y="0"/>
                          <a:pt x="6190" y="0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75000"/>
                    </a:schemeClr>
                  </a:solidFill>
                  <a:ln w="19050" cap="flat" cmpd="sng">
                    <a:solidFill>
                      <a:srgbClr val="869FB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351" name="Google Shape;13195;p132">
                  <a:extLst>
                    <a:ext uri="{FF2B5EF4-FFF2-40B4-BE49-F238E27FC236}">
                      <a16:creationId xmlns:a16="http://schemas.microsoft.com/office/drawing/2014/main" id="{3A2A4B8B-40F7-0125-51F5-C12966D812E0}"/>
                    </a:ext>
                  </a:extLst>
                </p:cNvPr>
                <p:cNvGrpSpPr/>
                <p:nvPr/>
              </p:nvGrpSpPr>
              <p:grpSpPr>
                <a:xfrm>
                  <a:off x="1786057" y="2882501"/>
                  <a:ext cx="103104" cy="1426186"/>
                  <a:chOff x="6006138" y="3143629"/>
                  <a:chExt cx="122758" cy="1698043"/>
                </a:xfrm>
              </p:grpSpPr>
              <p:sp>
                <p:nvSpPr>
                  <p:cNvPr id="376" name="Google Shape;13196;p132">
                    <a:extLst>
                      <a:ext uri="{FF2B5EF4-FFF2-40B4-BE49-F238E27FC236}">
                        <a16:creationId xmlns:a16="http://schemas.microsoft.com/office/drawing/2014/main" id="{9B038C69-1D0F-C985-86F8-1494A89AF393}"/>
                      </a:ext>
                    </a:extLst>
                  </p:cNvPr>
                  <p:cNvSpPr/>
                  <p:nvPr/>
                </p:nvSpPr>
                <p:spPr>
                  <a:xfrm>
                    <a:off x="6006138" y="3143629"/>
                    <a:ext cx="122758" cy="12274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81" h="12380" extrusionOk="0">
                        <a:moveTo>
                          <a:pt x="6191" y="1"/>
                        </a:moveTo>
                        <a:cubicBezTo>
                          <a:pt x="2771" y="1"/>
                          <a:pt x="0" y="2772"/>
                          <a:pt x="0" y="6190"/>
                        </a:cubicBezTo>
                        <a:cubicBezTo>
                          <a:pt x="0" y="9608"/>
                          <a:pt x="2771" y="12379"/>
                          <a:pt x="6191" y="12379"/>
                        </a:cubicBezTo>
                        <a:cubicBezTo>
                          <a:pt x="9610" y="12379"/>
                          <a:pt x="12381" y="9608"/>
                          <a:pt x="12381" y="6190"/>
                        </a:cubicBezTo>
                        <a:cubicBezTo>
                          <a:pt x="12381" y="2772"/>
                          <a:pt x="9610" y="1"/>
                          <a:pt x="6191" y="1"/>
                        </a:cubicBezTo>
                        <a:close/>
                      </a:path>
                    </a:pathLst>
                  </a:custGeom>
                  <a:solidFill>
                    <a:srgbClr val="CFD9E0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77" name="Google Shape;13197;p132">
                    <a:extLst>
                      <a:ext uri="{FF2B5EF4-FFF2-40B4-BE49-F238E27FC236}">
                        <a16:creationId xmlns:a16="http://schemas.microsoft.com/office/drawing/2014/main" id="{DC6B0223-260F-8716-1C6A-595488007D96}"/>
                      </a:ext>
                    </a:extLst>
                  </p:cNvPr>
                  <p:cNvSpPr/>
                  <p:nvPr/>
                </p:nvSpPr>
                <p:spPr>
                  <a:xfrm>
                    <a:off x="6006138" y="3406178"/>
                    <a:ext cx="122758" cy="12275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81" h="12381" extrusionOk="0">
                        <a:moveTo>
                          <a:pt x="6191" y="0"/>
                        </a:moveTo>
                        <a:cubicBezTo>
                          <a:pt x="2771" y="0"/>
                          <a:pt x="0" y="2771"/>
                          <a:pt x="0" y="6191"/>
                        </a:cubicBezTo>
                        <a:cubicBezTo>
                          <a:pt x="0" y="9610"/>
                          <a:pt x="2771" y="12381"/>
                          <a:pt x="6191" y="12381"/>
                        </a:cubicBezTo>
                        <a:cubicBezTo>
                          <a:pt x="9610" y="12381"/>
                          <a:pt x="12381" y="9610"/>
                          <a:pt x="12381" y="6191"/>
                        </a:cubicBezTo>
                        <a:cubicBezTo>
                          <a:pt x="12381" y="2771"/>
                          <a:pt x="9610" y="0"/>
                          <a:pt x="6191" y="0"/>
                        </a:cubicBezTo>
                        <a:close/>
                      </a:path>
                    </a:pathLst>
                  </a:custGeom>
                  <a:solidFill>
                    <a:srgbClr val="CFD9E0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78" name="Google Shape;13198;p132">
                    <a:extLst>
                      <a:ext uri="{FF2B5EF4-FFF2-40B4-BE49-F238E27FC236}">
                        <a16:creationId xmlns:a16="http://schemas.microsoft.com/office/drawing/2014/main" id="{71019599-BFA5-24E2-1AFA-FE77FA2CD0AC}"/>
                      </a:ext>
                    </a:extLst>
                  </p:cNvPr>
                  <p:cNvSpPr/>
                  <p:nvPr/>
                </p:nvSpPr>
                <p:spPr>
                  <a:xfrm>
                    <a:off x="6006138" y="3668717"/>
                    <a:ext cx="122738" cy="1227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79" h="12382" extrusionOk="0">
                        <a:moveTo>
                          <a:pt x="6190" y="1"/>
                        </a:moveTo>
                        <a:cubicBezTo>
                          <a:pt x="2771" y="1"/>
                          <a:pt x="0" y="2774"/>
                          <a:pt x="0" y="6192"/>
                        </a:cubicBezTo>
                        <a:cubicBezTo>
                          <a:pt x="0" y="9610"/>
                          <a:pt x="2771" y="12381"/>
                          <a:pt x="6190" y="12381"/>
                        </a:cubicBezTo>
                        <a:cubicBezTo>
                          <a:pt x="9608" y="12381"/>
                          <a:pt x="12379" y="9610"/>
                          <a:pt x="12379" y="6192"/>
                        </a:cubicBezTo>
                        <a:cubicBezTo>
                          <a:pt x="12379" y="2774"/>
                          <a:pt x="9608" y="1"/>
                          <a:pt x="6190" y="1"/>
                        </a:cubicBezTo>
                        <a:close/>
                      </a:path>
                    </a:pathLst>
                  </a:custGeom>
                  <a:solidFill>
                    <a:srgbClr val="CFD9E0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79" name="Google Shape;13199;p132">
                    <a:extLst>
                      <a:ext uri="{FF2B5EF4-FFF2-40B4-BE49-F238E27FC236}">
                        <a16:creationId xmlns:a16="http://schemas.microsoft.com/office/drawing/2014/main" id="{92040FED-605F-1359-E1E4-1A2D3F0E5C54}"/>
                      </a:ext>
                    </a:extLst>
                  </p:cNvPr>
                  <p:cNvSpPr/>
                  <p:nvPr/>
                </p:nvSpPr>
                <p:spPr>
                  <a:xfrm>
                    <a:off x="6006138" y="3931286"/>
                    <a:ext cx="122738" cy="12273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79" h="12379" extrusionOk="0">
                        <a:moveTo>
                          <a:pt x="6190" y="0"/>
                        </a:moveTo>
                        <a:cubicBezTo>
                          <a:pt x="2771" y="0"/>
                          <a:pt x="0" y="2771"/>
                          <a:pt x="0" y="6189"/>
                        </a:cubicBezTo>
                        <a:cubicBezTo>
                          <a:pt x="0" y="9608"/>
                          <a:pt x="2771" y="12379"/>
                          <a:pt x="6190" y="12379"/>
                        </a:cubicBezTo>
                        <a:cubicBezTo>
                          <a:pt x="9608" y="12379"/>
                          <a:pt x="12379" y="9608"/>
                          <a:pt x="12379" y="6189"/>
                        </a:cubicBezTo>
                        <a:cubicBezTo>
                          <a:pt x="12379" y="2771"/>
                          <a:pt x="9608" y="0"/>
                          <a:pt x="6190" y="0"/>
                        </a:cubicBezTo>
                        <a:close/>
                      </a:path>
                    </a:pathLst>
                  </a:custGeom>
                  <a:solidFill>
                    <a:srgbClr val="869FB2"/>
                  </a:solidFill>
                  <a:ln w="19050" cap="flat" cmpd="sng">
                    <a:solidFill>
                      <a:srgbClr val="869FB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80" name="Google Shape;13200;p132">
                    <a:extLst>
                      <a:ext uri="{FF2B5EF4-FFF2-40B4-BE49-F238E27FC236}">
                        <a16:creationId xmlns:a16="http://schemas.microsoft.com/office/drawing/2014/main" id="{CF560465-5BD5-FB90-2CB2-FA9BA5270828}"/>
                      </a:ext>
                    </a:extLst>
                  </p:cNvPr>
                  <p:cNvSpPr/>
                  <p:nvPr/>
                </p:nvSpPr>
                <p:spPr>
                  <a:xfrm>
                    <a:off x="6006138" y="4193825"/>
                    <a:ext cx="122738" cy="12274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79" h="12380" extrusionOk="0">
                        <a:moveTo>
                          <a:pt x="6190" y="1"/>
                        </a:moveTo>
                        <a:cubicBezTo>
                          <a:pt x="2771" y="1"/>
                          <a:pt x="0" y="2772"/>
                          <a:pt x="0" y="6190"/>
                        </a:cubicBezTo>
                        <a:cubicBezTo>
                          <a:pt x="0" y="9608"/>
                          <a:pt x="2771" y="12379"/>
                          <a:pt x="6190" y="12379"/>
                        </a:cubicBezTo>
                        <a:cubicBezTo>
                          <a:pt x="9608" y="12379"/>
                          <a:pt x="12379" y="9608"/>
                          <a:pt x="12379" y="6190"/>
                        </a:cubicBezTo>
                        <a:cubicBezTo>
                          <a:pt x="12379" y="2772"/>
                          <a:pt x="9608" y="1"/>
                          <a:pt x="6190" y="1"/>
                        </a:cubicBezTo>
                        <a:close/>
                      </a:path>
                    </a:pathLst>
                  </a:custGeom>
                  <a:solidFill>
                    <a:srgbClr val="869FB2"/>
                  </a:solidFill>
                  <a:ln w="19050" cap="flat" cmpd="sng">
                    <a:solidFill>
                      <a:srgbClr val="869FB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81" name="Google Shape;13201;p132">
                    <a:extLst>
                      <a:ext uri="{FF2B5EF4-FFF2-40B4-BE49-F238E27FC236}">
                        <a16:creationId xmlns:a16="http://schemas.microsoft.com/office/drawing/2014/main" id="{3C90D9D7-D7C6-AB04-C5A8-579BC0BC197A}"/>
                      </a:ext>
                    </a:extLst>
                  </p:cNvPr>
                  <p:cNvSpPr/>
                  <p:nvPr/>
                </p:nvSpPr>
                <p:spPr>
                  <a:xfrm>
                    <a:off x="6006138" y="4456375"/>
                    <a:ext cx="122738" cy="12275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79" h="12381" extrusionOk="0">
                        <a:moveTo>
                          <a:pt x="6190" y="0"/>
                        </a:moveTo>
                        <a:cubicBezTo>
                          <a:pt x="2771" y="0"/>
                          <a:pt x="0" y="2771"/>
                          <a:pt x="0" y="6191"/>
                        </a:cubicBezTo>
                        <a:cubicBezTo>
                          <a:pt x="0" y="9609"/>
                          <a:pt x="2771" y="12380"/>
                          <a:pt x="6190" y="12380"/>
                        </a:cubicBezTo>
                        <a:cubicBezTo>
                          <a:pt x="9608" y="12380"/>
                          <a:pt x="12379" y="9609"/>
                          <a:pt x="12379" y="6191"/>
                        </a:cubicBezTo>
                        <a:cubicBezTo>
                          <a:pt x="12379" y="2771"/>
                          <a:pt x="9608" y="0"/>
                          <a:pt x="6190" y="0"/>
                        </a:cubicBezTo>
                        <a:close/>
                      </a:path>
                    </a:pathLst>
                  </a:custGeom>
                  <a:solidFill>
                    <a:srgbClr val="869FB2"/>
                  </a:solidFill>
                  <a:ln w="19050" cap="flat" cmpd="sng">
                    <a:solidFill>
                      <a:srgbClr val="869FB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82" name="Google Shape;13202;p132">
                    <a:extLst>
                      <a:ext uri="{FF2B5EF4-FFF2-40B4-BE49-F238E27FC236}">
                        <a16:creationId xmlns:a16="http://schemas.microsoft.com/office/drawing/2014/main" id="{932A6C92-8377-65B3-C04E-494FAEDE32E1}"/>
                      </a:ext>
                    </a:extLst>
                  </p:cNvPr>
                  <p:cNvSpPr/>
                  <p:nvPr/>
                </p:nvSpPr>
                <p:spPr>
                  <a:xfrm>
                    <a:off x="6006138" y="4718934"/>
                    <a:ext cx="122738" cy="12273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79" h="12379" extrusionOk="0">
                        <a:moveTo>
                          <a:pt x="6190" y="0"/>
                        </a:moveTo>
                        <a:cubicBezTo>
                          <a:pt x="2771" y="0"/>
                          <a:pt x="0" y="2771"/>
                          <a:pt x="0" y="6189"/>
                        </a:cubicBezTo>
                        <a:cubicBezTo>
                          <a:pt x="0" y="9608"/>
                          <a:pt x="2771" y="12379"/>
                          <a:pt x="6190" y="12379"/>
                        </a:cubicBezTo>
                        <a:cubicBezTo>
                          <a:pt x="9608" y="12379"/>
                          <a:pt x="12379" y="9608"/>
                          <a:pt x="12379" y="6189"/>
                        </a:cubicBezTo>
                        <a:cubicBezTo>
                          <a:pt x="12379" y="2771"/>
                          <a:pt x="9608" y="0"/>
                          <a:pt x="6190" y="0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75000"/>
                    </a:schemeClr>
                  </a:solidFill>
                  <a:ln w="19050" cap="flat" cmpd="sng">
                    <a:solidFill>
                      <a:srgbClr val="869FB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352" name="Google Shape;13203;p132">
                  <a:extLst>
                    <a:ext uri="{FF2B5EF4-FFF2-40B4-BE49-F238E27FC236}">
                      <a16:creationId xmlns:a16="http://schemas.microsoft.com/office/drawing/2014/main" id="{7340BF11-C898-634F-21B8-18B30D43B894}"/>
                    </a:ext>
                  </a:extLst>
                </p:cNvPr>
                <p:cNvGrpSpPr/>
                <p:nvPr/>
              </p:nvGrpSpPr>
              <p:grpSpPr>
                <a:xfrm>
                  <a:off x="2029422" y="2882501"/>
                  <a:ext cx="103104" cy="1426186"/>
                  <a:chOff x="6805413" y="3100904"/>
                  <a:chExt cx="122758" cy="1698043"/>
                </a:xfrm>
              </p:grpSpPr>
              <p:sp>
                <p:nvSpPr>
                  <p:cNvPr id="369" name="Google Shape;13204;p132">
                    <a:extLst>
                      <a:ext uri="{FF2B5EF4-FFF2-40B4-BE49-F238E27FC236}">
                        <a16:creationId xmlns:a16="http://schemas.microsoft.com/office/drawing/2014/main" id="{0A564881-8486-912B-2252-DF28020BA107}"/>
                      </a:ext>
                    </a:extLst>
                  </p:cNvPr>
                  <p:cNvSpPr/>
                  <p:nvPr/>
                </p:nvSpPr>
                <p:spPr>
                  <a:xfrm>
                    <a:off x="6805413" y="3100904"/>
                    <a:ext cx="122758" cy="12274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81" h="12380" extrusionOk="0">
                        <a:moveTo>
                          <a:pt x="6191" y="1"/>
                        </a:moveTo>
                        <a:cubicBezTo>
                          <a:pt x="2771" y="1"/>
                          <a:pt x="0" y="2772"/>
                          <a:pt x="0" y="6190"/>
                        </a:cubicBezTo>
                        <a:cubicBezTo>
                          <a:pt x="0" y="9608"/>
                          <a:pt x="2771" y="12379"/>
                          <a:pt x="6191" y="12379"/>
                        </a:cubicBezTo>
                        <a:cubicBezTo>
                          <a:pt x="9610" y="12379"/>
                          <a:pt x="12381" y="9608"/>
                          <a:pt x="12381" y="6190"/>
                        </a:cubicBezTo>
                        <a:cubicBezTo>
                          <a:pt x="12381" y="2772"/>
                          <a:pt x="9610" y="1"/>
                          <a:pt x="6191" y="1"/>
                        </a:cubicBezTo>
                        <a:close/>
                      </a:path>
                    </a:pathLst>
                  </a:custGeom>
                  <a:solidFill>
                    <a:srgbClr val="CFD9E0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70" name="Google Shape;13205;p132">
                    <a:extLst>
                      <a:ext uri="{FF2B5EF4-FFF2-40B4-BE49-F238E27FC236}">
                        <a16:creationId xmlns:a16="http://schemas.microsoft.com/office/drawing/2014/main" id="{778DF257-493E-A339-B51B-054A257703F3}"/>
                      </a:ext>
                    </a:extLst>
                  </p:cNvPr>
                  <p:cNvSpPr/>
                  <p:nvPr/>
                </p:nvSpPr>
                <p:spPr>
                  <a:xfrm>
                    <a:off x="6805413" y="3363453"/>
                    <a:ext cx="122758" cy="12275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81" h="12381" extrusionOk="0">
                        <a:moveTo>
                          <a:pt x="6191" y="0"/>
                        </a:moveTo>
                        <a:cubicBezTo>
                          <a:pt x="2771" y="0"/>
                          <a:pt x="0" y="2771"/>
                          <a:pt x="0" y="6191"/>
                        </a:cubicBezTo>
                        <a:cubicBezTo>
                          <a:pt x="0" y="9610"/>
                          <a:pt x="2771" y="12381"/>
                          <a:pt x="6191" y="12381"/>
                        </a:cubicBezTo>
                        <a:cubicBezTo>
                          <a:pt x="9610" y="12381"/>
                          <a:pt x="12381" y="9610"/>
                          <a:pt x="12381" y="6191"/>
                        </a:cubicBezTo>
                        <a:cubicBezTo>
                          <a:pt x="12381" y="2771"/>
                          <a:pt x="9610" y="0"/>
                          <a:pt x="6191" y="0"/>
                        </a:cubicBezTo>
                        <a:close/>
                      </a:path>
                    </a:pathLst>
                  </a:custGeom>
                  <a:solidFill>
                    <a:srgbClr val="CFD9E0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71" name="Google Shape;13206;p132">
                    <a:extLst>
                      <a:ext uri="{FF2B5EF4-FFF2-40B4-BE49-F238E27FC236}">
                        <a16:creationId xmlns:a16="http://schemas.microsoft.com/office/drawing/2014/main" id="{67F77C63-3510-07AD-7B57-3C61EAB46E20}"/>
                      </a:ext>
                    </a:extLst>
                  </p:cNvPr>
                  <p:cNvSpPr/>
                  <p:nvPr/>
                </p:nvSpPr>
                <p:spPr>
                  <a:xfrm>
                    <a:off x="6805413" y="3625992"/>
                    <a:ext cx="122738" cy="1227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79" h="12382" extrusionOk="0">
                        <a:moveTo>
                          <a:pt x="6190" y="1"/>
                        </a:moveTo>
                        <a:cubicBezTo>
                          <a:pt x="2771" y="1"/>
                          <a:pt x="0" y="2774"/>
                          <a:pt x="0" y="6192"/>
                        </a:cubicBezTo>
                        <a:cubicBezTo>
                          <a:pt x="0" y="9610"/>
                          <a:pt x="2771" y="12381"/>
                          <a:pt x="6190" y="12381"/>
                        </a:cubicBezTo>
                        <a:cubicBezTo>
                          <a:pt x="9608" y="12381"/>
                          <a:pt x="12379" y="9610"/>
                          <a:pt x="12379" y="6192"/>
                        </a:cubicBezTo>
                        <a:cubicBezTo>
                          <a:pt x="12379" y="2774"/>
                          <a:pt x="9608" y="1"/>
                          <a:pt x="6190" y="1"/>
                        </a:cubicBezTo>
                        <a:close/>
                      </a:path>
                    </a:pathLst>
                  </a:custGeom>
                  <a:solidFill>
                    <a:srgbClr val="CFD9E0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72" name="Google Shape;13207;p132">
                    <a:extLst>
                      <a:ext uri="{FF2B5EF4-FFF2-40B4-BE49-F238E27FC236}">
                        <a16:creationId xmlns:a16="http://schemas.microsoft.com/office/drawing/2014/main" id="{7A0EAEAC-A12C-6F8D-14CC-85CB6AC6994D}"/>
                      </a:ext>
                    </a:extLst>
                  </p:cNvPr>
                  <p:cNvSpPr/>
                  <p:nvPr/>
                </p:nvSpPr>
                <p:spPr>
                  <a:xfrm>
                    <a:off x="6805413" y="3888561"/>
                    <a:ext cx="122738" cy="12273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79" h="12379" extrusionOk="0">
                        <a:moveTo>
                          <a:pt x="6190" y="0"/>
                        </a:moveTo>
                        <a:cubicBezTo>
                          <a:pt x="2771" y="0"/>
                          <a:pt x="0" y="2771"/>
                          <a:pt x="0" y="6189"/>
                        </a:cubicBezTo>
                        <a:cubicBezTo>
                          <a:pt x="0" y="9608"/>
                          <a:pt x="2771" y="12379"/>
                          <a:pt x="6190" y="12379"/>
                        </a:cubicBezTo>
                        <a:cubicBezTo>
                          <a:pt x="9608" y="12379"/>
                          <a:pt x="12379" y="9608"/>
                          <a:pt x="12379" y="6189"/>
                        </a:cubicBezTo>
                        <a:cubicBezTo>
                          <a:pt x="12379" y="2771"/>
                          <a:pt x="9608" y="0"/>
                          <a:pt x="6190" y="0"/>
                        </a:cubicBezTo>
                        <a:close/>
                      </a:path>
                    </a:pathLst>
                  </a:custGeom>
                  <a:solidFill>
                    <a:srgbClr val="CFD9E0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73" name="Google Shape;13208;p132">
                    <a:extLst>
                      <a:ext uri="{FF2B5EF4-FFF2-40B4-BE49-F238E27FC236}">
                        <a16:creationId xmlns:a16="http://schemas.microsoft.com/office/drawing/2014/main" id="{1B49C166-57E1-66BC-D708-1C01C3DD2CD3}"/>
                      </a:ext>
                    </a:extLst>
                  </p:cNvPr>
                  <p:cNvSpPr/>
                  <p:nvPr/>
                </p:nvSpPr>
                <p:spPr>
                  <a:xfrm>
                    <a:off x="6805413" y="4151100"/>
                    <a:ext cx="122738" cy="12274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79" h="12380" extrusionOk="0">
                        <a:moveTo>
                          <a:pt x="6190" y="1"/>
                        </a:moveTo>
                        <a:cubicBezTo>
                          <a:pt x="2771" y="1"/>
                          <a:pt x="0" y="2772"/>
                          <a:pt x="0" y="6190"/>
                        </a:cubicBezTo>
                        <a:cubicBezTo>
                          <a:pt x="0" y="9608"/>
                          <a:pt x="2771" y="12379"/>
                          <a:pt x="6190" y="12379"/>
                        </a:cubicBezTo>
                        <a:cubicBezTo>
                          <a:pt x="9608" y="12379"/>
                          <a:pt x="12379" y="9608"/>
                          <a:pt x="12379" y="6190"/>
                        </a:cubicBezTo>
                        <a:cubicBezTo>
                          <a:pt x="12379" y="2772"/>
                          <a:pt x="9608" y="1"/>
                          <a:pt x="6190" y="1"/>
                        </a:cubicBezTo>
                        <a:close/>
                      </a:path>
                    </a:pathLst>
                  </a:custGeom>
                  <a:solidFill>
                    <a:srgbClr val="CFD9E0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74" name="Google Shape;13209;p132">
                    <a:extLst>
                      <a:ext uri="{FF2B5EF4-FFF2-40B4-BE49-F238E27FC236}">
                        <a16:creationId xmlns:a16="http://schemas.microsoft.com/office/drawing/2014/main" id="{E5AD7E5E-01E4-9DA8-1E39-D247B78A3549}"/>
                      </a:ext>
                    </a:extLst>
                  </p:cNvPr>
                  <p:cNvSpPr/>
                  <p:nvPr/>
                </p:nvSpPr>
                <p:spPr>
                  <a:xfrm>
                    <a:off x="6805413" y="4413650"/>
                    <a:ext cx="122738" cy="12275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79" h="12381" extrusionOk="0">
                        <a:moveTo>
                          <a:pt x="6190" y="0"/>
                        </a:moveTo>
                        <a:cubicBezTo>
                          <a:pt x="2771" y="0"/>
                          <a:pt x="0" y="2771"/>
                          <a:pt x="0" y="6191"/>
                        </a:cubicBezTo>
                        <a:cubicBezTo>
                          <a:pt x="0" y="9609"/>
                          <a:pt x="2771" y="12380"/>
                          <a:pt x="6190" y="12380"/>
                        </a:cubicBezTo>
                        <a:cubicBezTo>
                          <a:pt x="9608" y="12380"/>
                          <a:pt x="12379" y="9609"/>
                          <a:pt x="12379" y="6191"/>
                        </a:cubicBezTo>
                        <a:cubicBezTo>
                          <a:pt x="12379" y="2771"/>
                          <a:pt x="9608" y="0"/>
                          <a:pt x="6190" y="0"/>
                        </a:cubicBezTo>
                        <a:close/>
                      </a:path>
                    </a:pathLst>
                  </a:custGeom>
                  <a:solidFill>
                    <a:srgbClr val="CFD9E0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75" name="Google Shape;13210;p132">
                    <a:extLst>
                      <a:ext uri="{FF2B5EF4-FFF2-40B4-BE49-F238E27FC236}">
                        <a16:creationId xmlns:a16="http://schemas.microsoft.com/office/drawing/2014/main" id="{708E14F8-5661-8F82-AE27-90F350971E87}"/>
                      </a:ext>
                    </a:extLst>
                  </p:cNvPr>
                  <p:cNvSpPr/>
                  <p:nvPr/>
                </p:nvSpPr>
                <p:spPr>
                  <a:xfrm>
                    <a:off x="6805413" y="4676209"/>
                    <a:ext cx="122738" cy="12273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79" h="12379" extrusionOk="0">
                        <a:moveTo>
                          <a:pt x="6190" y="0"/>
                        </a:moveTo>
                        <a:cubicBezTo>
                          <a:pt x="2771" y="0"/>
                          <a:pt x="0" y="2771"/>
                          <a:pt x="0" y="6189"/>
                        </a:cubicBezTo>
                        <a:cubicBezTo>
                          <a:pt x="0" y="9608"/>
                          <a:pt x="2771" y="12379"/>
                          <a:pt x="6190" y="12379"/>
                        </a:cubicBezTo>
                        <a:cubicBezTo>
                          <a:pt x="9608" y="12379"/>
                          <a:pt x="12379" y="9608"/>
                          <a:pt x="12379" y="6189"/>
                        </a:cubicBezTo>
                        <a:cubicBezTo>
                          <a:pt x="12379" y="2771"/>
                          <a:pt x="9608" y="0"/>
                          <a:pt x="6190" y="0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75000"/>
                    </a:schemeClr>
                  </a:solidFill>
                  <a:ln w="19050" cap="flat" cmpd="sng">
                    <a:solidFill>
                      <a:srgbClr val="869FB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353" name="Google Shape;13211;p132">
                  <a:extLst>
                    <a:ext uri="{FF2B5EF4-FFF2-40B4-BE49-F238E27FC236}">
                      <a16:creationId xmlns:a16="http://schemas.microsoft.com/office/drawing/2014/main" id="{0396308E-F32E-5A91-4D73-1FC03A37A67F}"/>
                    </a:ext>
                  </a:extLst>
                </p:cNvPr>
                <p:cNvGrpSpPr/>
                <p:nvPr/>
              </p:nvGrpSpPr>
              <p:grpSpPr>
                <a:xfrm>
                  <a:off x="2272795" y="2882501"/>
                  <a:ext cx="103104" cy="1426186"/>
                  <a:chOff x="5206863" y="3100904"/>
                  <a:chExt cx="122758" cy="1698043"/>
                </a:xfrm>
              </p:grpSpPr>
              <p:sp>
                <p:nvSpPr>
                  <p:cNvPr id="362" name="Google Shape;13212;p132">
                    <a:extLst>
                      <a:ext uri="{FF2B5EF4-FFF2-40B4-BE49-F238E27FC236}">
                        <a16:creationId xmlns:a16="http://schemas.microsoft.com/office/drawing/2014/main" id="{B264E10E-8E10-D1D1-2C70-16B222CDF878}"/>
                      </a:ext>
                    </a:extLst>
                  </p:cNvPr>
                  <p:cNvSpPr/>
                  <p:nvPr/>
                </p:nvSpPr>
                <p:spPr>
                  <a:xfrm>
                    <a:off x="5206863" y="3100904"/>
                    <a:ext cx="122758" cy="12274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81" h="12380" extrusionOk="0">
                        <a:moveTo>
                          <a:pt x="6191" y="1"/>
                        </a:moveTo>
                        <a:cubicBezTo>
                          <a:pt x="2771" y="1"/>
                          <a:pt x="0" y="2772"/>
                          <a:pt x="0" y="6190"/>
                        </a:cubicBezTo>
                        <a:cubicBezTo>
                          <a:pt x="0" y="9608"/>
                          <a:pt x="2771" y="12379"/>
                          <a:pt x="6191" y="12379"/>
                        </a:cubicBezTo>
                        <a:cubicBezTo>
                          <a:pt x="9610" y="12379"/>
                          <a:pt x="12381" y="9608"/>
                          <a:pt x="12381" y="6190"/>
                        </a:cubicBezTo>
                        <a:cubicBezTo>
                          <a:pt x="12381" y="2772"/>
                          <a:pt x="9610" y="1"/>
                          <a:pt x="6191" y="1"/>
                        </a:cubicBezTo>
                        <a:close/>
                      </a:path>
                    </a:pathLst>
                  </a:custGeom>
                  <a:solidFill>
                    <a:srgbClr val="CFD9E0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3" name="Google Shape;13213;p132">
                    <a:extLst>
                      <a:ext uri="{FF2B5EF4-FFF2-40B4-BE49-F238E27FC236}">
                        <a16:creationId xmlns:a16="http://schemas.microsoft.com/office/drawing/2014/main" id="{29C58EED-8F3E-EA99-D939-26CFA61CBA1B}"/>
                      </a:ext>
                    </a:extLst>
                  </p:cNvPr>
                  <p:cNvSpPr/>
                  <p:nvPr/>
                </p:nvSpPr>
                <p:spPr>
                  <a:xfrm>
                    <a:off x="5206863" y="3363453"/>
                    <a:ext cx="122758" cy="12275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81" h="12381" extrusionOk="0">
                        <a:moveTo>
                          <a:pt x="6191" y="0"/>
                        </a:moveTo>
                        <a:cubicBezTo>
                          <a:pt x="2771" y="0"/>
                          <a:pt x="0" y="2771"/>
                          <a:pt x="0" y="6191"/>
                        </a:cubicBezTo>
                        <a:cubicBezTo>
                          <a:pt x="0" y="9610"/>
                          <a:pt x="2771" y="12381"/>
                          <a:pt x="6191" y="12381"/>
                        </a:cubicBezTo>
                        <a:cubicBezTo>
                          <a:pt x="9610" y="12381"/>
                          <a:pt x="12381" y="9610"/>
                          <a:pt x="12381" y="6191"/>
                        </a:cubicBezTo>
                        <a:cubicBezTo>
                          <a:pt x="12381" y="2771"/>
                          <a:pt x="9610" y="0"/>
                          <a:pt x="6191" y="0"/>
                        </a:cubicBezTo>
                        <a:close/>
                      </a:path>
                    </a:pathLst>
                  </a:custGeom>
                  <a:solidFill>
                    <a:srgbClr val="CFD9E0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4" name="Google Shape;13214;p132">
                    <a:extLst>
                      <a:ext uri="{FF2B5EF4-FFF2-40B4-BE49-F238E27FC236}">
                        <a16:creationId xmlns:a16="http://schemas.microsoft.com/office/drawing/2014/main" id="{2B02BD6A-3B33-D958-A78A-5704F1B965CC}"/>
                      </a:ext>
                    </a:extLst>
                  </p:cNvPr>
                  <p:cNvSpPr/>
                  <p:nvPr/>
                </p:nvSpPr>
                <p:spPr>
                  <a:xfrm>
                    <a:off x="5206863" y="3625992"/>
                    <a:ext cx="122738" cy="1227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79" h="12382" extrusionOk="0">
                        <a:moveTo>
                          <a:pt x="6190" y="1"/>
                        </a:moveTo>
                        <a:cubicBezTo>
                          <a:pt x="2771" y="1"/>
                          <a:pt x="0" y="2774"/>
                          <a:pt x="0" y="6192"/>
                        </a:cubicBezTo>
                        <a:cubicBezTo>
                          <a:pt x="0" y="9610"/>
                          <a:pt x="2771" y="12381"/>
                          <a:pt x="6190" y="12381"/>
                        </a:cubicBezTo>
                        <a:cubicBezTo>
                          <a:pt x="9608" y="12381"/>
                          <a:pt x="12379" y="9610"/>
                          <a:pt x="12379" y="6192"/>
                        </a:cubicBezTo>
                        <a:cubicBezTo>
                          <a:pt x="12379" y="2774"/>
                          <a:pt x="9608" y="1"/>
                          <a:pt x="6190" y="1"/>
                        </a:cubicBezTo>
                        <a:close/>
                      </a:path>
                    </a:pathLst>
                  </a:custGeom>
                  <a:solidFill>
                    <a:srgbClr val="CFD9E0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5" name="Google Shape;13215;p132">
                    <a:extLst>
                      <a:ext uri="{FF2B5EF4-FFF2-40B4-BE49-F238E27FC236}">
                        <a16:creationId xmlns:a16="http://schemas.microsoft.com/office/drawing/2014/main" id="{966AC852-60A4-106C-98C6-969012611031}"/>
                      </a:ext>
                    </a:extLst>
                  </p:cNvPr>
                  <p:cNvSpPr/>
                  <p:nvPr/>
                </p:nvSpPr>
                <p:spPr>
                  <a:xfrm>
                    <a:off x="5206863" y="3888561"/>
                    <a:ext cx="122738" cy="12273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79" h="12379" extrusionOk="0">
                        <a:moveTo>
                          <a:pt x="6190" y="0"/>
                        </a:moveTo>
                        <a:cubicBezTo>
                          <a:pt x="2771" y="0"/>
                          <a:pt x="0" y="2771"/>
                          <a:pt x="0" y="6189"/>
                        </a:cubicBezTo>
                        <a:cubicBezTo>
                          <a:pt x="0" y="9608"/>
                          <a:pt x="2771" y="12379"/>
                          <a:pt x="6190" y="12379"/>
                        </a:cubicBezTo>
                        <a:cubicBezTo>
                          <a:pt x="9608" y="12379"/>
                          <a:pt x="12379" y="9608"/>
                          <a:pt x="12379" y="6189"/>
                        </a:cubicBezTo>
                        <a:cubicBezTo>
                          <a:pt x="12379" y="2771"/>
                          <a:pt x="9608" y="0"/>
                          <a:pt x="6190" y="0"/>
                        </a:cubicBezTo>
                        <a:close/>
                      </a:path>
                    </a:pathLst>
                  </a:custGeom>
                  <a:solidFill>
                    <a:srgbClr val="CFD9E0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6" name="Google Shape;13216;p132">
                    <a:extLst>
                      <a:ext uri="{FF2B5EF4-FFF2-40B4-BE49-F238E27FC236}">
                        <a16:creationId xmlns:a16="http://schemas.microsoft.com/office/drawing/2014/main" id="{1F72AA57-5424-0012-3C57-7F2ADA16D164}"/>
                      </a:ext>
                    </a:extLst>
                  </p:cNvPr>
                  <p:cNvSpPr/>
                  <p:nvPr/>
                </p:nvSpPr>
                <p:spPr>
                  <a:xfrm>
                    <a:off x="5206863" y="4151100"/>
                    <a:ext cx="122738" cy="12274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79" h="12380" extrusionOk="0">
                        <a:moveTo>
                          <a:pt x="6190" y="1"/>
                        </a:moveTo>
                        <a:cubicBezTo>
                          <a:pt x="2771" y="1"/>
                          <a:pt x="0" y="2772"/>
                          <a:pt x="0" y="6190"/>
                        </a:cubicBezTo>
                        <a:cubicBezTo>
                          <a:pt x="0" y="9608"/>
                          <a:pt x="2771" y="12379"/>
                          <a:pt x="6190" y="12379"/>
                        </a:cubicBezTo>
                        <a:cubicBezTo>
                          <a:pt x="9608" y="12379"/>
                          <a:pt x="12379" y="9608"/>
                          <a:pt x="12379" y="6190"/>
                        </a:cubicBezTo>
                        <a:cubicBezTo>
                          <a:pt x="12379" y="2772"/>
                          <a:pt x="9608" y="1"/>
                          <a:pt x="6190" y="1"/>
                        </a:cubicBezTo>
                        <a:close/>
                      </a:path>
                    </a:pathLst>
                  </a:custGeom>
                  <a:solidFill>
                    <a:srgbClr val="CFD9E0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7" name="Google Shape;13217;p132">
                    <a:extLst>
                      <a:ext uri="{FF2B5EF4-FFF2-40B4-BE49-F238E27FC236}">
                        <a16:creationId xmlns:a16="http://schemas.microsoft.com/office/drawing/2014/main" id="{3850A601-7629-1495-E744-CE5F16527F96}"/>
                      </a:ext>
                    </a:extLst>
                  </p:cNvPr>
                  <p:cNvSpPr/>
                  <p:nvPr/>
                </p:nvSpPr>
                <p:spPr>
                  <a:xfrm>
                    <a:off x="5206863" y="4413650"/>
                    <a:ext cx="122738" cy="12275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79" h="12381" extrusionOk="0">
                        <a:moveTo>
                          <a:pt x="6190" y="0"/>
                        </a:moveTo>
                        <a:cubicBezTo>
                          <a:pt x="2771" y="0"/>
                          <a:pt x="0" y="2771"/>
                          <a:pt x="0" y="6191"/>
                        </a:cubicBezTo>
                        <a:cubicBezTo>
                          <a:pt x="0" y="9609"/>
                          <a:pt x="2771" y="12380"/>
                          <a:pt x="6190" y="12380"/>
                        </a:cubicBezTo>
                        <a:cubicBezTo>
                          <a:pt x="9608" y="12380"/>
                          <a:pt x="12379" y="9609"/>
                          <a:pt x="12379" y="6191"/>
                        </a:cubicBezTo>
                        <a:cubicBezTo>
                          <a:pt x="12379" y="2771"/>
                          <a:pt x="9608" y="0"/>
                          <a:pt x="6190" y="0"/>
                        </a:cubicBezTo>
                        <a:close/>
                      </a:path>
                    </a:pathLst>
                  </a:custGeom>
                  <a:solidFill>
                    <a:srgbClr val="869FB2"/>
                  </a:solidFill>
                  <a:ln w="19050" cap="flat" cmpd="sng">
                    <a:solidFill>
                      <a:srgbClr val="869FB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8" name="Google Shape;13218;p132">
                    <a:extLst>
                      <a:ext uri="{FF2B5EF4-FFF2-40B4-BE49-F238E27FC236}">
                        <a16:creationId xmlns:a16="http://schemas.microsoft.com/office/drawing/2014/main" id="{62F3352C-DF24-776A-9E67-0EA09D49DBD6}"/>
                      </a:ext>
                    </a:extLst>
                  </p:cNvPr>
                  <p:cNvSpPr/>
                  <p:nvPr/>
                </p:nvSpPr>
                <p:spPr>
                  <a:xfrm>
                    <a:off x="5206863" y="4676209"/>
                    <a:ext cx="122738" cy="12273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79" h="12379" extrusionOk="0">
                        <a:moveTo>
                          <a:pt x="6190" y="0"/>
                        </a:moveTo>
                        <a:cubicBezTo>
                          <a:pt x="2771" y="0"/>
                          <a:pt x="0" y="2771"/>
                          <a:pt x="0" y="6189"/>
                        </a:cubicBezTo>
                        <a:cubicBezTo>
                          <a:pt x="0" y="9608"/>
                          <a:pt x="2771" y="12379"/>
                          <a:pt x="6190" y="12379"/>
                        </a:cubicBezTo>
                        <a:cubicBezTo>
                          <a:pt x="9608" y="12379"/>
                          <a:pt x="12379" y="9608"/>
                          <a:pt x="12379" y="6189"/>
                        </a:cubicBezTo>
                        <a:cubicBezTo>
                          <a:pt x="12379" y="2771"/>
                          <a:pt x="9608" y="0"/>
                          <a:pt x="6190" y="0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75000"/>
                    </a:schemeClr>
                  </a:solidFill>
                  <a:ln w="19050" cap="flat" cmpd="sng">
                    <a:solidFill>
                      <a:srgbClr val="869FB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</p:grpSp>
            <p:grpSp>
              <p:nvGrpSpPr>
                <p:cNvPr id="354" name="Google Shape;13219;p132">
                  <a:extLst>
                    <a:ext uri="{FF2B5EF4-FFF2-40B4-BE49-F238E27FC236}">
                      <a16:creationId xmlns:a16="http://schemas.microsoft.com/office/drawing/2014/main" id="{4BE25D7C-FFAB-914E-87E8-A9B9F2770D20}"/>
                    </a:ext>
                  </a:extLst>
                </p:cNvPr>
                <p:cNvGrpSpPr/>
                <p:nvPr/>
              </p:nvGrpSpPr>
              <p:grpSpPr>
                <a:xfrm>
                  <a:off x="1542694" y="2882501"/>
                  <a:ext cx="103104" cy="1426186"/>
                  <a:chOff x="6006138" y="3143629"/>
                  <a:chExt cx="122758" cy="1698043"/>
                </a:xfrm>
              </p:grpSpPr>
              <p:sp>
                <p:nvSpPr>
                  <p:cNvPr id="355" name="Google Shape;13220;p132">
                    <a:extLst>
                      <a:ext uri="{FF2B5EF4-FFF2-40B4-BE49-F238E27FC236}">
                        <a16:creationId xmlns:a16="http://schemas.microsoft.com/office/drawing/2014/main" id="{23FBDD7F-C11E-9E99-846A-28EC62296E5D}"/>
                      </a:ext>
                    </a:extLst>
                  </p:cNvPr>
                  <p:cNvSpPr/>
                  <p:nvPr/>
                </p:nvSpPr>
                <p:spPr>
                  <a:xfrm>
                    <a:off x="6006138" y="3143629"/>
                    <a:ext cx="122758" cy="12274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81" h="12380" extrusionOk="0">
                        <a:moveTo>
                          <a:pt x="6191" y="1"/>
                        </a:moveTo>
                        <a:cubicBezTo>
                          <a:pt x="2771" y="1"/>
                          <a:pt x="0" y="2772"/>
                          <a:pt x="0" y="6190"/>
                        </a:cubicBezTo>
                        <a:cubicBezTo>
                          <a:pt x="0" y="9608"/>
                          <a:pt x="2771" y="12379"/>
                          <a:pt x="6191" y="12379"/>
                        </a:cubicBezTo>
                        <a:cubicBezTo>
                          <a:pt x="9610" y="12379"/>
                          <a:pt x="12381" y="9608"/>
                          <a:pt x="12381" y="6190"/>
                        </a:cubicBezTo>
                        <a:cubicBezTo>
                          <a:pt x="12381" y="2772"/>
                          <a:pt x="9610" y="1"/>
                          <a:pt x="6191" y="1"/>
                        </a:cubicBezTo>
                        <a:close/>
                      </a:path>
                    </a:pathLst>
                  </a:custGeom>
                  <a:solidFill>
                    <a:srgbClr val="CFD9E0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6" name="Google Shape;13221;p132">
                    <a:extLst>
                      <a:ext uri="{FF2B5EF4-FFF2-40B4-BE49-F238E27FC236}">
                        <a16:creationId xmlns:a16="http://schemas.microsoft.com/office/drawing/2014/main" id="{CCBFDC22-B9A9-AD6E-331B-A214D44AA3DC}"/>
                      </a:ext>
                    </a:extLst>
                  </p:cNvPr>
                  <p:cNvSpPr/>
                  <p:nvPr/>
                </p:nvSpPr>
                <p:spPr>
                  <a:xfrm>
                    <a:off x="6006138" y="3406178"/>
                    <a:ext cx="122758" cy="12275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81" h="12381" extrusionOk="0">
                        <a:moveTo>
                          <a:pt x="6191" y="0"/>
                        </a:moveTo>
                        <a:cubicBezTo>
                          <a:pt x="2771" y="0"/>
                          <a:pt x="0" y="2771"/>
                          <a:pt x="0" y="6191"/>
                        </a:cubicBezTo>
                        <a:cubicBezTo>
                          <a:pt x="0" y="9610"/>
                          <a:pt x="2771" y="12381"/>
                          <a:pt x="6191" y="12381"/>
                        </a:cubicBezTo>
                        <a:cubicBezTo>
                          <a:pt x="9610" y="12381"/>
                          <a:pt x="12381" y="9610"/>
                          <a:pt x="12381" y="6191"/>
                        </a:cubicBezTo>
                        <a:cubicBezTo>
                          <a:pt x="12381" y="2771"/>
                          <a:pt x="9610" y="0"/>
                          <a:pt x="6191" y="0"/>
                        </a:cubicBezTo>
                        <a:close/>
                      </a:path>
                    </a:pathLst>
                  </a:custGeom>
                  <a:solidFill>
                    <a:srgbClr val="CFD9E0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7" name="Google Shape;13222;p132">
                    <a:extLst>
                      <a:ext uri="{FF2B5EF4-FFF2-40B4-BE49-F238E27FC236}">
                        <a16:creationId xmlns:a16="http://schemas.microsoft.com/office/drawing/2014/main" id="{93CA385E-77FB-2FD2-CC90-C981FB34EC54}"/>
                      </a:ext>
                    </a:extLst>
                  </p:cNvPr>
                  <p:cNvSpPr/>
                  <p:nvPr/>
                </p:nvSpPr>
                <p:spPr>
                  <a:xfrm>
                    <a:off x="6006138" y="3668717"/>
                    <a:ext cx="122738" cy="12276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79" h="12382" extrusionOk="0">
                        <a:moveTo>
                          <a:pt x="6190" y="1"/>
                        </a:moveTo>
                        <a:cubicBezTo>
                          <a:pt x="2771" y="1"/>
                          <a:pt x="0" y="2774"/>
                          <a:pt x="0" y="6192"/>
                        </a:cubicBezTo>
                        <a:cubicBezTo>
                          <a:pt x="0" y="9610"/>
                          <a:pt x="2771" y="12381"/>
                          <a:pt x="6190" y="12381"/>
                        </a:cubicBezTo>
                        <a:cubicBezTo>
                          <a:pt x="9608" y="12381"/>
                          <a:pt x="12379" y="9610"/>
                          <a:pt x="12379" y="6192"/>
                        </a:cubicBezTo>
                        <a:cubicBezTo>
                          <a:pt x="12379" y="2774"/>
                          <a:pt x="9608" y="1"/>
                          <a:pt x="6190" y="1"/>
                        </a:cubicBezTo>
                        <a:close/>
                      </a:path>
                    </a:pathLst>
                  </a:custGeom>
                  <a:solidFill>
                    <a:srgbClr val="869FB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8" name="Google Shape;13223;p132">
                    <a:extLst>
                      <a:ext uri="{FF2B5EF4-FFF2-40B4-BE49-F238E27FC236}">
                        <a16:creationId xmlns:a16="http://schemas.microsoft.com/office/drawing/2014/main" id="{782CAFDB-6801-4121-92D3-294D3A935959}"/>
                      </a:ext>
                    </a:extLst>
                  </p:cNvPr>
                  <p:cNvSpPr/>
                  <p:nvPr/>
                </p:nvSpPr>
                <p:spPr>
                  <a:xfrm>
                    <a:off x="6006138" y="3931286"/>
                    <a:ext cx="122738" cy="12273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79" h="12379" extrusionOk="0">
                        <a:moveTo>
                          <a:pt x="6190" y="0"/>
                        </a:moveTo>
                        <a:cubicBezTo>
                          <a:pt x="2771" y="0"/>
                          <a:pt x="0" y="2771"/>
                          <a:pt x="0" y="6189"/>
                        </a:cubicBezTo>
                        <a:cubicBezTo>
                          <a:pt x="0" y="9608"/>
                          <a:pt x="2771" y="12379"/>
                          <a:pt x="6190" y="12379"/>
                        </a:cubicBezTo>
                        <a:cubicBezTo>
                          <a:pt x="9608" y="12379"/>
                          <a:pt x="12379" y="9608"/>
                          <a:pt x="12379" y="6189"/>
                        </a:cubicBezTo>
                        <a:cubicBezTo>
                          <a:pt x="12379" y="2771"/>
                          <a:pt x="9608" y="0"/>
                          <a:pt x="6190" y="0"/>
                        </a:cubicBezTo>
                        <a:close/>
                      </a:path>
                    </a:pathLst>
                  </a:custGeom>
                  <a:solidFill>
                    <a:srgbClr val="869FB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9" name="Google Shape;13224;p132">
                    <a:extLst>
                      <a:ext uri="{FF2B5EF4-FFF2-40B4-BE49-F238E27FC236}">
                        <a16:creationId xmlns:a16="http://schemas.microsoft.com/office/drawing/2014/main" id="{F6924B5E-3CE6-E0D2-696A-DA9A5B120B38}"/>
                      </a:ext>
                    </a:extLst>
                  </p:cNvPr>
                  <p:cNvSpPr/>
                  <p:nvPr/>
                </p:nvSpPr>
                <p:spPr>
                  <a:xfrm>
                    <a:off x="6006138" y="4193825"/>
                    <a:ext cx="122738" cy="12274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79" h="12380" extrusionOk="0">
                        <a:moveTo>
                          <a:pt x="6190" y="1"/>
                        </a:moveTo>
                        <a:cubicBezTo>
                          <a:pt x="2771" y="1"/>
                          <a:pt x="0" y="2772"/>
                          <a:pt x="0" y="6190"/>
                        </a:cubicBezTo>
                        <a:cubicBezTo>
                          <a:pt x="0" y="9608"/>
                          <a:pt x="2771" y="12379"/>
                          <a:pt x="6190" y="12379"/>
                        </a:cubicBezTo>
                        <a:cubicBezTo>
                          <a:pt x="9608" y="12379"/>
                          <a:pt x="12379" y="9608"/>
                          <a:pt x="12379" y="6190"/>
                        </a:cubicBezTo>
                        <a:cubicBezTo>
                          <a:pt x="12379" y="2772"/>
                          <a:pt x="9608" y="1"/>
                          <a:pt x="6190" y="1"/>
                        </a:cubicBezTo>
                        <a:close/>
                      </a:path>
                    </a:pathLst>
                  </a:custGeom>
                  <a:solidFill>
                    <a:srgbClr val="869FB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0" name="Google Shape;13225;p132">
                    <a:extLst>
                      <a:ext uri="{FF2B5EF4-FFF2-40B4-BE49-F238E27FC236}">
                        <a16:creationId xmlns:a16="http://schemas.microsoft.com/office/drawing/2014/main" id="{617D9992-2583-17A2-7AEF-590CD38F4ED5}"/>
                      </a:ext>
                    </a:extLst>
                  </p:cNvPr>
                  <p:cNvSpPr/>
                  <p:nvPr/>
                </p:nvSpPr>
                <p:spPr>
                  <a:xfrm>
                    <a:off x="6006138" y="4456375"/>
                    <a:ext cx="122738" cy="12275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79" h="12381" extrusionOk="0">
                        <a:moveTo>
                          <a:pt x="6190" y="0"/>
                        </a:moveTo>
                        <a:cubicBezTo>
                          <a:pt x="2771" y="0"/>
                          <a:pt x="0" y="2771"/>
                          <a:pt x="0" y="6191"/>
                        </a:cubicBezTo>
                        <a:cubicBezTo>
                          <a:pt x="0" y="9609"/>
                          <a:pt x="2771" y="12380"/>
                          <a:pt x="6190" y="12380"/>
                        </a:cubicBezTo>
                        <a:cubicBezTo>
                          <a:pt x="9608" y="12380"/>
                          <a:pt x="12379" y="9609"/>
                          <a:pt x="12379" y="6191"/>
                        </a:cubicBezTo>
                        <a:cubicBezTo>
                          <a:pt x="12379" y="2771"/>
                          <a:pt x="9608" y="0"/>
                          <a:pt x="6190" y="0"/>
                        </a:cubicBezTo>
                        <a:close/>
                      </a:path>
                    </a:pathLst>
                  </a:custGeom>
                  <a:solidFill>
                    <a:srgbClr val="869FB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1" name="Google Shape;13226;p132">
                    <a:extLst>
                      <a:ext uri="{FF2B5EF4-FFF2-40B4-BE49-F238E27FC236}">
                        <a16:creationId xmlns:a16="http://schemas.microsoft.com/office/drawing/2014/main" id="{4F93D96E-A4D6-46E3-699F-AB4240B494E0}"/>
                      </a:ext>
                    </a:extLst>
                  </p:cNvPr>
                  <p:cNvSpPr/>
                  <p:nvPr/>
                </p:nvSpPr>
                <p:spPr>
                  <a:xfrm>
                    <a:off x="6006138" y="4718934"/>
                    <a:ext cx="122738" cy="12273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379" h="12379" extrusionOk="0">
                        <a:moveTo>
                          <a:pt x="6190" y="0"/>
                        </a:moveTo>
                        <a:cubicBezTo>
                          <a:pt x="2771" y="0"/>
                          <a:pt x="0" y="2771"/>
                          <a:pt x="0" y="6189"/>
                        </a:cubicBezTo>
                        <a:cubicBezTo>
                          <a:pt x="0" y="9608"/>
                          <a:pt x="2771" y="12379"/>
                          <a:pt x="6190" y="12379"/>
                        </a:cubicBezTo>
                        <a:cubicBezTo>
                          <a:pt x="9608" y="12379"/>
                          <a:pt x="12379" y="9608"/>
                          <a:pt x="12379" y="6189"/>
                        </a:cubicBezTo>
                        <a:cubicBezTo>
                          <a:pt x="12379" y="2771"/>
                          <a:pt x="9608" y="0"/>
                          <a:pt x="6190" y="0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75000"/>
                    </a:scheme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grpSp>
          <p:nvGrpSpPr>
            <p:cNvPr id="18" name="Google Shape;13227;p132">
              <a:extLst>
                <a:ext uri="{FF2B5EF4-FFF2-40B4-BE49-F238E27FC236}">
                  <a16:creationId xmlns:a16="http://schemas.microsoft.com/office/drawing/2014/main" id="{A9750E1B-9947-BE25-F8A6-35FDB2624585}"/>
                </a:ext>
              </a:extLst>
            </p:cNvPr>
            <p:cNvGrpSpPr/>
            <p:nvPr/>
          </p:nvGrpSpPr>
          <p:grpSpPr>
            <a:xfrm>
              <a:off x="6416658" y="4700227"/>
              <a:ext cx="3207048" cy="1015400"/>
              <a:chOff x="238125" y="1725700"/>
              <a:chExt cx="7139025" cy="2260325"/>
            </a:xfrm>
          </p:grpSpPr>
          <p:sp>
            <p:nvSpPr>
              <p:cNvPr id="335" name="Google Shape;13228;p132">
                <a:extLst>
                  <a:ext uri="{FF2B5EF4-FFF2-40B4-BE49-F238E27FC236}">
                    <a16:creationId xmlns:a16="http://schemas.microsoft.com/office/drawing/2014/main" id="{88F784CB-2613-5301-D4CE-5BFE5FF984A8}"/>
                  </a:ext>
                </a:extLst>
              </p:cNvPr>
              <p:cNvSpPr/>
              <p:nvPr/>
            </p:nvSpPr>
            <p:spPr>
              <a:xfrm>
                <a:off x="238125" y="1741950"/>
                <a:ext cx="6506150" cy="2228050"/>
              </a:xfrm>
              <a:custGeom>
                <a:avLst/>
                <a:gdLst/>
                <a:ahLst/>
                <a:cxnLst/>
                <a:rect l="l" t="t" r="r" b="b"/>
                <a:pathLst>
                  <a:path w="260246" h="89122" extrusionOk="0">
                    <a:moveTo>
                      <a:pt x="260246" y="1"/>
                    </a:moveTo>
                    <a:lnTo>
                      <a:pt x="0" y="44559"/>
                    </a:lnTo>
                    <a:lnTo>
                      <a:pt x="260241" y="89121"/>
                    </a:lnTo>
                    <a:cubicBezTo>
                      <a:pt x="250030" y="85482"/>
                      <a:pt x="242259" y="66921"/>
                      <a:pt x="242259" y="44559"/>
                    </a:cubicBezTo>
                    <a:cubicBezTo>
                      <a:pt x="242259" y="22201"/>
                      <a:pt x="250039" y="3626"/>
                      <a:pt x="260246" y="1"/>
                    </a:cubicBezTo>
                    <a:close/>
                  </a:path>
                </a:pathLst>
              </a:custGeom>
              <a:solidFill>
                <a:srgbClr val="E3E9ED">
                  <a:alpha val="435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Google Shape;13229;p132">
                <a:extLst>
                  <a:ext uri="{FF2B5EF4-FFF2-40B4-BE49-F238E27FC236}">
                    <a16:creationId xmlns:a16="http://schemas.microsoft.com/office/drawing/2014/main" id="{8E9B3114-2636-917A-9F7B-27EB4EF27957}"/>
                  </a:ext>
                </a:extLst>
              </p:cNvPr>
              <p:cNvSpPr/>
              <p:nvPr/>
            </p:nvSpPr>
            <p:spPr>
              <a:xfrm>
                <a:off x="2480475" y="2435950"/>
                <a:ext cx="438500" cy="841400"/>
              </a:xfrm>
              <a:custGeom>
                <a:avLst/>
                <a:gdLst/>
                <a:ahLst/>
                <a:cxnLst/>
                <a:rect l="l" t="t" r="r" b="b"/>
                <a:pathLst>
                  <a:path w="17540" h="33656" extrusionOk="0">
                    <a:moveTo>
                      <a:pt x="8770" y="1"/>
                    </a:moveTo>
                    <a:cubicBezTo>
                      <a:pt x="3929" y="1"/>
                      <a:pt x="0" y="7536"/>
                      <a:pt x="0" y="16826"/>
                    </a:cubicBezTo>
                    <a:cubicBezTo>
                      <a:pt x="0" y="26120"/>
                      <a:pt x="3929" y="33655"/>
                      <a:pt x="8770" y="33655"/>
                    </a:cubicBezTo>
                    <a:cubicBezTo>
                      <a:pt x="13616" y="33655"/>
                      <a:pt x="17540" y="26120"/>
                      <a:pt x="17540" y="16826"/>
                    </a:cubicBezTo>
                    <a:cubicBezTo>
                      <a:pt x="17540" y="7536"/>
                      <a:pt x="13616" y="1"/>
                      <a:pt x="8770" y="1"/>
                    </a:cubicBez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Google Shape;13230;p132">
                <a:extLst>
                  <a:ext uri="{FF2B5EF4-FFF2-40B4-BE49-F238E27FC236}">
                    <a16:creationId xmlns:a16="http://schemas.microsoft.com/office/drawing/2014/main" id="{1C242235-049F-CDAD-4FE5-E32BEBE2C23D}"/>
                  </a:ext>
                </a:extLst>
              </p:cNvPr>
              <p:cNvSpPr/>
              <p:nvPr/>
            </p:nvSpPr>
            <p:spPr>
              <a:xfrm>
                <a:off x="3663250" y="2219875"/>
                <a:ext cx="607450" cy="1272525"/>
              </a:xfrm>
              <a:custGeom>
                <a:avLst/>
                <a:gdLst/>
                <a:ahLst/>
                <a:cxnLst/>
                <a:rect l="l" t="t" r="r" b="b"/>
                <a:pathLst>
                  <a:path w="24298" h="50901" extrusionOk="0">
                    <a:moveTo>
                      <a:pt x="12147" y="1"/>
                    </a:moveTo>
                    <a:cubicBezTo>
                      <a:pt x="8924" y="1"/>
                      <a:pt x="5836" y="2681"/>
                      <a:pt x="3558" y="7450"/>
                    </a:cubicBezTo>
                    <a:cubicBezTo>
                      <a:pt x="1280" y="12224"/>
                      <a:pt x="0" y="18697"/>
                      <a:pt x="0" y="25451"/>
                    </a:cubicBezTo>
                    <a:cubicBezTo>
                      <a:pt x="0" y="32200"/>
                      <a:pt x="1280" y="38673"/>
                      <a:pt x="3558" y="43447"/>
                    </a:cubicBezTo>
                    <a:cubicBezTo>
                      <a:pt x="5836" y="48216"/>
                      <a:pt x="8924" y="50901"/>
                      <a:pt x="12147" y="50901"/>
                    </a:cubicBezTo>
                    <a:cubicBezTo>
                      <a:pt x="15370" y="50901"/>
                      <a:pt x="18457" y="48216"/>
                      <a:pt x="20735" y="43447"/>
                    </a:cubicBezTo>
                    <a:cubicBezTo>
                      <a:pt x="23014" y="38673"/>
                      <a:pt x="24298" y="32200"/>
                      <a:pt x="24298" y="25451"/>
                    </a:cubicBezTo>
                    <a:cubicBezTo>
                      <a:pt x="24298" y="18697"/>
                      <a:pt x="23014" y="12224"/>
                      <a:pt x="20735" y="7450"/>
                    </a:cubicBezTo>
                    <a:cubicBezTo>
                      <a:pt x="18457" y="2681"/>
                      <a:pt x="15370" y="1"/>
                      <a:pt x="12147" y="1"/>
                    </a:cubicBezTo>
                    <a:close/>
                  </a:path>
                </a:pathLst>
              </a:custGeom>
              <a:solidFill>
                <a:srgbClr val="A5B7C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Google Shape;13231;p132">
                <a:extLst>
                  <a:ext uri="{FF2B5EF4-FFF2-40B4-BE49-F238E27FC236}">
                    <a16:creationId xmlns:a16="http://schemas.microsoft.com/office/drawing/2014/main" id="{520E9203-CC2F-F7FA-B4F6-E3BD87E36558}"/>
                  </a:ext>
                </a:extLst>
              </p:cNvPr>
              <p:cNvSpPr/>
              <p:nvPr/>
            </p:nvSpPr>
            <p:spPr>
              <a:xfrm>
                <a:off x="4999700" y="1973525"/>
                <a:ext cx="820500" cy="1764350"/>
              </a:xfrm>
              <a:custGeom>
                <a:avLst/>
                <a:gdLst/>
                <a:ahLst/>
                <a:cxnLst/>
                <a:rect l="l" t="t" r="r" b="b"/>
                <a:pathLst>
                  <a:path w="32820" h="70574" extrusionOk="0">
                    <a:moveTo>
                      <a:pt x="16410" y="0"/>
                    </a:moveTo>
                    <a:cubicBezTo>
                      <a:pt x="12057" y="0"/>
                      <a:pt x="7884" y="3716"/>
                      <a:pt x="4806" y="10334"/>
                    </a:cubicBezTo>
                    <a:cubicBezTo>
                      <a:pt x="1728" y="16952"/>
                      <a:pt x="1" y="25925"/>
                      <a:pt x="1" y="35287"/>
                    </a:cubicBezTo>
                    <a:cubicBezTo>
                      <a:pt x="1" y="44644"/>
                      <a:pt x="1728" y="53622"/>
                      <a:pt x="4806" y="60239"/>
                    </a:cubicBezTo>
                    <a:cubicBezTo>
                      <a:pt x="7884" y="66857"/>
                      <a:pt x="12057" y="70573"/>
                      <a:pt x="16410" y="70573"/>
                    </a:cubicBezTo>
                    <a:cubicBezTo>
                      <a:pt x="20759" y="70573"/>
                      <a:pt x="24936" y="66857"/>
                      <a:pt x="28014" y="60239"/>
                    </a:cubicBezTo>
                    <a:cubicBezTo>
                      <a:pt x="31088" y="53622"/>
                      <a:pt x="32819" y="44644"/>
                      <a:pt x="32819" y="35287"/>
                    </a:cubicBezTo>
                    <a:cubicBezTo>
                      <a:pt x="32819" y="25925"/>
                      <a:pt x="31088" y="16952"/>
                      <a:pt x="28014" y="10334"/>
                    </a:cubicBezTo>
                    <a:cubicBezTo>
                      <a:pt x="24936" y="3716"/>
                      <a:pt x="20759" y="0"/>
                      <a:pt x="16410" y="0"/>
                    </a:cubicBez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39" name="Google Shape;13232;p132">
                <a:extLst>
                  <a:ext uri="{FF2B5EF4-FFF2-40B4-BE49-F238E27FC236}">
                    <a16:creationId xmlns:a16="http://schemas.microsoft.com/office/drawing/2014/main" id="{C71369A3-D832-FDD0-43B5-CB892138EDCC}"/>
                  </a:ext>
                </a:extLst>
              </p:cNvPr>
              <p:cNvSpPr/>
              <p:nvPr/>
            </p:nvSpPr>
            <p:spPr>
              <a:xfrm>
                <a:off x="6838275" y="1725700"/>
                <a:ext cx="150" cy="0"/>
              </a:xfrm>
              <a:custGeom>
                <a:avLst/>
                <a:gdLst/>
                <a:ahLst/>
                <a:cxnLst/>
                <a:rect l="l" t="t" r="r" b="b"/>
                <a:pathLst>
                  <a:path w="6" extrusionOk="0">
                    <a:moveTo>
                      <a:pt x="5" y="0"/>
                    </a:move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Google Shape;13233;p132">
                <a:extLst>
                  <a:ext uri="{FF2B5EF4-FFF2-40B4-BE49-F238E27FC236}">
                    <a16:creationId xmlns:a16="http://schemas.microsoft.com/office/drawing/2014/main" id="{0E40050F-6F47-5E62-E954-AC356CA6CB69}"/>
                  </a:ext>
                </a:extLst>
              </p:cNvPr>
              <p:cNvSpPr/>
              <p:nvPr/>
            </p:nvSpPr>
            <p:spPr>
              <a:xfrm>
                <a:off x="6838400" y="3986000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1"/>
                    </a:move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Google Shape;13234;p132">
                <a:extLst>
                  <a:ext uri="{FF2B5EF4-FFF2-40B4-BE49-F238E27FC236}">
                    <a16:creationId xmlns:a16="http://schemas.microsoft.com/office/drawing/2014/main" id="{F1831C48-BE85-BCC1-E5B2-59659696A1A9}"/>
                  </a:ext>
                </a:extLst>
              </p:cNvPr>
              <p:cNvSpPr/>
              <p:nvPr/>
            </p:nvSpPr>
            <p:spPr>
              <a:xfrm>
                <a:off x="6744250" y="3969975"/>
                <a:ext cx="94175" cy="16050"/>
              </a:xfrm>
              <a:custGeom>
                <a:avLst/>
                <a:gdLst/>
                <a:ahLst/>
                <a:cxnLst/>
                <a:rect l="l" t="t" r="r" b="b"/>
                <a:pathLst>
                  <a:path w="3767" h="642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1190" y="425"/>
                      <a:pt x="2415" y="642"/>
                      <a:pt x="3662" y="642"/>
                    </a:cubicBezTo>
                    <a:lnTo>
                      <a:pt x="3766" y="64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Google Shape;13235;p132">
                <a:extLst>
                  <a:ext uri="{FF2B5EF4-FFF2-40B4-BE49-F238E27FC236}">
                    <a16:creationId xmlns:a16="http://schemas.microsoft.com/office/drawing/2014/main" id="{269A7256-56E6-CE16-DCF7-48760656C7D4}"/>
                  </a:ext>
                </a:extLst>
              </p:cNvPr>
              <p:cNvSpPr/>
              <p:nvPr/>
            </p:nvSpPr>
            <p:spPr>
              <a:xfrm>
                <a:off x="6744250" y="1725700"/>
                <a:ext cx="94050" cy="16175"/>
              </a:xfrm>
              <a:custGeom>
                <a:avLst/>
                <a:gdLst/>
                <a:ahLst/>
                <a:cxnLst/>
                <a:rect l="l" t="t" r="r" b="b"/>
                <a:pathLst>
                  <a:path w="3762" h="647" extrusionOk="0">
                    <a:moveTo>
                      <a:pt x="3662" y="0"/>
                    </a:moveTo>
                    <a:cubicBezTo>
                      <a:pt x="2415" y="0"/>
                      <a:pt x="1194" y="222"/>
                      <a:pt x="1" y="646"/>
                    </a:cubicBezTo>
                    <a:lnTo>
                      <a:pt x="3762" y="0"/>
                    </a:ln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Google Shape;13236;p132">
                <a:extLst>
                  <a:ext uri="{FF2B5EF4-FFF2-40B4-BE49-F238E27FC236}">
                    <a16:creationId xmlns:a16="http://schemas.microsoft.com/office/drawing/2014/main" id="{8DFA62DB-2262-F798-06AF-A94A0F7D1E27}"/>
                  </a:ext>
                </a:extLst>
              </p:cNvPr>
              <p:cNvSpPr/>
              <p:nvPr/>
            </p:nvSpPr>
            <p:spPr>
              <a:xfrm>
                <a:off x="6294575" y="1725700"/>
                <a:ext cx="1082575" cy="2260225"/>
              </a:xfrm>
              <a:custGeom>
                <a:avLst/>
                <a:gdLst/>
                <a:ahLst/>
                <a:cxnLst/>
                <a:rect l="l" t="t" r="r" b="b"/>
                <a:pathLst>
                  <a:path w="43303" h="90409" extrusionOk="0">
                    <a:moveTo>
                      <a:pt x="21749" y="0"/>
                    </a:moveTo>
                    <a:lnTo>
                      <a:pt x="17988" y="646"/>
                    </a:lnTo>
                    <a:cubicBezTo>
                      <a:pt x="7781" y="4276"/>
                      <a:pt x="1" y="22846"/>
                      <a:pt x="1" y="45204"/>
                    </a:cubicBezTo>
                    <a:cubicBezTo>
                      <a:pt x="1" y="67562"/>
                      <a:pt x="7781" y="86132"/>
                      <a:pt x="17988" y="89766"/>
                    </a:cubicBezTo>
                    <a:lnTo>
                      <a:pt x="21753" y="90408"/>
                    </a:lnTo>
                    <a:lnTo>
                      <a:pt x="21758" y="90408"/>
                    </a:lnTo>
                    <a:cubicBezTo>
                      <a:pt x="33665" y="90291"/>
                      <a:pt x="43302" y="70094"/>
                      <a:pt x="43302" y="45204"/>
                    </a:cubicBezTo>
                    <a:cubicBezTo>
                      <a:pt x="43302" y="20315"/>
                      <a:pt x="33665" y="118"/>
                      <a:pt x="21753" y="0"/>
                    </a:cubicBezTo>
                    <a:close/>
                  </a:path>
                </a:pathLst>
              </a:custGeom>
              <a:solidFill>
                <a:srgbClr val="CFD9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Google Shape;13237;p132">
                <a:extLst>
                  <a:ext uri="{FF2B5EF4-FFF2-40B4-BE49-F238E27FC236}">
                    <a16:creationId xmlns:a16="http://schemas.microsoft.com/office/drawing/2014/main" id="{A9E65864-F13B-FE63-72F6-8AAAB0251940}"/>
                  </a:ext>
                </a:extLst>
              </p:cNvPr>
              <p:cNvSpPr/>
              <p:nvPr/>
            </p:nvSpPr>
            <p:spPr>
              <a:xfrm>
                <a:off x="1511625" y="2613375"/>
                <a:ext cx="292400" cy="484275"/>
              </a:xfrm>
              <a:custGeom>
                <a:avLst/>
                <a:gdLst/>
                <a:ahLst/>
                <a:cxnLst/>
                <a:rect l="l" t="t" r="r" b="b"/>
                <a:pathLst>
                  <a:path w="11696" h="19371" extrusionOk="0">
                    <a:moveTo>
                      <a:pt x="5850" y="1"/>
                    </a:moveTo>
                    <a:cubicBezTo>
                      <a:pt x="2618" y="1"/>
                      <a:pt x="1" y="4336"/>
                      <a:pt x="1" y="9684"/>
                    </a:cubicBezTo>
                    <a:cubicBezTo>
                      <a:pt x="1" y="15036"/>
                      <a:pt x="2618" y="19371"/>
                      <a:pt x="5850" y="19371"/>
                    </a:cubicBezTo>
                    <a:cubicBezTo>
                      <a:pt x="9078" y="19371"/>
                      <a:pt x="11695" y="15036"/>
                      <a:pt x="11695" y="9684"/>
                    </a:cubicBezTo>
                    <a:cubicBezTo>
                      <a:pt x="11695" y="4336"/>
                      <a:pt x="9078" y="1"/>
                      <a:pt x="5850" y="1"/>
                    </a:cubicBezTo>
                    <a:close/>
                  </a:path>
                </a:pathLst>
              </a:custGeom>
              <a:solidFill>
                <a:srgbClr val="BAC8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" name="Google Shape;13238;p132">
              <a:extLst>
                <a:ext uri="{FF2B5EF4-FFF2-40B4-BE49-F238E27FC236}">
                  <a16:creationId xmlns:a16="http://schemas.microsoft.com/office/drawing/2014/main" id="{50FC93BB-D6BB-3591-CACE-27E954854C99}"/>
                </a:ext>
              </a:extLst>
            </p:cNvPr>
            <p:cNvGrpSpPr/>
            <p:nvPr/>
          </p:nvGrpSpPr>
          <p:grpSpPr>
            <a:xfrm>
              <a:off x="6731728" y="3466071"/>
              <a:ext cx="1289199" cy="1069128"/>
              <a:chOff x="5249100" y="1210600"/>
              <a:chExt cx="3502700" cy="2904775"/>
            </a:xfrm>
          </p:grpSpPr>
          <p:sp>
            <p:nvSpPr>
              <p:cNvPr id="326" name="Google Shape;13239;p132">
                <a:extLst>
                  <a:ext uri="{FF2B5EF4-FFF2-40B4-BE49-F238E27FC236}">
                    <a16:creationId xmlns:a16="http://schemas.microsoft.com/office/drawing/2014/main" id="{E10F7349-F14E-29C3-2821-C0B31073A2F2}"/>
                  </a:ext>
                </a:extLst>
              </p:cNvPr>
              <p:cNvSpPr/>
              <p:nvPr/>
            </p:nvSpPr>
            <p:spPr>
              <a:xfrm>
                <a:off x="5479658" y="1210600"/>
                <a:ext cx="3108190" cy="632425"/>
              </a:xfrm>
              <a:custGeom>
                <a:avLst/>
                <a:gdLst/>
                <a:ahLst/>
                <a:cxnLst/>
                <a:rect l="l" t="t" r="r" b="b"/>
                <a:pathLst>
                  <a:path w="117257" h="25297" extrusionOk="0">
                    <a:moveTo>
                      <a:pt x="1" y="0"/>
                    </a:moveTo>
                    <a:lnTo>
                      <a:pt x="14647" y="25297"/>
                    </a:lnTo>
                    <a:lnTo>
                      <a:pt x="102066" y="25297"/>
                    </a:lnTo>
                    <a:lnTo>
                      <a:pt x="117257" y="0"/>
                    </a:lnTo>
                    <a:close/>
                  </a:path>
                </a:pathLst>
              </a:custGeom>
              <a:solidFill>
                <a:srgbClr val="BAC8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Google Shape;13240;p132">
                <a:extLst>
                  <a:ext uri="{FF2B5EF4-FFF2-40B4-BE49-F238E27FC236}">
                    <a16:creationId xmlns:a16="http://schemas.microsoft.com/office/drawing/2014/main" id="{D5512F2C-0929-C1A0-8DD7-259564C4AEE8}"/>
                  </a:ext>
                </a:extLst>
              </p:cNvPr>
              <p:cNvSpPr/>
              <p:nvPr/>
            </p:nvSpPr>
            <p:spPr>
              <a:xfrm>
                <a:off x="5769162" y="1842998"/>
                <a:ext cx="2424880" cy="631925"/>
              </a:xfrm>
              <a:custGeom>
                <a:avLst/>
                <a:gdLst/>
                <a:ahLst/>
                <a:cxnLst/>
                <a:rect l="l" t="t" r="r" b="b"/>
                <a:pathLst>
                  <a:path w="91479" h="25277" extrusionOk="0">
                    <a:moveTo>
                      <a:pt x="1" y="1"/>
                    </a:moveTo>
                    <a:lnTo>
                      <a:pt x="14647" y="25276"/>
                    </a:lnTo>
                    <a:lnTo>
                      <a:pt x="76602" y="25276"/>
                    </a:lnTo>
                    <a:lnTo>
                      <a:pt x="91479" y="1"/>
                    </a:lnTo>
                    <a:close/>
                  </a:path>
                </a:pathLst>
              </a:custGeom>
              <a:solidFill>
                <a:srgbClr val="869F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Google Shape;13241;p132">
                <a:extLst>
                  <a:ext uri="{FF2B5EF4-FFF2-40B4-BE49-F238E27FC236}">
                    <a16:creationId xmlns:a16="http://schemas.microsoft.com/office/drawing/2014/main" id="{3BCC6A5C-3059-311D-EBD6-2B34DA6CD642}"/>
                  </a:ext>
                </a:extLst>
              </p:cNvPr>
              <p:cNvSpPr/>
              <p:nvPr/>
            </p:nvSpPr>
            <p:spPr>
              <a:xfrm>
                <a:off x="6065319" y="2474896"/>
                <a:ext cx="1739369" cy="632450"/>
              </a:xfrm>
              <a:custGeom>
                <a:avLst/>
                <a:gdLst/>
                <a:ahLst/>
                <a:cxnLst/>
                <a:rect l="l" t="t" r="r" b="b"/>
                <a:pathLst>
                  <a:path w="65618" h="25298" extrusionOk="0">
                    <a:moveTo>
                      <a:pt x="1" y="0"/>
                    </a:moveTo>
                    <a:lnTo>
                      <a:pt x="14417" y="25297"/>
                    </a:lnTo>
                    <a:lnTo>
                      <a:pt x="50887" y="25297"/>
                    </a:lnTo>
                    <a:lnTo>
                      <a:pt x="65617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Google Shape;13242;p132">
                <a:extLst>
                  <a:ext uri="{FF2B5EF4-FFF2-40B4-BE49-F238E27FC236}">
                    <a16:creationId xmlns:a16="http://schemas.microsoft.com/office/drawing/2014/main" id="{C9A734DF-59C0-3FAB-213F-307F28A2AF81}"/>
                  </a:ext>
                </a:extLst>
              </p:cNvPr>
              <p:cNvSpPr/>
              <p:nvPr/>
            </p:nvSpPr>
            <p:spPr>
              <a:xfrm>
                <a:off x="6354293" y="3107319"/>
                <a:ext cx="1061572" cy="632425"/>
              </a:xfrm>
              <a:custGeom>
                <a:avLst/>
                <a:gdLst/>
                <a:ahLst/>
                <a:cxnLst/>
                <a:rect l="l" t="t" r="r" b="b"/>
                <a:pathLst>
                  <a:path w="40048" h="25297" extrusionOk="0">
                    <a:moveTo>
                      <a:pt x="0" y="0"/>
                    </a:moveTo>
                    <a:lnTo>
                      <a:pt x="14668" y="25297"/>
                    </a:lnTo>
                    <a:lnTo>
                      <a:pt x="25360" y="25297"/>
                    </a:lnTo>
                    <a:lnTo>
                      <a:pt x="40048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cxnSp>
            <p:nvCxnSpPr>
              <p:cNvPr id="330" name="Google Shape;13243;p132">
                <a:extLst>
                  <a:ext uri="{FF2B5EF4-FFF2-40B4-BE49-F238E27FC236}">
                    <a16:creationId xmlns:a16="http://schemas.microsoft.com/office/drawing/2014/main" id="{FC7A607D-3D63-E86D-C264-E0435F37CA66}"/>
                  </a:ext>
                </a:extLst>
              </p:cNvPr>
              <p:cNvCxnSpPr/>
              <p:nvPr/>
            </p:nvCxnSpPr>
            <p:spPr>
              <a:xfrm>
                <a:off x="5249100" y="2382654"/>
                <a:ext cx="9228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869FB2"/>
                </a:solidFill>
                <a:prstDash val="solid"/>
                <a:round/>
                <a:headEnd type="oval" w="med" len="med"/>
                <a:tailEnd type="none" w="med" len="med"/>
              </a:ln>
            </p:spPr>
          </p:cxnSp>
          <p:cxnSp>
            <p:nvCxnSpPr>
              <p:cNvPr id="331" name="Google Shape;13244;p132">
                <a:extLst>
                  <a:ext uri="{FF2B5EF4-FFF2-40B4-BE49-F238E27FC236}">
                    <a16:creationId xmlns:a16="http://schemas.microsoft.com/office/drawing/2014/main" id="{6C475F50-B398-F21C-F5A7-EAC2EF599C82}"/>
                  </a:ext>
                </a:extLst>
              </p:cNvPr>
              <p:cNvCxnSpPr/>
              <p:nvPr/>
            </p:nvCxnSpPr>
            <p:spPr>
              <a:xfrm rot="10800000">
                <a:off x="8178522" y="1765431"/>
                <a:ext cx="5592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BAC8D3"/>
                </a:solidFill>
                <a:prstDash val="solid"/>
                <a:round/>
                <a:headEnd type="oval" w="med" len="med"/>
                <a:tailEnd type="none" w="med" len="med"/>
              </a:ln>
            </p:spPr>
          </p:cxnSp>
          <p:cxnSp>
            <p:nvCxnSpPr>
              <p:cNvPr id="332" name="Google Shape;13245;p132">
                <a:extLst>
                  <a:ext uri="{FF2B5EF4-FFF2-40B4-BE49-F238E27FC236}">
                    <a16:creationId xmlns:a16="http://schemas.microsoft.com/office/drawing/2014/main" id="{AF53A6C9-EA1B-7BE7-96C2-72C178A41789}"/>
                  </a:ext>
                </a:extLst>
              </p:cNvPr>
              <p:cNvCxnSpPr/>
              <p:nvPr/>
            </p:nvCxnSpPr>
            <p:spPr>
              <a:xfrm rot="10800000">
                <a:off x="7467500" y="2943528"/>
                <a:ext cx="12843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5F7D95"/>
                </a:solidFill>
                <a:prstDash val="solid"/>
                <a:round/>
                <a:headEnd type="oval" w="med" len="med"/>
                <a:tailEnd type="none" w="med" len="med"/>
              </a:ln>
            </p:spPr>
          </p:cxnSp>
          <p:cxnSp>
            <p:nvCxnSpPr>
              <p:cNvPr id="333" name="Google Shape;13246;p132">
                <a:extLst>
                  <a:ext uri="{FF2B5EF4-FFF2-40B4-BE49-F238E27FC236}">
                    <a16:creationId xmlns:a16="http://schemas.microsoft.com/office/drawing/2014/main" id="{61892B2F-FE4D-5F94-367F-036E373E87F4}"/>
                  </a:ext>
                </a:extLst>
              </p:cNvPr>
              <p:cNvCxnSpPr/>
              <p:nvPr/>
            </p:nvCxnSpPr>
            <p:spPr>
              <a:xfrm>
                <a:off x="5787288" y="3630350"/>
                <a:ext cx="9228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435D74"/>
                </a:solidFill>
                <a:prstDash val="solid"/>
                <a:round/>
                <a:headEnd type="oval" w="med" len="med"/>
                <a:tailEnd type="none" w="med" len="med"/>
              </a:ln>
            </p:spPr>
          </p:cxnSp>
          <p:sp>
            <p:nvSpPr>
              <p:cNvPr id="334" name="Google Shape;13247;p132">
                <a:extLst>
                  <a:ext uri="{FF2B5EF4-FFF2-40B4-BE49-F238E27FC236}">
                    <a16:creationId xmlns:a16="http://schemas.microsoft.com/office/drawing/2014/main" id="{A7ADA21F-581E-625C-361D-B1E760249807}"/>
                  </a:ext>
                </a:extLst>
              </p:cNvPr>
              <p:cNvSpPr/>
              <p:nvPr/>
            </p:nvSpPr>
            <p:spPr>
              <a:xfrm>
                <a:off x="6601902" y="3690575"/>
                <a:ext cx="566400" cy="424800"/>
              </a:xfrm>
              <a:prstGeom prst="downArrow">
                <a:avLst>
                  <a:gd name="adj1" fmla="val 50000"/>
                  <a:gd name="adj2" fmla="val 50000"/>
                </a:avLst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" name="Google Shape;13248;p132">
              <a:extLst>
                <a:ext uri="{FF2B5EF4-FFF2-40B4-BE49-F238E27FC236}">
                  <a16:creationId xmlns:a16="http://schemas.microsoft.com/office/drawing/2014/main" id="{1A590E7F-6340-D1BB-925D-30C1CE277AF1}"/>
                </a:ext>
              </a:extLst>
            </p:cNvPr>
            <p:cNvGrpSpPr/>
            <p:nvPr/>
          </p:nvGrpSpPr>
          <p:grpSpPr>
            <a:xfrm>
              <a:off x="8110839" y="1972631"/>
              <a:ext cx="1521508" cy="1311829"/>
              <a:chOff x="7287122" y="1165658"/>
              <a:chExt cx="1219413" cy="1051365"/>
            </a:xfrm>
          </p:grpSpPr>
          <p:grpSp>
            <p:nvGrpSpPr>
              <p:cNvPr id="50" name="Google Shape;13249;p132">
                <a:extLst>
                  <a:ext uri="{FF2B5EF4-FFF2-40B4-BE49-F238E27FC236}">
                    <a16:creationId xmlns:a16="http://schemas.microsoft.com/office/drawing/2014/main" id="{E36913D7-C39A-FB2C-A167-F4F8D3183196}"/>
                  </a:ext>
                </a:extLst>
              </p:cNvPr>
              <p:cNvGrpSpPr/>
              <p:nvPr/>
            </p:nvGrpSpPr>
            <p:grpSpPr>
              <a:xfrm>
                <a:off x="7287122" y="1969723"/>
                <a:ext cx="1219413" cy="247300"/>
                <a:chOff x="7287122" y="1969723"/>
                <a:chExt cx="1219413" cy="247300"/>
              </a:xfrm>
            </p:grpSpPr>
            <p:sp>
              <p:nvSpPr>
                <p:cNvPr id="322" name="Google Shape;13250;p132">
                  <a:extLst>
                    <a:ext uri="{FF2B5EF4-FFF2-40B4-BE49-F238E27FC236}">
                      <a16:creationId xmlns:a16="http://schemas.microsoft.com/office/drawing/2014/main" id="{DC622D16-F250-79D2-3E26-55778E2EBAC8}"/>
                    </a:ext>
                  </a:extLst>
                </p:cNvPr>
                <p:cNvSpPr/>
                <p:nvPr/>
              </p:nvSpPr>
              <p:spPr>
                <a:xfrm flipH="1">
                  <a:off x="8366247" y="1969723"/>
                  <a:ext cx="140288" cy="247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992" h="26428" extrusionOk="0">
                      <a:moveTo>
                        <a:pt x="31" y="0"/>
                      </a:moveTo>
                      <a:cubicBezTo>
                        <a:pt x="25" y="0"/>
                        <a:pt x="19" y="0"/>
                        <a:pt x="13" y="0"/>
                      </a:cubicBezTo>
                      <a:lnTo>
                        <a:pt x="0" y="0"/>
                      </a:lnTo>
                      <a:lnTo>
                        <a:pt x="0" y="26407"/>
                      </a:lnTo>
                      <a:lnTo>
                        <a:pt x="13" y="26427"/>
                      </a:lnTo>
                      <a:lnTo>
                        <a:pt x="14992" y="1860"/>
                      </a:lnTo>
                      <a:cubicBezTo>
                        <a:pt x="10391" y="663"/>
                        <a:pt x="5335" y="0"/>
                        <a:pt x="31" y="0"/>
                      </a:cubicBezTo>
                      <a:close/>
                    </a:path>
                  </a:pathLst>
                </a:custGeom>
                <a:solidFill>
                  <a:srgbClr val="CFD9E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323" name="Google Shape;13251;p132">
                  <a:extLst>
                    <a:ext uri="{FF2B5EF4-FFF2-40B4-BE49-F238E27FC236}">
                      <a16:creationId xmlns:a16="http://schemas.microsoft.com/office/drawing/2014/main" id="{69FE8236-55CD-921D-F254-7AB48F3A716B}"/>
                    </a:ext>
                  </a:extLst>
                </p:cNvPr>
                <p:cNvGrpSpPr/>
                <p:nvPr/>
              </p:nvGrpSpPr>
              <p:grpSpPr>
                <a:xfrm>
                  <a:off x="7287122" y="2063892"/>
                  <a:ext cx="1151753" cy="73428"/>
                  <a:chOff x="7287122" y="2063892"/>
                  <a:chExt cx="1151753" cy="73428"/>
                </a:xfrm>
              </p:grpSpPr>
              <p:sp>
                <p:nvSpPr>
                  <p:cNvPr id="324" name="Google Shape;13252;p132">
                    <a:extLst>
                      <a:ext uri="{FF2B5EF4-FFF2-40B4-BE49-F238E27FC236}">
                        <a16:creationId xmlns:a16="http://schemas.microsoft.com/office/drawing/2014/main" id="{0922C665-A22F-AF9B-1186-E0FF74861EAE}"/>
                      </a:ext>
                    </a:extLst>
                  </p:cNvPr>
                  <p:cNvSpPr/>
                  <p:nvPr/>
                </p:nvSpPr>
                <p:spPr>
                  <a:xfrm flipH="1">
                    <a:off x="7287122" y="2063892"/>
                    <a:ext cx="507103" cy="734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124" h="7847" extrusionOk="0">
                        <a:moveTo>
                          <a:pt x="0" y="1"/>
                        </a:moveTo>
                        <a:lnTo>
                          <a:pt x="0" y="7847"/>
                        </a:lnTo>
                        <a:lnTo>
                          <a:pt x="35123" y="7847"/>
                        </a:lnTo>
                        <a:lnTo>
                          <a:pt x="35123" y="1"/>
                        </a:lnTo>
                        <a:close/>
                      </a:path>
                    </a:pathLst>
                  </a:custGeom>
                  <a:solidFill>
                    <a:srgbClr val="CFD9E0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cxnSp>
                <p:nvCxnSpPr>
                  <p:cNvPr id="325" name="Google Shape;13253;p132">
                    <a:extLst>
                      <a:ext uri="{FF2B5EF4-FFF2-40B4-BE49-F238E27FC236}">
                        <a16:creationId xmlns:a16="http://schemas.microsoft.com/office/drawing/2014/main" id="{2460D818-CE87-FE6C-8D24-06E52B52A5DB}"/>
                      </a:ext>
                    </a:extLst>
                  </p:cNvPr>
                  <p:cNvCxnSpPr/>
                  <p:nvPr/>
                </p:nvCxnSpPr>
                <p:spPr>
                  <a:xfrm rot="10800000">
                    <a:off x="7818475" y="2100600"/>
                    <a:ext cx="6204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CFD9E0"/>
                    </a:solidFill>
                    <a:prstDash val="solid"/>
                    <a:round/>
                    <a:headEnd type="none" w="med" len="med"/>
                    <a:tailEnd type="oval" w="med" len="med"/>
                  </a:ln>
                </p:spPr>
              </p:cxnSp>
            </p:grpSp>
          </p:grpSp>
          <p:grpSp>
            <p:nvGrpSpPr>
              <p:cNvPr id="51" name="Google Shape;13254;p132">
                <a:extLst>
                  <a:ext uri="{FF2B5EF4-FFF2-40B4-BE49-F238E27FC236}">
                    <a16:creationId xmlns:a16="http://schemas.microsoft.com/office/drawing/2014/main" id="{8EB4BE20-4E22-AA42-F433-7C4ED2D1DF3B}"/>
                  </a:ext>
                </a:extLst>
              </p:cNvPr>
              <p:cNvGrpSpPr/>
              <p:nvPr/>
            </p:nvGrpSpPr>
            <p:grpSpPr>
              <a:xfrm>
                <a:off x="7287122" y="1712201"/>
                <a:ext cx="1219403" cy="246767"/>
                <a:chOff x="7287122" y="1712201"/>
                <a:chExt cx="1219403" cy="246767"/>
              </a:xfrm>
            </p:grpSpPr>
            <p:sp>
              <p:nvSpPr>
                <p:cNvPr id="62" name="Google Shape;13255;p132">
                  <a:extLst>
                    <a:ext uri="{FF2B5EF4-FFF2-40B4-BE49-F238E27FC236}">
                      <a16:creationId xmlns:a16="http://schemas.microsoft.com/office/drawing/2014/main" id="{FA03D693-4257-0134-424B-8FD3D27A2770}"/>
                    </a:ext>
                  </a:extLst>
                </p:cNvPr>
                <p:cNvSpPr/>
                <p:nvPr/>
              </p:nvSpPr>
              <p:spPr>
                <a:xfrm flipH="1">
                  <a:off x="8226249" y="1712201"/>
                  <a:ext cx="280276" cy="2467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952" h="26371" extrusionOk="0">
                      <a:moveTo>
                        <a:pt x="1" y="0"/>
                      </a:moveTo>
                      <a:lnTo>
                        <a:pt x="1" y="24234"/>
                      </a:lnTo>
                      <a:lnTo>
                        <a:pt x="14" y="24234"/>
                      </a:lnTo>
                      <a:cubicBezTo>
                        <a:pt x="14" y="24234"/>
                        <a:pt x="203" y="24229"/>
                        <a:pt x="558" y="24229"/>
                      </a:cubicBezTo>
                      <a:cubicBezTo>
                        <a:pt x="2473" y="24229"/>
                        <a:pt x="9215" y="24384"/>
                        <a:pt x="17213" y="26370"/>
                      </a:cubicBezTo>
                      <a:lnTo>
                        <a:pt x="29952" y="5713"/>
                      </a:lnTo>
                      <a:cubicBezTo>
                        <a:pt x="29952" y="5713"/>
                        <a:pt x="20827" y="0"/>
                        <a:pt x="14" y="0"/>
                      </a:cubicBezTo>
                      <a:close/>
                    </a:path>
                  </a:pathLst>
                </a:custGeom>
                <a:solidFill>
                  <a:srgbClr val="A5B7C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63" name="Google Shape;13256;p132">
                  <a:extLst>
                    <a:ext uri="{FF2B5EF4-FFF2-40B4-BE49-F238E27FC236}">
                      <a16:creationId xmlns:a16="http://schemas.microsoft.com/office/drawing/2014/main" id="{4BF99E40-1414-9431-C22D-3047A64849F3}"/>
                    </a:ext>
                  </a:extLst>
                </p:cNvPr>
                <p:cNvGrpSpPr/>
                <p:nvPr/>
              </p:nvGrpSpPr>
              <p:grpSpPr>
                <a:xfrm>
                  <a:off x="7287122" y="1842861"/>
                  <a:ext cx="1005303" cy="73419"/>
                  <a:chOff x="7287122" y="1842861"/>
                  <a:chExt cx="1005303" cy="73419"/>
                </a:xfrm>
              </p:grpSpPr>
              <p:sp>
                <p:nvSpPr>
                  <p:cNvPr id="320" name="Google Shape;13257;p132">
                    <a:extLst>
                      <a:ext uri="{FF2B5EF4-FFF2-40B4-BE49-F238E27FC236}">
                        <a16:creationId xmlns:a16="http://schemas.microsoft.com/office/drawing/2014/main" id="{4633270E-8CD6-A8B7-FEA8-5B29F8E15361}"/>
                      </a:ext>
                    </a:extLst>
                  </p:cNvPr>
                  <p:cNvSpPr/>
                  <p:nvPr/>
                </p:nvSpPr>
                <p:spPr>
                  <a:xfrm flipH="1">
                    <a:off x="7287122" y="1842861"/>
                    <a:ext cx="507103" cy="734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124" h="7846" extrusionOk="0">
                        <a:moveTo>
                          <a:pt x="0" y="1"/>
                        </a:moveTo>
                        <a:lnTo>
                          <a:pt x="0" y="7845"/>
                        </a:lnTo>
                        <a:lnTo>
                          <a:pt x="35123" y="7845"/>
                        </a:lnTo>
                        <a:lnTo>
                          <a:pt x="35123" y="1"/>
                        </a:lnTo>
                        <a:close/>
                      </a:path>
                    </a:pathLst>
                  </a:custGeom>
                  <a:solidFill>
                    <a:schemeClr val="accent1">
                      <a:lumMod val="75000"/>
                    </a:scheme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cxnSp>
                <p:nvCxnSpPr>
                  <p:cNvPr id="321" name="Google Shape;13258;p132">
                    <a:extLst>
                      <a:ext uri="{FF2B5EF4-FFF2-40B4-BE49-F238E27FC236}">
                        <a16:creationId xmlns:a16="http://schemas.microsoft.com/office/drawing/2014/main" id="{FC2970DE-9F71-73A3-A918-E9B32D64E6DE}"/>
                      </a:ext>
                    </a:extLst>
                  </p:cNvPr>
                  <p:cNvCxnSpPr/>
                  <p:nvPr/>
                </p:nvCxnSpPr>
                <p:spPr>
                  <a:xfrm rot="10800000">
                    <a:off x="7818425" y="1879575"/>
                    <a:ext cx="47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A5B7C6"/>
                    </a:solidFill>
                    <a:prstDash val="solid"/>
                    <a:round/>
                    <a:headEnd type="none" w="med" len="med"/>
                    <a:tailEnd type="oval" w="med" len="med"/>
                  </a:ln>
                </p:spPr>
              </p:cxnSp>
            </p:grpSp>
          </p:grpSp>
          <p:grpSp>
            <p:nvGrpSpPr>
              <p:cNvPr id="52" name="Google Shape;13259;p132">
                <a:extLst>
                  <a:ext uri="{FF2B5EF4-FFF2-40B4-BE49-F238E27FC236}">
                    <a16:creationId xmlns:a16="http://schemas.microsoft.com/office/drawing/2014/main" id="{2C99DFAC-1ACB-7D6B-C70B-8C61F143C778}"/>
                  </a:ext>
                </a:extLst>
              </p:cNvPr>
              <p:cNvGrpSpPr/>
              <p:nvPr/>
            </p:nvGrpSpPr>
            <p:grpSpPr>
              <a:xfrm>
                <a:off x="7287122" y="1447520"/>
                <a:ext cx="1219403" cy="286667"/>
                <a:chOff x="7287122" y="1447520"/>
                <a:chExt cx="1219403" cy="286667"/>
              </a:xfrm>
            </p:grpSpPr>
            <p:sp>
              <p:nvSpPr>
                <p:cNvPr id="58" name="Google Shape;13260;p132">
                  <a:extLst>
                    <a:ext uri="{FF2B5EF4-FFF2-40B4-BE49-F238E27FC236}">
                      <a16:creationId xmlns:a16="http://schemas.microsoft.com/office/drawing/2014/main" id="{84BDD883-3D3A-6241-61F9-69ADF5A674A1}"/>
                    </a:ext>
                  </a:extLst>
                </p:cNvPr>
                <p:cNvSpPr/>
                <p:nvPr/>
              </p:nvSpPr>
              <p:spPr>
                <a:xfrm flipH="1">
                  <a:off x="8087665" y="1447520"/>
                  <a:ext cx="418860" cy="2866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62" h="30635" extrusionOk="0">
                      <a:moveTo>
                        <a:pt x="1" y="1"/>
                      </a:moveTo>
                      <a:lnTo>
                        <a:pt x="1" y="24648"/>
                      </a:lnTo>
                      <a:lnTo>
                        <a:pt x="14" y="24648"/>
                      </a:lnTo>
                      <a:cubicBezTo>
                        <a:pt x="5607" y="24648"/>
                        <a:pt x="18560" y="25130"/>
                        <a:pt x="31390" y="30635"/>
                      </a:cubicBezTo>
                      <a:lnTo>
                        <a:pt x="44761" y="10327"/>
                      </a:lnTo>
                      <a:cubicBezTo>
                        <a:pt x="44761" y="10327"/>
                        <a:pt x="27304" y="1"/>
                        <a:pt x="14" y="1"/>
                      </a:cubicBez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59" name="Google Shape;13261;p132">
                  <a:extLst>
                    <a:ext uri="{FF2B5EF4-FFF2-40B4-BE49-F238E27FC236}">
                      <a16:creationId xmlns:a16="http://schemas.microsoft.com/office/drawing/2014/main" id="{46319602-30A1-CCBC-04D0-48B6B504F558}"/>
                    </a:ext>
                  </a:extLst>
                </p:cNvPr>
                <p:cNvGrpSpPr/>
                <p:nvPr/>
              </p:nvGrpSpPr>
              <p:grpSpPr>
                <a:xfrm>
                  <a:off x="7287122" y="1581977"/>
                  <a:ext cx="852803" cy="73428"/>
                  <a:chOff x="7287122" y="1581977"/>
                  <a:chExt cx="852803" cy="73428"/>
                </a:xfrm>
              </p:grpSpPr>
              <p:sp>
                <p:nvSpPr>
                  <p:cNvPr id="60" name="Google Shape;13262;p132">
                    <a:extLst>
                      <a:ext uri="{FF2B5EF4-FFF2-40B4-BE49-F238E27FC236}">
                        <a16:creationId xmlns:a16="http://schemas.microsoft.com/office/drawing/2014/main" id="{3F371828-00E5-3556-E8D0-7430E2CF8768}"/>
                      </a:ext>
                    </a:extLst>
                  </p:cNvPr>
                  <p:cNvSpPr/>
                  <p:nvPr/>
                </p:nvSpPr>
                <p:spPr>
                  <a:xfrm flipH="1">
                    <a:off x="7287122" y="1581977"/>
                    <a:ext cx="507103" cy="734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124" h="7847" extrusionOk="0">
                        <a:moveTo>
                          <a:pt x="0" y="1"/>
                        </a:moveTo>
                        <a:lnTo>
                          <a:pt x="0" y="7847"/>
                        </a:lnTo>
                        <a:lnTo>
                          <a:pt x="35123" y="7847"/>
                        </a:lnTo>
                        <a:lnTo>
                          <a:pt x="35123" y="1"/>
                        </a:lnTo>
                        <a:close/>
                      </a:path>
                    </a:pathLst>
                  </a:custGeom>
                  <a:solidFill>
                    <a:schemeClr val="accent1">
                      <a:lumMod val="75000"/>
                    </a:scheme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cxnSp>
                <p:nvCxnSpPr>
                  <p:cNvPr id="61" name="Google Shape;13263;p132">
                    <a:extLst>
                      <a:ext uri="{FF2B5EF4-FFF2-40B4-BE49-F238E27FC236}">
                        <a16:creationId xmlns:a16="http://schemas.microsoft.com/office/drawing/2014/main" id="{E26089D7-F6C7-69B9-2509-C3953D4C73F8}"/>
                      </a:ext>
                    </a:extLst>
                  </p:cNvPr>
                  <p:cNvCxnSpPr/>
                  <p:nvPr/>
                </p:nvCxnSpPr>
                <p:spPr>
                  <a:xfrm rot="10800000">
                    <a:off x="7818325" y="1618700"/>
                    <a:ext cx="3216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869FB2"/>
                    </a:solidFill>
                    <a:prstDash val="solid"/>
                    <a:round/>
                    <a:headEnd type="none" w="med" len="med"/>
                    <a:tailEnd type="oval" w="med" len="med"/>
                  </a:ln>
                </p:spPr>
              </p:cxnSp>
            </p:grpSp>
          </p:grpSp>
          <p:grpSp>
            <p:nvGrpSpPr>
              <p:cNvPr id="53" name="Google Shape;13264;p132">
                <a:extLst>
                  <a:ext uri="{FF2B5EF4-FFF2-40B4-BE49-F238E27FC236}">
                    <a16:creationId xmlns:a16="http://schemas.microsoft.com/office/drawing/2014/main" id="{A5CEC949-AE8E-D7BF-0B9D-29CF5B85A082}"/>
                  </a:ext>
                </a:extLst>
              </p:cNvPr>
              <p:cNvGrpSpPr/>
              <p:nvPr/>
            </p:nvGrpSpPr>
            <p:grpSpPr>
              <a:xfrm>
                <a:off x="7287122" y="1165658"/>
                <a:ext cx="1219403" cy="344253"/>
                <a:chOff x="7287122" y="1165658"/>
                <a:chExt cx="1219403" cy="344253"/>
              </a:xfrm>
            </p:grpSpPr>
            <p:sp>
              <p:nvSpPr>
                <p:cNvPr id="54" name="Google Shape;13265;p132">
                  <a:extLst>
                    <a:ext uri="{FF2B5EF4-FFF2-40B4-BE49-F238E27FC236}">
                      <a16:creationId xmlns:a16="http://schemas.microsoft.com/office/drawing/2014/main" id="{CFC0F7E0-D59B-F4D8-5947-FC549C3C0960}"/>
                    </a:ext>
                  </a:extLst>
                </p:cNvPr>
                <p:cNvSpPr/>
                <p:nvPr/>
              </p:nvSpPr>
              <p:spPr>
                <a:xfrm flipH="1">
                  <a:off x="7919557" y="1165658"/>
                  <a:ext cx="586968" cy="3442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727" h="36789" extrusionOk="0">
                      <a:moveTo>
                        <a:pt x="1" y="1"/>
                      </a:moveTo>
                      <a:lnTo>
                        <a:pt x="1" y="25976"/>
                      </a:lnTo>
                      <a:lnTo>
                        <a:pt x="17" y="25976"/>
                      </a:lnTo>
                      <a:cubicBezTo>
                        <a:pt x="74" y="25976"/>
                        <a:pt x="588" y="25960"/>
                        <a:pt x="1487" y="25960"/>
                      </a:cubicBezTo>
                      <a:cubicBezTo>
                        <a:pt x="7235" y="25960"/>
                        <a:pt x="28709" y="26646"/>
                        <a:pt x="46867" y="36789"/>
                      </a:cubicBezTo>
                      <a:lnTo>
                        <a:pt x="62726" y="12728"/>
                      </a:lnTo>
                      <a:cubicBezTo>
                        <a:pt x="62726" y="12728"/>
                        <a:pt x="39312" y="2"/>
                        <a:pt x="17" y="1"/>
                      </a:cubicBez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grpSp>
              <p:nvGrpSpPr>
                <p:cNvPr id="55" name="Google Shape;13266;p132">
                  <a:extLst>
                    <a:ext uri="{FF2B5EF4-FFF2-40B4-BE49-F238E27FC236}">
                      <a16:creationId xmlns:a16="http://schemas.microsoft.com/office/drawing/2014/main" id="{5D455083-8337-000F-4236-3F3C7A9726B4}"/>
                    </a:ext>
                  </a:extLst>
                </p:cNvPr>
                <p:cNvGrpSpPr/>
                <p:nvPr/>
              </p:nvGrpSpPr>
              <p:grpSpPr>
                <a:xfrm>
                  <a:off x="7287122" y="1341025"/>
                  <a:ext cx="695703" cy="73419"/>
                  <a:chOff x="7287122" y="1341025"/>
                  <a:chExt cx="695703" cy="73419"/>
                </a:xfrm>
              </p:grpSpPr>
              <p:sp>
                <p:nvSpPr>
                  <p:cNvPr id="56" name="Google Shape;13267;p132">
                    <a:extLst>
                      <a:ext uri="{FF2B5EF4-FFF2-40B4-BE49-F238E27FC236}">
                        <a16:creationId xmlns:a16="http://schemas.microsoft.com/office/drawing/2014/main" id="{99D8B366-59E8-C129-E2E0-7DBA575C2CD7}"/>
                      </a:ext>
                    </a:extLst>
                  </p:cNvPr>
                  <p:cNvSpPr/>
                  <p:nvPr/>
                </p:nvSpPr>
                <p:spPr>
                  <a:xfrm flipH="1">
                    <a:off x="7287122" y="1341025"/>
                    <a:ext cx="507103" cy="734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124" h="7846" extrusionOk="0">
                        <a:moveTo>
                          <a:pt x="0" y="1"/>
                        </a:moveTo>
                        <a:lnTo>
                          <a:pt x="0" y="7845"/>
                        </a:lnTo>
                        <a:lnTo>
                          <a:pt x="35123" y="7845"/>
                        </a:lnTo>
                        <a:lnTo>
                          <a:pt x="35123" y="1"/>
                        </a:lnTo>
                        <a:close/>
                      </a:path>
                    </a:pathLst>
                  </a:custGeom>
                  <a:solidFill>
                    <a:schemeClr val="accent1">
                      <a:lumMod val="75000"/>
                    </a:scheme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cxnSp>
                <p:nvCxnSpPr>
                  <p:cNvPr id="57" name="Google Shape;13268;p132">
                    <a:extLst>
                      <a:ext uri="{FF2B5EF4-FFF2-40B4-BE49-F238E27FC236}">
                        <a16:creationId xmlns:a16="http://schemas.microsoft.com/office/drawing/2014/main" id="{00B988D9-91D2-41E9-3940-10D559F376A8}"/>
                      </a:ext>
                    </a:extLst>
                  </p:cNvPr>
                  <p:cNvCxnSpPr/>
                  <p:nvPr/>
                </p:nvCxnSpPr>
                <p:spPr>
                  <a:xfrm rot="10800000">
                    <a:off x="7818425" y="1377750"/>
                    <a:ext cx="1644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869FB1"/>
                    </a:solidFill>
                    <a:prstDash val="solid"/>
                    <a:round/>
                    <a:headEnd type="none" w="med" len="med"/>
                    <a:tailEnd type="oval" w="med" len="med"/>
                  </a:ln>
                </p:spPr>
              </p:cxnSp>
            </p:grpSp>
          </p:grpSp>
        </p:grpSp>
        <p:grpSp>
          <p:nvGrpSpPr>
            <p:cNvPr id="21" name="Google Shape;13269;p132">
              <a:extLst>
                <a:ext uri="{FF2B5EF4-FFF2-40B4-BE49-F238E27FC236}">
                  <a16:creationId xmlns:a16="http://schemas.microsoft.com/office/drawing/2014/main" id="{189F2407-2ACB-5D2D-899A-0FD90A991A7D}"/>
                </a:ext>
              </a:extLst>
            </p:cNvPr>
            <p:cNvGrpSpPr/>
            <p:nvPr/>
          </p:nvGrpSpPr>
          <p:grpSpPr>
            <a:xfrm>
              <a:off x="6555676" y="1979656"/>
              <a:ext cx="1630059" cy="1281139"/>
              <a:chOff x="5900602" y="1193063"/>
              <a:chExt cx="1299851" cy="1021707"/>
            </a:xfrm>
          </p:grpSpPr>
          <p:grpSp>
            <p:nvGrpSpPr>
              <p:cNvPr id="22" name="Google Shape;13270;p132">
                <a:extLst>
                  <a:ext uri="{FF2B5EF4-FFF2-40B4-BE49-F238E27FC236}">
                    <a16:creationId xmlns:a16="http://schemas.microsoft.com/office/drawing/2014/main" id="{DBAE3FB7-0356-CE61-90DC-EBE6B67714B1}"/>
                  </a:ext>
                </a:extLst>
              </p:cNvPr>
              <p:cNvGrpSpPr/>
              <p:nvPr/>
            </p:nvGrpSpPr>
            <p:grpSpPr>
              <a:xfrm>
                <a:off x="6520337" y="1193063"/>
                <a:ext cx="341815" cy="799959"/>
                <a:chOff x="6520337" y="1193063"/>
                <a:chExt cx="341815" cy="799959"/>
              </a:xfrm>
            </p:grpSpPr>
            <p:grpSp>
              <p:nvGrpSpPr>
                <p:cNvPr id="44" name="Google Shape;13271;p132">
                  <a:extLst>
                    <a:ext uri="{FF2B5EF4-FFF2-40B4-BE49-F238E27FC236}">
                      <a16:creationId xmlns:a16="http://schemas.microsoft.com/office/drawing/2014/main" id="{6013A61E-E647-BD67-871D-C46CEA26416C}"/>
                    </a:ext>
                  </a:extLst>
                </p:cNvPr>
                <p:cNvGrpSpPr/>
                <p:nvPr/>
              </p:nvGrpSpPr>
              <p:grpSpPr>
                <a:xfrm>
                  <a:off x="6520337" y="1589527"/>
                  <a:ext cx="213950" cy="403494"/>
                  <a:chOff x="6520337" y="1589527"/>
                  <a:chExt cx="213950" cy="403494"/>
                </a:xfrm>
              </p:grpSpPr>
              <p:sp>
                <p:nvSpPr>
                  <p:cNvPr id="48" name="Google Shape;13272;p132">
                    <a:extLst>
                      <a:ext uri="{FF2B5EF4-FFF2-40B4-BE49-F238E27FC236}">
                        <a16:creationId xmlns:a16="http://schemas.microsoft.com/office/drawing/2014/main" id="{23F88098-122F-0556-8561-EF57178F6326}"/>
                      </a:ext>
                    </a:extLst>
                  </p:cNvPr>
                  <p:cNvSpPr/>
                  <p:nvPr/>
                </p:nvSpPr>
                <p:spPr>
                  <a:xfrm rot="-5400000">
                    <a:off x="6522864" y="1587001"/>
                    <a:ext cx="208853" cy="21390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4013" h="24594" extrusionOk="0">
                        <a:moveTo>
                          <a:pt x="725" y="0"/>
                        </a:moveTo>
                        <a:cubicBezTo>
                          <a:pt x="482" y="0"/>
                          <a:pt x="241" y="3"/>
                          <a:pt x="0" y="5"/>
                        </a:cubicBezTo>
                        <a:lnTo>
                          <a:pt x="0" y="22597"/>
                        </a:lnTo>
                        <a:cubicBezTo>
                          <a:pt x="118" y="22596"/>
                          <a:pt x="222" y="22595"/>
                          <a:pt x="312" y="22595"/>
                        </a:cubicBezTo>
                        <a:cubicBezTo>
                          <a:pt x="582" y="22595"/>
                          <a:pt x="725" y="22600"/>
                          <a:pt x="725" y="22600"/>
                        </a:cubicBezTo>
                        <a:cubicBezTo>
                          <a:pt x="725" y="22600"/>
                          <a:pt x="872" y="22595"/>
                          <a:pt x="1149" y="22595"/>
                        </a:cubicBezTo>
                        <a:cubicBezTo>
                          <a:pt x="2638" y="22595"/>
                          <a:pt x="7882" y="22740"/>
                          <a:pt x="14103" y="24594"/>
                        </a:cubicBezTo>
                        <a:lnTo>
                          <a:pt x="24013" y="5327"/>
                        </a:lnTo>
                        <a:cubicBezTo>
                          <a:pt x="24013" y="5327"/>
                          <a:pt x="16917" y="0"/>
                          <a:pt x="725" y="0"/>
                        </a:cubicBezTo>
                        <a:close/>
                      </a:path>
                    </a:pathLst>
                  </a:custGeom>
                  <a:solidFill>
                    <a:srgbClr val="A5B7C6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9" name="Google Shape;13273;p132">
                    <a:extLst>
                      <a:ext uri="{FF2B5EF4-FFF2-40B4-BE49-F238E27FC236}">
                        <a16:creationId xmlns:a16="http://schemas.microsoft.com/office/drawing/2014/main" id="{A1FC9BC6-0DEF-2627-8E13-C084701E46C1}"/>
                      </a:ext>
                    </a:extLst>
                  </p:cNvPr>
                  <p:cNvSpPr/>
                  <p:nvPr/>
                </p:nvSpPr>
                <p:spPr>
                  <a:xfrm rot="-5400000">
                    <a:off x="6529204" y="1787939"/>
                    <a:ext cx="196250" cy="2139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564" h="24595" extrusionOk="0">
                        <a:moveTo>
                          <a:pt x="22564" y="1"/>
                        </a:moveTo>
                        <a:cubicBezTo>
                          <a:pt x="15114" y="73"/>
                          <a:pt x="9649" y="1280"/>
                          <a:pt x="5965" y="2527"/>
                        </a:cubicBezTo>
                        <a:lnTo>
                          <a:pt x="5965" y="2528"/>
                        </a:lnTo>
                        <a:cubicBezTo>
                          <a:pt x="2949" y="3548"/>
                          <a:pt x="1124" y="4595"/>
                          <a:pt x="385" y="5067"/>
                        </a:cubicBezTo>
                        <a:cubicBezTo>
                          <a:pt x="382" y="5067"/>
                          <a:pt x="382" y="5068"/>
                          <a:pt x="380" y="5068"/>
                        </a:cubicBezTo>
                        <a:cubicBezTo>
                          <a:pt x="373" y="5074"/>
                          <a:pt x="366" y="5078"/>
                          <a:pt x="358" y="5083"/>
                        </a:cubicBezTo>
                        <a:cubicBezTo>
                          <a:pt x="344" y="5091"/>
                          <a:pt x="329" y="5100"/>
                          <a:pt x="316" y="5110"/>
                        </a:cubicBezTo>
                        <a:cubicBezTo>
                          <a:pt x="315" y="5112"/>
                          <a:pt x="313" y="5113"/>
                          <a:pt x="312" y="5113"/>
                        </a:cubicBezTo>
                        <a:cubicBezTo>
                          <a:pt x="293" y="5125"/>
                          <a:pt x="275" y="5136"/>
                          <a:pt x="258" y="5148"/>
                        </a:cubicBezTo>
                        <a:cubicBezTo>
                          <a:pt x="255" y="5150"/>
                          <a:pt x="251" y="5152"/>
                          <a:pt x="248" y="5155"/>
                        </a:cubicBezTo>
                        <a:cubicBezTo>
                          <a:pt x="240" y="5160"/>
                          <a:pt x="232" y="5166"/>
                          <a:pt x="224" y="5171"/>
                        </a:cubicBezTo>
                        <a:lnTo>
                          <a:pt x="191" y="5193"/>
                        </a:lnTo>
                        <a:cubicBezTo>
                          <a:pt x="189" y="5193"/>
                          <a:pt x="189" y="5195"/>
                          <a:pt x="188" y="5195"/>
                        </a:cubicBezTo>
                        <a:lnTo>
                          <a:pt x="171" y="5206"/>
                        </a:lnTo>
                        <a:cubicBezTo>
                          <a:pt x="162" y="5211"/>
                          <a:pt x="153" y="5217"/>
                          <a:pt x="146" y="5222"/>
                        </a:cubicBezTo>
                        <a:cubicBezTo>
                          <a:pt x="144" y="5224"/>
                          <a:pt x="144" y="5225"/>
                          <a:pt x="141" y="5225"/>
                        </a:cubicBezTo>
                        <a:cubicBezTo>
                          <a:pt x="137" y="5230"/>
                          <a:pt x="131" y="5231"/>
                          <a:pt x="127" y="5236"/>
                        </a:cubicBezTo>
                        <a:cubicBezTo>
                          <a:pt x="118" y="5243"/>
                          <a:pt x="109" y="5247"/>
                          <a:pt x="102" y="5253"/>
                        </a:cubicBezTo>
                        <a:cubicBezTo>
                          <a:pt x="95" y="5260"/>
                          <a:pt x="88" y="5265"/>
                          <a:pt x="80" y="5269"/>
                        </a:cubicBezTo>
                        <a:cubicBezTo>
                          <a:pt x="39" y="5297"/>
                          <a:pt x="15" y="5316"/>
                          <a:pt x="6" y="5323"/>
                        </a:cubicBezTo>
                        <a:lnTo>
                          <a:pt x="3" y="5324"/>
                        </a:lnTo>
                        <a:lnTo>
                          <a:pt x="0" y="5326"/>
                        </a:lnTo>
                        <a:lnTo>
                          <a:pt x="9910" y="24594"/>
                        </a:lnTo>
                        <a:cubicBezTo>
                          <a:pt x="10017" y="24561"/>
                          <a:pt x="10124" y="24530"/>
                          <a:pt x="10231" y="24499"/>
                        </a:cubicBezTo>
                        <a:cubicBezTo>
                          <a:pt x="10284" y="24482"/>
                          <a:pt x="10339" y="24466"/>
                          <a:pt x="10392" y="24451"/>
                        </a:cubicBezTo>
                        <a:cubicBezTo>
                          <a:pt x="10473" y="24428"/>
                          <a:pt x="10553" y="24403"/>
                          <a:pt x="10633" y="24381"/>
                        </a:cubicBezTo>
                        <a:cubicBezTo>
                          <a:pt x="10664" y="24373"/>
                          <a:pt x="10691" y="24364"/>
                          <a:pt x="10721" y="24357"/>
                        </a:cubicBezTo>
                        <a:cubicBezTo>
                          <a:pt x="10786" y="24339"/>
                          <a:pt x="10855" y="24320"/>
                          <a:pt x="10920" y="24303"/>
                        </a:cubicBezTo>
                        <a:cubicBezTo>
                          <a:pt x="10930" y="24298"/>
                          <a:pt x="10943" y="24297"/>
                          <a:pt x="10955" y="24293"/>
                        </a:cubicBezTo>
                        <a:cubicBezTo>
                          <a:pt x="11032" y="24274"/>
                          <a:pt x="11111" y="24252"/>
                          <a:pt x="11188" y="24231"/>
                        </a:cubicBezTo>
                        <a:cubicBezTo>
                          <a:pt x="11192" y="24230"/>
                          <a:pt x="11200" y="24227"/>
                          <a:pt x="11206" y="24226"/>
                        </a:cubicBezTo>
                        <a:cubicBezTo>
                          <a:pt x="11307" y="24198"/>
                          <a:pt x="11409" y="24172"/>
                          <a:pt x="11511" y="24146"/>
                        </a:cubicBezTo>
                        <a:cubicBezTo>
                          <a:pt x="11613" y="24118"/>
                          <a:pt x="11715" y="24093"/>
                          <a:pt x="11816" y="24067"/>
                        </a:cubicBezTo>
                        <a:cubicBezTo>
                          <a:pt x="11877" y="24052"/>
                          <a:pt x="11938" y="24036"/>
                          <a:pt x="11998" y="24022"/>
                        </a:cubicBezTo>
                        <a:cubicBezTo>
                          <a:pt x="12071" y="24004"/>
                          <a:pt x="12143" y="23987"/>
                          <a:pt x="12216" y="23969"/>
                        </a:cubicBezTo>
                        <a:cubicBezTo>
                          <a:pt x="17046" y="22790"/>
                          <a:pt x="20998" y="22614"/>
                          <a:pt x="22564" y="22595"/>
                        </a:cubicBezTo>
                        <a:lnTo>
                          <a:pt x="22564" y="1"/>
                        </a:lnTo>
                        <a:close/>
                      </a:path>
                    </a:pathLst>
                  </a:custGeom>
                  <a:solidFill>
                    <a:srgbClr val="A5B7C6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45" name="Google Shape;13274;p132">
                  <a:extLst>
                    <a:ext uri="{FF2B5EF4-FFF2-40B4-BE49-F238E27FC236}">
                      <a16:creationId xmlns:a16="http://schemas.microsoft.com/office/drawing/2014/main" id="{2E10C136-B357-5303-367F-226BDEE7BD47}"/>
                    </a:ext>
                  </a:extLst>
                </p:cNvPr>
                <p:cNvGrpSpPr/>
                <p:nvPr/>
              </p:nvGrpSpPr>
              <p:grpSpPr>
                <a:xfrm>
                  <a:off x="6577204" y="1193063"/>
                  <a:ext cx="284947" cy="464512"/>
                  <a:chOff x="6577204" y="1193063"/>
                  <a:chExt cx="284947" cy="464512"/>
                </a:xfrm>
              </p:grpSpPr>
              <p:sp>
                <p:nvSpPr>
                  <p:cNvPr id="46" name="Google Shape;13275;p132">
                    <a:extLst>
                      <a:ext uri="{FF2B5EF4-FFF2-40B4-BE49-F238E27FC236}">
                        <a16:creationId xmlns:a16="http://schemas.microsoft.com/office/drawing/2014/main" id="{0D9FC1A3-FF18-AFA1-88CA-A5C1B5B05B6E}"/>
                      </a:ext>
                    </a:extLst>
                  </p:cNvPr>
                  <p:cNvSpPr/>
                  <p:nvPr/>
                </p:nvSpPr>
                <p:spPr>
                  <a:xfrm>
                    <a:off x="6577204" y="1193063"/>
                    <a:ext cx="284947" cy="6364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762" h="7318" extrusionOk="0">
                        <a:moveTo>
                          <a:pt x="0" y="1"/>
                        </a:moveTo>
                        <a:lnTo>
                          <a:pt x="0" y="7318"/>
                        </a:lnTo>
                        <a:lnTo>
                          <a:pt x="32762" y="7318"/>
                        </a:lnTo>
                        <a:lnTo>
                          <a:pt x="32762" y="1"/>
                        </a:lnTo>
                        <a:close/>
                      </a:path>
                    </a:pathLst>
                  </a:custGeom>
                  <a:solidFill>
                    <a:srgbClr val="A5B7C6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cxnSp>
                <p:nvCxnSpPr>
                  <p:cNvPr id="47" name="Google Shape;13276;p132">
                    <a:extLst>
                      <a:ext uri="{FF2B5EF4-FFF2-40B4-BE49-F238E27FC236}">
                        <a16:creationId xmlns:a16="http://schemas.microsoft.com/office/drawing/2014/main" id="{3624E894-6273-D61B-37E7-D88D7501224A}"/>
                      </a:ext>
                    </a:extLst>
                  </p:cNvPr>
                  <p:cNvCxnSpPr/>
                  <p:nvPr/>
                </p:nvCxnSpPr>
                <p:spPr>
                  <a:xfrm rot="10800000">
                    <a:off x="6677825" y="1279575"/>
                    <a:ext cx="0" cy="3780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A5B7C6"/>
                    </a:solidFill>
                    <a:prstDash val="solid"/>
                    <a:round/>
                    <a:headEnd type="none" w="med" len="med"/>
                    <a:tailEnd type="oval" w="med" len="med"/>
                  </a:ln>
                </p:spPr>
              </p:cxnSp>
            </p:grpSp>
          </p:grpSp>
          <p:grpSp>
            <p:nvGrpSpPr>
              <p:cNvPr id="23" name="Google Shape;13277;p132">
                <a:extLst>
                  <a:ext uri="{FF2B5EF4-FFF2-40B4-BE49-F238E27FC236}">
                    <a16:creationId xmlns:a16="http://schemas.microsoft.com/office/drawing/2014/main" id="{C986E521-E53D-DD5C-2397-4777C00DBC83}"/>
                  </a:ext>
                </a:extLst>
              </p:cNvPr>
              <p:cNvGrpSpPr/>
              <p:nvPr/>
            </p:nvGrpSpPr>
            <p:grpSpPr>
              <a:xfrm>
                <a:off x="6238903" y="1193063"/>
                <a:ext cx="300475" cy="900152"/>
                <a:chOff x="6238903" y="1193063"/>
                <a:chExt cx="300475" cy="900152"/>
              </a:xfrm>
            </p:grpSpPr>
            <p:grpSp>
              <p:nvGrpSpPr>
                <p:cNvPr id="38" name="Google Shape;13278;p132">
                  <a:extLst>
                    <a:ext uri="{FF2B5EF4-FFF2-40B4-BE49-F238E27FC236}">
                      <a16:creationId xmlns:a16="http://schemas.microsoft.com/office/drawing/2014/main" id="{08AAC21D-677F-E8DB-538A-35CF2934679F}"/>
                    </a:ext>
                  </a:extLst>
                </p:cNvPr>
                <p:cNvGrpSpPr/>
                <p:nvPr/>
              </p:nvGrpSpPr>
              <p:grpSpPr>
                <a:xfrm>
                  <a:off x="6290865" y="1489315"/>
                  <a:ext cx="248514" cy="603900"/>
                  <a:chOff x="6290865" y="1489315"/>
                  <a:chExt cx="248514" cy="603900"/>
                </a:xfrm>
              </p:grpSpPr>
              <p:sp>
                <p:nvSpPr>
                  <p:cNvPr id="42" name="Google Shape;13279;p132">
                    <a:extLst>
                      <a:ext uri="{FF2B5EF4-FFF2-40B4-BE49-F238E27FC236}">
                        <a16:creationId xmlns:a16="http://schemas.microsoft.com/office/drawing/2014/main" id="{6CCE9335-E277-EBA7-B7A7-FE2140A6D125}"/>
                      </a:ext>
                    </a:extLst>
                  </p:cNvPr>
                  <p:cNvSpPr/>
                  <p:nvPr/>
                </p:nvSpPr>
                <p:spPr>
                  <a:xfrm rot="-5400000">
                    <a:off x="6260589" y="1519591"/>
                    <a:ext cx="309066" cy="2485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535" h="28573" extrusionOk="0">
                        <a:moveTo>
                          <a:pt x="727" y="0"/>
                        </a:moveTo>
                        <a:cubicBezTo>
                          <a:pt x="484" y="0"/>
                          <a:pt x="241" y="2"/>
                          <a:pt x="0" y="3"/>
                        </a:cubicBezTo>
                        <a:lnTo>
                          <a:pt x="0" y="22994"/>
                        </a:lnTo>
                        <a:cubicBezTo>
                          <a:pt x="259" y="22992"/>
                          <a:pt x="501" y="22989"/>
                          <a:pt x="727" y="22989"/>
                        </a:cubicBezTo>
                        <a:cubicBezTo>
                          <a:pt x="5078" y="22989"/>
                          <a:pt x="15152" y="23439"/>
                          <a:pt x="25134" y="28572"/>
                        </a:cubicBezTo>
                        <a:lnTo>
                          <a:pt x="35534" y="9632"/>
                        </a:lnTo>
                        <a:cubicBezTo>
                          <a:pt x="35534" y="9632"/>
                          <a:pt x="21952" y="0"/>
                          <a:pt x="727" y="0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75000"/>
                    </a:scheme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43" name="Google Shape;13280;p132">
                    <a:extLst>
                      <a:ext uri="{FF2B5EF4-FFF2-40B4-BE49-F238E27FC236}">
                        <a16:creationId xmlns:a16="http://schemas.microsoft.com/office/drawing/2014/main" id="{6CCC9C0E-1AAD-E1A9-9FDC-819B1BBFF008}"/>
                      </a:ext>
                    </a:extLst>
                  </p:cNvPr>
                  <p:cNvSpPr/>
                  <p:nvPr/>
                </p:nvSpPr>
                <p:spPr>
                  <a:xfrm rot="-5400000">
                    <a:off x="6266916" y="1820752"/>
                    <a:ext cx="296437" cy="24848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4083" h="28570" extrusionOk="0">
                        <a:moveTo>
                          <a:pt x="34083" y="0"/>
                        </a:moveTo>
                        <a:cubicBezTo>
                          <a:pt x="22684" y="120"/>
                          <a:pt x="13548" y="2997"/>
                          <a:pt x="7617" y="5579"/>
                        </a:cubicBezTo>
                        <a:cubicBezTo>
                          <a:pt x="5629" y="6444"/>
                          <a:pt x="3999" y="7274"/>
                          <a:pt x="2767" y="7955"/>
                        </a:cubicBezTo>
                        <a:cubicBezTo>
                          <a:pt x="2743" y="7970"/>
                          <a:pt x="2717" y="7985"/>
                          <a:pt x="2693" y="7996"/>
                        </a:cubicBezTo>
                        <a:cubicBezTo>
                          <a:pt x="2692" y="7996"/>
                          <a:pt x="2689" y="7999"/>
                          <a:pt x="2687" y="7999"/>
                        </a:cubicBezTo>
                        <a:cubicBezTo>
                          <a:pt x="2454" y="8127"/>
                          <a:pt x="2237" y="8251"/>
                          <a:pt x="2034" y="8368"/>
                        </a:cubicBezTo>
                        <a:lnTo>
                          <a:pt x="1958" y="8411"/>
                        </a:lnTo>
                        <a:cubicBezTo>
                          <a:pt x="1952" y="8416"/>
                          <a:pt x="1949" y="8418"/>
                          <a:pt x="1943" y="8421"/>
                        </a:cubicBezTo>
                        <a:cubicBezTo>
                          <a:pt x="1913" y="8437"/>
                          <a:pt x="1884" y="8455"/>
                          <a:pt x="1854" y="8472"/>
                        </a:cubicBezTo>
                        <a:cubicBezTo>
                          <a:pt x="1844" y="8478"/>
                          <a:pt x="1834" y="8483"/>
                          <a:pt x="1825" y="8488"/>
                        </a:cubicBezTo>
                        <a:cubicBezTo>
                          <a:pt x="1718" y="8552"/>
                          <a:pt x="1616" y="8612"/>
                          <a:pt x="1517" y="8670"/>
                        </a:cubicBezTo>
                        <a:cubicBezTo>
                          <a:pt x="1476" y="8697"/>
                          <a:pt x="1435" y="8720"/>
                          <a:pt x="1396" y="8743"/>
                        </a:cubicBezTo>
                        <a:cubicBezTo>
                          <a:pt x="1349" y="8771"/>
                          <a:pt x="1305" y="8799"/>
                          <a:pt x="1262" y="8823"/>
                        </a:cubicBezTo>
                        <a:cubicBezTo>
                          <a:pt x="1246" y="8832"/>
                          <a:pt x="1230" y="8844"/>
                          <a:pt x="1214" y="8852"/>
                        </a:cubicBezTo>
                        <a:cubicBezTo>
                          <a:pt x="1166" y="8882"/>
                          <a:pt x="1119" y="8911"/>
                          <a:pt x="1072" y="8938"/>
                        </a:cubicBezTo>
                        <a:cubicBezTo>
                          <a:pt x="1042" y="8956"/>
                          <a:pt x="1013" y="8973"/>
                          <a:pt x="985" y="8991"/>
                        </a:cubicBezTo>
                        <a:cubicBezTo>
                          <a:pt x="941" y="9018"/>
                          <a:pt x="901" y="9043"/>
                          <a:pt x="860" y="9069"/>
                        </a:cubicBezTo>
                        <a:cubicBezTo>
                          <a:pt x="845" y="9078"/>
                          <a:pt x="832" y="9087"/>
                          <a:pt x="821" y="9094"/>
                        </a:cubicBezTo>
                        <a:cubicBezTo>
                          <a:pt x="794" y="9112"/>
                          <a:pt x="771" y="9126"/>
                          <a:pt x="748" y="9141"/>
                        </a:cubicBezTo>
                        <a:cubicBezTo>
                          <a:pt x="733" y="9148"/>
                          <a:pt x="720" y="9157"/>
                          <a:pt x="706" y="9166"/>
                        </a:cubicBezTo>
                        <a:cubicBezTo>
                          <a:pt x="692" y="9174"/>
                          <a:pt x="678" y="9182"/>
                          <a:pt x="665" y="9192"/>
                        </a:cubicBezTo>
                        <a:cubicBezTo>
                          <a:pt x="643" y="9206"/>
                          <a:pt x="621" y="9218"/>
                          <a:pt x="599" y="9233"/>
                        </a:cubicBezTo>
                        <a:cubicBezTo>
                          <a:pt x="582" y="9244"/>
                          <a:pt x="567" y="9254"/>
                          <a:pt x="551" y="9265"/>
                        </a:cubicBezTo>
                        <a:cubicBezTo>
                          <a:pt x="534" y="9275"/>
                          <a:pt x="518" y="9283"/>
                          <a:pt x="502" y="9295"/>
                        </a:cubicBezTo>
                        <a:cubicBezTo>
                          <a:pt x="483" y="9305"/>
                          <a:pt x="465" y="9318"/>
                          <a:pt x="446" y="9330"/>
                        </a:cubicBezTo>
                        <a:cubicBezTo>
                          <a:pt x="305" y="9422"/>
                          <a:pt x="196" y="9493"/>
                          <a:pt x="122" y="9544"/>
                        </a:cubicBezTo>
                        <a:lnTo>
                          <a:pt x="104" y="9556"/>
                        </a:lnTo>
                        <a:cubicBezTo>
                          <a:pt x="72" y="9578"/>
                          <a:pt x="46" y="9595"/>
                          <a:pt x="30" y="9607"/>
                        </a:cubicBezTo>
                        <a:cubicBezTo>
                          <a:pt x="28" y="9608"/>
                          <a:pt x="24" y="9610"/>
                          <a:pt x="23" y="9611"/>
                        </a:cubicBezTo>
                        <a:cubicBezTo>
                          <a:pt x="17" y="9615"/>
                          <a:pt x="14" y="9618"/>
                          <a:pt x="9" y="9621"/>
                        </a:cubicBezTo>
                        <a:cubicBezTo>
                          <a:pt x="8" y="9623"/>
                          <a:pt x="7" y="9624"/>
                          <a:pt x="5" y="9624"/>
                        </a:cubicBezTo>
                        <a:lnTo>
                          <a:pt x="1" y="9629"/>
                        </a:lnTo>
                        <a:lnTo>
                          <a:pt x="10402" y="28569"/>
                        </a:lnTo>
                        <a:lnTo>
                          <a:pt x="10669" y="28432"/>
                        </a:lnTo>
                        <a:cubicBezTo>
                          <a:pt x="10734" y="28399"/>
                          <a:pt x="10803" y="28365"/>
                          <a:pt x="10868" y="28333"/>
                        </a:cubicBezTo>
                        <a:cubicBezTo>
                          <a:pt x="10913" y="28309"/>
                          <a:pt x="10960" y="28287"/>
                          <a:pt x="11007" y="28263"/>
                        </a:cubicBezTo>
                        <a:cubicBezTo>
                          <a:pt x="11052" y="28242"/>
                          <a:pt x="11095" y="28220"/>
                          <a:pt x="11141" y="28198"/>
                        </a:cubicBezTo>
                        <a:cubicBezTo>
                          <a:pt x="11264" y="28138"/>
                          <a:pt x="11387" y="28079"/>
                          <a:pt x="11510" y="28020"/>
                        </a:cubicBezTo>
                        <a:cubicBezTo>
                          <a:pt x="11570" y="27991"/>
                          <a:pt x="11633" y="27962"/>
                          <a:pt x="11694" y="27933"/>
                        </a:cubicBezTo>
                        <a:cubicBezTo>
                          <a:pt x="11754" y="27904"/>
                          <a:pt x="11816" y="27875"/>
                          <a:pt x="11877" y="27846"/>
                        </a:cubicBezTo>
                        <a:cubicBezTo>
                          <a:pt x="20843" y="23637"/>
                          <a:pt x="29650" y="23043"/>
                          <a:pt x="34083" y="22991"/>
                        </a:cubicBezTo>
                        <a:lnTo>
                          <a:pt x="34083" y="0"/>
                        </a:lnTo>
                        <a:close/>
                      </a:path>
                    </a:pathLst>
                  </a:custGeom>
                  <a:solidFill>
                    <a:schemeClr val="accent1">
                      <a:lumMod val="75000"/>
                    </a:scheme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39" name="Google Shape;13281;p132">
                  <a:extLst>
                    <a:ext uri="{FF2B5EF4-FFF2-40B4-BE49-F238E27FC236}">
                      <a16:creationId xmlns:a16="http://schemas.microsoft.com/office/drawing/2014/main" id="{ED77EB2F-6086-2940-91BE-B8C6CE87D7A4}"/>
                    </a:ext>
                  </a:extLst>
                </p:cNvPr>
                <p:cNvGrpSpPr/>
                <p:nvPr/>
              </p:nvGrpSpPr>
              <p:grpSpPr>
                <a:xfrm>
                  <a:off x="6238903" y="1193063"/>
                  <a:ext cx="284947" cy="333087"/>
                  <a:chOff x="6238903" y="1193063"/>
                  <a:chExt cx="284947" cy="333087"/>
                </a:xfrm>
              </p:grpSpPr>
              <p:sp>
                <p:nvSpPr>
                  <p:cNvPr id="40" name="Google Shape;13282;p132">
                    <a:extLst>
                      <a:ext uri="{FF2B5EF4-FFF2-40B4-BE49-F238E27FC236}">
                        <a16:creationId xmlns:a16="http://schemas.microsoft.com/office/drawing/2014/main" id="{6684D4E0-D633-34A3-9679-3541C52708FA}"/>
                      </a:ext>
                    </a:extLst>
                  </p:cNvPr>
                  <p:cNvSpPr/>
                  <p:nvPr/>
                </p:nvSpPr>
                <p:spPr>
                  <a:xfrm>
                    <a:off x="6238903" y="1193063"/>
                    <a:ext cx="284947" cy="6364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762" h="7318" extrusionOk="0">
                        <a:moveTo>
                          <a:pt x="0" y="0"/>
                        </a:moveTo>
                        <a:lnTo>
                          <a:pt x="0" y="7317"/>
                        </a:lnTo>
                        <a:lnTo>
                          <a:pt x="32762" y="7317"/>
                        </a:lnTo>
                        <a:lnTo>
                          <a:pt x="32762" y="0"/>
                        </a:lnTo>
                        <a:close/>
                      </a:path>
                    </a:pathLst>
                  </a:custGeom>
                  <a:solidFill>
                    <a:srgbClr val="869FB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cxnSp>
                <p:nvCxnSpPr>
                  <p:cNvPr id="41" name="Google Shape;13283;p132">
                    <a:extLst>
                      <a:ext uri="{FF2B5EF4-FFF2-40B4-BE49-F238E27FC236}">
                        <a16:creationId xmlns:a16="http://schemas.microsoft.com/office/drawing/2014/main" id="{6B137A2D-8810-2A73-851F-58AAB8B52F2A}"/>
                      </a:ext>
                    </a:extLst>
                  </p:cNvPr>
                  <p:cNvCxnSpPr/>
                  <p:nvPr/>
                </p:nvCxnSpPr>
                <p:spPr>
                  <a:xfrm rot="10800000">
                    <a:off x="6431250" y="1279250"/>
                    <a:ext cx="0" cy="2469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869FB2"/>
                    </a:solidFill>
                    <a:prstDash val="solid"/>
                    <a:round/>
                    <a:headEnd type="none" w="med" len="med"/>
                    <a:tailEnd type="oval" w="med" len="med"/>
                  </a:ln>
                </p:spPr>
              </p:cxnSp>
            </p:grpSp>
          </p:grpSp>
          <p:grpSp>
            <p:nvGrpSpPr>
              <p:cNvPr id="24" name="Google Shape;13284;p132">
                <a:extLst>
                  <a:ext uri="{FF2B5EF4-FFF2-40B4-BE49-F238E27FC236}">
                    <a16:creationId xmlns:a16="http://schemas.microsoft.com/office/drawing/2014/main" id="{75498436-1D56-0C8F-F700-75C2B8335990}"/>
                  </a:ext>
                </a:extLst>
              </p:cNvPr>
              <p:cNvGrpSpPr/>
              <p:nvPr/>
            </p:nvGrpSpPr>
            <p:grpSpPr>
              <a:xfrm>
                <a:off x="5900602" y="1193063"/>
                <a:ext cx="444345" cy="1021707"/>
                <a:chOff x="5900602" y="1193063"/>
                <a:chExt cx="444345" cy="1021707"/>
              </a:xfrm>
            </p:grpSpPr>
            <p:grpSp>
              <p:nvGrpSpPr>
                <p:cNvPr id="32" name="Google Shape;13285;p132">
                  <a:extLst>
                    <a:ext uri="{FF2B5EF4-FFF2-40B4-BE49-F238E27FC236}">
                      <a16:creationId xmlns:a16="http://schemas.microsoft.com/office/drawing/2014/main" id="{889A3093-CD78-9132-82FC-4767C924D657}"/>
                    </a:ext>
                  </a:extLst>
                </p:cNvPr>
                <p:cNvGrpSpPr/>
                <p:nvPr/>
              </p:nvGrpSpPr>
              <p:grpSpPr>
                <a:xfrm>
                  <a:off x="6046501" y="1367785"/>
                  <a:ext cx="298446" cy="846986"/>
                  <a:chOff x="6046501" y="1367785"/>
                  <a:chExt cx="298446" cy="846986"/>
                </a:xfrm>
              </p:grpSpPr>
              <p:sp>
                <p:nvSpPr>
                  <p:cNvPr id="36" name="Google Shape;13286;p132">
                    <a:extLst>
                      <a:ext uri="{FF2B5EF4-FFF2-40B4-BE49-F238E27FC236}">
                        <a16:creationId xmlns:a16="http://schemas.microsoft.com/office/drawing/2014/main" id="{3A9BC762-C594-F938-CA3E-C0FDB30E0A08}"/>
                      </a:ext>
                    </a:extLst>
                  </p:cNvPr>
                  <p:cNvSpPr/>
                  <p:nvPr/>
                </p:nvSpPr>
                <p:spPr>
                  <a:xfrm rot="-5400000">
                    <a:off x="5980418" y="1433868"/>
                    <a:ext cx="430613" cy="29844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9510" h="34314" extrusionOk="0">
                        <a:moveTo>
                          <a:pt x="722" y="0"/>
                        </a:moveTo>
                        <a:cubicBezTo>
                          <a:pt x="481" y="0"/>
                          <a:pt x="241" y="0"/>
                          <a:pt x="1" y="3"/>
                        </a:cubicBezTo>
                        <a:lnTo>
                          <a:pt x="1" y="24234"/>
                        </a:lnTo>
                        <a:cubicBezTo>
                          <a:pt x="243" y="24230"/>
                          <a:pt x="428" y="24229"/>
                          <a:pt x="550" y="24229"/>
                        </a:cubicBezTo>
                        <a:cubicBezTo>
                          <a:pt x="648" y="24229"/>
                          <a:pt x="706" y="24230"/>
                          <a:pt x="722" y="24230"/>
                        </a:cubicBezTo>
                        <a:lnTo>
                          <a:pt x="729" y="24230"/>
                        </a:lnTo>
                        <a:cubicBezTo>
                          <a:pt x="773" y="24230"/>
                          <a:pt x="1173" y="24214"/>
                          <a:pt x="1871" y="24214"/>
                        </a:cubicBezTo>
                        <a:cubicBezTo>
                          <a:pt x="6340" y="24214"/>
                          <a:pt x="23046" y="24853"/>
                          <a:pt x="37171" y="34314"/>
                        </a:cubicBezTo>
                        <a:lnTo>
                          <a:pt x="49510" y="11872"/>
                        </a:lnTo>
                        <a:cubicBezTo>
                          <a:pt x="49510" y="11872"/>
                          <a:pt x="31299" y="3"/>
                          <a:pt x="729" y="0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75000"/>
                    </a:scheme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dirty="0"/>
                  </a:p>
                </p:txBody>
              </p:sp>
              <p:sp>
                <p:nvSpPr>
                  <p:cNvPr id="37" name="Google Shape;13287;p132">
                    <a:extLst>
                      <a:ext uri="{FF2B5EF4-FFF2-40B4-BE49-F238E27FC236}">
                        <a16:creationId xmlns:a16="http://schemas.microsoft.com/office/drawing/2014/main" id="{70EE74C0-964C-FF93-4D74-2FD9802EF7F5}"/>
                      </a:ext>
                    </a:extLst>
                  </p:cNvPr>
                  <p:cNvSpPr/>
                  <p:nvPr/>
                </p:nvSpPr>
                <p:spPr>
                  <a:xfrm rot="-5400000">
                    <a:off x="5986745" y="1856568"/>
                    <a:ext cx="417984" cy="2984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8058" h="34311" extrusionOk="0">
                        <a:moveTo>
                          <a:pt x="48058" y="0"/>
                        </a:moveTo>
                        <a:cubicBezTo>
                          <a:pt x="40706" y="47"/>
                          <a:pt x="34078" y="776"/>
                          <a:pt x="28261" y="1849"/>
                        </a:cubicBezTo>
                        <a:cubicBezTo>
                          <a:pt x="20919" y="3208"/>
                          <a:pt x="14865" y="5126"/>
                          <a:pt x="10271" y="6917"/>
                        </a:cubicBezTo>
                        <a:cubicBezTo>
                          <a:pt x="5004" y="8972"/>
                          <a:pt x="1653" y="10865"/>
                          <a:pt x="474" y="11571"/>
                        </a:cubicBezTo>
                        <a:cubicBezTo>
                          <a:pt x="462" y="11578"/>
                          <a:pt x="449" y="11585"/>
                          <a:pt x="439" y="11593"/>
                        </a:cubicBezTo>
                        <a:cubicBezTo>
                          <a:pt x="427" y="11600"/>
                          <a:pt x="417" y="11606"/>
                          <a:pt x="406" y="11613"/>
                        </a:cubicBezTo>
                        <a:cubicBezTo>
                          <a:pt x="384" y="11628"/>
                          <a:pt x="365" y="11638"/>
                          <a:pt x="344" y="11651"/>
                        </a:cubicBezTo>
                        <a:cubicBezTo>
                          <a:pt x="328" y="11661"/>
                          <a:pt x="311" y="11671"/>
                          <a:pt x="296" y="11680"/>
                        </a:cubicBezTo>
                        <a:cubicBezTo>
                          <a:pt x="285" y="11689"/>
                          <a:pt x="273" y="11696"/>
                          <a:pt x="260" y="11703"/>
                        </a:cubicBezTo>
                        <a:cubicBezTo>
                          <a:pt x="251" y="11709"/>
                          <a:pt x="242" y="11715"/>
                          <a:pt x="235" y="11719"/>
                        </a:cubicBezTo>
                        <a:cubicBezTo>
                          <a:pt x="126" y="11788"/>
                          <a:pt x="53" y="11833"/>
                          <a:pt x="20" y="11855"/>
                        </a:cubicBezTo>
                        <a:cubicBezTo>
                          <a:pt x="18" y="11856"/>
                          <a:pt x="14" y="11858"/>
                          <a:pt x="12" y="11861"/>
                        </a:cubicBezTo>
                        <a:cubicBezTo>
                          <a:pt x="4" y="11865"/>
                          <a:pt x="1" y="11869"/>
                          <a:pt x="1" y="11869"/>
                        </a:cubicBezTo>
                        <a:lnTo>
                          <a:pt x="12338" y="34311"/>
                        </a:lnTo>
                        <a:cubicBezTo>
                          <a:pt x="12429" y="34252"/>
                          <a:pt x="12518" y="34194"/>
                          <a:pt x="12608" y="34136"/>
                        </a:cubicBezTo>
                        <a:cubicBezTo>
                          <a:pt x="12655" y="34107"/>
                          <a:pt x="12700" y="34076"/>
                          <a:pt x="12747" y="34047"/>
                        </a:cubicBezTo>
                        <a:cubicBezTo>
                          <a:pt x="12789" y="34021"/>
                          <a:pt x="12830" y="33996"/>
                          <a:pt x="12869" y="33970"/>
                        </a:cubicBezTo>
                        <a:cubicBezTo>
                          <a:pt x="12927" y="33932"/>
                          <a:pt x="12986" y="33896"/>
                          <a:pt x="13045" y="33858"/>
                        </a:cubicBezTo>
                        <a:cubicBezTo>
                          <a:pt x="13124" y="33808"/>
                          <a:pt x="13204" y="33759"/>
                          <a:pt x="13283" y="33709"/>
                        </a:cubicBezTo>
                        <a:cubicBezTo>
                          <a:pt x="13363" y="33661"/>
                          <a:pt x="13441" y="33612"/>
                          <a:pt x="13521" y="33562"/>
                        </a:cubicBezTo>
                        <a:cubicBezTo>
                          <a:pt x="13601" y="33513"/>
                          <a:pt x="13679" y="33465"/>
                          <a:pt x="13759" y="33417"/>
                        </a:cubicBezTo>
                        <a:cubicBezTo>
                          <a:pt x="13842" y="33367"/>
                          <a:pt x="13922" y="33319"/>
                          <a:pt x="14003" y="33270"/>
                        </a:cubicBezTo>
                        <a:cubicBezTo>
                          <a:pt x="14082" y="33222"/>
                          <a:pt x="14159" y="33175"/>
                          <a:pt x="14238" y="33130"/>
                        </a:cubicBezTo>
                        <a:cubicBezTo>
                          <a:pt x="14318" y="33082"/>
                          <a:pt x="14398" y="33037"/>
                          <a:pt x="14478" y="32990"/>
                        </a:cubicBezTo>
                        <a:cubicBezTo>
                          <a:pt x="14558" y="32943"/>
                          <a:pt x="14638" y="32897"/>
                          <a:pt x="14718" y="32852"/>
                        </a:cubicBezTo>
                        <a:cubicBezTo>
                          <a:pt x="14798" y="32804"/>
                          <a:pt x="14879" y="32758"/>
                          <a:pt x="14959" y="32713"/>
                        </a:cubicBezTo>
                        <a:cubicBezTo>
                          <a:pt x="15120" y="32622"/>
                          <a:pt x="15280" y="32531"/>
                          <a:pt x="15444" y="32441"/>
                        </a:cubicBezTo>
                        <a:cubicBezTo>
                          <a:pt x="15521" y="32397"/>
                          <a:pt x="15598" y="32357"/>
                          <a:pt x="15674" y="32314"/>
                        </a:cubicBezTo>
                        <a:cubicBezTo>
                          <a:pt x="15698" y="32301"/>
                          <a:pt x="15723" y="32287"/>
                          <a:pt x="15746" y="32274"/>
                        </a:cubicBezTo>
                        <a:cubicBezTo>
                          <a:pt x="15888" y="32196"/>
                          <a:pt x="16029" y="32119"/>
                          <a:pt x="16172" y="32045"/>
                        </a:cubicBezTo>
                        <a:cubicBezTo>
                          <a:pt x="29547" y="24910"/>
                          <a:pt x="44618" y="24279"/>
                          <a:pt x="48058" y="24228"/>
                        </a:cubicBezTo>
                        <a:lnTo>
                          <a:pt x="48058" y="0"/>
                        </a:lnTo>
                        <a:close/>
                      </a:path>
                    </a:pathLst>
                  </a:custGeom>
                  <a:solidFill>
                    <a:schemeClr val="accent1">
                      <a:lumMod val="75000"/>
                    </a:schemeClr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33" name="Google Shape;13288;p132">
                  <a:extLst>
                    <a:ext uri="{FF2B5EF4-FFF2-40B4-BE49-F238E27FC236}">
                      <a16:creationId xmlns:a16="http://schemas.microsoft.com/office/drawing/2014/main" id="{51D31564-D0B1-6777-5A9D-898A3DF5BA97}"/>
                    </a:ext>
                  </a:extLst>
                </p:cNvPr>
                <p:cNvGrpSpPr/>
                <p:nvPr/>
              </p:nvGrpSpPr>
              <p:grpSpPr>
                <a:xfrm>
                  <a:off x="5900602" y="1193063"/>
                  <a:ext cx="284947" cy="182312"/>
                  <a:chOff x="5900602" y="1193063"/>
                  <a:chExt cx="284947" cy="182312"/>
                </a:xfrm>
              </p:grpSpPr>
              <p:sp>
                <p:nvSpPr>
                  <p:cNvPr id="34" name="Google Shape;13289;p132">
                    <a:extLst>
                      <a:ext uri="{FF2B5EF4-FFF2-40B4-BE49-F238E27FC236}">
                        <a16:creationId xmlns:a16="http://schemas.microsoft.com/office/drawing/2014/main" id="{311289AB-CF8D-E8CB-B7CC-7BCE580113CE}"/>
                      </a:ext>
                    </a:extLst>
                  </p:cNvPr>
                  <p:cNvSpPr/>
                  <p:nvPr/>
                </p:nvSpPr>
                <p:spPr>
                  <a:xfrm>
                    <a:off x="5900602" y="1193063"/>
                    <a:ext cx="284947" cy="6364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762" h="7318" extrusionOk="0">
                        <a:moveTo>
                          <a:pt x="0" y="0"/>
                        </a:moveTo>
                        <a:lnTo>
                          <a:pt x="0" y="7318"/>
                        </a:lnTo>
                        <a:lnTo>
                          <a:pt x="32762" y="7318"/>
                        </a:lnTo>
                        <a:lnTo>
                          <a:pt x="32762" y="0"/>
                        </a:lnTo>
                        <a:close/>
                      </a:path>
                    </a:pathLst>
                  </a:custGeom>
                  <a:solidFill>
                    <a:srgbClr val="667E9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cxnSp>
                <p:nvCxnSpPr>
                  <p:cNvPr id="35" name="Google Shape;13290;p132">
                    <a:extLst>
                      <a:ext uri="{FF2B5EF4-FFF2-40B4-BE49-F238E27FC236}">
                        <a16:creationId xmlns:a16="http://schemas.microsoft.com/office/drawing/2014/main" id="{D8EB2D24-AA69-D70A-CE7F-BF54CFBFBE98}"/>
                      </a:ext>
                    </a:extLst>
                  </p:cNvPr>
                  <p:cNvCxnSpPr/>
                  <p:nvPr/>
                </p:nvCxnSpPr>
                <p:spPr>
                  <a:xfrm rot="10800000">
                    <a:off x="6156950" y="1279675"/>
                    <a:ext cx="0" cy="957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657E93"/>
                    </a:solidFill>
                    <a:prstDash val="solid"/>
                    <a:round/>
                    <a:headEnd type="none" w="med" len="med"/>
                    <a:tailEnd type="oval" w="med" len="med"/>
                  </a:ln>
                </p:spPr>
              </p:cxnSp>
            </p:grpSp>
          </p:grpSp>
          <p:grpSp>
            <p:nvGrpSpPr>
              <p:cNvPr id="25" name="Google Shape;13291;p132">
                <a:extLst>
                  <a:ext uri="{FF2B5EF4-FFF2-40B4-BE49-F238E27FC236}">
                    <a16:creationId xmlns:a16="http://schemas.microsoft.com/office/drawing/2014/main" id="{66CC96DC-1769-88C6-321F-52E27F43B45C}"/>
                  </a:ext>
                </a:extLst>
              </p:cNvPr>
              <p:cNvGrpSpPr/>
              <p:nvPr/>
            </p:nvGrpSpPr>
            <p:grpSpPr>
              <a:xfrm>
                <a:off x="6738300" y="1193063"/>
                <a:ext cx="462153" cy="707634"/>
                <a:chOff x="6738300" y="1193063"/>
                <a:chExt cx="462153" cy="707634"/>
              </a:xfrm>
            </p:grpSpPr>
            <p:grpSp>
              <p:nvGrpSpPr>
                <p:cNvPr id="26" name="Google Shape;13292;p132">
                  <a:extLst>
                    <a:ext uri="{FF2B5EF4-FFF2-40B4-BE49-F238E27FC236}">
                      <a16:creationId xmlns:a16="http://schemas.microsoft.com/office/drawing/2014/main" id="{03FC6520-89FC-523D-6590-3A0C438B0AE4}"/>
                    </a:ext>
                  </a:extLst>
                </p:cNvPr>
                <p:cNvGrpSpPr/>
                <p:nvPr/>
              </p:nvGrpSpPr>
              <p:grpSpPr>
                <a:xfrm>
                  <a:off x="6915505" y="1193063"/>
                  <a:ext cx="284947" cy="597387"/>
                  <a:chOff x="6915505" y="1193063"/>
                  <a:chExt cx="284947" cy="597387"/>
                </a:xfrm>
              </p:grpSpPr>
              <p:sp>
                <p:nvSpPr>
                  <p:cNvPr id="30" name="Google Shape;13293;p132">
                    <a:extLst>
                      <a:ext uri="{FF2B5EF4-FFF2-40B4-BE49-F238E27FC236}">
                        <a16:creationId xmlns:a16="http://schemas.microsoft.com/office/drawing/2014/main" id="{DF87E34E-CFB3-F56B-D627-5AC9D37C5779}"/>
                      </a:ext>
                    </a:extLst>
                  </p:cNvPr>
                  <p:cNvSpPr/>
                  <p:nvPr/>
                </p:nvSpPr>
                <p:spPr>
                  <a:xfrm>
                    <a:off x="6915505" y="1193063"/>
                    <a:ext cx="284947" cy="6364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762" h="7318" extrusionOk="0">
                        <a:moveTo>
                          <a:pt x="0" y="1"/>
                        </a:moveTo>
                        <a:lnTo>
                          <a:pt x="0" y="7318"/>
                        </a:lnTo>
                        <a:lnTo>
                          <a:pt x="32762" y="7318"/>
                        </a:lnTo>
                        <a:lnTo>
                          <a:pt x="32762" y="1"/>
                        </a:lnTo>
                        <a:close/>
                      </a:path>
                    </a:pathLst>
                  </a:custGeom>
                  <a:solidFill>
                    <a:srgbClr val="E3E7EA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cxnSp>
                <p:nvCxnSpPr>
                  <p:cNvPr id="31" name="Google Shape;13294;p132">
                    <a:extLst>
                      <a:ext uri="{FF2B5EF4-FFF2-40B4-BE49-F238E27FC236}">
                        <a16:creationId xmlns:a16="http://schemas.microsoft.com/office/drawing/2014/main" id="{F99CA74E-4C19-021B-9903-438B0DC2F048}"/>
                      </a:ext>
                    </a:extLst>
                  </p:cNvPr>
                  <p:cNvCxnSpPr/>
                  <p:nvPr/>
                </p:nvCxnSpPr>
                <p:spPr>
                  <a:xfrm rot="10800000">
                    <a:off x="6938275" y="1279850"/>
                    <a:ext cx="0" cy="5106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E3E7EA"/>
                    </a:solidFill>
                    <a:prstDash val="solid"/>
                    <a:round/>
                    <a:headEnd type="none" w="med" len="med"/>
                    <a:tailEnd type="oval" w="med" len="med"/>
                  </a:ln>
                </p:spPr>
              </p:cxnSp>
            </p:grpSp>
            <p:grpSp>
              <p:nvGrpSpPr>
                <p:cNvPr id="27" name="Google Shape;13295;p132">
                  <a:extLst>
                    <a:ext uri="{FF2B5EF4-FFF2-40B4-BE49-F238E27FC236}">
                      <a16:creationId xmlns:a16="http://schemas.microsoft.com/office/drawing/2014/main" id="{C3F17DAA-9913-D01D-842A-880DA99B57F8}"/>
                    </a:ext>
                  </a:extLst>
                </p:cNvPr>
                <p:cNvGrpSpPr/>
                <p:nvPr/>
              </p:nvGrpSpPr>
              <p:grpSpPr>
                <a:xfrm>
                  <a:off x="6738300" y="1684725"/>
                  <a:ext cx="230066" cy="215971"/>
                  <a:chOff x="6738300" y="1684725"/>
                  <a:chExt cx="230066" cy="215971"/>
                </a:xfrm>
              </p:grpSpPr>
              <p:sp>
                <p:nvSpPr>
                  <p:cNvPr id="28" name="Google Shape;13296;p132">
                    <a:extLst>
                      <a:ext uri="{FF2B5EF4-FFF2-40B4-BE49-F238E27FC236}">
                        <a16:creationId xmlns:a16="http://schemas.microsoft.com/office/drawing/2014/main" id="{E79CBF63-3EF2-8A8E-825B-7E86F9A1DE5D}"/>
                      </a:ext>
                    </a:extLst>
                  </p:cNvPr>
                  <p:cNvSpPr/>
                  <p:nvPr/>
                </p:nvSpPr>
                <p:spPr>
                  <a:xfrm rot="-5400000">
                    <a:off x="6799187" y="1731518"/>
                    <a:ext cx="108296" cy="2300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8" h="23215" extrusionOk="0">
                        <a:moveTo>
                          <a:pt x="10928" y="0"/>
                        </a:moveTo>
                        <a:cubicBezTo>
                          <a:pt x="8679" y="38"/>
                          <a:pt x="6494" y="261"/>
                          <a:pt x="4395" y="647"/>
                        </a:cubicBezTo>
                        <a:lnTo>
                          <a:pt x="4395" y="648"/>
                        </a:lnTo>
                        <a:cubicBezTo>
                          <a:pt x="3153" y="875"/>
                          <a:pt x="1943" y="1159"/>
                          <a:pt x="769" y="1499"/>
                        </a:cubicBezTo>
                        <a:cubicBezTo>
                          <a:pt x="691" y="1522"/>
                          <a:pt x="612" y="1544"/>
                          <a:pt x="535" y="1567"/>
                        </a:cubicBezTo>
                        <a:cubicBezTo>
                          <a:pt x="501" y="1576"/>
                          <a:pt x="469" y="1588"/>
                          <a:pt x="436" y="1596"/>
                        </a:cubicBezTo>
                        <a:cubicBezTo>
                          <a:pt x="404" y="1606"/>
                          <a:pt x="370" y="1617"/>
                          <a:pt x="338" y="1625"/>
                        </a:cubicBezTo>
                        <a:cubicBezTo>
                          <a:pt x="303" y="1637"/>
                          <a:pt x="270" y="1646"/>
                          <a:pt x="238" y="1657"/>
                        </a:cubicBezTo>
                        <a:cubicBezTo>
                          <a:pt x="159" y="1681"/>
                          <a:pt x="79" y="1704"/>
                          <a:pt x="1" y="1730"/>
                        </a:cubicBezTo>
                        <a:lnTo>
                          <a:pt x="10928" y="23215"/>
                        </a:lnTo>
                        <a:lnTo>
                          <a:pt x="10928" y="0"/>
                        </a:lnTo>
                        <a:close/>
                      </a:path>
                    </a:pathLst>
                  </a:custGeom>
                  <a:solidFill>
                    <a:srgbClr val="E3E7EA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" name="Google Shape;13297;p132">
                    <a:extLst>
                      <a:ext uri="{FF2B5EF4-FFF2-40B4-BE49-F238E27FC236}">
                        <a16:creationId xmlns:a16="http://schemas.microsoft.com/office/drawing/2014/main" id="{78934A03-AE5F-3282-8BAC-1E5445038750}"/>
                      </a:ext>
                    </a:extLst>
                  </p:cNvPr>
                  <p:cNvSpPr/>
                  <p:nvPr/>
                </p:nvSpPr>
                <p:spPr>
                  <a:xfrm rot="-5400000" flipH="1">
                    <a:off x="6799182" y="1623843"/>
                    <a:ext cx="108296" cy="2300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928" h="23215" extrusionOk="0">
                        <a:moveTo>
                          <a:pt x="10928" y="0"/>
                        </a:moveTo>
                        <a:cubicBezTo>
                          <a:pt x="8679" y="38"/>
                          <a:pt x="6494" y="261"/>
                          <a:pt x="4395" y="647"/>
                        </a:cubicBezTo>
                        <a:lnTo>
                          <a:pt x="4395" y="648"/>
                        </a:lnTo>
                        <a:cubicBezTo>
                          <a:pt x="3153" y="875"/>
                          <a:pt x="1943" y="1159"/>
                          <a:pt x="769" y="1499"/>
                        </a:cubicBezTo>
                        <a:cubicBezTo>
                          <a:pt x="691" y="1522"/>
                          <a:pt x="612" y="1544"/>
                          <a:pt x="535" y="1567"/>
                        </a:cubicBezTo>
                        <a:cubicBezTo>
                          <a:pt x="501" y="1576"/>
                          <a:pt x="469" y="1588"/>
                          <a:pt x="436" y="1596"/>
                        </a:cubicBezTo>
                        <a:cubicBezTo>
                          <a:pt x="404" y="1606"/>
                          <a:pt x="370" y="1617"/>
                          <a:pt x="338" y="1625"/>
                        </a:cubicBezTo>
                        <a:cubicBezTo>
                          <a:pt x="303" y="1637"/>
                          <a:pt x="270" y="1646"/>
                          <a:pt x="238" y="1657"/>
                        </a:cubicBezTo>
                        <a:cubicBezTo>
                          <a:pt x="159" y="1681"/>
                          <a:pt x="79" y="1704"/>
                          <a:pt x="1" y="1730"/>
                        </a:cubicBezTo>
                        <a:lnTo>
                          <a:pt x="10928" y="23215"/>
                        </a:lnTo>
                        <a:lnTo>
                          <a:pt x="10928" y="0"/>
                        </a:lnTo>
                        <a:close/>
                      </a:path>
                    </a:pathLst>
                  </a:custGeom>
                  <a:solidFill>
                    <a:srgbClr val="E3E7EA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</p:grpSp>
      <p:sp>
        <p:nvSpPr>
          <p:cNvPr id="636" name="Título 1">
            <a:extLst>
              <a:ext uri="{FF2B5EF4-FFF2-40B4-BE49-F238E27FC236}">
                <a16:creationId xmlns:a16="http://schemas.microsoft.com/office/drawing/2014/main" id="{46833B59-3DE0-E7C7-1A6F-DE46E9B74D2C}"/>
              </a:ext>
            </a:extLst>
          </p:cNvPr>
          <p:cNvSpPr txBox="1">
            <a:spLocks/>
          </p:cNvSpPr>
          <p:nvPr/>
        </p:nvSpPr>
        <p:spPr>
          <a:xfrm>
            <a:off x="2288058" y="1451620"/>
            <a:ext cx="7128211" cy="662382"/>
          </a:xfrm>
          <a:prstGeom prst="rect">
            <a:avLst/>
          </a:prstGeom>
        </p:spPr>
        <p:txBody>
          <a:bodyPr vert="horz" lIns="91440" tIns="45720" rIns="91440" bIns="45720" rtlCol="0" anchor="b" wrap="square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sz="2200" b="1">
                <a:solidFill>
                  <a:srgbClr val="1F67AE"/>
                </a:solidFill>
                <a:latin typeface="Arial"/>
              </a:rPr>
              <a:t>8. VALIDACIÓN</a:t>
            </a:r>
          </a:p>
        </p:txBody>
      </p:sp>
    </p:spTree>
    <p:extLst>
      <p:ext uri="{BB962C8B-B14F-4D97-AF65-F5344CB8AC3E}">
        <p14:creationId xmlns:p14="http://schemas.microsoft.com/office/powerpoint/2010/main" val="3413387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13716;p134">
            <a:extLst>
              <a:ext uri="{FF2B5EF4-FFF2-40B4-BE49-F238E27FC236}">
                <a16:creationId xmlns:a16="http://schemas.microsoft.com/office/drawing/2014/main" id="{F8FF1166-6AAF-D9B2-7ED3-331EE02EB72A}"/>
              </a:ext>
            </a:extLst>
          </p:cNvPr>
          <p:cNvGrpSpPr/>
          <p:nvPr/>
        </p:nvGrpSpPr>
        <p:grpSpPr>
          <a:xfrm>
            <a:off x="2319533" y="2836696"/>
            <a:ext cx="295309" cy="339711"/>
            <a:chOff x="-42971725" y="3217825"/>
            <a:chExt cx="275675" cy="317125"/>
          </a:xfrm>
          <a:solidFill>
            <a:schemeClr val="accent1">
              <a:lumMod val="75000"/>
            </a:schemeClr>
          </a:solidFill>
        </p:grpSpPr>
        <p:sp>
          <p:nvSpPr>
            <p:cNvPr id="3" name="Google Shape;13717;p134">
              <a:extLst>
                <a:ext uri="{FF2B5EF4-FFF2-40B4-BE49-F238E27FC236}">
                  <a16:creationId xmlns:a16="http://schemas.microsoft.com/office/drawing/2014/main" id="{0626936B-5773-0832-AAB2-FF119E59D726}"/>
                </a:ext>
              </a:extLst>
            </p:cNvPr>
            <p:cNvSpPr/>
            <p:nvPr/>
          </p:nvSpPr>
          <p:spPr>
            <a:xfrm>
              <a:off x="-42951250" y="3279250"/>
              <a:ext cx="233950" cy="152050"/>
            </a:xfrm>
            <a:custGeom>
              <a:avLst/>
              <a:gdLst/>
              <a:ahLst/>
              <a:cxnLst/>
              <a:rect l="l" t="t" r="r" b="b"/>
              <a:pathLst>
                <a:path w="9358" h="6082" extrusionOk="0">
                  <a:moveTo>
                    <a:pt x="379" y="1"/>
                  </a:moveTo>
                  <a:cubicBezTo>
                    <a:pt x="158" y="1"/>
                    <a:pt x="1" y="221"/>
                    <a:pt x="1" y="410"/>
                  </a:cubicBezTo>
                  <a:lnTo>
                    <a:pt x="1" y="6081"/>
                  </a:lnTo>
                  <a:lnTo>
                    <a:pt x="9357" y="6081"/>
                  </a:lnTo>
                  <a:lnTo>
                    <a:pt x="9357" y="410"/>
                  </a:lnTo>
                  <a:cubicBezTo>
                    <a:pt x="9357" y="158"/>
                    <a:pt x="9168" y="1"/>
                    <a:pt x="897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13718;p134">
              <a:extLst>
                <a:ext uri="{FF2B5EF4-FFF2-40B4-BE49-F238E27FC236}">
                  <a16:creationId xmlns:a16="http://schemas.microsoft.com/office/drawing/2014/main" id="{1D374B9D-80C8-AC23-C1F5-DEC38AD2EB7A}"/>
                </a:ext>
              </a:extLst>
            </p:cNvPr>
            <p:cNvSpPr/>
            <p:nvPr/>
          </p:nvSpPr>
          <p:spPr>
            <a:xfrm>
              <a:off x="-42971725" y="3451750"/>
              <a:ext cx="275675" cy="83200"/>
            </a:xfrm>
            <a:custGeom>
              <a:avLst/>
              <a:gdLst/>
              <a:ahLst/>
              <a:cxnLst/>
              <a:rect l="l" t="t" r="r" b="b"/>
              <a:pathLst>
                <a:path w="11027" h="3328" extrusionOk="0">
                  <a:moveTo>
                    <a:pt x="63" y="0"/>
                  </a:moveTo>
                  <a:cubicBezTo>
                    <a:pt x="32" y="126"/>
                    <a:pt x="0" y="284"/>
                    <a:pt x="0" y="410"/>
                  </a:cubicBezTo>
                  <a:cubicBezTo>
                    <a:pt x="0" y="1103"/>
                    <a:pt x="536" y="1670"/>
                    <a:pt x="1198" y="1670"/>
                  </a:cubicBezTo>
                  <a:lnTo>
                    <a:pt x="3151" y="1670"/>
                  </a:lnTo>
                  <a:lnTo>
                    <a:pt x="2615" y="2710"/>
                  </a:lnTo>
                  <a:cubicBezTo>
                    <a:pt x="2521" y="2930"/>
                    <a:pt x="2615" y="3182"/>
                    <a:pt x="2836" y="3277"/>
                  </a:cubicBezTo>
                  <a:cubicBezTo>
                    <a:pt x="2889" y="3312"/>
                    <a:pt x="2949" y="3328"/>
                    <a:pt x="3009" y="3328"/>
                  </a:cubicBezTo>
                  <a:cubicBezTo>
                    <a:pt x="3166" y="3328"/>
                    <a:pt x="3326" y="3224"/>
                    <a:pt x="3371" y="3088"/>
                  </a:cubicBezTo>
                  <a:lnTo>
                    <a:pt x="4096" y="1639"/>
                  </a:lnTo>
                  <a:lnTo>
                    <a:pt x="5073" y="1639"/>
                  </a:lnTo>
                  <a:lnTo>
                    <a:pt x="5073" y="2867"/>
                  </a:lnTo>
                  <a:cubicBezTo>
                    <a:pt x="5073" y="3119"/>
                    <a:pt x="5262" y="3308"/>
                    <a:pt x="5514" y="3308"/>
                  </a:cubicBezTo>
                  <a:cubicBezTo>
                    <a:pt x="5734" y="3308"/>
                    <a:pt x="5892" y="3119"/>
                    <a:pt x="5892" y="2867"/>
                  </a:cubicBezTo>
                  <a:lnTo>
                    <a:pt x="5892" y="1639"/>
                  </a:lnTo>
                  <a:lnTo>
                    <a:pt x="6868" y="1639"/>
                  </a:lnTo>
                  <a:lnTo>
                    <a:pt x="7593" y="3088"/>
                  </a:lnTo>
                  <a:cubicBezTo>
                    <a:pt x="7688" y="3230"/>
                    <a:pt x="7835" y="3301"/>
                    <a:pt x="7983" y="3301"/>
                  </a:cubicBezTo>
                  <a:cubicBezTo>
                    <a:pt x="8032" y="3301"/>
                    <a:pt x="8081" y="3293"/>
                    <a:pt x="8129" y="3277"/>
                  </a:cubicBezTo>
                  <a:cubicBezTo>
                    <a:pt x="8349" y="3151"/>
                    <a:pt x="8412" y="2930"/>
                    <a:pt x="8349" y="2710"/>
                  </a:cubicBezTo>
                  <a:lnTo>
                    <a:pt x="7814" y="1670"/>
                  </a:lnTo>
                  <a:lnTo>
                    <a:pt x="9767" y="1670"/>
                  </a:lnTo>
                  <a:cubicBezTo>
                    <a:pt x="10429" y="1670"/>
                    <a:pt x="11027" y="1103"/>
                    <a:pt x="11027" y="410"/>
                  </a:cubicBezTo>
                  <a:cubicBezTo>
                    <a:pt x="11027" y="252"/>
                    <a:pt x="10964" y="126"/>
                    <a:pt x="109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3719;p134">
              <a:extLst>
                <a:ext uri="{FF2B5EF4-FFF2-40B4-BE49-F238E27FC236}">
                  <a16:creationId xmlns:a16="http://schemas.microsoft.com/office/drawing/2014/main" id="{9EA748F2-EC44-4ED4-069D-A7A334312B68}"/>
                </a:ext>
              </a:extLst>
            </p:cNvPr>
            <p:cNvSpPr/>
            <p:nvPr/>
          </p:nvSpPr>
          <p:spPr>
            <a:xfrm>
              <a:off x="-42866975" y="3217825"/>
              <a:ext cx="63025" cy="40975"/>
            </a:xfrm>
            <a:custGeom>
              <a:avLst/>
              <a:gdLst/>
              <a:ahLst/>
              <a:cxnLst/>
              <a:rect l="l" t="t" r="r" b="b"/>
              <a:pathLst>
                <a:path w="2521" h="1639" extrusionOk="0">
                  <a:moveTo>
                    <a:pt x="442" y="0"/>
                  </a:moveTo>
                  <a:cubicBezTo>
                    <a:pt x="221" y="0"/>
                    <a:pt x="1" y="189"/>
                    <a:pt x="1" y="410"/>
                  </a:cubicBezTo>
                  <a:lnTo>
                    <a:pt x="1" y="1639"/>
                  </a:lnTo>
                  <a:lnTo>
                    <a:pt x="2489" y="1639"/>
                  </a:lnTo>
                  <a:lnTo>
                    <a:pt x="2489" y="410"/>
                  </a:lnTo>
                  <a:lnTo>
                    <a:pt x="2521" y="410"/>
                  </a:lnTo>
                  <a:cubicBezTo>
                    <a:pt x="2521" y="189"/>
                    <a:pt x="2332" y="0"/>
                    <a:pt x="21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" name="Google Shape;13720;p134">
            <a:extLst>
              <a:ext uri="{FF2B5EF4-FFF2-40B4-BE49-F238E27FC236}">
                <a16:creationId xmlns:a16="http://schemas.microsoft.com/office/drawing/2014/main" id="{6D8FEC2B-66A7-6E11-5D92-574453048871}"/>
              </a:ext>
            </a:extLst>
          </p:cNvPr>
          <p:cNvGrpSpPr/>
          <p:nvPr/>
        </p:nvGrpSpPr>
        <p:grpSpPr>
          <a:xfrm>
            <a:off x="2293784" y="3266372"/>
            <a:ext cx="346808" cy="309476"/>
            <a:chOff x="-42996150" y="3612600"/>
            <a:chExt cx="323750" cy="288900"/>
          </a:xfrm>
          <a:solidFill>
            <a:schemeClr val="accent1">
              <a:lumMod val="75000"/>
            </a:schemeClr>
          </a:solidFill>
        </p:grpSpPr>
        <p:sp>
          <p:nvSpPr>
            <p:cNvPr id="7" name="Google Shape;13721;p134">
              <a:extLst>
                <a:ext uri="{FF2B5EF4-FFF2-40B4-BE49-F238E27FC236}">
                  <a16:creationId xmlns:a16="http://schemas.microsoft.com/office/drawing/2014/main" id="{438580AB-C1F2-1F9C-183F-4C980C34C42E}"/>
                </a:ext>
              </a:extLst>
            </p:cNvPr>
            <p:cNvSpPr/>
            <p:nvPr/>
          </p:nvSpPr>
          <p:spPr>
            <a:xfrm>
              <a:off x="-42914225" y="3612600"/>
              <a:ext cx="241825" cy="239275"/>
            </a:xfrm>
            <a:custGeom>
              <a:avLst/>
              <a:gdLst/>
              <a:ahLst/>
              <a:cxnLst/>
              <a:rect l="l" t="t" r="r" b="b"/>
              <a:pathLst>
                <a:path w="9673" h="9571" extrusionOk="0">
                  <a:moveTo>
                    <a:pt x="5963" y="1"/>
                  </a:moveTo>
                  <a:cubicBezTo>
                    <a:pt x="5661" y="1"/>
                    <a:pt x="5365" y="127"/>
                    <a:pt x="5136" y="371"/>
                  </a:cubicBezTo>
                  <a:lnTo>
                    <a:pt x="0" y="5507"/>
                  </a:lnTo>
                  <a:lnTo>
                    <a:pt x="4064" y="9571"/>
                  </a:lnTo>
                  <a:lnTo>
                    <a:pt x="9200" y="4436"/>
                  </a:lnTo>
                  <a:cubicBezTo>
                    <a:pt x="9672" y="3963"/>
                    <a:pt x="9672" y="3207"/>
                    <a:pt x="9200" y="2734"/>
                  </a:cubicBezTo>
                  <a:lnTo>
                    <a:pt x="6868" y="434"/>
                  </a:lnTo>
                  <a:cubicBezTo>
                    <a:pt x="6609" y="143"/>
                    <a:pt x="6283" y="1"/>
                    <a:pt x="59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3722;p134">
              <a:extLst>
                <a:ext uri="{FF2B5EF4-FFF2-40B4-BE49-F238E27FC236}">
                  <a16:creationId xmlns:a16="http://schemas.microsoft.com/office/drawing/2014/main" id="{7F495491-4F95-944C-C2D9-572210EA76E1}"/>
                </a:ext>
              </a:extLst>
            </p:cNvPr>
            <p:cNvSpPr/>
            <p:nvPr/>
          </p:nvSpPr>
          <p:spPr>
            <a:xfrm>
              <a:off x="-42946525" y="3762850"/>
              <a:ext cx="118950" cy="118950"/>
            </a:xfrm>
            <a:custGeom>
              <a:avLst/>
              <a:gdLst/>
              <a:ahLst/>
              <a:cxnLst/>
              <a:rect l="l" t="t" r="r" b="b"/>
              <a:pathLst>
                <a:path w="4758" h="4758" extrusionOk="0">
                  <a:moveTo>
                    <a:pt x="725" y="1"/>
                  </a:moveTo>
                  <a:lnTo>
                    <a:pt x="473" y="284"/>
                  </a:lnTo>
                  <a:cubicBezTo>
                    <a:pt x="253" y="505"/>
                    <a:pt x="95" y="820"/>
                    <a:pt x="95" y="1198"/>
                  </a:cubicBezTo>
                  <a:cubicBezTo>
                    <a:pt x="95" y="1450"/>
                    <a:pt x="190" y="1765"/>
                    <a:pt x="442" y="1986"/>
                  </a:cubicBezTo>
                  <a:cubicBezTo>
                    <a:pt x="631" y="2112"/>
                    <a:pt x="599" y="2458"/>
                    <a:pt x="442" y="2616"/>
                  </a:cubicBezTo>
                  <a:lnTo>
                    <a:pt x="1" y="3025"/>
                  </a:lnTo>
                  <a:lnTo>
                    <a:pt x="1733" y="4758"/>
                  </a:lnTo>
                  <a:lnTo>
                    <a:pt x="2174" y="4348"/>
                  </a:lnTo>
                  <a:cubicBezTo>
                    <a:pt x="2253" y="4270"/>
                    <a:pt x="2363" y="4230"/>
                    <a:pt x="2478" y="4230"/>
                  </a:cubicBezTo>
                  <a:cubicBezTo>
                    <a:pt x="2592" y="4230"/>
                    <a:pt x="2710" y="4270"/>
                    <a:pt x="2804" y="4348"/>
                  </a:cubicBezTo>
                  <a:cubicBezTo>
                    <a:pt x="3025" y="4569"/>
                    <a:pt x="3340" y="4695"/>
                    <a:pt x="3655" y="4695"/>
                  </a:cubicBezTo>
                  <a:cubicBezTo>
                    <a:pt x="3970" y="4695"/>
                    <a:pt x="4254" y="4569"/>
                    <a:pt x="4506" y="4348"/>
                  </a:cubicBezTo>
                  <a:lnTo>
                    <a:pt x="4758" y="4065"/>
                  </a:lnTo>
                  <a:lnTo>
                    <a:pt x="72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3723;p134">
              <a:extLst>
                <a:ext uri="{FF2B5EF4-FFF2-40B4-BE49-F238E27FC236}">
                  <a16:creationId xmlns:a16="http://schemas.microsoft.com/office/drawing/2014/main" id="{17D034C3-8684-C6C7-57E7-ED60CB801175}"/>
                </a:ext>
              </a:extLst>
            </p:cNvPr>
            <p:cNvSpPr/>
            <p:nvPr/>
          </p:nvSpPr>
          <p:spPr>
            <a:xfrm>
              <a:off x="-42996150" y="3855800"/>
              <a:ext cx="78000" cy="45700"/>
            </a:xfrm>
            <a:custGeom>
              <a:avLst/>
              <a:gdLst/>
              <a:ahLst/>
              <a:cxnLst/>
              <a:rect l="l" t="t" r="r" b="b"/>
              <a:pathLst>
                <a:path w="3120" h="1828" extrusionOk="0">
                  <a:moveTo>
                    <a:pt x="1450" y="0"/>
                  </a:moveTo>
                  <a:lnTo>
                    <a:pt x="253" y="1166"/>
                  </a:lnTo>
                  <a:cubicBezTo>
                    <a:pt x="1" y="1355"/>
                    <a:pt x="190" y="1828"/>
                    <a:pt x="536" y="1828"/>
                  </a:cubicBezTo>
                  <a:lnTo>
                    <a:pt x="2773" y="1828"/>
                  </a:lnTo>
                  <a:cubicBezTo>
                    <a:pt x="2931" y="1828"/>
                    <a:pt x="3025" y="1765"/>
                    <a:pt x="3120" y="1670"/>
                  </a:cubicBezTo>
                  <a:lnTo>
                    <a:pt x="145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" name="Google Shape;13724;p134">
            <a:extLst>
              <a:ext uri="{FF2B5EF4-FFF2-40B4-BE49-F238E27FC236}">
                <a16:creationId xmlns:a16="http://schemas.microsoft.com/office/drawing/2014/main" id="{6FFA1CEC-9F6A-CE02-1635-7B963C79C7E1}"/>
              </a:ext>
            </a:extLst>
          </p:cNvPr>
          <p:cNvGrpSpPr/>
          <p:nvPr/>
        </p:nvGrpSpPr>
        <p:grpSpPr>
          <a:xfrm>
            <a:off x="2296314" y="3641694"/>
            <a:ext cx="341746" cy="340059"/>
            <a:chOff x="-42994575" y="3950300"/>
            <a:chExt cx="319025" cy="317450"/>
          </a:xfrm>
          <a:solidFill>
            <a:schemeClr val="accent1">
              <a:lumMod val="75000"/>
            </a:schemeClr>
          </a:solidFill>
        </p:grpSpPr>
        <p:sp>
          <p:nvSpPr>
            <p:cNvPr id="11" name="Google Shape;13725;p134">
              <a:extLst>
                <a:ext uri="{FF2B5EF4-FFF2-40B4-BE49-F238E27FC236}">
                  <a16:creationId xmlns:a16="http://schemas.microsoft.com/office/drawing/2014/main" id="{A040C3BF-5E15-428D-16BC-7B5DEB8CB874}"/>
                </a:ext>
              </a:extLst>
            </p:cNvPr>
            <p:cNvSpPr/>
            <p:nvPr/>
          </p:nvSpPr>
          <p:spPr>
            <a:xfrm>
              <a:off x="-42930775" y="4225200"/>
              <a:ext cx="191425" cy="42550"/>
            </a:xfrm>
            <a:custGeom>
              <a:avLst/>
              <a:gdLst/>
              <a:ahLst/>
              <a:cxnLst/>
              <a:rect l="l" t="t" r="r" b="b"/>
              <a:pathLst>
                <a:path w="7657" h="1702" extrusionOk="0">
                  <a:moveTo>
                    <a:pt x="442" y="0"/>
                  </a:moveTo>
                  <a:cubicBezTo>
                    <a:pt x="190" y="0"/>
                    <a:pt x="1" y="221"/>
                    <a:pt x="1" y="441"/>
                  </a:cubicBezTo>
                  <a:lnTo>
                    <a:pt x="1" y="1292"/>
                  </a:lnTo>
                  <a:cubicBezTo>
                    <a:pt x="1" y="1512"/>
                    <a:pt x="190" y="1701"/>
                    <a:pt x="442" y="1701"/>
                  </a:cubicBezTo>
                  <a:lnTo>
                    <a:pt x="7215" y="1701"/>
                  </a:lnTo>
                  <a:cubicBezTo>
                    <a:pt x="7499" y="1701"/>
                    <a:pt x="7656" y="1512"/>
                    <a:pt x="7656" y="1292"/>
                  </a:cubicBezTo>
                  <a:lnTo>
                    <a:pt x="7656" y="441"/>
                  </a:lnTo>
                  <a:cubicBezTo>
                    <a:pt x="7656" y="221"/>
                    <a:pt x="7436" y="0"/>
                    <a:pt x="72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3726;p134">
              <a:extLst>
                <a:ext uri="{FF2B5EF4-FFF2-40B4-BE49-F238E27FC236}">
                  <a16:creationId xmlns:a16="http://schemas.microsoft.com/office/drawing/2014/main" id="{8F8ADEF2-7201-8E97-50A2-ADCACF187F99}"/>
                </a:ext>
              </a:extLst>
            </p:cNvPr>
            <p:cNvSpPr/>
            <p:nvPr/>
          </p:nvSpPr>
          <p:spPr>
            <a:xfrm>
              <a:off x="-42908725" y="4163750"/>
              <a:ext cx="148900" cy="42550"/>
            </a:xfrm>
            <a:custGeom>
              <a:avLst/>
              <a:gdLst/>
              <a:ahLst/>
              <a:cxnLst/>
              <a:rect l="l" t="t" r="r" b="b"/>
              <a:pathLst>
                <a:path w="5956" h="1702" extrusionOk="0">
                  <a:moveTo>
                    <a:pt x="442" y="1"/>
                  </a:moveTo>
                  <a:cubicBezTo>
                    <a:pt x="190" y="1"/>
                    <a:pt x="1" y="190"/>
                    <a:pt x="1" y="410"/>
                  </a:cubicBezTo>
                  <a:lnTo>
                    <a:pt x="1" y="1261"/>
                  </a:lnTo>
                  <a:cubicBezTo>
                    <a:pt x="1" y="1481"/>
                    <a:pt x="190" y="1702"/>
                    <a:pt x="442" y="1702"/>
                  </a:cubicBezTo>
                  <a:lnTo>
                    <a:pt x="5514" y="1702"/>
                  </a:lnTo>
                  <a:cubicBezTo>
                    <a:pt x="5735" y="1702"/>
                    <a:pt x="5955" y="1481"/>
                    <a:pt x="5955" y="1261"/>
                  </a:cubicBezTo>
                  <a:lnTo>
                    <a:pt x="5955" y="410"/>
                  </a:lnTo>
                  <a:cubicBezTo>
                    <a:pt x="5955" y="190"/>
                    <a:pt x="5735" y="1"/>
                    <a:pt x="551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727;p134">
              <a:extLst>
                <a:ext uri="{FF2B5EF4-FFF2-40B4-BE49-F238E27FC236}">
                  <a16:creationId xmlns:a16="http://schemas.microsoft.com/office/drawing/2014/main" id="{9FC213C8-E18E-5291-D4A5-2B58D877B786}"/>
                </a:ext>
              </a:extLst>
            </p:cNvPr>
            <p:cNvSpPr/>
            <p:nvPr/>
          </p:nvSpPr>
          <p:spPr>
            <a:xfrm>
              <a:off x="-42994575" y="3950300"/>
              <a:ext cx="319025" cy="211125"/>
            </a:xfrm>
            <a:custGeom>
              <a:avLst/>
              <a:gdLst/>
              <a:ahLst/>
              <a:cxnLst/>
              <a:rect l="l" t="t" r="r" b="b"/>
              <a:pathLst>
                <a:path w="12761" h="8445" extrusionOk="0">
                  <a:moveTo>
                    <a:pt x="6428" y="852"/>
                  </a:moveTo>
                  <a:cubicBezTo>
                    <a:pt x="6648" y="852"/>
                    <a:pt x="6806" y="1009"/>
                    <a:pt x="6869" y="1261"/>
                  </a:cubicBezTo>
                  <a:lnTo>
                    <a:pt x="6869" y="1324"/>
                  </a:lnTo>
                  <a:cubicBezTo>
                    <a:pt x="6806" y="1513"/>
                    <a:pt x="6648" y="1702"/>
                    <a:pt x="6428" y="1702"/>
                  </a:cubicBezTo>
                  <a:cubicBezTo>
                    <a:pt x="6176" y="1702"/>
                    <a:pt x="6018" y="1576"/>
                    <a:pt x="5987" y="1324"/>
                  </a:cubicBezTo>
                  <a:lnTo>
                    <a:pt x="5987" y="1261"/>
                  </a:lnTo>
                  <a:cubicBezTo>
                    <a:pt x="6018" y="1041"/>
                    <a:pt x="6176" y="852"/>
                    <a:pt x="6428" y="852"/>
                  </a:cubicBezTo>
                  <a:close/>
                  <a:moveTo>
                    <a:pt x="2112" y="2742"/>
                  </a:moveTo>
                  <a:lnTo>
                    <a:pt x="3340" y="6396"/>
                  </a:lnTo>
                  <a:lnTo>
                    <a:pt x="914" y="6396"/>
                  </a:lnTo>
                  <a:lnTo>
                    <a:pt x="2112" y="2742"/>
                  </a:lnTo>
                  <a:close/>
                  <a:moveTo>
                    <a:pt x="10681" y="2742"/>
                  </a:moveTo>
                  <a:lnTo>
                    <a:pt x="11878" y="6396"/>
                  </a:lnTo>
                  <a:lnTo>
                    <a:pt x="9452" y="6396"/>
                  </a:lnTo>
                  <a:lnTo>
                    <a:pt x="10681" y="2742"/>
                  </a:lnTo>
                  <a:close/>
                  <a:moveTo>
                    <a:pt x="6333" y="1"/>
                  </a:moveTo>
                  <a:cubicBezTo>
                    <a:pt x="5798" y="1"/>
                    <a:pt x="5325" y="347"/>
                    <a:pt x="5168" y="852"/>
                  </a:cubicBezTo>
                  <a:lnTo>
                    <a:pt x="1292" y="852"/>
                  </a:lnTo>
                  <a:cubicBezTo>
                    <a:pt x="1103" y="852"/>
                    <a:pt x="914" y="1009"/>
                    <a:pt x="883" y="1198"/>
                  </a:cubicBezTo>
                  <a:cubicBezTo>
                    <a:pt x="820" y="1482"/>
                    <a:pt x="1040" y="1702"/>
                    <a:pt x="1292" y="1702"/>
                  </a:cubicBezTo>
                  <a:lnTo>
                    <a:pt x="1576" y="1702"/>
                  </a:lnTo>
                  <a:cubicBezTo>
                    <a:pt x="1" y="6491"/>
                    <a:pt x="32" y="6333"/>
                    <a:pt x="32" y="6459"/>
                  </a:cubicBezTo>
                  <a:cubicBezTo>
                    <a:pt x="64" y="7562"/>
                    <a:pt x="1009" y="8444"/>
                    <a:pt x="2112" y="8444"/>
                  </a:cubicBezTo>
                  <a:cubicBezTo>
                    <a:pt x="3277" y="8444"/>
                    <a:pt x="4159" y="7562"/>
                    <a:pt x="4159" y="6459"/>
                  </a:cubicBezTo>
                  <a:cubicBezTo>
                    <a:pt x="4159" y="6333"/>
                    <a:pt x="4222" y="6491"/>
                    <a:pt x="2647" y="1702"/>
                  </a:cubicBezTo>
                  <a:lnTo>
                    <a:pt x="5105" y="1702"/>
                  </a:lnTo>
                  <a:lnTo>
                    <a:pt x="5105" y="7342"/>
                  </a:lnTo>
                  <a:cubicBezTo>
                    <a:pt x="5105" y="7594"/>
                    <a:pt x="5325" y="7783"/>
                    <a:pt x="5546" y="7783"/>
                  </a:cubicBezTo>
                  <a:lnTo>
                    <a:pt x="7247" y="7783"/>
                  </a:lnTo>
                  <a:cubicBezTo>
                    <a:pt x="7499" y="7783"/>
                    <a:pt x="7688" y="7594"/>
                    <a:pt x="7688" y="7342"/>
                  </a:cubicBezTo>
                  <a:lnTo>
                    <a:pt x="7688" y="1702"/>
                  </a:lnTo>
                  <a:lnTo>
                    <a:pt x="10177" y="1702"/>
                  </a:lnTo>
                  <a:cubicBezTo>
                    <a:pt x="8602" y="6491"/>
                    <a:pt x="8633" y="6333"/>
                    <a:pt x="8633" y="6459"/>
                  </a:cubicBezTo>
                  <a:cubicBezTo>
                    <a:pt x="8665" y="7562"/>
                    <a:pt x="9578" y="8444"/>
                    <a:pt x="10681" y="8444"/>
                  </a:cubicBezTo>
                  <a:cubicBezTo>
                    <a:pt x="11815" y="8444"/>
                    <a:pt x="12729" y="7562"/>
                    <a:pt x="12729" y="6459"/>
                  </a:cubicBezTo>
                  <a:cubicBezTo>
                    <a:pt x="12729" y="6333"/>
                    <a:pt x="12760" y="6491"/>
                    <a:pt x="11185" y="1702"/>
                  </a:cubicBezTo>
                  <a:lnTo>
                    <a:pt x="11437" y="1702"/>
                  </a:lnTo>
                  <a:cubicBezTo>
                    <a:pt x="11626" y="1702"/>
                    <a:pt x="11815" y="1576"/>
                    <a:pt x="11847" y="1356"/>
                  </a:cubicBezTo>
                  <a:cubicBezTo>
                    <a:pt x="11910" y="1104"/>
                    <a:pt x="11689" y="852"/>
                    <a:pt x="11437" y="852"/>
                  </a:cubicBezTo>
                  <a:lnTo>
                    <a:pt x="7530" y="852"/>
                  </a:lnTo>
                  <a:cubicBezTo>
                    <a:pt x="7373" y="347"/>
                    <a:pt x="6900" y="1"/>
                    <a:pt x="63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" name="Google Shape;13728;p134">
            <a:extLst>
              <a:ext uri="{FF2B5EF4-FFF2-40B4-BE49-F238E27FC236}">
                <a16:creationId xmlns:a16="http://schemas.microsoft.com/office/drawing/2014/main" id="{CF26E282-8EE2-E56D-B4B4-C949D51D8C3C}"/>
              </a:ext>
            </a:extLst>
          </p:cNvPr>
          <p:cNvGrpSpPr/>
          <p:nvPr/>
        </p:nvGrpSpPr>
        <p:grpSpPr>
          <a:xfrm>
            <a:off x="4270605" y="2859487"/>
            <a:ext cx="340862" cy="340032"/>
            <a:chOff x="-41111350" y="3239100"/>
            <a:chExt cx="318200" cy="317425"/>
          </a:xfrm>
          <a:solidFill>
            <a:schemeClr val="accent1">
              <a:lumMod val="75000"/>
            </a:schemeClr>
          </a:solidFill>
        </p:grpSpPr>
        <p:sp>
          <p:nvSpPr>
            <p:cNvPr id="15" name="Google Shape;13729;p134">
              <a:extLst>
                <a:ext uri="{FF2B5EF4-FFF2-40B4-BE49-F238E27FC236}">
                  <a16:creationId xmlns:a16="http://schemas.microsoft.com/office/drawing/2014/main" id="{E13B27E3-9645-B612-202D-B8EDDEF7BA1D}"/>
                </a:ext>
              </a:extLst>
            </p:cNvPr>
            <p:cNvSpPr/>
            <p:nvPr/>
          </p:nvSpPr>
          <p:spPr>
            <a:xfrm>
              <a:off x="-41111350" y="3239100"/>
              <a:ext cx="145725" cy="144925"/>
            </a:xfrm>
            <a:custGeom>
              <a:avLst/>
              <a:gdLst/>
              <a:ahLst/>
              <a:cxnLst/>
              <a:rect l="l" t="t" r="r" b="b"/>
              <a:pathLst>
                <a:path w="5829" h="5797" extrusionOk="0">
                  <a:moveTo>
                    <a:pt x="2930" y="1670"/>
                  </a:moveTo>
                  <a:cubicBezTo>
                    <a:pt x="3119" y="1670"/>
                    <a:pt x="3308" y="1859"/>
                    <a:pt x="3308" y="2048"/>
                  </a:cubicBezTo>
                  <a:lnTo>
                    <a:pt x="3308" y="2489"/>
                  </a:lnTo>
                  <a:lnTo>
                    <a:pt x="3749" y="2489"/>
                  </a:lnTo>
                  <a:cubicBezTo>
                    <a:pt x="4001" y="2489"/>
                    <a:pt x="4159" y="2678"/>
                    <a:pt x="4159" y="2930"/>
                  </a:cubicBezTo>
                  <a:cubicBezTo>
                    <a:pt x="4159" y="3151"/>
                    <a:pt x="3938" y="3340"/>
                    <a:pt x="3749" y="3340"/>
                  </a:cubicBezTo>
                  <a:lnTo>
                    <a:pt x="3308" y="3340"/>
                  </a:lnTo>
                  <a:lnTo>
                    <a:pt x="3308" y="3781"/>
                  </a:lnTo>
                  <a:cubicBezTo>
                    <a:pt x="3308" y="4001"/>
                    <a:pt x="3119" y="4159"/>
                    <a:pt x="2930" y="4159"/>
                  </a:cubicBezTo>
                  <a:cubicBezTo>
                    <a:pt x="2710" y="4159"/>
                    <a:pt x="2520" y="3970"/>
                    <a:pt x="2520" y="3781"/>
                  </a:cubicBezTo>
                  <a:lnTo>
                    <a:pt x="2520" y="3340"/>
                  </a:lnTo>
                  <a:lnTo>
                    <a:pt x="2079" y="3340"/>
                  </a:lnTo>
                  <a:cubicBezTo>
                    <a:pt x="1859" y="3340"/>
                    <a:pt x="1701" y="3151"/>
                    <a:pt x="1701" y="2930"/>
                  </a:cubicBezTo>
                  <a:cubicBezTo>
                    <a:pt x="1701" y="2678"/>
                    <a:pt x="1859" y="2489"/>
                    <a:pt x="2079" y="2489"/>
                  </a:cubicBezTo>
                  <a:lnTo>
                    <a:pt x="2520" y="2489"/>
                  </a:lnTo>
                  <a:lnTo>
                    <a:pt x="2520" y="2048"/>
                  </a:lnTo>
                  <a:cubicBezTo>
                    <a:pt x="2520" y="1827"/>
                    <a:pt x="2710" y="1670"/>
                    <a:pt x="2930" y="1670"/>
                  </a:cubicBezTo>
                  <a:close/>
                  <a:moveTo>
                    <a:pt x="441" y="0"/>
                  </a:moveTo>
                  <a:cubicBezTo>
                    <a:pt x="189" y="0"/>
                    <a:pt x="0" y="189"/>
                    <a:pt x="0" y="441"/>
                  </a:cubicBezTo>
                  <a:lnTo>
                    <a:pt x="0" y="5387"/>
                  </a:lnTo>
                  <a:cubicBezTo>
                    <a:pt x="32" y="5639"/>
                    <a:pt x="221" y="5797"/>
                    <a:pt x="441" y="5797"/>
                  </a:cubicBezTo>
                  <a:lnTo>
                    <a:pt x="5387" y="5797"/>
                  </a:lnTo>
                  <a:cubicBezTo>
                    <a:pt x="5639" y="5797"/>
                    <a:pt x="5829" y="5608"/>
                    <a:pt x="5829" y="5387"/>
                  </a:cubicBezTo>
                  <a:lnTo>
                    <a:pt x="5829" y="441"/>
                  </a:lnTo>
                  <a:cubicBezTo>
                    <a:pt x="5829" y="189"/>
                    <a:pt x="5639" y="0"/>
                    <a:pt x="53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3730;p134">
              <a:extLst>
                <a:ext uri="{FF2B5EF4-FFF2-40B4-BE49-F238E27FC236}">
                  <a16:creationId xmlns:a16="http://schemas.microsoft.com/office/drawing/2014/main" id="{22CE908E-AB79-4C7D-655A-11E688876E85}"/>
                </a:ext>
              </a:extLst>
            </p:cNvPr>
            <p:cNvSpPr/>
            <p:nvPr/>
          </p:nvSpPr>
          <p:spPr>
            <a:xfrm>
              <a:off x="-41110575" y="3412375"/>
              <a:ext cx="146525" cy="144150"/>
            </a:xfrm>
            <a:custGeom>
              <a:avLst/>
              <a:gdLst/>
              <a:ahLst/>
              <a:cxnLst/>
              <a:rect l="l" t="t" r="r" b="b"/>
              <a:pathLst>
                <a:path w="5861" h="5766" extrusionOk="0">
                  <a:moveTo>
                    <a:pt x="3450" y="1859"/>
                  </a:moveTo>
                  <a:cubicBezTo>
                    <a:pt x="3561" y="1859"/>
                    <a:pt x="3671" y="1890"/>
                    <a:pt x="3750" y="1953"/>
                  </a:cubicBezTo>
                  <a:cubicBezTo>
                    <a:pt x="3907" y="2111"/>
                    <a:pt x="3907" y="2395"/>
                    <a:pt x="3750" y="2552"/>
                  </a:cubicBezTo>
                  <a:lnTo>
                    <a:pt x="3466" y="2836"/>
                  </a:lnTo>
                  <a:lnTo>
                    <a:pt x="3750" y="3119"/>
                  </a:lnTo>
                  <a:cubicBezTo>
                    <a:pt x="3907" y="3277"/>
                    <a:pt x="3907" y="3529"/>
                    <a:pt x="3750" y="3686"/>
                  </a:cubicBezTo>
                  <a:cubicBezTo>
                    <a:pt x="3671" y="3765"/>
                    <a:pt x="3561" y="3804"/>
                    <a:pt x="3450" y="3804"/>
                  </a:cubicBezTo>
                  <a:cubicBezTo>
                    <a:pt x="3340" y="3804"/>
                    <a:pt x="3230" y="3765"/>
                    <a:pt x="3151" y="3686"/>
                  </a:cubicBezTo>
                  <a:lnTo>
                    <a:pt x="2899" y="3434"/>
                  </a:lnTo>
                  <a:lnTo>
                    <a:pt x="2616" y="3686"/>
                  </a:lnTo>
                  <a:cubicBezTo>
                    <a:pt x="2537" y="3765"/>
                    <a:pt x="2426" y="3804"/>
                    <a:pt x="2316" y="3804"/>
                  </a:cubicBezTo>
                  <a:cubicBezTo>
                    <a:pt x="2206" y="3804"/>
                    <a:pt x="2096" y="3765"/>
                    <a:pt x="2017" y="3686"/>
                  </a:cubicBezTo>
                  <a:cubicBezTo>
                    <a:pt x="1859" y="3529"/>
                    <a:pt x="1859" y="3277"/>
                    <a:pt x="2017" y="3119"/>
                  </a:cubicBezTo>
                  <a:lnTo>
                    <a:pt x="2300" y="2836"/>
                  </a:lnTo>
                  <a:lnTo>
                    <a:pt x="2017" y="2552"/>
                  </a:lnTo>
                  <a:cubicBezTo>
                    <a:pt x="1859" y="2395"/>
                    <a:pt x="1859" y="2111"/>
                    <a:pt x="2017" y="1953"/>
                  </a:cubicBezTo>
                  <a:cubicBezTo>
                    <a:pt x="2096" y="1890"/>
                    <a:pt x="2206" y="1859"/>
                    <a:pt x="2316" y="1859"/>
                  </a:cubicBezTo>
                  <a:cubicBezTo>
                    <a:pt x="2426" y="1859"/>
                    <a:pt x="2537" y="1890"/>
                    <a:pt x="2616" y="1953"/>
                  </a:cubicBezTo>
                  <a:lnTo>
                    <a:pt x="2899" y="2237"/>
                  </a:lnTo>
                  <a:lnTo>
                    <a:pt x="3151" y="1953"/>
                  </a:lnTo>
                  <a:cubicBezTo>
                    <a:pt x="3230" y="1890"/>
                    <a:pt x="3340" y="1859"/>
                    <a:pt x="3450" y="1859"/>
                  </a:cubicBezTo>
                  <a:close/>
                  <a:moveTo>
                    <a:pt x="442" y="0"/>
                  </a:moveTo>
                  <a:cubicBezTo>
                    <a:pt x="221" y="0"/>
                    <a:pt x="1" y="189"/>
                    <a:pt x="1" y="378"/>
                  </a:cubicBezTo>
                  <a:lnTo>
                    <a:pt x="1" y="5356"/>
                  </a:lnTo>
                  <a:cubicBezTo>
                    <a:pt x="1" y="5608"/>
                    <a:pt x="221" y="5766"/>
                    <a:pt x="442" y="5766"/>
                  </a:cubicBezTo>
                  <a:lnTo>
                    <a:pt x="5419" y="5766"/>
                  </a:lnTo>
                  <a:cubicBezTo>
                    <a:pt x="5640" y="5766"/>
                    <a:pt x="5861" y="5545"/>
                    <a:pt x="5861" y="5356"/>
                  </a:cubicBezTo>
                  <a:lnTo>
                    <a:pt x="5861" y="378"/>
                  </a:lnTo>
                  <a:cubicBezTo>
                    <a:pt x="5861" y="158"/>
                    <a:pt x="5640" y="0"/>
                    <a:pt x="54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3731;p134">
              <a:extLst>
                <a:ext uri="{FF2B5EF4-FFF2-40B4-BE49-F238E27FC236}">
                  <a16:creationId xmlns:a16="http://schemas.microsoft.com/office/drawing/2014/main" id="{9E5F1C1F-1CAC-F65D-5B51-504E2462BCED}"/>
                </a:ext>
              </a:extLst>
            </p:cNvPr>
            <p:cNvSpPr/>
            <p:nvPr/>
          </p:nvSpPr>
          <p:spPr>
            <a:xfrm>
              <a:off x="-40938875" y="3239100"/>
              <a:ext cx="145725" cy="144925"/>
            </a:xfrm>
            <a:custGeom>
              <a:avLst/>
              <a:gdLst/>
              <a:ahLst/>
              <a:cxnLst/>
              <a:rect l="l" t="t" r="r" b="b"/>
              <a:pathLst>
                <a:path w="5829" h="5797" extrusionOk="0">
                  <a:moveTo>
                    <a:pt x="3750" y="2457"/>
                  </a:moveTo>
                  <a:cubicBezTo>
                    <a:pt x="3970" y="2457"/>
                    <a:pt x="4128" y="2646"/>
                    <a:pt x="4128" y="2867"/>
                  </a:cubicBezTo>
                  <a:cubicBezTo>
                    <a:pt x="4159" y="3151"/>
                    <a:pt x="3970" y="3308"/>
                    <a:pt x="3750" y="3308"/>
                  </a:cubicBezTo>
                  <a:lnTo>
                    <a:pt x="2080" y="3308"/>
                  </a:lnTo>
                  <a:cubicBezTo>
                    <a:pt x="1859" y="3308"/>
                    <a:pt x="1702" y="3119"/>
                    <a:pt x="1702" y="2867"/>
                  </a:cubicBezTo>
                  <a:cubicBezTo>
                    <a:pt x="1702" y="2646"/>
                    <a:pt x="1891" y="2457"/>
                    <a:pt x="2080" y="2457"/>
                  </a:cubicBezTo>
                  <a:close/>
                  <a:moveTo>
                    <a:pt x="442" y="0"/>
                  </a:moveTo>
                  <a:cubicBezTo>
                    <a:pt x="190" y="0"/>
                    <a:pt x="1" y="189"/>
                    <a:pt x="1" y="441"/>
                  </a:cubicBezTo>
                  <a:lnTo>
                    <a:pt x="1" y="5387"/>
                  </a:lnTo>
                  <a:cubicBezTo>
                    <a:pt x="1" y="5639"/>
                    <a:pt x="190" y="5797"/>
                    <a:pt x="442" y="5797"/>
                  </a:cubicBezTo>
                  <a:lnTo>
                    <a:pt x="5388" y="5797"/>
                  </a:lnTo>
                  <a:cubicBezTo>
                    <a:pt x="5640" y="5797"/>
                    <a:pt x="5829" y="5608"/>
                    <a:pt x="5829" y="5387"/>
                  </a:cubicBezTo>
                  <a:lnTo>
                    <a:pt x="5829" y="441"/>
                  </a:lnTo>
                  <a:cubicBezTo>
                    <a:pt x="5829" y="189"/>
                    <a:pt x="5640" y="0"/>
                    <a:pt x="538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3732;p134">
              <a:extLst>
                <a:ext uri="{FF2B5EF4-FFF2-40B4-BE49-F238E27FC236}">
                  <a16:creationId xmlns:a16="http://schemas.microsoft.com/office/drawing/2014/main" id="{B97C52C1-894F-FB78-6565-0EAE882BD84B}"/>
                </a:ext>
              </a:extLst>
            </p:cNvPr>
            <p:cNvSpPr/>
            <p:nvPr/>
          </p:nvSpPr>
          <p:spPr>
            <a:xfrm>
              <a:off x="-40938875" y="3411575"/>
              <a:ext cx="145725" cy="144950"/>
            </a:xfrm>
            <a:custGeom>
              <a:avLst/>
              <a:gdLst/>
              <a:ahLst/>
              <a:cxnLst/>
              <a:rect l="l" t="t" r="r" b="b"/>
              <a:pathLst>
                <a:path w="5829" h="5798" extrusionOk="0">
                  <a:moveTo>
                    <a:pt x="3750" y="1639"/>
                  </a:moveTo>
                  <a:cubicBezTo>
                    <a:pt x="3970" y="1639"/>
                    <a:pt x="4128" y="1859"/>
                    <a:pt x="4128" y="2080"/>
                  </a:cubicBezTo>
                  <a:cubicBezTo>
                    <a:pt x="4159" y="2332"/>
                    <a:pt x="3970" y="2490"/>
                    <a:pt x="3750" y="2490"/>
                  </a:cubicBezTo>
                  <a:lnTo>
                    <a:pt x="2080" y="2490"/>
                  </a:lnTo>
                  <a:cubicBezTo>
                    <a:pt x="1859" y="2490"/>
                    <a:pt x="1702" y="2269"/>
                    <a:pt x="1702" y="2080"/>
                  </a:cubicBezTo>
                  <a:cubicBezTo>
                    <a:pt x="1702" y="1859"/>
                    <a:pt x="1891" y="1639"/>
                    <a:pt x="2080" y="1639"/>
                  </a:cubicBezTo>
                  <a:close/>
                  <a:moveTo>
                    <a:pt x="3750" y="3309"/>
                  </a:moveTo>
                  <a:cubicBezTo>
                    <a:pt x="3970" y="3309"/>
                    <a:pt x="4128" y="3498"/>
                    <a:pt x="4128" y="3687"/>
                  </a:cubicBezTo>
                  <a:cubicBezTo>
                    <a:pt x="4159" y="3970"/>
                    <a:pt x="3970" y="4128"/>
                    <a:pt x="3750" y="4128"/>
                  </a:cubicBezTo>
                  <a:lnTo>
                    <a:pt x="2080" y="4128"/>
                  </a:lnTo>
                  <a:cubicBezTo>
                    <a:pt x="1859" y="4128"/>
                    <a:pt x="1702" y="3939"/>
                    <a:pt x="1702" y="3687"/>
                  </a:cubicBezTo>
                  <a:cubicBezTo>
                    <a:pt x="1702" y="3466"/>
                    <a:pt x="1891" y="3309"/>
                    <a:pt x="2080" y="3309"/>
                  </a:cubicBezTo>
                  <a:close/>
                  <a:moveTo>
                    <a:pt x="442" y="1"/>
                  </a:moveTo>
                  <a:cubicBezTo>
                    <a:pt x="190" y="1"/>
                    <a:pt x="1" y="190"/>
                    <a:pt x="1" y="379"/>
                  </a:cubicBezTo>
                  <a:lnTo>
                    <a:pt x="1" y="5388"/>
                  </a:lnTo>
                  <a:cubicBezTo>
                    <a:pt x="1" y="5640"/>
                    <a:pt x="190" y="5798"/>
                    <a:pt x="442" y="5798"/>
                  </a:cubicBezTo>
                  <a:lnTo>
                    <a:pt x="5388" y="5798"/>
                  </a:lnTo>
                  <a:cubicBezTo>
                    <a:pt x="5640" y="5798"/>
                    <a:pt x="5829" y="5577"/>
                    <a:pt x="5829" y="5388"/>
                  </a:cubicBezTo>
                  <a:lnTo>
                    <a:pt x="5829" y="410"/>
                  </a:lnTo>
                  <a:cubicBezTo>
                    <a:pt x="5829" y="190"/>
                    <a:pt x="5640" y="1"/>
                    <a:pt x="53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" name="Google Shape;13733;p134">
            <a:extLst>
              <a:ext uri="{FF2B5EF4-FFF2-40B4-BE49-F238E27FC236}">
                <a16:creationId xmlns:a16="http://schemas.microsoft.com/office/drawing/2014/main" id="{976B2D88-70D7-A0C2-AC43-5A2904DBE326}"/>
              </a:ext>
            </a:extLst>
          </p:cNvPr>
          <p:cNvGrpSpPr/>
          <p:nvPr/>
        </p:nvGrpSpPr>
        <p:grpSpPr>
          <a:xfrm>
            <a:off x="4267231" y="3258794"/>
            <a:ext cx="347611" cy="340112"/>
            <a:chOff x="-41117650" y="3605525"/>
            <a:chExt cx="324500" cy="317500"/>
          </a:xfrm>
          <a:solidFill>
            <a:schemeClr val="accent1">
              <a:lumMod val="75000"/>
            </a:schemeClr>
          </a:solidFill>
        </p:grpSpPr>
        <p:sp>
          <p:nvSpPr>
            <p:cNvPr id="20" name="Google Shape;13734;p134">
              <a:extLst>
                <a:ext uri="{FF2B5EF4-FFF2-40B4-BE49-F238E27FC236}">
                  <a16:creationId xmlns:a16="http://schemas.microsoft.com/office/drawing/2014/main" id="{6F0253DF-4687-B439-4279-6CDCEB2D90AF}"/>
                </a:ext>
              </a:extLst>
            </p:cNvPr>
            <p:cNvSpPr/>
            <p:nvPr/>
          </p:nvSpPr>
          <p:spPr>
            <a:xfrm>
              <a:off x="-41016850" y="3605525"/>
              <a:ext cx="106350" cy="105375"/>
            </a:xfrm>
            <a:custGeom>
              <a:avLst/>
              <a:gdLst/>
              <a:ahLst/>
              <a:cxnLst/>
              <a:rect l="l" t="t" r="r" b="b"/>
              <a:pathLst>
                <a:path w="4254" h="4215" extrusionOk="0">
                  <a:moveTo>
                    <a:pt x="2064" y="1"/>
                  </a:moveTo>
                  <a:cubicBezTo>
                    <a:pt x="1954" y="1"/>
                    <a:pt x="1844" y="40"/>
                    <a:pt x="1765" y="119"/>
                  </a:cubicBezTo>
                  <a:lnTo>
                    <a:pt x="1" y="1883"/>
                  </a:lnTo>
                  <a:lnTo>
                    <a:pt x="2332" y="4214"/>
                  </a:lnTo>
                  <a:lnTo>
                    <a:pt x="4096" y="2450"/>
                  </a:lnTo>
                  <a:cubicBezTo>
                    <a:pt x="4254" y="2293"/>
                    <a:pt x="4254" y="2009"/>
                    <a:pt x="4096" y="1852"/>
                  </a:cubicBezTo>
                  <a:lnTo>
                    <a:pt x="2364" y="119"/>
                  </a:lnTo>
                  <a:cubicBezTo>
                    <a:pt x="2285" y="40"/>
                    <a:pt x="2175" y="1"/>
                    <a:pt x="206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3735;p134">
              <a:extLst>
                <a:ext uri="{FF2B5EF4-FFF2-40B4-BE49-F238E27FC236}">
                  <a16:creationId xmlns:a16="http://schemas.microsoft.com/office/drawing/2014/main" id="{E6CBA35B-4F8B-ABEF-0F33-99975F835A46}"/>
                </a:ext>
              </a:extLst>
            </p:cNvPr>
            <p:cNvSpPr/>
            <p:nvPr/>
          </p:nvSpPr>
          <p:spPr>
            <a:xfrm>
              <a:off x="-40900275" y="3721300"/>
              <a:ext cx="107125" cy="105375"/>
            </a:xfrm>
            <a:custGeom>
              <a:avLst/>
              <a:gdLst/>
              <a:ahLst/>
              <a:cxnLst/>
              <a:rect l="l" t="t" r="r" b="b"/>
              <a:pathLst>
                <a:path w="4285" h="4215" extrusionOk="0">
                  <a:moveTo>
                    <a:pt x="2064" y="1"/>
                  </a:moveTo>
                  <a:cubicBezTo>
                    <a:pt x="1954" y="1"/>
                    <a:pt x="1843" y="40"/>
                    <a:pt x="1765" y="119"/>
                  </a:cubicBezTo>
                  <a:lnTo>
                    <a:pt x="0" y="1915"/>
                  </a:lnTo>
                  <a:lnTo>
                    <a:pt x="2300" y="4215"/>
                  </a:lnTo>
                  <a:lnTo>
                    <a:pt x="4128" y="2482"/>
                  </a:lnTo>
                  <a:cubicBezTo>
                    <a:pt x="4285" y="2324"/>
                    <a:pt x="4285" y="2072"/>
                    <a:pt x="4128" y="1915"/>
                  </a:cubicBezTo>
                  <a:lnTo>
                    <a:pt x="2363" y="119"/>
                  </a:lnTo>
                  <a:cubicBezTo>
                    <a:pt x="2285" y="40"/>
                    <a:pt x="2174" y="1"/>
                    <a:pt x="206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3736;p134">
              <a:extLst>
                <a:ext uri="{FF2B5EF4-FFF2-40B4-BE49-F238E27FC236}">
                  <a16:creationId xmlns:a16="http://schemas.microsoft.com/office/drawing/2014/main" id="{0A963968-7314-1998-2694-10251047A887}"/>
                </a:ext>
              </a:extLst>
            </p:cNvPr>
            <p:cNvSpPr/>
            <p:nvPr/>
          </p:nvSpPr>
          <p:spPr>
            <a:xfrm>
              <a:off x="-41117650" y="3668350"/>
              <a:ext cx="262300" cy="254675"/>
            </a:xfrm>
            <a:custGeom>
              <a:avLst/>
              <a:gdLst/>
              <a:ahLst/>
              <a:cxnLst/>
              <a:rect l="l" t="t" r="r" b="b"/>
              <a:pathLst>
                <a:path w="10492" h="10187" extrusionOk="0">
                  <a:moveTo>
                    <a:pt x="3497" y="0"/>
                  </a:moveTo>
                  <a:lnTo>
                    <a:pt x="1764" y="1733"/>
                  </a:lnTo>
                  <a:cubicBezTo>
                    <a:pt x="1166" y="2332"/>
                    <a:pt x="725" y="3088"/>
                    <a:pt x="504" y="3812"/>
                  </a:cubicBezTo>
                  <a:cubicBezTo>
                    <a:pt x="0" y="5514"/>
                    <a:pt x="410" y="7404"/>
                    <a:pt x="1764" y="8759"/>
                  </a:cubicBezTo>
                  <a:cubicBezTo>
                    <a:pt x="2667" y="9661"/>
                    <a:pt x="3919" y="10187"/>
                    <a:pt x="5273" y="10187"/>
                  </a:cubicBezTo>
                  <a:cubicBezTo>
                    <a:pt x="5384" y="10187"/>
                    <a:pt x="5496" y="10183"/>
                    <a:pt x="5608" y="10176"/>
                  </a:cubicBezTo>
                  <a:cubicBezTo>
                    <a:pt x="6679" y="10082"/>
                    <a:pt x="7876" y="9609"/>
                    <a:pt x="8758" y="8759"/>
                  </a:cubicBezTo>
                  <a:lnTo>
                    <a:pt x="10491" y="7026"/>
                  </a:lnTo>
                  <a:lnTo>
                    <a:pt x="8191" y="4694"/>
                  </a:lnTo>
                  <a:lnTo>
                    <a:pt x="6396" y="6396"/>
                  </a:lnTo>
                  <a:cubicBezTo>
                    <a:pt x="6077" y="6715"/>
                    <a:pt x="5645" y="6880"/>
                    <a:pt x="5214" y="6880"/>
                  </a:cubicBezTo>
                  <a:cubicBezTo>
                    <a:pt x="4794" y="6880"/>
                    <a:pt x="4375" y="6722"/>
                    <a:pt x="4064" y="6396"/>
                  </a:cubicBezTo>
                  <a:cubicBezTo>
                    <a:pt x="3434" y="5766"/>
                    <a:pt x="3434" y="4694"/>
                    <a:pt x="4064" y="4064"/>
                  </a:cubicBezTo>
                  <a:lnTo>
                    <a:pt x="5797" y="2332"/>
                  </a:lnTo>
                  <a:lnTo>
                    <a:pt x="349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" name="Google Shape;13737;p134">
            <a:extLst>
              <a:ext uri="{FF2B5EF4-FFF2-40B4-BE49-F238E27FC236}">
                <a16:creationId xmlns:a16="http://schemas.microsoft.com/office/drawing/2014/main" id="{BD525447-49D9-E3D2-A15E-21C1C60ACEB6}"/>
              </a:ext>
            </a:extLst>
          </p:cNvPr>
          <p:cNvSpPr/>
          <p:nvPr/>
        </p:nvSpPr>
        <p:spPr>
          <a:xfrm>
            <a:off x="4272851" y="3670986"/>
            <a:ext cx="341720" cy="331596"/>
          </a:xfrm>
          <a:custGeom>
            <a:avLst/>
            <a:gdLst/>
            <a:ahLst/>
            <a:cxnLst/>
            <a:rect l="l" t="t" r="r" b="b"/>
            <a:pathLst>
              <a:path w="12760" h="12382" extrusionOk="0">
                <a:moveTo>
                  <a:pt x="2080" y="1"/>
                </a:moveTo>
                <a:cubicBezTo>
                  <a:pt x="946" y="1"/>
                  <a:pt x="32" y="946"/>
                  <a:pt x="1" y="2080"/>
                </a:cubicBezTo>
                <a:lnTo>
                  <a:pt x="1" y="9515"/>
                </a:lnTo>
                <a:cubicBezTo>
                  <a:pt x="1" y="11090"/>
                  <a:pt x="1261" y="12382"/>
                  <a:pt x="2899" y="12382"/>
                </a:cubicBezTo>
                <a:cubicBezTo>
                  <a:pt x="4537" y="12382"/>
                  <a:pt x="5798" y="11090"/>
                  <a:pt x="5829" y="9515"/>
                </a:cubicBezTo>
                <a:cubicBezTo>
                  <a:pt x="5829" y="9295"/>
                  <a:pt x="6144" y="9137"/>
                  <a:pt x="6365" y="9074"/>
                </a:cubicBezTo>
                <a:cubicBezTo>
                  <a:pt x="6617" y="9074"/>
                  <a:pt x="6932" y="9295"/>
                  <a:pt x="6932" y="9515"/>
                </a:cubicBezTo>
                <a:cubicBezTo>
                  <a:pt x="6932" y="11122"/>
                  <a:pt x="8223" y="12382"/>
                  <a:pt x="9830" y="12382"/>
                </a:cubicBezTo>
                <a:cubicBezTo>
                  <a:pt x="11374" y="12382"/>
                  <a:pt x="12760" y="11216"/>
                  <a:pt x="12760" y="9452"/>
                </a:cubicBezTo>
                <a:lnTo>
                  <a:pt x="12760" y="2080"/>
                </a:lnTo>
                <a:cubicBezTo>
                  <a:pt x="12760" y="946"/>
                  <a:pt x="11815" y="32"/>
                  <a:pt x="10681" y="1"/>
                </a:cubicBezTo>
                <a:cubicBezTo>
                  <a:pt x="10114" y="1"/>
                  <a:pt x="9578" y="221"/>
                  <a:pt x="9200" y="568"/>
                </a:cubicBezTo>
                <a:cubicBezTo>
                  <a:pt x="9043" y="725"/>
                  <a:pt x="9043" y="1009"/>
                  <a:pt x="9200" y="1166"/>
                </a:cubicBezTo>
                <a:cubicBezTo>
                  <a:pt x="9279" y="1245"/>
                  <a:pt x="9389" y="1284"/>
                  <a:pt x="9499" y="1284"/>
                </a:cubicBezTo>
                <a:cubicBezTo>
                  <a:pt x="9610" y="1284"/>
                  <a:pt x="9720" y="1245"/>
                  <a:pt x="9799" y="1166"/>
                </a:cubicBezTo>
                <a:cubicBezTo>
                  <a:pt x="10051" y="946"/>
                  <a:pt x="10366" y="820"/>
                  <a:pt x="10681" y="820"/>
                </a:cubicBezTo>
                <a:cubicBezTo>
                  <a:pt x="11342" y="820"/>
                  <a:pt x="11878" y="1355"/>
                  <a:pt x="11878" y="2080"/>
                </a:cubicBezTo>
                <a:lnTo>
                  <a:pt x="11878" y="7499"/>
                </a:lnTo>
                <a:cubicBezTo>
                  <a:pt x="11374" y="6963"/>
                  <a:pt x="10618" y="6648"/>
                  <a:pt x="9799" y="6648"/>
                </a:cubicBezTo>
                <a:cubicBezTo>
                  <a:pt x="8570" y="6648"/>
                  <a:pt x="7562" y="7404"/>
                  <a:pt x="7121" y="8444"/>
                </a:cubicBezTo>
                <a:cubicBezTo>
                  <a:pt x="6932" y="8349"/>
                  <a:pt x="6585" y="8286"/>
                  <a:pt x="6365" y="8286"/>
                </a:cubicBezTo>
                <a:cubicBezTo>
                  <a:pt x="6144" y="8286"/>
                  <a:pt x="5798" y="8381"/>
                  <a:pt x="5640" y="8444"/>
                </a:cubicBezTo>
                <a:cubicBezTo>
                  <a:pt x="5199" y="7404"/>
                  <a:pt x="4191" y="6648"/>
                  <a:pt x="2962" y="6648"/>
                </a:cubicBezTo>
                <a:cubicBezTo>
                  <a:pt x="2111" y="6648"/>
                  <a:pt x="1418" y="6995"/>
                  <a:pt x="851" y="7499"/>
                </a:cubicBezTo>
                <a:lnTo>
                  <a:pt x="851" y="2080"/>
                </a:lnTo>
                <a:cubicBezTo>
                  <a:pt x="851" y="1418"/>
                  <a:pt x="1418" y="851"/>
                  <a:pt x="2080" y="820"/>
                </a:cubicBezTo>
                <a:cubicBezTo>
                  <a:pt x="2426" y="820"/>
                  <a:pt x="2742" y="977"/>
                  <a:pt x="2962" y="1166"/>
                </a:cubicBezTo>
                <a:cubicBezTo>
                  <a:pt x="3041" y="1245"/>
                  <a:pt x="3151" y="1284"/>
                  <a:pt x="3257" y="1284"/>
                </a:cubicBezTo>
                <a:cubicBezTo>
                  <a:pt x="3364" y="1284"/>
                  <a:pt x="3466" y="1245"/>
                  <a:pt x="3529" y="1166"/>
                </a:cubicBezTo>
                <a:cubicBezTo>
                  <a:pt x="3687" y="1009"/>
                  <a:pt x="3687" y="725"/>
                  <a:pt x="3529" y="568"/>
                </a:cubicBezTo>
                <a:cubicBezTo>
                  <a:pt x="3183" y="221"/>
                  <a:pt x="2647" y="1"/>
                  <a:pt x="2080" y="1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" name="Google Shape;13738;p134">
            <a:extLst>
              <a:ext uri="{FF2B5EF4-FFF2-40B4-BE49-F238E27FC236}">
                <a16:creationId xmlns:a16="http://schemas.microsoft.com/office/drawing/2014/main" id="{46021BD6-001D-EE03-C6BA-CE3C1FE429F4}"/>
              </a:ext>
            </a:extLst>
          </p:cNvPr>
          <p:cNvGrpSpPr/>
          <p:nvPr/>
        </p:nvGrpSpPr>
        <p:grpSpPr>
          <a:xfrm>
            <a:off x="3191109" y="4076166"/>
            <a:ext cx="198283" cy="340889"/>
            <a:chOff x="-39205300" y="3220175"/>
            <a:chExt cx="185100" cy="318225"/>
          </a:xfrm>
          <a:solidFill>
            <a:schemeClr val="accent1">
              <a:lumMod val="75000"/>
            </a:schemeClr>
          </a:solidFill>
        </p:grpSpPr>
        <p:sp>
          <p:nvSpPr>
            <p:cNvPr id="25" name="Google Shape;13739;p134">
              <a:extLst>
                <a:ext uri="{FF2B5EF4-FFF2-40B4-BE49-F238E27FC236}">
                  <a16:creationId xmlns:a16="http://schemas.microsoft.com/office/drawing/2014/main" id="{AD6FACA2-54B6-9759-F697-B7D1952BB021}"/>
                </a:ext>
              </a:extLst>
            </p:cNvPr>
            <p:cNvSpPr/>
            <p:nvPr/>
          </p:nvSpPr>
          <p:spPr>
            <a:xfrm>
              <a:off x="-39205300" y="3220175"/>
              <a:ext cx="185100" cy="111875"/>
            </a:xfrm>
            <a:custGeom>
              <a:avLst/>
              <a:gdLst/>
              <a:ahLst/>
              <a:cxnLst/>
              <a:rect l="l" t="t" r="r" b="b"/>
              <a:pathLst>
                <a:path w="7404" h="4475" extrusionOk="0">
                  <a:moveTo>
                    <a:pt x="1229" y="1"/>
                  </a:moveTo>
                  <a:cubicBezTo>
                    <a:pt x="567" y="1"/>
                    <a:pt x="0" y="568"/>
                    <a:pt x="0" y="1261"/>
                  </a:cubicBezTo>
                  <a:cubicBezTo>
                    <a:pt x="0" y="1797"/>
                    <a:pt x="315" y="2269"/>
                    <a:pt x="819" y="2458"/>
                  </a:cubicBezTo>
                  <a:lnTo>
                    <a:pt x="819" y="4475"/>
                  </a:lnTo>
                  <a:lnTo>
                    <a:pt x="6616" y="4475"/>
                  </a:lnTo>
                  <a:lnTo>
                    <a:pt x="6616" y="2458"/>
                  </a:lnTo>
                  <a:lnTo>
                    <a:pt x="6585" y="2458"/>
                  </a:lnTo>
                  <a:cubicBezTo>
                    <a:pt x="7057" y="2301"/>
                    <a:pt x="7404" y="1828"/>
                    <a:pt x="7404" y="1261"/>
                  </a:cubicBezTo>
                  <a:cubicBezTo>
                    <a:pt x="7404" y="600"/>
                    <a:pt x="6868" y="64"/>
                    <a:pt x="61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3740;p134">
              <a:extLst>
                <a:ext uri="{FF2B5EF4-FFF2-40B4-BE49-F238E27FC236}">
                  <a16:creationId xmlns:a16="http://schemas.microsoft.com/office/drawing/2014/main" id="{CE30EC09-34B3-8BB9-E315-D95556EC2311}"/>
                </a:ext>
              </a:extLst>
            </p:cNvPr>
            <p:cNvSpPr/>
            <p:nvPr/>
          </p:nvSpPr>
          <p:spPr>
            <a:xfrm>
              <a:off x="-39184825" y="3353300"/>
              <a:ext cx="144950" cy="185100"/>
            </a:xfrm>
            <a:custGeom>
              <a:avLst/>
              <a:gdLst/>
              <a:ahLst/>
              <a:cxnLst/>
              <a:rect l="l" t="t" r="r" b="b"/>
              <a:pathLst>
                <a:path w="5798" h="7404" extrusionOk="0">
                  <a:moveTo>
                    <a:pt x="0" y="0"/>
                  </a:moveTo>
                  <a:lnTo>
                    <a:pt x="0" y="819"/>
                  </a:lnTo>
                  <a:lnTo>
                    <a:pt x="2111" y="819"/>
                  </a:lnTo>
                  <a:cubicBezTo>
                    <a:pt x="2332" y="819"/>
                    <a:pt x="2489" y="1040"/>
                    <a:pt x="2489" y="1260"/>
                  </a:cubicBezTo>
                  <a:cubicBezTo>
                    <a:pt x="2489" y="1513"/>
                    <a:pt x="2300" y="1702"/>
                    <a:pt x="2111" y="1702"/>
                  </a:cubicBezTo>
                  <a:lnTo>
                    <a:pt x="0" y="1702"/>
                  </a:lnTo>
                  <a:lnTo>
                    <a:pt x="0" y="2521"/>
                  </a:lnTo>
                  <a:lnTo>
                    <a:pt x="2111" y="2521"/>
                  </a:lnTo>
                  <a:cubicBezTo>
                    <a:pt x="2332" y="2521"/>
                    <a:pt x="2489" y="2710"/>
                    <a:pt x="2489" y="2930"/>
                  </a:cubicBezTo>
                  <a:cubicBezTo>
                    <a:pt x="2489" y="3151"/>
                    <a:pt x="2300" y="3340"/>
                    <a:pt x="2111" y="3340"/>
                  </a:cubicBezTo>
                  <a:lnTo>
                    <a:pt x="0" y="3340"/>
                  </a:lnTo>
                  <a:lnTo>
                    <a:pt x="0" y="4190"/>
                  </a:lnTo>
                  <a:lnTo>
                    <a:pt x="2111" y="4190"/>
                  </a:lnTo>
                  <a:cubicBezTo>
                    <a:pt x="2332" y="4190"/>
                    <a:pt x="2489" y="4379"/>
                    <a:pt x="2489" y="4600"/>
                  </a:cubicBezTo>
                  <a:cubicBezTo>
                    <a:pt x="2458" y="4726"/>
                    <a:pt x="2300" y="4915"/>
                    <a:pt x="2048" y="4915"/>
                  </a:cubicBezTo>
                  <a:lnTo>
                    <a:pt x="63" y="4915"/>
                  </a:lnTo>
                  <a:cubicBezTo>
                    <a:pt x="252" y="6427"/>
                    <a:pt x="1512" y="7404"/>
                    <a:pt x="2899" y="7404"/>
                  </a:cubicBezTo>
                  <a:cubicBezTo>
                    <a:pt x="4474" y="7404"/>
                    <a:pt x="5797" y="6112"/>
                    <a:pt x="5797" y="4537"/>
                  </a:cubicBezTo>
                  <a:lnTo>
                    <a:pt x="579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" name="Google Shape;13741;p134">
            <a:extLst>
              <a:ext uri="{FF2B5EF4-FFF2-40B4-BE49-F238E27FC236}">
                <a16:creationId xmlns:a16="http://schemas.microsoft.com/office/drawing/2014/main" id="{BE939338-B434-652C-BBA9-C1FCB5486C8D}"/>
              </a:ext>
            </a:extLst>
          </p:cNvPr>
          <p:cNvGrpSpPr/>
          <p:nvPr/>
        </p:nvGrpSpPr>
        <p:grpSpPr>
          <a:xfrm>
            <a:off x="3159504" y="4497972"/>
            <a:ext cx="275063" cy="338559"/>
            <a:chOff x="-39248625" y="3588600"/>
            <a:chExt cx="256775" cy="316050"/>
          </a:xfrm>
          <a:solidFill>
            <a:schemeClr val="accent1">
              <a:lumMod val="75000"/>
            </a:schemeClr>
          </a:solidFill>
        </p:grpSpPr>
        <p:sp>
          <p:nvSpPr>
            <p:cNvPr id="28" name="Google Shape;13742;p134">
              <a:extLst>
                <a:ext uri="{FF2B5EF4-FFF2-40B4-BE49-F238E27FC236}">
                  <a16:creationId xmlns:a16="http://schemas.microsoft.com/office/drawing/2014/main" id="{A51E773D-1A67-DAF7-5657-369E66729B0F}"/>
                </a:ext>
              </a:extLst>
            </p:cNvPr>
            <p:cNvSpPr/>
            <p:nvPr/>
          </p:nvSpPr>
          <p:spPr>
            <a:xfrm>
              <a:off x="-39248625" y="3588600"/>
              <a:ext cx="256775" cy="316050"/>
            </a:xfrm>
            <a:custGeom>
              <a:avLst/>
              <a:gdLst/>
              <a:ahLst/>
              <a:cxnLst/>
              <a:rect l="l" t="t" r="r" b="b"/>
              <a:pathLst>
                <a:path w="10271" h="12642" extrusionOk="0">
                  <a:moveTo>
                    <a:pt x="5364" y="0"/>
                  </a:moveTo>
                  <a:cubicBezTo>
                    <a:pt x="5041" y="0"/>
                    <a:pt x="4710" y="118"/>
                    <a:pt x="4443" y="355"/>
                  </a:cubicBezTo>
                  <a:lnTo>
                    <a:pt x="3277" y="1552"/>
                  </a:lnTo>
                  <a:cubicBezTo>
                    <a:pt x="2804" y="2025"/>
                    <a:pt x="2804" y="2812"/>
                    <a:pt x="3277" y="3316"/>
                  </a:cubicBezTo>
                  <a:lnTo>
                    <a:pt x="3938" y="3978"/>
                  </a:lnTo>
                  <a:lnTo>
                    <a:pt x="1702" y="6215"/>
                  </a:lnTo>
                  <a:cubicBezTo>
                    <a:pt x="1544" y="6152"/>
                    <a:pt x="1355" y="6057"/>
                    <a:pt x="1135" y="6057"/>
                  </a:cubicBezTo>
                  <a:cubicBezTo>
                    <a:pt x="1119" y="6056"/>
                    <a:pt x="1104" y="6056"/>
                    <a:pt x="1089" y="6056"/>
                  </a:cubicBezTo>
                  <a:cubicBezTo>
                    <a:pt x="538" y="6056"/>
                    <a:pt x="0" y="6611"/>
                    <a:pt x="0" y="7286"/>
                  </a:cubicBezTo>
                  <a:cubicBezTo>
                    <a:pt x="0" y="7947"/>
                    <a:pt x="567" y="8515"/>
                    <a:pt x="1229" y="8515"/>
                  </a:cubicBezTo>
                  <a:cubicBezTo>
                    <a:pt x="1418" y="8515"/>
                    <a:pt x="1576" y="8483"/>
                    <a:pt x="1733" y="8388"/>
                  </a:cubicBezTo>
                  <a:lnTo>
                    <a:pt x="3560" y="10216"/>
                  </a:lnTo>
                  <a:cubicBezTo>
                    <a:pt x="2993" y="10720"/>
                    <a:pt x="2615" y="11381"/>
                    <a:pt x="2521" y="12169"/>
                  </a:cubicBezTo>
                  <a:cubicBezTo>
                    <a:pt x="2489" y="12421"/>
                    <a:pt x="2678" y="12642"/>
                    <a:pt x="2930" y="12642"/>
                  </a:cubicBezTo>
                  <a:lnTo>
                    <a:pt x="8633" y="12642"/>
                  </a:lnTo>
                  <a:cubicBezTo>
                    <a:pt x="8853" y="12642"/>
                    <a:pt x="9074" y="12421"/>
                    <a:pt x="9011" y="12169"/>
                  </a:cubicBezTo>
                  <a:cubicBezTo>
                    <a:pt x="8790" y="10562"/>
                    <a:pt x="7404" y="9334"/>
                    <a:pt x="5766" y="9334"/>
                  </a:cubicBezTo>
                  <a:cubicBezTo>
                    <a:pt x="5199" y="9334"/>
                    <a:pt x="4695" y="9491"/>
                    <a:pt x="4222" y="9743"/>
                  </a:cubicBezTo>
                  <a:lnTo>
                    <a:pt x="2300" y="7853"/>
                  </a:lnTo>
                  <a:cubicBezTo>
                    <a:pt x="2363" y="7695"/>
                    <a:pt x="2395" y="7475"/>
                    <a:pt x="2395" y="7286"/>
                  </a:cubicBezTo>
                  <a:cubicBezTo>
                    <a:pt x="2395" y="7097"/>
                    <a:pt x="2363" y="6939"/>
                    <a:pt x="2300" y="6782"/>
                  </a:cubicBezTo>
                  <a:lnTo>
                    <a:pt x="4285" y="4797"/>
                  </a:lnTo>
                  <a:lnTo>
                    <a:pt x="4285" y="4797"/>
                  </a:lnTo>
                  <a:cubicBezTo>
                    <a:pt x="4253" y="5742"/>
                    <a:pt x="4537" y="6624"/>
                    <a:pt x="5073" y="7317"/>
                  </a:cubicBezTo>
                  <a:lnTo>
                    <a:pt x="10271" y="2119"/>
                  </a:lnTo>
                  <a:cubicBezTo>
                    <a:pt x="9636" y="1606"/>
                    <a:pt x="8888" y="1321"/>
                    <a:pt x="8026" y="1321"/>
                  </a:cubicBezTo>
                  <a:cubicBezTo>
                    <a:pt x="7776" y="1321"/>
                    <a:pt x="7516" y="1345"/>
                    <a:pt x="7246" y="1394"/>
                  </a:cubicBezTo>
                  <a:lnTo>
                    <a:pt x="6238" y="355"/>
                  </a:lnTo>
                  <a:cubicBezTo>
                    <a:pt x="6002" y="118"/>
                    <a:pt x="5687" y="0"/>
                    <a:pt x="536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3743;p134">
              <a:extLst>
                <a:ext uri="{FF2B5EF4-FFF2-40B4-BE49-F238E27FC236}">
                  <a16:creationId xmlns:a16="http://schemas.microsoft.com/office/drawing/2014/main" id="{4BA74B18-3DAA-AD1D-9E98-00EE9A7E824D}"/>
                </a:ext>
              </a:extLst>
            </p:cNvPr>
            <p:cNvSpPr/>
            <p:nvPr/>
          </p:nvSpPr>
          <p:spPr>
            <a:xfrm>
              <a:off x="-39076150" y="3684875"/>
              <a:ext cx="84300" cy="80300"/>
            </a:xfrm>
            <a:custGeom>
              <a:avLst/>
              <a:gdLst/>
              <a:ahLst/>
              <a:cxnLst/>
              <a:rect l="l" t="t" r="r" b="b"/>
              <a:pathLst>
                <a:path w="3372" h="3212" extrusionOk="0">
                  <a:moveTo>
                    <a:pt x="2868" y="1"/>
                  </a:moveTo>
                  <a:lnTo>
                    <a:pt x="1" y="2868"/>
                  </a:lnTo>
                  <a:cubicBezTo>
                    <a:pt x="353" y="3098"/>
                    <a:pt x="757" y="3212"/>
                    <a:pt x="1156" y="3212"/>
                  </a:cubicBezTo>
                  <a:cubicBezTo>
                    <a:pt x="1686" y="3212"/>
                    <a:pt x="2207" y="3011"/>
                    <a:pt x="2584" y="2616"/>
                  </a:cubicBezTo>
                  <a:cubicBezTo>
                    <a:pt x="3309" y="1891"/>
                    <a:pt x="3372" y="851"/>
                    <a:pt x="28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" name="Google Shape;13744;p134">
            <a:extLst>
              <a:ext uri="{FF2B5EF4-FFF2-40B4-BE49-F238E27FC236}">
                <a16:creationId xmlns:a16="http://schemas.microsoft.com/office/drawing/2014/main" id="{36764580-8D50-CAF3-037E-207322A24F58}"/>
              </a:ext>
            </a:extLst>
          </p:cNvPr>
          <p:cNvSpPr/>
          <p:nvPr/>
        </p:nvSpPr>
        <p:spPr>
          <a:xfrm>
            <a:off x="3132935" y="4915702"/>
            <a:ext cx="333311" cy="340059"/>
          </a:xfrm>
          <a:custGeom>
            <a:avLst/>
            <a:gdLst/>
            <a:ahLst/>
            <a:cxnLst/>
            <a:rect l="l" t="t" r="r" b="b"/>
            <a:pathLst>
              <a:path w="12446" h="12698" extrusionOk="0">
                <a:moveTo>
                  <a:pt x="6239" y="1"/>
                </a:moveTo>
                <a:cubicBezTo>
                  <a:pt x="5105" y="1"/>
                  <a:pt x="4191" y="915"/>
                  <a:pt x="4159" y="2112"/>
                </a:cubicBezTo>
                <a:cubicBezTo>
                  <a:pt x="4159" y="3088"/>
                  <a:pt x="4852" y="3939"/>
                  <a:pt x="5798" y="4097"/>
                </a:cubicBezTo>
                <a:lnTo>
                  <a:pt x="5798" y="5294"/>
                </a:lnTo>
                <a:cubicBezTo>
                  <a:pt x="4852" y="5483"/>
                  <a:pt x="4159" y="6333"/>
                  <a:pt x="4159" y="7310"/>
                </a:cubicBezTo>
                <a:cubicBezTo>
                  <a:pt x="4159" y="7657"/>
                  <a:pt x="4222" y="7972"/>
                  <a:pt x="4380" y="8255"/>
                </a:cubicBezTo>
                <a:lnTo>
                  <a:pt x="3403" y="9043"/>
                </a:lnTo>
                <a:cubicBezTo>
                  <a:pt x="3057" y="8728"/>
                  <a:pt x="2584" y="8570"/>
                  <a:pt x="2112" y="8570"/>
                </a:cubicBezTo>
                <a:cubicBezTo>
                  <a:pt x="946" y="8602"/>
                  <a:pt x="1" y="9515"/>
                  <a:pt x="1" y="10650"/>
                </a:cubicBezTo>
                <a:cubicBezTo>
                  <a:pt x="1" y="11784"/>
                  <a:pt x="946" y="12697"/>
                  <a:pt x="2112" y="12697"/>
                </a:cubicBezTo>
                <a:cubicBezTo>
                  <a:pt x="3246" y="12697"/>
                  <a:pt x="4128" y="11752"/>
                  <a:pt x="4191" y="10650"/>
                </a:cubicBezTo>
                <a:cubicBezTo>
                  <a:pt x="4191" y="10303"/>
                  <a:pt x="4096" y="9988"/>
                  <a:pt x="3939" y="9704"/>
                </a:cubicBezTo>
                <a:lnTo>
                  <a:pt x="4947" y="8917"/>
                </a:lnTo>
                <a:cubicBezTo>
                  <a:pt x="5294" y="9232"/>
                  <a:pt x="5766" y="9389"/>
                  <a:pt x="6239" y="9389"/>
                </a:cubicBezTo>
                <a:cubicBezTo>
                  <a:pt x="6743" y="9389"/>
                  <a:pt x="7184" y="9200"/>
                  <a:pt x="7530" y="8917"/>
                </a:cubicBezTo>
                <a:lnTo>
                  <a:pt x="8507" y="9704"/>
                </a:lnTo>
                <a:cubicBezTo>
                  <a:pt x="8350" y="9988"/>
                  <a:pt x="8287" y="10303"/>
                  <a:pt x="8287" y="10650"/>
                </a:cubicBezTo>
                <a:cubicBezTo>
                  <a:pt x="8287" y="11784"/>
                  <a:pt x="9232" y="12697"/>
                  <a:pt x="10366" y="12697"/>
                </a:cubicBezTo>
                <a:cubicBezTo>
                  <a:pt x="11500" y="12697"/>
                  <a:pt x="12414" y="11752"/>
                  <a:pt x="12445" y="10650"/>
                </a:cubicBezTo>
                <a:cubicBezTo>
                  <a:pt x="12445" y="9515"/>
                  <a:pt x="11563" y="8602"/>
                  <a:pt x="10366" y="8570"/>
                </a:cubicBezTo>
                <a:cubicBezTo>
                  <a:pt x="9862" y="8570"/>
                  <a:pt x="9421" y="8759"/>
                  <a:pt x="9074" y="9043"/>
                </a:cubicBezTo>
                <a:lnTo>
                  <a:pt x="8097" y="8255"/>
                </a:lnTo>
                <a:cubicBezTo>
                  <a:pt x="8255" y="7972"/>
                  <a:pt x="8318" y="7657"/>
                  <a:pt x="8318" y="7310"/>
                </a:cubicBezTo>
                <a:cubicBezTo>
                  <a:pt x="8318" y="6333"/>
                  <a:pt x="7625" y="5451"/>
                  <a:pt x="6680" y="5294"/>
                </a:cubicBezTo>
                <a:lnTo>
                  <a:pt x="6680" y="4097"/>
                </a:lnTo>
                <a:cubicBezTo>
                  <a:pt x="7625" y="3908"/>
                  <a:pt x="8318" y="3088"/>
                  <a:pt x="8318" y="2112"/>
                </a:cubicBezTo>
                <a:cubicBezTo>
                  <a:pt x="8318" y="946"/>
                  <a:pt x="7404" y="64"/>
                  <a:pt x="6239" y="1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13745;p134">
            <a:extLst>
              <a:ext uri="{FF2B5EF4-FFF2-40B4-BE49-F238E27FC236}">
                <a16:creationId xmlns:a16="http://schemas.microsoft.com/office/drawing/2014/main" id="{FF0350F2-76DE-8E45-C795-96DF6C216721}"/>
              </a:ext>
            </a:extLst>
          </p:cNvPr>
          <p:cNvSpPr/>
          <p:nvPr/>
        </p:nvSpPr>
        <p:spPr>
          <a:xfrm>
            <a:off x="5140371" y="4064372"/>
            <a:ext cx="339202" cy="337943"/>
          </a:xfrm>
          <a:custGeom>
            <a:avLst/>
            <a:gdLst/>
            <a:ahLst/>
            <a:cxnLst/>
            <a:rect l="l" t="t" r="r" b="b"/>
            <a:pathLst>
              <a:path w="12666" h="12619" extrusionOk="0">
                <a:moveTo>
                  <a:pt x="9294" y="1"/>
                </a:moveTo>
                <a:cubicBezTo>
                  <a:pt x="9192" y="1"/>
                  <a:pt x="9089" y="40"/>
                  <a:pt x="9011" y="119"/>
                </a:cubicBezTo>
                <a:lnTo>
                  <a:pt x="7593" y="1537"/>
                </a:lnTo>
                <a:lnTo>
                  <a:pt x="9011" y="2954"/>
                </a:lnTo>
                <a:cubicBezTo>
                  <a:pt x="9168" y="3112"/>
                  <a:pt x="9168" y="3395"/>
                  <a:pt x="9011" y="3553"/>
                </a:cubicBezTo>
                <a:cubicBezTo>
                  <a:pt x="8932" y="3632"/>
                  <a:pt x="8822" y="3671"/>
                  <a:pt x="8711" y="3671"/>
                </a:cubicBezTo>
                <a:cubicBezTo>
                  <a:pt x="8601" y="3671"/>
                  <a:pt x="8491" y="3632"/>
                  <a:pt x="8412" y="3553"/>
                </a:cubicBezTo>
                <a:lnTo>
                  <a:pt x="6994" y="2135"/>
                </a:lnTo>
                <a:lnTo>
                  <a:pt x="5923" y="3206"/>
                </a:lnTo>
                <a:lnTo>
                  <a:pt x="7341" y="4624"/>
                </a:lnTo>
                <a:cubicBezTo>
                  <a:pt x="7498" y="4782"/>
                  <a:pt x="7498" y="5034"/>
                  <a:pt x="7341" y="5191"/>
                </a:cubicBezTo>
                <a:cubicBezTo>
                  <a:pt x="7262" y="5270"/>
                  <a:pt x="7160" y="5309"/>
                  <a:pt x="7053" y="5309"/>
                </a:cubicBezTo>
                <a:cubicBezTo>
                  <a:pt x="6947" y="5309"/>
                  <a:pt x="6837" y="5270"/>
                  <a:pt x="6742" y="5191"/>
                </a:cubicBezTo>
                <a:lnTo>
                  <a:pt x="5356" y="3773"/>
                </a:lnTo>
                <a:lnTo>
                  <a:pt x="4285" y="4845"/>
                </a:lnTo>
                <a:lnTo>
                  <a:pt x="5703" y="6262"/>
                </a:lnTo>
                <a:cubicBezTo>
                  <a:pt x="5860" y="6420"/>
                  <a:pt x="5860" y="6703"/>
                  <a:pt x="5703" y="6861"/>
                </a:cubicBezTo>
                <a:cubicBezTo>
                  <a:pt x="5624" y="6940"/>
                  <a:pt x="5514" y="6979"/>
                  <a:pt x="5403" y="6979"/>
                </a:cubicBezTo>
                <a:cubicBezTo>
                  <a:pt x="5293" y="6979"/>
                  <a:pt x="5183" y="6940"/>
                  <a:pt x="5104" y="6861"/>
                </a:cubicBezTo>
                <a:lnTo>
                  <a:pt x="3686" y="5443"/>
                </a:lnTo>
                <a:lnTo>
                  <a:pt x="2615" y="6514"/>
                </a:lnTo>
                <a:lnTo>
                  <a:pt x="4096" y="7932"/>
                </a:lnTo>
                <a:cubicBezTo>
                  <a:pt x="4253" y="8090"/>
                  <a:pt x="4253" y="8373"/>
                  <a:pt x="4096" y="8499"/>
                </a:cubicBezTo>
                <a:cubicBezTo>
                  <a:pt x="4017" y="8578"/>
                  <a:pt x="3907" y="8617"/>
                  <a:pt x="3797" y="8617"/>
                </a:cubicBezTo>
                <a:cubicBezTo>
                  <a:pt x="3686" y="8617"/>
                  <a:pt x="3576" y="8578"/>
                  <a:pt x="3497" y="8499"/>
                </a:cubicBezTo>
                <a:lnTo>
                  <a:pt x="2048" y="7081"/>
                </a:lnTo>
                <a:lnTo>
                  <a:pt x="158" y="8972"/>
                </a:lnTo>
                <a:cubicBezTo>
                  <a:pt x="0" y="9129"/>
                  <a:pt x="0" y="9413"/>
                  <a:pt x="158" y="9570"/>
                </a:cubicBezTo>
                <a:lnTo>
                  <a:pt x="3056" y="12500"/>
                </a:lnTo>
                <a:cubicBezTo>
                  <a:pt x="3135" y="12579"/>
                  <a:pt x="3245" y="12618"/>
                  <a:pt x="3356" y="12618"/>
                </a:cubicBezTo>
                <a:cubicBezTo>
                  <a:pt x="3466" y="12618"/>
                  <a:pt x="3576" y="12579"/>
                  <a:pt x="3655" y="12500"/>
                </a:cubicBezTo>
                <a:lnTo>
                  <a:pt x="12508" y="3616"/>
                </a:lnTo>
                <a:cubicBezTo>
                  <a:pt x="12665" y="3458"/>
                  <a:pt x="12665" y="3206"/>
                  <a:pt x="12508" y="3049"/>
                </a:cubicBezTo>
                <a:lnTo>
                  <a:pt x="9578" y="119"/>
                </a:lnTo>
                <a:cubicBezTo>
                  <a:pt x="9499" y="40"/>
                  <a:pt x="9397" y="1"/>
                  <a:pt x="9294" y="1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" name="Google Shape;13746;p134">
            <a:extLst>
              <a:ext uri="{FF2B5EF4-FFF2-40B4-BE49-F238E27FC236}">
                <a16:creationId xmlns:a16="http://schemas.microsoft.com/office/drawing/2014/main" id="{88A940FC-B3B1-0BA3-F1AE-E995B0F932E7}"/>
              </a:ext>
            </a:extLst>
          </p:cNvPr>
          <p:cNvGrpSpPr/>
          <p:nvPr/>
        </p:nvGrpSpPr>
        <p:grpSpPr>
          <a:xfrm>
            <a:off x="2655903" y="2836696"/>
            <a:ext cx="393781" cy="340032"/>
            <a:chOff x="-42651700" y="3217825"/>
            <a:chExt cx="367600" cy="317425"/>
          </a:xfrm>
          <a:solidFill>
            <a:schemeClr val="accent1">
              <a:lumMod val="75000"/>
            </a:schemeClr>
          </a:solidFill>
        </p:grpSpPr>
        <p:sp>
          <p:nvSpPr>
            <p:cNvPr id="33" name="Google Shape;13747;p134">
              <a:extLst>
                <a:ext uri="{FF2B5EF4-FFF2-40B4-BE49-F238E27FC236}">
                  <a16:creationId xmlns:a16="http://schemas.microsoft.com/office/drawing/2014/main" id="{4801A3DC-D676-8E64-1277-569B01FF51D4}"/>
                </a:ext>
              </a:extLst>
            </p:cNvPr>
            <p:cNvSpPr/>
            <p:nvPr/>
          </p:nvSpPr>
          <p:spPr>
            <a:xfrm>
              <a:off x="-42651700" y="3239075"/>
              <a:ext cx="367600" cy="296175"/>
            </a:xfrm>
            <a:custGeom>
              <a:avLst/>
              <a:gdLst/>
              <a:ahLst/>
              <a:cxnLst/>
              <a:rect l="l" t="t" r="r" b="b"/>
              <a:pathLst>
                <a:path w="14704" h="11847" extrusionOk="0">
                  <a:moveTo>
                    <a:pt x="7370" y="797"/>
                  </a:moveTo>
                  <a:cubicBezTo>
                    <a:pt x="8536" y="797"/>
                    <a:pt x="9694" y="1246"/>
                    <a:pt x="10576" y="2143"/>
                  </a:cubicBezTo>
                  <a:cubicBezTo>
                    <a:pt x="12340" y="3908"/>
                    <a:pt x="12340" y="6775"/>
                    <a:pt x="10576" y="8539"/>
                  </a:cubicBezTo>
                  <a:cubicBezTo>
                    <a:pt x="9757" y="9390"/>
                    <a:pt x="8623" y="9894"/>
                    <a:pt x="7363" y="9894"/>
                  </a:cubicBezTo>
                  <a:cubicBezTo>
                    <a:pt x="6102" y="9894"/>
                    <a:pt x="4937" y="9358"/>
                    <a:pt x="4118" y="8539"/>
                  </a:cubicBezTo>
                  <a:cubicBezTo>
                    <a:pt x="2353" y="6775"/>
                    <a:pt x="2353" y="3908"/>
                    <a:pt x="4118" y="2143"/>
                  </a:cubicBezTo>
                  <a:cubicBezTo>
                    <a:pt x="5031" y="1246"/>
                    <a:pt x="6205" y="797"/>
                    <a:pt x="7370" y="797"/>
                  </a:cubicBezTo>
                  <a:close/>
                  <a:moveTo>
                    <a:pt x="7326" y="1"/>
                  </a:moveTo>
                  <a:cubicBezTo>
                    <a:pt x="2091" y="1"/>
                    <a:pt x="0" y="6750"/>
                    <a:pt x="4275" y="9768"/>
                  </a:cubicBezTo>
                  <a:lnTo>
                    <a:pt x="3424" y="11280"/>
                  </a:lnTo>
                  <a:cubicBezTo>
                    <a:pt x="3298" y="11532"/>
                    <a:pt x="3487" y="11847"/>
                    <a:pt x="3771" y="11847"/>
                  </a:cubicBezTo>
                  <a:cubicBezTo>
                    <a:pt x="3929" y="11847"/>
                    <a:pt x="4086" y="11784"/>
                    <a:pt x="4118" y="11626"/>
                  </a:cubicBezTo>
                  <a:lnTo>
                    <a:pt x="5000" y="10209"/>
                  </a:lnTo>
                  <a:cubicBezTo>
                    <a:pt x="5740" y="10571"/>
                    <a:pt x="6543" y="10752"/>
                    <a:pt x="7351" y="10752"/>
                  </a:cubicBezTo>
                  <a:cubicBezTo>
                    <a:pt x="8158" y="10752"/>
                    <a:pt x="8969" y="10571"/>
                    <a:pt x="9725" y="10209"/>
                  </a:cubicBezTo>
                  <a:lnTo>
                    <a:pt x="10576" y="11626"/>
                  </a:lnTo>
                  <a:cubicBezTo>
                    <a:pt x="10671" y="11784"/>
                    <a:pt x="10828" y="11847"/>
                    <a:pt x="10923" y="11847"/>
                  </a:cubicBezTo>
                  <a:cubicBezTo>
                    <a:pt x="11238" y="11847"/>
                    <a:pt x="11458" y="11532"/>
                    <a:pt x="11301" y="11280"/>
                  </a:cubicBezTo>
                  <a:lnTo>
                    <a:pt x="10419" y="9768"/>
                  </a:lnTo>
                  <a:cubicBezTo>
                    <a:pt x="14703" y="6775"/>
                    <a:pt x="12592" y="1"/>
                    <a:pt x="7363" y="1"/>
                  </a:cubicBezTo>
                  <a:cubicBezTo>
                    <a:pt x="7350" y="1"/>
                    <a:pt x="7338" y="1"/>
                    <a:pt x="73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3748;p134">
              <a:extLst>
                <a:ext uri="{FF2B5EF4-FFF2-40B4-BE49-F238E27FC236}">
                  <a16:creationId xmlns:a16="http://schemas.microsoft.com/office/drawing/2014/main" id="{F690FA92-1E4C-FEE1-0F0B-22F4ED819136}"/>
                </a:ext>
              </a:extLst>
            </p:cNvPr>
            <p:cNvSpPr/>
            <p:nvPr/>
          </p:nvSpPr>
          <p:spPr>
            <a:xfrm>
              <a:off x="-42419600" y="3217825"/>
              <a:ext cx="106350" cy="106350"/>
            </a:xfrm>
            <a:custGeom>
              <a:avLst/>
              <a:gdLst/>
              <a:ahLst/>
              <a:cxnLst/>
              <a:rect l="l" t="t" r="r" b="b"/>
              <a:pathLst>
                <a:path w="4254" h="4254" extrusionOk="0">
                  <a:moveTo>
                    <a:pt x="1355" y="0"/>
                  </a:moveTo>
                  <a:cubicBezTo>
                    <a:pt x="882" y="0"/>
                    <a:pt x="410" y="95"/>
                    <a:pt x="0" y="315"/>
                  </a:cubicBezTo>
                  <a:cubicBezTo>
                    <a:pt x="1891" y="946"/>
                    <a:pt x="3340" y="2395"/>
                    <a:pt x="3938" y="4254"/>
                  </a:cubicBezTo>
                  <a:cubicBezTo>
                    <a:pt x="4128" y="3844"/>
                    <a:pt x="4254" y="3371"/>
                    <a:pt x="4254" y="2899"/>
                  </a:cubicBezTo>
                  <a:cubicBezTo>
                    <a:pt x="4254" y="1292"/>
                    <a:pt x="2962" y="0"/>
                    <a:pt x="135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3749;p134">
              <a:extLst>
                <a:ext uri="{FF2B5EF4-FFF2-40B4-BE49-F238E27FC236}">
                  <a16:creationId xmlns:a16="http://schemas.microsoft.com/office/drawing/2014/main" id="{172A1714-F056-39BE-6F4D-FBF42E914846}"/>
                </a:ext>
              </a:extLst>
            </p:cNvPr>
            <p:cNvSpPr/>
            <p:nvPr/>
          </p:nvSpPr>
          <p:spPr>
            <a:xfrm>
              <a:off x="-42623600" y="3218600"/>
              <a:ext cx="106350" cy="106375"/>
            </a:xfrm>
            <a:custGeom>
              <a:avLst/>
              <a:gdLst/>
              <a:ahLst/>
              <a:cxnLst/>
              <a:rect l="l" t="t" r="r" b="b"/>
              <a:pathLst>
                <a:path w="4254" h="4255" extrusionOk="0">
                  <a:moveTo>
                    <a:pt x="2931" y="1"/>
                  </a:moveTo>
                  <a:cubicBezTo>
                    <a:pt x="1292" y="1"/>
                    <a:pt x="1" y="1293"/>
                    <a:pt x="1" y="2899"/>
                  </a:cubicBezTo>
                  <a:cubicBezTo>
                    <a:pt x="1" y="3372"/>
                    <a:pt x="127" y="3845"/>
                    <a:pt x="316" y="4254"/>
                  </a:cubicBezTo>
                  <a:cubicBezTo>
                    <a:pt x="977" y="2364"/>
                    <a:pt x="2426" y="915"/>
                    <a:pt x="4254" y="316"/>
                  </a:cubicBezTo>
                  <a:cubicBezTo>
                    <a:pt x="3876" y="127"/>
                    <a:pt x="3403" y="1"/>
                    <a:pt x="29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3750;p134">
              <a:extLst>
                <a:ext uri="{FF2B5EF4-FFF2-40B4-BE49-F238E27FC236}">
                  <a16:creationId xmlns:a16="http://schemas.microsoft.com/office/drawing/2014/main" id="{AC347E4E-E811-E06A-AF67-862DBA3CB8C8}"/>
                </a:ext>
              </a:extLst>
            </p:cNvPr>
            <p:cNvSpPr/>
            <p:nvPr/>
          </p:nvSpPr>
          <p:spPr>
            <a:xfrm>
              <a:off x="-42561375" y="3279250"/>
              <a:ext cx="185900" cy="186700"/>
            </a:xfrm>
            <a:custGeom>
              <a:avLst/>
              <a:gdLst/>
              <a:ahLst/>
              <a:cxnLst/>
              <a:rect l="l" t="t" r="r" b="b"/>
              <a:pathLst>
                <a:path w="7436" h="7468" extrusionOk="0">
                  <a:moveTo>
                    <a:pt x="3781" y="1671"/>
                  </a:moveTo>
                  <a:cubicBezTo>
                    <a:pt x="4033" y="1671"/>
                    <a:pt x="4191" y="1860"/>
                    <a:pt x="4191" y="2112"/>
                  </a:cubicBezTo>
                  <a:lnTo>
                    <a:pt x="4191" y="3340"/>
                  </a:lnTo>
                  <a:lnTo>
                    <a:pt x="5388" y="3340"/>
                  </a:lnTo>
                  <a:cubicBezTo>
                    <a:pt x="5640" y="3340"/>
                    <a:pt x="5829" y="3529"/>
                    <a:pt x="5829" y="3750"/>
                  </a:cubicBezTo>
                  <a:cubicBezTo>
                    <a:pt x="5829" y="4002"/>
                    <a:pt x="5640" y="4128"/>
                    <a:pt x="5388" y="4128"/>
                  </a:cubicBezTo>
                  <a:lnTo>
                    <a:pt x="3750" y="4128"/>
                  </a:lnTo>
                  <a:cubicBezTo>
                    <a:pt x="3498" y="4128"/>
                    <a:pt x="3308" y="3939"/>
                    <a:pt x="3308" y="3750"/>
                  </a:cubicBezTo>
                  <a:lnTo>
                    <a:pt x="3308" y="2112"/>
                  </a:lnTo>
                  <a:lnTo>
                    <a:pt x="3340" y="2112"/>
                  </a:lnTo>
                  <a:cubicBezTo>
                    <a:pt x="3340" y="1860"/>
                    <a:pt x="3529" y="1671"/>
                    <a:pt x="3781" y="1671"/>
                  </a:cubicBezTo>
                  <a:close/>
                  <a:moveTo>
                    <a:pt x="3750" y="1"/>
                  </a:moveTo>
                  <a:cubicBezTo>
                    <a:pt x="1702" y="1"/>
                    <a:pt x="32" y="1671"/>
                    <a:pt x="0" y="3750"/>
                  </a:cubicBezTo>
                  <a:cubicBezTo>
                    <a:pt x="32" y="5798"/>
                    <a:pt x="1702" y="7467"/>
                    <a:pt x="3750" y="7467"/>
                  </a:cubicBezTo>
                  <a:cubicBezTo>
                    <a:pt x="5797" y="7467"/>
                    <a:pt x="7436" y="5798"/>
                    <a:pt x="7436" y="3750"/>
                  </a:cubicBezTo>
                  <a:cubicBezTo>
                    <a:pt x="7436" y="1702"/>
                    <a:pt x="5797" y="64"/>
                    <a:pt x="37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" name="Google Shape;13751;p134">
            <a:extLst>
              <a:ext uri="{FF2B5EF4-FFF2-40B4-BE49-F238E27FC236}">
                <a16:creationId xmlns:a16="http://schemas.microsoft.com/office/drawing/2014/main" id="{1935DE8A-38AA-33E6-8987-964DAF6383B5}"/>
              </a:ext>
            </a:extLst>
          </p:cNvPr>
          <p:cNvGrpSpPr/>
          <p:nvPr/>
        </p:nvGrpSpPr>
        <p:grpSpPr>
          <a:xfrm>
            <a:off x="2688388" y="3239779"/>
            <a:ext cx="328811" cy="333015"/>
            <a:chOff x="-42617300" y="3587775"/>
            <a:chExt cx="306950" cy="310875"/>
          </a:xfrm>
          <a:solidFill>
            <a:schemeClr val="accent1">
              <a:lumMod val="75000"/>
            </a:schemeClr>
          </a:solidFill>
        </p:grpSpPr>
        <p:sp>
          <p:nvSpPr>
            <p:cNvPr id="38" name="Google Shape;13752;p134">
              <a:extLst>
                <a:ext uri="{FF2B5EF4-FFF2-40B4-BE49-F238E27FC236}">
                  <a16:creationId xmlns:a16="http://schemas.microsoft.com/office/drawing/2014/main" id="{C6F551E0-F017-B814-0BB9-F4F3C89F006D}"/>
                </a:ext>
              </a:extLst>
            </p:cNvPr>
            <p:cNvSpPr/>
            <p:nvPr/>
          </p:nvSpPr>
          <p:spPr>
            <a:xfrm>
              <a:off x="-42617300" y="3587775"/>
              <a:ext cx="306950" cy="310875"/>
            </a:xfrm>
            <a:custGeom>
              <a:avLst/>
              <a:gdLst/>
              <a:ahLst/>
              <a:cxnLst/>
              <a:rect l="l" t="t" r="r" b="b"/>
              <a:pathLst>
                <a:path w="12278" h="12435" extrusionOk="0">
                  <a:moveTo>
                    <a:pt x="5905" y="860"/>
                  </a:moveTo>
                  <a:cubicBezTo>
                    <a:pt x="6421" y="860"/>
                    <a:pt x="6926" y="1412"/>
                    <a:pt x="7341" y="2467"/>
                  </a:cubicBezTo>
                  <a:cubicBezTo>
                    <a:pt x="6837" y="2593"/>
                    <a:pt x="6365" y="2782"/>
                    <a:pt x="5892" y="3003"/>
                  </a:cubicBezTo>
                  <a:cubicBezTo>
                    <a:pt x="5419" y="2782"/>
                    <a:pt x="4947" y="2593"/>
                    <a:pt x="4443" y="2467"/>
                  </a:cubicBezTo>
                  <a:cubicBezTo>
                    <a:pt x="4893" y="1381"/>
                    <a:pt x="5404" y="860"/>
                    <a:pt x="5905" y="860"/>
                  </a:cubicBezTo>
                  <a:close/>
                  <a:moveTo>
                    <a:pt x="4191" y="3255"/>
                  </a:moveTo>
                  <a:cubicBezTo>
                    <a:pt x="4443" y="3349"/>
                    <a:pt x="4632" y="3381"/>
                    <a:pt x="4884" y="3475"/>
                  </a:cubicBezTo>
                  <a:cubicBezTo>
                    <a:pt x="4726" y="3538"/>
                    <a:pt x="4600" y="3601"/>
                    <a:pt x="4443" y="3696"/>
                  </a:cubicBezTo>
                  <a:cubicBezTo>
                    <a:pt x="4285" y="3790"/>
                    <a:pt x="4159" y="3853"/>
                    <a:pt x="4002" y="3948"/>
                  </a:cubicBezTo>
                  <a:cubicBezTo>
                    <a:pt x="4096" y="3727"/>
                    <a:pt x="4159" y="3507"/>
                    <a:pt x="4191" y="3255"/>
                  </a:cubicBezTo>
                  <a:close/>
                  <a:moveTo>
                    <a:pt x="7625" y="3318"/>
                  </a:moveTo>
                  <a:cubicBezTo>
                    <a:pt x="7688" y="3507"/>
                    <a:pt x="7751" y="3727"/>
                    <a:pt x="7782" y="3979"/>
                  </a:cubicBezTo>
                  <a:cubicBezTo>
                    <a:pt x="7499" y="3790"/>
                    <a:pt x="7247" y="3633"/>
                    <a:pt x="6963" y="3507"/>
                  </a:cubicBezTo>
                  <a:cubicBezTo>
                    <a:pt x="7184" y="3412"/>
                    <a:pt x="7404" y="3349"/>
                    <a:pt x="7625" y="3318"/>
                  </a:cubicBezTo>
                  <a:close/>
                  <a:moveTo>
                    <a:pt x="2611" y="3034"/>
                  </a:moveTo>
                  <a:cubicBezTo>
                    <a:pt x="2846" y="3034"/>
                    <a:pt x="3110" y="3054"/>
                    <a:pt x="3403" y="3097"/>
                  </a:cubicBezTo>
                  <a:cubicBezTo>
                    <a:pt x="3309" y="3570"/>
                    <a:pt x="3183" y="4042"/>
                    <a:pt x="3151" y="4609"/>
                  </a:cubicBezTo>
                  <a:cubicBezTo>
                    <a:pt x="2742" y="4924"/>
                    <a:pt x="2363" y="5240"/>
                    <a:pt x="1954" y="5586"/>
                  </a:cubicBezTo>
                  <a:cubicBezTo>
                    <a:pt x="712" y="4068"/>
                    <a:pt x="945" y="3034"/>
                    <a:pt x="2611" y="3034"/>
                  </a:cubicBezTo>
                  <a:close/>
                  <a:moveTo>
                    <a:pt x="9301" y="3075"/>
                  </a:moveTo>
                  <a:cubicBezTo>
                    <a:pt x="10879" y="3075"/>
                    <a:pt x="11079" y="4102"/>
                    <a:pt x="9862" y="5618"/>
                  </a:cubicBezTo>
                  <a:cubicBezTo>
                    <a:pt x="9515" y="5271"/>
                    <a:pt x="9137" y="4924"/>
                    <a:pt x="8696" y="4641"/>
                  </a:cubicBezTo>
                  <a:cubicBezTo>
                    <a:pt x="8601" y="4137"/>
                    <a:pt x="8538" y="3601"/>
                    <a:pt x="8412" y="3160"/>
                  </a:cubicBezTo>
                  <a:cubicBezTo>
                    <a:pt x="8746" y="3102"/>
                    <a:pt x="9042" y="3075"/>
                    <a:pt x="9301" y="3075"/>
                  </a:cubicBezTo>
                  <a:close/>
                  <a:moveTo>
                    <a:pt x="8822" y="5744"/>
                  </a:moveTo>
                  <a:cubicBezTo>
                    <a:pt x="9011" y="5901"/>
                    <a:pt x="9169" y="6059"/>
                    <a:pt x="9326" y="6216"/>
                  </a:cubicBezTo>
                  <a:cubicBezTo>
                    <a:pt x="9169" y="6374"/>
                    <a:pt x="8980" y="6531"/>
                    <a:pt x="8822" y="6689"/>
                  </a:cubicBezTo>
                  <a:lnTo>
                    <a:pt x="8822" y="5744"/>
                  </a:lnTo>
                  <a:close/>
                  <a:moveTo>
                    <a:pt x="3025" y="5775"/>
                  </a:moveTo>
                  <a:lnTo>
                    <a:pt x="3025" y="6720"/>
                  </a:lnTo>
                  <a:cubicBezTo>
                    <a:pt x="2836" y="6563"/>
                    <a:pt x="2679" y="6405"/>
                    <a:pt x="2521" y="6248"/>
                  </a:cubicBezTo>
                  <a:cubicBezTo>
                    <a:pt x="2679" y="6090"/>
                    <a:pt x="2868" y="5933"/>
                    <a:pt x="3025" y="5775"/>
                  </a:cubicBezTo>
                  <a:close/>
                  <a:moveTo>
                    <a:pt x="5892" y="3885"/>
                  </a:moveTo>
                  <a:cubicBezTo>
                    <a:pt x="6617" y="4200"/>
                    <a:pt x="7278" y="4609"/>
                    <a:pt x="7908" y="5082"/>
                  </a:cubicBezTo>
                  <a:cubicBezTo>
                    <a:pt x="8003" y="5838"/>
                    <a:pt x="8003" y="6626"/>
                    <a:pt x="7908" y="7413"/>
                  </a:cubicBezTo>
                  <a:cubicBezTo>
                    <a:pt x="7278" y="7823"/>
                    <a:pt x="6585" y="8232"/>
                    <a:pt x="5892" y="8579"/>
                  </a:cubicBezTo>
                  <a:cubicBezTo>
                    <a:pt x="5545" y="8421"/>
                    <a:pt x="5230" y="8232"/>
                    <a:pt x="4884" y="8043"/>
                  </a:cubicBezTo>
                  <a:cubicBezTo>
                    <a:pt x="4537" y="7823"/>
                    <a:pt x="4191" y="7634"/>
                    <a:pt x="3876" y="7413"/>
                  </a:cubicBezTo>
                  <a:cubicBezTo>
                    <a:pt x="3844" y="6657"/>
                    <a:pt x="3844" y="5870"/>
                    <a:pt x="3876" y="5082"/>
                  </a:cubicBezTo>
                  <a:cubicBezTo>
                    <a:pt x="4191" y="4830"/>
                    <a:pt x="4537" y="4641"/>
                    <a:pt x="4884" y="4452"/>
                  </a:cubicBezTo>
                  <a:cubicBezTo>
                    <a:pt x="5230" y="4263"/>
                    <a:pt x="5577" y="4042"/>
                    <a:pt x="5892" y="3885"/>
                  </a:cubicBezTo>
                  <a:close/>
                  <a:moveTo>
                    <a:pt x="4033" y="8516"/>
                  </a:moveTo>
                  <a:cubicBezTo>
                    <a:pt x="4159" y="8579"/>
                    <a:pt x="4317" y="8674"/>
                    <a:pt x="4474" y="8737"/>
                  </a:cubicBezTo>
                  <a:cubicBezTo>
                    <a:pt x="4632" y="8831"/>
                    <a:pt x="4758" y="8894"/>
                    <a:pt x="4915" y="8989"/>
                  </a:cubicBezTo>
                  <a:cubicBezTo>
                    <a:pt x="4663" y="9052"/>
                    <a:pt x="4474" y="9146"/>
                    <a:pt x="4254" y="9178"/>
                  </a:cubicBezTo>
                  <a:cubicBezTo>
                    <a:pt x="4159" y="8926"/>
                    <a:pt x="4096" y="8737"/>
                    <a:pt x="4033" y="8516"/>
                  </a:cubicBezTo>
                  <a:close/>
                  <a:moveTo>
                    <a:pt x="7782" y="8516"/>
                  </a:moveTo>
                  <a:cubicBezTo>
                    <a:pt x="7751" y="8737"/>
                    <a:pt x="7688" y="8989"/>
                    <a:pt x="7625" y="9178"/>
                  </a:cubicBezTo>
                  <a:cubicBezTo>
                    <a:pt x="7404" y="9083"/>
                    <a:pt x="7184" y="9052"/>
                    <a:pt x="6963" y="8989"/>
                  </a:cubicBezTo>
                  <a:cubicBezTo>
                    <a:pt x="7278" y="8831"/>
                    <a:pt x="7499" y="8674"/>
                    <a:pt x="7782" y="8516"/>
                  </a:cubicBezTo>
                  <a:close/>
                  <a:moveTo>
                    <a:pt x="1954" y="6846"/>
                  </a:moveTo>
                  <a:cubicBezTo>
                    <a:pt x="2300" y="7193"/>
                    <a:pt x="2710" y="7571"/>
                    <a:pt x="3151" y="7823"/>
                  </a:cubicBezTo>
                  <a:cubicBezTo>
                    <a:pt x="3214" y="8358"/>
                    <a:pt x="3309" y="8863"/>
                    <a:pt x="3403" y="9335"/>
                  </a:cubicBezTo>
                  <a:cubicBezTo>
                    <a:pt x="3090" y="9388"/>
                    <a:pt x="2806" y="9414"/>
                    <a:pt x="2555" y="9414"/>
                  </a:cubicBezTo>
                  <a:cubicBezTo>
                    <a:pt x="1015" y="9414"/>
                    <a:pt x="681" y="8445"/>
                    <a:pt x="1954" y="6846"/>
                  </a:cubicBezTo>
                  <a:close/>
                  <a:moveTo>
                    <a:pt x="9925" y="6846"/>
                  </a:moveTo>
                  <a:lnTo>
                    <a:pt x="9925" y="6846"/>
                  </a:lnTo>
                  <a:cubicBezTo>
                    <a:pt x="11167" y="8392"/>
                    <a:pt x="10934" y="9430"/>
                    <a:pt x="9267" y="9430"/>
                  </a:cubicBezTo>
                  <a:cubicBezTo>
                    <a:pt x="9032" y="9430"/>
                    <a:pt x="8768" y="9410"/>
                    <a:pt x="8475" y="9367"/>
                  </a:cubicBezTo>
                  <a:cubicBezTo>
                    <a:pt x="8538" y="8894"/>
                    <a:pt x="8664" y="8390"/>
                    <a:pt x="8727" y="7823"/>
                  </a:cubicBezTo>
                  <a:cubicBezTo>
                    <a:pt x="9137" y="7508"/>
                    <a:pt x="9515" y="7193"/>
                    <a:pt x="9925" y="6846"/>
                  </a:cubicBezTo>
                  <a:close/>
                  <a:moveTo>
                    <a:pt x="5924" y="9461"/>
                  </a:moveTo>
                  <a:cubicBezTo>
                    <a:pt x="6396" y="9650"/>
                    <a:pt x="6869" y="9839"/>
                    <a:pt x="7404" y="9965"/>
                  </a:cubicBezTo>
                  <a:cubicBezTo>
                    <a:pt x="6962" y="11056"/>
                    <a:pt x="6440" y="11607"/>
                    <a:pt x="5922" y="11607"/>
                  </a:cubicBezTo>
                  <a:cubicBezTo>
                    <a:pt x="5408" y="11607"/>
                    <a:pt x="4898" y="11064"/>
                    <a:pt x="4474" y="9965"/>
                  </a:cubicBezTo>
                  <a:cubicBezTo>
                    <a:pt x="4978" y="9839"/>
                    <a:pt x="5451" y="9650"/>
                    <a:pt x="5924" y="9461"/>
                  </a:cubicBezTo>
                  <a:close/>
                  <a:moveTo>
                    <a:pt x="5931" y="1"/>
                  </a:moveTo>
                  <a:cubicBezTo>
                    <a:pt x="5817" y="1"/>
                    <a:pt x="5699" y="14"/>
                    <a:pt x="5577" y="41"/>
                  </a:cubicBezTo>
                  <a:cubicBezTo>
                    <a:pt x="4632" y="262"/>
                    <a:pt x="4002" y="1333"/>
                    <a:pt x="3655" y="2278"/>
                  </a:cubicBezTo>
                  <a:cubicBezTo>
                    <a:pt x="3326" y="2223"/>
                    <a:pt x="2973" y="2187"/>
                    <a:pt x="2624" y="2187"/>
                  </a:cubicBezTo>
                  <a:cubicBezTo>
                    <a:pt x="1770" y="2187"/>
                    <a:pt x="939" y="2404"/>
                    <a:pt x="536" y="3097"/>
                  </a:cubicBezTo>
                  <a:cubicBezTo>
                    <a:pt x="1" y="4074"/>
                    <a:pt x="662" y="5334"/>
                    <a:pt x="1387" y="6216"/>
                  </a:cubicBezTo>
                  <a:cubicBezTo>
                    <a:pt x="788" y="6972"/>
                    <a:pt x="158" y="8043"/>
                    <a:pt x="379" y="8926"/>
                  </a:cubicBezTo>
                  <a:cubicBezTo>
                    <a:pt x="599" y="9650"/>
                    <a:pt x="1166" y="10028"/>
                    <a:pt x="1922" y="10186"/>
                  </a:cubicBezTo>
                  <a:cubicBezTo>
                    <a:pt x="2157" y="10241"/>
                    <a:pt x="2410" y="10266"/>
                    <a:pt x="2668" y="10266"/>
                  </a:cubicBezTo>
                  <a:cubicBezTo>
                    <a:pt x="2998" y="10266"/>
                    <a:pt x="3337" y="10225"/>
                    <a:pt x="3655" y="10154"/>
                  </a:cubicBezTo>
                  <a:cubicBezTo>
                    <a:pt x="4221" y="11678"/>
                    <a:pt x="5076" y="12434"/>
                    <a:pt x="5929" y="12434"/>
                  </a:cubicBezTo>
                  <a:cubicBezTo>
                    <a:pt x="6786" y="12434"/>
                    <a:pt x="7639" y="11670"/>
                    <a:pt x="8192" y="10154"/>
                  </a:cubicBezTo>
                  <a:cubicBezTo>
                    <a:pt x="8550" y="10215"/>
                    <a:pt x="8882" y="10243"/>
                    <a:pt x="9186" y="10243"/>
                  </a:cubicBezTo>
                  <a:cubicBezTo>
                    <a:pt x="11589" y="10243"/>
                    <a:pt x="12278" y="8453"/>
                    <a:pt x="10460" y="6216"/>
                  </a:cubicBezTo>
                  <a:cubicBezTo>
                    <a:pt x="12272" y="4014"/>
                    <a:pt x="11618" y="2182"/>
                    <a:pt x="9217" y="2182"/>
                  </a:cubicBezTo>
                  <a:cubicBezTo>
                    <a:pt x="8904" y="2182"/>
                    <a:pt x="8562" y="2213"/>
                    <a:pt x="8192" y="2278"/>
                  </a:cubicBezTo>
                  <a:cubicBezTo>
                    <a:pt x="7765" y="1139"/>
                    <a:pt x="7004" y="1"/>
                    <a:pt x="59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3753;p134">
              <a:extLst>
                <a:ext uri="{FF2B5EF4-FFF2-40B4-BE49-F238E27FC236}">
                  <a16:creationId xmlns:a16="http://schemas.microsoft.com/office/drawing/2014/main" id="{8156DE39-F49A-C06C-92EC-7BB95A63224C}"/>
                </a:ext>
              </a:extLst>
            </p:cNvPr>
            <p:cNvSpPr/>
            <p:nvPr/>
          </p:nvSpPr>
          <p:spPr>
            <a:xfrm>
              <a:off x="-42500725" y="3712425"/>
              <a:ext cx="63025" cy="62275"/>
            </a:xfrm>
            <a:custGeom>
              <a:avLst/>
              <a:gdLst/>
              <a:ahLst/>
              <a:cxnLst/>
              <a:rect l="l" t="t" r="r" b="b"/>
              <a:pathLst>
                <a:path w="2521" h="2491" extrusionOk="0">
                  <a:moveTo>
                    <a:pt x="1313" y="0"/>
                  </a:moveTo>
                  <a:cubicBezTo>
                    <a:pt x="1295" y="0"/>
                    <a:pt x="1278" y="1"/>
                    <a:pt x="1261" y="1"/>
                  </a:cubicBezTo>
                  <a:cubicBezTo>
                    <a:pt x="599" y="1"/>
                    <a:pt x="0" y="569"/>
                    <a:pt x="63" y="1230"/>
                  </a:cubicBezTo>
                  <a:cubicBezTo>
                    <a:pt x="0" y="1955"/>
                    <a:pt x="567" y="2490"/>
                    <a:pt x="1261" y="2490"/>
                  </a:cubicBezTo>
                  <a:cubicBezTo>
                    <a:pt x="1954" y="2490"/>
                    <a:pt x="2521" y="1955"/>
                    <a:pt x="2489" y="1230"/>
                  </a:cubicBezTo>
                  <a:cubicBezTo>
                    <a:pt x="2489" y="585"/>
                    <a:pt x="1980" y="0"/>
                    <a:pt x="13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" name="Google Shape;13754;p134">
            <a:extLst>
              <a:ext uri="{FF2B5EF4-FFF2-40B4-BE49-F238E27FC236}">
                <a16:creationId xmlns:a16="http://schemas.microsoft.com/office/drawing/2014/main" id="{CB7969A6-98BD-9CF9-FFB5-661C8AC3B061}"/>
              </a:ext>
            </a:extLst>
          </p:cNvPr>
          <p:cNvSpPr/>
          <p:nvPr/>
        </p:nvSpPr>
        <p:spPr>
          <a:xfrm>
            <a:off x="2685136" y="3642306"/>
            <a:ext cx="340862" cy="339202"/>
          </a:xfrm>
          <a:custGeom>
            <a:avLst/>
            <a:gdLst/>
            <a:ahLst/>
            <a:cxnLst/>
            <a:rect l="l" t="t" r="r" b="b"/>
            <a:pathLst>
              <a:path w="12728" h="12666" extrusionOk="0">
                <a:moveTo>
                  <a:pt x="1859" y="3308"/>
                </a:moveTo>
                <a:lnTo>
                  <a:pt x="1859" y="5230"/>
                </a:lnTo>
                <a:lnTo>
                  <a:pt x="882" y="5230"/>
                </a:lnTo>
                <a:lnTo>
                  <a:pt x="882" y="3308"/>
                </a:lnTo>
                <a:close/>
                <a:moveTo>
                  <a:pt x="5765" y="2458"/>
                </a:moveTo>
                <a:cubicBezTo>
                  <a:pt x="5860" y="2458"/>
                  <a:pt x="5986" y="2584"/>
                  <a:pt x="5986" y="2710"/>
                </a:cubicBezTo>
                <a:lnTo>
                  <a:pt x="5986" y="5230"/>
                </a:lnTo>
                <a:lnTo>
                  <a:pt x="2678" y="5230"/>
                </a:lnTo>
                <a:lnTo>
                  <a:pt x="2678" y="2710"/>
                </a:lnTo>
                <a:cubicBezTo>
                  <a:pt x="2678" y="2584"/>
                  <a:pt x="2772" y="2458"/>
                  <a:pt x="2930" y="2458"/>
                </a:cubicBezTo>
                <a:close/>
                <a:moveTo>
                  <a:pt x="9893" y="2458"/>
                </a:moveTo>
                <a:cubicBezTo>
                  <a:pt x="10019" y="2458"/>
                  <a:pt x="10113" y="2584"/>
                  <a:pt x="10113" y="2710"/>
                </a:cubicBezTo>
                <a:lnTo>
                  <a:pt x="10113" y="5230"/>
                </a:lnTo>
                <a:lnTo>
                  <a:pt x="6837" y="5230"/>
                </a:lnTo>
                <a:lnTo>
                  <a:pt x="6837" y="2710"/>
                </a:lnTo>
                <a:cubicBezTo>
                  <a:pt x="6805" y="2584"/>
                  <a:pt x="6900" y="2458"/>
                  <a:pt x="7057" y="2458"/>
                </a:cubicBezTo>
                <a:close/>
                <a:moveTo>
                  <a:pt x="11940" y="3308"/>
                </a:moveTo>
                <a:lnTo>
                  <a:pt x="11940" y="5230"/>
                </a:lnTo>
                <a:lnTo>
                  <a:pt x="10964" y="5230"/>
                </a:lnTo>
                <a:lnTo>
                  <a:pt x="10964" y="3308"/>
                </a:lnTo>
                <a:close/>
                <a:moveTo>
                  <a:pt x="7215" y="6900"/>
                </a:moveTo>
                <a:cubicBezTo>
                  <a:pt x="7435" y="6900"/>
                  <a:pt x="7656" y="7089"/>
                  <a:pt x="7656" y="7278"/>
                </a:cubicBezTo>
                <a:cubicBezTo>
                  <a:pt x="7656" y="7530"/>
                  <a:pt x="7435" y="7719"/>
                  <a:pt x="7215" y="7719"/>
                </a:cubicBezTo>
                <a:lnTo>
                  <a:pt x="5545" y="7719"/>
                </a:lnTo>
                <a:cubicBezTo>
                  <a:pt x="5324" y="7719"/>
                  <a:pt x="5135" y="7530"/>
                  <a:pt x="5135" y="7278"/>
                </a:cubicBezTo>
                <a:cubicBezTo>
                  <a:pt x="5135" y="7026"/>
                  <a:pt x="5324" y="6900"/>
                  <a:pt x="5545" y="6900"/>
                </a:cubicBezTo>
                <a:close/>
                <a:moveTo>
                  <a:pt x="3088" y="6900"/>
                </a:moveTo>
                <a:cubicBezTo>
                  <a:pt x="3749" y="6900"/>
                  <a:pt x="4285" y="7436"/>
                  <a:pt x="4348" y="8097"/>
                </a:cubicBezTo>
                <a:cubicBezTo>
                  <a:pt x="4348" y="8790"/>
                  <a:pt x="3781" y="9326"/>
                  <a:pt x="3088" y="9326"/>
                </a:cubicBezTo>
                <a:cubicBezTo>
                  <a:pt x="2394" y="9326"/>
                  <a:pt x="1859" y="8790"/>
                  <a:pt x="1859" y="8097"/>
                </a:cubicBezTo>
                <a:cubicBezTo>
                  <a:pt x="1859" y="7436"/>
                  <a:pt x="2394" y="6900"/>
                  <a:pt x="3088" y="6900"/>
                </a:cubicBezTo>
                <a:close/>
                <a:moveTo>
                  <a:pt x="7215" y="8570"/>
                </a:moveTo>
                <a:cubicBezTo>
                  <a:pt x="7435" y="8570"/>
                  <a:pt x="7656" y="8790"/>
                  <a:pt x="7656" y="8979"/>
                </a:cubicBezTo>
                <a:cubicBezTo>
                  <a:pt x="7656" y="9168"/>
                  <a:pt x="7435" y="9357"/>
                  <a:pt x="7215" y="9357"/>
                </a:cubicBezTo>
                <a:lnTo>
                  <a:pt x="5545" y="9357"/>
                </a:lnTo>
                <a:cubicBezTo>
                  <a:pt x="5324" y="9357"/>
                  <a:pt x="5135" y="9168"/>
                  <a:pt x="5135" y="8979"/>
                </a:cubicBezTo>
                <a:cubicBezTo>
                  <a:pt x="5135" y="8727"/>
                  <a:pt x="5324" y="8570"/>
                  <a:pt x="5545" y="8570"/>
                </a:cubicBezTo>
                <a:close/>
                <a:moveTo>
                  <a:pt x="9790" y="6930"/>
                </a:moveTo>
                <a:cubicBezTo>
                  <a:pt x="10428" y="6930"/>
                  <a:pt x="10964" y="7456"/>
                  <a:pt x="10964" y="8160"/>
                </a:cubicBezTo>
                <a:cubicBezTo>
                  <a:pt x="10964" y="8822"/>
                  <a:pt x="10397" y="9357"/>
                  <a:pt x="9735" y="9357"/>
                </a:cubicBezTo>
                <a:cubicBezTo>
                  <a:pt x="9073" y="9357"/>
                  <a:pt x="8506" y="8822"/>
                  <a:pt x="8506" y="8160"/>
                </a:cubicBezTo>
                <a:cubicBezTo>
                  <a:pt x="8506" y="7467"/>
                  <a:pt x="9073" y="6931"/>
                  <a:pt x="9735" y="6931"/>
                </a:cubicBezTo>
                <a:cubicBezTo>
                  <a:pt x="9754" y="6931"/>
                  <a:pt x="9772" y="6930"/>
                  <a:pt x="9790" y="6930"/>
                </a:cubicBezTo>
                <a:close/>
                <a:moveTo>
                  <a:pt x="3875" y="0"/>
                </a:moveTo>
                <a:cubicBezTo>
                  <a:pt x="2709" y="0"/>
                  <a:pt x="1827" y="946"/>
                  <a:pt x="1764" y="2080"/>
                </a:cubicBezTo>
                <a:lnTo>
                  <a:pt x="1764" y="2458"/>
                </a:lnTo>
                <a:lnTo>
                  <a:pt x="410" y="2458"/>
                </a:lnTo>
                <a:cubicBezTo>
                  <a:pt x="158" y="2458"/>
                  <a:pt x="0" y="2678"/>
                  <a:pt x="0" y="2899"/>
                </a:cubicBezTo>
                <a:lnTo>
                  <a:pt x="0" y="5671"/>
                </a:lnTo>
                <a:cubicBezTo>
                  <a:pt x="32" y="5860"/>
                  <a:pt x="252" y="6049"/>
                  <a:pt x="473" y="6049"/>
                </a:cubicBezTo>
                <a:lnTo>
                  <a:pt x="1449" y="6049"/>
                </a:lnTo>
                <a:cubicBezTo>
                  <a:pt x="1197" y="6427"/>
                  <a:pt x="1040" y="6837"/>
                  <a:pt x="1040" y="7278"/>
                </a:cubicBezTo>
                <a:lnTo>
                  <a:pt x="1040" y="9767"/>
                </a:lnTo>
                <a:cubicBezTo>
                  <a:pt x="1040" y="10302"/>
                  <a:pt x="1386" y="10744"/>
                  <a:pt x="1859" y="10933"/>
                </a:cubicBezTo>
                <a:lnTo>
                  <a:pt x="1859" y="12256"/>
                </a:lnTo>
                <a:cubicBezTo>
                  <a:pt x="1859" y="12476"/>
                  <a:pt x="2048" y="12665"/>
                  <a:pt x="2300" y="12665"/>
                </a:cubicBezTo>
                <a:lnTo>
                  <a:pt x="3938" y="12665"/>
                </a:lnTo>
                <a:cubicBezTo>
                  <a:pt x="4190" y="12665"/>
                  <a:pt x="4348" y="12476"/>
                  <a:pt x="4348" y="12256"/>
                </a:cubicBezTo>
                <a:lnTo>
                  <a:pt x="4348" y="10996"/>
                </a:lnTo>
                <a:lnTo>
                  <a:pt x="8475" y="10996"/>
                </a:lnTo>
                <a:lnTo>
                  <a:pt x="8475" y="12256"/>
                </a:lnTo>
                <a:cubicBezTo>
                  <a:pt x="8475" y="12476"/>
                  <a:pt x="8664" y="12665"/>
                  <a:pt x="8884" y="12665"/>
                </a:cubicBezTo>
                <a:lnTo>
                  <a:pt x="10523" y="12665"/>
                </a:lnTo>
                <a:cubicBezTo>
                  <a:pt x="10775" y="12665"/>
                  <a:pt x="10901" y="12476"/>
                  <a:pt x="10901" y="12256"/>
                </a:cubicBezTo>
                <a:lnTo>
                  <a:pt x="10901" y="10933"/>
                </a:lnTo>
                <a:cubicBezTo>
                  <a:pt x="11373" y="10775"/>
                  <a:pt x="11751" y="10302"/>
                  <a:pt x="11751" y="9767"/>
                </a:cubicBezTo>
                <a:lnTo>
                  <a:pt x="11751" y="7278"/>
                </a:lnTo>
                <a:cubicBezTo>
                  <a:pt x="11751" y="6805"/>
                  <a:pt x="11594" y="6364"/>
                  <a:pt x="11310" y="6049"/>
                </a:cubicBezTo>
                <a:lnTo>
                  <a:pt x="12287" y="6049"/>
                </a:lnTo>
                <a:cubicBezTo>
                  <a:pt x="12539" y="6049"/>
                  <a:pt x="12728" y="5860"/>
                  <a:pt x="12728" y="5671"/>
                </a:cubicBezTo>
                <a:lnTo>
                  <a:pt x="12728" y="2899"/>
                </a:lnTo>
                <a:cubicBezTo>
                  <a:pt x="12728" y="2678"/>
                  <a:pt x="12539" y="2458"/>
                  <a:pt x="12287" y="2458"/>
                </a:cubicBezTo>
                <a:lnTo>
                  <a:pt x="10901" y="2458"/>
                </a:lnTo>
                <a:lnTo>
                  <a:pt x="10901" y="2080"/>
                </a:lnTo>
                <a:cubicBezTo>
                  <a:pt x="10901" y="946"/>
                  <a:pt x="9987" y="32"/>
                  <a:pt x="8821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1" name="Google Shape;13755;p134">
            <a:extLst>
              <a:ext uri="{FF2B5EF4-FFF2-40B4-BE49-F238E27FC236}">
                <a16:creationId xmlns:a16="http://schemas.microsoft.com/office/drawing/2014/main" id="{28275B7C-E8B4-C58C-D8D3-E11C4978CBA8}"/>
              </a:ext>
            </a:extLst>
          </p:cNvPr>
          <p:cNvGrpSpPr/>
          <p:nvPr/>
        </p:nvGrpSpPr>
        <p:grpSpPr>
          <a:xfrm>
            <a:off x="4679578" y="2859059"/>
            <a:ext cx="345576" cy="339523"/>
            <a:chOff x="-40748275" y="3238700"/>
            <a:chExt cx="322600" cy="316950"/>
          </a:xfrm>
          <a:solidFill>
            <a:schemeClr val="accent1">
              <a:lumMod val="75000"/>
            </a:schemeClr>
          </a:solidFill>
        </p:grpSpPr>
        <p:sp>
          <p:nvSpPr>
            <p:cNvPr id="42" name="Google Shape;13756;p134">
              <a:extLst>
                <a:ext uri="{FF2B5EF4-FFF2-40B4-BE49-F238E27FC236}">
                  <a16:creationId xmlns:a16="http://schemas.microsoft.com/office/drawing/2014/main" id="{9A957363-A46F-FABC-4DDE-C69AA3817BEF}"/>
                </a:ext>
              </a:extLst>
            </p:cNvPr>
            <p:cNvSpPr/>
            <p:nvPr/>
          </p:nvSpPr>
          <p:spPr>
            <a:xfrm>
              <a:off x="-40709675" y="3273750"/>
              <a:ext cx="84300" cy="84300"/>
            </a:xfrm>
            <a:custGeom>
              <a:avLst/>
              <a:gdLst/>
              <a:ahLst/>
              <a:cxnLst/>
              <a:rect l="l" t="t" r="r" b="b"/>
              <a:pathLst>
                <a:path w="3372" h="3372" extrusionOk="0">
                  <a:moveTo>
                    <a:pt x="2710" y="0"/>
                  </a:moveTo>
                  <a:lnTo>
                    <a:pt x="1" y="2710"/>
                  </a:lnTo>
                  <a:lnTo>
                    <a:pt x="694" y="3371"/>
                  </a:lnTo>
                  <a:lnTo>
                    <a:pt x="3372" y="662"/>
                  </a:lnTo>
                  <a:lnTo>
                    <a:pt x="27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3757;p134">
              <a:extLst>
                <a:ext uri="{FF2B5EF4-FFF2-40B4-BE49-F238E27FC236}">
                  <a16:creationId xmlns:a16="http://schemas.microsoft.com/office/drawing/2014/main" id="{D46BABC1-D509-DFE7-43A2-8EE8487ECDF5}"/>
                </a:ext>
              </a:extLst>
            </p:cNvPr>
            <p:cNvSpPr/>
            <p:nvPr/>
          </p:nvSpPr>
          <p:spPr>
            <a:xfrm>
              <a:off x="-40578925" y="3247175"/>
              <a:ext cx="151250" cy="149475"/>
            </a:xfrm>
            <a:custGeom>
              <a:avLst/>
              <a:gdLst/>
              <a:ahLst/>
              <a:cxnLst/>
              <a:rect l="l" t="t" r="r" b="b"/>
              <a:pathLst>
                <a:path w="6050" h="5979" extrusionOk="0">
                  <a:moveTo>
                    <a:pt x="2663" y="0"/>
                  </a:moveTo>
                  <a:cubicBezTo>
                    <a:pt x="2552" y="0"/>
                    <a:pt x="2442" y="39"/>
                    <a:pt x="2363" y="118"/>
                  </a:cubicBezTo>
                  <a:lnTo>
                    <a:pt x="1261" y="1221"/>
                  </a:lnTo>
                  <a:lnTo>
                    <a:pt x="2678" y="2639"/>
                  </a:lnTo>
                  <a:cubicBezTo>
                    <a:pt x="2836" y="2796"/>
                    <a:pt x="2836" y="3080"/>
                    <a:pt x="2678" y="3237"/>
                  </a:cubicBezTo>
                  <a:cubicBezTo>
                    <a:pt x="2637" y="3278"/>
                    <a:pt x="2560" y="3302"/>
                    <a:pt x="2473" y="3302"/>
                  </a:cubicBezTo>
                  <a:cubicBezTo>
                    <a:pt x="2360" y="3302"/>
                    <a:pt x="2232" y="3263"/>
                    <a:pt x="2143" y="3174"/>
                  </a:cubicBezTo>
                  <a:lnTo>
                    <a:pt x="725" y="1756"/>
                  </a:lnTo>
                  <a:lnTo>
                    <a:pt x="0" y="2481"/>
                  </a:lnTo>
                  <a:lnTo>
                    <a:pt x="3529" y="5978"/>
                  </a:lnTo>
                  <a:lnTo>
                    <a:pt x="5892" y="3615"/>
                  </a:lnTo>
                  <a:cubicBezTo>
                    <a:pt x="6049" y="3458"/>
                    <a:pt x="6049" y="3174"/>
                    <a:pt x="5892" y="3017"/>
                  </a:cubicBezTo>
                  <a:lnTo>
                    <a:pt x="2962" y="118"/>
                  </a:lnTo>
                  <a:cubicBezTo>
                    <a:pt x="2883" y="39"/>
                    <a:pt x="2773" y="0"/>
                    <a:pt x="26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3758;p134">
              <a:extLst>
                <a:ext uri="{FF2B5EF4-FFF2-40B4-BE49-F238E27FC236}">
                  <a16:creationId xmlns:a16="http://schemas.microsoft.com/office/drawing/2014/main" id="{39A772D7-74F2-BC09-2EE2-976F3C40E7C1}"/>
                </a:ext>
              </a:extLst>
            </p:cNvPr>
            <p:cNvSpPr/>
            <p:nvPr/>
          </p:nvSpPr>
          <p:spPr>
            <a:xfrm>
              <a:off x="-40678175" y="3305250"/>
              <a:ext cx="213475" cy="213475"/>
            </a:xfrm>
            <a:custGeom>
              <a:avLst/>
              <a:gdLst/>
              <a:ahLst/>
              <a:cxnLst/>
              <a:rect l="l" t="t" r="r" b="b"/>
              <a:pathLst>
                <a:path w="8539" h="8539" extrusionOk="0">
                  <a:moveTo>
                    <a:pt x="2679" y="0"/>
                  </a:moveTo>
                  <a:lnTo>
                    <a:pt x="1" y="2678"/>
                  </a:lnTo>
                  <a:lnTo>
                    <a:pt x="5861" y="8538"/>
                  </a:lnTo>
                  <a:lnTo>
                    <a:pt x="8539" y="5860"/>
                  </a:lnTo>
                  <a:lnTo>
                    <a:pt x="26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3759;p134">
              <a:extLst>
                <a:ext uri="{FF2B5EF4-FFF2-40B4-BE49-F238E27FC236}">
                  <a16:creationId xmlns:a16="http://schemas.microsoft.com/office/drawing/2014/main" id="{A047A708-44EF-1922-2B29-3A4695D5B4F2}"/>
                </a:ext>
              </a:extLst>
            </p:cNvPr>
            <p:cNvSpPr/>
            <p:nvPr/>
          </p:nvSpPr>
          <p:spPr>
            <a:xfrm>
              <a:off x="-40513550" y="3469850"/>
              <a:ext cx="87875" cy="85800"/>
            </a:xfrm>
            <a:custGeom>
              <a:avLst/>
              <a:gdLst/>
              <a:ahLst/>
              <a:cxnLst/>
              <a:rect l="l" t="t" r="r" b="b"/>
              <a:pathLst>
                <a:path w="3515" h="3432" extrusionOk="0">
                  <a:moveTo>
                    <a:pt x="2426" y="1"/>
                  </a:moveTo>
                  <a:lnTo>
                    <a:pt x="0" y="2427"/>
                  </a:lnTo>
                  <a:lnTo>
                    <a:pt x="2899" y="3404"/>
                  </a:lnTo>
                  <a:cubicBezTo>
                    <a:pt x="2948" y="3423"/>
                    <a:pt x="2996" y="3432"/>
                    <a:pt x="3044" y="3432"/>
                  </a:cubicBezTo>
                  <a:cubicBezTo>
                    <a:pt x="3302" y="3432"/>
                    <a:pt x="3514" y="3166"/>
                    <a:pt x="3434" y="2899"/>
                  </a:cubicBezTo>
                  <a:lnTo>
                    <a:pt x="24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3760;p134">
              <a:extLst>
                <a:ext uri="{FF2B5EF4-FFF2-40B4-BE49-F238E27FC236}">
                  <a16:creationId xmlns:a16="http://schemas.microsoft.com/office/drawing/2014/main" id="{EC2AAF0D-D592-0960-025D-8F29BEBBF882}"/>
                </a:ext>
              </a:extLst>
            </p:cNvPr>
            <p:cNvSpPr/>
            <p:nvPr/>
          </p:nvSpPr>
          <p:spPr>
            <a:xfrm>
              <a:off x="-40738025" y="3404500"/>
              <a:ext cx="150450" cy="149475"/>
            </a:xfrm>
            <a:custGeom>
              <a:avLst/>
              <a:gdLst/>
              <a:ahLst/>
              <a:cxnLst/>
              <a:rect l="l" t="t" r="r" b="b"/>
              <a:pathLst>
                <a:path w="6018" h="5979" extrusionOk="0">
                  <a:moveTo>
                    <a:pt x="2521" y="0"/>
                  </a:moveTo>
                  <a:lnTo>
                    <a:pt x="1796" y="725"/>
                  </a:lnTo>
                  <a:lnTo>
                    <a:pt x="3308" y="2205"/>
                  </a:lnTo>
                  <a:cubicBezTo>
                    <a:pt x="3466" y="2363"/>
                    <a:pt x="3466" y="2646"/>
                    <a:pt x="3308" y="2804"/>
                  </a:cubicBezTo>
                  <a:cubicBezTo>
                    <a:pt x="3230" y="2883"/>
                    <a:pt x="3119" y="2922"/>
                    <a:pt x="3009" y="2922"/>
                  </a:cubicBezTo>
                  <a:cubicBezTo>
                    <a:pt x="2899" y="2922"/>
                    <a:pt x="2789" y="2883"/>
                    <a:pt x="2710" y="2804"/>
                  </a:cubicBezTo>
                  <a:lnTo>
                    <a:pt x="1229" y="1292"/>
                  </a:lnTo>
                  <a:lnTo>
                    <a:pt x="158" y="2363"/>
                  </a:lnTo>
                  <a:cubicBezTo>
                    <a:pt x="0" y="2520"/>
                    <a:pt x="0" y="2804"/>
                    <a:pt x="158" y="2962"/>
                  </a:cubicBezTo>
                  <a:lnTo>
                    <a:pt x="3056" y="5860"/>
                  </a:lnTo>
                  <a:cubicBezTo>
                    <a:pt x="3135" y="5939"/>
                    <a:pt x="3245" y="5978"/>
                    <a:pt x="3356" y="5978"/>
                  </a:cubicBezTo>
                  <a:cubicBezTo>
                    <a:pt x="3466" y="5978"/>
                    <a:pt x="3576" y="5939"/>
                    <a:pt x="3655" y="5860"/>
                  </a:cubicBezTo>
                  <a:lnTo>
                    <a:pt x="6018" y="3497"/>
                  </a:lnTo>
                  <a:lnTo>
                    <a:pt x="252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3761;p134">
              <a:extLst>
                <a:ext uri="{FF2B5EF4-FFF2-40B4-BE49-F238E27FC236}">
                  <a16:creationId xmlns:a16="http://schemas.microsoft.com/office/drawing/2014/main" id="{F97EC802-D4A4-A0A7-F4EA-E17329C41070}"/>
                </a:ext>
              </a:extLst>
            </p:cNvPr>
            <p:cNvSpPr/>
            <p:nvPr/>
          </p:nvSpPr>
          <p:spPr>
            <a:xfrm>
              <a:off x="-40748275" y="3238700"/>
              <a:ext cx="92175" cy="87850"/>
            </a:xfrm>
            <a:custGeom>
              <a:avLst/>
              <a:gdLst/>
              <a:ahLst/>
              <a:cxnLst/>
              <a:rect l="l" t="t" r="r" b="b"/>
              <a:pathLst>
                <a:path w="3687" h="3514" extrusionOk="0">
                  <a:moveTo>
                    <a:pt x="2281" y="0"/>
                  </a:moveTo>
                  <a:cubicBezTo>
                    <a:pt x="1915" y="0"/>
                    <a:pt x="1545" y="142"/>
                    <a:pt x="1261" y="426"/>
                  </a:cubicBezTo>
                  <a:lnTo>
                    <a:pt x="568" y="1119"/>
                  </a:lnTo>
                  <a:cubicBezTo>
                    <a:pt x="1" y="1686"/>
                    <a:pt x="1" y="2568"/>
                    <a:pt x="568" y="3135"/>
                  </a:cubicBezTo>
                  <a:lnTo>
                    <a:pt x="946" y="3513"/>
                  </a:lnTo>
                  <a:lnTo>
                    <a:pt x="3687" y="804"/>
                  </a:lnTo>
                  <a:lnTo>
                    <a:pt x="3277" y="426"/>
                  </a:lnTo>
                  <a:cubicBezTo>
                    <a:pt x="3010" y="142"/>
                    <a:pt x="2647" y="0"/>
                    <a:pt x="22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" name="Google Shape;13762;p134">
            <a:extLst>
              <a:ext uri="{FF2B5EF4-FFF2-40B4-BE49-F238E27FC236}">
                <a16:creationId xmlns:a16="http://schemas.microsoft.com/office/drawing/2014/main" id="{AE944B86-D7EA-984A-72CD-D4D04EBFC353}"/>
              </a:ext>
            </a:extLst>
          </p:cNvPr>
          <p:cNvGrpSpPr/>
          <p:nvPr/>
        </p:nvGrpSpPr>
        <p:grpSpPr>
          <a:xfrm>
            <a:off x="4681922" y="3288118"/>
            <a:ext cx="340889" cy="310520"/>
            <a:chOff x="-40745125" y="3632900"/>
            <a:chExt cx="318225" cy="289875"/>
          </a:xfrm>
          <a:solidFill>
            <a:schemeClr val="accent1">
              <a:lumMod val="75000"/>
            </a:schemeClr>
          </a:solidFill>
        </p:grpSpPr>
        <p:sp>
          <p:nvSpPr>
            <p:cNvPr id="49" name="Google Shape;13763;p134">
              <a:extLst>
                <a:ext uri="{FF2B5EF4-FFF2-40B4-BE49-F238E27FC236}">
                  <a16:creationId xmlns:a16="http://schemas.microsoft.com/office/drawing/2014/main" id="{75F7B7B5-E8CF-4BA0-E901-8FA5626067AC}"/>
                </a:ext>
              </a:extLst>
            </p:cNvPr>
            <p:cNvSpPr/>
            <p:nvPr/>
          </p:nvSpPr>
          <p:spPr>
            <a:xfrm>
              <a:off x="-40745125" y="3632900"/>
              <a:ext cx="300125" cy="82725"/>
            </a:xfrm>
            <a:custGeom>
              <a:avLst/>
              <a:gdLst/>
              <a:ahLst/>
              <a:cxnLst/>
              <a:rect l="l" t="t" r="r" b="b"/>
              <a:pathLst>
                <a:path w="12005" h="3309" extrusionOk="0">
                  <a:moveTo>
                    <a:pt x="1671" y="0"/>
                  </a:moveTo>
                  <a:cubicBezTo>
                    <a:pt x="757" y="0"/>
                    <a:pt x="1" y="757"/>
                    <a:pt x="1" y="1670"/>
                  </a:cubicBezTo>
                  <a:cubicBezTo>
                    <a:pt x="1" y="2552"/>
                    <a:pt x="757" y="3308"/>
                    <a:pt x="1671" y="3308"/>
                  </a:cubicBezTo>
                  <a:lnTo>
                    <a:pt x="11469" y="3308"/>
                  </a:lnTo>
                  <a:cubicBezTo>
                    <a:pt x="11815" y="3308"/>
                    <a:pt x="12004" y="2930"/>
                    <a:pt x="11784" y="2647"/>
                  </a:cubicBezTo>
                  <a:cubicBezTo>
                    <a:pt x="11595" y="2363"/>
                    <a:pt x="11469" y="2017"/>
                    <a:pt x="11469" y="1670"/>
                  </a:cubicBezTo>
                  <a:cubicBezTo>
                    <a:pt x="11469" y="1292"/>
                    <a:pt x="11595" y="946"/>
                    <a:pt x="11784" y="662"/>
                  </a:cubicBezTo>
                  <a:cubicBezTo>
                    <a:pt x="11973" y="410"/>
                    <a:pt x="11784" y="0"/>
                    <a:pt x="114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3764;p134">
              <a:extLst>
                <a:ext uri="{FF2B5EF4-FFF2-40B4-BE49-F238E27FC236}">
                  <a16:creationId xmlns:a16="http://schemas.microsoft.com/office/drawing/2014/main" id="{756B1484-9E14-F946-C431-B28DFB284080}"/>
                </a:ext>
              </a:extLst>
            </p:cNvPr>
            <p:cNvSpPr/>
            <p:nvPr/>
          </p:nvSpPr>
          <p:spPr>
            <a:xfrm>
              <a:off x="-40508050" y="3736075"/>
              <a:ext cx="21300" cy="82725"/>
            </a:xfrm>
            <a:custGeom>
              <a:avLst/>
              <a:gdLst/>
              <a:ahLst/>
              <a:cxnLst/>
              <a:rect l="l" t="t" r="r" b="b"/>
              <a:pathLst>
                <a:path w="852" h="3309" extrusionOk="0">
                  <a:moveTo>
                    <a:pt x="1" y="1"/>
                  </a:moveTo>
                  <a:lnTo>
                    <a:pt x="1" y="3309"/>
                  </a:lnTo>
                  <a:lnTo>
                    <a:pt x="852" y="3309"/>
                  </a:lnTo>
                  <a:lnTo>
                    <a:pt x="85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3765;p134">
              <a:extLst>
                <a:ext uri="{FF2B5EF4-FFF2-40B4-BE49-F238E27FC236}">
                  <a16:creationId xmlns:a16="http://schemas.microsoft.com/office/drawing/2014/main" id="{1E85479F-1DF6-97D3-7051-F8D1AB26E312}"/>
                </a:ext>
              </a:extLst>
            </p:cNvPr>
            <p:cNvSpPr/>
            <p:nvPr/>
          </p:nvSpPr>
          <p:spPr>
            <a:xfrm>
              <a:off x="-40466300" y="3736875"/>
              <a:ext cx="39400" cy="82725"/>
            </a:xfrm>
            <a:custGeom>
              <a:avLst/>
              <a:gdLst/>
              <a:ahLst/>
              <a:cxnLst/>
              <a:rect l="l" t="t" r="r" b="b"/>
              <a:pathLst>
                <a:path w="1576" h="3309" extrusionOk="0">
                  <a:moveTo>
                    <a:pt x="1" y="0"/>
                  </a:moveTo>
                  <a:lnTo>
                    <a:pt x="1" y="3308"/>
                  </a:lnTo>
                  <a:lnTo>
                    <a:pt x="1198" y="3308"/>
                  </a:lnTo>
                  <a:cubicBezTo>
                    <a:pt x="1387" y="3277"/>
                    <a:pt x="1576" y="3088"/>
                    <a:pt x="1576" y="2899"/>
                  </a:cubicBezTo>
                  <a:lnTo>
                    <a:pt x="1576" y="410"/>
                  </a:lnTo>
                  <a:cubicBezTo>
                    <a:pt x="1576" y="158"/>
                    <a:pt x="1387" y="0"/>
                    <a:pt x="119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3766;p134">
              <a:extLst>
                <a:ext uri="{FF2B5EF4-FFF2-40B4-BE49-F238E27FC236}">
                  <a16:creationId xmlns:a16="http://schemas.microsoft.com/office/drawing/2014/main" id="{87014205-80AC-131B-05A6-73F883B7D4F9}"/>
                </a:ext>
              </a:extLst>
            </p:cNvPr>
            <p:cNvSpPr/>
            <p:nvPr/>
          </p:nvSpPr>
          <p:spPr>
            <a:xfrm>
              <a:off x="-40723050" y="3736075"/>
              <a:ext cx="194550" cy="82725"/>
            </a:xfrm>
            <a:custGeom>
              <a:avLst/>
              <a:gdLst/>
              <a:ahLst/>
              <a:cxnLst/>
              <a:rect l="l" t="t" r="r" b="b"/>
              <a:pathLst>
                <a:path w="7782" h="3309" extrusionOk="0">
                  <a:moveTo>
                    <a:pt x="441" y="1"/>
                  </a:moveTo>
                  <a:cubicBezTo>
                    <a:pt x="189" y="1"/>
                    <a:pt x="0" y="221"/>
                    <a:pt x="0" y="442"/>
                  </a:cubicBezTo>
                  <a:lnTo>
                    <a:pt x="0" y="2931"/>
                  </a:lnTo>
                  <a:cubicBezTo>
                    <a:pt x="0" y="3151"/>
                    <a:pt x="189" y="3309"/>
                    <a:pt x="441" y="3309"/>
                  </a:cubicBezTo>
                  <a:lnTo>
                    <a:pt x="7782" y="3309"/>
                  </a:lnTo>
                  <a:lnTo>
                    <a:pt x="778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3767;p134">
              <a:extLst>
                <a:ext uri="{FF2B5EF4-FFF2-40B4-BE49-F238E27FC236}">
                  <a16:creationId xmlns:a16="http://schemas.microsoft.com/office/drawing/2014/main" id="{6CF9185C-2E87-B405-5EC5-E1F6FB0D970D}"/>
                </a:ext>
              </a:extLst>
            </p:cNvPr>
            <p:cNvSpPr/>
            <p:nvPr/>
          </p:nvSpPr>
          <p:spPr>
            <a:xfrm>
              <a:off x="-40681325" y="3839250"/>
              <a:ext cx="21300" cy="82725"/>
            </a:xfrm>
            <a:custGeom>
              <a:avLst/>
              <a:gdLst/>
              <a:ahLst/>
              <a:cxnLst/>
              <a:rect l="l" t="t" r="r" b="b"/>
              <a:pathLst>
                <a:path w="852" h="3309" extrusionOk="0">
                  <a:moveTo>
                    <a:pt x="1" y="1"/>
                  </a:moveTo>
                  <a:lnTo>
                    <a:pt x="1" y="3309"/>
                  </a:lnTo>
                  <a:lnTo>
                    <a:pt x="851" y="3309"/>
                  </a:lnTo>
                  <a:lnTo>
                    <a:pt x="8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3768;p134">
              <a:extLst>
                <a:ext uri="{FF2B5EF4-FFF2-40B4-BE49-F238E27FC236}">
                  <a16:creationId xmlns:a16="http://schemas.microsoft.com/office/drawing/2014/main" id="{E3F4FB2C-4ED8-BFB7-FECD-04AF1043B6AB}"/>
                </a:ext>
              </a:extLst>
            </p:cNvPr>
            <p:cNvSpPr/>
            <p:nvPr/>
          </p:nvSpPr>
          <p:spPr>
            <a:xfrm>
              <a:off x="-40639575" y="3840825"/>
              <a:ext cx="190625" cy="81950"/>
            </a:xfrm>
            <a:custGeom>
              <a:avLst/>
              <a:gdLst/>
              <a:ahLst/>
              <a:cxnLst/>
              <a:rect l="l" t="t" r="r" b="b"/>
              <a:pathLst>
                <a:path w="7625" h="3278" extrusionOk="0">
                  <a:moveTo>
                    <a:pt x="1" y="1"/>
                  </a:moveTo>
                  <a:lnTo>
                    <a:pt x="1" y="3277"/>
                  </a:lnTo>
                  <a:lnTo>
                    <a:pt x="7247" y="3277"/>
                  </a:lnTo>
                  <a:cubicBezTo>
                    <a:pt x="7467" y="3277"/>
                    <a:pt x="7625" y="3057"/>
                    <a:pt x="7625" y="2868"/>
                  </a:cubicBezTo>
                  <a:lnTo>
                    <a:pt x="7625" y="379"/>
                  </a:lnTo>
                  <a:cubicBezTo>
                    <a:pt x="7625" y="158"/>
                    <a:pt x="7436" y="1"/>
                    <a:pt x="72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3769;p134">
              <a:extLst>
                <a:ext uri="{FF2B5EF4-FFF2-40B4-BE49-F238E27FC236}">
                  <a16:creationId xmlns:a16="http://schemas.microsoft.com/office/drawing/2014/main" id="{596343B4-7B24-871D-6BF7-0220646D90EF}"/>
                </a:ext>
              </a:extLst>
            </p:cNvPr>
            <p:cNvSpPr/>
            <p:nvPr/>
          </p:nvSpPr>
          <p:spPr>
            <a:xfrm>
              <a:off x="-40745125" y="3840050"/>
              <a:ext cx="43350" cy="82725"/>
            </a:xfrm>
            <a:custGeom>
              <a:avLst/>
              <a:gdLst/>
              <a:ahLst/>
              <a:cxnLst/>
              <a:rect l="l" t="t" r="r" b="b"/>
              <a:pathLst>
                <a:path w="1734" h="3309" extrusionOk="0">
                  <a:moveTo>
                    <a:pt x="442" y="0"/>
                  </a:moveTo>
                  <a:cubicBezTo>
                    <a:pt x="190" y="0"/>
                    <a:pt x="1" y="189"/>
                    <a:pt x="1" y="378"/>
                  </a:cubicBezTo>
                  <a:lnTo>
                    <a:pt x="1" y="2867"/>
                  </a:lnTo>
                  <a:cubicBezTo>
                    <a:pt x="1" y="3088"/>
                    <a:pt x="190" y="3308"/>
                    <a:pt x="442" y="3308"/>
                  </a:cubicBezTo>
                  <a:lnTo>
                    <a:pt x="1734" y="3308"/>
                  </a:lnTo>
                  <a:lnTo>
                    <a:pt x="173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" name="Google Shape;13770;p134">
            <a:extLst>
              <a:ext uri="{FF2B5EF4-FFF2-40B4-BE49-F238E27FC236}">
                <a16:creationId xmlns:a16="http://schemas.microsoft.com/office/drawing/2014/main" id="{7E4A3786-84B9-1DC9-019C-17235C2D70CD}"/>
              </a:ext>
            </a:extLst>
          </p:cNvPr>
          <p:cNvGrpSpPr/>
          <p:nvPr/>
        </p:nvGrpSpPr>
        <p:grpSpPr>
          <a:xfrm>
            <a:off x="4685724" y="3665127"/>
            <a:ext cx="333283" cy="339389"/>
            <a:chOff x="-40742750" y="3972175"/>
            <a:chExt cx="311125" cy="316825"/>
          </a:xfrm>
          <a:solidFill>
            <a:schemeClr val="accent1">
              <a:lumMod val="75000"/>
            </a:schemeClr>
          </a:solidFill>
        </p:grpSpPr>
        <p:sp>
          <p:nvSpPr>
            <p:cNvPr id="57" name="Google Shape;13771;p134">
              <a:extLst>
                <a:ext uri="{FF2B5EF4-FFF2-40B4-BE49-F238E27FC236}">
                  <a16:creationId xmlns:a16="http://schemas.microsoft.com/office/drawing/2014/main" id="{1F71FB1B-8650-8149-3836-E7D7E20942A5}"/>
                </a:ext>
              </a:extLst>
            </p:cNvPr>
            <p:cNvSpPr/>
            <p:nvPr/>
          </p:nvSpPr>
          <p:spPr>
            <a:xfrm>
              <a:off x="-40699425" y="4118075"/>
              <a:ext cx="226850" cy="101625"/>
            </a:xfrm>
            <a:custGeom>
              <a:avLst/>
              <a:gdLst/>
              <a:ahLst/>
              <a:cxnLst/>
              <a:rect l="l" t="t" r="r" b="b"/>
              <a:pathLst>
                <a:path w="9074" h="4065" extrusionOk="0">
                  <a:moveTo>
                    <a:pt x="0" y="0"/>
                  </a:moveTo>
                  <a:lnTo>
                    <a:pt x="0" y="2017"/>
                  </a:lnTo>
                  <a:cubicBezTo>
                    <a:pt x="0" y="3529"/>
                    <a:pt x="2741" y="4065"/>
                    <a:pt x="4505" y="4065"/>
                  </a:cubicBezTo>
                  <a:cubicBezTo>
                    <a:pt x="6774" y="4065"/>
                    <a:pt x="9074" y="3371"/>
                    <a:pt x="9074" y="2017"/>
                  </a:cubicBezTo>
                  <a:lnTo>
                    <a:pt x="9074" y="0"/>
                  </a:lnTo>
                  <a:lnTo>
                    <a:pt x="5135" y="2237"/>
                  </a:lnTo>
                  <a:cubicBezTo>
                    <a:pt x="4953" y="2359"/>
                    <a:pt x="4748" y="2415"/>
                    <a:pt x="4546" y="2415"/>
                  </a:cubicBezTo>
                  <a:cubicBezTo>
                    <a:pt x="4330" y="2415"/>
                    <a:pt x="4117" y="2351"/>
                    <a:pt x="3938" y="2237"/>
                  </a:cubicBezTo>
                  <a:cubicBezTo>
                    <a:pt x="3623" y="2048"/>
                    <a:pt x="315" y="221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3772;p134">
              <a:extLst>
                <a:ext uri="{FF2B5EF4-FFF2-40B4-BE49-F238E27FC236}">
                  <a16:creationId xmlns:a16="http://schemas.microsoft.com/office/drawing/2014/main" id="{C970908C-D5FF-8439-A28E-A8188A897599}"/>
                </a:ext>
              </a:extLst>
            </p:cNvPr>
            <p:cNvSpPr/>
            <p:nvPr/>
          </p:nvSpPr>
          <p:spPr>
            <a:xfrm>
              <a:off x="-40742750" y="3972175"/>
              <a:ext cx="311125" cy="316825"/>
            </a:xfrm>
            <a:custGeom>
              <a:avLst/>
              <a:gdLst/>
              <a:ahLst/>
              <a:cxnLst/>
              <a:rect l="l" t="t" r="r" b="b"/>
              <a:pathLst>
                <a:path w="12445" h="12673" extrusionOk="0">
                  <a:moveTo>
                    <a:pt x="6254" y="0"/>
                  </a:moveTo>
                  <a:cubicBezTo>
                    <a:pt x="6183" y="0"/>
                    <a:pt x="6112" y="24"/>
                    <a:pt x="6049" y="71"/>
                  </a:cubicBezTo>
                  <a:lnTo>
                    <a:pt x="284" y="3379"/>
                  </a:lnTo>
                  <a:cubicBezTo>
                    <a:pt x="0" y="3537"/>
                    <a:pt x="0" y="3915"/>
                    <a:pt x="284" y="4072"/>
                  </a:cubicBezTo>
                  <a:lnTo>
                    <a:pt x="6049" y="7380"/>
                  </a:lnTo>
                  <a:cubicBezTo>
                    <a:pt x="6112" y="7427"/>
                    <a:pt x="6183" y="7451"/>
                    <a:pt x="6254" y="7451"/>
                  </a:cubicBezTo>
                  <a:cubicBezTo>
                    <a:pt x="6325" y="7451"/>
                    <a:pt x="6396" y="7427"/>
                    <a:pt x="6459" y="7380"/>
                  </a:cubicBezTo>
                  <a:cubicBezTo>
                    <a:pt x="11374" y="4545"/>
                    <a:pt x="11626" y="4419"/>
                    <a:pt x="11626" y="4419"/>
                  </a:cubicBezTo>
                  <a:lnTo>
                    <a:pt x="11626" y="12263"/>
                  </a:lnTo>
                  <a:cubicBezTo>
                    <a:pt x="11657" y="12515"/>
                    <a:pt x="11846" y="12673"/>
                    <a:pt x="12035" y="12673"/>
                  </a:cubicBezTo>
                  <a:cubicBezTo>
                    <a:pt x="12287" y="12673"/>
                    <a:pt x="12445" y="12452"/>
                    <a:pt x="12445" y="12263"/>
                  </a:cubicBezTo>
                  <a:lnTo>
                    <a:pt x="12445" y="3726"/>
                  </a:lnTo>
                  <a:cubicBezTo>
                    <a:pt x="12445" y="3568"/>
                    <a:pt x="12319" y="3411"/>
                    <a:pt x="12256" y="3379"/>
                  </a:cubicBezTo>
                  <a:lnTo>
                    <a:pt x="6459" y="71"/>
                  </a:lnTo>
                  <a:cubicBezTo>
                    <a:pt x="6396" y="24"/>
                    <a:pt x="6325" y="0"/>
                    <a:pt x="625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" name="Google Shape;13773;p134">
            <a:extLst>
              <a:ext uri="{FF2B5EF4-FFF2-40B4-BE49-F238E27FC236}">
                <a16:creationId xmlns:a16="http://schemas.microsoft.com/office/drawing/2014/main" id="{9CE46C00-4695-CF57-21FB-5EE1692D5634}"/>
              </a:ext>
            </a:extLst>
          </p:cNvPr>
          <p:cNvGrpSpPr/>
          <p:nvPr/>
        </p:nvGrpSpPr>
        <p:grpSpPr>
          <a:xfrm>
            <a:off x="3569636" y="4077853"/>
            <a:ext cx="244693" cy="339202"/>
            <a:chOff x="-38860325" y="3221750"/>
            <a:chExt cx="228425" cy="316650"/>
          </a:xfrm>
          <a:solidFill>
            <a:schemeClr val="accent1">
              <a:lumMod val="75000"/>
            </a:schemeClr>
          </a:solidFill>
        </p:grpSpPr>
        <p:sp>
          <p:nvSpPr>
            <p:cNvPr id="60" name="Google Shape;13774;p134">
              <a:extLst>
                <a:ext uri="{FF2B5EF4-FFF2-40B4-BE49-F238E27FC236}">
                  <a16:creationId xmlns:a16="http://schemas.microsoft.com/office/drawing/2014/main" id="{FB56825B-DC4F-6402-F288-BAB8DA23222F}"/>
                </a:ext>
              </a:extLst>
            </p:cNvPr>
            <p:cNvSpPr/>
            <p:nvPr/>
          </p:nvSpPr>
          <p:spPr>
            <a:xfrm>
              <a:off x="-38735875" y="3222550"/>
              <a:ext cx="103975" cy="123675"/>
            </a:xfrm>
            <a:custGeom>
              <a:avLst/>
              <a:gdLst/>
              <a:ahLst/>
              <a:cxnLst/>
              <a:rect l="l" t="t" r="r" b="b"/>
              <a:pathLst>
                <a:path w="4159" h="4947" extrusionOk="0">
                  <a:moveTo>
                    <a:pt x="0" y="0"/>
                  </a:moveTo>
                  <a:lnTo>
                    <a:pt x="0" y="2552"/>
                  </a:lnTo>
                  <a:cubicBezTo>
                    <a:pt x="473" y="2710"/>
                    <a:pt x="851" y="3182"/>
                    <a:pt x="851" y="3750"/>
                  </a:cubicBezTo>
                  <a:lnTo>
                    <a:pt x="851" y="4947"/>
                  </a:lnTo>
                  <a:lnTo>
                    <a:pt x="4159" y="4947"/>
                  </a:lnTo>
                  <a:lnTo>
                    <a:pt x="4159" y="3687"/>
                  </a:lnTo>
                  <a:cubicBezTo>
                    <a:pt x="4159" y="1639"/>
                    <a:pt x="2489" y="0"/>
                    <a:pt x="44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3775;p134">
              <a:extLst>
                <a:ext uri="{FF2B5EF4-FFF2-40B4-BE49-F238E27FC236}">
                  <a16:creationId xmlns:a16="http://schemas.microsoft.com/office/drawing/2014/main" id="{8DD3A571-5657-9651-8EF1-446E604A3AC5}"/>
                </a:ext>
              </a:extLst>
            </p:cNvPr>
            <p:cNvSpPr/>
            <p:nvPr/>
          </p:nvSpPr>
          <p:spPr>
            <a:xfrm>
              <a:off x="-38756375" y="3302875"/>
              <a:ext cx="22075" cy="63050"/>
            </a:xfrm>
            <a:custGeom>
              <a:avLst/>
              <a:gdLst/>
              <a:ahLst/>
              <a:cxnLst/>
              <a:rect l="l" t="t" r="r" b="b"/>
              <a:pathLst>
                <a:path w="883" h="2522" extrusionOk="0">
                  <a:moveTo>
                    <a:pt x="474" y="1"/>
                  </a:moveTo>
                  <a:cubicBezTo>
                    <a:pt x="253" y="1"/>
                    <a:pt x="95" y="222"/>
                    <a:pt x="95" y="442"/>
                  </a:cubicBezTo>
                  <a:lnTo>
                    <a:pt x="95" y="2112"/>
                  </a:lnTo>
                  <a:cubicBezTo>
                    <a:pt x="1" y="2332"/>
                    <a:pt x="190" y="2521"/>
                    <a:pt x="442" y="2521"/>
                  </a:cubicBezTo>
                  <a:cubicBezTo>
                    <a:pt x="663" y="2521"/>
                    <a:pt x="820" y="2332"/>
                    <a:pt x="883" y="2112"/>
                  </a:cubicBezTo>
                  <a:lnTo>
                    <a:pt x="883" y="442"/>
                  </a:lnTo>
                  <a:cubicBezTo>
                    <a:pt x="883" y="222"/>
                    <a:pt x="663" y="64"/>
                    <a:pt x="4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3776;p134">
              <a:extLst>
                <a:ext uri="{FF2B5EF4-FFF2-40B4-BE49-F238E27FC236}">
                  <a16:creationId xmlns:a16="http://schemas.microsoft.com/office/drawing/2014/main" id="{00B36274-C4AC-E4AD-1D0D-4012C03A3162}"/>
                </a:ext>
              </a:extLst>
            </p:cNvPr>
            <p:cNvSpPr/>
            <p:nvPr/>
          </p:nvSpPr>
          <p:spPr>
            <a:xfrm>
              <a:off x="-38859550" y="3221750"/>
              <a:ext cx="103200" cy="122900"/>
            </a:xfrm>
            <a:custGeom>
              <a:avLst/>
              <a:gdLst/>
              <a:ahLst/>
              <a:cxnLst/>
              <a:rect l="l" t="t" r="r" b="b"/>
              <a:pathLst>
                <a:path w="4128" h="4916" extrusionOk="0">
                  <a:moveTo>
                    <a:pt x="3687" y="1"/>
                  </a:moveTo>
                  <a:cubicBezTo>
                    <a:pt x="1671" y="1"/>
                    <a:pt x="1" y="1639"/>
                    <a:pt x="1" y="3687"/>
                  </a:cubicBezTo>
                  <a:lnTo>
                    <a:pt x="1" y="4916"/>
                  </a:lnTo>
                  <a:lnTo>
                    <a:pt x="3309" y="4916"/>
                  </a:lnTo>
                  <a:lnTo>
                    <a:pt x="3309" y="3687"/>
                  </a:lnTo>
                  <a:cubicBezTo>
                    <a:pt x="3309" y="3151"/>
                    <a:pt x="3655" y="2710"/>
                    <a:pt x="4128" y="2521"/>
                  </a:cubicBezTo>
                  <a:lnTo>
                    <a:pt x="412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3777;p134">
              <a:extLst>
                <a:ext uri="{FF2B5EF4-FFF2-40B4-BE49-F238E27FC236}">
                  <a16:creationId xmlns:a16="http://schemas.microsoft.com/office/drawing/2014/main" id="{C86F92E7-5A1A-49D1-77AC-EFBD05388268}"/>
                </a:ext>
              </a:extLst>
            </p:cNvPr>
            <p:cNvSpPr/>
            <p:nvPr/>
          </p:nvSpPr>
          <p:spPr>
            <a:xfrm>
              <a:off x="-38860325" y="3367475"/>
              <a:ext cx="228425" cy="170925"/>
            </a:xfrm>
            <a:custGeom>
              <a:avLst/>
              <a:gdLst/>
              <a:ahLst/>
              <a:cxnLst/>
              <a:rect l="l" t="t" r="r" b="b"/>
              <a:pathLst>
                <a:path w="9137" h="6837" extrusionOk="0">
                  <a:moveTo>
                    <a:pt x="0" y="0"/>
                  </a:moveTo>
                  <a:lnTo>
                    <a:pt x="0" y="3151"/>
                  </a:lnTo>
                  <a:cubicBezTo>
                    <a:pt x="0" y="5199"/>
                    <a:pt x="1639" y="6837"/>
                    <a:pt x="3686" y="6837"/>
                  </a:cubicBezTo>
                  <a:lnTo>
                    <a:pt x="5356" y="6837"/>
                  </a:lnTo>
                  <a:cubicBezTo>
                    <a:pt x="7467" y="6837"/>
                    <a:pt x="9137" y="5199"/>
                    <a:pt x="9137" y="3151"/>
                  </a:cubicBezTo>
                  <a:lnTo>
                    <a:pt x="9137" y="0"/>
                  </a:lnTo>
                  <a:lnTo>
                    <a:pt x="5734" y="0"/>
                  </a:lnTo>
                  <a:cubicBezTo>
                    <a:pt x="5577" y="473"/>
                    <a:pt x="5104" y="819"/>
                    <a:pt x="4568" y="819"/>
                  </a:cubicBezTo>
                  <a:cubicBezTo>
                    <a:pt x="4001" y="819"/>
                    <a:pt x="3560" y="473"/>
                    <a:pt x="33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0" name="Google Shape;13778;p134">
            <a:extLst>
              <a:ext uri="{FF2B5EF4-FFF2-40B4-BE49-F238E27FC236}">
                <a16:creationId xmlns:a16="http://schemas.microsoft.com/office/drawing/2014/main" id="{27011636-80B9-47DA-EC4A-7480D2A604FC}"/>
              </a:ext>
            </a:extLst>
          </p:cNvPr>
          <p:cNvGrpSpPr/>
          <p:nvPr/>
        </p:nvGrpSpPr>
        <p:grpSpPr>
          <a:xfrm>
            <a:off x="3524534" y="4501480"/>
            <a:ext cx="348468" cy="336577"/>
            <a:chOff x="-38905225" y="3591875"/>
            <a:chExt cx="325300" cy="314200"/>
          </a:xfrm>
          <a:solidFill>
            <a:schemeClr val="accent1">
              <a:lumMod val="75000"/>
            </a:schemeClr>
          </a:solidFill>
        </p:grpSpPr>
        <p:sp>
          <p:nvSpPr>
            <p:cNvPr id="321" name="Google Shape;13779;p134">
              <a:extLst>
                <a:ext uri="{FF2B5EF4-FFF2-40B4-BE49-F238E27FC236}">
                  <a16:creationId xmlns:a16="http://schemas.microsoft.com/office/drawing/2014/main" id="{99238112-9634-91D5-462B-773C8AF0EAEF}"/>
                </a:ext>
              </a:extLst>
            </p:cNvPr>
            <p:cNvSpPr/>
            <p:nvPr/>
          </p:nvSpPr>
          <p:spPr>
            <a:xfrm>
              <a:off x="-38716975" y="3591875"/>
              <a:ext cx="137050" cy="131625"/>
            </a:xfrm>
            <a:custGeom>
              <a:avLst/>
              <a:gdLst/>
              <a:ahLst/>
              <a:cxnLst/>
              <a:rect l="l" t="t" r="r" b="b"/>
              <a:pathLst>
                <a:path w="5482" h="5265" extrusionOk="0">
                  <a:moveTo>
                    <a:pt x="1543" y="1"/>
                  </a:moveTo>
                  <a:cubicBezTo>
                    <a:pt x="987" y="1"/>
                    <a:pt x="447" y="38"/>
                    <a:pt x="0" y="98"/>
                  </a:cubicBezTo>
                  <a:lnTo>
                    <a:pt x="5167" y="5265"/>
                  </a:lnTo>
                  <a:cubicBezTo>
                    <a:pt x="5482" y="3311"/>
                    <a:pt x="5198" y="1326"/>
                    <a:pt x="4568" y="696"/>
                  </a:cubicBezTo>
                  <a:cubicBezTo>
                    <a:pt x="4029" y="178"/>
                    <a:pt x="2751" y="1"/>
                    <a:pt x="154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13780;p134">
              <a:extLst>
                <a:ext uri="{FF2B5EF4-FFF2-40B4-BE49-F238E27FC236}">
                  <a16:creationId xmlns:a16="http://schemas.microsoft.com/office/drawing/2014/main" id="{6D3364BC-B9D5-A5F7-221F-E1624F4DB865}"/>
                </a:ext>
              </a:extLst>
            </p:cNvPr>
            <p:cNvSpPr/>
            <p:nvPr/>
          </p:nvSpPr>
          <p:spPr>
            <a:xfrm>
              <a:off x="-38905225" y="3774675"/>
              <a:ext cx="137075" cy="131400"/>
            </a:xfrm>
            <a:custGeom>
              <a:avLst/>
              <a:gdLst/>
              <a:ahLst/>
              <a:cxnLst/>
              <a:rect l="l" t="t" r="r" b="b"/>
              <a:pathLst>
                <a:path w="5483" h="5256" extrusionOk="0">
                  <a:moveTo>
                    <a:pt x="316" y="0"/>
                  </a:moveTo>
                  <a:lnTo>
                    <a:pt x="316" y="0"/>
                  </a:lnTo>
                  <a:cubicBezTo>
                    <a:pt x="0" y="1922"/>
                    <a:pt x="253" y="3907"/>
                    <a:pt x="914" y="4569"/>
                  </a:cubicBezTo>
                  <a:cubicBezTo>
                    <a:pt x="1376" y="5031"/>
                    <a:pt x="2601" y="5256"/>
                    <a:pt x="3967" y="5256"/>
                  </a:cubicBezTo>
                  <a:cubicBezTo>
                    <a:pt x="4464" y="5256"/>
                    <a:pt x="4979" y="5226"/>
                    <a:pt x="5482" y="5167"/>
                  </a:cubicBezTo>
                  <a:lnTo>
                    <a:pt x="31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13781;p134">
              <a:extLst>
                <a:ext uri="{FF2B5EF4-FFF2-40B4-BE49-F238E27FC236}">
                  <a16:creationId xmlns:a16="http://schemas.microsoft.com/office/drawing/2014/main" id="{F80D2976-34FD-B55C-E020-C95B729D5F00}"/>
                </a:ext>
              </a:extLst>
            </p:cNvPr>
            <p:cNvSpPr/>
            <p:nvPr/>
          </p:nvSpPr>
          <p:spPr>
            <a:xfrm>
              <a:off x="-38891050" y="3599025"/>
              <a:ext cx="298525" cy="300900"/>
            </a:xfrm>
            <a:custGeom>
              <a:avLst/>
              <a:gdLst/>
              <a:ahLst/>
              <a:cxnLst/>
              <a:rect l="l" t="t" r="r" b="b"/>
              <a:pathLst>
                <a:path w="11941" h="12036" extrusionOk="0">
                  <a:moveTo>
                    <a:pt x="6349" y="2687"/>
                  </a:moveTo>
                  <a:cubicBezTo>
                    <a:pt x="6459" y="2687"/>
                    <a:pt x="6569" y="2726"/>
                    <a:pt x="6648" y="2805"/>
                  </a:cubicBezTo>
                  <a:lnTo>
                    <a:pt x="7593" y="3750"/>
                  </a:lnTo>
                  <a:lnTo>
                    <a:pt x="7719" y="3655"/>
                  </a:lnTo>
                  <a:cubicBezTo>
                    <a:pt x="7798" y="3577"/>
                    <a:pt x="7908" y="3537"/>
                    <a:pt x="8019" y="3537"/>
                  </a:cubicBezTo>
                  <a:cubicBezTo>
                    <a:pt x="8129" y="3537"/>
                    <a:pt x="8239" y="3577"/>
                    <a:pt x="8318" y="3655"/>
                  </a:cubicBezTo>
                  <a:cubicBezTo>
                    <a:pt x="8475" y="3813"/>
                    <a:pt x="8475" y="4065"/>
                    <a:pt x="8318" y="4222"/>
                  </a:cubicBezTo>
                  <a:lnTo>
                    <a:pt x="8192" y="4348"/>
                  </a:lnTo>
                  <a:lnTo>
                    <a:pt x="9137" y="5294"/>
                  </a:lnTo>
                  <a:cubicBezTo>
                    <a:pt x="9295" y="5451"/>
                    <a:pt x="9295" y="5735"/>
                    <a:pt x="9137" y="5892"/>
                  </a:cubicBezTo>
                  <a:cubicBezTo>
                    <a:pt x="9058" y="5971"/>
                    <a:pt x="8948" y="6010"/>
                    <a:pt x="8838" y="6010"/>
                  </a:cubicBezTo>
                  <a:cubicBezTo>
                    <a:pt x="8727" y="6010"/>
                    <a:pt x="8617" y="5971"/>
                    <a:pt x="8538" y="5892"/>
                  </a:cubicBezTo>
                  <a:lnTo>
                    <a:pt x="7593" y="4947"/>
                  </a:lnTo>
                  <a:lnTo>
                    <a:pt x="6522" y="6018"/>
                  </a:lnTo>
                  <a:lnTo>
                    <a:pt x="7467" y="6963"/>
                  </a:lnTo>
                  <a:cubicBezTo>
                    <a:pt x="7625" y="7089"/>
                    <a:pt x="7625" y="7373"/>
                    <a:pt x="7467" y="7530"/>
                  </a:cubicBezTo>
                  <a:cubicBezTo>
                    <a:pt x="7388" y="7609"/>
                    <a:pt x="7286" y="7649"/>
                    <a:pt x="7184" y="7649"/>
                  </a:cubicBezTo>
                  <a:cubicBezTo>
                    <a:pt x="7081" y="7649"/>
                    <a:pt x="6979" y="7609"/>
                    <a:pt x="6900" y="7530"/>
                  </a:cubicBezTo>
                  <a:lnTo>
                    <a:pt x="5955" y="6585"/>
                  </a:lnTo>
                  <a:lnTo>
                    <a:pt x="4884" y="7656"/>
                  </a:lnTo>
                  <a:lnTo>
                    <a:pt x="5829" y="8602"/>
                  </a:lnTo>
                  <a:cubicBezTo>
                    <a:pt x="5987" y="8759"/>
                    <a:pt x="5987" y="9043"/>
                    <a:pt x="5829" y="9200"/>
                  </a:cubicBezTo>
                  <a:cubicBezTo>
                    <a:pt x="5750" y="9279"/>
                    <a:pt x="5640" y="9318"/>
                    <a:pt x="5530" y="9318"/>
                  </a:cubicBezTo>
                  <a:cubicBezTo>
                    <a:pt x="5419" y="9318"/>
                    <a:pt x="5309" y="9279"/>
                    <a:pt x="5230" y="9200"/>
                  </a:cubicBezTo>
                  <a:lnTo>
                    <a:pt x="4285" y="8255"/>
                  </a:lnTo>
                  <a:lnTo>
                    <a:pt x="4159" y="8381"/>
                  </a:lnTo>
                  <a:cubicBezTo>
                    <a:pt x="4080" y="8460"/>
                    <a:pt x="3978" y="8499"/>
                    <a:pt x="3876" y="8499"/>
                  </a:cubicBezTo>
                  <a:cubicBezTo>
                    <a:pt x="3773" y="8499"/>
                    <a:pt x="3671" y="8460"/>
                    <a:pt x="3592" y="8381"/>
                  </a:cubicBezTo>
                  <a:cubicBezTo>
                    <a:pt x="3435" y="8224"/>
                    <a:pt x="3435" y="7940"/>
                    <a:pt x="3592" y="7782"/>
                  </a:cubicBezTo>
                  <a:lnTo>
                    <a:pt x="3687" y="7656"/>
                  </a:lnTo>
                  <a:lnTo>
                    <a:pt x="2742" y="6711"/>
                  </a:lnTo>
                  <a:cubicBezTo>
                    <a:pt x="2584" y="6554"/>
                    <a:pt x="2584" y="6270"/>
                    <a:pt x="2742" y="6113"/>
                  </a:cubicBezTo>
                  <a:cubicBezTo>
                    <a:pt x="2820" y="6034"/>
                    <a:pt x="2931" y="5995"/>
                    <a:pt x="3041" y="5995"/>
                  </a:cubicBezTo>
                  <a:cubicBezTo>
                    <a:pt x="3151" y="5995"/>
                    <a:pt x="3261" y="6034"/>
                    <a:pt x="3340" y="6113"/>
                  </a:cubicBezTo>
                  <a:lnTo>
                    <a:pt x="4285" y="7058"/>
                  </a:lnTo>
                  <a:lnTo>
                    <a:pt x="5356" y="6018"/>
                  </a:lnTo>
                  <a:lnTo>
                    <a:pt x="4411" y="5073"/>
                  </a:lnTo>
                  <a:cubicBezTo>
                    <a:pt x="4254" y="4916"/>
                    <a:pt x="4254" y="4632"/>
                    <a:pt x="4411" y="4474"/>
                  </a:cubicBezTo>
                  <a:cubicBezTo>
                    <a:pt x="4490" y="4396"/>
                    <a:pt x="4600" y="4356"/>
                    <a:pt x="4711" y="4356"/>
                  </a:cubicBezTo>
                  <a:cubicBezTo>
                    <a:pt x="4821" y="4356"/>
                    <a:pt x="4931" y="4396"/>
                    <a:pt x="5010" y="4474"/>
                  </a:cubicBezTo>
                  <a:lnTo>
                    <a:pt x="5955" y="5420"/>
                  </a:lnTo>
                  <a:lnTo>
                    <a:pt x="6995" y="4348"/>
                  </a:lnTo>
                  <a:lnTo>
                    <a:pt x="6050" y="3403"/>
                  </a:lnTo>
                  <a:cubicBezTo>
                    <a:pt x="5892" y="3246"/>
                    <a:pt x="5892" y="2962"/>
                    <a:pt x="6050" y="2805"/>
                  </a:cubicBezTo>
                  <a:cubicBezTo>
                    <a:pt x="6128" y="2726"/>
                    <a:pt x="6239" y="2687"/>
                    <a:pt x="6349" y="2687"/>
                  </a:cubicBezTo>
                  <a:close/>
                  <a:moveTo>
                    <a:pt x="5987" y="1"/>
                  </a:moveTo>
                  <a:cubicBezTo>
                    <a:pt x="2805" y="757"/>
                    <a:pt x="788" y="3025"/>
                    <a:pt x="1" y="6081"/>
                  </a:cubicBezTo>
                  <a:lnTo>
                    <a:pt x="5955" y="12036"/>
                  </a:lnTo>
                  <a:cubicBezTo>
                    <a:pt x="9106" y="11248"/>
                    <a:pt x="11153" y="9043"/>
                    <a:pt x="11941" y="5955"/>
                  </a:cubicBezTo>
                  <a:lnTo>
                    <a:pt x="598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4" name="Google Shape;13782;p134">
            <a:extLst>
              <a:ext uri="{FF2B5EF4-FFF2-40B4-BE49-F238E27FC236}">
                <a16:creationId xmlns:a16="http://schemas.microsoft.com/office/drawing/2014/main" id="{86DED554-430E-44E7-4AEE-328DE7330DD8}"/>
              </a:ext>
            </a:extLst>
          </p:cNvPr>
          <p:cNvSpPr/>
          <p:nvPr/>
        </p:nvSpPr>
        <p:spPr>
          <a:xfrm>
            <a:off x="3531697" y="4968858"/>
            <a:ext cx="339202" cy="286900"/>
          </a:xfrm>
          <a:custGeom>
            <a:avLst/>
            <a:gdLst/>
            <a:ahLst/>
            <a:cxnLst/>
            <a:rect l="l" t="t" r="r" b="b"/>
            <a:pathLst>
              <a:path w="12666" h="10713" extrusionOk="0">
                <a:moveTo>
                  <a:pt x="1765" y="3309"/>
                </a:moveTo>
                <a:lnTo>
                  <a:pt x="1765" y="7058"/>
                </a:lnTo>
                <a:cubicBezTo>
                  <a:pt x="1765" y="7278"/>
                  <a:pt x="1954" y="7436"/>
                  <a:pt x="2206" y="7436"/>
                </a:cubicBezTo>
                <a:lnTo>
                  <a:pt x="2615" y="7436"/>
                </a:lnTo>
                <a:lnTo>
                  <a:pt x="2615" y="9925"/>
                </a:lnTo>
                <a:lnTo>
                  <a:pt x="788" y="9925"/>
                </a:lnTo>
                <a:lnTo>
                  <a:pt x="788" y="3309"/>
                </a:lnTo>
                <a:close/>
                <a:moveTo>
                  <a:pt x="5073" y="3309"/>
                </a:moveTo>
                <a:lnTo>
                  <a:pt x="5073" y="7058"/>
                </a:lnTo>
                <a:cubicBezTo>
                  <a:pt x="5073" y="7278"/>
                  <a:pt x="5262" y="7436"/>
                  <a:pt x="5514" y="7436"/>
                </a:cubicBezTo>
                <a:lnTo>
                  <a:pt x="5892" y="7436"/>
                </a:lnTo>
                <a:lnTo>
                  <a:pt x="5892" y="9925"/>
                </a:lnTo>
                <a:lnTo>
                  <a:pt x="3403" y="9925"/>
                </a:lnTo>
                <a:lnTo>
                  <a:pt x="3403" y="7436"/>
                </a:lnTo>
                <a:lnTo>
                  <a:pt x="3813" y="7436"/>
                </a:lnTo>
                <a:cubicBezTo>
                  <a:pt x="4033" y="7436"/>
                  <a:pt x="4254" y="7247"/>
                  <a:pt x="4254" y="7058"/>
                </a:cubicBezTo>
                <a:lnTo>
                  <a:pt x="4254" y="3309"/>
                </a:lnTo>
                <a:close/>
                <a:moveTo>
                  <a:pt x="8412" y="3309"/>
                </a:moveTo>
                <a:lnTo>
                  <a:pt x="8412" y="7058"/>
                </a:lnTo>
                <a:cubicBezTo>
                  <a:pt x="8412" y="7278"/>
                  <a:pt x="8601" y="7436"/>
                  <a:pt x="8853" y="7436"/>
                </a:cubicBezTo>
                <a:lnTo>
                  <a:pt x="9294" y="7436"/>
                </a:lnTo>
                <a:lnTo>
                  <a:pt x="9294" y="9925"/>
                </a:lnTo>
                <a:lnTo>
                  <a:pt x="6711" y="9925"/>
                </a:lnTo>
                <a:lnTo>
                  <a:pt x="6711" y="7436"/>
                </a:lnTo>
                <a:lnTo>
                  <a:pt x="7152" y="7436"/>
                </a:lnTo>
                <a:cubicBezTo>
                  <a:pt x="7404" y="7436"/>
                  <a:pt x="7593" y="7247"/>
                  <a:pt x="7593" y="7058"/>
                </a:cubicBezTo>
                <a:lnTo>
                  <a:pt x="7593" y="3309"/>
                </a:lnTo>
                <a:close/>
                <a:moveTo>
                  <a:pt x="11815" y="3309"/>
                </a:moveTo>
                <a:lnTo>
                  <a:pt x="11815" y="9925"/>
                </a:lnTo>
                <a:lnTo>
                  <a:pt x="9988" y="9925"/>
                </a:lnTo>
                <a:lnTo>
                  <a:pt x="9988" y="7436"/>
                </a:lnTo>
                <a:lnTo>
                  <a:pt x="10429" y="7436"/>
                </a:lnTo>
                <a:cubicBezTo>
                  <a:pt x="10649" y="7436"/>
                  <a:pt x="10870" y="7247"/>
                  <a:pt x="10870" y="7058"/>
                </a:cubicBezTo>
                <a:lnTo>
                  <a:pt x="10870" y="3309"/>
                </a:lnTo>
                <a:close/>
                <a:moveTo>
                  <a:pt x="379" y="1"/>
                </a:moveTo>
                <a:cubicBezTo>
                  <a:pt x="158" y="1"/>
                  <a:pt x="1" y="190"/>
                  <a:pt x="1" y="379"/>
                </a:cubicBezTo>
                <a:lnTo>
                  <a:pt x="1" y="10334"/>
                </a:lnTo>
                <a:cubicBezTo>
                  <a:pt x="1" y="10555"/>
                  <a:pt x="190" y="10712"/>
                  <a:pt x="379" y="10712"/>
                </a:cubicBezTo>
                <a:lnTo>
                  <a:pt x="12224" y="10712"/>
                </a:lnTo>
                <a:cubicBezTo>
                  <a:pt x="12476" y="10712"/>
                  <a:pt x="12665" y="10523"/>
                  <a:pt x="12665" y="10334"/>
                </a:cubicBezTo>
                <a:lnTo>
                  <a:pt x="12665" y="379"/>
                </a:lnTo>
                <a:cubicBezTo>
                  <a:pt x="12634" y="190"/>
                  <a:pt x="12445" y="1"/>
                  <a:pt x="12224" y="1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5" name="Google Shape;13783;p134">
            <a:extLst>
              <a:ext uri="{FF2B5EF4-FFF2-40B4-BE49-F238E27FC236}">
                <a16:creationId xmlns:a16="http://schemas.microsoft.com/office/drawing/2014/main" id="{412BB4B2-79FA-2830-CAB5-28389368314A}"/>
              </a:ext>
            </a:extLst>
          </p:cNvPr>
          <p:cNvGrpSpPr/>
          <p:nvPr/>
        </p:nvGrpSpPr>
        <p:grpSpPr>
          <a:xfrm>
            <a:off x="5181010" y="4487801"/>
            <a:ext cx="266627" cy="338988"/>
            <a:chOff x="-37370925" y="3579105"/>
            <a:chExt cx="248900" cy="316450"/>
          </a:xfrm>
          <a:solidFill>
            <a:schemeClr val="accent1">
              <a:lumMod val="75000"/>
            </a:schemeClr>
          </a:solidFill>
        </p:grpSpPr>
        <p:sp>
          <p:nvSpPr>
            <p:cNvPr id="326" name="Google Shape;13784;p134">
              <a:extLst>
                <a:ext uri="{FF2B5EF4-FFF2-40B4-BE49-F238E27FC236}">
                  <a16:creationId xmlns:a16="http://schemas.microsoft.com/office/drawing/2014/main" id="{355C661E-E034-A222-E358-F509BB31D2F8}"/>
                </a:ext>
              </a:extLst>
            </p:cNvPr>
            <p:cNvSpPr/>
            <p:nvPr/>
          </p:nvSpPr>
          <p:spPr>
            <a:xfrm>
              <a:off x="-37268550" y="3671055"/>
              <a:ext cx="83525" cy="82525"/>
            </a:xfrm>
            <a:custGeom>
              <a:avLst/>
              <a:gdLst/>
              <a:ahLst/>
              <a:cxnLst/>
              <a:rect l="l" t="t" r="r" b="b"/>
              <a:pathLst>
                <a:path w="3341" h="3301" extrusionOk="0">
                  <a:moveTo>
                    <a:pt x="2238" y="1"/>
                  </a:moveTo>
                  <a:lnTo>
                    <a:pt x="1" y="2237"/>
                  </a:lnTo>
                  <a:lnTo>
                    <a:pt x="946" y="3183"/>
                  </a:lnTo>
                  <a:cubicBezTo>
                    <a:pt x="1040" y="3261"/>
                    <a:pt x="1151" y="3301"/>
                    <a:pt x="1257" y="3301"/>
                  </a:cubicBezTo>
                  <a:cubicBezTo>
                    <a:pt x="1363" y="3301"/>
                    <a:pt x="1466" y="3261"/>
                    <a:pt x="1545" y="3183"/>
                  </a:cubicBezTo>
                  <a:lnTo>
                    <a:pt x="3183" y="1544"/>
                  </a:lnTo>
                  <a:cubicBezTo>
                    <a:pt x="3340" y="1387"/>
                    <a:pt x="3340" y="1103"/>
                    <a:pt x="3183" y="946"/>
                  </a:cubicBezTo>
                  <a:lnTo>
                    <a:pt x="223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13785;p134">
              <a:extLst>
                <a:ext uri="{FF2B5EF4-FFF2-40B4-BE49-F238E27FC236}">
                  <a16:creationId xmlns:a16="http://schemas.microsoft.com/office/drawing/2014/main" id="{E9272117-3EE8-1756-34DB-488743608C69}"/>
                </a:ext>
              </a:extLst>
            </p:cNvPr>
            <p:cNvSpPr/>
            <p:nvPr/>
          </p:nvSpPr>
          <p:spPr>
            <a:xfrm>
              <a:off x="-37370925" y="3579105"/>
              <a:ext cx="248900" cy="316450"/>
            </a:xfrm>
            <a:custGeom>
              <a:avLst/>
              <a:gdLst/>
              <a:ahLst/>
              <a:cxnLst/>
              <a:rect l="l" t="t" r="r" b="b"/>
              <a:pathLst>
                <a:path w="9956" h="12658" extrusionOk="0">
                  <a:moveTo>
                    <a:pt x="4537" y="8625"/>
                  </a:moveTo>
                  <a:cubicBezTo>
                    <a:pt x="4757" y="8625"/>
                    <a:pt x="4946" y="8845"/>
                    <a:pt x="4946" y="9066"/>
                  </a:cubicBezTo>
                  <a:cubicBezTo>
                    <a:pt x="4915" y="9255"/>
                    <a:pt x="4757" y="9475"/>
                    <a:pt x="4537" y="9475"/>
                  </a:cubicBezTo>
                  <a:cubicBezTo>
                    <a:pt x="4285" y="9475"/>
                    <a:pt x="4096" y="9255"/>
                    <a:pt x="4096" y="9066"/>
                  </a:cubicBezTo>
                  <a:cubicBezTo>
                    <a:pt x="4096" y="8845"/>
                    <a:pt x="4285" y="8625"/>
                    <a:pt x="4537" y="8625"/>
                  </a:cubicBezTo>
                  <a:close/>
                  <a:moveTo>
                    <a:pt x="2615" y="0"/>
                  </a:moveTo>
                  <a:cubicBezTo>
                    <a:pt x="2513" y="0"/>
                    <a:pt x="2410" y="40"/>
                    <a:pt x="2332" y="119"/>
                  </a:cubicBezTo>
                  <a:lnTo>
                    <a:pt x="662" y="1788"/>
                  </a:lnTo>
                  <a:cubicBezTo>
                    <a:pt x="504" y="1946"/>
                    <a:pt x="504" y="2229"/>
                    <a:pt x="662" y="2355"/>
                  </a:cubicBezTo>
                  <a:lnTo>
                    <a:pt x="1764" y="3458"/>
                  </a:lnTo>
                  <a:cubicBezTo>
                    <a:pt x="1166" y="4183"/>
                    <a:pt x="819" y="5096"/>
                    <a:pt x="819" y="6073"/>
                  </a:cubicBezTo>
                  <a:cubicBezTo>
                    <a:pt x="819" y="7774"/>
                    <a:pt x="1859" y="9223"/>
                    <a:pt x="3308" y="9853"/>
                  </a:cubicBezTo>
                  <a:lnTo>
                    <a:pt x="3308" y="10200"/>
                  </a:lnTo>
                  <a:lnTo>
                    <a:pt x="1229" y="10200"/>
                  </a:lnTo>
                  <a:cubicBezTo>
                    <a:pt x="536" y="10200"/>
                    <a:pt x="0" y="10767"/>
                    <a:pt x="0" y="11429"/>
                  </a:cubicBezTo>
                  <a:lnTo>
                    <a:pt x="0" y="12248"/>
                  </a:lnTo>
                  <a:cubicBezTo>
                    <a:pt x="0" y="12500"/>
                    <a:pt x="189" y="12657"/>
                    <a:pt x="441" y="12657"/>
                  </a:cubicBezTo>
                  <a:lnTo>
                    <a:pt x="8696" y="12657"/>
                  </a:lnTo>
                  <a:cubicBezTo>
                    <a:pt x="8948" y="12657"/>
                    <a:pt x="9137" y="12468"/>
                    <a:pt x="9137" y="12248"/>
                  </a:cubicBezTo>
                  <a:lnTo>
                    <a:pt x="9137" y="11429"/>
                  </a:lnTo>
                  <a:cubicBezTo>
                    <a:pt x="9137" y="10767"/>
                    <a:pt x="8570" y="10200"/>
                    <a:pt x="7876" y="10200"/>
                  </a:cubicBezTo>
                  <a:lnTo>
                    <a:pt x="5797" y="10200"/>
                  </a:lnTo>
                  <a:lnTo>
                    <a:pt x="5797" y="10137"/>
                  </a:lnTo>
                  <a:cubicBezTo>
                    <a:pt x="7120" y="9853"/>
                    <a:pt x="8223" y="8940"/>
                    <a:pt x="8790" y="7743"/>
                  </a:cubicBezTo>
                  <a:lnTo>
                    <a:pt x="9515" y="7743"/>
                  </a:lnTo>
                  <a:cubicBezTo>
                    <a:pt x="9767" y="7743"/>
                    <a:pt x="9956" y="7522"/>
                    <a:pt x="9956" y="7333"/>
                  </a:cubicBezTo>
                  <a:cubicBezTo>
                    <a:pt x="9893" y="7176"/>
                    <a:pt x="9735" y="6987"/>
                    <a:pt x="9483" y="6987"/>
                  </a:cubicBezTo>
                  <a:lnTo>
                    <a:pt x="6994" y="6987"/>
                  </a:lnTo>
                  <a:cubicBezTo>
                    <a:pt x="6774" y="6987"/>
                    <a:pt x="6585" y="7176"/>
                    <a:pt x="6585" y="7365"/>
                  </a:cubicBezTo>
                  <a:cubicBezTo>
                    <a:pt x="6585" y="7617"/>
                    <a:pt x="6774" y="7774"/>
                    <a:pt x="6994" y="7774"/>
                  </a:cubicBezTo>
                  <a:lnTo>
                    <a:pt x="7845" y="7774"/>
                  </a:lnTo>
                  <a:cubicBezTo>
                    <a:pt x="7404" y="8530"/>
                    <a:pt x="6648" y="9097"/>
                    <a:pt x="5734" y="9318"/>
                  </a:cubicBezTo>
                  <a:lnTo>
                    <a:pt x="5734" y="8971"/>
                  </a:lnTo>
                  <a:cubicBezTo>
                    <a:pt x="5734" y="8310"/>
                    <a:pt x="5198" y="7774"/>
                    <a:pt x="4537" y="7743"/>
                  </a:cubicBezTo>
                  <a:cubicBezTo>
                    <a:pt x="3844" y="7743"/>
                    <a:pt x="3308" y="8278"/>
                    <a:pt x="3308" y="8940"/>
                  </a:cubicBezTo>
                  <a:cubicBezTo>
                    <a:pt x="2332" y="8373"/>
                    <a:pt x="1638" y="7302"/>
                    <a:pt x="1638" y="6073"/>
                  </a:cubicBezTo>
                  <a:cubicBezTo>
                    <a:pt x="1638" y="5285"/>
                    <a:pt x="1922" y="4624"/>
                    <a:pt x="2363" y="4057"/>
                  </a:cubicBezTo>
                  <a:lnTo>
                    <a:pt x="3529" y="5254"/>
                  </a:lnTo>
                  <a:lnTo>
                    <a:pt x="5797" y="3017"/>
                  </a:lnTo>
                  <a:lnTo>
                    <a:pt x="2899" y="119"/>
                  </a:lnTo>
                  <a:cubicBezTo>
                    <a:pt x="2820" y="40"/>
                    <a:pt x="2717" y="0"/>
                    <a:pt x="26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8" name="Google Shape;13786;p134">
            <a:extLst>
              <a:ext uri="{FF2B5EF4-FFF2-40B4-BE49-F238E27FC236}">
                <a16:creationId xmlns:a16="http://schemas.microsoft.com/office/drawing/2014/main" id="{39B52164-F854-221F-87C0-81B9DFAF9C5E}"/>
              </a:ext>
            </a:extLst>
          </p:cNvPr>
          <p:cNvSpPr/>
          <p:nvPr/>
        </p:nvSpPr>
        <p:spPr>
          <a:xfrm>
            <a:off x="3072358" y="2837327"/>
            <a:ext cx="334140" cy="338693"/>
          </a:xfrm>
          <a:custGeom>
            <a:avLst/>
            <a:gdLst/>
            <a:ahLst/>
            <a:cxnLst/>
            <a:rect l="l" t="t" r="r" b="b"/>
            <a:pathLst>
              <a:path w="12477" h="12647" extrusionOk="0">
                <a:moveTo>
                  <a:pt x="3750" y="4538"/>
                </a:moveTo>
                <a:cubicBezTo>
                  <a:pt x="4223" y="4538"/>
                  <a:pt x="4601" y="4884"/>
                  <a:pt x="4601" y="5357"/>
                </a:cubicBezTo>
                <a:cubicBezTo>
                  <a:pt x="4601" y="5829"/>
                  <a:pt x="4223" y="6176"/>
                  <a:pt x="3750" y="6176"/>
                </a:cubicBezTo>
                <a:cubicBezTo>
                  <a:pt x="3277" y="6176"/>
                  <a:pt x="2931" y="5829"/>
                  <a:pt x="2931" y="5357"/>
                </a:cubicBezTo>
                <a:cubicBezTo>
                  <a:pt x="2931" y="4884"/>
                  <a:pt x="3277" y="4538"/>
                  <a:pt x="3750" y="4538"/>
                </a:cubicBezTo>
                <a:close/>
                <a:moveTo>
                  <a:pt x="6239" y="4538"/>
                </a:moveTo>
                <a:cubicBezTo>
                  <a:pt x="6711" y="4538"/>
                  <a:pt x="7058" y="4884"/>
                  <a:pt x="7058" y="5357"/>
                </a:cubicBezTo>
                <a:cubicBezTo>
                  <a:pt x="7058" y="5829"/>
                  <a:pt x="6711" y="6176"/>
                  <a:pt x="6239" y="6176"/>
                </a:cubicBezTo>
                <a:cubicBezTo>
                  <a:pt x="5766" y="6176"/>
                  <a:pt x="5420" y="5829"/>
                  <a:pt x="5420" y="5357"/>
                </a:cubicBezTo>
                <a:cubicBezTo>
                  <a:pt x="5420" y="4884"/>
                  <a:pt x="5766" y="4538"/>
                  <a:pt x="6239" y="4538"/>
                </a:cubicBezTo>
                <a:close/>
                <a:moveTo>
                  <a:pt x="8728" y="4538"/>
                </a:moveTo>
                <a:cubicBezTo>
                  <a:pt x="9200" y="4538"/>
                  <a:pt x="9547" y="4884"/>
                  <a:pt x="9547" y="5357"/>
                </a:cubicBezTo>
                <a:cubicBezTo>
                  <a:pt x="9547" y="5829"/>
                  <a:pt x="9200" y="6176"/>
                  <a:pt x="8728" y="6176"/>
                </a:cubicBezTo>
                <a:cubicBezTo>
                  <a:pt x="8255" y="6176"/>
                  <a:pt x="7877" y="5829"/>
                  <a:pt x="7877" y="5357"/>
                </a:cubicBezTo>
                <a:cubicBezTo>
                  <a:pt x="7877" y="4884"/>
                  <a:pt x="8255" y="4538"/>
                  <a:pt x="8728" y="4538"/>
                </a:cubicBezTo>
                <a:close/>
                <a:moveTo>
                  <a:pt x="6239" y="1"/>
                </a:moveTo>
                <a:cubicBezTo>
                  <a:pt x="2805" y="1"/>
                  <a:pt x="1" y="2395"/>
                  <a:pt x="1" y="5357"/>
                </a:cubicBezTo>
                <a:cubicBezTo>
                  <a:pt x="1" y="7436"/>
                  <a:pt x="1387" y="9200"/>
                  <a:pt x="3309" y="10082"/>
                </a:cubicBezTo>
                <a:lnTo>
                  <a:pt x="3309" y="12256"/>
                </a:lnTo>
                <a:cubicBezTo>
                  <a:pt x="3309" y="12486"/>
                  <a:pt x="3502" y="12646"/>
                  <a:pt x="3715" y="12646"/>
                </a:cubicBezTo>
                <a:cubicBezTo>
                  <a:pt x="3824" y="12646"/>
                  <a:pt x="3938" y="12604"/>
                  <a:pt x="4034" y="12508"/>
                </a:cubicBezTo>
                <a:lnTo>
                  <a:pt x="5609" y="10681"/>
                </a:lnTo>
                <a:cubicBezTo>
                  <a:pt x="5798" y="10681"/>
                  <a:pt x="5987" y="10713"/>
                  <a:pt x="6239" y="10713"/>
                </a:cubicBezTo>
                <a:cubicBezTo>
                  <a:pt x="9641" y="10713"/>
                  <a:pt x="12477" y="8350"/>
                  <a:pt x="12477" y="5357"/>
                </a:cubicBezTo>
                <a:cubicBezTo>
                  <a:pt x="12477" y="2395"/>
                  <a:pt x="9704" y="1"/>
                  <a:pt x="6239" y="1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13787;p134">
            <a:extLst>
              <a:ext uri="{FF2B5EF4-FFF2-40B4-BE49-F238E27FC236}">
                <a16:creationId xmlns:a16="http://schemas.microsoft.com/office/drawing/2014/main" id="{12F56AE0-8A3C-386F-5F50-5BD9B5143424}"/>
              </a:ext>
            </a:extLst>
          </p:cNvPr>
          <p:cNvSpPr/>
          <p:nvPr/>
        </p:nvSpPr>
        <p:spPr>
          <a:xfrm>
            <a:off x="3095134" y="3236424"/>
            <a:ext cx="288587" cy="340889"/>
          </a:xfrm>
          <a:custGeom>
            <a:avLst/>
            <a:gdLst/>
            <a:ahLst/>
            <a:cxnLst/>
            <a:rect l="l" t="t" r="r" b="b"/>
            <a:pathLst>
              <a:path w="10776" h="12729" extrusionOk="0">
                <a:moveTo>
                  <a:pt x="1670" y="851"/>
                </a:moveTo>
                <a:lnTo>
                  <a:pt x="1670" y="9326"/>
                </a:lnTo>
                <a:cubicBezTo>
                  <a:pt x="1355" y="9326"/>
                  <a:pt x="1072" y="9421"/>
                  <a:pt x="851" y="9578"/>
                </a:cubicBezTo>
                <a:lnTo>
                  <a:pt x="851" y="2049"/>
                </a:lnTo>
                <a:cubicBezTo>
                  <a:pt x="851" y="1481"/>
                  <a:pt x="1198" y="1072"/>
                  <a:pt x="1670" y="851"/>
                </a:cubicBezTo>
                <a:close/>
                <a:moveTo>
                  <a:pt x="9925" y="10177"/>
                </a:moveTo>
                <a:lnTo>
                  <a:pt x="9925" y="10208"/>
                </a:lnTo>
                <a:lnTo>
                  <a:pt x="9925" y="11846"/>
                </a:lnTo>
                <a:lnTo>
                  <a:pt x="1670" y="11846"/>
                </a:lnTo>
                <a:cubicBezTo>
                  <a:pt x="1229" y="11846"/>
                  <a:pt x="851" y="11468"/>
                  <a:pt x="851" y="11027"/>
                </a:cubicBezTo>
                <a:cubicBezTo>
                  <a:pt x="851" y="10586"/>
                  <a:pt x="1229" y="10177"/>
                  <a:pt x="1670" y="10177"/>
                </a:cubicBezTo>
                <a:close/>
                <a:moveTo>
                  <a:pt x="2111" y="1"/>
                </a:moveTo>
                <a:cubicBezTo>
                  <a:pt x="914" y="1"/>
                  <a:pt x="1" y="946"/>
                  <a:pt x="1" y="2080"/>
                </a:cubicBezTo>
                <a:lnTo>
                  <a:pt x="1" y="11059"/>
                </a:lnTo>
                <a:cubicBezTo>
                  <a:pt x="1" y="11973"/>
                  <a:pt x="757" y="12729"/>
                  <a:pt x="1670" y="12729"/>
                </a:cubicBezTo>
                <a:lnTo>
                  <a:pt x="10334" y="12729"/>
                </a:lnTo>
                <a:cubicBezTo>
                  <a:pt x="10586" y="12729"/>
                  <a:pt x="10775" y="12508"/>
                  <a:pt x="10775" y="12319"/>
                </a:cubicBezTo>
                <a:lnTo>
                  <a:pt x="10775" y="473"/>
                </a:lnTo>
                <a:cubicBezTo>
                  <a:pt x="10775" y="221"/>
                  <a:pt x="10586" y="64"/>
                  <a:pt x="10334" y="64"/>
                </a:cubicBezTo>
                <a:lnTo>
                  <a:pt x="9105" y="64"/>
                </a:lnTo>
                <a:lnTo>
                  <a:pt x="9105" y="3781"/>
                </a:lnTo>
                <a:cubicBezTo>
                  <a:pt x="9105" y="4011"/>
                  <a:pt x="8912" y="4171"/>
                  <a:pt x="8708" y="4171"/>
                </a:cubicBezTo>
                <a:cubicBezTo>
                  <a:pt x="8604" y="4171"/>
                  <a:pt x="8498" y="4129"/>
                  <a:pt x="8412" y="4033"/>
                </a:cubicBezTo>
                <a:lnTo>
                  <a:pt x="7845" y="3498"/>
                </a:lnTo>
                <a:lnTo>
                  <a:pt x="7310" y="4033"/>
                </a:lnTo>
                <a:cubicBezTo>
                  <a:pt x="7214" y="4129"/>
                  <a:pt x="7100" y="4171"/>
                  <a:pt x="6991" y="4171"/>
                </a:cubicBezTo>
                <a:cubicBezTo>
                  <a:pt x="6778" y="4171"/>
                  <a:pt x="6585" y="4011"/>
                  <a:pt x="6585" y="3781"/>
                </a:cubicBezTo>
                <a:lnTo>
                  <a:pt x="6585" y="64"/>
                </a:lnTo>
                <a:lnTo>
                  <a:pt x="2111" y="64"/>
                </a:lnTo>
                <a:lnTo>
                  <a:pt x="2111" y="1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0" name="Google Shape;13788;p134">
            <a:extLst>
              <a:ext uri="{FF2B5EF4-FFF2-40B4-BE49-F238E27FC236}">
                <a16:creationId xmlns:a16="http://schemas.microsoft.com/office/drawing/2014/main" id="{B5BC0FCE-D715-D8D5-53B5-DBCB1D82C94A}"/>
              </a:ext>
            </a:extLst>
          </p:cNvPr>
          <p:cNvGrpSpPr/>
          <p:nvPr/>
        </p:nvGrpSpPr>
        <p:grpSpPr>
          <a:xfrm>
            <a:off x="3066236" y="3642551"/>
            <a:ext cx="340889" cy="339202"/>
            <a:chOff x="-42259725" y="3951100"/>
            <a:chExt cx="318225" cy="316650"/>
          </a:xfrm>
          <a:solidFill>
            <a:schemeClr val="accent1">
              <a:lumMod val="75000"/>
            </a:schemeClr>
          </a:solidFill>
        </p:grpSpPr>
        <p:sp>
          <p:nvSpPr>
            <p:cNvPr id="331" name="Google Shape;13789;p134">
              <a:extLst>
                <a:ext uri="{FF2B5EF4-FFF2-40B4-BE49-F238E27FC236}">
                  <a16:creationId xmlns:a16="http://schemas.microsoft.com/office/drawing/2014/main" id="{710F580C-7684-6627-78E6-6E54F437FBED}"/>
                </a:ext>
              </a:extLst>
            </p:cNvPr>
            <p:cNvSpPr/>
            <p:nvPr/>
          </p:nvSpPr>
          <p:spPr>
            <a:xfrm>
              <a:off x="-42258150" y="3951100"/>
              <a:ext cx="316650" cy="123675"/>
            </a:xfrm>
            <a:custGeom>
              <a:avLst/>
              <a:gdLst/>
              <a:ahLst/>
              <a:cxnLst/>
              <a:rect l="l" t="t" r="r" b="b"/>
              <a:pathLst>
                <a:path w="12666" h="4947" extrusionOk="0">
                  <a:moveTo>
                    <a:pt x="2868" y="820"/>
                  </a:moveTo>
                  <a:cubicBezTo>
                    <a:pt x="3120" y="820"/>
                    <a:pt x="3277" y="1009"/>
                    <a:pt x="3277" y="1261"/>
                  </a:cubicBezTo>
                  <a:lnTo>
                    <a:pt x="3277" y="2899"/>
                  </a:lnTo>
                  <a:cubicBezTo>
                    <a:pt x="3277" y="3151"/>
                    <a:pt x="3057" y="3308"/>
                    <a:pt x="2868" y="3308"/>
                  </a:cubicBezTo>
                  <a:cubicBezTo>
                    <a:pt x="2647" y="3308"/>
                    <a:pt x="2490" y="3119"/>
                    <a:pt x="2427" y="2899"/>
                  </a:cubicBezTo>
                  <a:lnTo>
                    <a:pt x="2427" y="1261"/>
                  </a:lnTo>
                  <a:cubicBezTo>
                    <a:pt x="2427" y="1009"/>
                    <a:pt x="2647" y="851"/>
                    <a:pt x="2868" y="820"/>
                  </a:cubicBezTo>
                  <a:close/>
                  <a:moveTo>
                    <a:pt x="9767" y="820"/>
                  </a:moveTo>
                  <a:cubicBezTo>
                    <a:pt x="9988" y="820"/>
                    <a:pt x="10145" y="1009"/>
                    <a:pt x="10145" y="1261"/>
                  </a:cubicBezTo>
                  <a:lnTo>
                    <a:pt x="10145" y="2899"/>
                  </a:lnTo>
                  <a:cubicBezTo>
                    <a:pt x="10145" y="3151"/>
                    <a:pt x="9956" y="3308"/>
                    <a:pt x="9767" y="3308"/>
                  </a:cubicBezTo>
                  <a:cubicBezTo>
                    <a:pt x="9515" y="3308"/>
                    <a:pt x="9358" y="3119"/>
                    <a:pt x="9326" y="2899"/>
                  </a:cubicBezTo>
                  <a:lnTo>
                    <a:pt x="9326" y="1261"/>
                  </a:lnTo>
                  <a:cubicBezTo>
                    <a:pt x="9326" y="1009"/>
                    <a:pt x="9515" y="851"/>
                    <a:pt x="9767" y="820"/>
                  </a:cubicBezTo>
                  <a:close/>
                  <a:moveTo>
                    <a:pt x="2868" y="0"/>
                  </a:moveTo>
                  <a:cubicBezTo>
                    <a:pt x="2206" y="0"/>
                    <a:pt x="1639" y="536"/>
                    <a:pt x="1608" y="1229"/>
                  </a:cubicBezTo>
                  <a:lnTo>
                    <a:pt x="1608" y="1639"/>
                  </a:lnTo>
                  <a:lnTo>
                    <a:pt x="1230" y="1639"/>
                  </a:lnTo>
                  <a:cubicBezTo>
                    <a:pt x="536" y="1639"/>
                    <a:pt x="1" y="2206"/>
                    <a:pt x="1" y="2867"/>
                  </a:cubicBezTo>
                  <a:lnTo>
                    <a:pt x="1" y="4947"/>
                  </a:lnTo>
                  <a:lnTo>
                    <a:pt x="12666" y="4947"/>
                  </a:lnTo>
                  <a:lnTo>
                    <a:pt x="12666" y="2867"/>
                  </a:lnTo>
                  <a:cubicBezTo>
                    <a:pt x="12634" y="2206"/>
                    <a:pt x="12036" y="1639"/>
                    <a:pt x="11374" y="1639"/>
                  </a:cubicBezTo>
                  <a:lnTo>
                    <a:pt x="10996" y="1639"/>
                  </a:lnTo>
                  <a:lnTo>
                    <a:pt x="10996" y="1229"/>
                  </a:lnTo>
                  <a:cubicBezTo>
                    <a:pt x="10996" y="536"/>
                    <a:pt x="10429" y="0"/>
                    <a:pt x="9767" y="0"/>
                  </a:cubicBezTo>
                  <a:cubicBezTo>
                    <a:pt x="9106" y="0"/>
                    <a:pt x="8539" y="536"/>
                    <a:pt x="8507" y="1229"/>
                  </a:cubicBezTo>
                  <a:lnTo>
                    <a:pt x="8507" y="1639"/>
                  </a:lnTo>
                  <a:lnTo>
                    <a:pt x="4097" y="1639"/>
                  </a:lnTo>
                  <a:lnTo>
                    <a:pt x="4097" y="1229"/>
                  </a:lnTo>
                  <a:cubicBezTo>
                    <a:pt x="4097" y="536"/>
                    <a:pt x="3561" y="0"/>
                    <a:pt x="28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13790;p134">
              <a:extLst>
                <a:ext uri="{FF2B5EF4-FFF2-40B4-BE49-F238E27FC236}">
                  <a16:creationId xmlns:a16="http://schemas.microsoft.com/office/drawing/2014/main" id="{7AE04AF2-CDFC-B776-3241-8EBFB3C35D7C}"/>
                </a:ext>
              </a:extLst>
            </p:cNvPr>
            <p:cNvSpPr/>
            <p:nvPr/>
          </p:nvSpPr>
          <p:spPr>
            <a:xfrm>
              <a:off x="-42259725" y="4096800"/>
              <a:ext cx="316650" cy="170950"/>
            </a:xfrm>
            <a:custGeom>
              <a:avLst/>
              <a:gdLst/>
              <a:ahLst/>
              <a:cxnLst/>
              <a:rect l="l" t="t" r="r" b="b"/>
              <a:pathLst>
                <a:path w="12666" h="6838" extrusionOk="0">
                  <a:moveTo>
                    <a:pt x="1" y="1"/>
                  </a:moveTo>
                  <a:lnTo>
                    <a:pt x="1" y="5640"/>
                  </a:lnTo>
                  <a:lnTo>
                    <a:pt x="32" y="5640"/>
                  </a:lnTo>
                  <a:cubicBezTo>
                    <a:pt x="32" y="6302"/>
                    <a:pt x="568" y="6837"/>
                    <a:pt x="1261" y="6837"/>
                  </a:cubicBezTo>
                  <a:lnTo>
                    <a:pt x="11437" y="6837"/>
                  </a:lnTo>
                  <a:cubicBezTo>
                    <a:pt x="12099" y="6837"/>
                    <a:pt x="12666" y="6302"/>
                    <a:pt x="12666" y="5640"/>
                  </a:cubicBezTo>
                  <a:lnTo>
                    <a:pt x="1266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3" name="Google Shape;13791;p134">
            <a:extLst>
              <a:ext uri="{FF2B5EF4-FFF2-40B4-BE49-F238E27FC236}">
                <a16:creationId xmlns:a16="http://schemas.microsoft.com/office/drawing/2014/main" id="{89566E43-2B7C-1E95-93C3-481365CE46EA}"/>
              </a:ext>
            </a:extLst>
          </p:cNvPr>
          <p:cNvGrpSpPr/>
          <p:nvPr/>
        </p:nvGrpSpPr>
        <p:grpSpPr>
          <a:xfrm>
            <a:off x="5081751" y="2889856"/>
            <a:ext cx="340032" cy="309663"/>
            <a:chOff x="-40378075" y="3267450"/>
            <a:chExt cx="317425" cy="289075"/>
          </a:xfrm>
          <a:solidFill>
            <a:schemeClr val="accent1">
              <a:lumMod val="75000"/>
            </a:schemeClr>
          </a:solidFill>
        </p:grpSpPr>
        <p:sp>
          <p:nvSpPr>
            <p:cNvPr id="334" name="Google Shape;13792;p134">
              <a:extLst>
                <a:ext uri="{FF2B5EF4-FFF2-40B4-BE49-F238E27FC236}">
                  <a16:creationId xmlns:a16="http://schemas.microsoft.com/office/drawing/2014/main" id="{F28849D0-0ABD-948B-461B-58FA70F6CD2E}"/>
                </a:ext>
              </a:extLst>
            </p:cNvPr>
            <p:cNvSpPr/>
            <p:nvPr/>
          </p:nvSpPr>
          <p:spPr>
            <a:xfrm>
              <a:off x="-40218975" y="3308400"/>
              <a:ext cx="158325" cy="248125"/>
            </a:xfrm>
            <a:custGeom>
              <a:avLst/>
              <a:gdLst/>
              <a:ahLst/>
              <a:cxnLst/>
              <a:rect l="l" t="t" r="r" b="b"/>
              <a:pathLst>
                <a:path w="6333" h="9925" extrusionOk="0">
                  <a:moveTo>
                    <a:pt x="4694" y="1"/>
                  </a:moveTo>
                  <a:lnTo>
                    <a:pt x="4694" y="7877"/>
                  </a:lnTo>
                  <a:cubicBezTo>
                    <a:pt x="4694" y="8097"/>
                    <a:pt x="4474" y="8255"/>
                    <a:pt x="4253" y="8255"/>
                  </a:cubicBezTo>
                  <a:cubicBezTo>
                    <a:pt x="2993" y="8255"/>
                    <a:pt x="1638" y="8696"/>
                    <a:pt x="693" y="9452"/>
                  </a:cubicBezTo>
                  <a:cubicBezTo>
                    <a:pt x="536" y="9546"/>
                    <a:pt x="189" y="9925"/>
                    <a:pt x="0" y="9925"/>
                  </a:cubicBezTo>
                  <a:lnTo>
                    <a:pt x="5073" y="9925"/>
                  </a:lnTo>
                  <a:cubicBezTo>
                    <a:pt x="5734" y="9925"/>
                    <a:pt x="6333" y="9357"/>
                    <a:pt x="6333" y="8696"/>
                  </a:cubicBezTo>
                  <a:lnTo>
                    <a:pt x="6333" y="1229"/>
                  </a:lnTo>
                  <a:cubicBezTo>
                    <a:pt x="6333" y="536"/>
                    <a:pt x="5766" y="1"/>
                    <a:pt x="5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13793;p134">
              <a:extLst>
                <a:ext uri="{FF2B5EF4-FFF2-40B4-BE49-F238E27FC236}">
                  <a16:creationId xmlns:a16="http://schemas.microsoft.com/office/drawing/2014/main" id="{E8F0E3DC-74AD-6362-CD56-3FAC6ED101BE}"/>
                </a:ext>
              </a:extLst>
            </p:cNvPr>
            <p:cNvSpPr/>
            <p:nvPr/>
          </p:nvSpPr>
          <p:spPr>
            <a:xfrm>
              <a:off x="-40316650" y="3267450"/>
              <a:ext cx="86675" cy="257575"/>
            </a:xfrm>
            <a:custGeom>
              <a:avLst/>
              <a:gdLst/>
              <a:ahLst/>
              <a:cxnLst/>
              <a:rect l="l" t="t" r="r" b="b"/>
              <a:pathLst>
                <a:path w="3467" h="10303" extrusionOk="0">
                  <a:moveTo>
                    <a:pt x="1" y="0"/>
                  </a:moveTo>
                  <a:lnTo>
                    <a:pt x="1" y="9105"/>
                  </a:lnTo>
                  <a:cubicBezTo>
                    <a:pt x="1166" y="9200"/>
                    <a:pt x="2489" y="9578"/>
                    <a:pt x="3466" y="10302"/>
                  </a:cubicBezTo>
                  <a:lnTo>
                    <a:pt x="3466" y="1197"/>
                  </a:lnTo>
                  <a:cubicBezTo>
                    <a:pt x="2489" y="473"/>
                    <a:pt x="1229" y="95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13794;p134">
              <a:extLst>
                <a:ext uri="{FF2B5EF4-FFF2-40B4-BE49-F238E27FC236}">
                  <a16:creationId xmlns:a16="http://schemas.microsoft.com/office/drawing/2014/main" id="{A5610078-264F-C8F8-5089-19577039C38E}"/>
                </a:ext>
              </a:extLst>
            </p:cNvPr>
            <p:cNvSpPr/>
            <p:nvPr/>
          </p:nvSpPr>
          <p:spPr>
            <a:xfrm>
              <a:off x="-40209525" y="3267450"/>
              <a:ext cx="86650" cy="257575"/>
            </a:xfrm>
            <a:custGeom>
              <a:avLst/>
              <a:gdLst/>
              <a:ahLst/>
              <a:cxnLst/>
              <a:rect l="l" t="t" r="r" b="b"/>
              <a:pathLst>
                <a:path w="3466" h="10303" extrusionOk="0">
                  <a:moveTo>
                    <a:pt x="3466" y="0"/>
                  </a:moveTo>
                  <a:cubicBezTo>
                    <a:pt x="2300" y="95"/>
                    <a:pt x="977" y="473"/>
                    <a:pt x="0" y="1197"/>
                  </a:cubicBezTo>
                  <a:lnTo>
                    <a:pt x="0" y="10302"/>
                  </a:lnTo>
                  <a:cubicBezTo>
                    <a:pt x="977" y="9578"/>
                    <a:pt x="2237" y="9200"/>
                    <a:pt x="3466" y="9105"/>
                  </a:cubicBezTo>
                  <a:lnTo>
                    <a:pt x="346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13795;p134">
              <a:extLst>
                <a:ext uri="{FF2B5EF4-FFF2-40B4-BE49-F238E27FC236}">
                  <a16:creationId xmlns:a16="http://schemas.microsoft.com/office/drawing/2014/main" id="{CC70F712-0304-AB02-C3A2-9ED54061C3CB}"/>
                </a:ext>
              </a:extLst>
            </p:cNvPr>
            <p:cNvSpPr/>
            <p:nvPr/>
          </p:nvSpPr>
          <p:spPr>
            <a:xfrm>
              <a:off x="-40378075" y="3308400"/>
              <a:ext cx="157550" cy="248125"/>
            </a:xfrm>
            <a:custGeom>
              <a:avLst/>
              <a:gdLst/>
              <a:ahLst/>
              <a:cxnLst/>
              <a:rect l="l" t="t" r="r" b="b"/>
              <a:pathLst>
                <a:path w="6302" h="9925" extrusionOk="0">
                  <a:moveTo>
                    <a:pt x="1229" y="1"/>
                  </a:moveTo>
                  <a:cubicBezTo>
                    <a:pt x="567" y="1"/>
                    <a:pt x="0" y="536"/>
                    <a:pt x="0" y="1198"/>
                  </a:cubicBezTo>
                  <a:lnTo>
                    <a:pt x="0" y="8664"/>
                  </a:lnTo>
                  <a:cubicBezTo>
                    <a:pt x="32" y="9357"/>
                    <a:pt x="567" y="9925"/>
                    <a:pt x="1229" y="9925"/>
                  </a:cubicBezTo>
                  <a:lnTo>
                    <a:pt x="6301" y="9925"/>
                  </a:lnTo>
                  <a:cubicBezTo>
                    <a:pt x="6112" y="9925"/>
                    <a:pt x="5766" y="9609"/>
                    <a:pt x="5608" y="9452"/>
                  </a:cubicBezTo>
                  <a:cubicBezTo>
                    <a:pt x="4631" y="8664"/>
                    <a:pt x="3277" y="8255"/>
                    <a:pt x="2048" y="8255"/>
                  </a:cubicBezTo>
                  <a:cubicBezTo>
                    <a:pt x="1828" y="8255"/>
                    <a:pt x="1638" y="8066"/>
                    <a:pt x="1638" y="7877"/>
                  </a:cubicBezTo>
                  <a:lnTo>
                    <a:pt x="163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8" name="Google Shape;13796;p134">
            <a:extLst>
              <a:ext uri="{FF2B5EF4-FFF2-40B4-BE49-F238E27FC236}">
                <a16:creationId xmlns:a16="http://schemas.microsoft.com/office/drawing/2014/main" id="{AE8973E0-80DD-A1CB-338F-F8E60E88102E}"/>
              </a:ext>
            </a:extLst>
          </p:cNvPr>
          <p:cNvGrpSpPr/>
          <p:nvPr/>
        </p:nvGrpSpPr>
        <p:grpSpPr>
          <a:xfrm>
            <a:off x="5085112" y="3257749"/>
            <a:ext cx="333311" cy="339202"/>
            <a:chOff x="-40372575" y="3604550"/>
            <a:chExt cx="311150" cy="316650"/>
          </a:xfrm>
          <a:solidFill>
            <a:schemeClr val="accent1">
              <a:lumMod val="75000"/>
            </a:schemeClr>
          </a:solidFill>
        </p:grpSpPr>
        <p:sp>
          <p:nvSpPr>
            <p:cNvPr id="339" name="Google Shape;13797;p134">
              <a:extLst>
                <a:ext uri="{FF2B5EF4-FFF2-40B4-BE49-F238E27FC236}">
                  <a16:creationId xmlns:a16="http://schemas.microsoft.com/office/drawing/2014/main" id="{37783DE2-8A35-CE49-467F-E56933A80D3A}"/>
                </a:ext>
              </a:extLst>
            </p:cNvPr>
            <p:cNvSpPr/>
            <p:nvPr/>
          </p:nvSpPr>
          <p:spPr>
            <a:xfrm>
              <a:off x="-40372575" y="3604550"/>
              <a:ext cx="311150" cy="134475"/>
            </a:xfrm>
            <a:custGeom>
              <a:avLst/>
              <a:gdLst/>
              <a:ahLst/>
              <a:cxnLst/>
              <a:rect l="l" t="t" r="r" b="b"/>
              <a:pathLst>
                <a:path w="12446" h="5379" extrusionOk="0">
                  <a:moveTo>
                    <a:pt x="3088" y="0"/>
                  </a:moveTo>
                  <a:cubicBezTo>
                    <a:pt x="1639" y="0"/>
                    <a:pt x="316" y="1008"/>
                    <a:pt x="95" y="2489"/>
                  </a:cubicBezTo>
                  <a:cubicBezTo>
                    <a:pt x="1" y="3214"/>
                    <a:pt x="190" y="3938"/>
                    <a:pt x="568" y="4506"/>
                  </a:cubicBezTo>
                  <a:cubicBezTo>
                    <a:pt x="962" y="5071"/>
                    <a:pt x="1607" y="5366"/>
                    <a:pt x="2240" y="5366"/>
                  </a:cubicBezTo>
                  <a:cubicBezTo>
                    <a:pt x="2772" y="5366"/>
                    <a:pt x="3296" y="5157"/>
                    <a:pt x="3655" y="4726"/>
                  </a:cubicBezTo>
                  <a:cubicBezTo>
                    <a:pt x="4569" y="3655"/>
                    <a:pt x="3844" y="2489"/>
                    <a:pt x="2836" y="2489"/>
                  </a:cubicBezTo>
                  <a:cubicBezTo>
                    <a:pt x="2584" y="2489"/>
                    <a:pt x="2427" y="2678"/>
                    <a:pt x="2427" y="2899"/>
                  </a:cubicBezTo>
                  <a:cubicBezTo>
                    <a:pt x="2427" y="3151"/>
                    <a:pt x="2616" y="3308"/>
                    <a:pt x="2836" y="3340"/>
                  </a:cubicBezTo>
                  <a:cubicBezTo>
                    <a:pt x="3057" y="3340"/>
                    <a:pt x="3214" y="3529"/>
                    <a:pt x="3214" y="3749"/>
                  </a:cubicBezTo>
                  <a:cubicBezTo>
                    <a:pt x="3214" y="3970"/>
                    <a:pt x="3025" y="4127"/>
                    <a:pt x="2836" y="4127"/>
                  </a:cubicBezTo>
                  <a:cubicBezTo>
                    <a:pt x="2049" y="4127"/>
                    <a:pt x="1450" y="3434"/>
                    <a:pt x="1608" y="2584"/>
                  </a:cubicBezTo>
                  <a:cubicBezTo>
                    <a:pt x="1754" y="1999"/>
                    <a:pt x="2279" y="1632"/>
                    <a:pt x="2882" y="1632"/>
                  </a:cubicBezTo>
                  <a:cubicBezTo>
                    <a:pt x="2930" y="1632"/>
                    <a:pt x="2977" y="1634"/>
                    <a:pt x="3025" y="1639"/>
                  </a:cubicBezTo>
                  <a:cubicBezTo>
                    <a:pt x="3624" y="1733"/>
                    <a:pt x="4128" y="2048"/>
                    <a:pt x="4474" y="2489"/>
                  </a:cubicBezTo>
                  <a:lnTo>
                    <a:pt x="7908" y="2489"/>
                  </a:lnTo>
                  <a:cubicBezTo>
                    <a:pt x="8255" y="2017"/>
                    <a:pt x="8759" y="1702"/>
                    <a:pt x="9358" y="1639"/>
                  </a:cubicBezTo>
                  <a:cubicBezTo>
                    <a:pt x="9406" y="1634"/>
                    <a:pt x="9453" y="1632"/>
                    <a:pt x="9501" y="1632"/>
                  </a:cubicBezTo>
                  <a:cubicBezTo>
                    <a:pt x="10104" y="1632"/>
                    <a:pt x="10629" y="1999"/>
                    <a:pt x="10775" y="2584"/>
                  </a:cubicBezTo>
                  <a:cubicBezTo>
                    <a:pt x="10964" y="3434"/>
                    <a:pt x="10334" y="4127"/>
                    <a:pt x="9547" y="4127"/>
                  </a:cubicBezTo>
                  <a:cubicBezTo>
                    <a:pt x="9326" y="4127"/>
                    <a:pt x="9137" y="3938"/>
                    <a:pt x="9137" y="3749"/>
                  </a:cubicBezTo>
                  <a:cubicBezTo>
                    <a:pt x="9137" y="3497"/>
                    <a:pt x="9326" y="3340"/>
                    <a:pt x="9547" y="3340"/>
                  </a:cubicBezTo>
                  <a:cubicBezTo>
                    <a:pt x="9799" y="3340"/>
                    <a:pt x="9956" y="3151"/>
                    <a:pt x="9956" y="2899"/>
                  </a:cubicBezTo>
                  <a:cubicBezTo>
                    <a:pt x="9956" y="2678"/>
                    <a:pt x="9767" y="2521"/>
                    <a:pt x="9547" y="2489"/>
                  </a:cubicBezTo>
                  <a:cubicBezTo>
                    <a:pt x="8539" y="2489"/>
                    <a:pt x="7814" y="3686"/>
                    <a:pt x="8728" y="4726"/>
                  </a:cubicBezTo>
                  <a:cubicBezTo>
                    <a:pt x="9099" y="5169"/>
                    <a:pt x="9626" y="5379"/>
                    <a:pt x="10158" y="5379"/>
                  </a:cubicBezTo>
                  <a:cubicBezTo>
                    <a:pt x="10800" y="5379"/>
                    <a:pt x="11451" y="5074"/>
                    <a:pt x="11847" y="4506"/>
                  </a:cubicBezTo>
                  <a:cubicBezTo>
                    <a:pt x="12225" y="3970"/>
                    <a:pt x="12445" y="3277"/>
                    <a:pt x="12319" y="2489"/>
                  </a:cubicBezTo>
                  <a:cubicBezTo>
                    <a:pt x="12130" y="1008"/>
                    <a:pt x="10775" y="0"/>
                    <a:pt x="93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13798;p134">
              <a:extLst>
                <a:ext uri="{FF2B5EF4-FFF2-40B4-BE49-F238E27FC236}">
                  <a16:creationId xmlns:a16="http://schemas.microsoft.com/office/drawing/2014/main" id="{8A0DD9FD-EAB3-5169-CF54-097927993B38}"/>
                </a:ext>
              </a:extLst>
            </p:cNvPr>
            <p:cNvSpPr/>
            <p:nvPr/>
          </p:nvSpPr>
          <p:spPr>
            <a:xfrm>
              <a:off x="-40312700" y="3730575"/>
              <a:ext cx="185100" cy="190625"/>
            </a:xfrm>
            <a:custGeom>
              <a:avLst/>
              <a:gdLst/>
              <a:ahLst/>
              <a:cxnLst/>
              <a:rect l="l" t="t" r="r" b="b"/>
              <a:pathLst>
                <a:path w="7404" h="7625" extrusionOk="0">
                  <a:moveTo>
                    <a:pt x="2426" y="0"/>
                  </a:moveTo>
                  <a:lnTo>
                    <a:pt x="2426" y="5639"/>
                  </a:lnTo>
                  <a:cubicBezTo>
                    <a:pt x="2426" y="5860"/>
                    <a:pt x="2237" y="6017"/>
                    <a:pt x="2048" y="6017"/>
                  </a:cubicBezTo>
                  <a:cubicBezTo>
                    <a:pt x="1796" y="6017"/>
                    <a:pt x="1638" y="5828"/>
                    <a:pt x="1638" y="5639"/>
                  </a:cubicBezTo>
                  <a:lnTo>
                    <a:pt x="1638" y="473"/>
                  </a:lnTo>
                  <a:cubicBezTo>
                    <a:pt x="1229" y="851"/>
                    <a:pt x="630" y="1103"/>
                    <a:pt x="0" y="1134"/>
                  </a:cubicBezTo>
                  <a:lnTo>
                    <a:pt x="0" y="7246"/>
                  </a:lnTo>
                  <a:cubicBezTo>
                    <a:pt x="0" y="7467"/>
                    <a:pt x="189" y="7624"/>
                    <a:pt x="378" y="7624"/>
                  </a:cubicBezTo>
                  <a:lnTo>
                    <a:pt x="6994" y="7624"/>
                  </a:lnTo>
                  <a:cubicBezTo>
                    <a:pt x="7246" y="7624"/>
                    <a:pt x="7404" y="7435"/>
                    <a:pt x="7404" y="7246"/>
                  </a:cubicBezTo>
                  <a:lnTo>
                    <a:pt x="7404" y="1134"/>
                  </a:lnTo>
                  <a:cubicBezTo>
                    <a:pt x="6774" y="1071"/>
                    <a:pt x="6175" y="788"/>
                    <a:pt x="5734" y="315"/>
                  </a:cubicBezTo>
                  <a:lnTo>
                    <a:pt x="5734" y="5639"/>
                  </a:lnTo>
                  <a:cubicBezTo>
                    <a:pt x="5734" y="5860"/>
                    <a:pt x="5545" y="6017"/>
                    <a:pt x="5324" y="6017"/>
                  </a:cubicBezTo>
                  <a:cubicBezTo>
                    <a:pt x="5072" y="6017"/>
                    <a:pt x="4915" y="5828"/>
                    <a:pt x="4915" y="5639"/>
                  </a:cubicBezTo>
                  <a:lnTo>
                    <a:pt x="4915" y="0"/>
                  </a:lnTo>
                  <a:lnTo>
                    <a:pt x="4096" y="0"/>
                  </a:lnTo>
                  <a:lnTo>
                    <a:pt x="4096" y="5639"/>
                  </a:lnTo>
                  <a:cubicBezTo>
                    <a:pt x="4096" y="5860"/>
                    <a:pt x="3907" y="6017"/>
                    <a:pt x="3686" y="6017"/>
                  </a:cubicBezTo>
                  <a:cubicBezTo>
                    <a:pt x="3466" y="6017"/>
                    <a:pt x="3277" y="5828"/>
                    <a:pt x="3277" y="5639"/>
                  </a:cubicBezTo>
                  <a:lnTo>
                    <a:pt x="327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13799;p134">
              <a:extLst>
                <a:ext uri="{FF2B5EF4-FFF2-40B4-BE49-F238E27FC236}">
                  <a16:creationId xmlns:a16="http://schemas.microsoft.com/office/drawing/2014/main" id="{27C0FFDD-A8E9-9A9E-462D-5C08E09EEA0F}"/>
                </a:ext>
              </a:extLst>
            </p:cNvPr>
            <p:cNvSpPr/>
            <p:nvPr/>
          </p:nvSpPr>
          <p:spPr>
            <a:xfrm>
              <a:off x="-40250475" y="3688025"/>
              <a:ext cx="66950" cy="20500"/>
            </a:xfrm>
            <a:custGeom>
              <a:avLst/>
              <a:gdLst/>
              <a:ahLst/>
              <a:cxnLst/>
              <a:rect l="l" t="t" r="r" b="b"/>
              <a:pathLst>
                <a:path w="2678" h="820" extrusionOk="0">
                  <a:moveTo>
                    <a:pt x="0" y="1"/>
                  </a:moveTo>
                  <a:cubicBezTo>
                    <a:pt x="32" y="127"/>
                    <a:pt x="32" y="284"/>
                    <a:pt x="32" y="379"/>
                  </a:cubicBezTo>
                  <a:cubicBezTo>
                    <a:pt x="32" y="536"/>
                    <a:pt x="32" y="662"/>
                    <a:pt x="0" y="788"/>
                  </a:cubicBezTo>
                  <a:lnTo>
                    <a:pt x="2666" y="788"/>
                  </a:lnTo>
                  <a:cubicBezTo>
                    <a:pt x="2615" y="649"/>
                    <a:pt x="2615" y="555"/>
                    <a:pt x="2615" y="379"/>
                  </a:cubicBezTo>
                  <a:cubicBezTo>
                    <a:pt x="2615" y="284"/>
                    <a:pt x="2615" y="127"/>
                    <a:pt x="2678" y="1"/>
                  </a:cubicBezTo>
                  <a:close/>
                  <a:moveTo>
                    <a:pt x="2666" y="788"/>
                  </a:moveTo>
                  <a:cubicBezTo>
                    <a:pt x="2670" y="799"/>
                    <a:pt x="2674" y="809"/>
                    <a:pt x="2678" y="820"/>
                  </a:cubicBezTo>
                  <a:lnTo>
                    <a:pt x="2678" y="78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2" name="Google Shape;13800;p134">
            <a:extLst>
              <a:ext uri="{FF2B5EF4-FFF2-40B4-BE49-F238E27FC236}">
                <a16:creationId xmlns:a16="http://schemas.microsoft.com/office/drawing/2014/main" id="{8C1A48BB-36B0-CA19-BBFF-2B37A66D2E2F}"/>
              </a:ext>
            </a:extLst>
          </p:cNvPr>
          <p:cNvSpPr/>
          <p:nvPr/>
        </p:nvSpPr>
        <p:spPr>
          <a:xfrm>
            <a:off x="5088168" y="3664157"/>
            <a:ext cx="332453" cy="340970"/>
          </a:xfrm>
          <a:custGeom>
            <a:avLst/>
            <a:gdLst/>
            <a:ahLst/>
            <a:cxnLst/>
            <a:rect l="l" t="t" r="r" b="b"/>
            <a:pathLst>
              <a:path w="12414" h="12732" extrusionOk="0">
                <a:moveTo>
                  <a:pt x="11965" y="0"/>
                </a:moveTo>
                <a:cubicBezTo>
                  <a:pt x="11946" y="0"/>
                  <a:pt x="11928" y="1"/>
                  <a:pt x="11910" y="4"/>
                </a:cubicBezTo>
                <a:lnTo>
                  <a:pt x="4474" y="1642"/>
                </a:lnTo>
                <a:cubicBezTo>
                  <a:pt x="4254" y="1705"/>
                  <a:pt x="4128" y="1862"/>
                  <a:pt x="4128" y="2051"/>
                </a:cubicBezTo>
                <a:lnTo>
                  <a:pt x="4128" y="9108"/>
                </a:lnTo>
                <a:cubicBezTo>
                  <a:pt x="3718" y="8793"/>
                  <a:pt x="3120" y="8541"/>
                  <a:pt x="2490" y="8541"/>
                </a:cubicBezTo>
                <a:cubicBezTo>
                  <a:pt x="1103" y="8541"/>
                  <a:pt x="1" y="9486"/>
                  <a:pt x="1" y="10652"/>
                </a:cubicBezTo>
                <a:cubicBezTo>
                  <a:pt x="1" y="11786"/>
                  <a:pt x="1103" y="12731"/>
                  <a:pt x="2490" y="12731"/>
                </a:cubicBezTo>
                <a:cubicBezTo>
                  <a:pt x="3876" y="12731"/>
                  <a:pt x="4979" y="11786"/>
                  <a:pt x="4979" y="10652"/>
                </a:cubicBezTo>
                <a:lnTo>
                  <a:pt x="4979" y="4887"/>
                </a:lnTo>
                <a:lnTo>
                  <a:pt x="11595" y="3438"/>
                </a:lnTo>
                <a:lnTo>
                  <a:pt x="11595" y="7502"/>
                </a:lnTo>
                <a:cubicBezTo>
                  <a:pt x="11154" y="7187"/>
                  <a:pt x="10555" y="6935"/>
                  <a:pt x="9925" y="6935"/>
                </a:cubicBezTo>
                <a:cubicBezTo>
                  <a:pt x="8570" y="6935"/>
                  <a:pt x="7467" y="7880"/>
                  <a:pt x="7467" y="9014"/>
                </a:cubicBezTo>
                <a:cubicBezTo>
                  <a:pt x="7467" y="10180"/>
                  <a:pt x="8570" y="11125"/>
                  <a:pt x="9925" y="11125"/>
                </a:cubicBezTo>
                <a:cubicBezTo>
                  <a:pt x="11311" y="11125"/>
                  <a:pt x="12414" y="10180"/>
                  <a:pt x="12414" y="9014"/>
                </a:cubicBezTo>
                <a:lnTo>
                  <a:pt x="12414" y="445"/>
                </a:lnTo>
                <a:cubicBezTo>
                  <a:pt x="12414" y="182"/>
                  <a:pt x="12197" y="0"/>
                  <a:pt x="11965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4" name="Google Shape;13801;p134">
            <a:extLst>
              <a:ext uri="{FF2B5EF4-FFF2-40B4-BE49-F238E27FC236}">
                <a16:creationId xmlns:a16="http://schemas.microsoft.com/office/drawing/2014/main" id="{FC616DEF-3328-2B9A-C1D1-2E959664E02B}"/>
              </a:ext>
            </a:extLst>
          </p:cNvPr>
          <p:cNvGrpSpPr/>
          <p:nvPr/>
        </p:nvGrpSpPr>
        <p:grpSpPr>
          <a:xfrm>
            <a:off x="3915196" y="4076166"/>
            <a:ext cx="365849" cy="341211"/>
            <a:chOff x="-38542250" y="3220175"/>
            <a:chExt cx="341525" cy="318525"/>
          </a:xfrm>
          <a:solidFill>
            <a:schemeClr val="accent1">
              <a:lumMod val="75000"/>
            </a:schemeClr>
          </a:solidFill>
        </p:grpSpPr>
        <p:sp>
          <p:nvSpPr>
            <p:cNvPr id="345" name="Google Shape;13802;p134">
              <a:extLst>
                <a:ext uri="{FF2B5EF4-FFF2-40B4-BE49-F238E27FC236}">
                  <a16:creationId xmlns:a16="http://schemas.microsoft.com/office/drawing/2014/main" id="{3568D847-48EB-BD89-ED86-DBADE1286443}"/>
                </a:ext>
              </a:extLst>
            </p:cNvPr>
            <p:cNvSpPr/>
            <p:nvPr/>
          </p:nvSpPr>
          <p:spPr>
            <a:xfrm>
              <a:off x="-38542250" y="3440725"/>
              <a:ext cx="101750" cy="97975"/>
            </a:xfrm>
            <a:custGeom>
              <a:avLst/>
              <a:gdLst/>
              <a:ahLst/>
              <a:cxnLst/>
              <a:rect l="l" t="t" r="r" b="b"/>
              <a:pathLst>
                <a:path w="4070" h="3919" extrusionOk="0">
                  <a:moveTo>
                    <a:pt x="1455" y="0"/>
                  </a:moveTo>
                  <a:lnTo>
                    <a:pt x="1013" y="2489"/>
                  </a:lnTo>
                  <a:lnTo>
                    <a:pt x="289" y="3214"/>
                  </a:lnTo>
                  <a:cubicBezTo>
                    <a:pt x="1" y="3502"/>
                    <a:pt x="280" y="3919"/>
                    <a:pt x="597" y="3919"/>
                  </a:cubicBezTo>
                  <a:cubicBezTo>
                    <a:pt x="695" y="3919"/>
                    <a:pt x="798" y="3878"/>
                    <a:pt x="887" y="3781"/>
                  </a:cubicBezTo>
                  <a:lnTo>
                    <a:pt x="1612" y="3088"/>
                  </a:lnTo>
                  <a:lnTo>
                    <a:pt x="4069" y="2647"/>
                  </a:lnTo>
                  <a:lnTo>
                    <a:pt x="145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13803;p134">
              <a:extLst>
                <a:ext uri="{FF2B5EF4-FFF2-40B4-BE49-F238E27FC236}">
                  <a16:creationId xmlns:a16="http://schemas.microsoft.com/office/drawing/2014/main" id="{06ABA0BF-F993-D52A-8406-0FC31A2BFB49}"/>
                </a:ext>
              </a:extLst>
            </p:cNvPr>
            <p:cNvSpPr/>
            <p:nvPr/>
          </p:nvSpPr>
          <p:spPr>
            <a:xfrm>
              <a:off x="-38494875" y="3354075"/>
              <a:ext cx="141800" cy="141025"/>
            </a:xfrm>
            <a:custGeom>
              <a:avLst/>
              <a:gdLst/>
              <a:ahLst/>
              <a:cxnLst/>
              <a:rect l="l" t="t" r="r" b="b"/>
              <a:pathLst>
                <a:path w="5672" h="5641" extrusionOk="0">
                  <a:moveTo>
                    <a:pt x="2742" y="1"/>
                  </a:moveTo>
                  <a:lnTo>
                    <a:pt x="1" y="2710"/>
                  </a:lnTo>
                  <a:lnTo>
                    <a:pt x="2931" y="5640"/>
                  </a:lnTo>
                  <a:lnTo>
                    <a:pt x="5671" y="2899"/>
                  </a:lnTo>
                  <a:lnTo>
                    <a:pt x="27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13804;p134">
              <a:extLst>
                <a:ext uri="{FF2B5EF4-FFF2-40B4-BE49-F238E27FC236}">
                  <a16:creationId xmlns:a16="http://schemas.microsoft.com/office/drawing/2014/main" id="{A9FA192C-E847-34AF-D8CA-ECF65C8F3373}"/>
                </a:ext>
              </a:extLst>
            </p:cNvPr>
            <p:cNvSpPr/>
            <p:nvPr/>
          </p:nvSpPr>
          <p:spPr>
            <a:xfrm>
              <a:off x="-38432050" y="3220175"/>
              <a:ext cx="231325" cy="192225"/>
            </a:xfrm>
            <a:custGeom>
              <a:avLst/>
              <a:gdLst/>
              <a:ahLst/>
              <a:cxnLst/>
              <a:rect l="l" t="t" r="r" b="b"/>
              <a:pathLst>
                <a:path w="9253" h="7689" extrusionOk="0">
                  <a:moveTo>
                    <a:pt x="3442" y="1"/>
                  </a:moveTo>
                  <a:cubicBezTo>
                    <a:pt x="3127" y="1"/>
                    <a:pt x="2812" y="127"/>
                    <a:pt x="2591" y="379"/>
                  </a:cubicBezTo>
                  <a:lnTo>
                    <a:pt x="292" y="2647"/>
                  </a:lnTo>
                  <a:cubicBezTo>
                    <a:pt x="1" y="2962"/>
                    <a:pt x="287" y="3370"/>
                    <a:pt x="607" y="3370"/>
                  </a:cubicBezTo>
                  <a:cubicBezTo>
                    <a:pt x="704" y="3370"/>
                    <a:pt x="803" y="3333"/>
                    <a:pt x="890" y="3246"/>
                  </a:cubicBezTo>
                  <a:lnTo>
                    <a:pt x="3190" y="946"/>
                  </a:lnTo>
                  <a:cubicBezTo>
                    <a:pt x="3269" y="867"/>
                    <a:pt x="3371" y="828"/>
                    <a:pt x="3474" y="828"/>
                  </a:cubicBezTo>
                  <a:cubicBezTo>
                    <a:pt x="3576" y="828"/>
                    <a:pt x="3678" y="867"/>
                    <a:pt x="3757" y="946"/>
                  </a:cubicBezTo>
                  <a:lnTo>
                    <a:pt x="4198" y="1387"/>
                  </a:lnTo>
                  <a:lnTo>
                    <a:pt x="827" y="4758"/>
                  </a:lnTo>
                  <a:lnTo>
                    <a:pt x="3726" y="7688"/>
                  </a:lnTo>
                  <a:lnTo>
                    <a:pt x="7821" y="3593"/>
                  </a:lnTo>
                  <a:cubicBezTo>
                    <a:pt x="9253" y="2161"/>
                    <a:pt x="8028" y="43"/>
                    <a:pt x="6392" y="43"/>
                  </a:cubicBezTo>
                  <a:cubicBezTo>
                    <a:pt x="5868" y="43"/>
                    <a:pt x="5301" y="261"/>
                    <a:pt x="4765" y="789"/>
                  </a:cubicBezTo>
                  <a:cubicBezTo>
                    <a:pt x="4324" y="379"/>
                    <a:pt x="4041" y="1"/>
                    <a:pt x="34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8" name="Google Shape;13805;p134">
            <a:extLst>
              <a:ext uri="{FF2B5EF4-FFF2-40B4-BE49-F238E27FC236}">
                <a16:creationId xmlns:a16="http://schemas.microsoft.com/office/drawing/2014/main" id="{DD816DB1-C848-FFE0-711D-2D9871BECDD9}"/>
              </a:ext>
            </a:extLst>
          </p:cNvPr>
          <p:cNvGrpSpPr/>
          <p:nvPr/>
        </p:nvGrpSpPr>
        <p:grpSpPr>
          <a:xfrm>
            <a:off x="3935304" y="4497329"/>
            <a:ext cx="339202" cy="338372"/>
            <a:chOff x="-38537400" y="3588000"/>
            <a:chExt cx="316650" cy="315875"/>
          </a:xfrm>
          <a:solidFill>
            <a:schemeClr val="accent1">
              <a:lumMod val="75000"/>
            </a:schemeClr>
          </a:solidFill>
        </p:grpSpPr>
        <p:sp>
          <p:nvSpPr>
            <p:cNvPr id="349" name="Google Shape;13806;p134">
              <a:extLst>
                <a:ext uri="{FF2B5EF4-FFF2-40B4-BE49-F238E27FC236}">
                  <a16:creationId xmlns:a16="http://schemas.microsoft.com/office/drawing/2014/main" id="{8F667168-9794-59DC-8B13-61A0C944EDEF}"/>
                </a:ext>
              </a:extLst>
            </p:cNvPr>
            <p:cNvSpPr/>
            <p:nvPr/>
          </p:nvSpPr>
          <p:spPr>
            <a:xfrm>
              <a:off x="-38327900" y="3719550"/>
              <a:ext cx="20500" cy="41750"/>
            </a:xfrm>
            <a:custGeom>
              <a:avLst/>
              <a:gdLst/>
              <a:ahLst/>
              <a:cxnLst/>
              <a:rect l="l" t="t" r="r" b="b"/>
              <a:pathLst>
                <a:path w="820" h="1670" extrusionOk="0">
                  <a:moveTo>
                    <a:pt x="1" y="0"/>
                  </a:moveTo>
                  <a:lnTo>
                    <a:pt x="1" y="1229"/>
                  </a:lnTo>
                  <a:cubicBezTo>
                    <a:pt x="1" y="1449"/>
                    <a:pt x="190" y="1607"/>
                    <a:pt x="442" y="1670"/>
                  </a:cubicBezTo>
                  <a:cubicBezTo>
                    <a:pt x="631" y="1607"/>
                    <a:pt x="820" y="1449"/>
                    <a:pt x="820" y="1229"/>
                  </a:cubicBezTo>
                  <a:lnTo>
                    <a:pt x="82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13807;p134">
              <a:extLst>
                <a:ext uri="{FF2B5EF4-FFF2-40B4-BE49-F238E27FC236}">
                  <a16:creationId xmlns:a16="http://schemas.microsoft.com/office/drawing/2014/main" id="{76AF69AD-7CB5-A4EF-618B-5FEDC34C4306}"/>
                </a:ext>
              </a:extLst>
            </p:cNvPr>
            <p:cNvSpPr/>
            <p:nvPr/>
          </p:nvSpPr>
          <p:spPr>
            <a:xfrm>
              <a:off x="-38452350" y="3719550"/>
              <a:ext cx="21300" cy="41750"/>
            </a:xfrm>
            <a:custGeom>
              <a:avLst/>
              <a:gdLst/>
              <a:ahLst/>
              <a:cxnLst/>
              <a:rect l="l" t="t" r="r" b="b"/>
              <a:pathLst>
                <a:path w="852" h="1670" extrusionOk="0">
                  <a:moveTo>
                    <a:pt x="1" y="0"/>
                  </a:moveTo>
                  <a:lnTo>
                    <a:pt x="1" y="1229"/>
                  </a:lnTo>
                  <a:cubicBezTo>
                    <a:pt x="1" y="1449"/>
                    <a:pt x="221" y="1607"/>
                    <a:pt x="410" y="1670"/>
                  </a:cubicBezTo>
                  <a:cubicBezTo>
                    <a:pt x="631" y="1607"/>
                    <a:pt x="851" y="1449"/>
                    <a:pt x="851" y="1229"/>
                  </a:cubicBezTo>
                  <a:lnTo>
                    <a:pt x="85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13808;p134">
              <a:extLst>
                <a:ext uri="{FF2B5EF4-FFF2-40B4-BE49-F238E27FC236}">
                  <a16:creationId xmlns:a16="http://schemas.microsoft.com/office/drawing/2014/main" id="{50DE6845-EF01-5832-3CB7-8FE022BB1405}"/>
                </a:ext>
              </a:extLst>
            </p:cNvPr>
            <p:cNvSpPr/>
            <p:nvPr/>
          </p:nvSpPr>
          <p:spPr>
            <a:xfrm>
              <a:off x="-38516925" y="3759700"/>
              <a:ext cx="275700" cy="144175"/>
            </a:xfrm>
            <a:custGeom>
              <a:avLst/>
              <a:gdLst/>
              <a:ahLst/>
              <a:cxnLst/>
              <a:rect l="l" t="t" r="r" b="b"/>
              <a:pathLst>
                <a:path w="11028" h="5767" extrusionOk="0">
                  <a:moveTo>
                    <a:pt x="7152" y="1671"/>
                  </a:moveTo>
                  <a:cubicBezTo>
                    <a:pt x="7404" y="1671"/>
                    <a:pt x="7593" y="1860"/>
                    <a:pt x="7593" y="2112"/>
                  </a:cubicBezTo>
                  <a:lnTo>
                    <a:pt x="7593" y="3750"/>
                  </a:lnTo>
                  <a:cubicBezTo>
                    <a:pt x="7593" y="4002"/>
                    <a:pt x="7404" y="4159"/>
                    <a:pt x="7152" y="4159"/>
                  </a:cubicBezTo>
                  <a:lnTo>
                    <a:pt x="3844" y="4159"/>
                  </a:lnTo>
                  <a:cubicBezTo>
                    <a:pt x="3624" y="4159"/>
                    <a:pt x="3434" y="3939"/>
                    <a:pt x="3434" y="3750"/>
                  </a:cubicBezTo>
                  <a:lnTo>
                    <a:pt x="3434" y="2112"/>
                  </a:lnTo>
                  <a:cubicBezTo>
                    <a:pt x="3434" y="1860"/>
                    <a:pt x="3624" y="1671"/>
                    <a:pt x="3844" y="1671"/>
                  </a:cubicBezTo>
                  <a:close/>
                  <a:moveTo>
                    <a:pt x="0" y="1"/>
                  </a:moveTo>
                  <a:lnTo>
                    <a:pt x="0" y="4537"/>
                  </a:lnTo>
                  <a:cubicBezTo>
                    <a:pt x="0" y="5199"/>
                    <a:pt x="568" y="5766"/>
                    <a:pt x="1261" y="5766"/>
                  </a:cubicBezTo>
                  <a:lnTo>
                    <a:pt x="9798" y="5766"/>
                  </a:lnTo>
                  <a:cubicBezTo>
                    <a:pt x="10460" y="5766"/>
                    <a:pt x="11027" y="5199"/>
                    <a:pt x="11027" y="4537"/>
                  </a:cubicBezTo>
                  <a:lnTo>
                    <a:pt x="11027" y="1"/>
                  </a:lnTo>
                  <a:lnTo>
                    <a:pt x="9168" y="1"/>
                  </a:lnTo>
                  <a:cubicBezTo>
                    <a:pt x="9011" y="473"/>
                    <a:pt x="8538" y="851"/>
                    <a:pt x="8003" y="851"/>
                  </a:cubicBezTo>
                  <a:cubicBezTo>
                    <a:pt x="7436" y="851"/>
                    <a:pt x="6995" y="473"/>
                    <a:pt x="6806" y="1"/>
                  </a:cubicBezTo>
                  <a:lnTo>
                    <a:pt x="4159" y="1"/>
                  </a:lnTo>
                  <a:cubicBezTo>
                    <a:pt x="4002" y="473"/>
                    <a:pt x="3560" y="851"/>
                    <a:pt x="2993" y="851"/>
                  </a:cubicBezTo>
                  <a:cubicBezTo>
                    <a:pt x="2489" y="851"/>
                    <a:pt x="2017" y="536"/>
                    <a:pt x="18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13809;p134">
              <a:extLst>
                <a:ext uri="{FF2B5EF4-FFF2-40B4-BE49-F238E27FC236}">
                  <a16:creationId xmlns:a16="http://schemas.microsoft.com/office/drawing/2014/main" id="{AF92D44A-0BEB-4D25-3696-A8F8A81CA93E}"/>
                </a:ext>
              </a:extLst>
            </p:cNvPr>
            <p:cNvSpPr/>
            <p:nvPr/>
          </p:nvSpPr>
          <p:spPr>
            <a:xfrm>
              <a:off x="-38537400" y="3588000"/>
              <a:ext cx="316650" cy="151250"/>
            </a:xfrm>
            <a:custGeom>
              <a:avLst/>
              <a:gdLst/>
              <a:ahLst/>
              <a:cxnLst/>
              <a:rect l="l" t="t" r="r" b="b"/>
              <a:pathLst>
                <a:path w="12666" h="6050" extrusionOk="0">
                  <a:moveTo>
                    <a:pt x="7971" y="820"/>
                  </a:moveTo>
                  <a:cubicBezTo>
                    <a:pt x="8223" y="820"/>
                    <a:pt x="8381" y="1009"/>
                    <a:pt x="8412" y="1229"/>
                  </a:cubicBezTo>
                  <a:lnTo>
                    <a:pt x="8412" y="1639"/>
                  </a:lnTo>
                  <a:lnTo>
                    <a:pt x="4253" y="1639"/>
                  </a:lnTo>
                  <a:lnTo>
                    <a:pt x="4253" y="1229"/>
                  </a:lnTo>
                  <a:cubicBezTo>
                    <a:pt x="4253" y="1009"/>
                    <a:pt x="4443" y="851"/>
                    <a:pt x="4663" y="820"/>
                  </a:cubicBezTo>
                  <a:close/>
                  <a:moveTo>
                    <a:pt x="4632" y="1"/>
                  </a:moveTo>
                  <a:cubicBezTo>
                    <a:pt x="3970" y="1"/>
                    <a:pt x="3403" y="536"/>
                    <a:pt x="3403" y="1229"/>
                  </a:cubicBezTo>
                  <a:lnTo>
                    <a:pt x="3403" y="1639"/>
                  </a:lnTo>
                  <a:lnTo>
                    <a:pt x="1229" y="1639"/>
                  </a:lnTo>
                  <a:cubicBezTo>
                    <a:pt x="536" y="1639"/>
                    <a:pt x="0" y="2175"/>
                    <a:pt x="0" y="2868"/>
                  </a:cubicBezTo>
                  <a:lnTo>
                    <a:pt x="0" y="5609"/>
                  </a:lnTo>
                  <a:cubicBezTo>
                    <a:pt x="0" y="5861"/>
                    <a:pt x="189" y="6050"/>
                    <a:pt x="378" y="6050"/>
                  </a:cubicBezTo>
                  <a:lnTo>
                    <a:pt x="2584" y="6050"/>
                  </a:lnTo>
                  <a:lnTo>
                    <a:pt x="2584" y="4821"/>
                  </a:lnTo>
                  <a:cubicBezTo>
                    <a:pt x="2584" y="4600"/>
                    <a:pt x="2804" y="4380"/>
                    <a:pt x="3025" y="4380"/>
                  </a:cubicBezTo>
                  <a:lnTo>
                    <a:pt x="4663" y="4380"/>
                  </a:lnTo>
                  <a:cubicBezTo>
                    <a:pt x="4915" y="4380"/>
                    <a:pt x="5104" y="4600"/>
                    <a:pt x="5104" y="4821"/>
                  </a:cubicBezTo>
                  <a:lnTo>
                    <a:pt x="5104" y="6050"/>
                  </a:lnTo>
                  <a:lnTo>
                    <a:pt x="7593" y="6050"/>
                  </a:lnTo>
                  <a:lnTo>
                    <a:pt x="7593" y="4821"/>
                  </a:lnTo>
                  <a:cubicBezTo>
                    <a:pt x="7593" y="4600"/>
                    <a:pt x="7782" y="4380"/>
                    <a:pt x="7971" y="4380"/>
                  </a:cubicBezTo>
                  <a:lnTo>
                    <a:pt x="9641" y="4380"/>
                  </a:lnTo>
                  <a:cubicBezTo>
                    <a:pt x="9861" y="4380"/>
                    <a:pt x="10019" y="4600"/>
                    <a:pt x="10019" y="4821"/>
                  </a:cubicBezTo>
                  <a:lnTo>
                    <a:pt x="10019" y="6050"/>
                  </a:lnTo>
                  <a:lnTo>
                    <a:pt x="12224" y="6050"/>
                  </a:lnTo>
                  <a:cubicBezTo>
                    <a:pt x="12476" y="6050"/>
                    <a:pt x="12665" y="5861"/>
                    <a:pt x="12665" y="5609"/>
                  </a:cubicBezTo>
                  <a:lnTo>
                    <a:pt x="12665" y="2868"/>
                  </a:lnTo>
                  <a:cubicBezTo>
                    <a:pt x="12665" y="2238"/>
                    <a:pt x="12067" y="1639"/>
                    <a:pt x="11405" y="1639"/>
                  </a:cubicBezTo>
                  <a:lnTo>
                    <a:pt x="9200" y="1639"/>
                  </a:lnTo>
                  <a:lnTo>
                    <a:pt x="9200" y="1229"/>
                  </a:lnTo>
                  <a:cubicBezTo>
                    <a:pt x="9200" y="568"/>
                    <a:pt x="8664" y="32"/>
                    <a:pt x="79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3" name="Google Shape;13810;p134">
            <a:extLst>
              <a:ext uri="{FF2B5EF4-FFF2-40B4-BE49-F238E27FC236}">
                <a16:creationId xmlns:a16="http://schemas.microsoft.com/office/drawing/2014/main" id="{BD46B117-6FB7-E0EC-EBEF-0D48A198D62E}"/>
              </a:ext>
            </a:extLst>
          </p:cNvPr>
          <p:cNvGrpSpPr/>
          <p:nvPr/>
        </p:nvGrpSpPr>
        <p:grpSpPr>
          <a:xfrm>
            <a:off x="3934460" y="4916804"/>
            <a:ext cx="340889" cy="339202"/>
            <a:chOff x="-38538975" y="3954250"/>
            <a:chExt cx="318225" cy="316650"/>
          </a:xfrm>
          <a:solidFill>
            <a:schemeClr val="accent1">
              <a:lumMod val="75000"/>
            </a:schemeClr>
          </a:solidFill>
        </p:grpSpPr>
        <p:sp>
          <p:nvSpPr>
            <p:cNvPr id="354" name="Google Shape;13811;p134">
              <a:extLst>
                <a:ext uri="{FF2B5EF4-FFF2-40B4-BE49-F238E27FC236}">
                  <a16:creationId xmlns:a16="http://schemas.microsoft.com/office/drawing/2014/main" id="{D53EB070-C3B0-30FD-9685-82D2B8FC3332}"/>
                </a:ext>
              </a:extLst>
            </p:cNvPr>
            <p:cNvSpPr/>
            <p:nvPr/>
          </p:nvSpPr>
          <p:spPr>
            <a:xfrm>
              <a:off x="-38538975" y="3954250"/>
              <a:ext cx="254425" cy="253625"/>
            </a:xfrm>
            <a:custGeom>
              <a:avLst/>
              <a:gdLst/>
              <a:ahLst/>
              <a:cxnLst/>
              <a:rect l="l" t="t" r="r" b="b"/>
              <a:pathLst>
                <a:path w="10177" h="10145" extrusionOk="0">
                  <a:moveTo>
                    <a:pt x="5104" y="3813"/>
                  </a:moveTo>
                  <a:cubicBezTo>
                    <a:pt x="5797" y="3813"/>
                    <a:pt x="6364" y="4348"/>
                    <a:pt x="6364" y="5073"/>
                  </a:cubicBezTo>
                  <a:cubicBezTo>
                    <a:pt x="6364" y="5766"/>
                    <a:pt x="5797" y="6333"/>
                    <a:pt x="5104" y="6333"/>
                  </a:cubicBezTo>
                  <a:cubicBezTo>
                    <a:pt x="4379" y="6333"/>
                    <a:pt x="3844" y="5766"/>
                    <a:pt x="3844" y="5073"/>
                  </a:cubicBezTo>
                  <a:cubicBezTo>
                    <a:pt x="3844" y="4411"/>
                    <a:pt x="4411" y="3813"/>
                    <a:pt x="5104" y="3813"/>
                  </a:cubicBezTo>
                  <a:close/>
                  <a:moveTo>
                    <a:pt x="5104" y="0"/>
                  </a:moveTo>
                  <a:cubicBezTo>
                    <a:pt x="2300" y="0"/>
                    <a:pt x="0" y="2269"/>
                    <a:pt x="0" y="5073"/>
                  </a:cubicBezTo>
                  <a:cubicBezTo>
                    <a:pt x="63" y="7908"/>
                    <a:pt x="2300" y="10145"/>
                    <a:pt x="5104" y="10145"/>
                  </a:cubicBezTo>
                  <a:cubicBezTo>
                    <a:pt x="7877" y="10145"/>
                    <a:pt x="10176" y="7877"/>
                    <a:pt x="10176" y="5073"/>
                  </a:cubicBezTo>
                  <a:cubicBezTo>
                    <a:pt x="10176" y="2269"/>
                    <a:pt x="7877" y="0"/>
                    <a:pt x="510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13812;p134">
              <a:extLst>
                <a:ext uri="{FF2B5EF4-FFF2-40B4-BE49-F238E27FC236}">
                  <a16:creationId xmlns:a16="http://schemas.microsoft.com/office/drawing/2014/main" id="{AF5A2B42-495E-C771-BEB0-8BDAEE00629C}"/>
                </a:ext>
              </a:extLst>
            </p:cNvPr>
            <p:cNvSpPr/>
            <p:nvPr/>
          </p:nvSpPr>
          <p:spPr>
            <a:xfrm>
              <a:off x="-38496450" y="4081725"/>
              <a:ext cx="275700" cy="189175"/>
            </a:xfrm>
            <a:custGeom>
              <a:avLst/>
              <a:gdLst/>
              <a:ahLst/>
              <a:cxnLst/>
              <a:rect l="l" t="t" r="r" b="b"/>
              <a:pathLst>
                <a:path w="11028" h="7567" extrusionOk="0">
                  <a:moveTo>
                    <a:pt x="9774" y="0"/>
                  </a:moveTo>
                  <a:cubicBezTo>
                    <a:pt x="9040" y="0"/>
                    <a:pt x="8444" y="548"/>
                    <a:pt x="8444" y="1265"/>
                  </a:cubicBezTo>
                  <a:cubicBezTo>
                    <a:pt x="8444" y="1801"/>
                    <a:pt x="8790" y="2305"/>
                    <a:pt x="9295" y="2463"/>
                  </a:cubicBezTo>
                  <a:lnTo>
                    <a:pt x="9295" y="2967"/>
                  </a:lnTo>
                  <a:cubicBezTo>
                    <a:pt x="9295" y="4416"/>
                    <a:pt x="8192" y="5645"/>
                    <a:pt x="6774" y="5834"/>
                  </a:cubicBezTo>
                  <a:lnTo>
                    <a:pt x="6774" y="4825"/>
                  </a:lnTo>
                  <a:cubicBezTo>
                    <a:pt x="5829" y="5487"/>
                    <a:pt x="4663" y="5865"/>
                    <a:pt x="3403" y="5865"/>
                  </a:cubicBezTo>
                  <a:cubicBezTo>
                    <a:pt x="2143" y="5865"/>
                    <a:pt x="977" y="5487"/>
                    <a:pt x="1" y="4825"/>
                  </a:cubicBezTo>
                  <a:lnTo>
                    <a:pt x="1" y="6306"/>
                  </a:lnTo>
                  <a:cubicBezTo>
                    <a:pt x="1" y="7031"/>
                    <a:pt x="568" y="7566"/>
                    <a:pt x="1261" y="7566"/>
                  </a:cubicBezTo>
                  <a:lnTo>
                    <a:pt x="5388" y="7566"/>
                  </a:lnTo>
                  <a:cubicBezTo>
                    <a:pt x="5955" y="7566"/>
                    <a:pt x="6459" y="7220"/>
                    <a:pt x="6617" y="6716"/>
                  </a:cubicBezTo>
                  <a:cubicBezTo>
                    <a:pt x="8601" y="6495"/>
                    <a:pt x="10082" y="4920"/>
                    <a:pt x="10114" y="2904"/>
                  </a:cubicBezTo>
                  <a:lnTo>
                    <a:pt x="10114" y="2400"/>
                  </a:lnTo>
                  <a:cubicBezTo>
                    <a:pt x="10649" y="2211"/>
                    <a:pt x="11027" y="1706"/>
                    <a:pt x="10996" y="1108"/>
                  </a:cubicBezTo>
                  <a:cubicBezTo>
                    <a:pt x="10964" y="572"/>
                    <a:pt x="10492" y="100"/>
                    <a:pt x="9893" y="5"/>
                  </a:cubicBezTo>
                  <a:cubicBezTo>
                    <a:pt x="9853" y="2"/>
                    <a:pt x="9813" y="0"/>
                    <a:pt x="97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6" name="Google Shape;13813;p134">
            <a:extLst>
              <a:ext uri="{FF2B5EF4-FFF2-40B4-BE49-F238E27FC236}">
                <a16:creationId xmlns:a16="http://schemas.microsoft.com/office/drawing/2014/main" id="{E092E178-0D25-6B5F-966E-50A83F74CF00}"/>
              </a:ext>
            </a:extLst>
          </p:cNvPr>
          <p:cNvGrpSpPr/>
          <p:nvPr/>
        </p:nvGrpSpPr>
        <p:grpSpPr>
          <a:xfrm>
            <a:off x="5142207" y="4912153"/>
            <a:ext cx="344236" cy="340889"/>
            <a:chOff x="-37385100" y="3949908"/>
            <a:chExt cx="321350" cy="318225"/>
          </a:xfrm>
          <a:solidFill>
            <a:schemeClr val="accent1">
              <a:lumMod val="75000"/>
            </a:schemeClr>
          </a:solidFill>
        </p:grpSpPr>
        <p:sp>
          <p:nvSpPr>
            <p:cNvPr id="357" name="Google Shape;13814;p134">
              <a:extLst>
                <a:ext uri="{FF2B5EF4-FFF2-40B4-BE49-F238E27FC236}">
                  <a16:creationId xmlns:a16="http://schemas.microsoft.com/office/drawing/2014/main" id="{FC7CBA43-19CB-0812-A648-CA1A6181FFBF}"/>
                </a:ext>
              </a:extLst>
            </p:cNvPr>
            <p:cNvSpPr/>
            <p:nvPr/>
          </p:nvSpPr>
          <p:spPr>
            <a:xfrm>
              <a:off x="-37190575" y="4145233"/>
              <a:ext cx="126825" cy="122900"/>
            </a:xfrm>
            <a:custGeom>
              <a:avLst/>
              <a:gdLst/>
              <a:ahLst/>
              <a:cxnLst/>
              <a:rect l="l" t="t" r="r" b="b"/>
              <a:pathLst>
                <a:path w="5073" h="4916" extrusionOk="0">
                  <a:moveTo>
                    <a:pt x="2238" y="1"/>
                  </a:moveTo>
                  <a:cubicBezTo>
                    <a:pt x="1986" y="442"/>
                    <a:pt x="1671" y="820"/>
                    <a:pt x="1324" y="1229"/>
                  </a:cubicBezTo>
                  <a:cubicBezTo>
                    <a:pt x="946" y="1671"/>
                    <a:pt x="473" y="1986"/>
                    <a:pt x="1" y="2238"/>
                  </a:cubicBezTo>
                  <a:lnTo>
                    <a:pt x="2206" y="4443"/>
                  </a:lnTo>
                  <a:cubicBezTo>
                    <a:pt x="2521" y="4758"/>
                    <a:pt x="2923" y="4916"/>
                    <a:pt x="3325" y="4916"/>
                  </a:cubicBezTo>
                  <a:cubicBezTo>
                    <a:pt x="3726" y="4916"/>
                    <a:pt x="4128" y="4758"/>
                    <a:pt x="4443" y="4443"/>
                  </a:cubicBezTo>
                  <a:cubicBezTo>
                    <a:pt x="5073" y="3813"/>
                    <a:pt x="5073" y="2836"/>
                    <a:pt x="4443" y="2206"/>
                  </a:cubicBezTo>
                  <a:lnTo>
                    <a:pt x="223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13815;p134">
              <a:extLst>
                <a:ext uri="{FF2B5EF4-FFF2-40B4-BE49-F238E27FC236}">
                  <a16:creationId xmlns:a16="http://schemas.microsoft.com/office/drawing/2014/main" id="{D0E06387-4C33-E95C-FE02-EF19F8D20790}"/>
                </a:ext>
              </a:extLst>
            </p:cNvPr>
            <p:cNvSpPr/>
            <p:nvPr/>
          </p:nvSpPr>
          <p:spPr>
            <a:xfrm>
              <a:off x="-37385100" y="3949908"/>
              <a:ext cx="248125" cy="248950"/>
            </a:xfrm>
            <a:custGeom>
              <a:avLst/>
              <a:gdLst/>
              <a:ahLst/>
              <a:cxnLst/>
              <a:rect l="l" t="t" r="r" b="b"/>
              <a:pathLst>
                <a:path w="9925" h="9958" extrusionOk="0">
                  <a:moveTo>
                    <a:pt x="4978" y="1702"/>
                  </a:moveTo>
                  <a:cubicBezTo>
                    <a:pt x="6774" y="1702"/>
                    <a:pt x="8286" y="3214"/>
                    <a:pt x="8286" y="5010"/>
                  </a:cubicBezTo>
                  <a:cubicBezTo>
                    <a:pt x="8254" y="5892"/>
                    <a:pt x="7939" y="6711"/>
                    <a:pt x="7341" y="7310"/>
                  </a:cubicBezTo>
                  <a:cubicBezTo>
                    <a:pt x="6742" y="7908"/>
                    <a:pt x="5923" y="8318"/>
                    <a:pt x="4978" y="8318"/>
                  </a:cubicBezTo>
                  <a:cubicBezTo>
                    <a:pt x="3151" y="8318"/>
                    <a:pt x="1670" y="6837"/>
                    <a:pt x="1670" y="5010"/>
                  </a:cubicBezTo>
                  <a:cubicBezTo>
                    <a:pt x="1670" y="3214"/>
                    <a:pt x="3151" y="1702"/>
                    <a:pt x="4978" y="1702"/>
                  </a:cubicBezTo>
                  <a:close/>
                  <a:moveTo>
                    <a:pt x="4978" y="1"/>
                  </a:moveTo>
                  <a:cubicBezTo>
                    <a:pt x="2268" y="1"/>
                    <a:pt x="0" y="2269"/>
                    <a:pt x="0" y="4978"/>
                  </a:cubicBezTo>
                  <a:cubicBezTo>
                    <a:pt x="0" y="7688"/>
                    <a:pt x="2268" y="9956"/>
                    <a:pt x="4978" y="9956"/>
                  </a:cubicBezTo>
                  <a:cubicBezTo>
                    <a:pt x="5013" y="9957"/>
                    <a:pt x="5048" y="9957"/>
                    <a:pt x="5083" y="9957"/>
                  </a:cubicBezTo>
                  <a:cubicBezTo>
                    <a:pt x="6367" y="9957"/>
                    <a:pt x="7586" y="9395"/>
                    <a:pt x="8506" y="8444"/>
                  </a:cubicBezTo>
                  <a:cubicBezTo>
                    <a:pt x="9420" y="7499"/>
                    <a:pt x="9924" y="6270"/>
                    <a:pt x="9924" y="4978"/>
                  </a:cubicBezTo>
                  <a:cubicBezTo>
                    <a:pt x="9924" y="2269"/>
                    <a:pt x="7687" y="1"/>
                    <a:pt x="497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9" name="Google Shape;13816;p134">
            <a:extLst>
              <a:ext uri="{FF2B5EF4-FFF2-40B4-BE49-F238E27FC236}">
                <a16:creationId xmlns:a16="http://schemas.microsoft.com/office/drawing/2014/main" id="{45E7A999-023F-30BD-4A3F-3F19859EF5CE}"/>
              </a:ext>
            </a:extLst>
          </p:cNvPr>
          <p:cNvGrpSpPr/>
          <p:nvPr/>
        </p:nvGrpSpPr>
        <p:grpSpPr>
          <a:xfrm>
            <a:off x="3469602" y="2836053"/>
            <a:ext cx="340059" cy="339845"/>
            <a:chOff x="-41895050" y="3217225"/>
            <a:chExt cx="317450" cy="317250"/>
          </a:xfrm>
          <a:solidFill>
            <a:schemeClr val="accent1">
              <a:lumMod val="75000"/>
            </a:schemeClr>
          </a:solidFill>
        </p:grpSpPr>
        <p:sp>
          <p:nvSpPr>
            <p:cNvPr id="360" name="Google Shape;13817;p134">
              <a:extLst>
                <a:ext uri="{FF2B5EF4-FFF2-40B4-BE49-F238E27FC236}">
                  <a16:creationId xmlns:a16="http://schemas.microsoft.com/office/drawing/2014/main" id="{506E38F6-4D75-0277-95B9-BA8598EBDDF5}"/>
                </a:ext>
              </a:extLst>
            </p:cNvPr>
            <p:cNvSpPr/>
            <p:nvPr/>
          </p:nvSpPr>
          <p:spPr>
            <a:xfrm>
              <a:off x="-41895050" y="3273750"/>
              <a:ext cx="41775" cy="245750"/>
            </a:xfrm>
            <a:custGeom>
              <a:avLst/>
              <a:gdLst/>
              <a:ahLst/>
              <a:cxnLst/>
              <a:rect l="l" t="t" r="r" b="b"/>
              <a:pathLst>
                <a:path w="1671" h="9830" extrusionOk="0">
                  <a:moveTo>
                    <a:pt x="1" y="0"/>
                  </a:moveTo>
                  <a:lnTo>
                    <a:pt x="1" y="9830"/>
                  </a:lnTo>
                  <a:lnTo>
                    <a:pt x="1670" y="8192"/>
                  </a:lnTo>
                  <a:lnTo>
                    <a:pt x="1670" y="1639"/>
                  </a:lnTo>
                  <a:lnTo>
                    <a:pt x="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13818;p134">
              <a:extLst>
                <a:ext uri="{FF2B5EF4-FFF2-40B4-BE49-F238E27FC236}">
                  <a16:creationId xmlns:a16="http://schemas.microsoft.com/office/drawing/2014/main" id="{FC57F196-79DF-3E66-2FEF-83DF3D45FC9B}"/>
                </a:ext>
              </a:extLst>
            </p:cNvPr>
            <p:cNvSpPr/>
            <p:nvPr/>
          </p:nvSpPr>
          <p:spPr>
            <a:xfrm>
              <a:off x="-41619375" y="3273750"/>
              <a:ext cx="41775" cy="245750"/>
            </a:xfrm>
            <a:custGeom>
              <a:avLst/>
              <a:gdLst/>
              <a:ahLst/>
              <a:cxnLst/>
              <a:rect l="l" t="t" r="r" b="b"/>
              <a:pathLst>
                <a:path w="1671" h="9830" extrusionOk="0">
                  <a:moveTo>
                    <a:pt x="1670" y="0"/>
                  </a:moveTo>
                  <a:lnTo>
                    <a:pt x="0" y="1639"/>
                  </a:lnTo>
                  <a:lnTo>
                    <a:pt x="0" y="8192"/>
                  </a:lnTo>
                  <a:lnTo>
                    <a:pt x="1670" y="9830"/>
                  </a:lnTo>
                  <a:lnTo>
                    <a:pt x="16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13819;p134">
              <a:extLst>
                <a:ext uri="{FF2B5EF4-FFF2-40B4-BE49-F238E27FC236}">
                  <a16:creationId xmlns:a16="http://schemas.microsoft.com/office/drawing/2014/main" id="{B9DC76A9-8E1A-9756-651A-79325E3B419C}"/>
                </a:ext>
              </a:extLst>
            </p:cNvPr>
            <p:cNvSpPr/>
            <p:nvPr/>
          </p:nvSpPr>
          <p:spPr>
            <a:xfrm>
              <a:off x="-41832825" y="3321000"/>
              <a:ext cx="193000" cy="151250"/>
            </a:xfrm>
            <a:custGeom>
              <a:avLst/>
              <a:gdLst/>
              <a:ahLst/>
              <a:cxnLst/>
              <a:rect l="l" t="t" r="r" b="b"/>
              <a:pathLst>
                <a:path w="7720" h="6050" extrusionOk="0">
                  <a:moveTo>
                    <a:pt x="1" y="1"/>
                  </a:moveTo>
                  <a:lnTo>
                    <a:pt x="1" y="6050"/>
                  </a:lnTo>
                  <a:lnTo>
                    <a:pt x="3592" y="6050"/>
                  </a:lnTo>
                  <a:lnTo>
                    <a:pt x="3592" y="4821"/>
                  </a:lnTo>
                  <a:cubicBezTo>
                    <a:pt x="3592" y="4600"/>
                    <a:pt x="3781" y="4411"/>
                    <a:pt x="4002" y="4411"/>
                  </a:cubicBezTo>
                  <a:lnTo>
                    <a:pt x="6491" y="4411"/>
                  </a:lnTo>
                  <a:cubicBezTo>
                    <a:pt x="6743" y="4411"/>
                    <a:pt x="6932" y="4600"/>
                    <a:pt x="6932" y="4821"/>
                  </a:cubicBezTo>
                  <a:lnTo>
                    <a:pt x="6932" y="6050"/>
                  </a:lnTo>
                  <a:lnTo>
                    <a:pt x="7719" y="6050"/>
                  </a:lnTo>
                  <a:lnTo>
                    <a:pt x="771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13820;p134">
              <a:extLst>
                <a:ext uri="{FF2B5EF4-FFF2-40B4-BE49-F238E27FC236}">
                  <a16:creationId xmlns:a16="http://schemas.microsoft.com/office/drawing/2014/main" id="{AB7C9F53-18E7-E3A5-F7B9-CAFD44162552}"/>
                </a:ext>
              </a:extLst>
            </p:cNvPr>
            <p:cNvSpPr/>
            <p:nvPr/>
          </p:nvSpPr>
          <p:spPr>
            <a:xfrm>
              <a:off x="-41880075" y="3493500"/>
              <a:ext cx="287500" cy="40975"/>
            </a:xfrm>
            <a:custGeom>
              <a:avLst/>
              <a:gdLst/>
              <a:ahLst/>
              <a:cxnLst/>
              <a:rect l="l" t="t" r="r" b="b"/>
              <a:pathLst>
                <a:path w="11500" h="1639" extrusionOk="0">
                  <a:moveTo>
                    <a:pt x="1639" y="0"/>
                  </a:moveTo>
                  <a:lnTo>
                    <a:pt x="0" y="1638"/>
                  </a:lnTo>
                  <a:lnTo>
                    <a:pt x="11500" y="1638"/>
                  </a:lnTo>
                  <a:lnTo>
                    <a:pt x="983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13821;p134">
              <a:extLst>
                <a:ext uri="{FF2B5EF4-FFF2-40B4-BE49-F238E27FC236}">
                  <a16:creationId xmlns:a16="http://schemas.microsoft.com/office/drawing/2014/main" id="{CE206E74-DED7-F5C7-CE1D-1C95E3A90978}"/>
                </a:ext>
              </a:extLst>
            </p:cNvPr>
            <p:cNvSpPr/>
            <p:nvPr/>
          </p:nvSpPr>
          <p:spPr>
            <a:xfrm>
              <a:off x="-41880875" y="3217225"/>
              <a:ext cx="288300" cy="83325"/>
            </a:xfrm>
            <a:custGeom>
              <a:avLst/>
              <a:gdLst/>
              <a:ahLst/>
              <a:cxnLst/>
              <a:rect l="l" t="t" r="r" b="b"/>
              <a:pathLst>
                <a:path w="11532" h="3333" extrusionOk="0">
                  <a:moveTo>
                    <a:pt x="5798" y="1033"/>
                  </a:moveTo>
                  <a:lnTo>
                    <a:pt x="6459" y="1694"/>
                  </a:lnTo>
                  <a:lnTo>
                    <a:pt x="5136" y="1694"/>
                  </a:lnTo>
                  <a:lnTo>
                    <a:pt x="5798" y="1033"/>
                  </a:lnTo>
                  <a:close/>
                  <a:moveTo>
                    <a:pt x="5750" y="1"/>
                  </a:moveTo>
                  <a:cubicBezTo>
                    <a:pt x="5640" y="1"/>
                    <a:pt x="5530" y="40"/>
                    <a:pt x="5451" y="119"/>
                  </a:cubicBezTo>
                  <a:lnTo>
                    <a:pt x="3939" y="1663"/>
                  </a:lnTo>
                  <a:lnTo>
                    <a:pt x="1" y="1663"/>
                  </a:lnTo>
                  <a:lnTo>
                    <a:pt x="1639" y="3332"/>
                  </a:lnTo>
                  <a:lnTo>
                    <a:pt x="9862" y="3332"/>
                  </a:lnTo>
                  <a:lnTo>
                    <a:pt x="11532" y="1663"/>
                  </a:lnTo>
                  <a:lnTo>
                    <a:pt x="7593" y="1663"/>
                  </a:lnTo>
                  <a:lnTo>
                    <a:pt x="6050" y="119"/>
                  </a:lnTo>
                  <a:cubicBezTo>
                    <a:pt x="5971" y="40"/>
                    <a:pt x="5861" y="1"/>
                    <a:pt x="57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5" name="Google Shape;13822;p134">
            <a:extLst>
              <a:ext uri="{FF2B5EF4-FFF2-40B4-BE49-F238E27FC236}">
                <a16:creationId xmlns:a16="http://schemas.microsoft.com/office/drawing/2014/main" id="{2399B692-6E13-5599-23E3-B8570976CBB2}"/>
              </a:ext>
            </a:extLst>
          </p:cNvPr>
          <p:cNvGrpSpPr/>
          <p:nvPr/>
        </p:nvGrpSpPr>
        <p:grpSpPr>
          <a:xfrm>
            <a:off x="3469187" y="3236646"/>
            <a:ext cx="340889" cy="339202"/>
            <a:chOff x="-41893475" y="3584850"/>
            <a:chExt cx="318225" cy="316650"/>
          </a:xfrm>
          <a:solidFill>
            <a:schemeClr val="accent1">
              <a:lumMod val="75000"/>
            </a:schemeClr>
          </a:solidFill>
        </p:grpSpPr>
        <p:sp>
          <p:nvSpPr>
            <p:cNvPr id="366" name="Google Shape;13823;p134">
              <a:extLst>
                <a:ext uri="{FF2B5EF4-FFF2-40B4-BE49-F238E27FC236}">
                  <a16:creationId xmlns:a16="http://schemas.microsoft.com/office/drawing/2014/main" id="{A35F626C-3E55-C6C4-B80A-C56CCA5B92D0}"/>
                </a:ext>
              </a:extLst>
            </p:cNvPr>
            <p:cNvSpPr/>
            <p:nvPr/>
          </p:nvSpPr>
          <p:spPr>
            <a:xfrm>
              <a:off x="-41827300" y="3715600"/>
              <a:ext cx="186675" cy="185900"/>
            </a:xfrm>
            <a:custGeom>
              <a:avLst/>
              <a:gdLst/>
              <a:ahLst/>
              <a:cxnLst/>
              <a:rect l="l" t="t" r="r" b="b"/>
              <a:pathLst>
                <a:path w="7467" h="7436" extrusionOk="0">
                  <a:moveTo>
                    <a:pt x="3686" y="1465"/>
                  </a:moveTo>
                  <a:cubicBezTo>
                    <a:pt x="3836" y="1465"/>
                    <a:pt x="3985" y="1544"/>
                    <a:pt x="4064" y="1702"/>
                  </a:cubicBezTo>
                  <a:lnTo>
                    <a:pt x="4537" y="2678"/>
                  </a:lnTo>
                  <a:lnTo>
                    <a:pt x="5608" y="2836"/>
                  </a:lnTo>
                  <a:cubicBezTo>
                    <a:pt x="5955" y="2867"/>
                    <a:pt x="6081" y="3308"/>
                    <a:pt x="5829" y="3561"/>
                  </a:cubicBezTo>
                  <a:lnTo>
                    <a:pt x="5041" y="4285"/>
                  </a:lnTo>
                  <a:lnTo>
                    <a:pt x="5261" y="5356"/>
                  </a:lnTo>
                  <a:cubicBezTo>
                    <a:pt x="5286" y="5630"/>
                    <a:pt x="5075" y="5845"/>
                    <a:pt x="4845" y="5845"/>
                  </a:cubicBezTo>
                  <a:cubicBezTo>
                    <a:pt x="4784" y="5845"/>
                    <a:pt x="4722" y="5830"/>
                    <a:pt x="4663" y="5797"/>
                  </a:cubicBezTo>
                  <a:lnTo>
                    <a:pt x="3686" y="5262"/>
                  </a:lnTo>
                  <a:lnTo>
                    <a:pt x="2678" y="5797"/>
                  </a:lnTo>
                  <a:cubicBezTo>
                    <a:pt x="2616" y="5828"/>
                    <a:pt x="2553" y="5842"/>
                    <a:pt x="2492" y="5842"/>
                  </a:cubicBezTo>
                  <a:cubicBezTo>
                    <a:pt x="2244" y="5842"/>
                    <a:pt x="2035" y="5609"/>
                    <a:pt x="2111" y="5356"/>
                  </a:cubicBezTo>
                  <a:lnTo>
                    <a:pt x="2300" y="4285"/>
                  </a:lnTo>
                  <a:lnTo>
                    <a:pt x="1512" y="3561"/>
                  </a:lnTo>
                  <a:cubicBezTo>
                    <a:pt x="1323" y="3308"/>
                    <a:pt x="1418" y="2867"/>
                    <a:pt x="1796" y="2836"/>
                  </a:cubicBezTo>
                  <a:lnTo>
                    <a:pt x="2836" y="2678"/>
                  </a:lnTo>
                  <a:lnTo>
                    <a:pt x="3308" y="1702"/>
                  </a:lnTo>
                  <a:cubicBezTo>
                    <a:pt x="3387" y="1544"/>
                    <a:pt x="3537" y="1465"/>
                    <a:pt x="3686" y="1465"/>
                  </a:cubicBezTo>
                  <a:close/>
                  <a:moveTo>
                    <a:pt x="3718" y="0"/>
                  </a:moveTo>
                  <a:cubicBezTo>
                    <a:pt x="1670" y="0"/>
                    <a:pt x="32" y="1670"/>
                    <a:pt x="32" y="3750"/>
                  </a:cubicBezTo>
                  <a:cubicBezTo>
                    <a:pt x="0" y="5766"/>
                    <a:pt x="1670" y="7436"/>
                    <a:pt x="3718" y="7436"/>
                  </a:cubicBezTo>
                  <a:cubicBezTo>
                    <a:pt x="5765" y="7436"/>
                    <a:pt x="7404" y="5797"/>
                    <a:pt x="7467" y="3750"/>
                  </a:cubicBezTo>
                  <a:cubicBezTo>
                    <a:pt x="7467" y="1702"/>
                    <a:pt x="5797" y="32"/>
                    <a:pt x="37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13824;p134">
              <a:extLst>
                <a:ext uri="{FF2B5EF4-FFF2-40B4-BE49-F238E27FC236}">
                  <a16:creationId xmlns:a16="http://schemas.microsoft.com/office/drawing/2014/main" id="{E4A98FE5-59E1-0FAB-5DD9-44C881A92973}"/>
                </a:ext>
              </a:extLst>
            </p:cNvPr>
            <p:cNvSpPr/>
            <p:nvPr/>
          </p:nvSpPr>
          <p:spPr>
            <a:xfrm>
              <a:off x="-41726500" y="3586725"/>
              <a:ext cx="151250" cy="147800"/>
            </a:xfrm>
            <a:custGeom>
              <a:avLst/>
              <a:gdLst/>
              <a:ahLst/>
              <a:cxnLst/>
              <a:rect l="l" t="t" r="r" b="b"/>
              <a:pathLst>
                <a:path w="6050" h="5912" extrusionOk="0">
                  <a:moveTo>
                    <a:pt x="3829" y="0"/>
                  </a:moveTo>
                  <a:cubicBezTo>
                    <a:pt x="3706" y="0"/>
                    <a:pt x="3580" y="47"/>
                    <a:pt x="3498" y="146"/>
                  </a:cubicBezTo>
                  <a:lnTo>
                    <a:pt x="1" y="4336"/>
                  </a:lnTo>
                  <a:cubicBezTo>
                    <a:pt x="1229" y="4399"/>
                    <a:pt x="2332" y="4998"/>
                    <a:pt x="3088" y="5912"/>
                  </a:cubicBezTo>
                  <a:lnTo>
                    <a:pt x="5861" y="2446"/>
                  </a:lnTo>
                  <a:cubicBezTo>
                    <a:pt x="6050" y="2289"/>
                    <a:pt x="6050" y="2037"/>
                    <a:pt x="5924" y="1879"/>
                  </a:cubicBezTo>
                  <a:lnTo>
                    <a:pt x="4128" y="115"/>
                  </a:lnTo>
                  <a:cubicBezTo>
                    <a:pt x="4053" y="40"/>
                    <a:pt x="3942" y="0"/>
                    <a:pt x="38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13825;p134">
              <a:extLst>
                <a:ext uri="{FF2B5EF4-FFF2-40B4-BE49-F238E27FC236}">
                  <a16:creationId xmlns:a16="http://schemas.microsoft.com/office/drawing/2014/main" id="{E3DB7BEF-05FE-7996-118D-AC1C7365EFB1}"/>
                </a:ext>
              </a:extLst>
            </p:cNvPr>
            <p:cNvSpPr/>
            <p:nvPr/>
          </p:nvSpPr>
          <p:spPr>
            <a:xfrm>
              <a:off x="-41808400" y="3584850"/>
              <a:ext cx="148100" cy="89825"/>
            </a:xfrm>
            <a:custGeom>
              <a:avLst/>
              <a:gdLst/>
              <a:ahLst/>
              <a:cxnLst/>
              <a:rect l="l" t="t" r="r" b="b"/>
              <a:pathLst>
                <a:path w="5924" h="3593" extrusionOk="0">
                  <a:moveTo>
                    <a:pt x="0" y="1"/>
                  </a:moveTo>
                  <a:lnTo>
                    <a:pt x="2962" y="3592"/>
                  </a:lnTo>
                  <a:lnTo>
                    <a:pt x="59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13826;p134">
              <a:extLst>
                <a:ext uri="{FF2B5EF4-FFF2-40B4-BE49-F238E27FC236}">
                  <a16:creationId xmlns:a16="http://schemas.microsoft.com/office/drawing/2014/main" id="{521EB356-B9AF-40CD-AA95-2FD585577AD0}"/>
                </a:ext>
              </a:extLst>
            </p:cNvPr>
            <p:cNvSpPr/>
            <p:nvPr/>
          </p:nvSpPr>
          <p:spPr>
            <a:xfrm>
              <a:off x="-41893475" y="3586725"/>
              <a:ext cx="148875" cy="147025"/>
            </a:xfrm>
            <a:custGeom>
              <a:avLst/>
              <a:gdLst/>
              <a:ahLst/>
              <a:cxnLst/>
              <a:rect l="l" t="t" r="r" b="b"/>
              <a:pathLst>
                <a:path w="5955" h="5881" extrusionOk="0">
                  <a:moveTo>
                    <a:pt x="2194" y="0"/>
                  </a:moveTo>
                  <a:cubicBezTo>
                    <a:pt x="2084" y="0"/>
                    <a:pt x="1965" y="40"/>
                    <a:pt x="1859" y="115"/>
                  </a:cubicBezTo>
                  <a:lnTo>
                    <a:pt x="95" y="1879"/>
                  </a:lnTo>
                  <a:cubicBezTo>
                    <a:pt x="1" y="2037"/>
                    <a:pt x="1" y="2289"/>
                    <a:pt x="95" y="2446"/>
                  </a:cubicBezTo>
                  <a:lnTo>
                    <a:pt x="2899" y="5880"/>
                  </a:lnTo>
                  <a:cubicBezTo>
                    <a:pt x="3655" y="4998"/>
                    <a:pt x="4758" y="4399"/>
                    <a:pt x="5955" y="4305"/>
                  </a:cubicBezTo>
                  <a:lnTo>
                    <a:pt x="2490" y="146"/>
                  </a:lnTo>
                  <a:cubicBezTo>
                    <a:pt x="2424" y="47"/>
                    <a:pt x="2315" y="0"/>
                    <a:pt x="21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0" name="Google Shape;13827;p134">
            <a:extLst>
              <a:ext uri="{FF2B5EF4-FFF2-40B4-BE49-F238E27FC236}">
                <a16:creationId xmlns:a16="http://schemas.microsoft.com/office/drawing/2014/main" id="{3067EE81-C8F8-49B6-1DE6-0FC7F16B2D15}"/>
              </a:ext>
            </a:extLst>
          </p:cNvPr>
          <p:cNvSpPr/>
          <p:nvPr/>
        </p:nvSpPr>
        <p:spPr>
          <a:xfrm>
            <a:off x="3471913" y="3643993"/>
            <a:ext cx="340889" cy="338586"/>
          </a:xfrm>
          <a:custGeom>
            <a:avLst/>
            <a:gdLst/>
            <a:ahLst/>
            <a:cxnLst/>
            <a:rect l="l" t="t" r="r" b="b"/>
            <a:pathLst>
              <a:path w="12729" h="12643" extrusionOk="0">
                <a:moveTo>
                  <a:pt x="6365" y="2395"/>
                </a:moveTo>
                <a:cubicBezTo>
                  <a:pt x="7026" y="2395"/>
                  <a:pt x="7562" y="2962"/>
                  <a:pt x="7562" y="3655"/>
                </a:cubicBezTo>
                <a:cubicBezTo>
                  <a:pt x="7562" y="4348"/>
                  <a:pt x="7026" y="4884"/>
                  <a:pt x="6365" y="4884"/>
                </a:cubicBezTo>
                <a:cubicBezTo>
                  <a:pt x="5672" y="4884"/>
                  <a:pt x="5136" y="4348"/>
                  <a:pt x="5136" y="3655"/>
                </a:cubicBezTo>
                <a:cubicBezTo>
                  <a:pt x="5073" y="2962"/>
                  <a:pt x="5672" y="2395"/>
                  <a:pt x="6365" y="2395"/>
                </a:cubicBezTo>
                <a:close/>
                <a:moveTo>
                  <a:pt x="6806" y="5640"/>
                </a:moveTo>
                <a:lnTo>
                  <a:pt x="8349" y="8192"/>
                </a:lnTo>
                <a:lnTo>
                  <a:pt x="7530" y="8192"/>
                </a:lnTo>
                <a:cubicBezTo>
                  <a:pt x="7373" y="7719"/>
                  <a:pt x="6900" y="7373"/>
                  <a:pt x="6333" y="7373"/>
                </a:cubicBezTo>
                <a:cubicBezTo>
                  <a:pt x="5798" y="7373"/>
                  <a:pt x="5357" y="7719"/>
                  <a:pt x="5167" y="8192"/>
                </a:cubicBezTo>
                <a:lnTo>
                  <a:pt x="4285" y="8192"/>
                </a:lnTo>
                <a:lnTo>
                  <a:pt x="5829" y="5640"/>
                </a:lnTo>
                <a:cubicBezTo>
                  <a:pt x="5987" y="5671"/>
                  <a:pt x="6144" y="5734"/>
                  <a:pt x="6365" y="5734"/>
                </a:cubicBezTo>
                <a:cubicBezTo>
                  <a:pt x="6491" y="5734"/>
                  <a:pt x="6680" y="5671"/>
                  <a:pt x="6806" y="5640"/>
                </a:cubicBezTo>
                <a:close/>
                <a:moveTo>
                  <a:pt x="6365" y="8192"/>
                </a:moveTo>
                <a:cubicBezTo>
                  <a:pt x="6585" y="8192"/>
                  <a:pt x="6743" y="8412"/>
                  <a:pt x="6743" y="8633"/>
                </a:cubicBezTo>
                <a:cubicBezTo>
                  <a:pt x="6743" y="8822"/>
                  <a:pt x="6585" y="9042"/>
                  <a:pt x="6365" y="9042"/>
                </a:cubicBezTo>
                <a:cubicBezTo>
                  <a:pt x="6113" y="9042"/>
                  <a:pt x="5955" y="8822"/>
                  <a:pt x="5955" y="8633"/>
                </a:cubicBezTo>
                <a:cubicBezTo>
                  <a:pt x="5955" y="8412"/>
                  <a:pt x="6144" y="8255"/>
                  <a:pt x="6365" y="8192"/>
                </a:cubicBezTo>
                <a:close/>
                <a:moveTo>
                  <a:pt x="6428" y="0"/>
                </a:moveTo>
                <a:cubicBezTo>
                  <a:pt x="5766" y="0"/>
                  <a:pt x="5199" y="568"/>
                  <a:pt x="5199" y="1229"/>
                </a:cubicBezTo>
                <a:lnTo>
                  <a:pt x="5199" y="2080"/>
                </a:lnTo>
                <a:cubicBezTo>
                  <a:pt x="4695" y="2489"/>
                  <a:pt x="4380" y="3025"/>
                  <a:pt x="4380" y="3718"/>
                </a:cubicBezTo>
                <a:cubicBezTo>
                  <a:pt x="4380" y="4065"/>
                  <a:pt x="4443" y="4380"/>
                  <a:pt x="4600" y="4695"/>
                </a:cubicBezTo>
                <a:lnTo>
                  <a:pt x="2458" y="8286"/>
                </a:lnTo>
                <a:lnTo>
                  <a:pt x="505" y="8286"/>
                </a:lnTo>
                <a:cubicBezTo>
                  <a:pt x="284" y="8286"/>
                  <a:pt x="95" y="8475"/>
                  <a:pt x="95" y="8664"/>
                </a:cubicBezTo>
                <a:cubicBezTo>
                  <a:pt x="1" y="8822"/>
                  <a:pt x="190" y="9042"/>
                  <a:pt x="410" y="9042"/>
                </a:cubicBezTo>
                <a:lnTo>
                  <a:pt x="1859" y="9042"/>
                </a:lnTo>
                <a:cubicBezTo>
                  <a:pt x="1261" y="9987"/>
                  <a:pt x="631" y="10775"/>
                  <a:pt x="631" y="11437"/>
                </a:cubicBezTo>
                <a:cubicBezTo>
                  <a:pt x="631" y="12108"/>
                  <a:pt x="1021" y="12642"/>
                  <a:pt x="1366" y="12642"/>
                </a:cubicBezTo>
                <a:cubicBezTo>
                  <a:pt x="1491" y="12642"/>
                  <a:pt x="1610" y="12572"/>
                  <a:pt x="1702" y="12413"/>
                </a:cubicBezTo>
                <a:lnTo>
                  <a:pt x="3781" y="9074"/>
                </a:lnTo>
                <a:lnTo>
                  <a:pt x="5167" y="9074"/>
                </a:lnTo>
                <a:cubicBezTo>
                  <a:pt x="5325" y="9546"/>
                  <a:pt x="5798" y="9893"/>
                  <a:pt x="6333" y="9893"/>
                </a:cubicBezTo>
                <a:cubicBezTo>
                  <a:pt x="6900" y="9893"/>
                  <a:pt x="7341" y="9546"/>
                  <a:pt x="7530" y="9074"/>
                </a:cubicBezTo>
                <a:lnTo>
                  <a:pt x="8854" y="9074"/>
                </a:lnTo>
                <a:lnTo>
                  <a:pt x="10964" y="12413"/>
                </a:lnTo>
                <a:cubicBezTo>
                  <a:pt x="11056" y="12572"/>
                  <a:pt x="11173" y="12642"/>
                  <a:pt x="11295" y="12642"/>
                </a:cubicBezTo>
                <a:cubicBezTo>
                  <a:pt x="11630" y="12642"/>
                  <a:pt x="12004" y="12108"/>
                  <a:pt x="12004" y="11437"/>
                </a:cubicBezTo>
                <a:cubicBezTo>
                  <a:pt x="12004" y="10775"/>
                  <a:pt x="11374" y="9987"/>
                  <a:pt x="10807" y="9042"/>
                </a:cubicBezTo>
                <a:lnTo>
                  <a:pt x="12288" y="9042"/>
                </a:lnTo>
                <a:cubicBezTo>
                  <a:pt x="12540" y="9042"/>
                  <a:pt x="12729" y="8822"/>
                  <a:pt x="12729" y="8633"/>
                </a:cubicBezTo>
                <a:cubicBezTo>
                  <a:pt x="12729" y="8412"/>
                  <a:pt x="12540" y="8255"/>
                  <a:pt x="12288" y="8255"/>
                </a:cubicBezTo>
                <a:lnTo>
                  <a:pt x="10334" y="8255"/>
                </a:lnTo>
                <a:lnTo>
                  <a:pt x="8192" y="4695"/>
                </a:lnTo>
                <a:cubicBezTo>
                  <a:pt x="8349" y="4380"/>
                  <a:pt x="8475" y="4065"/>
                  <a:pt x="8475" y="3718"/>
                </a:cubicBezTo>
                <a:cubicBezTo>
                  <a:pt x="8475" y="3056"/>
                  <a:pt x="8160" y="2458"/>
                  <a:pt x="7656" y="2080"/>
                </a:cubicBezTo>
                <a:lnTo>
                  <a:pt x="7656" y="1229"/>
                </a:lnTo>
                <a:cubicBezTo>
                  <a:pt x="7656" y="568"/>
                  <a:pt x="7089" y="0"/>
                  <a:pt x="6428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13828;p134">
            <a:extLst>
              <a:ext uri="{FF2B5EF4-FFF2-40B4-BE49-F238E27FC236}">
                <a16:creationId xmlns:a16="http://schemas.microsoft.com/office/drawing/2014/main" id="{59AE0644-98CC-ADE7-CF56-6DA21FA0F49E}"/>
              </a:ext>
            </a:extLst>
          </p:cNvPr>
          <p:cNvSpPr/>
          <p:nvPr/>
        </p:nvSpPr>
        <p:spPr>
          <a:xfrm>
            <a:off x="2290818" y="4095381"/>
            <a:ext cx="402484" cy="338345"/>
          </a:xfrm>
          <a:custGeom>
            <a:avLst/>
            <a:gdLst/>
            <a:ahLst/>
            <a:cxnLst/>
            <a:rect l="l" t="t" r="r" b="b"/>
            <a:pathLst>
              <a:path w="15029" h="12634" extrusionOk="0">
                <a:moveTo>
                  <a:pt x="10155" y="885"/>
                </a:moveTo>
                <a:cubicBezTo>
                  <a:pt x="10393" y="885"/>
                  <a:pt x="10643" y="915"/>
                  <a:pt x="10901" y="977"/>
                </a:cubicBezTo>
                <a:cubicBezTo>
                  <a:pt x="10586" y="2332"/>
                  <a:pt x="9546" y="2994"/>
                  <a:pt x="8475" y="3025"/>
                </a:cubicBezTo>
                <a:lnTo>
                  <a:pt x="8444" y="3025"/>
                </a:lnTo>
                <a:cubicBezTo>
                  <a:pt x="8192" y="3025"/>
                  <a:pt x="7971" y="2994"/>
                  <a:pt x="7719" y="2899"/>
                </a:cubicBezTo>
                <a:cubicBezTo>
                  <a:pt x="8009" y="1661"/>
                  <a:pt x="8937" y="885"/>
                  <a:pt x="10155" y="885"/>
                </a:cubicBezTo>
                <a:close/>
                <a:moveTo>
                  <a:pt x="9924" y="4348"/>
                </a:moveTo>
                <a:cubicBezTo>
                  <a:pt x="10271" y="4443"/>
                  <a:pt x="11122" y="5262"/>
                  <a:pt x="11122" y="6648"/>
                </a:cubicBezTo>
                <a:cubicBezTo>
                  <a:pt x="11122" y="7247"/>
                  <a:pt x="10996" y="7845"/>
                  <a:pt x="10807" y="8381"/>
                </a:cubicBezTo>
                <a:cubicBezTo>
                  <a:pt x="10744" y="8538"/>
                  <a:pt x="10555" y="8664"/>
                  <a:pt x="10397" y="8664"/>
                </a:cubicBezTo>
                <a:cubicBezTo>
                  <a:pt x="10176" y="8664"/>
                  <a:pt x="9956" y="8475"/>
                  <a:pt x="9956" y="8223"/>
                </a:cubicBezTo>
                <a:cubicBezTo>
                  <a:pt x="9956" y="8066"/>
                  <a:pt x="10807" y="6050"/>
                  <a:pt x="9641" y="5136"/>
                </a:cubicBezTo>
                <a:cubicBezTo>
                  <a:pt x="9546" y="5073"/>
                  <a:pt x="9483" y="4947"/>
                  <a:pt x="9483" y="4789"/>
                </a:cubicBezTo>
                <a:cubicBezTo>
                  <a:pt x="9483" y="4569"/>
                  <a:pt x="9704" y="4348"/>
                  <a:pt x="9924" y="4348"/>
                </a:cubicBezTo>
                <a:close/>
                <a:moveTo>
                  <a:pt x="10176" y="1"/>
                </a:moveTo>
                <a:cubicBezTo>
                  <a:pt x="8948" y="1"/>
                  <a:pt x="7688" y="631"/>
                  <a:pt x="7089" y="2048"/>
                </a:cubicBezTo>
                <a:cubicBezTo>
                  <a:pt x="6711" y="1450"/>
                  <a:pt x="6270" y="1166"/>
                  <a:pt x="5734" y="914"/>
                </a:cubicBezTo>
                <a:cubicBezTo>
                  <a:pt x="5659" y="879"/>
                  <a:pt x="5588" y="863"/>
                  <a:pt x="5522" y="863"/>
                </a:cubicBezTo>
                <a:cubicBezTo>
                  <a:pt x="5118" y="863"/>
                  <a:pt x="4923" y="1449"/>
                  <a:pt x="5356" y="1639"/>
                </a:cubicBezTo>
                <a:cubicBezTo>
                  <a:pt x="5986" y="1954"/>
                  <a:pt x="6459" y="2363"/>
                  <a:pt x="6711" y="3151"/>
                </a:cubicBezTo>
                <a:cubicBezTo>
                  <a:pt x="6207" y="2836"/>
                  <a:pt x="5797" y="2489"/>
                  <a:pt x="5199" y="2489"/>
                </a:cubicBezTo>
                <a:cubicBezTo>
                  <a:pt x="4537" y="2521"/>
                  <a:pt x="3718" y="2868"/>
                  <a:pt x="2993" y="3529"/>
                </a:cubicBezTo>
                <a:cubicBezTo>
                  <a:pt x="0" y="6491"/>
                  <a:pt x="3182" y="12634"/>
                  <a:pt x="5514" y="12634"/>
                </a:cubicBezTo>
                <a:cubicBezTo>
                  <a:pt x="5829" y="12634"/>
                  <a:pt x="6144" y="12571"/>
                  <a:pt x="6427" y="12350"/>
                </a:cubicBezTo>
                <a:cubicBezTo>
                  <a:pt x="6821" y="12098"/>
                  <a:pt x="7050" y="11972"/>
                  <a:pt x="7278" y="11972"/>
                </a:cubicBezTo>
                <a:cubicBezTo>
                  <a:pt x="7506" y="11972"/>
                  <a:pt x="7735" y="12098"/>
                  <a:pt x="8129" y="12350"/>
                </a:cubicBezTo>
                <a:cubicBezTo>
                  <a:pt x="8412" y="12571"/>
                  <a:pt x="8727" y="12634"/>
                  <a:pt x="9042" y="12634"/>
                </a:cubicBezTo>
                <a:cubicBezTo>
                  <a:pt x="11594" y="12634"/>
                  <a:pt x="15028" y="5325"/>
                  <a:pt x="10712" y="2899"/>
                </a:cubicBezTo>
                <a:cubicBezTo>
                  <a:pt x="11405" y="2237"/>
                  <a:pt x="11815" y="1261"/>
                  <a:pt x="11815" y="662"/>
                </a:cubicBezTo>
                <a:cubicBezTo>
                  <a:pt x="11815" y="505"/>
                  <a:pt x="11720" y="347"/>
                  <a:pt x="11563" y="284"/>
                </a:cubicBezTo>
                <a:cubicBezTo>
                  <a:pt x="11090" y="127"/>
                  <a:pt x="10649" y="1"/>
                  <a:pt x="10176" y="1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72" name="Google Shape;13829;p134">
            <a:extLst>
              <a:ext uri="{FF2B5EF4-FFF2-40B4-BE49-F238E27FC236}">
                <a16:creationId xmlns:a16="http://schemas.microsoft.com/office/drawing/2014/main" id="{27E0ADD6-7A34-334A-9ECF-82F4D1FF9A77}"/>
              </a:ext>
            </a:extLst>
          </p:cNvPr>
          <p:cNvGrpSpPr/>
          <p:nvPr/>
        </p:nvGrpSpPr>
        <p:grpSpPr>
          <a:xfrm>
            <a:off x="2341516" y="4515888"/>
            <a:ext cx="309449" cy="340059"/>
            <a:chOff x="-39998250" y="3605325"/>
            <a:chExt cx="288875" cy="317450"/>
          </a:xfrm>
          <a:solidFill>
            <a:schemeClr val="accent1">
              <a:lumMod val="75000"/>
            </a:schemeClr>
          </a:solidFill>
        </p:grpSpPr>
        <p:sp>
          <p:nvSpPr>
            <p:cNvPr id="373" name="Google Shape;13830;p134">
              <a:extLst>
                <a:ext uri="{FF2B5EF4-FFF2-40B4-BE49-F238E27FC236}">
                  <a16:creationId xmlns:a16="http://schemas.microsoft.com/office/drawing/2014/main" id="{A2139058-D622-B068-5DA1-A5251ED95428}"/>
                </a:ext>
              </a:extLst>
            </p:cNvPr>
            <p:cNvSpPr/>
            <p:nvPr/>
          </p:nvSpPr>
          <p:spPr>
            <a:xfrm>
              <a:off x="-39998250" y="3799600"/>
              <a:ext cx="288875" cy="123175"/>
            </a:xfrm>
            <a:custGeom>
              <a:avLst/>
              <a:gdLst/>
              <a:ahLst/>
              <a:cxnLst/>
              <a:rect l="l" t="t" r="r" b="b"/>
              <a:pathLst>
                <a:path w="11555" h="4927" extrusionOk="0">
                  <a:moveTo>
                    <a:pt x="3679" y="2028"/>
                  </a:moveTo>
                  <a:cubicBezTo>
                    <a:pt x="3931" y="2028"/>
                    <a:pt x="4088" y="2217"/>
                    <a:pt x="4088" y="2469"/>
                  </a:cubicBezTo>
                  <a:cubicBezTo>
                    <a:pt x="4088" y="2721"/>
                    <a:pt x="3868" y="2878"/>
                    <a:pt x="3679" y="2878"/>
                  </a:cubicBezTo>
                  <a:cubicBezTo>
                    <a:pt x="3458" y="2878"/>
                    <a:pt x="3238" y="2658"/>
                    <a:pt x="3238" y="2469"/>
                  </a:cubicBezTo>
                  <a:cubicBezTo>
                    <a:pt x="3238" y="2185"/>
                    <a:pt x="3458" y="2028"/>
                    <a:pt x="3679" y="2028"/>
                  </a:cubicBezTo>
                  <a:close/>
                  <a:moveTo>
                    <a:pt x="7806" y="1618"/>
                  </a:moveTo>
                  <a:cubicBezTo>
                    <a:pt x="8278" y="1618"/>
                    <a:pt x="8656" y="1965"/>
                    <a:pt x="8656" y="2437"/>
                  </a:cubicBezTo>
                  <a:cubicBezTo>
                    <a:pt x="8656" y="2910"/>
                    <a:pt x="8278" y="3256"/>
                    <a:pt x="7806" y="3256"/>
                  </a:cubicBezTo>
                  <a:cubicBezTo>
                    <a:pt x="7333" y="3256"/>
                    <a:pt x="6987" y="2910"/>
                    <a:pt x="6987" y="2437"/>
                  </a:cubicBezTo>
                  <a:cubicBezTo>
                    <a:pt x="6987" y="1965"/>
                    <a:pt x="7333" y="1618"/>
                    <a:pt x="7806" y="1618"/>
                  </a:cubicBezTo>
                  <a:close/>
                  <a:moveTo>
                    <a:pt x="5348" y="2878"/>
                  </a:moveTo>
                  <a:cubicBezTo>
                    <a:pt x="5569" y="2878"/>
                    <a:pt x="5758" y="3067"/>
                    <a:pt x="5758" y="3256"/>
                  </a:cubicBezTo>
                  <a:cubicBezTo>
                    <a:pt x="5758" y="3509"/>
                    <a:pt x="5569" y="3698"/>
                    <a:pt x="5348" y="3698"/>
                  </a:cubicBezTo>
                  <a:cubicBezTo>
                    <a:pt x="5096" y="3698"/>
                    <a:pt x="4907" y="3509"/>
                    <a:pt x="4907" y="3256"/>
                  </a:cubicBezTo>
                  <a:cubicBezTo>
                    <a:pt x="4907" y="3004"/>
                    <a:pt x="5096" y="2878"/>
                    <a:pt x="5348" y="2878"/>
                  </a:cubicBezTo>
                  <a:close/>
                  <a:moveTo>
                    <a:pt x="8249" y="1"/>
                  </a:moveTo>
                  <a:cubicBezTo>
                    <a:pt x="6319" y="1"/>
                    <a:pt x="5400" y="1530"/>
                    <a:pt x="3381" y="1530"/>
                  </a:cubicBezTo>
                  <a:cubicBezTo>
                    <a:pt x="2909" y="1530"/>
                    <a:pt x="2377" y="1447"/>
                    <a:pt x="1757" y="1240"/>
                  </a:cubicBezTo>
                  <a:lnTo>
                    <a:pt x="560" y="2973"/>
                  </a:lnTo>
                  <a:cubicBezTo>
                    <a:pt x="0" y="3812"/>
                    <a:pt x="544" y="4927"/>
                    <a:pt x="1557" y="4927"/>
                  </a:cubicBezTo>
                  <a:cubicBezTo>
                    <a:pt x="1571" y="4927"/>
                    <a:pt x="1585" y="4927"/>
                    <a:pt x="1599" y="4926"/>
                  </a:cubicBezTo>
                  <a:lnTo>
                    <a:pt x="9980" y="4926"/>
                  </a:lnTo>
                  <a:cubicBezTo>
                    <a:pt x="10956" y="4926"/>
                    <a:pt x="11555" y="3761"/>
                    <a:pt x="11019" y="2941"/>
                  </a:cubicBezTo>
                  <a:lnTo>
                    <a:pt x="9003" y="75"/>
                  </a:lnTo>
                  <a:cubicBezTo>
                    <a:pt x="8734" y="24"/>
                    <a:pt x="8484" y="1"/>
                    <a:pt x="82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13831;p134">
              <a:extLst>
                <a:ext uri="{FF2B5EF4-FFF2-40B4-BE49-F238E27FC236}">
                  <a16:creationId xmlns:a16="http://schemas.microsoft.com/office/drawing/2014/main" id="{1A763D1D-0DBF-698E-2BA2-1A819F1CB993}"/>
                </a:ext>
              </a:extLst>
            </p:cNvPr>
            <p:cNvSpPr/>
            <p:nvPr/>
          </p:nvSpPr>
          <p:spPr>
            <a:xfrm>
              <a:off x="-39940950" y="3605325"/>
              <a:ext cx="160700" cy="212050"/>
            </a:xfrm>
            <a:custGeom>
              <a:avLst/>
              <a:gdLst/>
              <a:ahLst/>
              <a:cxnLst/>
              <a:rect l="l" t="t" r="r" b="b"/>
              <a:pathLst>
                <a:path w="6428" h="8482" extrusionOk="0">
                  <a:moveTo>
                    <a:pt x="1891" y="1"/>
                  </a:moveTo>
                  <a:cubicBezTo>
                    <a:pt x="1229" y="1"/>
                    <a:pt x="694" y="568"/>
                    <a:pt x="694" y="1261"/>
                  </a:cubicBezTo>
                  <a:cubicBezTo>
                    <a:pt x="694" y="1828"/>
                    <a:pt x="1040" y="2238"/>
                    <a:pt x="1513" y="2395"/>
                  </a:cubicBezTo>
                  <a:lnTo>
                    <a:pt x="1513" y="5829"/>
                  </a:lnTo>
                  <a:cubicBezTo>
                    <a:pt x="1481" y="6459"/>
                    <a:pt x="1072" y="6774"/>
                    <a:pt x="0" y="8318"/>
                  </a:cubicBezTo>
                  <a:cubicBezTo>
                    <a:pt x="441" y="8433"/>
                    <a:pt x="822" y="8482"/>
                    <a:pt x="1162" y="8482"/>
                  </a:cubicBezTo>
                  <a:cubicBezTo>
                    <a:pt x="3061" y="8482"/>
                    <a:pt x="3671" y="6963"/>
                    <a:pt x="6049" y="6963"/>
                  </a:cubicBezTo>
                  <a:lnTo>
                    <a:pt x="6112" y="6963"/>
                  </a:lnTo>
                  <a:cubicBezTo>
                    <a:pt x="5829" y="6585"/>
                    <a:pt x="5608" y="6333"/>
                    <a:pt x="5608" y="5861"/>
                  </a:cubicBezTo>
                  <a:lnTo>
                    <a:pt x="5608" y="2458"/>
                  </a:lnTo>
                  <a:cubicBezTo>
                    <a:pt x="6081" y="2301"/>
                    <a:pt x="6427" y="1828"/>
                    <a:pt x="6427" y="1261"/>
                  </a:cubicBezTo>
                  <a:cubicBezTo>
                    <a:pt x="6427" y="599"/>
                    <a:pt x="5892" y="1"/>
                    <a:pt x="51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5" name="Google Shape;13832;p134">
            <a:extLst>
              <a:ext uri="{FF2B5EF4-FFF2-40B4-BE49-F238E27FC236}">
                <a16:creationId xmlns:a16="http://schemas.microsoft.com/office/drawing/2014/main" id="{8EE2A91E-0304-CBA4-B0A5-13AA0A9EF56A}"/>
              </a:ext>
            </a:extLst>
          </p:cNvPr>
          <p:cNvGrpSpPr/>
          <p:nvPr/>
        </p:nvGrpSpPr>
        <p:grpSpPr>
          <a:xfrm>
            <a:off x="2326639" y="4936220"/>
            <a:ext cx="339202" cy="339176"/>
            <a:chOff x="-40011050" y="3972375"/>
            <a:chExt cx="316650" cy="316625"/>
          </a:xfrm>
          <a:solidFill>
            <a:schemeClr val="accent1">
              <a:lumMod val="75000"/>
            </a:schemeClr>
          </a:solidFill>
        </p:grpSpPr>
        <p:sp>
          <p:nvSpPr>
            <p:cNvPr id="376" name="Google Shape;13833;p134">
              <a:extLst>
                <a:ext uri="{FF2B5EF4-FFF2-40B4-BE49-F238E27FC236}">
                  <a16:creationId xmlns:a16="http://schemas.microsoft.com/office/drawing/2014/main" id="{4E6BCA71-9905-4A67-43CC-94BF109C8BDE}"/>
                </a:ext>
              </a:extLst>
            </p:cNvPr>
            <p:cNvSpPr/>
            <p:nvPr/>
          </p:nvSpPr>
          <p:spPr>
            <a:xfrm>
              <a:off x="-40011050" y="3972375"/>
              <a:ext cx="316650" cy="232350"/>
            </a:xfrm>
            <a:custGeom>
              <a:avLst/>
              <a:gdLst/>
              <a:ahLst/>
              <a:cxnLst/>
              <a:rect l="l" t="t" r="r" b="b"/>
              <a:pathLst>
                <a:path w="12666" h="9294" extrusionOk="0">
                  <a:moveTo>
                    <a:pt x="11405" y="1701"/>
                  </a:moveTo>
                  <a:cubicBezTo>
                    <a:pt x="11626" y="1701"/>
                    <a:pt x="11846" y="1890"/>
                    <a:pt x="11846" y="2142"/>
                  </a:cubicBezTo>
                  <a:cubicBezTo>
                    <a:pt x="11846" y="3749"/>
                    <a:pt x="11090" y="4663"/>
                    <a:pt x="9956" y="4978"/>
                  </a:cubicBezTo>
                  <a:cubicBezTo>
                    <a:pt x="10051" y="4631"/>
                    <a:pt x="10145" y="4222"/>
                    <a:pt x="10145" y="3844"/>
                  </a:cubicBezTo>
                  <a:lnTo>
                    <a:pt x="10145" y="1701"/>
                  </a:lnTo>
                  <a:close/>
                  <a:moveTo>
                    <a:pt x="2584" y="1701"/>
                  </a:moveTo>
                  <a:lnTo>
                    <a:pt x="2584" y="3812"/>
                  </a:lnTo>
                  <a:cubicBezTo>
                    <a:pt x="2584" y="4222"/>
                    <a:pt x="2647" y="4600"/>
                    <a:pt x="2773" y="5009"/>
                  </a:cubicBezTo>
                  <a:cubicBezTo>
                    <a:pt x="1639" y="4694"/>
                    <a:pt x="851" y="3781"/>
                    <a:pt x="851" y="2142"/>
                  </a:cubicBezTo>
                  <a:cubicBezTo>
                    <a:pt x="851" y="1890"/>
                    <a:pt x="1040" y="1701"/>
                    <a:pt x="1292" y="1701"/>
                  </a:cubicBezTo>
                  <a:close/>
                  <a:moveTo>
                    <a:pt x="4065" y="3655"/>
                  </a:moveTo>
                  <a:cubicBezTo>
                    <a:pt x="4317" y="3655"/>
                    <a:pt x="4506" y="3875"/>
                    <a:pt x="4506" y="4096"/>
                  </a:cubicBezTo>
                  <a:cubicBezTo>
                    <a:pt x="4506" y="4631"/>
                    <a:pt x="4821" y="5041"/>
                    <a:pt x="5262" y="5261"/>
                  </a:cubicBezTo>
                  <a:cubicBezTo>
                    <a:pt x="5451" y="5324"/>
                    <a:pt x="5577" y="5608"/>
                    <a:pt x="5482" y="5797"/>
                  </a:cubicBezTo>
                  <a:cubicBezTo>
                    <a:pt x="5431" y="5952"/>
                    <a:pt x="5229" y="6065"/>
                    <a:pt x="5054" y="6065"/>
                  </a:cubicBezTo>
                  <a:cubicBezTo>
                    <a:pt x="5017" y="6065"/>
                    <a:pt x="4980" y="6060"/>
                    <a:pt x="4947" y="6049"/>
                  </a:cubicBezTo>
                  <a:cubicBezTo>
                    <a:pt x="4128" y="5734"/>
                    <a:pt x="3655" y="4946"/>
                    <a:pt x="3655" y="4096"/>
                  </a:cubicBezTo>
                  <a:cubicBezTo>
                    <a:pt x="3655" y="3875"/>
                    <a:pt x="3844" y="3655"/>
                    <a:pt x="4065" y="3655"/>
                  </a:cubicBezTo>
                  <a:close/>
                  <a:moveTo>
                    <a:pt x="2993" y="0"/>
                  </a:moveTo>
                  <a:cubicBezTo>
                    <a:pt x="2741" y="0"/>
                    <a:pt x="2552" y="189"/>
                    <a:pt x="2552" y="441"/>
                  </a:cubicBezTo>
                  <a:lnTo>
                    <a:pt x="2552" y="882"/>
                  </a:lnTo>
                  <a:lnTo>
                    <a:pt x="1261" y="882"/>
                  </a:lnTo>
                  <a:cubicBezTo>
                    <a:pt x="536" y="882"/>
                    <a:pt x="1" y="1418"/>
                    <a:pt x="1" y="2142"/>
                  </a:cubicBezTo>
                  <a:cubicBezTo>
                    <a:pt x="1" y="4568"/>
                    <a:pt x="1513" y="5797"/>
                    <a:pt x="3183" y="5923"/>
                  </a:cubicBezTo>
                  <a:cubicBezTo>
                    <a:pt x="4159" y="7372"/>
                    <a:pt x="5073" y="7089"/>
                    <a:pt x="5073" y="7687"/>
                  </a:cubicBezTo>
                  <a:cubicBezTo>
                    <a:pt x="5073" y="8286"/>
                    <a:pt x="4821" y="8884"/>
                    <a:pt x="4443" y="9294"/>
                  </a:cubicBezTo>
                  <a:lnTo>
                    <a:pt x="8192" y="9294"/>
                  </a:lnTo>
                  <a:cubicBezTo>
                    <a:pt x="7782" y="8884"/>
                    <a:pt x="7562" y="8286"/>
                    <a:pt x="7562" y="7687"/>
                  </a:cubicBezTo>
                  <a:cubicBezTo>
                    <a:pt x="7562" y="7089"/>
                    <a:pt x="8507" y="7372"/>
                    <a:pt x="9484" y="5923"/>
                  </a:cubicBezTo>
                  <a:cubicBezTo>
                    <a:pt x="11216" y="5797"/>
                    <a:pt x="12666" y="4537"/>
                    <a:pt x="12666" y="2142"/>
                  </a:cubicBezTo>
                  <a:cubicBezTo>
                    <a:pt x="12666" y="1418"/>
                    <a:pt x="12098" y="882"/>
                    <a:pt x="11405" y="882"/>
                  </a:cubicBezTo>
                  <a:lnTo>
                    <a:pt x="10145" y="882"/>
                  </a:lnTo>
                  <a:lnTo>
                    <a:pt x="10145" y="441"/>
                  </a:lnTo>
                  <a:cubicBezTo>
                    <a:pt x="10145" y="189"/>
                    <a:pt x="9956" y="0"/>
                    <a:pt x="970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13834;p134">
              <a:extLst>
                <a:ext uri="{FF2B5EF4-FFF2-40B4-BE49-F238E27FC236}">
                  <a16:creationId xmlns:a16="http://schemas.microsoft.com/office/drawing/2014/main" id="{D883A4DB-D6A3-8BFF-BCE6-BB851DA43FF6}"/>
                </a:ext>
              </a:extLst>
            </p:cNvPr>
            <p:cNvSpPr/>
            <p:nvPr/>
          </p:nvSpPr>
          <p:spPr>
            <a:xfrm>
              <a:off x="-39950400" y="4225975"/>
              <a:ext cx="194575" cy="63025"/>
            </a:xfrm>
            <a:custGeom>
              <a:avLst/>
              <a:gdLst/>
              <a:ahLst/>
              <a:cxnLst/>
              <a:rect l="l" t="t" r="r" b="b"/>
              <a:pathLst>
                <a:path w="7783" h="2521" extrusionOk="0">
                  <a:moveTo>
                    <a:pt x="757" y="1"/>
                  </a:moveTo>
                  <a:lnTo>
                    <a:pt x="63" y="1954"/>
                  </a:lnTo>
                  <a:cubicBezTo>
                    <a:pt x="0" y="2237"/>
                    <a:pt x="158" y="2521"/>
                    <a:pt x="473" y="2521"/>
                  </a:cubicBezTo>
                  <a:lnTo>
                    <a:pt x="7278" y="2521"/>
                  </a:lnTo>
                  <a:cubicBezTo>
                    <a:pt x="7593" y="2521"/>
                    <a:pt x="7782" y="2237"/>
                    <a:pt x="7688" y="1954"/>
                  </a:cubicBezTo>
                  <a:lnTo>
                    <a:pt x="699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8" name="Google Shape;13835;p134">
            <a:extLst>
              <a:ext uri="{FF2B5EF4-FFF2-40B4-BE49-F238E27FC236}">
                <a16:creationId xmlns:a16="http://schemas.microsoft.com/office/drawing/2014/main" id="{8ACFCE5A-29CA-7EE5-3433-1770A6E9019C}"/>
              </a:ext>
            </a:extLst>
          </p:cNvPr>
          <p:cNvGrpSpPr/>
          <p:nvPr/>
        </p:nvGrpSpPr>
        <p:grpSpPr>
          <a:xfrm>
            <a:off x="4372934" y="4078710"/>
            <a:ext cx="244720" cy="338345"/>
            <a:chOff x="-38129425" y="3222550"/>
            <a:chExt cx="228450" cy="315850"/>
          </a:xfrm>
          <a:solidFill>
            <a:schemeClr val="accent1">
              <a:lumMod val="75000"/>
            </a:schemeClr>
          </a:solidFill>
        </p:grpSpPr>
        <p:sp>
          <p:nvSpPr>
            <p:cNvPr id="379" name="Google Shape;13836;p134">
              <a:extLst>
                <a:ext uri="{FF2B5EF4-FFF2-40B4-BE49-F238E27FC236}">
                  <a16:creationId xmlns:a16="http://schemas.microsoft.com/office/drawing/2014/main" id="{39EB0FBC-7FBF-FC82-558D-F8BE20D4A021}"/>
                </a:ext>
              </a:extLst>
            </p:cNvPr>
            <p:cNvSpPr/>
            <p:nvPr/>
          </p:nvSpPr>
          <p:spPr>
            <a:xfrm>
              <a:off x="-38129425" y="3222550"/>
              <a:ext cx="228450" cy="227650"/>
            </a:xfrm>
            <a:custGeom>
              <a:avLst/>
              <a:gdLst/>
              <a:ahLst/>
              <a:cxnLst/>
              <a:rect l="l" t="t" r="r" b="b"/>
              <a:pathLst>
                <a:path w="9138" h="9106" extrusionOk="0">
                  <a:moveTo>
                    <a:pt x="4097" y="1292"/>
                  </a:moveTo>
                  <a:cubicBezTo>
                    <a:pt x="4349" y="1292"/>
                    <a:pt x="4538" y="1450"/>
                    <a:pt x="4538" y="1702"/>
                  </a:cubicBezTo>
                  <a:cubicBezTo>
                    <a:pt x="4538" y="1922"/>
                    <a:pt x="4349" y="2111"/>
                    <a:pt x="4160" y="2111"/>
                  </a:cubicBezTo>
                  <a:cubicBezTo>
                    <a:pt x="2994" y="2111"/>
                    <a:pt x="2112" y="3056"/>
                    <a:pt x="2049" y="4222"/>
                  </a:cubicBezTo>
                  <a:cubicBezTo>
                    <a:pt x="2049" y="4443"/>
                    <a:pt x="1860" y="4600"/>
                    <a:pt x="1639" y="4600"/>
                  </a:cubicBezTo>
                  <a:cubicBezTo>
                    <a:pt x="1387" y="4600"/>
                    <a:pt x="1198" y="4411"/>
                    <a:pt x="1198" y="4222"/>
                  </a:cubicBezTo>
                  <a:cubicBezTo>
                    <a:pt x="1198" y="2584"/>
                    <a:pt x="2490" y="1324"/>
                    <a:pt x="4097" y="1292"/>
                  </a:cubicBezTo>
                  <a:close/>
                  <a:moveTo>
                    <a:pt x="4569" y="0"/>
                  </a:moveTo>
                  <a:cubicBezTo>
                    <a:pt x="2049" y="0"/>
                    <a:pt x="1" y="2048"/>
                    <a:pt x="1" y="4569"/>
                  </a:cubicBezTo>
                  <a:cubicBezTo>
                    <a:pt x="1" y="6207"/>
                    <a:pt x="946" y="7688"/>
                    <a:pt x="2332" y="8475"/>
                  </a:cubicBezTo>
                  <a:cubicBezTo>
                    <a:pt x="2458" y="8507"/>
                    <a:pt x="2521" y="8664"/>
                    <a:pt x="2521" y="8822"/>
                  </a:cubicBezTo>
                  <a:lnTo>
                    <a:pt x="2521" y="9105"/>
                  </a:lnTo>
                  <a:lnTo>
                    <a:pt x="6680" y="9105"/>
                  </a:lnTo>
                  <a:lnTo>
                    <a:pt x="6680" y="8822"/>
                  </a:lnTo>
                  <a:cubicBezTo>
                    <a:pt x="6680" y="8696"/>
                    <a:pt x="6743" y="8570"/>
                    <a:pt x="6900" y="8507"/>
                  </a:cubicBezTo>
                  <a:cubicBezTo>
                    <a:pt x="8255" y="7719"/>
                    <a:pt x="9137" y="6270"/>
                    <a:pt x="9137" y="4569"/>
                  </a:cubicBezTo>
                  <a:cubicBezTo>
                    <a:pt x="9137" y="2048"/>
                    <a:pt x="7089" y="32"/>
                    <a:pt x="45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13837;p134">
              <a:extLst>
                <a:ext uri="{FF2B5EF4-FFF2-40B4-BE49-F238E27FC236}">
                  <a16:creationId xmlns:a16="http://schemas.microsoft.com/office/drawing/2014/main" id="{EFD8EE3E-9950-A41E-CDF7-3AC84720BF7C}"/>
                </a:ext>
              </a:extLst>
            </p:cNvPr>
            <p:cNvSpPr/>
            <p:nvPr/>
          </p:nvSpPr>
          <p:spPr>
            <a:xfrm>
              <a:off x="-38067200" y="3470650"/>
              <a:ext cx="103200" cy="67750"/>
            </a:xfrm>
            <a:custGeom>
              <a:avLst/>
              <a:gdLst/>
              <a:ahLst/>
              <a:cxnLst/>
              <a:rect l="l" t="t" r="r" b="b"/>
              <a:pathLst>
                <a:path w="4128" h="2710" extrusionOk="0">
                  <a:moveTo>
                    <a:pt x="1" y="0"/>
                  </a:moveTo>
                  <a:lnTo>
                    <a:pt x="1" y="662"/>
                  </a:lnTo>
                  <a:cubicBezTo>
                    <a:pt x="1" y="1198"/>
                    <a:pt x="410" y="1702"/>
                    <a:pt x="883" y="1859"/>
                  </a:cubicBezTo>
                  <a:cubicBezTo>
                    <a:pt x="1040" y="2363"/>
                    <a:pt x="1513" y="2710"/>
                    <a:pt x="2049" y="2710"/>
                  </a:cubicBezTo>
                  <a:cubicBezTo>
                    <a:pt x="2647" y="2710"/>
                    <a:pt x="3120" y="2363"/>
                    <a:pt x="3277" y="1859"/>
                  </a:cubicBezTo>
                  <a:cubicBezTo>
                    <a:pt x="3781" y="1702"/>
                    <a:pt x="4128" y="1198"/>
                    <a:pt x="4128" y="662"/>
                  </a:cubicBezTo>
                  <a:lnTo>
                    <a:pt x="412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1" name="Google Shape;13838;p134">
            <a:extLst>
              <a:ext uri="{FF2B5EF4-FFF2-40B4-BE49-F238E27FC236}">
                <a16:creationId xmlns:a16="http://schemas.microsoft.com/office/drawing/2014/main" id="{B6F4A7BD-082A-D427-1E5F-FC536ADCD99F}"/>
              </a:ext>
            </a:extLst>
          </p:cNvPr>
          <p:cNvGrpSpPr/>
          <p:nvPr/>
        </p:nvGrpSpPr>
        <p:grpSpPr>
          <a:xfrm>
            <a:off x="4331648" y="4497329"/>
            <a:ext cx="340862" cy="339202"/>
            <a:chOff x="-38172725" y="3588000"/>
            <a:chExt cx="318200" cy="316650"/>
          </a:xfrm>
          <a:solidFill>
            <a:schemeClr val="accent1">
              <a:lumMod val="75000"/>
            </a:schemeClr>
          </a:solidFill>
        </p:grpSpPr>
        <p:sp>
          <p:nvSpPr>
            <p:cNvPr id="382" name="Google Shape;13839;p134">
              <a:extLst>
                <a:ext uri="{FF2B5EF4-FFF2-40B4-BE49-F238E27FC236}">
                  <a16:creationId xmlns:a16="http://schemas.microsoft.com/office/drawing/2014/main" id="{21A84F20-FEEA-0F43-D053-91E2FFC168D7}"/>
                </a:ext>
              </a:extLst>
            </p:cNvPr>
            <p:cNvSpPr/>
            <p:nvPr/>
          </p:nvSpPr>
          <p:spPr>
            <a:xfrm>
              <a:off x="-38171150" y="3760050"/>
              <a:ext cx="98475" cy="91050"/>
            </a:xfrm>
            <a:custGeom>
              <a:avLst/>
              <a:gdLst/>
              <a:ahLst/>
              <a:cxnLst/>
              <a:rect l="l" t="t" r="r" b="b"/>
              <a:pathLst>
                <a:path w="3939" h="3642" extrusionOk="0">
                  <a:moveTo>
                    <a:pt x="739" y="1"/>
                  </a:moveTo>
                  <a:cubicBezTo>
                    <a:pt x="480" y="1"/>
                    <a:pt x="232" y="12"/>
                    <a:pt x="0" y="18"/>
                  </a:cubicBezTo>
                  <a:cubicBezTo>
                    <a:pt x="95" y="1341"/>
                    <a:pt x="630" y="2602"/>
                    <a:pt x="1512" y="3641"/>
                  </a:cubicBezTo>
                  <a:lnTo>
                    <a:pt x="3938" y="1247"/>
                  </a:lnTo>
                  <a:cubicBezTo>
                    <a:pt x="2844" y="153"/>
                    <a:pt x="1711" y="1"/>
                    <a:pt x="7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13840;p134">
              <a:extLst>
                <a:ext uri="{FF2B5EF4-FFF2-40B4-BE49-F238E27FC236}">
                  <a16:creationId xmlns:a16="http://schemas.microsoft.com/office/drawing/2014/main" id="{AB4FAED8-263A-8331-31D8-D88553EBD35C}"/>
                </a:ext>
              </a:extLst>
            </p:cNvPr>
            <p:cNvSpPr/>
            <p:nvPr/>
          </p:nvSpPr>
          <p:spPr>
            <a:xfrm>
              <a:off x="-38172725" y="3641575"/>
              <a:ext cx="144150" cy="133900"/>
            </a:xfrm>
            <a:custGeom>
              <a:avLst/>
              <a:gdLst/>
              <a:ahLst/>
              <a:cxnLst/>
              <a:rect l="l" t="t" r="r" b="b"/>
              <a:pathLst>
                <a:path w="5766" h="5356" extrusionOk="0">
                  <a:moveTo>
                    <a:pt x="1575" y="0"/>
                  </a:moveTo>
                  <a:cubicBezTo>
                    <a:pt x="599" y="1103"/>
                    <a:pt x="95" y="2520"/>
                    <a:pt x="0" y="3907"/>
                  </a:cubicBezTo>
                  <a:cubicBezTo>
                    <a:pt x="213" y="3901"/>
                    <a:pt x="452" y="3891"/>
                    <a:pt x="712" y="3891"/>
                  </a:cubicBezTo>
                  <a:cubicBezTo>
                    <a:pt x="1801" y="3891"/>
                    <a:pt x="3246" y="4059"/>
                    <a:pt x="4568" y="5356"/>
                  </a:cubicBezTo>
                  <a:lnTo>
                    <a:pt x="5766" y="4190"/>
                  </a:lnTo>
                  <a:lnTo>
                    <a:pt x="157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13841;p134">
              <a:extLst>
                <a:ext uri="{FF2B5EF4-FFF2-40B4-BE49-F238E27FC236}">
                  <a16:creationId xmlns:a16="http://schemas.microsoft.com/office/drawing/2014/main" id="{60300DE4-B1AB-7169-FEC9-165AD9499D76}"/>
                </a:ext>
              </a:extLst>
            </p:cNvPr>
            <p:cNvSpPr/>
            <p:nvPr/>
          </p:nvSpPr>
          <p:spPr>
            <a:xfrm>
              <a:off x="-38117600" y="3806975"/>
              <a:ext cx="77200" cy="94525"/>
            </a:xfrm>
            <a:custGeom>
              <a:avLst/>
              <a:gdLst/>
              <a:ahLst/>
              <a:cxnLst/>
              <a:rect l="l" t="t" r="r" b="b"/>
              <a:pathLst>
                <a:path w="3088" h="3781" extrusionOk="0">
                  <a:moveTo>
                    <a:pt x="2332" y="0"/>
                  </a:moveTo>
                  <a:lnTo>
                    <a:pt x="0" y="2331"/>
                  </a:lnTo>
                  <a:cubicBezTo>
                    <a:pt x="883" y="3088"/>
                    <a:pt x="1891" y="3592"/>
                    <a:pt x="2962" y="3781"/>
                  </a:cubicBezTo>
                  <a:cubicBezTo>
                    <a:pt x="3088" y="2363"/>
                    <a:pt x="3088" y="1197"/>
                    <a:pt x="23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13842;p134">
              <a:extLst>
                <a:ext uri="{FF2B5EF4-FFF2-40B4-BE49-F238E27FC236}">
                  <a16:creationId xmlns:a16="http://schemas.microsoft.com/office/drawing/2014/main" id="{884C459D-BA69-1286-33AA-3C53D8447FEA}"/>
                </a:ext>
              </a:extLst>
            </p:cNvPr>
            <p:cNvSpPr/>
            <p:nvPr/>
          </p:nvSpPr>
          <p:spPr>
            <a:xfrm>
              <a:off x="-37997875" y="3716375"/>
              <a:ext cx="143350" cy="135500"/>
            </a:xfrm>
            <a:custGeom>
              <a:avLst/>
              <a:gdLst/>
              <a:ahLst/>
              <a:cxnLst/>
              <a:rect l="l" t="t" r="r" b="b"/>
              <a:pathLst>
                <a:path w="5734" h="5420" extrusionOk="0">
                  <a:moveTo>
                    <a:pt x="1197" y="1"/>
                  </a:moveTo>
                  <a:lnTo>
                    <a:pt x="0" y="1230"/>
                  </a:lnTo>
                  <a:lnTo>
                    <a:pt x="4159" y="5420"/>
                  </a:lnTo>
                  <a:cubicBezTo>
                    <a:pt x="5199" y="4191"/>
                    <a:pt x="5703" y="2773"/>
                    <a:pt x="5734" y="1324"/>
                  </a:cubicBezTo>
                  <a:cubicBezTo>
                    <a:pt x="5557" y="1324"/>
                    <a:pt x="5356" y="1329"/>
                    <a:pt x="5135" y="1329"/>
                  </a:cubicBezTo>
                  <a:cubicBezTo>
                    <a:pt x="4098" y="1329"/>
                    <a:pt x="2626" y="1222"/>
                    <a:pt x="119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13843;p134">
              <a:extLst>
                <a:ext uri="{FF2B5EF4-FFF2-40B4-BE49-F238E27FC236}">
                  <a16:creationId xmlns:a16="http://schemas.microsoft.com/office/drawing/2014/main" id="{05A08273-9B08-A190-D929-6611B304B62F}"/>
                </a:ext>
              </a:extLst>
            </p:cNvPr>
            <p:cNvSpPr/>
            <p:nvPr/>
          </p:nvSpPr>
          <p:spPr>
            <a:xfrm>
              <a:off x="-38044350" y="3761275"/>
              <a:ext cx="135500" cy="143375"/>
            </a:xfrm>
            <a:custGeom>
              <a:avLst/>
              <a:gdLst/>
              <a:ahLst/>
              <a:cxnLst/>
              <a:rect l="l" t="t" r="r" b="b"/>
              <a:pathLst>
                <a:path w="5420" h="5735" extrusionOk="0">
                  <a:moveTo>
                    <a:pt x="1261" y="1"/>
                  </a:moveTo>
                  <a:lnTo>
                    <a:pt x="0" y="1261"/>
                  </a:lnTo>
                  <a:cubicBezTo>
                    <a:pt x="1009" y="2679"/>
                    <a:pt x="1009" y="4002"/>
                    <a:pt x="851" y="5735"/>
                  </a:cubicBezTo>
                  <a:lnTo>
                    <a:pt x="1261" y="5735"/>
                  </a:lnTo>
                  <a:cubicBezTo>
                    <a:pt x="2773" y="5735"/>
                    <a:pt x="4254" y="5231"/>
                    <a:pt x="5419" y="4159"/>
                  </a:cubicBezTo>
                  <a:lnTo>
                    <a:pt x="126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13844;p134">
              <a:extLst>
                <a:ext uri="{FF2B5EF4-FFF2-40B4-BE49-F238E27FC236}">
                  <a16:creationId xmlns:a16="http://schemas.microsoft.com/office/drawing/2014/main" id="{D631EDAA-9827-D614-BBB1-FAB9D41EDF04}"/>
                </a:ext>
              </a:extLst>
            </p:cNvPr>
            <p:cNvSpPr/>
            <p:nvPr/>
          </p:nvSpPr>
          <p:spPr>
            <a:xfrm>
              <a:off x="-37997875" y="3588800"/>
              <a:ext cx="89025" cy="97675"/>
            </a:xfrm>
            <a:custGeom>
              <a:avLst/>
              <a:gdLst/>
              <a:ahLst/>
              <a:cxnLst/>
              <a:rect l="l" t="t" r="r" b="b"/>
              <a:pathLst>
                <a:path w="3561" h="3907" extrusionOk="0">
                  <a:moveTo>
                    <a:pt x="158" y="0"/>
                  </a:moveTo>
                  <a:lnTo>
                    <a:pt x="158" y="0"/>
                  </a:lnTo>
                  <a:cubicBezTo>
                    <a:pt x="126" y="977"/>
                    <a:pt x="0" y="2395"/>
                    <a:pt x="1260" y="3907"/>
                  </a:cubicBezTo>
                  <a:lnTo>
                    <a:pt x="3560" y="1544"/>
                  </a:lnTo>
                  <a:cubicBezTo>
                    <a:pt x="2584" y="662"/>
                    <a:pt x="1355" y="158"/>
                    <a:pt x="15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13845;p134">
              <a:extLst>
                <a:ext uri="{FF2B5EF4-FFF2-40B4-BE49-F238E27FC236}">
                  <a16:creationId xmlns:a16="http://schemas.microsoft.com/office/drawing/2014/main" id="{51EFC758-45BF-48B6-311D-235E4D39AC76}"/>
                </a:ext>
              </a:extLst>
            </p:cNvPr>
            <p:cNvSpPr/>
            <p:nvPr/>
          </p:nvSpPr>
          <p:spPr>
            <a:xfrm>
              <a:off x="-38117600" y="3588000"/>
              <a:ext cx="135500" cy="143375"/>
            </a:xfrm>
            <a:custGeom>
              <a:avLst/>
              <a:gdLst/>
              <a:ahLst/>
              <a:cxnLst/>
              <a:rect l="l" t="t" r="r" b="b"/>
              <a:pathLst>
                <a:path w="5420" h="5735" extrusionOk="0">
                  <a:moveTo>
                    <a:pt x="4096" y="1"/>
                  </a:moveTo>
                  <a:lnTo>
                    <a:pt x="4096" y="1"/>
                  </a:lnTo>
                  <a:cubicBezTo>
                    <a:pt x="2647" y="32"/>
                    <a:pt x="1198" y="536"/>
                    <a:pt x="0" y="1576"/>
                  </a:cubicBezTo>
                  <a:lnTo>
                    <a:pt x="4191" y="5735"/>
                  </a:lnTo>
                  <a:lnTo>
                    <a:pt x="5419" y="4506"/>
                  </a:lnTo>
                  <a:cubicBezTo>
                    <a:pt x="3939" y="2805"/>
                    <a:pt x="4065" y="1135"/>
                    <a:pt x="409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13846;p134">
              <a:extLst>
                <a:ext uri="{FF2B5EF4-FFF2-40B4-BE49-F238E27FC236}">
                  <a16:creationId xmlns:a16="http://schemas.microsoft.com/office/drawing/2014/main" id="{5FF0DF73-574A-9427-6B6B-FA9D16937505}"/>
                </a:ext>
              </a:extLst>
            </p:cNvPr>
            <p:cNvSpPr/>
            <p:nvPr/>
          </p:nvSpPr>
          <p:spPr>
            <a:xfrm>
              <a:off x="-37953000" y="3641575"/>
              <a:ext cx="97700" cy="86350"/>
            </a:xfrm>
            <a:custGeom>
              <a:avLst/>
              <a:gdLst/>
              <a:ahLst/>
              <a:cxnLst/>
              <a:rect l="l" t="t" r="r" b="b"/>
              <a:pathLst>
                <a:path w="3908" h="3454" extrusionOk="0">
                  <a:moveTo>
                    <a:pt x="2364" y="0"/>
                  </a:moveTo>
                  <a:lnTo>
                    <a:pt x="1" y="2363"/>
                  </a:lnTo>
                  <a:cubicBezTo>
                    <a:pt x="1171" y="3313"/>
                    <a:pt x="2246" y="3453"/>
                    <a:pt x="3155" y="3453"/>
                  </a:cubicBezTo>
                  <a:cubicBezTo>
                    <a:pt x="3421" y="3453"/>
                    <a:pt x="3672" y="3441"/>
                    <a:pt x="3908" y="3434"/>
                  </a:cubicBezTo>
                  <a:cubicBezTo>
                    <a:pt x="3750" y="2205"/>
                    <a:pt x="3246" y="1008"/>
                    <a:pt x="236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0" name="Google Shape;13847;p134">
            <a:extLst>
              <a:ext uri="{FF2B5EF4-FFF2-40B4-BE49-F238E27FC236}">
                <a16:creationId xmlns:a16="http://schemas.microsoft.com/office/drawing/2014/main" id="{DD9D40CE-B58D-1616-8AB4-A43BE8A93B1D}"/>
              </a:ext>
            </a:extLst>
          </p:cNvPr>
          <p:cNvGrpSpPr/>
          <p:nvPr/>
        </p:nvGrpSpPr>
        <p:grpSpPr>
          <a:xfrm>
            <a:off x="4401237" y="4917634"/>
            <a:ext cx="201684" cy="339202"/>
            <a:chOff x="-38109725" y="3955025"/>
            <a:chExt cx="188275" cy="316650"/>
          </a:xfrm>
          <a:solidFill>
            <a:schemeClr val="accent1">
              <a:lumMod val="75000"/>
            </a:schemeClr>
          </a:solidFill>
        </p:grpSpPr>
        <p:sp>
          <p:nvSpPr>
            <p:cNvPr id="391" name="Google Shape;13848;p134">
              <a:extLst>
                <a:ext uri="{FF2B5EF4-FFF2-40B4-BE49-F238E27FC236}">
                  <a16:creationId xmlns:a16="http://schemas.microsoft.com/office/drawing/2014/main" id="{40DD4A72-FF34-84BD-2E72-02D294BA9C6F}"/>
                </a:ext>
              </a:extLst>
            </p:cNvPr>
            <p:cNvSpPr/>
            <p:nvPr/>
          </p:nvSpPr>
          <p:spPr>
            <a:xfrm>
              <a:off x="-38109725" y="3955025"/>
              <a:ext cx="188275" cy="220575"/>
            </a:xfrm>
            <a:custGeom>
              <a:avLst/>
              <a:gdLst/>
              <a:ahLst/>
              <a:cxnLst/>
              <a:rect l="l" t="t" r="r" b="b"/>
              <a:pathLst>
                <a:path w="7531" h="8823" extrusionOk="0">
                  <a:moveTo>
                    <a:pt x="3372" y="1"/>
                  </a:moveTo>
                  <a:lnTo>
                    <a:pt x="95" y="5703"/>
                  </a:lnTo>
                  <a:cubicBezTo>
                    <a:pt x="1" y="5829"/>
                    <a:pt x="1" y="5987"/>
                    <a:pt x="95" y="6113"/>
                  </a:cubicBezTo>
                  <a:lnTo>
                    <a:pt x="1418" y="8822"/>
                  </a:lnTo>
                  <a:lnTo>
                    <a:pt x="6081" y="8822"/>
                  </a:lnTo>
                  <a:lnTo>
                    <a:pt x="7467" y="6113"/>
                  </a:lnTo>
                  <a:cubicBezTo>
                    <a:pt x="7530" y="5987"/>
                    <a:pt x="7499" y="5829"/>
                    <a:pt x="7467" y="5703"/>
                  </a:cubicBezTo>
                  <a:lnTo>
                    <a:pt x="4191" y="1"/>
                  </a:lnTo>
                  <a:lnTo>
                    <a:pt x="4191" y="4727"/>
                  </a:lnTo>
                  <a:cubicBezTo>
                    <a:pt x="4663" y="4884"/>
                    <a:pt x="5010" y="5357"/>
                    <a:pt x="5010" y="5892"/>
                  </a:cubicBezTo>
                  <a:cubicBezTo>
                    <a:pt x="5010" y="6585"/>
                    <a:pt x="4474" y="7121"/>
                    <a:pt x="3750" y="7121"/>
                  </a:cubicBezTo>
                  <a:cubicBezTo>
                    <a:pt x="3088" y="7121"/>
                    <a:pt x="2521" y="6585"/>
                    <a:pt x="2521" y="5892"/>
                  </a:cubicBezTo>
                  <a:cubicBezTo>
                    <a:pt x="2521" y="5357"/>
                    <a:pt x="2899" y="4916"/>
                    <a:pt x="3372" y="4727"/>
                  </a:cubicBezTo>
                  <a:lnTo>
                    <a:pt x="337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13849;p134">
              <a:extLst>
                <a:ext uri="{FF2B5EF4-FFF2-40B4-BE49-F238E27FC236}">
                  <a16:creationId xmlns:a16="http://schemas.microsoft.com/office/drawing/2014/main" id="{A4112F75-5108-0E3A-8394-0985213400FE}"/>
                </a:ext>
              </a:extLst>
            </p:cNvPr>
            <p:cNvSpPr/>
            <p:nvPr/>
          </p:nvSpPr>
          <p:spPr>
            <a:xfrm>
              <a:off x="-38067200" y="4196050"/>
              <a:ext cx="104775" cy="75625"/>
            </a:xfrm>
            <a:custGeom>
              <a:avLst/>
              <a:gdLst/>
              <a:ahLst/>
              <a:cxnLst/>
              <a:rect l="l" t="t" r="r" b="b"/>
              <a:pathLst>
                <a:path w="4191" h="3025" extrusionOk="0">
                  <a:moveTo>
                    <a:pt x="32" y="0"/>
                  </a:moveTo>
                  <a:lnTo>
                    <a:pt x="32" y="2615"/>
                  </a:lnTo>
                  <a:cubicBezTo>
                    <a:pt x="1" y="2836"/>
                    <a:pt x="190" y="3025"/>
                    <a:pt x="442" y="3025"/>
                  </a:cubicBezTo>
                  <a:lnTo>
                    <a:pt x="3750" y="3025"/>
                  </a:lnTo>
                  <a:cubicBezTo>
                    <a:pt x="3970" y="3025"/>
                    <a:pt x="4191" y="2836"/>
                    <a:pt x="4191" y="2615"/>
                  </a:cubicBezTo>
                  <a:lnTo>
                    <a:pt x="41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3" name="Google Shape;13850;p134">
            <a:extLst>
              <a:ext uri="{FF2B5EF4-FFF2-40B4-BE49-F238E27FC236}">
                <a16:creationId xmlns:a16="http://schemas.microsoft.com/office/drawing/2014/main" id="{76930976-9DA4-38C1-11B5-027E2F611B49}"/>
              </a:ext>
            </a:extLst>
          </p:cNvPr>
          <p:cNvSpPr/>
          <p:nvPr/>
        </p:nvSpPr>
        <p:spPr>
          <a:xfrm>
            <a:off x="3577562" y="5339156"/>
            <a:ext cx="351869" cy="339470"/>
          </a:xfrm>
          <a:custGeom>
            <a:avLst/>
            <a:gdLst/>
            <a:ahLst/>
            <a:cxnLst/>
            <a:rect l="l" t="t" r="r" b="b"/>
            <a:pathLst>
              <a:path w="13139" h="12676" extrusionOk="0">
                <a:moveTo>
                  <a:pt x="7184" y="1702"/>
                </a:moveTo>
                <a:cubicBezTo>
                  <a:pt x="7909" y="1702"/>
                  <a:pt x="8444" y="2237"/>
                  <a:pt x="8444" y="2962"/>
                </a:cubicBezTo>
                <a:cubicBezTo>
                  <a:pt x="8444" y="3623"/>
                  <a:pt x="7877" y="4222"/>
                  <a:pt x="7184" y="4222"/>
                </a:cubicBezTo>
                <a:cubicBezTo>
                  <a:pt x="6491" y="4222"/>
                  <a:pt x="5955" y="3655"/>
                  <a:pt x="5955" y="2962"/>
                </a:cubicBezTo>
                <a:cubicBezTo>
                  <a:pt x="5955" y="2237"/>
                  <a:pt x="6491" y="1702"/>
                  <a:pt x="7184" y="1702"/>
                </a:cubicBezTo>
                <a:close/>
                <a:moveTo>
                  <a:pt x="3813" y="2521"/>
                </a:moveTo>
                <a:cubicBezTo>
                  <a:pt x="4506" y="2521"/>
                  <a:pt x="5073" y="3056"/>
                  <a:pt x="5073" y="3781"/>
                </a:cubicBezTo>
                <a:cubicBezTo>
                  <a:pt x="5073" y="4474"/>
                  <a:pt x="4506" y="5041"/>
                  <a:pt x="3813" y="5041"/>
                </a:cubicBezTo>
                <a:cubicBezTo>
                  <a:pt x="3088" y="5041"/>
                  <a:pt x="2553" y="4474"/>
                  <a:pt x="2553" y="3781"/>
                </a:cubicBezTo>
                <a:cubicBezTo>
                  <a:pt x="2521" y="3056"/>
                  <a:pt x="3088" y="2521"/>
                  <a:pt x="3813" y="2521"/>
                </a:cubicBezTo>
                <a:close/>
                <a:moveTo>
                  <a:pt x="2931" y="5892"/>
                </a:moveTo>
                <a:cubicBezTo>
                  <a:pt x="3656" y="5892"/>
                  <a:pt x="4191" y="6459"/>
                  <a:pt x="4191" y="7152"/>
                </a:cubicBezTo>
                <a:cubicBezTo>
                  <a:pt x="4191" y="7877"/>
                  <a:pt x="3656" y="8412"/>
                  <a:pt x="2931" y="8412"/>
                </a:cubicBezTo>
                <a:cubicBezTo>
                  <a:pt x="2238" y="8412"/>
                  <a:pt x="1671" y="7877"/>
                  <a:pt x="1671" y="7152"/>
                </a:cubicBezTo>
                <a:cubicBezTo>
                  <a:pt x="1671" y="6459"/>
                  <a:pt x="2238" y="5892"/>
                  <a:pt x="2931" y="5892"/>
                </a:cubicBezTo>
                <a:close/>
                <a:moveTo>
                  <a:pt x="5514" y="8475"/>
                </a:moveTo>
                <a:cubicBezTo>
                  <a:pt x="6207" y="8475"/>
                  <a:pt x="6775" y="9011"/>
                  <a:pt x="6775" y="9735"/>
                </a:cubicBezTo>
                <a:cubicBezTo>
                  <a:pt x="6775" y="10397"/>
                  <a:pt x="6176" y="10996"/>
                  <a:pt x="5514" y="10996"/>
                </a:cubicBezTo>
                <a:cubicBezTo>
                  <a:pt x="4790" y="10996"/>
                  <a:pt x="4254" y="10429"/>
                  <a:pt x="4254" y="9735"/>
                </a:cubicBezTo>
                <a:cubicBezTo>
                  <a:pt x="4254" y="9011"/>
                  <a:pt x="4790" y="8475"/>
                  <a:pt x="5514" y="8475"/>
                </a:cubicBezTo>
                <a:close/>
                <a:moveTo>
                  <a:pt x="6333" y="0"/>
                </a:moveTo>
                <a:cubicBezTo>
                  <a:pt x="2836" y="0"/>
                  <a:pt x="1" y="2836"/>
                  <a:pt x="1" y="6333"/>
                </a:cubicBezTo>
                <a:cubicBezTo>
                  <a:pt x="1" y="9420"/>
                  <a:pt x="2143" y="11878"/>
                  <a:pt x="4916" y="12508"/>
                </a:cubicBezTo>
                <a:cubicBezTo>
                  <a:pt x="5408" y="12621"/>
                  <a:pt x="5838" y="12675"/>
                  <a:pt x="6211" y="12675"/>
                </a:cubicBezTo>
                <a:cubicBezTo>
                  <a:pt x="7914" y="12675"/>
                  <a:pt x="8444" y="11545"/>
                  <a:pt x="8444" y="9735"/>
                </a:cubicBezTo>
                <a:cubicBezTo>
                  <a:pt x="8444" y="9011"/>
                  <a:pt x="9011" y="8475"/>
                  <a:pt x="9705" y="8475"/>
                </a:cubicBezTo>
                <a:cubicBezTo>
                  <a:pt x="11878" y="8475"/>
                  <a:pt x="13139" y="7719"/>
                  <a:pt x="12508" y="4915"/>
                </a:cubicBezTo>
                <a:cubicBezTo>
                  <a:pt x="11878" y="2206"/>
                  <a:pt x="9452" y="0"/>
                  <a:pt x="6333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4" name="Google Shape;13851;p134">
            <a:extLst>
              <a:ext uri="{FF2B5EF4-FFF2-40B4-BE49-F238E27FC236}">
                <a16:creationId xmlns:a16="http://schemas.microsoft.com/office/drawing/2014/main" id="{F296A890-65A4-F502-575D-55FF5B039244}"/>
              </a:ext>
            </a:extLst>
          </p:cNvPr>
          <p:cNvGrpSpPr/>
          <p:nvPr/>
        </p:nvGrpSpPr>
        <p:grpSpPr>
          <a:xfrm>
            <a:off x="3865259" y="2837740"/>
            <a:ext cx="342576" cy="338372"/>
            <a:chOff x="-41530375" y="3218800"/>
            <a:chExt cx="319800" cy="315875"/>
          </a:xfrm>
          <a:solidFill>
            <a:schemeClr val="accent1">
              <a:lumMod val="75000"/>
            </a:schemeClr>
          </a:solidFill>
        </p:grpSpPr>
        <p:sp>
          <p:nvSpPr>
            <p:cNvPr id="395" name="Google Shape;13852;p134">
              <a:extLst>
                <a:ext uri="{FF2B5EF4-FFF2-40B4-BE49-F238E27FC236}">
                  <a16:creationId xmlns:a16="http://schemas.microsoft.com/office/drawing/2014/main" id="{02D1F922-770A-B969-AD7D-572ABA1F0E67}"/>
                </a:ext>
              </a:extLst>
            </p:cNvPr>
            <p:cNvSpPr/>
            <p:nvPr/>
          </p:nvSpPr>
          <p:spPr>
            <a:xfrm>
              <a:off x="-41530375" y="3337550"/>
              <a:ext cx="199300" cy="197125"/>
            </a:xfrm>
            <a:custGeom>
              <a:avLst/>
              <a:gdLst/>
              <a:ahLst/>
              <a:cxnLst/>
              <a:rect l="l" t="t" r="r" b="b"/>
              <a:pathLst>
                <a:path w="7972" h="7885" extrusionOk="0">
                  <a:moveTo>
                    <a:pt x="3245" y="0"/>
                  </a:moveTo>
                  <a:lnTo>
                    <a:pt x="473" y="2804"/>
                  </a:lnTo>
                  <a:cubicBezTo>
                    <a:pt x="0" y="3277"/>
                    <a:pt x="0" y="4064"/>
                    <a:pt x="473" y="4568"/>
                  </a:cubicBezTo>
                  <a:lnTo>
                    <a:pt x="3403" y="7530"/>
                  </a:lnTo>
                  <a:cubicBezTo>
                    <a:pt x="3639" y="7766"/>
                    <a:pt x="3954" y="7884"/>
                    <a:pt x="4277" y="7884"/>
                  </a:cubicBezTo>
                  <a:cubicBezTo>
                    <a:pt x="4600" y="7884"/>
                    <a:pt x="4931" y="7766"/>
                    <a:pt x="5199" y="7530"/>
                  </a:cubicBezTo>
                  <a:lnTo>
                    <a:pt x="7971" y="4726"/>
                  </a:lnTo>
                  <a:lnTo>
                    <a:pt x="32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13853;p134">
              <a:extLst>
                <a:ext uri="{FF2B5EF4-FFF2-40B4-BE49-F238E27FC236}">
                  <a16:creationId xmlns:a16="http://schemas.microsoft.com/office/drawing/2014/main" id="{C729D23B-9DB4-5371-9687-10DC82259B29}"/>
                </a:ext>
              </a:extLst>
            </p:cNvPr>
            <p:cNvSpPr/>
            <p:nvPr/>
          </p:nvSpPr>
          <p:spPr>
            <a:xfrm>
              <a:off x="-41435075" y="3218800"/>
              <a:ext cx="224500" cy="221950"/>
            </a:xfrm>
            <a:custGeom>
              <a:avLst/>
              <a:gdLst/>
              <a:ahLst/>
              <a:cxnLst/>
              <a:rect l="l" t="t" r="r" b="b"/>
              <a:pathLst>
                <a:path w="8980" h="8878" extrusionOk="0">
                  <a:moveTo>
                    <a:pt x="4395" y="1"/>
                  </a:moveTo>
                  <a:cubicBezTo>
                    <a:pt x="4285" y="1"/>
                    <a:pt x="4175" y="40"/>
                    <a:pt x="4096" y="119"/>
                  </a:cubicBezTo>
                  <a:lnTo>
                    <a:pt x="1" y="4152"/>
                  </a:lnTo>
                  <a:lnTo>
                    <a:pt x="4726" y="8877"/>
                  </a:lnTo>
                  <a:lnTo>
                    <a:pt x="8822" y="4845"/>
                  </a:lnTo>
                  <a:cubicBezTo>
                    <a:pt x="8979" y="4687"/>
                    <a:pt x="8979" y="4404"/>
                    <a:pt x="8822" y="4246"/>
                  </a:cubicBezTo>
                  <a:lnTo>
                    <a:pt x="4695" y="119"/>
                  </a:lnTo>
                  <a:cubicBezTo>
                    <a:pt x="4616" y="40"/>
                    <a:pt x="4506" y="1"/>
                    <a:pt x="439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7" name="Google Shape;13854;p134">
            <a:extLst>
              <a:ext uri="{FF2B5EF4-FFF2-40B4-BE49-F238E27FC236}">
                <a16:creationId xmlns:a16="http://schemas.microsoft.com/office/drawing/2014/main" id="{82392874-61EE-4F3F-AD1C-38C63CD426EB}"/>
              </a:ext>
            </a:extLst>
          </p:cNvPr>
          <p:cNvGrpSpPr/>
          <p:nvPr/>
        </p:nvGrpSpPr>
        <p:grpSpPr>
          <a:xfrm>
            <a:off x="3867362" y="3310051"/>
            <a:ext cx="338372" cy="264967"/>
            <a:chOff x="-41526450" y="3653375"/>
            <a:chExt cx="315875" cy="247350"/>
          </a:xfrm>
          <a:solidFill>
            <a:schemeClr val="accent1">
              <a:lumMod val="75000"/>
            </a:schemeClr>
          </a:solidFill>
        </p:grpSpPr>
        <p:sp>
          <p:nvSpPr>
            <p:cNvPr id="398" name="Google Shape;13855;p134">
              <a:extLst>
                <a:ext uri="{FF2B5EF4-FFF2-40B4-BE49-F238E27FC236}">
                  <a16:creationId xmlns:a16="http://schemas.microsoft.com/office/drawing/2014/main" id="{84925B0A-6CBC-849E-5B95-DFB7824565A3}"/>
                </a:ext>
              </a:extLst>
            </p:cNvPr>
            <p:cNvSpPr/>
            <p:nvPr/>
          </p:nvSpPr>
          <p:spPr>
            <a:xfrm>
              <a:off x="-41526450" y="3860525"/>
              <a:ext cx="315875" cy="40200"/>
            </a:xfrm>
            <a:custGeom>
              <a:avLst/>
              <a:gdLst/>
              <a:ahLst/>
              <a:cxnLst/>
              <a:rect l="l" t="t" r="r" b="b"/>
              <a:pathLst>
                <a:path w="12635" h="1608" extrusionOk="0">
                  <a:moveTo>
                    <a:pt x="379" y="0"/>
                  </a:moveTo>
                  <a:cubicBezTo>
                    <a:pt x="159" y="0"/>
                    <a:pt x="1" y="189"/>
                    <a:pt x="1" y="378"/>
                  </a:cubicBezTo>
                  <a:cubicBezTo>
                    <a:pt x="1" y="1040"/>
                    <a:pt x="537" y="1607"/>
                    <a:pt x="1198" y="1607"/>
                  </a:cubicBezTo>
                  <a:lnTo>
                    <a:pt x="11406" y="1607"/>
                  </a:lnTo>
                  <a:cubicBezTo>
                    <a:pt x="12067" y="1607"/>
                    <a:pt x="12634" y="1072"/>
                    <a:pt x="12634" y="378"/>
                  </a:cubicBezTo>
                  <a:cubicBezTo>
                    <a:pt x="12603" y="158"/>
                    <a:pt x="12445" y="0"/>
                    <a:pt x="12193" y="0"/>
                  </a:cubicBezTo>
                  <a:lnTo>
                    <a:pt x="10965" y="0"/>
                  </a:lnTo>
                  <a:lnTo>
                    <a:pt x="10965" y="378"/>
                  </a:lnTo>
                  <a:cubicBezTo>
                    <a:pt x="10965" y="630"/>
                    <a:pt x="10776" y="819"/>
                    <a:pt x="10555" y="819"/>
                  </a:cubicBezTo>
                  <a:cubicBezTo>
                    <a:pt x="10303" y="819"/>
                    <a:pt x="10146" y="630"/>
                    <a:pt x="10146" y="378"/>
                  </a:cubicBezTo>
                  <a:lnTo>
                    <a:pt x="10146" y="0"/>
                  </a:lnTo>
                  <a:lnTo>
                    <a:pt x="9326" y="0"/>
                  </a:lnTo>
                  <a:lnTo>
                    <a:pt x="9326" y="378"/>
                  </a:lnTo>
                  <a:cubicBezTo>
                    <a:pt x="9326" y="630"/>
                    <a:pt x="9137" y="819"/>
                    <a:pt x="8917" y="819"/>
                  </a:cubicBezTo>
                  <a:cubicBezTo>
                    <a:pt x="8696" y="819"/>
                    <a:pt x="8507" y="630"/>
                    <a:pt x="8507" y="378"/>
                  </a:cubicBezTo>
                  <a:lnTo>
                    <a:pt x="85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13856;p134">
              <a:extLst>
                <a:ext uri="{FF2B5EF4-FFF2-40B4-BE49-F238E27FC236}">
                  <a16:creationId xmlns:a16="http://schemas.microsoft.com/office/drawing/2014/main" id="{D4DD173E-78A7-D764-3732-C77F04CFD188}"/>
                </a:ext>
              </a:extLst>
            </p:cNvPr>
            <p:cNvSpPr/>
            <p:nvPr/>
          </p:nvSpPr>
          <p:spPr>
            <a:xfrm>
              <a:off x="-41506750" y="3653375"/>
              <a:ext cx="275700" cy="186700"/>
            </a:xfrm>
            <a:custGeom>
              <a:avLst/>
              <a:gdLst/>
              <a:ahLst/>
              <a:cxnLst/>
              <a:rect l="l" t="t" r="r" b="b"/>
              <a:pathLst>
                <a:path w="11028" h="7468" extrusionOk="0">
                  <a:moveTo>
                    <a:pt x="3794" y="1673"/>
                  </a:moveTo>
                  <a:cubicBezTo>
                    <a:pt x="3841" y="1673"/>
                    <a:pt x="3890" y="1682"/>
                    <a:pt x="3939" y="1702"/>
                  </a:cubicBezTo>
                  <a:lnTo>
                    <a:pt x="6428" y="2521"/>
                  </a:lnTo>
                  <a:cubicBezTo>
                    <a:pt x="6680" y="2616"/>
                    <a:pt x="6806" y="2994"/>
                    <a:pt x="6585" y="3214"/>
                  </a:cubicBezTo>
                  <a:lnTo>
                    <a:pt x="6018" y="3750"/>
                  </a:lnTo>
                  <a:lnTo>
                    <a:pt x="7404" y="5136"/>
                  </a:lnTo>
                  <a:cubicBezTo>
                    <a:pt x="7593" y="5262"/>
                    <a:pt x="7593" y="5514"/>
                    <a:pt x="7436" y="5671"/>
                  </a:cubicBezTo>
                  <a:cubicBezTo>
                    <a:pt x="7357" y="5750"/>
                    <a:pt x="7247" y="5790"/>
                    <a:pt x="7136" y="5790"/>
                  </a:cubicBezTo>
                  <a:cubicBezTo>
                    <a:pt x="7026" y="5790"/>
                    <a:pt x="6916" y="5750"/>
                    <a:pt x="6837" y="5671"/>
                  </a:cubicBezTo>
                  <a:lnTo>
                    <a:pt x="5451" y="4317"/>
                  </a:lnTo>
                  <a:lnTo>
                    <a:pt x="4915" y="4852"/>
                  </a:lnTo>
                  <a:cubicBezTo>
                    <a:pt x="4821" y="4947"/>
                    <a:pt x="4714" y="4988"/>
                    <a:pt x="4613" y="4988"/>
                  </a:cubicBezTo>
                  <a:cubicBezTo>
                    <a:pt x="4444" y="4988"/>
                    <a:pt x="4293" y="4872"/>
                    <a:pt x="4254" y="4695"/>
                  </a:cubicBezTo>
                  <a:lnTo>
                    <a:pt x="3435" y="2206"/>
                  </a:lnTo>
                  <a:cubicBezTo>
                    <a:pt x="3328" y="1940"/>
                    <a:pt x="3537" y="1673"/>
                    <a:pt x="3794" y="1673"/>
                  </a:cubicBezTo>
                  <a:close/>
                  <a:moveTo>
                    <a:pt x="1198" y="1"/>
                  </a:moveTo>
                  <a:cubicBezTo>
                    <a:pt x="536" y="1"/>
                    <a:pt x="1" y="568"/>
                    <a:pt x="1" y="1229"/>
                  </a:cubicBezTo>
                  <a:lnTo>
                    <a:pt x="1" y="7467"/>
                  </a:lnTo>
                  <a:lnTo>
                    <a:pt x="11027" y="7467"/>
                  </a:lnTo>
                  <a:lnTo>
                    <a:pt x="11027" y="1229"/>
                  </a:lnTo>
                  <a:cubicBezTo>
                    <a:pt x="11027" y="568"/>
                    <a:pt x="10460" y="1"/>
                    <a:pt x="97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0" name="Google Shape;13857;p134">
            <a:extLst>
              <a:ext uri="{FF2B5EF4-FFF2-40B4-BE49-F238E27FC236}">
                <a16:creationId xmlns:a16="http://schemas.microsoft.com/office/drawing/2014/main" id="{A79E0B2D-73FA-C227-1A33-0F446A1E046B}"/>
              </a:ext>
            </a:extLst>
          </p:cNvPr>
          <p:cNvGrpSpPr/>
          <p:nvPr/>
        </p:nvGrpSpPr>
        <p:grpSpPr>
          <a:xfrm>
            <a:off x="3868634" y="3642551"/>
            <a:ext cx="335827" cy="339202"/>
            <a:chOff x="-41526450" y="3951100"/>
            <a:chExt cx="313500" cy="316650"/>
          </a:xfrm>
          <a:solidFill>
            <a:schemeClr val="accent1">
              <a:lumMod val="75000"/>
            </a:schemeClr>
          </a:solidFill>
        </p:grpSpPr>
        <p:sp>
          <p:nvSpPr>
            <p:cNvPr id="401" name="Google Shape;13858;p134">
              <a:extLst>
                <a:ext uri="{FF2B5EF4-FFF2-40B4-BE49-F238E27FC236}">
                  <a16:creationId xmlns:a16="http://schemas.microsoft.com/office/drawing/2014/main" id="{3978C669-056F-AD58-1BDE-F88172EC542B}"/>
                </a:ext>
              </a:extLst>
            </p:cNvPr>
            <p:cNvSpPr/>
            <p:nvPr/>
          </p:nvSpPr>
          <p:spPr>
            <a:xfrm>
              <a:off x="-41483125" y="4041675"/>
              <a:ext cx="226075" cy="226075"/>
            </a:xfrm>
            <a:custGeom>
              <a:avLst/>
              <a:gdLst/>
              <a:ahLst/>
              <a:cxnLst/>
              <a:rect l="l" t="t" r="r" b="b"/>
              <a:pathLst>
                <a:path w="9043" h="9043" extrusionOk="0">
                  <a:moveTo>
                    <a:pt x="4506" y="2174"/>
                  </a:moveTo>
                  <a:cubicBezTo>
                    <a:pt x="6144" y="2174"/>
                    <a:pt x="7404" y="3466"/>
                    <a:pt x="7436" y="5041"/>
                  </a:cubicBezTo>
                  <a:cubicBezTo>
                    <a:pt x="7436" y="6648"/>
                    <a:pt x="6144" y="7908"/>
                    <a:pt x="4506" y="7908"/>
                  </a:cubicBezTo>
                  <a:cubicBezTo>
                    <a:pt x="2899" y="7908"/>
                    <a:pt x="1639" y="6616"/>
                    <a:pt x="1639" y="5041"/>
                  </a:cubicBezTo>
                  <a:cubicBezTo>
                    <a:pt x="1639" y="3466"/>
                    <a:pt x="2931" y="2174"/>
                    <a:pt x="4506" y="2174"/>
                  </a:cubicBezTo>
                  <a:close/>
                  <a:moveTo>
                    <a:pt x="4506" y="0"/>
                  </a:moveTo>
                  <a:lnTo>
                    <a:pt x="1" y="3214"/>
                  </a:lnTo>
                  <a:lnTo>
                    <a:pt x="1" y="8664"/>
                  </a:lnTo>
                  <a:cubicBezTo>
                    <a:pt x="1" y="8885"/>
                    <a:pt x="190" y="9042"/>
                    <a:pt x="379" y="9042"/>
                  </a:cubicBezTo>
                  <a:lnTo>
                    <a:pt x="8665" y="9042"/>
                  </a:lnTo>
                  <a:cubicBezTo>
                    <a:pt x="8885" y="9042"/>
                    <a:pt x="9043" y="8853"/>
                    <a:pt x="9043" y="8664"/>
                  </a:cubicBezTo>
                  <a:lnTo>
                    <a:pt x="9043" y="3214"/>
                  </a:lnTo>
                  <a:lnTo>
                    <a:pt x="450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13859;p134">
              <a:extLst>
                <a:ext uri="{FF2B5EF4-FFF2-40B4-BE49-F238E27FC236}">
                  <a16:creationId xmlns:a16="http://schemas.microsoft.com/office/drawing/2014/main" id="{BD32432C-2438-41C1-285F-9A4907013E10}"/>
                </a:ext>
              </a:extLst>
            </p:cNvPr>
            <p:cNvSpPr/>
            <p:nvPr/>
          </p:nvSpPr>
          <p:spPr>
            <a:xfrm>
              <a:off x="-41422475" y="411492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4191" h="4191" extrusionOk="0">
                  <a:moveTo>
                    <a:pt x="2080" y="1040"/>
                  </a:moveTo>
                  <a:cubicBezTo>
                    <a:pt x="2332" y="1040"/>
                    <a:pt x="2521" y="1229"/>
                    <a:pt x="2521" y="1450"/>
                  </a:cubicBezTo>
                  <a:lnTo>
                    <a:pt x="2521" y="1859"/>
                  </a:lnTo>
                  <a:lnTo>
                    <a:pt x="2931" y="1859"/>
                  </a:lnTo>
                  <a:cubicBezTo>
                    <a:pt x="3151" y="1859"/>
                    <a:pt x="3372" y="2080"/>
                    <a:pt x="3372" y="2269"/>
                  </a:cubicBezTo>
                  <a:cubicBezTo>
                    <a:pt x="3372" y="2489"/>
                    <a:pt x="3151" y="2710"/>
                    <a:pt x="2931" y="2710"/>
                  </a:cubicBezTo>
                  <a:lnTo>
                    <a:pt x="2080" y="2710"/>
                  </a:lnTo>
                  <a:cubicBezTo>
                    <a:pt x="1859" y="2710"/>
                    <a:pt x="1702" y="2489"/>
                    <a:pt x="1702" y="2269"/>
                  </a:cubicBezTo>
                  <a:lnTo>
                    <a:pt x="1702" y="1450"/>
                  </a:lnTo>
                  <a:cubicBezTo>
                    <a:pt x="1702" y="1198"/>
                    <a:pt x="1891" y="1040"/>
                    <a:pt x="2080" y="1040"/>
                  </a:cubicBezTo>
                  <a:close/>
                  <a:moveTo>
                    <a:pt x="2080" y="0"/>
                  </a:moveTo>
                  <a:cubicBezTo>
                    <a:pt x="946" y="0"/>
                    <a:pt x="64" y="946"/>
                    <a:pt x="1" y="2111"/>
                  </a:cubicBezTo>
                  <a:cubicBezTo>
                    <a:pt x="64" y="3277"/>
                    <a:pt x="946" y="4191"/>
                    <a:pt x="2080" y="4191"/>
                  </a:cubicBezTo>
                  <a:cubicBezTo>
                    <a:pt x="3246" y="4191"/>
                    <a:pt x="4128" y="3245"/>
                    <a:pt x="4191" y="2111"/>
                  </a:cubicBezTo>
                  <a:cubicBezTo>
                    <a:pt x="4191" y="977"/>
                    <a:pt x="3246" y="63"/>
                    <a:pt x="20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13860;p134">
              <a:extLst>
                <a:ext uri="{FF2B5EF4-FFF2-40B4-BE49-F238E27FC236}">
                  <a16:creationId xmlns:a16="http://schemas.microsoft.com/office/drawing/2014/main" id="{6CAED8D7-6329-E6AF-5955-26C2635C7AFE}"/>
                </a:ext>
              </a:extLst>
            </p:cNvPr>
            <p:cNvSpPr/>
            <p:nvPr/>
          </p:nvSpPr>
          <p:spPr>
            <a:xfrm>
              <a:off x="-41526450" y="3951100"/>
              <a:ext cx="313500" cy="165575"/>
            </a:xfrm>
            <a:custGeom>
              <a:avLst/>
              <a:gdLst/>
              <a:ahLst/>
              <a:cxnLst/>
              <a:rect l="l" t="t" r="r" b="b"/>
              <a:pathLst>
                <a:path w="12540" h="6623" extrusionOk="0">
                  <a:moveTo>
                    <a:pt x="6239" y="0"/>
                  </a:moveTo>
                  <a:cubicBezTo>
                    <a:pt x="6018" y="0"/>
                    <a:pt x="5861" y="189"/>
                    <a:pt x="5861" y="378"/>
                  </a:cubicBezTo>
                  <a:lnTo>
                    <a:pt x="5861" y="1859"/>
                  </a:lnTo>
                  <a:lnTo>
                    <a:pt x="1891" y="4695"/>
                  </a:lnTo>
                  <a:lnTo>
                    <a:pt x="222" y="5860"/>
                  </a:lnTo>
                  <a:cubicBezTo>
                    <a:pt x="32" y="5986"/>
                    <a:pt x="1" y="6270"/>
                    <a:pt x="159" y="6459"/>
                  </a:cubicBezTo>
                  <a:cubicBezTo>
                    <a:pt x="230" y="6566"/>
                    <a:pt x="342" y="6623"/>
                    <a:pt x="460" y="6623"/>
                  </a:cubicBezTo>
                  <a:cubicBezTo>
                    <a:pt x="550" y="6623"/>
                    <a:pt x="644" y="6590"/>
                    <a:pt x="726" y="6522"/>
                  </a:cubicBezTo>
                  <a:lnTo>
                    <a:pt x="6050" y="2741"/>
                  </a:lnTo>
                  <a:cubicBezTo>
                    <a:pt x="6129" y="2678"/>
                    <a:pt x="6215" y="2647"/>
                    <a:pt x="6298" y="2647"/>
                  </a:cubicBezTo>
                  <a:cubicBezTo>
                    <a:pt x="6381" y="2647"/>
                    <a:pt x="6459" y="2678"/>
                    <a:pt x="6523" y="2741"/>
                  </a:cubicBezTo>
                  <a:lnTo>
                    <a:pt x="11847" y="6522"/>
                  </a:lnTo>
                  <a:cubicBezTo>
                    <a:pt x="11926" y="6575"/>
                    <a:pt x="12016" y="6600"/>
                    <a:pt x="12105" y="6600"/>
                  </a:cubicBezTo>
                  <a:cubicBezTo>
                    <a:pt x="12230" y="6600"/>
                    <a:pt x="12354" y="6551"/>
                    <a:pt x="12445" y="6459"/>
                  </a:cubicBezTo>
                  <a:cubicBezTo>
                    <a:pt x="12540" y="6270"/>
                    <a:pt x="12508" y="6018"/>
                    <a:pt x="12351" y="5860"/>
                  </a:cubicBezTo>
                  <a:lnTo>
                    <a:pt x="10713" y="4695"/>
                  </a:lnTo>
                  <a:lnTo>
                    <a:pt x="6712" y="1859"/>
                  </a:lnTo>
                  <a:lnTo>
                    <a:pt x="6712" y="378"/>
                  </a:lnTo>
                  <a:cubicBezTo>
                    <a:pt x="6680" y="189"/>
                    <a:pt x="6491" y="0"/>
                    <a:pt x="62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4" name="Google Shape;13861;p134">
            <a:extLst>
              <a:ext uri="{FF2B5EF4-FFF2-40B4-BE49-F238E27FC236}">
                <a16:creationId xmlns:a16="http://schemas.microsoft.com/office/drawing/2014/main" id="{B830BCD1-A9E1-18BA-A971-A6A3E03C37CF}"/>
              </a:ext>
            </a:extLst>
          </p:cNvPr>
          <p:cNvGrpSpPr/>
          <p:nvPr/>
        </p:nvGrpSpPr>
        <p:grpSpPr>
          <a:xfrm>
            <a:off x="2736587" y="4095582"/>
            <a:ext cx="311350" cy="340889"/>
            <a:chOff x="-39625900" y="3238300"/>
            <a:chExt cx="290650" cy="318225"/>
          </a:xfrm>
          <a:solidFill>
            <a:schemeClr val="accent1">
              <a:lumMod val="75000"/>
            </a:schemeClr>
          </a:solidFill>
        </p:grpSpPr>
        <p:sp>
          <p:nvSpPr>
            <p:cNvPr id="405" name="Google Shape;13862;p134">
              <a:extLst>
                <a:ext uri="{FF2B5EF4-FFF2-40B4-BE49-F238E27FC236}">
                  <a16:creationId xmlns:a16="http://schemas.microsoft.com/office/drawing/2014/main" id="{4F8D06A8-FF09-0CA5-0FA5-3E80FF14F158}"/>
                </a:ext>
              </a:extLst>
            </p:cNvPr>
            <p:cNvSpPr/>
            <p:nvPr/>
          </p:nvSpPr>
          <p:spPr>
            <a:xfrm>
              <a:off x="-39625900" y="3238300"/>
              <a:ext cx="290650" cy="318225"/>
            </a:xfrm>
            <a:custGeom>
              <a:avLst/>
              <a:gdLst/>
              <a:ahLst/>
              <a:cxnLst/>
              <a:rect l="l" t="t" r="r" b="b"/>
              <a:pathLst>
                <a:path w="11626" h="12729" extrusionOk="0">
                  <a:moveTo>
                    <a:pt x="442" y="1"/>
                  </a:moveTo>
                  <a:cubicBezTo>
                    <a:pt x="221" y="1"/>
                    <a:pt x="32" y="190"/>
                    <a:pt x="32" y="442"/>
                  </a:cubicBezTo>
                  <a:lnTo>
                    <a:pt x="32" y="4159"/>
                  </a:lnTo>
                  <a:cubicBezTo>
                    <a:pt x="32" y="4317"/>
                    <a:pt x="126" y="4474"/>
                    <a:pt x="284" y="4569"/>
                  </a:cubicBezTo>
                  <a:cubicBezTo>
                    <a:pt x="1072" y="4821"/>
                    <a:pt x="1670" y="5640"/>
                    <a:pt x="1670" y="6491"/>
                  </a:cubicBezTo>
                  <a:cubicBezTo>
                    <a:pt x="1670" y="7404"/>
                    <a:pt x="1103" y="8129"/>
                    <a:pt x="284" y="8475"/>
                  </a:cubicBezTo>
                  <a:cubicBezTo>
                    <a:pt x="126" y="8507"/>
                    <a:pt x="0" y="8664"/>
                    <a:pt x="0" y="8853"/>
                  </a:cubicBezTo>
                  <a:lnTo>
                    <a:pt x="0" y="12319"/>
                  </a:lnTo>
                  <a:cubicBezTo>
                    <a:pt x="0" y="12571"/>
                    <a:pt x="221" y="12729"/>
                    <a:pt x="442" y="12729"/>
                  </a:cubicBezTo>
                  <a:lnTo>
                    <a:pt x="3308" y="12729"/>
                  </a:lnTo>
                  <a:lnTo>
                    <a:pt x="3308" y="4852"/>
                  </a:lnTo>
                  <a:cubicBezTo>
                    <a:pt x="3308" y="3687"/>
                    <a:pt x="4254" y="2805"/>
                    <a:pt x="5419" y="2741"/>
                  </a:cubicBezTo>
                  <a:lnTo>
                    <a:pt x="6238" y="2741"/>
                  </a:lnTo>
                  <a:cubicBezTo>
                    <a:pt x="7373" y="2741"/>
                    <a:pt x="8286" y="3687"/>
                    <a:pt x="8318" y="4852"/>
                  </a:cubicBezTo>
                  <a:lnTo>
                    <a:pt x="8318" y="12729"/>
                  </a:lnTo>
                  <a:lnTo>
                    <a:pt x="11216" y="12729"/>
                  </a:lnTo>
                  <a:cubicBezTo>
                    <a:pt x="11437" y="12729"/>
                    <a:pt x="11594" y="12508"/>
                    <a:pt x="11626" y="12319"/>
                  </a:cubicBezTo>
                  <a:lnTo>
                    <a:pt x="11626" y="8853"/>
                  </a:lnTo>
                  <a:cubicBezTo>
                    <a:pt x="11626" y="8696"/>
                    <a:pt x="11500" y="8538"/>
                    <a:pt x="11374" y="8475"/>
                  </a:cubicBezTo>
                  <a:cubicBezTo>
                    <a:pt x="10586" y="8192"/>
                    <a:pt x="9988" y="7404"/>
                    <a:pt x="9988" y="6491"/>
                  </a:cubicBezTo>
                  <a:cubicBezTo>
                    <a:pt x="9988" y="5577"/>
                    <a:pt x="10586" y="4852"/>
                    <a:pt x="11374" y="4569"/>
                  </a:cubicBezTo>
                  <a:cubicBezTo>
                    <a:pt x="11531" y="4537"/>
                    <a:pt x="11626" y="4380"/>
                    <a:pt x="11626" y="4159"/>
                  </a:cubicBezTo>
                  <a:lnTo>
                    <a:pt x="11626" y="442"/>
                  </a:lnTo>
                  <a:cubicBezTo>
                    <a:pt x="11626" y="190"/>
                    <a:pt x="11437" y="1"/>
                    <a:pt x="112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13863;p134">
              <a:extLst>
                <a:ext uri="{FF2B5EF4-FFF2-40B4-BE49-F238E27FC236}">
                  <a16:creationId xmlns:a16="http://schemas.microsoft.com/office/drawing/2014/main" id="{876BDAF9-D047-0AC7-A103-01DD90D2DFBF}"/>
                </a:ext>
              </a:extLst>
            </p:cNvPr>
            <p:cNvSpPr/>
            <p:nvPr/>
          </p:nvSpPr>
          <p:spPr>
            <a:xfrm>
              <a:off x="-39521150" y="3328875"/>
              <a:ext cx="82725" cy="227650"/>
            </a:xfrm>
            <a:custGeom>
              <a:avLst/>
              <a:gdLst/>
              <a:ahLst/>
              <a:cxnLst/>
              <a:rect l="l" t="t" r="r" b="b"/>
              <a:pathLst>
                <a:path w="3309" h="9106" extrusionOk="0">
                  <a:moveTo>
                    <a:pt x="1607" y="3309"/>
                  </a:moveTo>
                  <a:cubicBezTo>
                    <a:pt x="2080" y="3309"/>
                    <a:pt x="2426" y="3655"/>
                    <a:pt x="2426" y="4128"/>
                  </a:cubicBezTo>
                  <a:cubicBezTo>
                    <a:pt x="2426" y="4600"/>
                    <a:pt x="2080" y="4947"/>
                    <a:pt x="1607" y="4947"/>
                  </a:cubicBezTo>
                  <a:cubicBezTo>
                    <a:pt x="1135" y="4947"/>
                    <a:pt x="788" y="4600"/>
                    <a:pt x="788" y="4128"/>
                  </a:cubicBezTo>
                  <a:cubicBezTo>
                    <a:pt x="788" y="3655"/>
                    <a:pt x="1135" y="3309"/>
                    <a:pt x="1607" y="3309"/>
                  </a:cubicBezTo>
                  <a:close/>
                  <a:moveTo>
                    <a:pt x="1229" y="1"/>
                  </a:moveTo>
                  <a:cubicBezTo>
                    <a:pt x="536" y="1"/>
                    <a:pt x="1" y="536"/>
                    <a:pt x="1" y="1261"/>
                  </a:cubicBezTo>
                  <a:lnTo>
                    <a:pt x="1" y="9106"/>
                  </a:lnTo>
                  <a:lnTo>
                    <a:pt x="3309" y="9106"/>
                  </a:lnTo>
                  <a:lnTo>
                    <a:pt x="3309" y="1229"/>
                  </a:lnTo>
                  <a:cubicBezTo>
                    <a:pt x="3309" y="536"/>
                    <a:pt x="2742" y="1"/>
                    <a:pt x="208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7" name="Google Shape;13864;p134">
            <a:extLst>
              <a:ext uri="{FF2B5EF4-FFF2-40B4-BE49-F238E27FC236}">
                <a16:creationId xmlns:a16="http://schemas.microsoft.com/office/drawing/2014/main" id="{01471C50-2C9A-17D1-EE0D-9D58A4B5A4D7}"/>
              </a:ext>
            </a:extLst>
          </p:cNvPr>
          <p:cNvSpPr/>
          <p:nvPr/>
        </p:nvSpPr>
        <p:spPr>
          <a:xfrm>
            <a:off x="2756916" y="4516521"/>
            <a:ext cx="289417" cy="339202"/>
          </a:xfrm>
          <a:custGeom>
            <a:avLst/>
            <a:gdLst/>
            <a:ahLst/>
            <a:cxnLst/>
            <a:rect l="l" t="t" r="r" b="b"/>
            <a:pathLst>
              <a:path w="10807" h="12666" extrusionOk="0">
                <a:moveTo>
                  <a:pt x="5419" y="851"/>
                </a:moveTo>
                <a:cubicBezTo>
                  <a:pt x="5640" y="851"/>
                  <a:pt x="5797" y="1040"/>
                  <a:pt x="5829" y="1261"/>
                </a:cubicBezTo>
                <a:cubicBezTo>
                  <a:pt x="5829" y="1513"/>
                  <a:pt x="6049" y="1670"/>
                  <a:pt x="6270" y="1670"/>
                </a:cubicBezTo>
                <a:lnTo>
                  <a:pt x="7940" y="1670"/>
                </a:lnTo>
                <a:cubicBezTo>
                  <a:pt x="8160" y="1670"/>
                  <a:pt x="8318" y="1859"/>
                  <a:pt x="8349" y="2048"/>
                </a:cubicBezTo>
                <a:lnTo>
                  <a:pt x="8349" y="2489"/>
                </a:lnTo>
                <a:lnTo>
                  <a:pt x="2615" y="2489"/>
                </a:lnTo>
                <a:lnTo>
                  <a:pt x="2615" y="2048"/>
                </a:lnTo>
                <a:lnTo>
                  <a:pt x="2521" y="2048"/>
                </a:lnTo>
                <a:cubicBezTo>
                  <a:pt x="2521" y="1828"/>
                  <a:pt x="2741" y="1670"/>
                  <a:pt x="2962" y="1670"/>
                </a:cubicBezTo>
                <a:lnTo>
                  <a:pt x="4569" y="1670"/>
                </a:lnTo>
                <a:cubicBezTo>
                  <a:pt x="4821" y="1670"/>
                  <a:pt x="5010" y="1481"/>
                  <a:pt x="5010" y="1261"/>
                </a:cubicBezTo>
                <a:cubicBezTo>
                  <a:pt x="5010" y="1040"/>
                  <a:pt x="5199" y="882"/>
                  <a:pt x="5419" y="851"/>
                </a:cubicBezTo>
                <a:close/>
                <a:moveTo>
                  <a:pt x="8203" y="5651"/>
                </a:moveTo>
                <a:cubicBezTo>
                  <a:pt x="8417" y="5651"/>
                  <a:pt x="8629" y="5730"/>
                  <a:pt x="8790" y="5892"/>
                </a:cubicBezTo>
                <a:lnTo>
                  <a:pt x="8885" y="5955"/>
                </a:lnTo>
                <a:cubicBezTo>
                  <a:pt x="9200" y="6270"/>
                  <a:pt x="9200" y="6805"/>
                  <a:pt x="8885" y="7152"/>
                </a:cubicBezTo>
                <a:lnTo>
                  <a:pt x="5577" y="10428"/>
                </a:lnTo>
                <a:cubicBezTo>
                  <a:pt x="5419" y="10586"/>
                  <a:pt x="5199" y="10665"/>
                  <a:pt x="4978" y="10665"/>
                </a:cubicBezTo>
                <a:cubicBezTo>
                  <a:pt x="4758" y="10665"/>
                  <a:pt x="4537" y="10586"/>
                  <a:pt x="4380" y="10428"/>
                </a:cubicBezTo>
                <a:lnTo>
                  <a:pt x="2773" y="8822"/>
                </a:lnTo>
                <a:cubicBezTo>
                  <a:pt x="2458" y="8507"/>
                  <a:pt x="2458" y="7971"/>
                  <a:pt x="2773" y="7656"/>
                </a:cubicBezTo>
                <a:lnTo>
                  <a:pt x="2836" y="7561"/>
                </a:lnTo>
                <a:cubicBezTo>
                  <a:pt x="2993" y="7404"/>
                  <a:pt x="3214" y="7325"/>
                  <a:pt x="3434" y="7325"/>
                </a:cubicBezTo>
                <a:cubicBezTo>
                  <a:pt x="3655" y="7325"/>
                  <a:pt x="3876" y="7404"/>
                  <a:pt x="4033" y="7561"/>
                </a:cubicBezTo>
                <a:lnTo>
                  <a:pt x="4978" y="8507"/>
                </a:lnTo>
                <a:lnTo>
                  <a:pt x="7625" y="5860"/>
                </a:lnTo>
                <a:cubicBezTo>
                  <a:pt x="7793" y="5722"/>
                  <a:pt x="7999" y="5651"/>
                  <a:pt x="8203" y="5651"/>
                </a:cubicBezTo>
                <a:close/>
                <a:moveTo>
                  <a:pt x="5419" y="0"/>
                </a:moveTo>
                <a:cubicBezTo>
                  <a:pt x="4852" y="0"/>
                  <a:pt x="4411" y="347"/>
                  <a:pt x="4222" y="851"/>
                </a:cubicBezTo>
                <a:lnTo>
                  <a:pt x="2930" y="851"/>
                </a:lnTo>
                <a:cubicBezTo>
                  <a:pt x="2363" y="851"/>
                  <a:pt x="1954" y="1198"/>
                  <a:pt x="1733" y="1670"/>
                </a:cubicBezTo>
                <a:lnTo>
                  <a:pt x="442" y="1670"/>
                </a:lnTo>
                <a:cubicBezTo>
                  <a:pt x="221" y="1670"/>
                  <a:pt x="0" y="1859"/>
                  <a:pt x="0" y="2048"/>
                </a:cubicBezTo>
                <a:lnTo>
                  <a:pt x="0" y="12256"/>
                </a:lnTo>
                <a:cubicBezTo>
                  <a:pt x="0" y="12508"/>
                  <a:pt x="221" y="12665"/>
                  <a:pt x="442" y="12665"/>
                </a:cubicBezTo>
                <a:lnTo>
                  <a:pt x="10366" y="12665"/>
                </a:lnTo>
                <a:cubicBezTo>
                  <a:pt x="10618" y="12665"/>
                  <a:pt x="10807" y="12445"/>
                  <a:pt x="10807" y="12256"/>
                </a:cubicBezTo>
                <a:lnTo>
                  <a:pt x="10807" y="2048"/>
                </a:lnTo>
                <a:cubicBezTo>
                  <a:pt x="10807" y="1828"/>
                  <a:pt x="10618" y="1670"/>
                  <a:pt x="10366" y="1670"/>
                </a:cubicBezTo>
                <a:lnTo>
                  <a:pt x="9074" y="1670"/>
                </a:lnTo>
                <a:cubicBezTo>
                  <a:pt x="8916" y="1198"/>
                  <a:pt x="8444" y="851"/>
                  <a:pt x="7877" y="851"/>
                </a:cubicBezTo>
                <a:lnTo>
                  <a:pt x="6585" y="851"/>
                </a:lnTo>
                <a:cubicBezTo>
                  <a:pt x="6427" y="378"/>
                  <a:pt x="5955" y="0"/>
                  <a:pt x="5419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08" name="Google Shape;13865;p134">
            <a:extLst>
              <a:ext uri="{FF2B5EF4-FFF2-40B4-BE49-F238E27FC236}">
                <a16:creationId xmlns:a16="http://schemas.microsoft.com/office/drawing/2014/main" id="{C0706693-FBB0-66AA-BEE9-1853C5A1CC4A}"/>
              </a:ext>
            </a:extLst>
          </p:cNvPr>
          <p:cNvGrpSpPr/>
          <p:nvPr/>
        </p:nvGrpSpPr>
        <p:grpSpPr>
          <a:xfrm>
            <a:off x="2731133" y="4935818"/>
            <a:ext cx="335827" cy="339630"/>
            <a:chOff x="-39647175" y="3972000"/>
            <a:chExt cx="313500" cy="317050"/>
          </a:xfrm>
          <a:solidFill>
            <a:schemeClr val="accent1">
              <a:lumMod val="75000"/>
            </a:schemeClr>
          </a:solidFill>
        </p:grpSpPr>
        <p:sp>
          <p:nvSpPr>
            <p:cNvPr id="409" name="Google Shape;13866;p134">
              <a:extLst>
                <a:ext uri="{FF2B5EF4-FFF2-40B4-BE49-F238E27FC236}">
                  <a16:creationId xmlns:a16="http://schemas.microsoft.com/office/drawing/2014/main" id="{2562CB40-6730-C861-1721-7F18231BB834}"/>
                </a:ext>
              </a:extLst>
            </p:cNvPr>
            <p:cNvSpPr/>
            <p:nvPr/>
          </p:nvSpPr>
          <p:spPr>
            <a:xfrm>
              <a:off x="-39647175" y="3972000"/>
              <a:ext cx="95325" cy="153975"/>
            </a:xfrm>
            <a:custGeom>
              <a:avLst/>
              <a:gdLst/>
              <a:ahLst/>
              <a:cxnLst/>
              <a:rect l="l" t="t" r="r" b="b"/>
              <a:pathLst>
                <a:path w="3813" h="6159" extrusionOk="0">
                  <a:moveTo>
                    <a:pt x="1698" y="1"/>
                  </a:moveTo>
                  <a:cubicBezTo>
                    <a:pt x="1520" y="1"/>
                    <a:pt x="1373" y="138"/>
                    <a:pt x="1293" y="299"/>
                  </a:cubicBezTo>
                  <a:lnTo>
                    <a:pt x="1" y="5119"/>
                  </a:lnTo>
                  <a:cubicBezTo>
                    <a:pt x="1" y="5308"/>
                    <a:pt x="127" y="5528"/>
                    <a:pt x="316" y="5623"/>
                  </a:cubicBezTo>
                  <a:lnTo>
                    <a:pt x="2332" y="6158"/>
                  </a:lnTo>
                  <a:cubicBezTo>
                    <a:pt x="3277" y="2630"/>
                    <a:pt x="2868" y="4111"/>
                    <a:pt x="3813" y="582"/>
                  </a:cubicBezTo>
                  <a:lnTo>
                    <a:pt x="1797" y="15"/>
                  </a:lnTo>
                  <a:cubicBezTo>
                    <a:pt x="1763" y="5"/>
                    <a:pt x="1730" y="1"/>
                    <a:pt x="16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13867;p134">
              <a:extLst>
                <a:ext uri="{FF2B5EF4-FFF2-40B4-BE49-F238E27FC236}">
                  <a16:creationId xmlns:a16="http://schemas.microsoft.com/office/drawing/2014/main" id="{8CD92D56-562C-113B-F162-B8C64462E4C1}"/>
                </a:ext>
              </a:extLst>
            </p:cNvPr>
            <p:cNvSpPr/>
            <p:nvPr/>
          </p:nvSpPr>
          <p:spPr>
            <a:xfrm>
              <a:off x="-39588875" y="4011750"/>
              <a:ext cx="216600" cy="277300"/>
            </a:xfrm>
            <a:custGeom>
              <a:avLst/>
              <a:gdLst/>
              <a:ahLst/>
              <a:cxnLst/>
              <a:rect l="l" t="t" r="r" b="b"/>
              <a:pathLst>
                <a:path w="8664" h="11092" extrusionOk="0">
                  <a:moveTo>
                    <a:pt x="4348" y="3466"/>
                  </a:moveTo>
                  <a:cubicBezTo>
                    <a:pt x="4820" y="3466"/>
                    <a:pt x="5199" y="3844"/>
                    <a:pt x="5199" y="4316"/>
                  </a:cubicBezTo>
                  <a:cubicBezTo>
                    <a:pt x="5199" y="4789"/>
                    <a:pt x="4820" y="5136"/>
                    <a:pt x="4348" y="5136"/>
                  </a:cubicBezTo>
                  <a:cubicBezTo>
                    <a:pt x="3907" y="5136"/>
                    <a:pt x="3529" y="4789"/>
                    <a:pt x="3529" y="4316"/>
                  </a:cubicBezTo>
                  <a:cubicBezTo>
                    <a:pt x="3529" y="3875"/>
                    <a:pt x="3875" y="3466"/>
                    <a:pt x="4348" y="3466"/>
                  </a:cubicBezTo>
                  <a:close/>
                  <a:moveTo>
                    <a:pt x="5104" y="5766"/>
                  </a:moveTo>
                  <a:lnTo>
                    <a:pt x="6081" y="7624"/>
                  </a:lnTo>
                  <a:lnTo>
                    <a:pt x="2615" y="7624"/>
                  </a:lnTo>
                  <a:lnTo>
                    <a:pt x="3560" y="5766"/>
                  </a:lnTo>
                  <a:cubicBezTo>
                    <a:pt x="3812" y="5892"/>
                    <a:pt x="4096" y="5955"/>
                    <a:pt x="4348" y="5955"/>
                  </a:cubicBezTo>
                  <a:cubicBezTo>
                    <a:pt x="4631" y="5955"/>
                    <a:pt x="4883" y="5892"/>
                    <a:pt x="5104" y="5766"/>
                  </a:cubicBezTo>
                  <a:close/>
                  <a:moveTo>
                    <a:pt x="2048" y="0"/>
                  </a:moveTo>
                  <a:cubicBezTo>
                    <a:pt x="1386" y="2458"/>
                    <a:pt x="1638" y="1544"/>
                    <a:pt x="977" y="4001"/>
                  </a:cubicBezTo>
                  <a:lnTo>
                    <a:pt x="2678" y="4474"/>
                  </a:lnTo>
                  <a:cubicBezTo>
                    <a:pt x="2678" y="4726"/>
                    <a:pt x="2741" y="5010"/>
                    <a:pt x="2899" y="5199"/>
                  </a:cubicBezTo>
                  <a:lnTo>
                    <a:pt x="32" y="10523"/>
                  </a:lnTo>
                  <a:cubicBezTo>
                    <a:pt x="0" y="10680"/>
                    <a:pt x="63" y="10964"/>
                    <a:pt x="252" y="11027"/>
                  </a:cubicBezTo>
                  <a:cubicBezTo>
                    <a:pt x="328" y="11070"/>
                    <a:pt x="404" y="11091"/>
                    <a:pt x="475" y="11091"/>
                  </a:cubicBezTo>
                  <a:cubicBezTo>
                    <a:pt x="613" y="11091"/>
                    <a:pt x="737" y="11014"/>
                    <a:pt x="819" y="10869"/>
                  </a:cubicBezTo>
                  <a:lnTo>
                    <a:pt x="2143" y="8475"/>
                  </a:lnTo>
                  <a:lnTo>
                    <a:pt x="6490" y="8475"/>
                  </a:lnTo>
                  <a:lnTo>
                    <a:pt x="7845" y="10869"/>
                  </a:lnTo>
                  <a:cubicBezTo>
                    <a:pt x="7907" y="11014"/>
                    <a:pt x="8037" y="11091"/>
                    <a:pt x="8173" y="11091"/>
                  </a:cubicBezTo>
                  <a:cubicBezTo>
                    <a:pt x="8243" y="11091"/>
                    <a:pt x="8316" y="11070"/>
                    <a:pt x="8381" y="11027"/>
                  </a:cubicBezTo>
                  <a:cubicBezTo>
                    <a:pt x="8570" y="10932"/>
                    <a:pt x="8664" y="10680"/>
                    <a:pt x="8538" y="10491"/>
                  </a:cubicBezTo>
                  <a:lnTo>
                    <a:pt x="5734" y="5262"/>
                  </a:lnTo>
                  <a:lnTo>
                    <a:pt x="6585" y="5482"/>
                  </a:lnTo>
                  <a:cubicBezTo>
                    <a:pt x="7120" y="3434"/>
                    <a:pt x="6931" y="4222"/>
                    <a:pt x="7624" y="1513"/>
                  </a:cubicBezTo>
                  <a:lnTo>
                    <a:pt x="204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13868;p134">
              <a:extLst>
                <a:ext uri="{FF2B5EF4-FFF2-40B4-BE49-F238E27FC236}">
                  <a16:creationId xmlns:a16="http://schemas.microsoft.com/office/drawing/2014/main" id="{78F1F6A6-5C06-4BC4-8509-02E8E0A068AE}"/>
                </a:ext>
              </a:extLst>
            </p:cNvPr>
            <p:cNvSpPr/>
            <p:nvPr/>
          </p:nvSpPr>
          <p:spPr>
            <a:xfrm>
              <a:off x="-39398275" y="4073975"/>
              <a:ext cx="64600" cy="71600"/>
            </a:xfrm>
            <a:custGeom>
              <a:avLst/>
              <a:gdLst/>
              <a:ahLst/>
              <a:cxnLst/>
              <a:rect l="l" t="t" r="r" b="b"/>
              <a:pathLst>
                <a:path w="2584" h="2864" extrusionOk="0">
                  <a:moveTo>
                    <a:pt x="630" y="0"/>
                  </a:moveTo>
                  <a:cubicBezTo>
                    <a:pt x="252" y="1449"/>
                    <a:pt x="410" y="945"/>
                    <a:pt x="0" y="2395"/>
                  </a:cubicBezTo>
                  <a:lnTo>
                    <a:pt x="1607" y="2836"/>
                  </a:lnTo>
                  <a:cubicBezTo>
                    <a:pt x="1658" y="2855"/>
                    <a:pt x="1707" y="2864"/>
                    <a:pt x="1753" y="2864"/>
                  </a:cubicBezTo>
                  <a:cubicBezTo>
                    <a:pt x="1932" y="2864"/>
                    <a:pt x="2067" y="2728"/>
                    <a:pt x="2143" y="2552"/>
                  </a:cubicBezTo>
                  <a:lnTo>
                    <a:pt x="2584" y="945"/>
                  </a:lnTo>
                  <a:cubicBezTo>
                    <a:pt x="2552" y="725"/>
                    <a:pt x="2458" y="473"/>
                    <a:pt x="2237" y="441"/>
                  </a:cubicBezTo>
                  <a:lnTo>
                    <a:pt x="63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2" name="Google Shape;13869;p134">
            <a:extLst>
              <a:ext uri="{FF2B5EF4-FFF2-40B4-BE49-F238E27FC236}">
                <a16:creationId xmlns:a16="http://schemas.microsoft.com/office/drawing/2014/main" id="{3B584CA1-D2F9-D066-FA82-E84B1EDC37F4}"/>
              </a:ext>
            </a:extLst>
          </p:cNvPr>
          <p:cNvGrpSpPr/>
          <p:nvPr/>
        </p:nvGrpSpPr>
        <p:grpSpPr>
          <a:xfrm>
            <a:off x="4719846" y="4077667"/>
            <a:ext cx="344264" cy="340032"/>
            <a:chOff x="-37808850" y="3221575"/>
            <a:chExt cx="321375" cy="317425"/>
          </a:xfrm>
          <a:solidFill>
            <a:schemeClr val="accent1">
              <a:lumMod val="75000"/>
            </a:schemeClr>
          </a:solidFill>
        </p:grpSpPr>
        <p:sp>
          <p:nvSpPr>
            <p:cNvPr id="413" name="Google Shape;13870;p134">
              <a:extLst>
                <a:ext uri="{FF2B5EF4-FFF2-40B4-BE49-F238E27FC236}">
                  <a16:creationId xmlns:a16="http://schemas.microsoft.com/office/drawing/2014/main" id="{FD215799-6EC3-C059-714C-83F36D908B23}"/>
                </a:ext>
              </a:extLst>
            </p:cNvPr>
            <p:cNvSpPr/>
            <p:nvPr/>
          </p:nvSpPr>
          <p:spPr>
            <a:xfrm>
              <a:off x="-37808850" y="3294050"/>
              <a:ext cx="261500" cy="244950"/>
            </a:xfrm>
            <a:custGeom>
              <a:avLst/>
              <a:gdLst/>
              <a:ahLst/>
              <a:cxnLst/>
              <a:rect l="l" t="t" r="r" b="b"/>
              <a:pathLst>
                <a:path w="10460" h="9798" extrusionOk="0">
                  <a:moveTo>
                    <a:pt x="6091" y="980"/>
                  </a:moveTo>
                  <a:cubicBezTo>
                    <a:pt x="6596" y="980"/>
                    <a:pt x="7119" y="1154"/>
                    <a:pt x="7562" y="1520"/>
                  </a:cubicBezTo>
                  <a:cubicBezTo>
                    <a:pt x="7719" y="1677"/>
                    <a:pt x="7751" y="1898"/>
                    <a:pt x="7593" y="2087"/>
                  </a:cubicBezTo>
                  <a:cubicBezTo>
                    <a:pt x="7518" y="2181"/>
                    <a:pt x="7387" y="2241"/>
                    <a:pt x="7260" y="2241"/>
                  </a:cubicBezTo>
                  <a:cubicBezTo>
                    <a:pt x="7174" y="2241"/>
                    <a:pt x="7090" y="2213"/>
                    <a:pt x="7026" y="2150"/>
                  </a:cubicBezTo>
                  <a:cubicBezTo>
                    <a:pt x="6747" y="1918"/>
                    <a:pt x="6415" y="1807"/>
                    <a:pt x="6101" y="1807"/>
                  </a:cubicBezTo>
                  <a:cubicBezTo>
                    <a:pt x="5776" y="1807"/>
                    <a:pt x="5470" y="1925"/>
                    <a:pt x="5262" y="2150"/>
                  </a:cubicBezTo>
                  <a:cubicBezTo>
                    <a:pt x="5183" y="2229"/>
                    <a:pt x="5073" y="2268"/>
                    <a:pt x="4962" y="2268"/>
                  </a:cubicBezTo>
                  <a:cubicBezTo>
                    <a:pt x="4852" y="2268"/>
                    <a:pt x="4742" y="2229"/>
                    <a:pt x="4663" y="2150"/>
                  </a:cubicBezTo>
                  <a:cubicBezTo>
                    <a:pt x="4506" y="1992"/>
                    <a:pt x="4506" y="1709"/>
                    <a:pt x="4663" y="1551"/>
                  </a:cubicBezTo>
                  <a:cubicBezTo>
                    <a:pt x="5037" y="1177"/>
                    <a:pt x="5553" y="980"/>
                    <a:pt x="6091" y="980"/>
                  </a:cubicBezTo>
                  <a:close/>
                  <a:moveTo>
                    <a:pt x="3781" y="7852"/>
                  </a:moveTo>
                  <a:lnTo>
                    <a:pt x="4348" y="8451"/>
                  </a:lnTo>
                  <a:lnTo>
                    <a:pt x="4002" y="8797"/>
                  </a:lnTo>
                  <a:cubicBezTo>
                    <a:pt x="3923" y="8876"/>
                    <a:pt x="3812" y="8915"/>
                    <a:pt x="3702" y="8915"/>
                  </a:cubicBezTo>
                  <a:cubicBezTo>
                    <a:pt x="3592" y="8915"/>
                    <a:pt x="3482" y="8876"/>
                    <a:pt x="3403" y="8797"/>
                  </a:cubicBezTo>
                  <a:cubicBezTo>
                    <a:pt x="3214" y="8640"/>
                    <a:pt x="3214" y="8356"/>
                    <a:pt x="3403" y="8199"/>
                  </a:cubicBezTo>
                  <a:lnTo>
                    <a:pt x="3781" y="7852"/>
                  </a:lnTo>
                  <a:close/>
                  <a:moveTo>
                    <a:pt x="6201" y="1"/>
                  </a:moveTo>
                  <a:cubicBezTo>
                    <a:pt x="5236" y="1"/>
                    <a:pt x="4264" y="375"/>
                    <a:pt x="3529" y="1110"/>
                  </a:cubicBezTo>
                  <a:lnTo>
                    <a:pt x="2363" y="2307"/>
                  </a:lnTo>
                  <a:cubicBezTo>
                    <a:pt x="2269" y="2370"/>
                    <a:pt x="2206" y="2402"/>
                    <a:pt x="2048" y="2402"/>
                  </a:cubicBezTo>
                  <a:cubicBezTo>
                    <a:pt x="1450" y="2465"/>
                    <a:pt x="851" y="2622"/>
                    <a:pt x="378" y="3095"/>
                  </a:cubicBezTo>
                  <a:cubicBezTo>
                    <a:pt x="0" y="3441"/>
                    <a:pt x="0" y="4040"/>
                    <a:pt x="347" y="4418"/>
                  </a:cubicBezTo>
                  <a:lnTo>
                    <a:pt x="3182" y="7254"/>
                  </a:lnTo>
                  <a:lnTo>
                    <a:pt x="2773" y="7663"/>
                  </a:lnTo>
                  <a:cubicBezTo>
                    <a:pt x="2300" y="8136"/>
                    <a:pt x="2300" y="8923"/>
                    <a:pt x="2773" y="9427"/>
                  </a:cubicBezTo>
                  <a:cubicBezTo>
                    <a:pt x="3009" y="9664"/>
                    <a:pt x="3324" y="9782"/>
                    <a:pt x="3647" y="9782"/>
                  </a:cubicBezTo>
                  <a:cubicBezTo>
                    <a:pt x="3970" y="9782"/>
                    <a:pt x="4301" y="9664"/>
                    <a:pt x="4569" y="9427"/>
                  </a:cubicBezTo>
                  <a:lnTo>
                    <a:pt x="4947" y="9018"/>
                  </a:lnTo>
                  <a:lnTo>
                    <a:pt x="5419" y="9490"/>
                  </a:lnTo>
                  <a:cubicBezTo>
                    <a:pt x="5624" y="9695"/>
                    <a:pt x="5868" y="9798"/>
                    <a:pt x="6112" y="9798"/>
                  </a:cubicBezTo>
                  <a:cubicBezTo>
                    <a:pt x="6357" y="9798"/>
                    <a:pt x="6601" y="9695"/>
                    <a:pt x="6805" y="9490"/>
                  </a:cubicBezTo>
                  <a:cubicBezTo>
                    <a:pt x="7278" y="9018"/>
                    <a:pt x="7436" y="8388"/>
                    <a:pt x="7467" y="7852"/>
                  </a:cubicBezTo>
                  <a:cubicBezTo>
                    <a:pt x="7467" y="7726"/>
                    <a:pt x="7499" y="7663"/>
                    <a:pt x="7593" y="7569"/>
                  </a:cubicBezTo>
                  <a:lnTo>
                    <a:pt x="8696" y="6466"/>
                  </a:lnTo>
                  <a:cubicBezTo>
                    <a:pt x="10460" y="4702"/>
                    <a:pt x="10145" y="1740"/>
                    <a:pt x="8066" y="511"/>
                  </a:cubicBezTo>
                  <a:cubicBezTo>
                    <a:pt x="7496" y="170"/>
                    <a:pt x="6850" y="1"/>
                    <a:pt x="620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13871;p134">
              <a:extLst>
                <a:ext uri="{FF2B5EF4-FFF2-40B4-BE49-F238E27FC236}">
                  <a16:creationId xmlns:a16="http://schemas.microsoft.com/office/drawing/2014/main" id="{2213E6C5-BB93-3786-4176-F1A2BFB8FED7}"/>
                </a:ext>
              </a:extLst>
            </p:cNvPr>
            <p:cNvSpPr/>
            <p:nvPr/>
          </p:nvSpPr>
          <p:spPr>
            <a:xfrm>
              <a:off x="-37601700" y="3221575"/>
              <a:ext cx="114225" cy="111275"/>
            </a:xfrm>
            <a:custGeom>
              <a:avLst/>
              <a:gdLst/>
              <a:ahLst/>
              <a:cxnLst/>
              <a:rect l="l" t="t" r="r" b="b"/>
              <a:pathLst>
                <a:path w="4569" h="4451" extrusionOk="0">
                  <a:moveTo>
                    <a:pt x="3226" y="0"/>
                  </a:moveTo>
                  <a:cubicBezTo>
                    <a:pt x="2907" y="0"/>
                    <a:pt x="2584" y="118"/>
                    <a:pt x="2332" y="355"/>
                  </a:cubicBezTo>
                  <a:lnTo>
                    <a:pt x="0" y="2686"/>
                  </a:lnTo>
                  <a:cubicBezTo>
                    <a:pt x="788" y="3095"/>
                    <a:pt x="1355" y="3631"/>
                    <a:pt x="1796" y="4450"/>
                  </a:cubicBezTo>
                  <a:lnTo>
                    <a:pt x="4096" y="2119"/>
                  </a:lnTo>
                  <a:cubicBezTo>
                    <a:pt x="4568" y="1646"/>
                    <a:pt x="4568" y="859"/>
                    <a:pt x="4096" y="355"/>
                  </a:cubicBezTo>
                  <a:cubicBezTo>
                    <a:pt x="3860" y="118"/>
                    <a:pt x="3545" y="0"/>
                    <a:pt x="32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5" name="Google Shape;13872;p134">
            <a:extLst>
              <a:ext uri="{FF2B5EF4-FFF2-40B4-BE49-F238E27FC236}">
                <a16:creationId xmlns:a16="http://schemas.microsoft.com/office/drawing/2014/main" id="{97B8EC12-78AD-A78A-7F26-2E4B017D7A4C}"/>
              </a:ext>
            </a:extLst>
          </p:cNvPr>
          <p:cNvGrpSpPr/>
          <p:nvPr/>
        </p:nvGrpSpPr>
        <p:grpSpPr>
          <a:xfrm>
            <a:off x="4727891" y="4556278"/>
            <a:ext cx="341746" cy="221100"/>
            <a:chOff x="-37806500" y="3643030"/>
            <a:chExt cx="319025" cy="206400"/>
          </a:xfrm>
          <a:solidFill>
            <a:schemeClr val="accent1">
              <a:lumMod val="75000"/>
            </a:schemeClr>
          </a:solidFill>
        </p:grpSpPr>
        <p:sp>
          <p:nvSpPr>
            <p:cNvPr id="416" name="Google Shape;13873;p134">
              <a:extLst>
                <a:ext uri="{FF2B5EF4-FFF2-40B4-BE49-F238E27FC236}">
                  <a16:creationId xmlns:a16="http://schemas.microsoft.com/office/drawing/2014/main" id="{CD0D4A23-AA00-D7DE-89C0-40E06CA131B1}"/>
                </a:ext>
              </a:extLst>
            </p:cNvPr>
            <p:cNvSpPr/>
            <p:nvPr/>
          </p:nvSpPr>
          <p:spPr>
            <a:xfrm>
              <a:off x="-37615100" y="3759700"/>
              <a:ext cx="62250" cy="62250"/>
            </a:xfrm>
            <a:custGeom>
              <a:avLst/>
              <a:gdLst/>
              <a:ahLst/>
              <a:cxnLst/>
              <a:rect l="l" t="t" r="r" b="b"/>
              <a:pathLst>
                <a:path w="2490" h="2490" extrusionOk="0">
                  <a:moveTo>
                    <a:pt x="1229" y="1"/>
                  </a:moveTo>
                  <a:cubicBezTo>
                    <a:pt x="568" y="1"/>
                    <a:pt x="1" y="568"/>
                    <a:pt x="1" y="1261"/>
                  </a:cubicBezTo>
                  <a:cubicBezTo>
                    <a:pt x="1" y="1923"/>
                    <a:pt x="568" y="2490"/>
                    <a:pt x="1229" y="2490"/>
                  </a:cubicBezTo>
                  <a:cubicBezTo>
                    <a:pt x="1891" y="2490"/>
                    <a:pt x="2426" y="1954"/>
                    <a:pt x="2490" y="1261"/>
                  </a:cubicBezTo>
                  <a:cubicBezTo>
                    <a:pt x="2490" y="599"/>
                    <a:pt x="1922" y="1"/>
                    <a:pt x="122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13874;p134">
              <a:extLst>
                <a:ext uri="{FF2B5EF4-FFF2-40B4-BE49-F238E27FC236}">
                  <a16:creationId xmlns:a16="http://schemas.microsoft.com/office/drawing/2014/main" id="{660BFF47-7AA2-7092-2C79-0978432A0F76}"/>
                </a:ext>
              </a:extLst>
            </p:cNvPr>
            <p:cNvSpPr/>
            <p:nvPr/>
          </p:nvSpPr>
          <p:spPr>
            <a:xfrm>
              <a:off x="-37806500" y="3643030"/>
              <a:ext cx="319025" cy="206400"/>
            </a:xfrm>
            <a:custGeom>
              <a:avLst/>
              <a:gdLst/>
              <a:ahLst/>
              <a:cxnLst/>
              <a:rect l="l" t="t" r="r" b="b"/>
              <a:pathLst>
                <a:path w="12761" h="8256" extrusionOk="0">
                  <a:moveTo>
                    <a:pt x="5357" y="1702"/>
                  </a:moveTo>
                  <a:cubicBezTo>
                    <a:pt x="5609" y="1702"/>
                    <a:pt x="5798" y="1923"/>
                    <a:pt x="5798" y="2112"/>
                  </a:cubicBezTo>
                  <a:cubicBezTo>
                    <a:pt x="5766" y="2332"/>
                    <a:pt x="5609" y="2490"/>
                    <a:pt x="5357" y="2490"/>
                  </a:cubicBezTo>
                  <a:lnTo>
                    <a:pt x="2049" y="2490"/>
                  </a:lnTo>
                  <a:cubicBezTo>
                    <a:pt x="1828" y="2490"/>
                    <a:pt x="1639" y="2301"/>
                    <a:pt x="1639" y="2112"/>
                  </a:cubicBezTo>
                  <a:cubicBezTo>
                    <a:pt x="1639" y="1860"/>
                    <a:pt x="1828" y="1702"/>
                    <a:pt x="2049" y="1702"/>
                  </a:cubicBezTo>
                  <a:close/>
                  <a:moveTo>
                    <a:pt x="5357" y="3309"/>
                  </a:moveTo>
                  <a:cubicBezTo>
                    <a:pt x="5609" y="3309"/>
                    <a:pt x="5798" y="3529"/>
                    <a:pt x="5798" y="3750"/>
                  </a:cubicBezTo>
                  <a:cubicBezTo>
                    <a:pt x="5766" y="4002"/>
                    <a:pt x="5609" y="4160"/>
                    <a:pt x="5357" y="4160"/>
                  </a:cubicBezTo>
                  <a:lnTo>
                    <a:pt x="2049" y="4160"/>
                  </a:lnTo>
                  <a:cubicBezTo>
                    <a:pt x="1828" y="4160"/>
                    <a:pt x="1639" y="3939"/>
                    <a:pt x="1639" y="3750"/>
                  </a:cubicBezTo>
                  <a:cubicBezTo>
                    <a:pt x="1639" y="3529"/>
                    <a:pt x="1828" y="3309"/>
                    <a:pt x="2049" y="3309"/>
                  </a:cubicBezTo>
                  <a:close/>
                  <a:moveTo>
                    <a:pt x="5357" y="4979"/>
                  </a:moveTo>
                  <a:cubicBezTo>
                    <a:pt x="5609" y="4979"/>
                    <a:pt x="5798" y="5168"/>
                    <a:pt x="5798" y="5388"/>
                  </a:cubicBezTo>
                  <a:cubicBezTo>
                    <a:pt x="5766" y="5640"/>
                    <a:pt x="5609" y="5798"/>
                    <a:pt x="5357" y="5798"/>
                  </a:cubicBezTo>
                  <a:lnTo>
                    <a:pt x="2049" y="5798"/>
                  </a:lnTo>
                  <a:cubicBezTo>
                    <a:pt x="1828" y="5798"/>
                    <a:pt x="1639" y="5609"/>
                    <a:pt x="1639" y="5388"/>
                  </a:cubicBezTo>
                  <a:cubicBezTo>
                    <a:pt x="1639" y="5136"/>
                    <a:pt x="1828" y="4979"/>
                    <a:pt x="2049" y="4979"/>
                  </a:cubicBezTo>
                  <a:close/>
                  <a:moveTo>
                    <a:pt x="8948" y="1671"/>
                  </a:moveTo>
                  <a:cubicBezTo>
                    <a:pt x="10082" y="1671"/>
                    <a:pt x="10996" y="2584"/>
                    <a:pt x="11028" y="3750"/>
                  </a:cubicBezTo>
                  <a:cubicBezTo>
                    <a:pt x="10996" y="4916"/>
                    <a:pt x="10082" y="5798"/>
                    <a:pt x="8948" y="5798"/>
                  </a:cubicBezTo>
                  <a:cubicBezTo>
                    <a:pt x="7814" y="5798"/>
                    <a:pt x="6900" y="4853"/>
                    <a:pt x="6869" y="3750"/>
                  </a:cubicBezTo>
                  <a:cubicBezTo>
                    <a:pt x="6869" y="2616"/>
                    <a:pt x="7814" y="1702"/>
                    <a:pt x="8948" y="1671"/>
                  </a:cubicBezTo>
                  <a:close/>
                  <a:moveTo>
                    <a:pt x="1230" y="1"/>
                  </a:moveTo>
                  <a:cubicBezTo>
                    <a:pt x="568" y="1"/>
                    <a:pt x="1" y="568"/>
                    <a:pt x="1" y="1230"/>
                  </a:cubicBezTo>
                  <a:lnTo>
                    <a:pt x="1" y="6207"/>
                  </a:lnTo>
                  <a:cubicBezTo>
                    <a:pt x="1" y="6743"/>
                    <a:pt x="379" y="7184"/>
                    <a:pt x="852" y="7373"/>
                  </a:cubicBezTo>
                  <a:lnTo>
                    <a:pt x="852" y="7846"/>
                  </a:lnTo>
                  <a:cubicBezTo>
                    <a:pt x="852" y="8098"/>
                    <a:pt x="1041" y="8255"/>
                    <a:pt x="1261" y="8255"/>
                  </a:cubicBezTo>
                  <a:lnTo>
                    <a:pt x="2931" y="8255"/>
                  </a:lnTo>
                  <a:cubicBezTo>
                    <a:pt x="3151" y="8255"/>
                    <a:pt x="3372" y="8066"/>
                    <a:pt x="3372" y="7846"/>
                  </a:cubicBezTo>
                  <a:lnTo>
                    <a:pt x="3372" y="7436"/>
                  </a:lnTo>
                  <a:lnTo>
                    <a:pt x="9421" y="7436"/>
                  </a:lnTo>
                  <a:lnTo>
                    <a:pt x="9421" y="7846"/>
                  </a:lnTo>
                  <a:cubicBezTo>
                    <a:pt x="9421" y="8098"/>
                    <a:pt x="9610" y="8255"/>
                    <a:pt x="9862" y="8255"/>
                  </a:cubicBezTo>
                  <a:lnTo>
                    <a:pt x="11500" y="8255"/>
                  </a:lnTo>
                  <a:cubicBezTo>
                    <a:pt x="11752" y="8255"/>
                    <a:pt x="11941" y="8066"/>
                    <a:pt x="11941" y="7846"/>
                  </a:cubicBezTo>
                  <a:lnTo>
                    <a:pt x="11941" y="7373"/>
                  </a:lnTo>
                  <a:cubicBezTo>
                    <a:pt x="12414" y="7215"/>
                    <a:pt x="12760" y="6743"/>
                    <a:pt x="12760" y="6207"/>
                  </a:cubicBezTo>
                  <a:lnTo>
                    <a:pt x="12760" y="1230"/>
                  </a:lnTo>
                  <a:cubicBezTo>
                    <a:pt x="12666" y="599"/>
                    <a:pt x="12099" y="1"/>
                    <a:pt x="114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8" name="Google Shape;13875;p134">
            <a:extLst>
              <a:ext uri="{FF2B5EF4-FFF2-40B4-BE49-F238E27FC236}">
                <a16:creationId xmlns:a16="http://schemas.microsoft.com/office/drawing/2014/main" id="{6E3DE177-0828-3A61-928A-43DD991062F4}"/>
              </a:ext>
            </a:extLst>
          </p:cNvPr>
          <p:cNvGrpSpPr/>
          <p:nvPr/>
        </p:nvGrpSpPr>
        <p:grpSpPr>
          <a:xfrm>
            <a:off x="4730006" y="4915947"/>
            <a:ext cx="337515" cy="340889"/>
            <a:chOff x="-37804925" y="3953450"/>
            <a:chExt cx="315075" cy="318225"/>
          </a:xfrm>
          <a:solidFill>
            <a:schemeClr val="accent1">
              <a:lumMod val="75000"/>
            </a:schemeClr>
          </a:solidFill>
        </p:grpSpPr>
        <p:sp>
          <p:nvSpPr>
            <p:cNvPr id="419" name="Google Shape;13876;p134">
              <a:extLst>
                <a:ext uri="{FF2B5EF4-FFF2-40B4-BE49-F238E27FC236}">
                  <a16:creationId xmlns:a16="http://schemas.microsoft.com/office/drawing/2014/main" id="{C9A7473D-5026-B100-68BE-3370F2880B55}"/>
                </a:ext>
              </a:extLst>
            </p:cNvPr>
            <p:cNvSpPr/>
            <p:nvPr/>
          </p:nvSpPr>
          <p:spPr>
            <a:xfrm>
              <a:off x="-37614300" y="3955025"/>
              <a:ext cx="124450" cy="186200"/>
            </a:xfrm>
            <a:custGeom>
              <a:avLst/>
              <a:gdLst/>
              <a:ahLst/>
              <a:cxnLst/>
              <a:rect l="l" t="t" r="r" b="b"/>
              <a:pathLst>
                <a:path w="4978" h="7448" extrusionOk="0">
                  <a:moveTo>
                    <a:pt x="2489" y="820"/>
                  </a:moveTo>
                  <a:cubicBezTo>
                    <a:pt x="3403" y="820"/>
                    <a:pt x="4127" y="1576"/>
                    <a:pt x="4127" y="2490"/>
                  </a:cubicBezTo>
                  <a:cubicBezTo>
                    <a:pt x="4127" y="3372"/>
                    <a:pt x="3403" y="4128"/>
                    <a:pt x="2489" y="4128"/>
                  </a:cubicBezTo>
                  <a:cubicBezTo>
                    <a:pt x="1575" y="4128"/>
                    <a:pt x="819" y="3372"/>
                    <a:pt x="819" y="2490"/>
                  </a:cubicBezTo>
                  <a:cubicBezTo>
                    <a:pt x="819" y="1576"/>
                    <a:pt x="1575" y="820"/>
                    <a:pt x="2489" y="820"/>
                  </a:cubicBezTo>
                  <a:close/>
                  <a:moveTo>
                    <a:pt x="2489" y="1"/>
                  </a:moveTo>
                  <a:cubicBezTo>
                    <a:pt x="1103" y="1"/>
                    <a:pt x="0" y="1104"/>
                    <a:pt x="0" y="2490"/>
                  </a:cubicBezTo>
                  <a:cubicBezTo>
                    <a:pt x="0" y="3214"/>
                    <a:pt x="315" y="3845"/>
                    <a:pt x="819" y="4317"/>
                  </a:cubicBezTo>
                  <a:lnTo>
                    <a:pt x="819" y="7058"/>
                  </a:lnTo>
                  <a:cubicBezTo>
                    <a:pt x="819" y="7287"/>
                    <a:pt x="1012" y="7448"/>
                    <a:pt x="1225" y="7448"/>
                  </a:cubicBezTo>
                  <a:cubicBezTo>
                    <a:pt x="1334" y="7448"/>
                    <a:pt x="1448" y="7406"/>
                    <a:pt x="1544" y="7310"/>
                  </a:cubicBezTo>
                  <a:lnTo>
                    <a:pt x="2489" y="6365"/>
                  </a:lnTo>
                  <a:lnTo>
                    <a:pt x="3434" y="7310"/>
                  </a:lnTo>
                  <a:cubicBezTo>
                    <a:pt x="3530" y="7406"/>
                    <a:pt x="3640" y="7448"/>
                    <a:pt x="3744" y="7448"/>
                  </a:cubicBezTo>
                  <a:cubicBezTo>
                    <a:pt x="3948" y="7448"/>
                    <a:pt x="4127" y="7287"/>
                    <a:pt x="4127" y="7058"/>
                  </a:cubicBezTo>
                  <a:lnTo>
                    <a:pt x="4127" y="4317"/>
                  </a:lnTo>
                  <a:cubicBezTo>
                    <a:pt x="4663" y="3845"/>
                    <a:pt x="4978" y="3214"/>
                    <a:pt x="4978" y="2490"/>
                  </a:cubicBezTo>
                  <a:cubicBezTo>
                    <a:pt x="4978" y="1104"/>
                    <a:pt x="3875" y="1"/>
                    <a:pt x="24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13877;p134">
              <a:extLst>
                <a:ext uri="{FF2B5EF4-FFF2-40B4-BE49-F238E27FC236}">
                  <a16:creationId xmlns:a16="http://schemas.microsoft.com/office/drawing/2014/main" id="{BEF06822-25B9-084C-387A-F48ED90B753C}"/>
                </a:ext>
              </a:extLst>
            </p:cNvPr>
            <p:cNvSpPr/>
            <p:nvPr/>
          </p:nvSpPr>
          <p:spPr>
            <a:xfrm>
              <a:off x="-37761600" y="4230700"/>
              <a:ext cx="270175" cy="40975"/>
            </a:xfrm>
            <a:custGeom>
              <a:avLst/>
              <a:gdLst/>
              <a:ahLst/>
              <a:cxnLst/>
              <a:rect l="l" t="t" r="r" b="b"/>
              <a:pathLst>
                <a:path w="10807" h="1639" extrusionOk="0">
                  <a:moveTo>
                    <a:pt x="1450" y="1"/>
                  </a:moveTo>
                  <a:cubicBezTo>
                    <a:pt x="1292" y="788"/>
                    <a:pt x="662" y="1387"/>
                    <a:pt x="1" y="1639"/>
                  </a:cubicBezTo>
                  <a:lnTo>
                    <a:pt x="8822" y="1639"/>
                  </a:lnTo>
                  <a:cubicBezTo>
                    <a:pt x="9799" y="1639"/>
                    <a:pt x="10649" y="946"/>
                    <a:pt x="108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13878;p134">
              <a:extLst>
                <a:ext uri="{FF2B5EF4-FFF2-40B4-BE49-F238E27FC236}">
                  <a16:creationId xmlns:a16="http://schemas.microsoft.com/office/drawing/2014/main" id="{B1C63083-DCEA-744B-85FF-0C967D03B3F8}"/>
                </a:ext>
              </a:extLst>
            </p:cNvPr>
            <p:cNvSpPr/>
            <p:nvPr/>
          </p:nvSpPr>
          <p:spPr>
            <a:xfrm>
              <a:off x="-37804925" y="3953450"/>
              <a:ext cx="274125" cy="295675"/>
            </a:xfrm>
            <a:custGeom>
              <a:avLst/>
              <a:gdLst/>
              <a:ahLst/>
              <a:cxnLst/>
              <a:rect l="l" t="t" r="r" b="b"/>
              <a:pathLst>
                <a:path w="10965" h="11827" extrusionOk="0">
                  <a:moveTo>
                    <a:pt x="379" y="1"/>
                  </a:moveTo>
                  <a:cubicBezTo>
                    <a:pt x="158" y="1"/>
                    <a:pt x="1" y="221"/>
                    <a:pt x="1" y="411"/>
                  </a:cubicBezTo>
                  <a:lnTo>
                    <a:pt x="1" y="10618"/>
                  </a:lnTo>
                  <a:cubicBezTo>
                    <a:pt x="1" y="11280"/>
                    <a:pt x="537" y="11815"/>
                    <a:pt x="1198" y="11815"/>
                  </a:cubicBezTo>
                  <a:cubicBezTo>
                    <a:pt x="1247" y="11823"/>
                    <a:pt x="1295" y="11826"/>
                    <a:pt x="1342" y="11826"/>
                  </a:cubicBezTo>
                  <a:cubicBezTo>
                    <a:pt x="1912" y="11826"/>
                    <a:pt x="2395" y="11318"/>
                    <a:pt x="2395" y="10650"/>
                  </a:cubicBezTo>
                  <a:cubicBezTo>
                    <a:pt x="2395" y="10398"/>
                    <a:pt x="2584" y="10272"/>
                    <a:pt x="2836" y="10272"/>
                  </a:cubicBezTo>
                  <a:lnTo>
                    <a:pt x="10965" y="10272"/>
                  </a:lnTo>
                  <a:lnTo>
                    <a:pt x="10965" y="8255"/>
                  </a:lnTo>
                  <a:cubicBezTo>
                    <a:pt x="10807" y="8161"/>
                    <a:pt x="10650" y="8098"/>
                    <a:pt x="10492" y="7972"/>
                  </a:cubicBezTo>
                  <a:lnTo>
                    <a:pt x="10146" y="7625"/>
                  </a:lnTo>
                  <a:lnTo>
                    <a:pt x="9799" y="7972"/>
                  </a:lnTo>
                  <a:cubicBezTo>
                    <a:pt x="9547" y="8224"/>
                    <a:pt x="9232" y="8318"/>
                    <a:pt x="8917" y="8318"/>
                  </a:cubicBezTo>
                  <a:cubicBezTo>
                    <a:pt x="8255" y="8318"/>
                    <a:pt x="7720" y="7783"/>
                    <a:pt x="7720" y="7058"/>
                  </a:cubicBezTo>
                  <a:lnTo>
                    <a:pt x="7720" y="4664"/>
                  </a:lnTo>
                  <a:cubicBezTo>
                    <a:pt x="7184" y="4065"/>
                    <a:pt x="6869" y="3309"/>
                    <a:pt x="6869" y="2490"/>
                  </a:cubicBezTo>
                  <a:cubicBezTo>
                    <a:pt x="6869" y="1513"/>
                    <a:pt x="7310" y="600"/>
                    <a:pt x="80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22" name="Google Shape;13879;p134">
            <a:extLst>
              <a:ext uri="{FF2B5EF4-FFF2-40B4-BE49-F238E27FC236}">
                <a16:creationId xmlns:a16="http://schemas.microsoft.com/office/drawing/2014/main" id="{CF265C8F-D56C-8119-4F1A-B21C1180E2DD}"/>
              </a:ext>
            </a:extLst>
          </p:cNvPr>
          <p:cNvSpPr/>
          <p:nvPr/>
        </p:nvSpPr>
        <p:spPr>
          <a:xfrm>
            <a:off x="4041417" y="5342037"/>
            <a:ext cx="243863" cy="338345"/>
          </a:xfrm>
          <a:custGeom>
            <a:avLst/>
            <a:gdLst/>
            <a:ahLst/>
            <a:cxnLst/>
            <a:rect l="l" t="t" r="r" b="b"/>
            <a:pathLst>
              <a:path w="9106" h="12634" extrusionOk="0">
                <a:moveTo>
                  <a:pt x="7499" y="788"/>
                </a:moveTo>
                <a:lnTo>
                  <a:pt x="7499" y="1859"/>
                </a:lnTo>
                <a:cubicBezTo>
                  <a:pt x="7499" y="2426"/>
                  <a:pt x="7373" y="3025"/>
                  <a:pt x="7121" y="3529"/>
                </a:cubicBezTo>
                <a:cubicBezTo>
                  <a:pt x="6806" y="3466"/>
                  <a:pt x="6554" y="3434"/>
                  <a:pt x="6239" y="3434"/>
                </a:cubicBezTo>
                <a:cubicBezTo>
                  <a:pt x="5546" y="3434"/>
                  <a:pt x="4916" y="3592"/>
                  <a:pt x="4380" y="3844"/>
                </a:cubicBezTo>
                <a:cubicBezTo>
                  <a:pt x="3907" y="4096"/>
                  <a:pt x="3403" y="4222"/>
                  <a:pt x="2931" y="4222"/>
                </a:cubicBezTo>
                <a:cubicBezTo>
                  <a:pt x="2710" y="4222"/>
                  <a:pt x="2521" y="4159"/>
                  <a:pt x="2364" y="4127"/>
                </a:cubicBezTo>
                <a:cubicBezTo>
                  <a:pt x="2301" y="4001"/>
                  <a:pt x="2206" y="3938"/>
                  <a:pt x="2175" y="3812"/>
                </a:cubicBezTo>
                <a:cubicBezTo>
                  <a:pt x="1860" y="3277"/>
                  <a:pt x="1702" y="2552"/>
                  <a:pt x="1702" y="1859"/>
                </a:cubicBezTo>
                <a:lnTo>
                  <a:pt x="1702" y="788"/>
                </a:lnTo>
                <a:close/>
                <a:moveTo>
                  <a:pt x="5357" y="7278"/>
                </a:moveTo>
                <a:cubicBezTo>
                  <a:pt x="5451" y="7372"/>
                  <a:pt x="5546" y="7435"/>
                  <a:pt x="5672" y="7467"/>
                </a:cubicBezTo>
                <a:cubicBezTo>
                  <a:pt x="6869" y="8066"/>
                  <a:pt x="7436" y="9420"/>
                  <a:pt x="7436" y="10743"/>
                </a:cubicBezTo>
                <a:lnTo>
                  <a:pt x="7436" y="11279"/>
                </a:lnTo>
                <a:lnTo>
                  <a:pt x="4821" y="9294"/>
                </a:lnTo>
                <a:cubicBezTo>
                  <a:pt x="4742" y="9231"/>
                  <a:pt x="4648" y="9200"/>
                  <a:pt x="4553" y="9200"/>
                </a:cubicBezTo>
                <a:cubicBezTo>
                  <a:pt x="4459" y="9200"/>
                  <a:pt x="4364" y="9231"/>
                  <a:pt x="4285" y="9294"/>
                </a:cubicBezTo>
                <a:lnTo>
                  <a:pt x="1671" y="11279"/>
                </a:lnTo>
                <a:lnTo>
                  <a:pt x="1671" y="10743"/>
                </a:lnTo>
                <a:cubicBezTo>
                  <a:pt x="1671" y="9357"/>
                  <a:pt x="2238" y="8066"/>
                  <a:pt x="3435" y="7467"/>
                </a:cubicBezTo>
                <a:cubicBezTo>
                  <a:pt x="3561" y="7435"/>
                  <a:pt x="3624" y="7372"/>
                  <a:pt x="3750" y="7278"/>
                </a:cubicBezTo>
                <a:lnTo>
                  <a:pt x="4191" y="8160"/>
                </a:lnTo>
                <a:cubicBezTo>
                  <a:pt x="4270" y="8318"/>
                  <a:pt x="4411" y="8396"/>
                  <a:pt x="4557" y="8396"/>
                </a:cubicBezTo>
                <a:cubicBezTo>
                  <a:pt x="4703" y="8396"/>
                  <a:pt x="4853" y="8318"/>
                  <a:pt x="4947" y="8160"/>
                </a:cubicBezTo>
                <a:lnTo>
                  <a:pt x="5357" y="7278"/>
                </a:lnTo>
                <a:close/>
                <a:moveTo>
                  <a:pt x="410" y="0"/>
                </a:moveTo>
                <a:cubicBezTo>
                  <a:pt x="158" y="0"/>
                  <a:pt x="1" y="189"/>
                  <a:pt x="1" y="410"/>
                </a:cubicBezTo>
                <a:cubicBezTo>
                  <a:pt x="1" y="630"/>
                  <a:pt x="190" y="788"/>
                  <a:pt x="410" y="788"/>
                </a:cubicBezTo>
                <a:lnTo>
                  <a:pt x="820" y="788"/>
                </a:lnTo>
                <a:lnTo>
                  <a:pt x="820" y="1859"/>
                </a:lnTo>
                <a:cubicBezTo>
                  <a:pt x="820" y="3749"/>
                  <a:pt x="1734" y="5199"/>
                  <a:pt x="3088" y="5860"/>
                </a:cubicBezTo>
                <a:cubicBezTo>
                  <a:pt x="3403" y="6018"/>
                  <a:pt x="3403" y="6585"/>
                  <a:pt x="3088" y="6742"/>
                </a:cubicBezTo>
                <a:cubicBezTo>
                  <a:pt x="1576" y="7467"/>
                  <a:pt x="820" y="9042"/>
                  <a:pt x="820" y="10743"/>
                </a:cubicBezTo>
                <a:lnTo>
                  <a:pt x="820" y="11815"/>
                </a:lnTo>
                <a:lnTo>
                  <a:pt x="410" y="11815"/>
                </a:lnTo>
                <a:cubicBezTo>
                  <a:pt x="158" y="11815"/>
                  <a:pt x="1" y="12004"/>
                  <a:pt x="1" y="12256"/>
                </a:cubicBezTo>
                <a:cubicBezTo>
                  <a:pt x="1" y="12476"/>
                  <a:pt x="190" y="12634"/>
                  <a:pt x="410" y="12634"/>
                </a:cubicBezTo>
                <a:lnTo>
                  <a:pt x="8665" y="12634"/>
                </a:lnTo>
                <a:cubicBezTo>
                  <a:pt x="8917" y="12634"/>
                  <a:pt x="9106" y="12445"/>
                  <a:pt x="9106" y="12256"/>
                </a:cubicBezTo>
                <a:cubicBezTo>
                  <a:pt x="9106" y="12004"/>
                  <a:pt x="8917" y="11815"/>
                  <a:pt x="8665" y="11815"/>
                </a:cubicBezTo>
                <a:lnTo>
                  <a:pt x="8287" y="11815"/>
                </a:lnTo>
                <a:lnTo>
                  <a:pt x="8287" y="10743"/>
                </a:lnTo>
                <a:cubicBezTo>
                  <a:pt x="8287" y="9042"/>
                  <a:pt x="7530" y="7467"/>
                  <a:pt x="6018" y="6742"/>
                </a:cubicBezTo>
                <a:cubicBezTo>
                  <a:pt x="5703" y="6585"/>
                  <a:pt x="5672" y="6018"/>
                  <a:pt x="6018" y="5860"/>
                </a:cubicBezTo>
                <a:cubicBezTo>
                  <a:pt x="7530" y="5136"/>
                  <a:pt x="8287" y="3560"/>
                  <a:pt x="8287" y="1859"/>
                </a:cubicBezTo>
                <a:lnTo>
                  <a:pt x="8287" y="788"/>
                </a:lnTo>
                <a:lnTo>
                  <a:pt x="8665" y="788"/>
                </a:lnTo>
                <a:cubicBezTo>
                  <a:pt x="8917" y="788"/>
                  <a:pt x="9106" y="599"/>
                  <a:pt x="9106" y="410"/>
                </a:cubicBezTo>
                <a:cubicBezTo>
                  <a:pt x="9106" y="158"/>
                  <a:pt x="8917" y="0"/>
                  <a:pt x="8665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3" name="Google Shape;13880;p134">
            <a:extLst>
              <a:ext uri="{FF2B5EF4-FFF2-40B4-BE49-F238E27FC236}">
                <a16:creationId xmlns:a16="http://schemas.microsoft.com/office/drawing/2014/main" id="{1FE7993C-AFA0-4339-31B8-125765C9B4EB}"/>
              </a:ext>
            </a:extLst>
          </p:cNvPr>
          <p:cNvGrpSpPr/>
          <p:nvPr/>
        </p:nvGrpSpPr>
        <p:grpSpPr>
          <a:xfrm>
            <a:off x="7530026" y="2855476"/>
            <a:ext cx="326082" cy="283047"/>
            <a:chOff x="-28462125" y="3199700"/>
            <a:chExt cx="298550" cy="259150"/>
          </a:xfrm>
          <a:solidFill>
            <a:schemeClr val="accent1">
              <a:lumMod val="75000"/>
            </a:schemeClr>
          </a:solidFill>
        </p:grpSpPr>
        <p:sp>
          <p:nvSpPr>
            <p:cNvPr id="424" name="Google Shape;13881;p134">
              <a:extLst>
                <a:ext uri="{FF2B5EF4-FFF2-40B4-BE49-F238E27FC236}">
                  <a16:creationId xmlns:a16="http://schemas.microsoft.com/office/drawing/2014/main" id="{2F3EA4D7-B3D7-F937-8D32-E8BE81D47B9B}"/>
                </a:ext>
              </a:extLst>
            </p:cNvPr>
            <p:cNvSpPr/>
            <p:nvPr/>
          </p:nvSpPr>
          <p:spPr>
            <a:xfrm>
              <a:off x="-28459750" y="3284775"/>
              <a:ext cx="296175" cy="104775"/>
            </a:xfrm>
            <a:custGeom>
              <a:avLst/>
              <a:gdLst/>
              <a:ahLst/>
              <a:cxnLst/>
              <a:rect l="l" t="t" r="r" b="b"/>
              <a:pathLst>
                <a:path w="11847" h="4191" extrusionOk="0">
                  <a:moveTo>
                    <a:pt x="5230" y="0"/>
                  </a:moveTo>
                  <a:cubicBezTo>
                    <a:pt x="5073" y="0"/>
                    <a:pt x="4947" y="63"/>
                    <a:pt x="4915" y="189"/>
                  </a:cubicBezTo>
                  <a:lnTo>
                    <a:pt x="4096" y="2080"/>
                  </a:lnTo>
                  <a:lnTo>
                    <a:pt x="347" y="2080"/>
                  </a:lnTo>
                  <a:cubicBezTo>
                    <a:pt x="158" y="2080"/>
                    <a:pt x="0" y="2237"/>
                    <a:pt x="0" y="2426"/>
                  </a:cubicBezTo>
                  <a:cubicBezTo>
                    <a:pt x="0" y="2615"/>
                    <a:pt x="158" y="2773"/>
                    <a:pt x="347" y="2773"/>
                  </a:cubicBezTo>
                  <a:lnTo>
                    <a:pt x="4316" y="2773"/>
                  </a:lnTo>
                  <a:cubicBezTo>
                    <a:pt x="4411" y="2773"/>
                    <a:pt x="4505" y="2710"/>
                    <a:pt x="4600" y="2584"/>
                  </a:cubicBezTo>
                  <a:lnTo>
                    <a:pt x="5199" y="1292"/>
                  </a:lnTo>
                  <a:lnTo>
                    <a:pt x="6238" y="3970"/>
                  </a:lnTo>
                  <a:cubicBezTo>
                    <a:pt x="6301" y="4096"/>
                    <a:pt x="6396" y="4159"/>
                    <a:pt x="6522" y="4191"/>
                  </a:cubicBezTo>
                  <a:lnTo>
                    <a:pt x="6553" y="4191"/>
                  </a:lnTo>
                  <a:cubicBezTo>
                    <a:pt x="6679" y="4191"/>
                    <a:pt x="6805" y="4127"/>
                    <a:pt x="6868" y="4033"/>
                  </a:cubicBezTo>
                  <a:lnTo>
                    <a:pt x="7624" y="2836"/>
                  </a:lnTo>
                  <a:lnTo>
                    <a:pt x="11500" y="2836"/>
                  </a:lnTo>
                  <a:cubicBezTo>
                    <a:pt x="11689" y="2836"/>
                    <a:pt x="11846" y="2678"/>
                    <a:pt x="11846" y="2458"/>
                  </a:cubicBezTo>
                  <a:cubicBezTo>
                    <a:pt x="11846" y="2269"/>
                    <a:pt x="11689" y="2111"/>
                    <a:pt x="11500" y="2111"/>
                  </a:cubicBezTo>
                  <a:lnTo>
                    <a:pt x="7435" y="2111"/>
                  </a:lnTo>
                  <a:cubicBezTo>
                    <a:pt x="7309" y="2111"/>
                    <a:pt x="7183" y="2206"/>
                    <a:pt x="7120" y="2269"/>
                  </a:cubicBezTo>
                  <a:lnTo>
                    <a:pt x="6648" y="3056"/>
                  </a:lnTo>
                  <a:lnTo>
                    <a:pt x="5545" y="221"/>
                  </a:lnTo>
                  <a:cubicBezTo>
                    <a:pt x="5514" y="95"/>
                    <a:pt x="5388" y="0"/>
                    <a:pt x="52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13882;p134">
              <a:extLst>
                <a:ext uri="{FF2B5EF4-FFF2-40B4-BE49-F238E27FC236}">
                  <a16:creationId xmlns:a16="http://schemas.microsoft.com/office/drawing/2014/main" id="{431B4D90-66D3-A611-1EC8-25D584FB96BF}"/>
                </a:ext>
              </a:extLst>
            </p:cNvPr>
            <p:cNvSpPr/>
            <p:nvPr/>
          </p:nvSpPr>
          <p:spPr>
            <a:xfrm>
              <a:off x="-28462125" y="3199700"/>
              <a:ext cx="295400" cy="125275"/>
            </a:xfrm>
            <a:custGeom>
              <a:avLst/>
              <a:gdLst/>
              <a:ahLst/>
              <a:cxnLst/>
              <a:rect l="l" t="t" r="r" b="b"/>
              <a:pathLst>
                <a:path w="11816" h="5011" extrusionOk="0">
                  <a:moveTo>
                    <a:pt x="3151" y="1"/>
                  </a:moveTo>
                  <a:cubicBezTo>
                    <a:pt x="1387" y="1"/>
                    <a:pt x="1" y="1419"/>
                    <a:pt x="1" y="3277"/>
                  </a:cubicBezTo>
                  <a:cubicBezTo>
                    <a:pt x="1" y="3876"/>
                    <a:pt x="158" y="4349"/>
                    <a:pt x="442" y="4821"/>
                  </a:cubicBezTo>
                  <a:lnTo>
                    <a:pt x="3655" y="4821"/>
                  </a:lnTo>
                  <a:lnTo>
                    <a:pt x="4285" y="3340"/>
                  </a:lnTo>
                  <a:cubicBezTo>
                    <a:pt x="4443" y="2994"/>
                    <a:pt x="4821" y="2773"/>
                    <a:pt x="5199" y="2710"/>
                  </a:cubicBezTo>
                  <a:cubicBezTo>
                    <a:pt x="5672" y="2710"/>
                    <a:pt x="6018" y="2994"/>
                    <a:pt x="6176" y="3403"/>
                  </a:cubicBezTo>
                  <a:lnTo>
                    <a:pt x="6806" y="5010"/>
                  </a:lnTo>
                  <a:cubicBezTo>
                    <a:pt x="6963" y="4884"/>
                    <a:pt x="7215" y="4821"/>
                    <a:pt x="7404" y="4821"/>
                  </a:cubicBezTo>
                  <a:lnTo>
                    <a:pt x="11374" y="4821"/>
                  </a:lnTo>
                  <a:cubicBezTo>
                    <a:pt x="11626" y="4349"/>
                    <a:pt x="11815" y="3813"/>
                    <a:pt x="11815" y="3277"/>
                  </a:cubicBezTo>
                  <a:cubicBezTo>
                    <a:pt x="11815" y="1419"/>
                    <a:pt x="10429" y="1"/>
                    <a:pt x="8665" y="1"/>
                  </a:cubicBezTo>
                  <a:cubicBezTo>
                    <a:pt x="7247" y="1"/>
                    <a:pt x="6396" y="977"/>
                    <a:pt x="5924" y="1860"/>
                  </a:cubicBezTo>
                  <a:cubicBezTo>
                    <a:pt x="5451" y="977"/>
                    <a:pt x="4537" y="1"/>
                    <a:pt x="315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13883;p134">
              <a:extLst>
                <a:ext uri="{FF2B5EF4-FFF2-40B4-BE49-F238E27FC236}">
                  <a16:creationId xmlns:a16="http://schemas.microsoft.com/office/drawing/2014/main" id="{9B542753-ED61-9829-A888-CA0ACE9C250A}"/>
                </a:ext>
              </a:extLst>
            </p:cNvPr>
            <p:cNvSpPr/>
            <p:nvPr/>
          </p:nvSpPr>
          <p:spPr>
            <a:xfrm>
              <a:off x="-28405400" y="3360375"/>
              <a:ext cx="186675" cy="98475"/>
            </a:xfrm>
            <a:custGeom>
              <a:avLst/>
              <a:gdLst/>
              <a:ahLst/>
              <a:cxnLst/>
              <a:rect l="l" t="t" r="r" b="b"/>
              <a:pathLst>
                <a:path w="7467" h="3939" extrusionOk="0">
                  <a:moveTo>
                    <a:pt x="2962" y="1"/>
                  </a:moveTo>
                  <a:cubicBezTo>
                    <a:pt x="2773" y="284"/>
                    <a:pt x="2458" y="442"/>
                    <a:pt x="2111" y="442"/>
                  </a:cubicBezTo>
                  <a:lnTo>
                    <a:pt x="0" y="442"/>
                  </a:lnTo>
                  <a:cubicBezTo>
                    <a:pt x="158" y="599"/>
                    <a:pt x="347" y="757"/>
                    <a:pt x="536" y="914"/>
                  </a:cubicBezTo>
                  <a:cubicBezTo>
                    <a:pt x="1449" y="1734"/>
                    <a:pt x="2426" y="2647"/>
                    <a:pt x="3434" y="3813"/>
                  </a:cubicBezTo>
                  <a:cubicBezTo>
                    <a:pt x="3529" y="3907"/>
                    <a:pt x="3592" y="3939"/>
                    <a:pt x="3718" y="3939"/>
                  </a:cubicBezTo>
                  <a:cubicBezTo>
                    <a:pt x="3844" y="3939"/>
                    <a:pt x="3907" y="3907"/>
                    <a:pt x="4001" y="3813"/>
                  </a:cubicBezTo>
                  <a:cubicBezTo>
                    <a:pt x="4978" y="2584"/>
                    <a:pt x="6018" y="1734"/>
                    <a:pt x="6900" y="914"/>
                  </a:cubicBezTo>
                  <a:cubicBezTo>
                    <a:pt x="7120" y="757"/>
                    <a:pt x="7278" y="599"/>
                    <a:pt x="7467" y="442"/>
                  </a:cubicBezTo>
                  <a:lnTo>
                    <a:pt x="5860" y="442"/>
                  </a:lnTo>
                  <a:lnTo>
                    <a:pt x="5293" y="1324"/>
                  </a:lnTo>
                  <a:cubicBezTo>
                    <a:pt x="5104" y="1639"/>
                    <a:pt x="4789" y="1860"/>
                    <a:pt x="4379" y="1860"/>
                  </a:cubicBezTo>
                  <a:lnTo>
                    <a:pt x="4316" y="1860"/>
                  </a:lnTo>
                  <a:cubicBezTo>
                    <a:pt x="3907" y="1797"/>
                    <a:pt x="3592" y="1576"/>
                    <a:pt x="3434" y="1167"/>
                  </a:cubicBezTo>
                  <a:lnTo>
                    <a:pt x="296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7" name="Google Shape;13884;p134">
            <a:extLst>
              <a:ext uri="{FF2B5EF4-FFF2-40B4-BE49-F238E27FC236}">
                <a16:creationId xmlns:a16="http://schemas.microsoft.com/office/drawing/2014/main" id="{036D0E2E-D9EE-00B9-1FFB-5630BE0D0BD4}"/>
              </a:ext>
            </a:extLst>
          </p:cNvPr>
          <p:cNvGrpSpPr/>
          <p:nvPr/>
        </p:nvGrpSpPr>
        <p:grpSpPr>
          <a:xfrm>
            <a:off x="7530900" y="3254012"/>
            <a:ext cx="324334" cy="323487"/>
            <a:chOff x="-28461325" y="3545475"/>
            <a:chExt cx="296950" cy="296175"/>
          </a:xfrm>
          <a:solidFill>
            <a:schemeClr val="accent1">
              <a:lumMod val="75000"/>
            </a:schemeClr>
          </a:solidFill>
        </p:grpSpPr>
        <p:sp>
          <p:nvSpPr>
            <p:cNvPr id="428" name="Google Shape;13885;p134">
              <a:extLst>
                <a:ext uri="{FF2B5EF4-FFF2-40B4-BE49-F238E27FC236}">
                  <a16:creationId xmlns:a16="http://schemas.microsoft.com/office/drawing/2014/main" id="{3D17D691-BBA7-2878-0C8F-1DB9B2D7BB19}"/>
                </a:ext>
              </a:extLst>
            </p:cNvPr>
            <p:cNvSpPr/>
            <p:nvPr/>
          </p:nvSpPr>
          <p:spPr>
            <a:xfrm>
              <a:off x="-28461325" y="3666775"/>
              <a:ext cx="34675" cy="52775"/>
            </a:xfrm>
            <a:custGeom>
              <a:avLst/>
              <a:gdLst/>
              <a:ahLst/>
              <a:cxnLst/>
              <a:rect l="l" t="t" r="r" b="b"/>
              <a:pathLst>
                <a:path w="1387" h="2111" extrusionOk="0">
                  <a:moveTo>
                    <a:pt x="0" y="0"/>
                  </a:moveTo>
                  <a:lnTo>
                    <a:pt x="0" y="2111"/>
                  </a:lnTo>
                  <a:lnTo>
                    <a:pt x="1386" y="2111"/>
                  </a:lnTo>
                  <a:lnTo>
                    <a:pt x="13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13886;p134">
              <a:extLst>
                <a:ext uri="{FF2B5EF4-FFF2-40B4-BE49-F238E27FC236}">
                  <a16:creationId xmlns:a16="http://schemas.microsoft.com/office/drawing/2014/main" id="{4F5C2827-84E9-85E2-2700-22D6C823A41E}"/>
                </a:ext>
              </a:extLst>
            </p:cNvPr>
            <p:cNvSpPr/>
            <p:nvPr/>
          </p:nvSpPr>
          <p:spPr>
            <a:xfrm>
              <a:off x="-28461325" y="3737650"/>
              <a:ext cx="52775" cy="17350"/>
            </a:xfrm>
            <a:custGeom>
              <a:avLst/>
              <a:gdLst/>
              <a:ahLst/>
              <a:cxnLst/>
              <a:rect l="l" t="t" r="r" b="b"/>
              <a:pathLst>
                <a:path w="2111" h="694" extrusionOk="0">
                  <a:moveTo>
                    <a:pt x="0" y="1"/>
                  </a:moveTo>
                  <a:lnTo>
                    <a:pt x="0" y="694"/>
                  </a:lnTo>
                  <a:lnTo>
                    <a:pt x="1733" y="694"/>
                  </a:lnTo>
                  <a:cubicBezTo>
                    <a:pt x="1954" y="694"/>
                    <a:pt x="2111" y="536"/>
                    <a:pt x="2111" y="347"/>
                  </a:cubicBezTo>
                  <a:cubicBezTo>
                    <a:pt x="2111" y="158"/>
                    <a:pt x="1954" y="1"/>
                    <a:pt x="17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13887;p134">
              <a:extLst>
                <a:ext uri="{FF2B5EF4-FFF2-40B4-BE49-F238E27FC236}">
                  <a16:creationId xmlns:a16="http://schemas.microsoft.com/office/drawing/2014/main" id="{50E0096F-85B2-8961-06E6-464116EB24D8}"/>
                </a:ext>
              </a:extLst>
            </p:cNvPr>
            <p:cNvSpPr/>
            <p:nvPr/>
          </p:nvSpPr>
          <p:spPr>
            <a:xfrm>
              <a:off x="-28461325" y="3632100"/>
              <a:ext cx="52775" cy="17375"/>
            </a:xfrm>
            <a:custGeom>
              <a:avLst/>
              <a:gdLst/>
              <a:ahLst/>
              <a:cxnLst/>
              <a:rect l="l" t="t" r="r" b="b"/>
              <a:pathLst>
                <a:path w="2111" h="695" extrusionOk="0">
                  <a:moveTo>
                    <a:pt x="0" y="1"/>
                  </a:moveTo>
                  <a:lnTo>
                    <a:pt x="0" y="694"/>
                  </a:lnTo>
                  <a:lnTo>
                    <a:pt x="1733" y="694"/>
                  </a:lnTo>
                  <a:cubicBezTo>
                    <a:pt x="1954" y="694"/>
                    <a:pt x="2111" y="537"/>
                    <a:pt x="2111" y="348"/>
                  </a:cubicBezTo>
                  <a:cubicBezTo>
                    <a:pt x="2111" y="159"/>
                    <a:pt x="1954" y="1"/>
                    <a:pt x="17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13888;p134">
              <a:extLst>
                <a:ext uri="{FF2B5EF4-FFF2-40B4-BE49-F238E27FC236}">
                  <a16:creationId xmlns:a16="http://schemas.microsoft.com/office/drawing/2014/main" id="{CED2982D-4D79-DFC4-39CE-8D105F5170AB}"/>
                </a:ext>
              </a:extLst>
            </p:cNvPr>
            <p:cNvSpPr/>
            <p:nvPr/>
          </p:nvSpPr>
          <p:spPr>
            <a:xfrm>
              <a:off x="-28460550" y="3545475"/>
              <a:ext cx="296175" cy="296175"/>
            </a:xfrm>
            <a:custGeom>
              <a:avLst/>
              <a:gdLst/>
              <a:ahLst/>
              <a:cxnLst/>
              <a:rect l="l" t="t" r="r" b="b"/>
              <a:pathLst>
                <a:path w="11847" h="11847" extrusionOk="0">
                  <a:moveTo>
                    <a:pt x="2427" y="0"/>
                  </a:moveTo>
                  <a:cubicBezTo>
                    <a:pt x="1072" y="0"/>
                    <a:pt x="1" y="1103"/>
                    <a:pt x="1" y="2426"/>
                  </a:cubicBezTo>
                  <a:lnTo>
                    <a:pt x="1" y="2804"/>
                  </a:lnTo>
                  <a:lnTo>
                    <a:pt x="1355" y="2804"/>
                  </a:lnTo>
                  <a:lnTo>
                    <a:pt x="1355" y="2426"/>
                  </a:lnTo>
                  <a:cubicBezTo>
                    <a:pt x="1355" y="1859"/>
                    <a:pt x="1828" y="1418"/>
                    <a:pt x="2395" y="1418"/>
                  </a:cubicBezTo>
                  <a:lnTo>
                    <a:pt x="9358" y="1418"/>
                  </a:lnTo>
                  <a:cubicBezTo>
                    <a:pt x="9956" y="1418"/>
                    <a:pt x="10366" y="1891"/>
                    <a:pt x="10366" y="2426"/>
                  </a:cubicBezTo>
                  <a:lnTo>
                    <a:pt x="10366" y="9420"/>
                  </a:lnTo>
                  <a:cubicBezTo>
                    <a:pt x="10366" y="9987"/>
                    <a:pt x="9893" y="10429"/>
                    <a:pt x="9358" y="10429"/>
                  </a:cubicBezTo>
                  <a:lnTo>
                    <a:pt x="2395" y="10429"/>
                  </a:lnTo>
                  <a:cubicBezTo>
                    <a:pt x="1797" y="10429"/>
                    <a:pt x="1355" y="9956"/>
                    <a:pt x="1355" y="9420"/>
                  </a:cubicBezTo>
                  <a:lnTo>
                    <a:pt x="1355" y="9042"/>
                  </a:lnTo>
                  <a:lnTo>
                    <a:pt x="1" y="9042"/>
                  </a:lnTo>
                  <a:lnTo>
                    <a:pt x="1" y="9420"/>
                  </a:lnTo>
                  <a:cubicBezTo>
                    <a:pt x="1" y="10744"/>
                    <a:pt x="1103" y="11846"/>
                    <a:pt x="2427" y="11846"/>
                  </a:cubicBezTo>
                  <a:lnTo>
                    <a:pt x="9389" y="11846"/>
                  </a:lnTo>
                  <a:cubicBezTo>
                    <a:pt x="10744" y="11846"/>
                    <a:pt x="11847" y="10744"/>
                    <a:pt x="11847" y="9420"/>
                  </a:cubicBezTo>
                  <a:lnTo>
                    <a:pt x="11847" y="2426"/>
                  </a:lnTo>
                  <a:cubicBezTo>
                    <a:pt x="11847" y="1103"/>
                    <a:pt x="10744" y="0"/>
                    <a:pt x="938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13889;p134">
              <a:extLst>
                <a:ext uri="{FF2B5EF4-FFF2-40B4-BE49-F238E27FC236}">
                  <a16:creationId xmlns:a16="http://schemas.microsoft.com/office/drawing/2014/main" id="{8473AE22-F480-5C0A-7D7C-BE7FD25CB155}"/>
                </a:ext>
              </a:extLst>
            </p:cNvPr>
            <p:cNvSpPr/>
            <p:nvPr/>
          </p:nvSpPr>
          <p:spPr>
            <a:xfrm>
              <a:off x="-28347925" y="3649450"/>
              <a:ext cx="86675" cy="86650"/>
            </a:xfrm>
            <a:custGeom>
              <a:avLst/>
              <a:gdLst/>
              <a:ahLst/>
              <a:cxnLst/>
              <a:rect l="l" t="t" r="r" b="b"/>
              <a:pathLst>
                <a:path w="3467" h="3466" extrusionOk="0">
                  <a:moveTo>
                    <a:pt x="1387" y="0"/>
                  </a:moveTo>
                  <a:lnTo>
                    <a:pt x="1387" y="1040"/>
                  </a:lnTo>
                  <a:cubicBezTo>
                    <a:pt x="1387" y="1229"/>
                    <a:pt x="1230" y="1386"/>
                    <a:pt x="1041" y="1386"/>
                  </a:cubicBezTo>
                  <a:lnTo>
                    <a:pt x="1" y="1386"/>
                  </a:lnTo>
                  <a:lnTo>
                    <a:pt x="1" y="2111"/>
                  </a:lnTo>
                  <a:lnTo>
                    <a:pt x="1041" y="2111"/>
                  </a:lnTo>
                  <a:cubicBezTo>
                    <a:pt x="1230" y="2111"/>
                    <a:pt x="1387" y="2268"/>
                    <a:pt x="1387" y="2457"/>
                  </a:cubicBezTo>
                  <a:lnTo>
                    <a:pt x="1387" y="3466"/>
                  </a:lnTo>
                  <a:lnTo>
                    <a:pt x="2080" y="3466"/>
                  </a:lnTo>
                  <a:lnTo>
                    <a:pt x="2080" y="2457"/>
                  </a:lnTo>
                  <a:cubicBezTo>
                    <a:pt x="2080" y="2268"/>
                    <a:pt x="2238" y="2111"/>
                    <a:pt x="2458" y="2111"/>
                  </a:cubicBezTo>
                  <a:lnTo>
                    <a:pt x="3467" y="2111"/>
                  </a:lnTo>
                  <a:lnTo>
                    <a:pt x="3467" y="1386"/>
                  </a:lnTo>
                  <a:lnTo>
                    <a:pt x="2458" y="1386"/>
                  </a:lnTo>
                  <a:cubicBezTo>
                    <a:pt x="2238" y="1386"/>
                    <a:pt x="2080" y="1229"/>
                    <a:pt x="2080" y="1040"/>
                  </a:cubicBezTo>
                  <a:lnTo>
                    <a:pt x="20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13890;p134">
              <a:extLst>
                <a:ext uri="{FF2B5EF4-FFF2-40B4-BE49-F238E27FC236}">
                  <a16:creationId xmlns:a16="http://schemas.microsoft.com/office/drawing/2014/main" id="{F1B4298F-3229-5DE1-470D-BEDC6E8A5891}"/>
                </a:ext>
              </a:extLst>
            </p:cNvPr>
            <p:cNvSpPr/>
            <p:nvPr/>
          </p:nvSpPr>
          <p:spPr>
            <a:xfrm>
              <a:off x="-28408550" y="3597450"/>
              <a:ext cx="191400" cy="192200"/>
            </a:xfrm>
            <a:custGeom>
              <a:avLst/>
              <a:gdLst/>
              <a:ahLst/>
              <a:cxnLst/>
              <a:rect l="l" t="t" r="r" b="b"/>
              <a:pathLst>
                <a:path w="7656" h="7688" extrusionOk="0">
                  <a:moveTo>
                    <a:pt x="4883" y="1418"/>
                  </a:moveTo>
                  <a:cubicBezTo>
                    <a:pt x="5072" y="1418"/>
                    <a:pt x="5230" y="1576"/>
                    <a:pt x="5230" y="1765"/>
                  </a:cubicBezTo>
                  <a:lnTo>
                    <a:pt x="5230" y="2805"/>
                  </a:lnTo>
                  <a:lnTo>
                    <a:pt x="6238" y="2805"/>
                  </a:lnTo>
                  <a:cubicBezTo>
                    <a:pt x="6459" y="2805"/>
                    <a:pt x="6616" y="2962"/>
                    <a:pt x="6616" y="3151"/>
                  </a:cubicBezTo>
                  <a:lnTo>
                    <a:pt x="6616" y="4537"/>
                  </a:lnTo>
                  <a:cubicBezTo>
                    <a:pt x="6616" y="4726"/>
                    <a:pt x="6459" y="4884"/>
                    <a:pt x="6238" y="4884"/>
                  </a:cubicBezTo>
                  <a:lnTo>
                    <a:pt x="5230" y="4884"/>
                  </a:lnTo>
                  <a:lnTo>
                    <a:pt x="5230" y="5924"/>
                  </a:lnTo>
                  <a:cubicBezTo>
                    <a:pt x="5230" y="6113"/>
                    <a:pt x="5072" y="6270"/>
                    <a:pt x="4883" y="6270"/>
                  </a:cubicBezTo>
                  <a:lnTo>
                    <a:pt x="3497" y="6270"/>
                  </a:lnTo>
                  <a:cubicBezTo>
                    <a:pt x="3308" y="6270"/>
                    <a:pt x="3151" y="6113"/>
                    <a:pt x="3151" y="5924"/>
                  </a:cubicBezTo>
                  <a:lnTo>
                    <a:pt x="3151" y="4884"/>
                  </a:lnTo>
                  <a:lnTo>
                    <a:pt x="2111" y="4884"/>
                  </a:lnTo>
                  <a:cubicBezTo>
                    <a:pt x="1922" y="4884"/>
                    <a:pt x="1764" y="4726"/>
                    <a:pt x="1764" y="4537"/>
                  </a:cubicBezTo>
                  <a:lnTo>
                    <a:pt x="1764" y="3151"/>
                  </a:lnTo>
                  <a:cubicBezTo>
                    <a:pt x="1764" y="2962"/>
                    <a:pt x="1922" y="2805"/>
                    <a:pt x="2111" y="2805"/>
                  </a:cubicBezTo>
                  <a:lnTo>
                    <a:pt x="3151" y="2805"/>
                  </a:lnTo>
                  <a:lnTo>
                    <a:pt x="3151" y="1765"/>
                  </a:lnTo>
                  <a:cubicBezTo>
                    <a:pt x="3151" y="1576"/>
                    <a:pt x="3308" y="1418"/>
                    <a:pt x="3497" y="1418"/>
                  </a:cubicBezTo>
                  <a:close/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757"/>
                  </a:lnTo>
                  <a:cubicBezTo>
                    <a:pt x="378" y="914"/>
                    <a:pt x="693" y="1261"/>
                    <a:pt x="693" y="1734"/>
                  </a:cubicBezTo>
                  <a:cubicBezTo>
                    <a:pt x="693" y="2175"/>
                    <a:pt x="378" y="2553"/>
                    <a:pt x="0" y="2710"/>
                  </a:cubicBezTo>
                  <a:lnTo>
                    <a:pt x="0" y="4979"/>
                  </a:lnTo>
                  <a:cubicBezTo>
                    <a:pt x="378" y="5136"/>
                    <a:pt x="693" y="5483"/>
                    <a:pt x="693" y="5955"/>
                  </a:cubicBezTo>
                  <a:cubicBezTo>
                    <a:pt x="693" y="6396"/>
                    <a:pt x="441" y="6774"/>
                    <a:pt x="0" y="6932"/>
                  </a:cubicBezTo>
                  <a:lnTo>
                    <a:pt x="0" y="7341"/>
                  </a:lnTo>
                  <a:cubicBezTo>
                    <a:pt x="0" y="7530"/>
                    <a:pt x="158" y="7688"/>
                    <a:pt x="347" y="7688"/>
                  </a:cubicBezTo>
                  <a:lnTo>
                    <a:pt x="7309" y="7688"/>
                  </a:lnTo>
                  <a:cubicBezTo>
                    <a:pt x="7498" y="7688"/>
                    <a:pt x="7656" y="7530"/>
                    <a:pt x="7656" y="7341"/>
                  </a:cubicBezTo>
                  <a:lnTo>
                    <a:pt x="7656" y="347"/>
                  </a:lnTo>
                  <a:cubicBezTo>
                    <a:pt x="7656" y="158"/>
                    <a:pt x="7498" y="1"/>
                    <a:pt x="73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4" name="Google Shape;13891;p134">
            <a:extLst>
              <a:ext uri="{FF2B5EF4-FFF2-40B4-BE49-F238E27FC236}">
                <a16:creationId xmlns:a16="http://schemas.microsoft.com/office/drawing/2014/main" id="{4D7E9E3E-CFAB-90B9-B53C-9B3DBBC4ACED}"/>
              </a:ext>
            </a:extLst>
          </p:cNvPr>
          <p:cNvGrpSpPr/>
          <p:nvPr/>
        </p:nvGrpSpPr>
        <p:grpSpPr>
          <a:xfrm>
            <a:off x="7527445" y="3666624"/>
            <a:ext cx="331242" cy="323459"/>
            <a:chOff x="-28463700" y="3914875"/>
            <a:chExt cx="303275" cy="296150"/>
          </a:xfrm>
          <a:solidFill>
            <a:schemeClr val="accent1">
              <a:lumMod val="75000"/>
            </a:schemeClr>
          </a:solidFill>
        </p:grpSpPr>
        <p:sp>
          <p:nvSpPr>
            <p:cNvPr id="435" name="Google Shape;13892;p134">
              <a:extLst>
                <a:ext uri="{FF2B5EF4-FFF2-40B4-BE49-F238E27FC236}">
                  <a16:creationId xmlns:a16="http://schemas.microsoft.com/office/drawing/2014/main" id="{F44DAB31-F0EB-CC7D-0609-4E1C2AF5E2E6}"/>
                </a:ext>
              </a:extLst>
            </p:cNvPr>
            <p:cNvSpPr/>
            <p:nvPr/>
          </p:nvSpPr>
          <p:spPr>
            <a:xfrm>
              <a:off x="-28333725" y="4057375"/>
              <a:ext cx="86650" cy="64650"/>
            </a:xfrm>
            <a:custGeom>
              <a:avLst/>
              <a:gdLst/>
              <a:ahLst/>
              <a:cxnLst/>
              <a:rect l="l" t="t" r="r" b="b"/>
              <a:pathLst>
                <a:path w="3466" h="2586" extrusionOk="0">
                  <a:moveTo>
                    <a:pt x="614" y="0"/>
                  </a:moveTo>
                  <a:cubicBezTo>
                    <a:pt x="287" y="0"/>
                    <a:pt x="0" y="305"/>
                    <a:pt x="0" y="696"/>
                  </a:cubicBezTo>
                  <a:cubicBezTo>
                    <a:pt x="0" y="1326"/>
                    <a:pt x="1008" y="2019"/>
                    <a:pt x="1733" y="2586"/>
                  </a:cubicBezTo>
                  <a:cubicBezTo>
                    <a:pt x="2426" y="2019"/>
                    <a:pt x="3466" y="1326"/>
                    <a:pt x="3466" y="696"/>
                  </a:cubicBezTo>
                  <a:cubicBezTo>
                    <a:pt x="3466" y="349"/>
                    <a:pt x="3214" y="3"/>
                    <a:pt x="2741" y="3"/>
                  </a:cubicBezTo>
                  <a:cubicBezTo>
                    <a:pt x="2237" y="3"/>
                    <a:pt x="2048" y="570"/>
                    <a:pt x="2048" y="570"/>
                  </a:cubicBezTo>
                  <a:cubicBezTo>
                    <a:pt x="2001" y="743"/>
                    <a:pt x="1851" y="830"/>
                    <a:pt x="1701" y="830"/>
                  </a:cubicBezTo>
                  <a:cubicBezTo>
                    <a:pt x="1552" y="830"/>
                    <a:pt x="1402" y="743"/>
                    <a:pt x="1355" y="570"/>
                  </a:cubicBezTo>
                  <a:cubicBezTo>
                    <a:pt x="1355" y="538"/>
                    <a:pt x="1166" y="3"/>
                    <a:pt x="662" y="3"/>
                  </a:cubicBezTo>
                  <a:cubicBezTo>
                    <a:pt x="646" y="1"/>
                    <a:pt x="630" y="0"/>
                    <a:pt x="6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13893;p134">
              <a:extLst>
                <a:ext uri="{FF2B5EF4-FFF2-40B4-BE49-F238E27FC236}">
                  <a16:creationId xmlns:a16="http://schemas.microsoft.com/office/drawing/2014/main" id="{5622715F-0C9D-AC4B-483D-D69CA95D0AA5}"/>
                </a:ext>
              </a:extLst>
            </p:cNvPr>
            <p:cNvSpPr/>
            <p:nvPr/>
          </p:nvSpPr>
          <p:spPr>
            <a:xfrm>
              <a:off x="-28463700" y="3914875"/>
              <a:ext cx="303275" cy="296150"/>
            </a:xfrm>
            <a:custGeom>
              <a:avLst/>
              <a:gdLst/>
              <a:ahLst/>
              <a:cxnLst/>
              <a:rect l="l" t="t" r="r" b="b"/>
              <a:pathLst>
                <a:path w="12131" h="11846" extrusionOk="0">
                  <a:moveTo>
                    <a:pt x="3744" y="3555"/>
                  </a:moveTo>
                  <a:cubicBezTo>
                    <a:pt x="3907" y="3555"/>
                    <a:pt x="4040" y="3674"/>
                    <a:pt x="4096" y="3844"/>
                  </a:cubicBezTo>
                  <a:cubicBezTo>
                    <a:pt x="4128" y="4033"/>
                    <a:pt x="3970" y="4190"/>
                    <a:pt x="3813" y="4253"/>
                  </a:cubicBezTo>
                  <a:cubicBezTo>
                    <a:pt x="2931" y="4379"/>
                    <a:pt x="2427" y="5451"/>
                    <a:pt x="2899" y="6333"/>
                  </a:cubicBezTo>
                  <a:cubicBezTo>
                    <a:pt x="2994" y="6490"/>
                    <a:pt x="2931" y="6711"/>
                    <a:pt x="2773" y="6805"/>
                  </a:cubicBezTo>
                  <a:cubicBezTo>
                    <a:pt x="2723" y="6825"/>
                    <a:pt x="2667" y="6836"/>
                    <a:pt x="2611" y="6836"/>
                  </a:cubicBezTo>
                  <a:cubicBezTo>
                    <a:pt x="2489" y="6836"/>
                    <a:pt x="2365" y="6787"/>
                    <a:pt x="2301" y="6679"/>
                  </a:cubicBezTo>
                  <a:cubicBezTo>
                    <a:pt x="1608" y="5419"/>
                    <a:pt x="2364" y="3812"/>
                    <a:pt x="3687" y="3560"/>
                  </a:cubicBezTo>
                  <a:cubicBezTo>
                    <a:pt x="3706" y="3557"/>
                    <a:pt x="3726" y="3555"/>
                    <a:pt x="3744" y="3555"/>
                  </a:cubicBezTo>
                  <a:close/>
                  <a:moveTo>
                    <a:pt x="7940" y="4946"/>
                  </a:moveTo>
                  <a:cubicBezTo>
                    <a:pt x="8728" y="4946"/>
                    <a:pt x="9326" y="5577"/>
                    <a:pt x="9326" y="6364"/>
                  </a:cubicBezTo>
                  <a:cubicBezTo>
                    <a:pt x="9326" y="7341"/>
                    <a:pt x="8381" y="7939"/>
                    <a:pt x="7121" y="9011"/>
                  </a:cubicBezTo>
                  <a:cubicBezTo>
                    <a:pt x="7058" y="9074"/>
                    <a:pt x="6979" y="9105"/>
                    <a:pt x="6900" y="9105"/>
                  </a:cubicBezTo>
                  <a:cubicBezTo>
                    <a:pt x="6822" y="9105"/>
                    <a:pt x="6743" y="9074"/>
                    <a:pt x="6680" y="9011"/>
                  </a:cubicBezTo>
                  <a:cubicBezTo>
                    <a:pt x="5420" y="7971"/>
                    <a:pt x="4474" y="7341"/>
                    <a:pt x="4474" y="6364"/>
                  </a:cubicBezTo>
                  <a:cubicBezTo>
                    <a:pt x="4474" y="5577"/>
                    <a:pt x="5105" y="4946"/>
                    <a:pt x="5861" y="4946"/>
                  </a:cubicBezTo>
                  <a:cubicBezTo>
                    <a:pt x="6365" y="4946"/>
                    <a:pt x="6711" y="5230"/>
                    <a:pt x="6932" y="5451"/>
                  </a:cubicBezTo>
                  <a:cubicBezTo>
                    <a:pt x="7121" y="5198"/>
                    <a:pt x="7467" y="4946"/>
                    <a:pt x="7940" y="4946"/>
                  </a:cubicBezTo>
                  <a:close/>
                  <a:moveTo>
                    <a:pt x="7404" y="0"/>
                  </a:moveTo>
                  <a:cubicBezTo>
                    <a:pt x="6459" y="0"/>
                    <a:pt x="5703" y="788"/>
                    <a:pt x="5703" y="1733"/>
                  </a:cubicBezTo>
                  <a:lnTo>
                    <a:pt x="5703" y="2899"/>
                  </a:lnTo>
                  <a:cubicBezTo>
                    <a:pt x="5136" y="2395"/>
                    <a:pt x="4443" y="2111"/>
                    <a:pt x="3687" y="2111"/>
                  </a:cubicBezTo>
                  <a:cubicBezTo>
                    <a:pt x="1450" y="2111"/>
                    <a:pt x="1" y="4505"/>
                    <a:pt x="977" y="6616"/>
                  </a:cubicBezTo>
                  <a:lnTo>
                    <a:pt x="2899" y="10649"/>
                  </a:lnTo>
                  <a:cubicBezTo>
                    <a:pt x="3246" y="11373"/>
                    <a:pt x="3939" y="11846"/>
                    <a:pt x="4727" y="11846"/>
                  </a:cubicBezTo>
                  <a:cubicBezTo>
                    <a:pt x="5231" y="11846"/>
                    <a:pt x="5703" y="11657"/>
                    <a:pt x="6050" y="11342"/>
                  </a:cubicBezTo>
                  <a:cubicBezTo>
                    <a:pt x="6396" y="11688"/>
                    <a:pt x="6869" y="11846"/>
                    <a:pt x="7404" y="11846"/>
                  </a:cubicBezTo>
                  <a:cubicBezTo>
                    <a:pt x="8192" y="11846"/>
                    <a:pt x="8885" y="11405"/>
                    <a:pt x="9200" y="10649"/>
                  </a:cubicBezTo>
                  <a:lnTo>
                    <a:pt x="11122" y="6616"/>
                  </a:lnTo>
                  <a:cubicBezTo>
                    <a:pt x="12130" y="4505"/>
                    <a:pt x="10618" y="2111"/>
                    <a:pt x="8413" y="2111"/>
                  </a:cubicBezTo>
                  <a:cubicBezTo>
                    <a:pt x="7656" y="2111"/>
                    <a:pt x="6963" y="2395"/>
                    <a:pt x="6396" y="2899"/>
                  </a:cubicBezTo>
                  <a:lnTo>
                    <a:pt x="6396" y="1733"/>
                  </a:lnTo>
                  <a:cubicBezTo>
                    <a:pt x="6396" y="1166"/>
                    <a:pt x="6837" y="693"/>
                    <a:pt x="7404" y="693"/>
                  </a:cubicBezTo>
                  <a:cubicBezTo>
                    <a:pt x="7593" y="693"/>
                    <a:pt x="7751" y="536"/>
                    <a:pt x="7751" y="347"/>
                  </a:cubicBezTo>
                  <a:cubicBezTo>
                    <a:pt x="7751" y="158"/>
                    <a:pt x="7593" y="0"/>
                    <a:pt x="740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7" name="Google Shape;13894;p134">
            <a:extLst>
              <a:ext uri="{FF2B5EF4-FFF2-40B4-BE49-F238E27FC236}">
                <a16:creationId xmlns:a16="http://schemas.microsoft.com/office/drawing/2014/main" id="{48B3B714-66CE-A468-C2DF-C0EA73A315B7}"/>
              </a:ext>
            </a:extLst>
          </p:cNvPr>
          <p:cNvGrpSpPr/>
          <p:nvPr/>
        </p:nvGrpSpPr>
        <p:grpSpPr>
          <a:xfrm>
            <a:off x="9576356" y="2892899"/>
            <a:ext cx="322613" cy="208204"/>
            <a:chOff x="-26573400" y="3224125"/>
            <a:chExt cx="295375" cy="190625"/>
          </a:xfrm>
          <a:solidFill>
            <a:schemeClr val="accent1">
              <a:lumMod val="75000"/>
            </a:schemeClr>
          </a:solidFill>
        </p:grpSpPr>
        <p:sp>
          <p:nvSpPr>
            <p:cNvPr id="438" name="Google Shape;13895;p134">
              <a:extLst>
                <a:ext uri="{FF2B5EF4-FFF2-40B4-BE49-F238E27FC236}">
                  <a16:creationId xmlns:a16="http://schemas.microsoft.com/office/drawing/2014/main" id="{14339ABE-A9ED-9922-8F7C-E333137039F7}"/>
                </a:ext>
              </a:extLst>
            </p:cNvPr>
            <p:cNvSpPr/>
            <p:nvPr/>
          </p:nvSpPr>
          <p:spPr>
            <a:xfrm>
              <a:off x="-26330800" y="3327900"/>
              <a:ext cx="52775" cy="68750"/>
            </a:xfrm>
            <a:custGeom>
              <a:avLst/>
              <a:gdLst/>
              <a:ahLst/>
              <a:cxnLst/>
              <a:rect l="l" t="t" r="r" b="b"/>
              <a:pathLst>
                <a:path w="2111" h="2750" extrusionOk="0">
                  <a:moveTo>
                    <a:pt x="1067" y="0"/>
                  </a:moveTo>
                  <a:cubicBezTo>
                    <a:pt x="953" y="0"/>
                    <a:pt x="835" y="55"/>
                    <a:pt x="756" y="166"/>
                  </a:cubicBezTo>
                  <a:cubicBezTo>
                    <a:pt x="536" y="481"/>
                    <a:pt x="0" y="1300"/>
                    <a:pt x="0" y="1741"/>
                  </a:cubicBezTo>
                  <a:cubicBezTo>
                    <a:pt x="0" y="2308"/>
                    <a:pt x="473" y="2749"/>
                    <a:pt x="1040" y="2749"/>
                  </a:cubicBezTo>
                  <a:cubicBezTo>
                    <a:pt x="1638" y="2749"/>
                    <a:pt x="2048" y="2276"/>
                    <a:pt x="2048" y="1741"/>
                  </a:cubicBezTo>
                  <a:cubicBezTo>
                    <a:pt x="2111" y="1300"/>
                    <a:pt x="1575" y="481"/>
                    <a:pt x="1355" y="166"/>
                  </a:cubicBezTo>
                  <a:cubicBezTo>
                    <a:pt x="1292" y="55"/>
                    <a:pt x="1182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13896;p134">
              <a:extLst>
                <a:ext uri="{FF2B5EF4-FFF2-40B4-BE49-F238E27FC236}">
                  <a16:creationId xmlns:a16="http://schemas.microsoft.com/office/drawing/2014/main" id="{FB8CB3BB-6247-E9DD-401A-2E927915A6A4}"/>
                </a:ext>
              </a:extLst>
            </p:cNvPr>
            <p:cNvSpPr/>
            <p:nvPr/>
          </p:nvSpPr>
          <p:spPr>
            <a:xfrm>
              <a:off x="-26573400" y="3224125"/>
              <a:ext cx="293025" cy="190625"/>
            </a:xfrm>
            <a:custGeom>
              <a:avLst/>
              <a:gdLst/>
              <a:ahLst/>
              <a:cxnLst/>
              <a:rect l="l" t="t" r="r" b="b"/>
              <a:pathLst>
                <a:path w="11721" h="7625" extrusionOk="0">
                  <a:moveTo>
                    <a:pt x="10775" y="2048"/>
                  </a:moveTo>
                  <a:cubicBezTo>
                    <a:pt x="10964" y="2048"/>
                    <a:pt x="11122" y="2206"/>
                    <a:pt x="11122" y="2426"/>
                  </a:cubicBezTo>
                  <a:cubicBezTo>
                    <a:pt x="11122" y="2615"/>
                    <a:pt x="10964" y="2773"/>
                    <a:pt x="10775" y="2773"/>
                  </a:cubicBezTo>
                  <a:lnTo>
                    <a:pt x="9830" y="2773"/>
                  </a:lnTo>
                  <a:lnTo>
                    <a:pt x="9988" y="2048"/>
                  </a:lnTo>
                  <a:close/>
                  <a:moveTo>
                    <a:pt x="4474" y="2773"/>
                  </a:moveTo>
                  <a:cubicBezTo>
                    <a:pt x="4663" y="2773"/>
                    <a:pt x="4821" y="2930"/>
                    <a:pt x="4821" y="3119"/>
                  </a:cubicBezTo>
                  <a:cubicBezTo>
                    <a:pt x="4821" y="3308"/>
                    <a:pt x="4663" y="3466"/>
                    <a:pt x="4474" y="3466"/>
                  </a:cubicBezTo>
                  <a:cubicBezTo>
                    <a:pt x="4285" y="3466"/>
                    <a:pt x="4128" y="3308"/>
                    <a:pt x="4128" y="3119"/>
                  </a:cubicBezTo>
                  <a:cubicBezTo>
                    <a:pt x="4128" y="2930"/>
                    <a:pt x="4285" y="2773"/>
                    <a:pt x="4474" y="2773"/>
                  </a:cubicBezTo>
                  <a:close/>
                  <a:moveTo>
                    <a:pt x="4474" y="4159"/>
                  </a:moveTo>
                  <a:cubicBezTo>
                    <a:pt x="4663" y="4159"/>
                    <a:pt x="4821" y="4317"/>
                    <a:pt x="4821" y="4506"/>
                  </a:cubicBezTo>
                  <a:cubicBezTo>
                    <a:pt x="4821" y="4695"/>
                    <a:pt x="4663" y="4852"/>
                    <a:pt x="4474" y="4852"/>
                  </a:cubicBezTo>
                  <a:cubicBezTo>
                    <a:pt x="4285" y="4852"/>
                    <a:pt x="4128" y="4695"/>
                    <a:pt x="4128" y="4506"/>
                  </a:cubicBezTo>
                  <a:cubicBezTo>
                    <a:pt x="4128" y="4317"/>
                    <a:pt x="4285" y="4159"/>
                    <a:pt x="4474" y="4159"/>
                  </a:cubicBezTo>
                  <a:close/>
                  <a:moveTo>
                    <a:pt x="4474" y="5514"/>
                  </a:moveTo>
                  <a:cubicBezTo>
                    <a:pt x="4663" y="5514"/>
                    <a:pt x="4821" y="5671"/>
                    <a:pt x="4821" y="5892"/>
                  </a:cubicBezTo>
                  <a:cubicBezTo>
                    <a:pt x="4821" y="6081"/>
                    <a:pt x="4663" y="6238"/>
                    <a:pt x="4474" y="6238"/>
                  </a:cubicBezTo>
                  <a:cubicBezTo>
                    <a:pt x="4285" y="6238"/>
                    <a:pt x="4128" y="6081"/>
                    <a:pt x="4128" y="5892"/>
                  </a:cubicBezTo>
                  <a:cubicBezTo>
                    <a:pt x="4128" y="5671"/>
                    <a:pt x="4285" y="5514"/>
                    <a:pt x="4474" y="5514"/>
                  </a:cubicBezTo>
                  <a:close/>
                  <a:moveTo>
                    <a:pt x="3088" y="0"/>
                  </a:moveTo>
                  <a:cubicBezTo>
                    <a:pt x="1355" y="0"/>
                    <a:pt x="1" y="1418"/>
                    <a:pt x="1" y="3119"/>
                  </a:cubicBezTo>
                  <a:lnTo>
                    <a:pt x="1" y="4506"/>
                  </a:lnTo>
                  <a:cubicBezTo>
                    <a:pt x="1" y="6238"/>
                    <a:pt x="1418" y="7625"/>
                    <a:pt x="3088" y="7625"/>
                  </a:cubicBezTo>
                  <a:lnTo>
                    <a:pt x="6554" y="7625"/>
                  </a:lnTo>
                  <a:cubicBezTo>
                    <a:pt x="7152" y="7625"/>
                    <a:pt x="7593" y="7152"/>
                    <a:pt x="7593" y="6585"/>
                  </a:cubicBezTo>
                  <a:cubicBezTo>
                    <a:pt x="7593" y="6459"/>
                    <a:pt x="7562" y="6301"/>
                    <a:pt x="7499" y="6207"/>
                  </a:cubicBezTo>
                  <a:cubicBezTo>
                    <a:pt x="7940" y="6081"/>
                    <a:pt x="8255" y="5671"/>
                    <a:pt x="8255" y="5199"/>
                  </a:cubicBezTo>
                  <a:cubicBezTo>
                    <a:pt x="8255" y="5104"/>
                    <a:pt x="8223" y="4947"/>
                    <a:pt x="8192" y="4821"/>
                  </a:cubicBezTo>
                  <a:cubicBezTo>
                    <a:pt x="8633" y="4695"/>
                    <a:pt x="8948" y="4317"/>
                    <a:pt x="8948" y="3844"/>
                  </a:cubicBezTo>
                  <a:cubicBezTo>
                    <a:pt x="8948" y="3718"/>
                    <a:pt x="8885" y="3592"/>
                    <a:pt x="8854" y="3466"/>
                  </a:cubicBezTo>
                  <a:lnTo>
                    <a:pt x="10712" y="3466"/>
                  </a:lnTo>
                  <a:cubicBezTo>
                    <a:pt x="11311" y="3466"/>
                    <a:pt x="11721" y="2993"/>
                    <a:pt x="11721" y="2458"/>
                  </a:cubicBezTo>
                  <a:cubicBezTo>
                    <a:pt x="11721" y="1891"/>
                    <a:pt x="11342" y="1387"/>
                    <a:pt x="10775" y="1387"/>
                  </a:cubicBezTo>
                  <a:lnTo>
                    <a:pt x="6554" y="1387"/>
                  </a:lnTo>
                  <a:cubicBezTo>
                    <a:pt x="6806" y="1103"/>
                    <a:pt x="6932" y="757"/>
                    <a:pt x="6932" y="379"/>
                  </a:cubicBezTo>
                  <a:cubicBezTo>
                    <a:pt x="6932" y="158"/>
                    <a:pt x="6774" y="0"/>
                    <a:pt x="655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0" name="Google Shape;13897;p134">
            <a:extLst>
              <a:ext uri="{FF2B5EF4-FFF2-40B4-BE49-F238E27FC236}">
                <a16:creationId xmlns:a16="http://schemas.microsoft.com/office/drawing/2014/main" id="{9D4DFF74-3CDE-A04A-9348-60E7F28BE938}"/>
              </a:ext>
            </a:extLst>
          </p:cNvPr>
          <p:cNvGrpSpPr/>
          <p:nvPr/>
        </p:nvGrpSpPr>
        <p:grpSpPr>
          <a:xfrm>
            <a:off x="9576356" y="3254435"/>
            <a:ext cx="322613" cy="322640"/>
            <a:chOff x="-26573400" y="3546250"/>
            <a:chExt cx="295375" cy="295400"/>
          </a:xfrm>
          <a:solidFill>
            <a:schemeClr val="accent1">
              <a:lumMod val="75000"/>
            </a:schemeClr>
          </a:solidFill>
        </p:grpSpPr>
        <p:sp>
          <p:nvSpPr>
            <p:cNvPr id="441" name="Google Shape;13898;p134">
              <a:extLst>
                <a:ext uri="{FF2B5EF4-FFF2-40B4-BE49-F238E27FC236}">
                  <a16:creationId xmlns:a16="http://schemas.microsoft.com/office/drawing/2014/main" id="{5952EC67-5FEC-04C1-CA3D-3B2072ACC888}"/>
                </a:ext>
              </a:extLst>
            </p:cNvPr>
            <p:cNvSpPr/>
            <p:nvPr/>
          </p:nvSpPr>
          <p:spPr>
            <a:xfrm>
              <a:off x="-26464700" y="3599225"/>
              <a:ext cx="77200" cy="38425"/>
            </a:xfrm>
            <a:custGeom>
              <a:avLst/>
              <a:gdLst/>
              <a:ahLst/>
              <a:cxnLst/>
              <a:rect l="l" t="t" r="r" b="b"/>
              <a:pathLst>
                <a:path w="3088" h="1537" extrusionOk="0">
                  <a:moveTo>
                    <a:pt x="1532" y="1"/>
                  </a:moveTo>
                  <a:cubicBezTo>
                    <a:pt x="1001" y="1"/>
                    <a:pt x="473" y="103"/>
                    <a:pt x="0" y="308"/>
                  </a:cubicBezTo>
                  <a:lnTo>
                    <a:pt x="693" y="1537"/>
                  </a:lnTo>
                  <a:cubicBezTo>
                    <a:pt x="946" y="1442"/>
                    <a:pt x="1229" y="1379"/>
                    <a:pt x="1544" y="1379"/>
                  </a:cubicBezTo>
                  <a:cubicBezTo>
                    <a:pt x="1859" y="1379"/>
                    <a:pt x="2143" y="1442"/>
                    <a:pt x="2426" y="1537"/>
                  </a:cubicBezTo>
                  <a:lnTo>
                    <a:pt x="3088" y="308"/>
                  </a:lnTo>
                  <a:cubicBezTo>
                    <a:pt x="2600" y="103"/>
                    <a:pt x="2064" y="1"/>
                    <a:pt x="15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13899;p134">
              <a:extLst>
                <a:ext uri="{FF2B5EF4-FFF2-40B4-BE49-F238E27FC236}">
                  <a16:creationId xmlns:a16="http://schemas.microsoft.com/office/drawing/2014/main" id="{29117543-A4F8-FFDC-5CF0-E4EA560F701D}"/>
                </a:ext>
              </a:extLst>
            </p:cNvPr>
            <p:cNvSpPr/>
            <p:nvPr/>
          </p:nvSpPr>
          <p:spPr>
            <a:xfrm>
              <a:off x="-26434775" y="3686450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1"/>
                  </a:moveTo>
                  <a:cubicBezTo>
                    <a:pt x="158" y="1"/>
                    <a:pt x="1" y="127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cubicBezTo>
                    <a:pt x="536" y="694"/>
                    <a:pt x="694" y="536"/>
                    <a:pt x="694" y="347"/>
                  </a:cubicBezTo>
                  <a:cubicBezTo>
                    <a:pt x="694" y="127"/>
                    <a:pt x="536" y="1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13900;p134">
              <a:extLst>
                <a:ext uri="{FF2B5EF4-FFF2-40B4-BE49-F238E27FC236}">
                  <a16:creationId xmlns:a16="http://schemas.microsoft.com/office/drawing/2014/main" id="{2ECA6A67-FAB5-CA47-3EC9-BD8135DD5925}"/>
                </a:ext>
              </a:extLst>
            </p:cNvPr>
            <p:cNvSpPr/>
            <p:nvPr/>
          </p:nvSpPr>
          <p:spPr>
            <a:xfrm>
              <a:off x="-26520625" y="3703775"/>
              <a:ext cx="55950" cy="67775"/>
            </a:xfrm>
            <a:custGeom>
              <a:avLst/>
              <a:gdLst/>
              <a:ahLst/>
              <a:cxnLst/>
              <a:rect l="l" t="t" r="r" b="b"/>
              <a:pathLst>
                <a:path w="2238" h="2711" extrusionOk="0">
                  <a:moveTo>
                    <a:pt x="1387" y="1"/>
                  </a:moveTo>
                  <a:lnTo>
                    <a:pt x="1" y="32"/>
                  </a:lnTo>
                  <a:cubicBezTo>
                    <a:pt x="127" y="1104"/>
                    <a:pt x="662" y="2080"/>
                    <a:pt x="1544" y="2710"/>
                  </a:cubicBezTo>
                  <a:lnTo>
                    <a:pt x="2237" y="1545"/>
                  </a:lnTo>
                  <a:cubicBezTo>
                    <a:pt x="1765" y="1135"/>
                    <a:pt x="1450" y="600"/>
                    <a:pt x="13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13901;p134">
              <a:extLst>
                <a:ext uri="{FF2B5EF4-FFF2-40B4-BE49-F238E27FC236}">
                  <a16:creationId xmlns:a16="http://schemas.microsoft.com/office/drawing/2014/main" id="{53D5A35A-F8FC-829F-A049-02C285BE7E39}"/>
                </a:ext>
              </a:extLst>
            </p:cNvPr>
            <p:cNvSpPr/>
            <p:nvPr/>
          </p:nvSpPr>
          <p:spPr>
            <a:xfrm>
              <a:off x="-26387525" y="3703000"/>
              <a:ext cx="55950" cy="67750"/>
            </a:xfrm>
            <a:custGeom>
              <a:avLst/>
              <a:gdLst/>
              <a:ahLst/>
              <a:cxnLst/>
              <a:rect l="l" t="t" r="r" b="b"/>
              <a:pathLst>
                <a:path w="2238" h="2710" extrusionOk="0">
                  <a:moveTo>
                    <a:pt x="851" y="0"/>
                  </a:moveTo>
                  <a:cubicBezTo>
                    <a:pt x="757" y="631"/>
                    <a:pt x="473" y="1166"/>
                    <a:pt x="1" y="1544"/>
                  </a:cubicBezTo>
                  <a:lnTo>
                    <a:pt x="694" y="2710"/>
                  </a:lnTo>
                  <a:cubicBezTo>
                    <a:pt x="1576" y="2080"/>
                    <a:pt x="2112" y="1103"/>
                    <a:pt x="2238" y="32"/>
                  </a:cubicBezTo>
                  <a:lnTo>
                    <a:pt x="85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13902;p134">
              <a:extLst>
                <a:ext uri="{FF2B5EF4-FFF2-40B4-BE49-F238E27FC236}">
                  <a16:creationId xmlns:a16="http://schemas.microsoft.com/office/drawing/2014/main" id="{04B65456-7F6D-07FD-7A08-2ECAC5A749BD}"/>
                </a:ext>
              </a:extLst>
            </p:cNvPr>
            <p:cNvSpPr/>
            <p:nvPr/>
          </p:nvSpPr>
          <p:spPr>
            <a:xfrm>
              <a:off x="-26573400" y="3546250"/>
              <a:ext cx="295375" cy="295400"/>
            </a:xfrm>
            <a:custGeom>
              <a:avLst/>
              <a:gdLst/>
              <a:ahLst/>
              <a:cxnLst/>
              <a:rect l="l" t="t" r="r" b="b"/>
              <a:pathLst>
                <a:path w="11815" h="11816" extrusionOk="0">
                  <a:moveTo>
                    <a:pt x="5876" y="1419"/>
                  </a:moveTo>
                  <a:cubicBezTo>
                    <a:pt x="6632" y="1419"/>
                    <a:pt x="7389" y="1608"/>
                    <a:pt x="8066" y="1986"/>
                  </a:cubicBezTo>
                  <a:cubicBezTo>
                    <a:pt x="8223" y="2049"/>
                    <a:pt x="8286" y="2301"/>
                    <a:pt x="8192" y="2458"/>
                  </a:cubicBezTo>
                  <a:lnTo>
                    <a:pt x="7152" y="4254"/>
                  </a:lnTo>
                  <a:cubicBezTo>
                    <a:pt x="7110" y="4361"/>
                    <a:pt x="6980" y="4439"/>
                    <a:pt x="6852" y="4439"/>
                  </a:cubicBezTo>
                  <a:cubicBezTo>
                    <a:pt x="6791" y="4439"/>
                    <a:pt x="6731" y="4421"/>
                    <a:pt x="6680" y="4380"/>
                  </a:cubicBezTo>
                  <a:cubicBezTo>
                    <a:pt x="6428" y="4238"/>
                    <a:pt x="6136" y="4167"/>
                    <a:pt x="5841" y="4167"/>
                  </a:cubicBezTo>
                  <a:cubicBezTo>
                    <a:pt x="5546" y="4167"/>
                    <a:pt x="5246" y="4238"/>
                    <a:pt x="4978" y="4380"/>
                  </a:cubicBezTo>
                  <a:cubicBezTo>
                    <a:pt x="4929" y="4400"/>
                    <a:pt x="4872" y="4411"/>
                    <a:pt x="4816" y="4411"/>
                  </a:cubicBezTo>
                  <a:cubicBezTo>
                    <a:pt x="4694" y="4411"/>
                    <a:pt x="4570" y="4362"/>
                    <a:pt x="4506" y="4254"/>
                  </a:cubicBezTo>
                  <a:lnTo>
                    <a:pt x="3498" y="2458"/>
                  </a:lnTo>
                  <a:cubicBezTo>
                    <a:pt x="3466" y="2301"/>
                    <a:pt x="3529" y="2080"/>
                    <a:pt x="3687" y="1986"/>
                  </a:cubicBezTo>
                  <a:cubicBezTo>
                    <a:pt x="4364" y="1608"/>
                    <a:pt x="5120" y="1419"/>
                    <a:pt x="5876" y="1419"/>
                  </a:cubicBezTo>
                  <a:close/>
                  <a:moveTo>
                    <a:pt x="5861" y="4916"/>
                  </a:moveTo>
                  <a:cubicBezTo>
                    <a:pt x="6459" y="4916"/>
                    <a:pt x="6869" y="5388"/>
                    <a:pt x="6869" y="5955"/>
                  </a:cubicBezTo>
                  <a:cubicBezTo>
                    <a:pt x="6869" y="6554"/>
                    <a:pt x="6396" y="6964"/>
                    <a:pt x="5861" y="6964"/>
                  </a:cubicBezTo>
                  <a:cubicBezTo>
                    <a:pt x="5294" y="6964"/>
                    <a:pt x="4821" y="6491"/>
                    <a:pt x="4821" y="5955"/>
                  </a:cubicBezTo>
                  <a:cubicBezTo>
                    <a:pt x="4821" y="5357"/>
                    <a:pt x="5294" y="4916"/>
                    <a:pt x="5861" y="4916"/>
                  </a:cubicBezTo>
                  <a:close/>
                  <a:moveTo>
                    <a:pt x="3813" y="5609"/>
                  </a:moveTo>
                  <a:cubicBezTo>
                    <a:pt x="4065" y="5640"/>
                    <a:pt x="4159" y="5735"/>
                    <a:pt x="4159" y="5955"/>
                  </a:cubicBezTo>
                  <a:cubicBezTo>
                    <a:pt x="4159" y="6522"/>
                    <a:pt x="4474" y="7090"/>
                    <a:pt x="5010" y="7405"/>
                  </a:cubicBezTo>
                  <a:cubicBezTo>
                    <a:pt x="5136" y="7531"/>
                    <a:pt x="5230" y="7720"/>
                    <a:pt x="5104" y="7877"/>
                  </a:cubicBezTo>
                  <a:lnTo>
                    <a:pt x="4033" y="9641"/>
                  </a:lnTo>
                  <a:cubicBezTo>
                    <a:pt x="3991" y="9748"/>
                    <a:pt x="3861" y="9826"/>
                    <a:pt x="3733" y="9826"/>
                  </a:cubicBezTo>
                  <a:cubicBezTo>
                    <a:pt x="3672" y="9826"/>
                    <a:pt x="3612" y="9808"/>
                    <a:pt x="3561" y="9767"/>
                  </a:cubicBezTo>
                  <a:cubicBezTo>
                    <a:pt x="2238" y="8948"/>
                    <a:pt x="1418" y="7531"/>
                    <a:pt x="1355" y="5987"/>
                  </a:cubicBezTo>
                  <a:cubicBezTo>
                    <a:pt x="1355" y="5798"/>
                    <a:pt x="1544" y="5640"/>
                    <a:pt x="1733" y="5640"/>
                  </a:cubicBezTo>
                  <a:lnTo>
                    <a:pt x="3813" y="5609"/>
                  </a:lnTo>
                  <a:close/>
                  <a:moveTo>
                    <a:pt x="8003" y="5640"/>
                  </a:moveTo>
                  <a:lnTo>
                    <a:pt x="10082" y="5672"/>
                  </a:lnTo>
                  <a:cubicBezTo>
                    <a:pt x="10271" y="5672"/>
                    <a:pt x="10429" y="5829"/>
                    <a:pt x="10429" y="6018"/>
                  </a:cubicBezTo>
                  <a:cubicBezTo>
                    <a:pt x="10397" y="7562"/>
                    <a:pt x="9547" y="8980"/>
                    <a:pt x="8223" y="9799"/>
                  </a:cubicBezTo>
                  <a:cubicBezTo>
                    <a:pt x="8168" y="9844"/>
                    <a:pt x="8100" y="9865"/>
                    <a:pt x="8033" y="9865"/>
                  </a:cubicBezTo>
                  <a:cubicBezTo>
                    <a:pt x="7911" y="9865"/>
                    <a:pt x="7792" y="9795"/>
                    <a:pt x="7751" y="9673"/>
                  </a:cubicBezTo>
                  <a:lnTo>
                    <a:pt x="6680" y="7909"/>
                  </a:lnTo>
                  <a:cubicBezTo>
                    <a:pt x="6554" y="7751"/>
                    <a:pt x="6648" y="7531"/>
                    <a:pt x="6806" y="7436"/>
                  </a:cubicBezTo>
                  <a:cubicBezTo>
                    <a:pt x="7310" y="7121"/>
                    <a:pt x="7625" y="6585"/>
                    <a:pt x="7625" y="5987"/>
                  </a:cubicBezTo>
                  <a:cubicBezTo>
                    <a:pt x="7625" y="5829"/>
                    <a:pt x="7751" y="5672"/>
                    <a:pt x="8003" y="5640"/>
                  </a:cubicBezTo>
                  <a:close/>
                  <a:moveTo>
                    <a:pt x="5892" y="1"/>
                  </a:moveTo>
                  <a:cubicBezTo>
                    <a:pt x="2616" y="1"/>
                    <a:pt x="1" y="2679"/>
                    <a:pt x="1" y="5924"/>
                  </a:cubicBezTo>
                  <a:cubicBezTo>
                    <a:pt x="1" y="9137"/>
                    <a:pt x="2679" y="11815"/>
                    <a:pt x="5892" y="11815"/>
                  </a:cubicBezTo>
                  <a:cubicBezTo>
                    <a:pt x="9169" y="11815"/>
                    <a:pt x="11815" y="9137"/>
                    <a:pt x="11815" y="5924"/>
                  </a:cubicBezTo>
                  <a:cubicBezTo>
                    <a:pt x="11815" y="2679"/>
                    <a:pt x="9137" y="1"/>
                    <a:pt x="589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6" name="Google Shape;13903;p134">
            <a:extLst>
              <a:ext uri="{FF2B5EF4-FFF2-40B4-BE49-F238E27FC236}">
                <a16:creationId xmlns:a16="http://schemas.microsoft.com/office/drawing/2014/main" id="{3DCFA586-5114-6DC2-1636-76673D0A892A}"/>
              </a:ext>
            </a:extLst>
          </p:cNvPr>
          <p:cNvGrpSpPr/>
          <p:nvPr/>
        </p:nvGrpSpPr>
        <p:grpSpPr>
          <a:xfrm>
            <a:off x="9565611" y="3666924"/>
            <a:ext cx="344103" cy="322859"/>
            <a:chOff x="-26583625" y="3917025"/>
            <a:chExt cx="315050" cy="295600"/>
          </a:xfrm>
          <a:solidFill>
            <a:schemeClr val="accent1">
              <a:lumMod val="75000"/>
            </a:schemeClr>
          </a:solidFill>
        </p:grpSpPr>
        <p:sp>
          <p:nvSpPr>
            <p:cNvPr id="447" name="Google Shape;13904;p134">
              <a:extLst>
                <a:ext uri="{FF2B5EF4-FFF2-40B4-BE49-F238E27FC236}">
                  <a16:creationId xmlns:a16="http://schemas.microsoft.com/office/drawing/2014/main" id="{1BA360F0-2B16-2926-FA53-8E53B678D988}"/>
                </a:ext>
              </a:extLst>
            </p:cNvPr>
            <p:cNvSpPr/>
            <p:nvPr/>
          </p:nvSpPr>
          <p:spPr>
            <a:xfrm>
              <a:off x="-26413500" y="3918400"/>
              <a:ext cx="144925" cy="135125"/>
            </a:xfrm>
            <a:custGeom>
              <a:avLst/>
              <a:gdLst/>
              <a:ahLst/>
              <a:cxnLst/>
              <a:rect l="l" t="t" r="r" b="b"/>
              <a:pathLst>
                <a:path w="5797" h="5405" extrusionOk="0">
                  <a:moveTo>
                    <a:pt x="2317" y="1"/>
                  </a:moveTo>
                  <a:cubicBezTo>
                    <a:pt x="1515" y="1"/>
                    <a:pt x="685" y="309"/>
                    <a:pt x="0" y="993"/>
                  </a:cubicBezTo>
                  <a:lnTo>
                    <a:pt x="1008" y="1970"/>
                  </a:lnTo>
                  <a:cubicBezTo>
                    <a:pt x="1398" y="1581"/>
                    <a:pt x="1864" y="1407"/>
                    <a:pt x="2313" y="1407"/>
                  </a:cubicBezTo>
                  <a:cubicBezTo>
                    <a:pt x="2771" y="1407"/>
                    <a:pt x="3210" y="1588"/>
                    <a:pt x="3529" y="1907"/>
                  </a:cubicBezTo>
                  <a:cubicBezTo>
                    <a:pt x="3623" y="2002"/>
                    <a:pt x="3623" y="2254"/>
                    <a:pt x="3529" y="2380"/>
                  </a:cubicBezTo>
                  <a:cubicBezTo>
                    <a:pt x="3450" y="2427"/>
                    <a:pt x="3348" y="2450"/>
                    <a:pt x="3249" y="2450"/>
                  </a:cubicBezTo>
                  <a:cubicBezTo>
                    <a:pt x="3151" y="2450"/>
                    <a:pt x="3056" y="2427"/>
                    <a:pt x="2993" y="2380"/>
                  </a:cubicBezTo>
                  <a:cubicBezTo>
                    <a:pt x="2804" y="2175"/>
                    <a:pt x="2552" y="2057"/>
                    <a:pt x="2284" y="2057"/>
                  </a:cubicBezTo>
                  <a:cubicBezTo>
                    <a:pt x="2016" y="2057"/>
                    <a:pt x="1733" y="2175"/>
                    <a:pt x="1481" y="2443"/>
                  </a:cubicBezTo>
                  <a:lnTo>
                    <a:pt x="4411" y="5404"/>
                  </a:lnTo>
                  <a:cubicBezTo>
                    <a:pt x="5797" y="4018"/>
                    <a:pt x="5640" y="2065"/>
                    <a:pt x="4505" y="899"/>
                  </a:cubicBezTo>
                  <a:cubicBezTo>
                    <a:pt x="3931" y="325"/>
                    <a:pt x="3139" y="1"/>
                    <a:pt x="231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13905;p134">
              <a:extLst>
                <a:ext uri="{FF2B5EF4-FFF2-40B4-BE49-F238E27FC236}">
                  <a16:creationId xmlns:a16="http://schemas.microsoft.com/office/drawing/2014/main" id="{71388FDC-4DC9-9816-1ED9-69B2B6E4F24F}"/>
                </a:ext>
              </a:extLst>
            </p:cNvPr>
            <p:cNvSpPr/>
            <p:nvPr/>
          </p:nvSpPr>
          <p:spPr>
            <a:xfrm>
              <a:off x="-26466275" y="4026700"/>
              <a:ext cx="78775" cy="77225"/>
            </a:xfrm>
            <a:custGeom>
              <a:avLst/>
              <a:gdLst/>
              <a:ahLst/>
              <a:cxnLst/>
              <a:rect l="l" t="t" r="r" b="b"/>
              <a:pathLst>
                <a:path w="3151" h="3089" extrusionOk="0">
                  <a:moveTo>
                    <a:pt x="1339" y="1"/>
                  </a:moveTo>
                  <a:cubicBezTo>
                    <a:pt x="1253" y="1"/>
                    <a:pt x="1166" y="32"/>
                    <a:pt x="1103" y="95"/>
                  </a:cubicBezTo>
                  <a:lnTo>
                    <a:pt x="126" y="1072"/>
                  </a:lnTo>
                  <a:cubicBezTo>
                    <a:pt x="0" y="1198"/>
                    <a:pt x="0" y="1387"/>
                    <a:pt x="126" y="1545"/>
                  </a:cubicBezTo>
                  <a:lnTo>
                    <a:pt x="1576" y="2994"/>
                  </a:lnTo>
                  <a:cubicBezTo>
                    <a:pt x="1639" y="3057"/>
                    <a:pt x="1725" y="3088"/>
                    <a:pt x="1812" y="3088"/>
                  </a:cubicBezTo>
                  <a:cubicBezTo>
                    <a:pt x="1899" y="3088"/>
                    <a:pt x="1985" y="3057"/>
                    <a:pt x="2048" y="2994"/>
                  </a:cubicBezTo>
                  <a:lnTo>
                    <a:pt x="3025" y="2017"/>
                  </a:lnTo>
                  <a:cubicBezTo>
                    <a:pt x="3151" y="1891"/>
                    <a:pt x="3151" y="1671"/>
                    <a:pt x="3025" y="1545"/>
                  </a:cubicBezTo>
                  <a:lnTo>
                    <a:pt x="1576" y="95"/>
                  </a:lnTo>
                  <a:cubicBezTo>
                    <a:pt x="1513" y="32"/>
                    <a:pt x="1426" y="1"/>
                    <a:pt x="13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13906;p134">
              <a:extLst>
                <a:ext uri="{FF2B5EF4-FFF2-40B4-BE49-F238E27FC236}">
                  <a16:creationId xmlns:a16="http://schemas.microsoft.com/office/drawing/2014/main" id="{71991954-5C04-3AE7-02CF-F92AA0B9364D}"/>
                </a:ext>
              </a:extLst>
            </p:cNvPr>
            <p:cNvSpPr/>
            <p:nvPr/>
          </p:nvSpPr>
          <p:spPr>
            <a:xfrm>
              <a:off x="-26583625" y="4077125"/>
              <a:ext cx="144925" cy="134700"/>
            </a:xfrm>
            <a:custGeom>
              <a:avLst/>
              <a:gdLst/>
              <a:ahLst/>
              <a:cxnLst/>
              <a:rect l="l" t="t" r="r" b="b"/>
              <a:pathLst>
                <a:path w="5797" h="5388" extrusionOk="0">
                  <a:moveTo>
                    <a:pt x="1355" y="0"/>
                  </a:moveTo>
                  <a:cubicBezTo>
                    <a:pt x="0" y="1386"/>
                    <a:pt x="158" y="3340"/>
                    <a:pt x="1292" y="4474"/>
                  </a:cubicBezTo>
                  <a:cubicBezTo>
                    <a:pt x="1890" y="5072"/>
                    <a:pt x="2710" y="5388"/>
                    <a:pt x="3497" y="5388"/>
                  </a:cubicBezTo>
                  <a:cubicBezTo>
                    <a:pt x="4348" y="5388"/>
                    <a:pt x="5135" y="5072"/>
                    <a:pt x="5797" y="4411"/>
                  </a:cubicBezTo>
                  <a:lnTo>
                    <a:pt x="4820" y="3434"/>
                  </a:lnTo>
                  <a:cubicBezTo>
                    <a:pt x="4431" y="3824"/>
                    <a:pt x="3964" y="3997"/>
                    <a:pt x="3516" y="3997"/>
                  </a:cubicBezTo>
                  <a:cubicBezTo>
                    <a:pt x="3058" y="3997"/>
                    <a:pt x="2619" y="3816"/>
                    <a:pt x="2300" y="3497"/>
                  </a:cubicBezTo>
                  <a:cubicBezTo>
                    <a:pt x="2174" y="3371"/>
                    <a:pt x="2174" y="3151"/>
                    <a:pt x="2300" y="3025"/>
                  </a:cubicBezTo>
                  <a:cubicBezTo>
                    <a:pt x="2347" y="2962"/>
                    <a:pt x="2434" y="2930"/>
                    <a:pt x="2524" y="2930"/>
                  </a:cubicBezTo>
                  <a:cubicBezTo>
                    <a:pt x="2615" y="2930"/>
                    <a:pt x="2710" y="2962"/>
                    <a:pt x="2773" y="3025"/>
                  </a:cubicBezTo>
                  <a:cubicBezTo>
                    <a:pt x="2962" y="3229"/>
                    <a:pt x="3214" y="3348"/>
                    <a:pt x="3481" y="3348"/>
                  </a:cubicBezTo>
                  <a:cubicBezTo>
                    <a:pt x="3749" y="3348"/>
                    <a:pt x="4033" y="3229"/>
                    <a:pt x="4285" y="2962"/>
                  </a:cubicBezTo>
                  <a:lnTo>
                    <a:pt x="135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13907;p134">
              <a:extLst>
                <a:ext uri="{FF2B5EF4-FFF2-40B4-BE49-F238E27FC236}">
                  <a16:creationId xmlns:a16="http://schemas.microsoft.com/office/drawing/2014/main" id="{C5C88720-A391-45B1-AAF7-C2CC2461C4C5}"/>
                </a:ext>
              </a:extLst>
            </p:cNvPr>
            <p:cNvSpPr/>
            <p:nvPr/>
          </p:nvSpPr>
          <p:spPr>
            <a:xfrm>
              <a:off x="-26581275" y="3917025"/>
              <a:ext cx="311125" cy="295600"/>
            </a:xfrm>
            <a:custGeom>
              <a:avLst/>
              <a:gdLst/>
              <a:ahLst/>
              <a:cxnLst/>
              <a:rect l="l" t="t" r="r" b="b"/>
              <a:pathLst>
                <a:path w="12445" h="11824" extrusionOk="0">
                  <a:moveTo>
                    <a:pt x="3419" y="1356"/>
                  </a:moveTo>
                  <a:cubicBezTo>
                    <a:pt x="3506" y="1356"/>
                    <a:pt x="3592" y="1379"/>
                    <a:pt x="3655" y="1426"/>
                  </a:cubicBezTo>
                  <a:cubicBezTo>
                    <a:pt x="3781" y="1552"/>
                    <a:pt x="3781" y="1741"/>
                    <a:pt x="3655" y="1899"/>
                  </a:cubicBezTo>
                  <a:cubicBezTo>
                    <a:pt x="3592" y="1962"/>
                    <a:pt x="3506" y="1994"/>
                    <a:pt x="3419" y="1994"/>
                  </a:cubicBezTo>
                  <a:cubicBezTo>
                    <a:pt x="3332" y="1994"/>
                    <a:pt x="3246" y="1962"/>
                    <a:pt x="3183" y="1899"/>
                  </a:cubicBezTo>
                  <a:cubicBezTo>
                    <a:pt x="3057" y="1804"/>
                    <a:pt x="3057" y="1552"/>
                    <a:pt x="3183" y="1426"/>
                  </a:cubicBezTo>
                  <a:cubicBezTo>
                    <a:pt x="3246" y="1379"/>
                    <a:pt x="3332" y="1356"/>
                    <a:pt x="3419" y="1356"/>
                  </a:cubicBezTo>
                  <a:close/>
                  <a:moveTo>
                    <a:pt x="4364" y="2277"/>
                  </a:moveTo>
                  <a:cubicBezTo>
                    <a:pt x="4451" y="2277"/>
                    <a:pt x="4537" y="2309"/>
                    <a:pt x="4600" y="2372"/>
                  </a:cubicBezTo>
                  <a:cubicBezTo>
                    <a:pt x="4726" y="2498"/>
                    <a:pt x="4726" y="2718"/>
                    <a:pt x="4600" y="2844"/>
                  </a:cubicBezTo>
                  <a:cubicBezTo>
                    <a:pt x="4537" y="2907"/>
                    <a:pt x="4451" y="2939"/>
                    <a:pt x="4364" y="2939"/>
                  </a:cubicBezTo>
                  <a:cubicBezTo>
                    <a:pt x="4277" y="2939"/>
                    <a:pt x="4191" y="2907"/>
                    <a:pt x="4128" y="2844"/>
                  </a:cubicBezTo>
                  <a:cubicBezTo>
                    <a:pt x="4002" y="2750"/>
                    <a:pt x="4002" y="2529"/>
                    <a:pt x="4128" y="2372"/>
                  </a:cubicBezTo>
                  <a:cubicBezTo>
                    <a:pt x="4191" y="2309"/>
                    <a:pt x="4277" y="2277"/>
                    <a:pt x="4364" y="2277"/>
                  </a:cubicBezTo>
                  <a:close/>
                  <a:moveTo>
                    <a:pt x="3179" y="2561"/>
                  </a:moveTo>
                  <a:cubicBezTo>
                    <a:pt x="3269" y="2561"/>
                    <a:pt x="3356" y="2592"/>
                    <a:pt x="3403" y="2655"/>
                  </a:cubicBezTo>
                  <a:cubicBezTo>
                    <a:pt x="3529" y="2781"/>
                    <a:pt x="3529" y="2970"/>
                    <a:pt x="3403" y="3128"/>
                  </a:cubicBezTo>
                  <a:cubicBezTo>
                    <a:pt x="3356" y="3191"/>
                    <a:pt x="3269" y="3222"/>
                    <a:pt x="3179" y="3222"/>
                  </a:cubicBezTo>
                  <a:cubicBezTo>
                    <a:pt x="3088" y="3222"/>
                    <a:pt x="2994" y="3191"/>
                    <a:pt x="2931" y="3128"/>
                  </a:cubicBezTo>
                  <a:cubicBezTo>
                    <a:pt x="2836" y="3002"/>
                    <a:pt x="2836" y="2781"/>
                    <a:pt x="2931" y="2655"/>
                  </a:cubicBezTo>
                  <a:cubicBezTo>
                    <a:pt x="2994" y="2592"/>
                    <a:pt x="3088" y="2561"/>
                    <a:pt x="3179" y="2561"/>
                  </a:cubicBezTo>
                  <a:close/>
                  <a:moveTo>
                    <a:pt x="1970" y="2813"/>
                  </a:moveTo>
                  <a:cubicBezTo>
                    <a:pt x="2056" y="2813"/>
                    <a:pt x="2143" y="2844"/>
                    <a:pt x="2206" y="2907"/>
                  </a:cubicBezTo>
                  <a:cubicBezTo>
                    <a:pt x="2300" y="3002"/>
                    <a:pt x="2300" y="3254"/>
                    <a:pt x="2206" y="3380"/>
                  </a:cubicBezTo>
                  <a:cubicBezTo>
                    <a:pt x="2143" y="3427"/>
                    <a:pt x="2048" y="3451"/>
                    <a:pt x="1958" y="3451"/>
                  </a:cubicBezTo>
                  <a:cubicBezTo>
                    <a:pt x="1867" y="3451"/>
                    <a:pt x="1781" y="3427"/>
                    <a:pt x="1733" y="3380"/>
                  </a:cubicBezTo>
                  <a:cubicBezTo>
                    <a:pt x="1607" y="3254"/>
                    <a:pt x="1607" y="3002"/>
                    <a:pt x="1733" y="2907"/>
                  </a:cubicBezTo>
                  <a:cubicBezTo>
                    <a:pt x="1796" y="2844"/>
                    <a:pt x="1883" y="2813"/>
                    <a:pt x="1970" y="2813"/>
                  </a:cubicBezTo>
                  <a:close/>
                  <a:moveTo>
                    <a:pt x="2946" y="3789"/>
                  </a:moveTo>
                  <a:cubicBezTo>
                    <a:pt x="3033" y="3789"/>
                    <a:pt x="3120" y="3821"/>
                    <a:pt x="3183" y="3884"/>
                  </a:cubicBezTo>
                  <a:cubicBezTo>
                    <a:pt x="3309" y="4010"/>
                    <a:pt x="3309" y="4199"/>
                    <a:pt x="3183" y="4356"/>
                  </a:cubicBezTo>
                  <a:cubicBezTo>
                    <a:pt x="3120" y="4419"/>
                    <a:pt x="3033" y="4451"/>
                    <a:pt x="2946" y="4451"/>
                  </a:cubicBezTo>
                  <a:cubicBezTo>
                    <a:pt x="2860" y="4451"/>
                    <a:pt x="2773" y="4419"/>
                    <a:pt x="2710" y="4356"/>
                  </a:cubicBezTo>
                  <a:cubicBezTo>
                    <a:pt x="2584" y="4230"/>
                    <a:pt x="2584" y="4010"/>
                    <a:pt x="2710" y="3884"/>
                  </a:cubicBezTo>
                  <a:cubicBezTo>
                    <a:pt x="2773" y="3821"/>
                    <a:pt x="2860" y="3789"/>
                    <a:pt x="2946" y="3789"/>
                  </a:cubicBezTo>
                  <a:close/>
                  <a:moveTo>
                    <a:pt x="9480" y="7381"/>
                  </a:moveTo>
                  <a:cubicBezTo>
                    <a:pt x="9570" y="7381"/>
                    <a:pt x="9657" y="7412"/>
                    <a:pt x="9704" y="7475"/>
                  </a:cubicBezTo>
                  <a:cubicBezTo>
                    <a:pt x="9830" y="7570"/>
                    <a:pt x="9830" y="7822"/>
                    <a:pt x="9704" y="7948"/>
                  </a:cubicBezTo>
                  <a:cubicBezTo>
                    <a:pt x="9657" y="7995"/>
                    <a:pt x="9570" y="8019"/>
                    <a:pt x="9480" y="8019"/>
                  </a:cubicBezTo>
                  <a:cubicBezTo>
                    <a:pt x="9389" y="8019"/>
                    <a:pt x="9295" y="7995"/>
                    <a:pt x="9232" y="7948"/>
                  </a:cubicBezTo>
                  <a:cubicBezTo>
                    <a:pt x="9074" y="7822"/>
                    <a:pt x="9074" y="7633"/>
                    <a:pt x="9232" y="7475"/>
                  </a:cubicBezTo>
                  <a:cubicBezTo>
                    <a:pt x="9295" y="7412"/>
                    <a:pt x="9389" y="7381"/>
                    <a:pt x="9480" y="7381"/>
                  </a:cubicBezTo>
                  <a:close/>
                  <a:moveTo>
                    <a:pt x="5955" y="3640"/>
                  </a:moveTo>
                  <a:cubicBezTo>
                    <a:pt x="6223" y="3640"/>
                    <a:pt x="6491" y="3742"/>
                    <a:pt x="6680" y="3947"/>
                  </a:cubicBezTo>
                  <a:lnTo>
                    <a:pt x="8129" y="5396"/>
                  </a:lnTo>
                  <a:cubicBezTo>
                    <a:pt x="8538" y="5806"/>
                    <a:pt x="8538" y="6467"/>
                    <a:pt x="8129" y="6877"/>
                  </a:cubicBezTo>
                  <a:lnTo>
                    <a:pt x="7152" y="7853"/>
                  </a:lnTo>
                  <a:cubicBezTo>
                    <a:pt x="6963" y="8058"/>
                    <a:pt x="6695" y="8161"/>
                    <a:pt x="6428" y="8161"/>
                  </a:cubicBezTo>
                  <a:cubicBezTo>
                    <a:pt x="6160" y="8161"/>
                    <a:pt x="5892" y="8058"/>
                    <a:pt x="5703" y="7853"/>
                  </a:cubicBezTo>
                  <a:lnTo>
                    <a:pt x="4254" y="6404"/>
                  </a:lnTo>
                  <a:cubicBezTo>
                    <a:pt x="3844" y="5995"/>
                    <a:pt x="3844" y="5333"/>
                    <a:pt x="4254" y="4955"/>
                  </a:cubicBezTo>
                  <a:lnTo>
                    <a:pt x="5230" y="3947"/>
                  </a:lnTo>
                  <a:cubicBezTo>
                    <a:pt x="5419" y="3742"/>
                    <a:pt x="5687" y="3640"/>
                    <a:pt x="5955" y="3640"/>
                  </a:cubicBezTo>
                  <a:close/>
                  <a:moveTo>
                    <a:pt x="10464" y="8357"/>
                  </a:moveTo>
                  <a:cubicBezTo>
                    <a:pt x="10555" y="8357"/>
                    <a:pt x="10649" y="8389"/>
                    <a:pt x="10712" y="8452"/>
                  </a:cubicBezTo>
                  <a:cubicBezTo>
                    <a:pt x="10807" y="8578"/>
                    <a:pt x="10807" y="8799"/>
                    <a:pt x="10712" y="8925"/>
                  </a:cubicBezTo>
                  <a:cubicBezTo>
                    <a:pt x="10649" y="8988"/>
                    <a:pt x="10555" y="9019"/>
                    <a:pt x="10464" y="9019"/>
                  </a:cubicBezTo>
                  <a:cubicBezTo>
                    <a:pt x="10374" y="9019"/>
                    <a:pt x="10287" y="8988"/>
                    <a:pt x="10240" y="8925"/>
                  </a:cubicBezTo>
                  <a:cubicBezTo>
                    <a:pt x="10082" y="8799"/>
                    <a:pt x="10082" y="8610"/>
                    <a:pt x="10240" y="8452"/>
                  </a:cubicBezTo>
                  <a:cubicBezTo>
                    <a:pt x="10287" y="8389"/>
                    <a:pt x="10374" y="8357"/>
                    <a:pt x="10464" y="8357"/>
                  </a:cubicBezTo>
                  <a:close/>
                  <a:moveTo>
                    <a:pt x="9247" y="8602"/>
                  </a:moveTo>
                  <a:cubicBezTo>
                    <a:pt x="9334" y="8602"/>
                    <a:pt x="9421" y="8625"/>
                    <a:pt x="9484" y="8673"/>
                  </a:cubicBezTo>
                  <a:cubicBezTo>
                    <a:pt x="9610" y="8799"/>
                    <a:pt x="9610" y="9051"/>
                    <a:pt x="9484" y="9145"/>
                  </a:cubicBezTo>
                  <a:cubicBezTo>
                    <a:pt x="9421" y="9208"/>
                    <a:pt x="9334" y="9240"/>
                    <a:pt x="9247" y="9240"/>
                  </a:cubicBezTo>
                  <a:cubicBezTo>
                    <a:pt x="9161" y="9240"/>
                    <a:pt x="9074" y="9208"/>
                    <a:pt x="9011" y="9145"/>
                  </a:cubicBezTo>
                  <a:cubicBezTo>
                    <a:pt x="8854" y="9051"/>
                    <a:pt x="8854" y="8830"/>
                    <a:pt x="9011" y="8673"/>
                  </a:cubicBezTo>
                  <a:cubicBezTo>
                    <a:pt x="9074" y="8625"/>
                    <a:pt x="9161" y="8602"/>
                    <a:pt x="9247" y="8602"/>
                  </a:cubicBezTo>
                  <a:close/>
                  <a:moveTo>
                    <a:pt x="8030" y="8862"/>
                  </a:moveTo>
                  <a:cubicBezTo>
                    <a:pt x="8121" y="8862"/>
                    <a:pt x="8208" y="8893"/>
                    <a:pt x="8255" y="8956"/>
                  </a:cubicBezTo>
                  <a:cubicBezTo>
                    <a:pt x="8381" y="9082"/>
                    <a:pt x="8381" y="9303"/>
                    <a:pt x="8255" y="9429"/>
                  </a:cubicBezTo>
                  <a:cubicBezTo>
                    <a:pt x="8192" y="9492"/>
                    <a:pt x="8105" y="9523"/>
                    <a:pt x="8019" y="9523"/>
                  </a:cubicBezTo>
                  <a:cubicBezTo>
                    <a:pt x="7932" y="9523"/>
                    <a:pt x="7845" y="9492"/>
                    <a:pt x="7782" y="9429"/>
                  </a:cubicBezTo>
                  <a:cubicBezTo>
                    <a:pt x="7656" y="9303"/>
                    <a:pt x="7656" y="9082"/>
                    <a:pt x="7782" y="8956"/>
                  </a:cubicBezTo>
                  <a:cubicBezTo>
                    <a:pt x="7845" y="8893"/>
                    <a:pt x="7940" y="8862"/>
                    <a:pt x="8030" y="8862"/>
                  </a:cubicBezTo>
                  <a:close/>
                  <a:moveTo>
                    <a:pt x="8964" y="9862"/>
                  </a:moveTo>
                  <a:cubicBezTo>
                    <a:pt x="9050" y="9862"/>
                    <a:pt x="9137" y="9885"/>
                    <a:pt x="9200" y="9933"/>
                  </a:cubicBezTo>
                  <a:cubicBezTo>
                    <a:pt x="9326" y="10059"/>
                    <a:pt x="9326" y="10279"/>
                    <a:pt x="9200" y="10405"/>
                  </a:cubicBezTo>
                  <a:cubicBezTo>
                    <a:pt x="9137" y="10468"/>
                    <a:pt x="9050" y="10500"/>
                    <a:pt x="8964" y="10500"/>
                  </a:cubicBezTo>
                  <a:cubicBezTo>
                    <a:pt x="8877" y="10500"/>
                    <a:pt x="8791" y="10468"/>
                    <a:pt x="8727" y="10405"/>
                  </a:cubicBezTo>
                  <a:cubicBezTo>
                    <a:pt x="8601" y="10311"/>
                    <a:pt x="8601" y="10059"/>
                    <a:pt x="8727" y="9933"/>
                  </a:cubicBezTo>
                  <a:cubicBezTo>
                    <a:pt x="8791" y="9885"/>
                    <a:pt x="8877" y="9862"/>
                    <a:pt x="8964" y="9862"/>
                  </a:cubicBezTo>
                  <a:close/>
                  <a:moveTo>
                    <a:pt x="3415" y="1"/>
                  </a:moveTo>
                  <a:cubicBezTo>
                    <a:pt x="2616" y="1"/>
                    <a:pt x="1812" y="308"/>
                    <a:pt x="1198" y="922"/>
                  </a:cubicBezTo>
                  <a:cubicBezTo>
                    <a:pt x="1" y="2151"/>
                    <a:pt x="1" y="4104"/>
                    <a:pt x="1198" y="5333"/>
                  </a:cubicBezTo>
                  <a:lnTo>
                    <a:pt x="6806" y="10941"/>
                  </a:lnTo>
                  <a:cubicBezTo>
                    <a:pt x="7404" y="11508"/>
                    <a:pt x="8223" y="11823"/>
                    <a:pt x="9011" y="11823"/>
                  </a:cubicBezTo>
                  <a:cubicBezTo>
                    <a:pt x="9799" y="11823"/>
                    <a:pt x="10618" y="11508"/>
                    <a:pt x="11216" y="10941"/>
                  </a:cubicBezTo>
                  <a:cubicBezTo>
                    <a:pt x="12445" y="9712"/>
                    <a:pt x="12445" y="7727"/>
                    <a:pt x="11216" y="6530"/>
                  </a:cubicBezTo>
                  <a:lnTo>
                    <a:pt x="5609" y="922"/>
                  </a:lnTo>
                  <a:cubicBezTo>
                    <a:pt x="5010" y="308"/>
                    <a:pt x="4214" y="1"/>
                    <a:pt x="341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1" name="Google Shape;13908;p134">
            <a:extLst>
              <a:ext uri="{FF2B5EF4-FFF2-40B4-BE49-F238E27FC236}">
                <a16:creationId xmlns:a16="http://schemas.microsoft.com/office/drawing/2014/main" id="{CA8D436B-2E17-5C5F-0DA7-CB111DBDCD39}"/>
              </a:ext>
            </a:extLst>
          </p:cNvPr>
          <p:cNvSpPr/>
          <p:nvPr/>
        </p:nvSpPr>
        <p:spPr>
          <a:xfrm>
            <a:off x="8343561" y="4107473"/>
            <a:ext cx="323487" cy="322613"/>
          </a:xfrm>
          <a:custGeom>
            <a:avLst/>
            <a:gdLst/>
            <a:ahLst/>
            <a:cxnLst/>
            <a:rect l="l" t="t" r="r" b="b"/>
            <a:pathLst>
              <a:path w="11847" h="11815" extrusionOk="0">
                <a:moveTo>
                  <a:pt x="4915" y="662"/>
                </a:moveTo>
                <a:cubicBezTo>
                  <a:pt x="5671" y="662"/>
                  <a:pt x="6301" y="1292"/>
                  <a:pt x="6301" y="2048"/>
                </a:cubicBezTo>
                <a:cubicBezTo>
                  <a:pt x="6301" y="2520"/>
                  <a:pt x="6081" y="2961"/>
                  <a:pt x="5577" y="3245"/>
                </a:cubicBezTo>
                <a:cubicBezTo>
                  <a:pt x="5577" y="2489"/>
                  <a:pt x="5104" y="2079"/>
                  <a:pt x="4568" y="2079"/>
                </a:cubicBezTo>
                <a:lnTo>
                  <a:pt x="1418" y="2079"/>
                </a:lnTo>
                <a:cubicBezTo>
                  <a:pt x="1008" y="2079"/>
                  <a:pt x="693" y="1764"/>
                  <a:pt x="693" y="1386"/>
                </a:cubicBezTo>
                <a:cubicBezTo>
                  <a:pt x="693" y="977"/>
                  <a:pt x="1008" y="662"/>
                  <a:pt x="1418" y="662"/>
                </a:cubicBezTo>
                <a:close/>
                <a:moveTo>
                  <a:pt x="3198" y="4915"/>
                </a:moveTo>
                <a:cubicBezTo>
                  <a:pt x="3285" y="4915"/>
                  <a:pt x="3371" y="4946"/>
                  <a:pt x="3434" y="5009"/>
                </a:cubicBezTo>
                <a:cubicBezTo>
                  <a:pt x="3529" y="5135"/>
                  <a:pt x="3529" y="5324"/>
                  <a:pt x="3434" y="5482"/>
                </a:cubicBezTo>
                <a:cubicBezTo>
                  <a:pt x="3371" y="5545"/>
                  <a:pt x="3277" y="5576"/>
                  <a:pt x="3186" y="5576"/>
                </a:cubicBezTo>
                <a:cubicBezTo>
                  <a:pt x="3096" y="5576"/>
                  <a:pt x="3009" y="5545"/>
                  <a:pt x="2962" y="5482"/>
                </a:cubicBezTo>
                <a:cubicBezTo>
                  <a:pt x="2836" y="5356"/>
                  <a:pt x="2836" y="5135"/>
                  <a:pt x="2962" y="5009"/>
                </a:cubicBezTo>
                <a:cubicBezTo>
                  <a:pt x="3025" y="4946"/>
                  <a:pt x="3111" y="4915"/>
                  <a:pt x="3198" y="4915"/>
                </a:cubicBezTo>
                <a:close/>
                <a:moveTo>
                  <a:pt x="1386" y="0"/>
                </a:moveTo>
                <a:cubicBezTo>
                  <a:pt x="630" y="0"/>
                  <a:pt x="0" y="630"/>
                  <a:pt x="0" y="1386"/>
                </a:cubicBezTo>
                <a:lnTo>
                  <a:pt x="0" y="5230"/>
                </a:lnTo>
                <a:cubicBezTo>
                  <a:pt x="0" y="5797"/>
                  <a:pt x="284" y="6301"/>
                  <a:pt x="693" y="6616"/>
                </a:cubicBezTo>
                <a:lnTo>
                  <a:pt x="693" y="4474"/>
                </a:lnTo>
                <a:cubicBezTo>
                  <a:pt x="693" y="3529"/>
                  <a:pt x="1481" y="2741"/>
                  <a:pt x="2426" y="2741"/>
                </a:cubicBezTo>
                <a:lnTo>
                  <a:pt x="4568" y="2741"/>
                </a:lnTo>
                <a:cubicBezTo>
                  <a:pt x="4758" y="2741"/>
                  <a:pt x="4915" y="2898"/>
                  <a:pt x="4915" y="3119"/>
                </a:cubicBezTo>
                <a:lnTo>
                  <a:pt x="4915" y="3466"/>
                </a:lnTo>
                <a:lnTo>
                  <a:pt x="2426" y="3466"/>
                </a:lnTo>
                <a:cubicBezTo>
                  <a:pt x="1859" y="3466"/>
                  <a:pt x="1418" y="3938"/>
                  <a:pt x="1418" y="4474"/>
                </a:cubicBezTo>
                <a:lnTo>
                  <a:pt x="1418" y="7309"/>
                </a:lnTo>
                <a:cubicBezTo>
                  <a:pt x="1418" y="7908"/>
                  <a:pt x="1922" y="8349"/>
                  <a:pt x="2521" y="8349"/>
                </a:cubicBezTo>
                <a:lnTo>
                  <a:pt x="3592" y="8349"/>
                </a:lnTo>
                <a:cubicBezTo>
                  <a:pt x="3655" y="10271"/>
                  <a:pt x="5293" y="11814"/>
                  <a:pt x="7215" y="11814"/>
                </a:cubicBezTo>
                <a:cubicBezTo>
                  <a:pt x="9263" y="11814"/>
                  <a:pt x="10838" y="9483"/>
                  <a:pt x="10838" y="7467"/>
                </a:cubicBezTo>
                <a:lnTo>
                  <a:pt x="10838" y="6931"/>
                </a:lnTo>
                <a:cubicBezTo>
                  <a:pt x="11405" y="6774"/>
                  <a:pt x="11846" y="6206"/>
                  <a:pt x="11846" y="5576"/>
                </a:cubicBezTo>
                <a:cubicBezTo>
                  <a:pt x="11846" y="4852"/>
                  <a:pt x="11216" y="4222"/>
                  <a:pt x="10460" y="4222"/>
                </a:cubicBezTo>
                <a:cubicBezTo>
                  <a:pt x="9735" y="4222"/>
                  <a:pt x="9105" y="4852"/>
                  <a:pt x="9105" y="5576"/>
                </a:cubicBezTo>
                <a:cubicBezTo>
                  <a:pt x="9105" y="6206"/>
                  <a:pt x="9515" y="6774"/>
                  <a:pt x="10113" y="6931"/>
                </a:cubicBezTo>
                <a:lnTo>
                  <a:pt x="10113" y="7467"/>
                </a:lnTo>
                <a:cubicBezTo>
                  <a:pt x="10113" y="9136"/>
                  <a:pt x="8727" y="11090"/>
                  <a:pt x="7152" y="11090"/>
                </a:cubicBezTo>
                <a:cubicBezTo>
                  <a:pt x="5577" y="11090"/>
                  <a:pt x="4316" y="9893"/>
                  <a:pt x="4253" y="8349"/>
                </a:cubicBezTo>
                <a:lnTo>
                  <a:pt x="4947" y="8349"/>
                </a:lnTo>
                <a:cubicBezTo>
                  <a:pt x="5143" y="9193"/>
                  <a:pt x="5842" y="9760"/>
                  <a:pt x="6640" y="9760"/>
                </a:cubicBezTo>
                <a:cubicBezTo>
                  <a:pt x="6736" y="9760"/>
                  <a:pt x="6833" y="9752"/>
                  <a:pt x="6931" y="9735"/>
                </a:cubicBezTo>
                <a:cubicBezTo>
                  <a:pt x="7750" y="9609"/>
                  <a:pt x="8381" y="8821"/>
                  <a:pt x="8381" y="7971"/>
                </a:cubicBezTo>
                <a:lnTo>
                  <a:pt x="8381" y="3182"/>
                </a:lnTo>
                <a:cubicBezTo>
                  <a:pt x="8381" y="3024"/>
                  <a:pt x="8412" y="2867"/>
                  <a:pt x="8507" y="2709"/>
                </a:cubicBezTo>
                <a:cubicBezTo>
                  <a:pt x="8727" y="3182"/>
                  <a:pt x="9231" y="3560"/>
                  <a:pt x="9767" y="3560"/>
                </a:cubicBezTo>
                <a:cubicBezTo>
                  <a:pt x="10460" y="3560"/>
                  <a:pt x="11846" y="2993"/>
                  <a:pt x="11846" y="2174"/>
                </a:cubicBezTo>
                <a:cubicBezTo>
                  <a:pt x="11846" y="1292"/>
                  <a:pt x="10460" y="788"/>
                  <a:pt x="9767" y="788"/>
                </a:cubicBezTo>
                <a:cubicBezTo>
                  <a:pt x="9137" y="788"/>
                  <a:pt x="8570" y="1229"/>
                  <a:pt x="8412" y="1827"/>
                </a:cubicBezTo>
                <a:cubicBezTo>
                  <a:pt x="7940" y="2142"/>
                  <a:pt x="7687" y="2646"/>
                  <a:pt x="7687" y="3245"/>
                </a:cubicBezTo>
                <a:lnTo>
                  <a:pt x="7687" y="8002"/>
                </a:lnTo>
                <a:cubicBezTo>
                  <a:pt x="7687" y="8538"/>
                  <a:pt x="7309" y="9010"/>
                  <a:pt x="6805" y="9105"/>
                </a:cubicBezTo>
                <a:cubicBezTo>
                  <a:pt x="6755" y="9111"/>
                  <a:pt x="6705" y="9114"/>
                  <a:pt x="6654" y="9114"/>
                </a:cubicBezTo>
                <a:cubicBezTo>
                  <a:pt x="6204" y="9114"/>
                  <a:pt x="5781" y="8859"/>
                  <a:pt x="5640" y="8349"/>
                </a:cubicBezTo>
                <a:cubicBezTo>
                  <a:pt x="6364" y="8160"/>
                  <a:pt x="6963" y="7498"/>
                  <a:pt x="6963" y="6648"/>
                </a:cubicBezTo>
                <a:lnTo>
                  <a:pt x="6963" y="2079"/>
                </a:lnTo>
                <a:cubicBezTo>
                  <a:pt x="6963" y="945"/>
                  <a:pt x="6018" y="0"/>
                  <a:pt x="4884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52" name="Google Shape;13909;p134">
            <a:extLst>
              <a:ext uri="{FF2B5EF4-FFF2-40B4-BE49-F238E27FC236}">
                <a16:creationId xmlns:a16="http://schemas.microsoft.com/office/drawing/2014/main" id="{991460C5-ADAF-A9C9-BCF1-2D529094C787}"/>
              </a:ext>
            </a:extLst>
          </p:cNvPr>
          <p:cNvGrpSpPr/>
          <p:nvPr/>
        </p:nvGrpSpPr>
        <p:grpSpPr>
          <a:xfrm>
            <a:off x="8372374" y="4546189"/>
            <a:ext cx="264999" cy="323487"/>
            <a:chOff x="-24694925" y="3518700"/>
            <a:chExt cx="242625" cy="296175"/>
          </a:xfrm>
          <a:solidFill>
            <a:schemeClr val="accent1">
              <a:lumMod val="75000"/>
            </a:schemeClr>
          </a:solidFill>
        </p:grpSpPr>
        <p:sp>
          <p:nvSpPr>
            <p:cNvPr id="453" name="Google Shape;13910;p134">
              <a:extLst>
                <a:ext uri="{FF2B5EF4-FFF2-40B4-BE49-F238E27FC236}">
                  <a16:creationId xmlns:a16="http://schemas.microsoft.com/office/drawing/2014/main" id="{E438C9C9-B85C-1987-9FCF-6F169F00D451}"/>
                </a:ext>
              </a:extLst>
            </p:cNvPr>
            <p:cNvSpPr/>
            <p:nvPr/>
          </p:nvSpPr>
          <p:spPr>
            <a:xfrm>
              <a:off x="-24694925" y="3572250"/>
              <a:ext cx="104000" cy="112650"/>
            </a:xfrm>
            <a:custGeom>
              <a:avLst/>
              <a:gdLst/>
              <a:ahLst/>
              <a:cxnLst/>
              <a:rect l="l" t="t" r="r" b="b"/>
              <a:pathLst>
                <a:path w="4160" h="4506" extrusionOk="0">
                  <a:moveTo>
                    <a:pt x="2080" y="1"/>
                  </a:moveTo>
                  <a:cubicBezTo>
                    <a:pt x="946" y="1"/>
                    <a:pt x="1" y="946"/>
                    <a:pt x="1" y="2080"/>
                  </a:cubicBezTo>
                  <a:lnTo>
                    <a:pt x="1" y="4506"/>
                  </a:lnTo>
                  <a:lnTo>
                    <a:pt x="4160" y="4506"/>
                  </a:lnTo>
                  <a:lnTo>
                    <a:pt x="4160" y="2080"/>
                  </a:lnTo>
                  <a:cubicBezTo>
                    <a:pt x="4160" y="946"/>
                    <a:pt x="3214" y="1"/>
                    <a:pt x="208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13911;p134">
              <a:extLst>
                <a:ext uri="{FF2B5EF4-FFF2-40B4-BE49-F238E27FC236}">
                  <a16:creationId xmlns:a16="http://schemas.microsoft.com/office/drawing/2014/main" id="{65089C37-7E10-5722-B766-4C10500392BC}"/>
                </a:ext>
              </a:extLst>
            </p:cNvPr>
            <p:cNvSpPr/>
            <p:nvPr/>
          </p:nvSpPr>
          <p:spPr>
            <a:xfrm>
              <a:off x="-24556300" y="3648650"/>
              <a:ext cx="104000" cy="113450"/>
            </a:xfrm>
            <a:custGeom>
              <a:avLst/>
              <a:gdLst/>
              <a:ahLst/>
              <a:cxnLst/>
              <a:rect l="l" t="t" r="r" b="b"/>
              <a:pathLst>
                <a:path w="4160" h="4538" extrusionOk="0">
                  <a:moveTo>
                    <a:pt x="1" y="1"/>
                  </a:moveTo>
                  <a:lnTo>
                    <a:pt x="1" y="2458"/>
                  </a:lnTo>
                  <a:cubicBezTo>
                    <a:pt x="1" y="3592"/>
                    <a:pt x="946" y="4537"/>
                    <a:pt x="2080" y="4537"/>
                  </a:cubicBezTo>
                  <a:cubicBezTo>
                    <a:pt x="3246" y="4537"/>
                    <a:pt x="4160" y="3592"/>
                    <a:pt x="4160" y="2458"/>
                  </a:cubicBezTo>
                  <a:lnTo>
                    <a:pt x="416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13912;p134">
              <a:extLst>
                <a:ext uri="{FF2B5EF4-FFF2-40B4-BE49-F238E27FC236}">
                  <a16:creationId xmlns:a16="http://schemas.microsoft.com/office/drawing/2014/main" id="{A3E3918A-079C-F3FD-238B-44B26459F4B9}"/>
                </a:ext>
              </a:extLst>
            </p:cNvPr>
            <p:cNvSpPr/>
            <p:nvPr/>
          </p:nvSpPr>
          <p:spPr>
            <a:xfrm>
              <a:off x="-24694925" y="3702200"/>
              <a:ext cx="104000" cy="112675"/>
            </a:xfrm>
            <a:custGeom>
              <a:avLst/>
              <a:gdLst/>
              <a:ahLst/>
              <a:cxnLst/>
              <a:rect l="l" t="t" r="r" b="b"/>
              <a:pathLst>
                <a:path w="4160" h="4507" extrusionOk="0">
                  <a:moveTo>
                    <a:pt x="1734" y="694"/>
                  </a:moveTo>
                  <a:cubicBezTo>
                    <a:pt x="1923" y="694"/>
                    <a:pt x="2080" y="852"/>
                    <a:pt x="2080" y="1041"/>
                  </a:cubicBezTo>
                  <a:lnTo>
                    <a:pt x="2080" y="2427"/>
                  </a:lnTo>
                  <a:cubicBezTo>
                    <a:pt x="2269" y="2427"/>
                    <a:pt x="2427" y="2584"/>
                    <a:pt x="2427" y="2773"/>
                  </a:cubicBezTo>
                  <a:cubicBezTo>
                    <a:pt x="2427" y="2962"/>
                    <a:pt x="2269" y="3120"/>
                    <a:pt x="2080" y="3120"/>
                  </a:cubicBezTo>
                  <a:cubicBezTo>
                    <a:pt x="1702" y="3120"/>
                    <a:pt x="1356" y="2805"/>
                    <a:pt x="1356" y="2427"/>
                  </a:cubicBezTo>
                  <a:lnTo>
                    <a:pt x="1356" y="1041"/>
                  </a:lnTo>
                  <a:cubicBezTo>
                    <a:pt x="1356" y="852"/>
                    <a:pt x="1513" y="694"/>
                    <a:pt x="1734" y="694"/>
                  </a:cubicBezTo>
                  <a:close/>
                  <a:moveTo>
                    <a:pt x="1" y="1"/>
                  </a:moveTo>
                  <a:lnTo>
                    <a:pt x="1" y="2427"/>
                  </a:lnTo>
                  <a:cubicBezTo>
                    <a:pt x="1" y="3561"/>
                    <a:pt x="946" y="4506"/>
                    <a:pt x="2080" y="4506"/>
                  </a:cubicBezTo>
                  <a:cubicBezTo>
                    <a:pt x="3214" y="4506"/>
                    <a:pt x="4160" y="3561"/>
                    <a:pt x="4160" y="2427"/>
                  </a:cubicBezTo>
                  <a:lnTo>
                    <a:pt x="416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13913;p134">
              <a:extLst>
                <a:ext uri="{FF2B5EF4-FFF2-40B4-BE49-F238E27FC236}">
                  <a16:creationId xmlns:a16="http://schemas.microsoft.com/office/drawing/2014/main" id="{A511168D-D7F2-83E0-A20D-796023AA5006}"/>
                </a:ext>
              </a:extLst>
            </p:cNvPr>
            <p:cNvSpPr/>
            <p:nvPr/>
          </p:nvSpPr>
          <p:spPr>
            <a:xfrm>
              <a:off x="-24556300" y="3518700"/>
              <a:ext cx="104000" cy="113425"/>
            </a:xfrm>
            <a:custGeom>
              <a:avLst/>
              <a:gdLst/>
              <a:ahLst/>
              <a:cxnLst/>
              <a:rect l="l" t="t" r="r" b="b"/>
              <a:pathLst>
                <a:path w="4160" h="4537" extrusionOk="0">
                  <a:moveTo>
                    <a:pt x="2049" y="1387"/>
                  </a:moveTo>
                  <a:cubicBezTo>
                    <a:pt x="2427" y="1387"/>
                    <a:pt x="2742" y="1702"/>
                    <a:pt x="2742" y="2080"/>
                  </a:cubicBezTo>
                  <a:lnTo>
                    <a:pt x="2742" y="3466"/>
                  </a:lnTo>
                  <a:cubicBezTo>
                    <a:pt x="2742" y="3655"/>
                    <a:pt x="2584" y="3812"/>
                    <a:pt x="2395" y="3812"/>
                  </a:cubicBezTo>
                  <a:cubicBezTo>
                    <a:pt x="2206" y="3812"/>
                    <a:pt x="2049" y="3655"/>
                    <a:pt x="2049" y="3466"/>
                  </a:cubicBezTo>
                  <a:lnTo>
                    <a:pt x="2049" y="2080"/>
                  </a:lnTo>
                  <a:cubicBezTo>
                    <a:pt x="1860" y="2080"/>
                    <a:pt x="1702" y="1922"/>
                    <a:pt x="1702" y="1733"/>
                  </a:cubicBezTo>
                  <a:cubicBezTo>
                    <a:pt x="1702" y="1544"/>
                    <a:pt x="1860" y="1387"/>
                    <a:pt x="2049" y="1387"/>
                  </a:cubicBezTo>
                  <a:close/>
                  <a:moveTo>
                    <a:pt x="2080" y="0"/>
                  </a:moveTo>
                  <a:cubicBezTo>
                    <a:pt x="946" y="0"/>
                    <a:pt x="1" y="945"/>
                    <a:pt x="1" y="2080"/>
                  </a:cubicBezTo>
                  <a:lnTo>
                    <a:pt x="1" y="4537"/>
                  </a:lnTo>
                  <a:lnTo>
                    <a:pt x="4160" y="4537"/>
                  </a:lnTo>
                  <a:lnTo>
                    <a:pt x="4160" y="2080"/>
                  </a:lnTo>
                  <a:cubicBezTo>
                    <a:pt x="4160" y="945"/>
                    <a:pt x="3214" y="0"/>
                    <a:pt x="20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7" name="Google Shape;13914;p134">
            <a:extLst>
              <a:ext uri="{FF2B5EF4-FFF2-40B4-BE49-F238E27FC236}">
                <a16:creationId xmlns:a16="http://schemas.microsoft.com/office/drawing/2014/main" id="{C792B398-B967-AF03-0BF3-BE600E89C341}"/>
              </a:ext>
            </a:extLst>
          </p:cNvPr>
          <p:cNvGrpSpPr/>
          <p:nvPr/>
        </p:nvGrpSpPr>
        <p:grpSpPr>
          <a:xfrm>
            <a:off x="8371951" y="4958786"/>
            <a:ext cx="265845" cy="323487"/>
            <a:chOff x="-24709100" y="3888875"/>
            <a:chExt cx="243400" cy="296175"/>
          </a:xfrm>
          <a:solidFill>
            <a:schemeClr val="accent1">
              <a:lumMod val="75000"/>
            </a:schemeClr>
          </a:solidFill>
        </p:grpSpPr>
        <p:sp>
          <p:nvSpPr>
            <p:cNvPr id="458" name="Google Shape;13915;p134">
              <a:extLst>
                <a:ext uri="{FF2B5EF4-FFF2-40B4-BE49-F238E27FC236}">
                  <a16:creationId xmlns:a16="http://schemas.microsoft.com/office/drawing/2014/main" id="{4CB74A9D-2CA5-FFB6-16BF-AD4C22E13358}"/>
                </a:ext>
              </a:extLst>
            </p:cNvPr>
            <p:cNvSpPr/>
            <p:nvPr/>
          </p:nvSpPr>
          <p:spPr>
            <a:xfrm>
              <a:off x="-24587800" y="3888875"/>
              <a:ext cx="105575" cy="227650"/>
            </a:xfrm>
            <a:custGeom>
              <a:avLst/>
              <a:gdLst/>
              <a:ahLst/>
              <a:cxnLst/>
              <a:rect l="l" t="t" r="r" b="b"/>
              <a:pathLst>
                <a:path w="4223" h="9106" extrusionOk="0">
                  <a:moveTo>
                    <a:pt x="2836" y="662"/>
                  </a:moveTo>
                  <a:lnTo>
                    <a:pt x="2836" y="1387"/>
                  </a:lnTo>
                  <a:lnTo>
                    <a:pt x="2143" y="1387"/>
                  </a:lnTo>
                  <a:lnTo>
                    <a:pt x="2143" y="662"/>
                  </a:lnTo>
                  <a:close/>
                  <a:moveTo>
                    <a:pt x="1072" y="4884"/>
                  </a:moveTo>
                  <a:cubicBezTo>
                    <a:pt x="1261" y="4884"/>
                    <a:pt x="1418" y="5041"/>
                    <a:pt x="1418" y="5230"/>
                  </a:cubicBezTo>
                  <a:cubicBezTo>
                    <a:pt x="1418" y="5451"/>
                    <a:pt x="1261" y="5608"/>
                    <a:pt x="1072" y="5608"/>
                  </a:cubicBezTo>
                  <a:cubicBezTo>
                    <a:pt x="851" y="5608"/>
                    <a:pt x="694" y="5451"/>
                    <a:pt x="694" y="5230"/>
                  </a:cubicBezTo>
                  <a:cubicBezTo>
                    <a:pt x="694" y="5041"/>
                    <a:pt x="851" y="4884"/>
                    <a:pt x="1072" y="4884"/>
                  </a:cubicBezTo>
                  <a:close/>
                  <a:moveTo>
                    <a:pt x="3498" y="6302"/>
                  </a:moveTo>
                  <a:lnTo>
                    <a:pt x="3498" y="6648"/>
                  </a:lnTo>
                  <a:cubicBezTo>
                    <a:pt x="3498" y="6869"/>
                    <a:pt x="3340" y="6995"/>
                    <a:pt x="3151" y="6995"/>
                  </a:cubicBezTo>
                  <a:lnTo>
                    <a:pt x="1765" y="6995"/>
                  </a:lnTo>
                  <a:cubicBezTo>
                    <a:pt x="1576" y="6995"/>
                    <a:pt x="1418" y="6869"/>
                    <a:pt x="1418" y="6648"/>
                  </a:cubicBezTo>
                  <a:lnTo>
                    <a:pt x="1418" y="6302"/>
                  </a:lnTo>
                  <a:close/>
                  <a:moveTo>
                    <a:pt x="1072" y="1"/>
                  </a:moveTo>
                  <a:cubicBezTo>
                    <a:pt x="851" y="1"/>
                    <a:pt x="694" y="158"/>
                    <a:pt x="694" y="347"/>
                  </a:cubicBezTo>
                  <a:cubicBezTo>
                    <a:pt x="694" y="568"/>
                    <a:pt x="851" y="725"/>
                    <a:pt x="1072" y="725"/>
                  </a:cubicBezTo>
                  <a:lnTo>
                    <a:pt x="1418" y="725"/>
                  </a:lnTo>
                  <a:lnTo>
                    <a:pt x="1418" y="1450"/>
                  </a:lnTo>
                  <a:cubicBezTo>
                    <a:pt x="1009" y="1576"/>
                    <a:pt x="694" y="1985"/>
                    <a:pt x="694" y="2458"/>
                  </a:cubicBezTo>
                  <a:lnTo>
                    <a:pt x="694" y="4285"/>
                  </a:lnTo>
                  <a:cubicBezTo>
                    <a:pt x="316" y="4443"/>
                    <a:pt x="1" y="4821"/>
                    <a:pt x="1" y="5293"/>
                  </a:cubicBezTo>
                  <a:cubicBezTo>
                    <a:pt x="1" y="5703"/>
                    <a:pt x="284" y="6112"/>
                    <a:pt x="694" y="6270"/>
                  </a:cubicBezTo>
                  <a:lnTo>
                    <a:pt x="694" y="6648"/>
                  </a:lnTo>
                  <a:cubicBezTo>
                    <a:pt x="694" y="7089"/>
                    <a:pt x="977" y="7499"/>
                    <a:pt x="1418" y="7656"/>
                  </a:cubicBezTo>
                  <a:lnTo>
                    <a:pt x="1418" y="8759"/>
                  </a:lnTo>
                  <a:cubicBezTo>
                    <a:pt x="1418" y="8948"/>
                    <a:pt x="1576" y="9105"/>
                    <a:pt x="1765" y="9105"/>
                  </a:cubicBezTo>
                  <a:lnTo>
                    <a:pt x="3151" y="9105"/>
                  </a:lnTo>
                  <a:cubicBezTo>
                    <a:pt x="3340" y="9105"/>
                    <a:pt x="3498" y="8948"/>
                    <a:pt x="3498" y="8759"/>
                  </a:cubicBezTo>
                  <a:lnTo>
                    <a:pt x="3498" y="7656"/>
                  </a:lnTo>
                  <a:cubicBezTo>
                    <a:pt x="3907" y="7499"/>
                    <a:pt x="4222" y="7121"/>
                    <a:pt x="4222" y="6648"/>
                  </a:cubicBezTo>
                  <a:lnTo>
                    <a:pt x="4222" y="5955"/>
                  </a:lnTo>
                  <a:lnTo>
                    <a:pt x="4222" y="2458"/>
                  </a:lnTo>
                  <a:cubicBezTo>
                    <a:pt x="4222" y="2017"/>
                    <a:pt x="3939" y="1607"/>
                    <a:pt x="3498" y="1450"/>
                  </a:cubicBezTo>
                  <a:lnTo>
                    <a:pt x="3498" y="725"/>
                  </a:lnTo>
                  <a:lnTo>
                    <a:pt x="3876" y="725"/>
                  </a:lnTo>
                  <a:cubicBezTo>
                    <a:pt x="4065" y="725"/>
                    <a:pt x="4222" y="568"/>
                    <a:pt x="4222" y="347"/>
                  </a:cubicBezTo>
                  <a:cubicBezTo>
                    <a:pt x="4222" y="158"/>
                    <a:pt x="4065" y="1"/>
                    <a:pt x="38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13916;p134">
              <a:extLst>
                <a:ext uri="{FF2B5EF4-FFF2-40B4-BE49-F238E27FC236}">
                  <a16:creationId xmlns:a16="http://schemas.microsoft.com/office/drawing/2014/main" id="{00FBF9FE-5538-3902-910E-76325FFBD30F}"/>
                </a:ext>
              </a:extLst>
            </p:cNvPr>
            <p:cNvSpPr/>
            <p:nvPr/>
          </p:nvSpPr>
          <p:spPr>
            <a:xfrm>
              <a:off x="-24536600" y="4132250"/>
              <a:ext cx="70900" cy="17350"/>
            </a:xfrm>
            <a:custGeom>
              <a:avLst/>
              <a:gdLst/>
              <a:ahLst/>
              <a:cxnLst/>
              <a:rect l="l" t="t" r="r" b="b"/>
              <a:pathLst>
                <a:path w="2836" h="694" extrusionOk="0">
                  <a:moveTo>
                    <a:pt x="0" y="1"/>
                  </a:moveTo>
                  <a:lnTo>
                    <a:pt x="347" y="694"/>
                  </a:lnTo>
                  <a:lnTo>
                    <a:pt x="2489" y="694"/>
                  </a:lnTo>
                  <a:cubicBezTo>
                    <a:pt x="2678" y="694"/>
                    <a:pt x="2836" y="536"/>
                    <a:pt x="2836" y="347"/>
                  </a:cubicBezTo>
                  <a:cubicBezTo>
                    <a:pt x="2836" y="158"/>
                    <a:pt x="2678" y="1"/>
                    <a:pt x="24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13917;p134">
              <a:extLst>
                <a:ext uri="{FF2B5EF4-FFF2-40B4-BE49-F238E27FC236}">
                  <a16:creationId xmlns:a16="http://schemas.microsoft.com/office/drawing/2014/main" id="{72244993-E121-612C-30D5-C5F4906460C3}"/>
                </a:ext>
              </a:extLst>
            </p:cNvPr>
            <p:cNvSpPr/>
            <p:nvPr/>
          </p:nvSpPr>
          <p:spPr>
            <a:xfrm>
              <a:off x="-24709100" y="3963700"/>
              <a:ext cx="208750" cy="221350"/>
            </a:xfrm>
            <a:custGeom>
              <a:avLst/>
              <a:gdLst/>
              <a:ahLst/>
              <a:cxnLst/>
              <a:rect l="l" t="t" r="r" b="b"/>
              <a:pathLst>
                <a:path w="8350" h="8854" extrusionOk="0">
                  <a:moveTo>
                    <a:pt x="4884" y="1"/>
                  </a:moveTo>
                  <a:cubicBezTo>
                    <a:pt x="2931" y="473"/>
                    <a:pt x="1419" y="2237"/>
                    <a:pt x="1419" y="4380"/>
                  </a:cubicBezTo>
                  <a:lnTo>
                    <a:pt x="1419" y="8192"/>
                  </a:lnTo>
                  <a:lnTo>
                    <a:pt x="410" y="8192"/>
                  </a:lnTo>
                  <a:cubicBezTo>
                    <a:pt x="389" y="8189"/>
                    <a:pt x="368" y="8188"/>
                    <a:pt x="347" y="8188"/>
                  </a:cubicBezTo>
                  <a:cubicBezTo>
                    <a:pt x="132" y="8188"/>
                    <a:pt x="1" y="8334"/>
                    <a:pt x="1" y="8507"/>
                  </a:cubicBezTo>
                  <a:cubicBezTo>
                    <a:pt x="1" y="8696"/>
                    <a:pt x="158" y="8853"/>
                    <a:pt x="347" y="8853"/>
                  </a:cubicBezTo>
                  <a:lnTo>
                    <a:pt x="8003" y="8853"/>
                  </a:lnTo>
                  <a:cubicBezTo>
                    <a:pt x="8192" y="8853"/>
                    <a:pt x="8350" y="8696"/>
                    <a:pt x="8350" y="8507"/>
                  </a:cubicBezTo>
                  <a:cubicBezTo>
                    <a:pt x="8350" y="8318"/>
                    <a:pt x="8192" y="8160"/>
                    <a:pt x="8003" y="8160"/>
                  </a:cubicBezTo>
                  <a:lnTo>
                    <a:pt x="6806" y="8160"/>
                  </a:lnTo>
                  <a:lnTo>
                    <a:pt x="6239" y="6963"/>
                  </a:lnTo>
                  <a:cubicBezTo>
                    <a:pt x="6207" y="6869"/>
                    <a:pt x="6018" y="6774"/>
                    <a:pt x="5924" y="6774"/>
                  </a:cubicBezTo>
                  <a:lnTo>
                    <a:pt x="4191" y="6774"/>
                  </a:lnTo>
                  <a:lnTo>
                    <a:pt x="4191" y="3655"/>
                  </a:lnTo>
                  <a:cubicBezTo>
                    <a:pt x="4191" y="3435"/>
                    <a:pt x="4254" y="3245"/>
                    <a:pt x="4380" y="3088"/>
                  </a:cubicBezTo>
                  <a:cubicBezTo>
                    <a:pt x="4254" y="2836"/>
                    <a:pt x="4191" y="2552"/>
                    <a:pt x="4191" y="2300"/>
                  </a:cubicBezTo>
                  <a:cubicBezTo>
                    <a:pt x="4191" y="1733"/>
                    <a:pt x="4443" y="1229"/>
                    <a:pt x="4884" y="914"/>
                  </a:cubicBezTo>
                  <a:lnTo>
                    <a:pt x="48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1" name="Google Shape;13918;p134">
            <a:extLst>
              <a:ext uri="{FF2B5EF4-FFF2-40B4-BE49-F238E27FC236}">
                <a16:creationId xmlns:a16="http://schemas.microsoft.com/office/drawing/2014/main" id="{97DBA040-278F-7676-3C97-174A4A0E76E9}"/>
              </a:ext>
            </a:extLst>
          </p:cNvPr>
          <p:cNvGrpSpPr/>
          <p:nvPr/>
        </p:nvGrpSpPr>
        <p:grpSpPr>
          <a:xfrm>
            <a:off x="10388970" y="4108579"/>
            <a:ext cx="326900" cy="320483"/>
            <a:chOff x="-22863675" y="3131775"/>
            <a:chExt cx="299300" cy="293425"/>
          </a:xfrm>
          <a:solidFill>
            <a:schemeClr val="accent1">
              <a:lumMod val="75000"/>
            </a:schemeClr>
          </a:solidFill>
        </p:grpSpPr>
        <p:sp>
          <p:nvSpPr>
            <p:cNvPr id="462" name="Google Shape;13919;p134">
              <a:extLst>
                <a:ext uri="{FF2B5EF4-FFF2-40B4-BE49-F238E27FC236}">
                  <a16:creationId xmlns:a16="http://schemas.microsoft.com/office/drawing/2014/main" id="{C0AF8647-2313-3F38-16FE-14C4BFB301D7}"/>
                </a:ext>
              </a:extLst>
            </p:cNvPr>
            <p:cNvSpPr/>
            <p:nvPr/>
          </p:nvSpPr>
          <p:spPr>
            <a:xfrm>
              <a:off x="-22863675" y="3131775"/>
              <a:ext cx="299300" cy="293425"/>
            </a:xfrm>
            <a:custGeom>
              <a:avLst/>
              <a:gdLst/>
              <a:ahLst/>
              <a:cxnLst/>
              <a:rect l="l" t="t" r="r" b="b"/>
              <a:pathLst>
                <a:path w="11972" h="11737" extrusionOk="0">
                  <a:moveTo>
                    <a:pt x="3214" y="5522"/>
                  </a:moveTo>
                  <a:cubicBezTo>
                    <a:pt x="3403" y="5522"/>
                    <a:pt x="3560" y="5679"/>
                    <a:pt x="3560" y="5868"/>
                  </a:cubicBezTo>
                  <a:cubicBezTo>
                    <a:pt x="3560" y="6057"/>
                    <a:pt x="3403" y="6215"/>
                    <a:pt x="3214" y="6215"/>
                  </a:cubicBezTo>
                  <a:cubicBezTo>
                    <a:pt x="3024" y="6215"/>
                    <a:pt x="2867" y="6057"/>
                    <a:pt x="2867" y="5868"/>
                  </a:cubicBezTo>
                  <a:cubicBezTo>
                    <a:pt x="2867" y="5679"/>
                    <a:pt x="3024" y="5522"/>
                    <a:pt x="3214" y="5522"/>
                  </a:cubicBezTo>
                  <a:close/>
                  <a:moveTo>
                    <a:pt x="5986" y="2749"/>
                  </a:moveTo>
                  <a:cubicBezTo>
                    <a:pt x="6931" y="2749"/>
                    <a:pt x="7719" y="3537"/>
                    <a:pt x="7719" y="4482"/>
                  </a:cubicBezTo>
                  <a:cubicBezTo>
                    <a:pt x="7719" y="5427"/>
                    <a:pt x="6963" y="6215"/>
                    <a:pt x="5986" y="6215"/>
                  </a:cubicBezTo>
                  <a:cubicBezTo>
                    <a:pt x="5041" y="6215"/>
                    <a:pt x="4253" y="5427"/>
                    <a:pt x="4253" y="4482"/>
                  </a:cubicBezTo>
                  <a:cubicBezTo>
                    <a:pt x="4253" y="3537"/>
                    <a:pt x="5041" y="2749"/>
                    <a:pt x="5986" y="2749"/>
                  </a:cubicBezTo>
                  <a:close/>
                  <a:moveTo>
                    <a:pt x="8790" y="5522"/>
                  </a:moveTo>
                  <a:cubicBezTo>
                    <a:pt x="8979" y="5522"/>
                    <a:pt x="9136" y="5679"/>
                    <a:pt x="9136" y="5868"/>
                  </a:cubicBezTo>
                  <a:cubicBezTo>
                    <a:pt x="9136" y="6057"/>
                    <a:pt x="8979" y="6215"/>
                    <a:pt x="8790" y="6215"/>
                  </a:cubicBezTo>
                  <a:cubicBezTo>
                    <a:pt x="8569" y="6215"/>
                    <a:pt x="8412" y="6057"/>
                    <a:pt x="8412" y="5868"/>
                  </a:cubicBezTo>
                  <a:cubicBezTo>
                    <a:pt x="8412" y="5679"/>
                    <a:pt x="8569" y="5522"/>
                    <a:pt x="8790" y="5522"/>
                  </a:cubicBezTo>
                  <a:close/>
                  <a:moveTo>
                    <a:pt x="4600" y="7601"/>
                  </a:moveTo>
                  <a:cubicBezTo>
                    <a:pt x="4789" y="7601"/>
                    <a:pt x="4946" y="7759"/>
                    <a:pt x="4946" y="7948"/>
                  </a:cubicBezTo>
                  <a:cubicBezTo>
                    <a:pt x="4946" y="8168"/>
                    <a:pt x="4789" y="8326"/>
                    <a:pt x="4600" y="8326"/>
                  </a:cubicBezTo>
                  <a:cubicBezTo>
                    <a:pt x="4411" y="8326"/>
                    <a:pt x="4253" y="8168"/>
                    <a:pt x="4253" y="7948"/>
                  </a:cubicBezTo>
                  <a:cubicBezTo>
                    <a:pt x="4253" y="7759"/>
                    <a:pt x="4411" y="7601"/>
                    <a:pt x="4600" y="7601"/>
                  </a:cubicBezTo>
                  <a:close/>
                  <a:moveTo>
                    <a:pt x="6679" y="6939"/>
                  </a:moveTo>
                  <a:cubicBezTo>
                    <a:pt x="7278" y="6939"/>
                    <a:pt x="7719" y="7412"/>
                    <a:pt x="7719" y="7948"/>
                  </a:cubicBezTo>
                  <a:cubicBezTo>
                    <a:pt x="7719" y="8515"/>
                    <a:pt x="7246" y="8987"/>
                    <a:pt x="6679" y="8987"/>
                  </a:cubicBezTo>
                  <a:cubicBezTo>
                    <a:pt x="6080" y="8987"/>
                    <a:pt x="5671" y="8515"/>
                    <a:pt x="5671" y="7948"/>
                  </a:cubicBezTo>
                  <a:cubicBezTo>
                    <a:pt x="5671" y="7412"/>
                    <a:pt x="6143" y="6939"/>
                    <a:pt x="6679" y="6939"/>
                  </a:cubicBezTo>
                  <a:close/>
                  <a:moveTo>
                    <a:pt x="5309" y="1"/>
                  </a:moveTo>
                  <a:cubicBezTo>
                    <a:pt x="5222" y="1"/>
                    <a:pt x="5135" y="24"/>
                    <a:pt x="5072" y="71"/>
                  </a:cubicBezTo>
                  <a:cubicBezTo>
                    <a:pt x="4946" y="197"/>
                    <a:pt x="4946" y="449"/>
                    <a:pt x="5072" y="544"/>
                  </a:cubicBezTo>
                  <a:cubicBezTo>
                    <a:pt x="5356" y="828"/>
                    <a:pt x="5545" y="1080"/>
                    <a:pt x="5639" y="1363"/>
                  </a:cubicBezTo>
                  <a:cubicBezTo>
                    <a:pt x="5356" y="1426"/>
                    <a:pt x="5041" y="1458"/>
                    <a:pt x="4757" y="1552"/>
                  </a:cubicBezTo>
                  <a:cubicBezTo>
                    <a:pt x="4474" y="1017"/>
                    <a:pt x="4096" y="796"/>
                    <a:pt x="3592" y="576"/>
                  </a:cubicBezTo>
                  <a:cubicBezTo>
                    <a:pt x="3552" y="560"/>
                    <a:pt x="3507" y="552"/>
                    <a:pt x="3460" y="552"/>
                  </a:cubicBezTo>
                  <a:cubicBezTo>
                    <a:pt x="3320" y="552"/>
                    <a:pt x="3166" y="623"/>
                    <a:pt x="3119" y="765"/>
                  </a:cubicBezTo>
                  <a:cubicBezTo>
                    <a:pt x="3024" y="922"/>
                    <a:pt x="3119" y="1143"/>
                    <a:pt x="3277" y="1206"/>
                  </a:cubicBezTo>
                  <a:cubicBezTo>
                    <a:pt x="3623" y="1363"/>
                    <a:pt x="3907" y="1552"/>
                    <a:pt x="4064" y="1804"/>
                  </a:cubicBezTo>
                  <a:cubicBezTo>
                    <a:pt x="3781" y="1930"/>
                    <a:pt x="3529" y="2088"/>
                    <a:pt x="3308" y="2245"/>
                  </a:cubicBezTo>
                  <a:cubicBezTo>
                    <a:pt x="2867" y="1836"/>
                    <a:pt x="2394" y="1773"/>
                    <a:pt x="1890" y="1741"/>
                  </a:cubicBezTo>
                  <a:cubicBezTo>
                    <a:pt x="1701" y="1741"/>
                    <a:pt x="1544" y="1836"/>
                    <a:pt x="1481" y="2056"/>
                  </a:cubicBezTo>
                  <a:cubicBezTo>
                    <a:pt x="1481" y="2245"/>
                    <a:pt x="1607" y="2403"/>
                    <a:pt x="1796" y="2434"/>
                  </a:cubicBezTo>
                  <a:cubicBezTo>
                    <a:pt x="2205" y="2466"/>
                    <a:pt x="2489" y="2529"/>
                    <a:pt x="2741" y="2718"/>
                  </a:cubicBezTo>
                  <a:cubicBezTo>
                    <a:pt x="2552" y="2907"/>
                    <a:pt x="2363" y="3159"/>
                    <a:pt x="2205" y="3379"/>
                  </a:cubicBezTo>
                  <a:cubicBezTo>
                    <a:pt x="1949" y="3294"/>
                    <a:pt x="1725" y="3260"/>
                    <a:pt x="1508" y="3260"/>
                  </a:cubicBezTo>
                  <a:cubicBezTo>
                    <a:pt x="1243" y="3260"/>
                    <a:pt x="987" y="3310"/>
                    <a:pt x="693" y="3379"/>
                  </a:cubicBezTo>
                  <a:cubicBezTo>
                    <a:pt x="504" y="3411"/>
                    <a:pt x="441" y="3631"/>
                    <a:pt x="473" y="3821"/>
                  </a:cubicBezTo>
                  <a:cubicBezTo>
                    <a:pt x="498" y="3970"/>
                    <a:pt x="621" y="4060"/>
                    <a:pt x="781" y="4060"/>
                  </a:cubicBezTo>
                  <a:cubicBezTo>
                    <a:pt x="823" y="4060"/>
                    <a:pt x="868" y="4054"/>
                    <a:pt x="914" y="4041"/>
                  </a:cubicBezTo>
                  <a:cubicBezTo>
                    <a:pt x="1160" y="3979"/>
                    <a:pt x="1366" y="3931"/>
                    <a:pt x="1567" y="3931"/>
                  </a:cubicBezTo>
                  <a:cubicBezTo>
                    <a:pt x="1674" y="3931"/>
                    <a:pt x="1780" y="3945"/>
                    <a:pt x="1890" y="3978"/>
                  </a:cubicBezTo>
                  <a:cubicBezTo>
                    <a:pt x="1764" y="4262"/>
                    <a:pt x="1638" y="4514"/>
                    <a:pt x="1607" y="4797"/>
                  </a:cubicBezTo>
                  <a:cubicBezTo>
                    <a:pt x="1071" y="4797"/>
                    <a:pt x="630" y="4986"/>
                    <a:pt x="189" y="5301"/>
                  </a:cubicBezTo>
                  <a:cubicBezTo>
                    <a:pt x="32" y="5427"/>
                    <a:pt x="0" y="5616"/>
                    <a:pt x="126" y="5774"/>
                  </a:cubicBezTo>
                  <a:cubicBezTo>
                    <a:pt x="186" y="5874"/>
                    <a:pt x="296" y="5935"/>
                    <a:pt x="409" y="5935"/>
                  </a:cubicBezTo>
                  <a:cubicBezTo>
                    <a:pt x="474" y="5935"/>
                    <a:pt x="541" y="5915"/>
                    <a:pt x="599" y="5868"/>
                  </a:cubicBezTo>
                  <a:cubicBezTo>
                    <a:pt x="914" y="5616"/>
                    <a:pt x="1166" y="5459"/>
                    <a:pt x="1481" y="5459"/>
                  </a:cubicBezTo>
                  <a:cubicBezTo>
                    <a:pt x="1481" y="5585"/>
                    <a:pt x="1449" y="5742"/>
                    <a:pt x="1449" y="5868"/>
                  </a:cubicBezTo>
                  <a:cubicBezTo>
                    <a:pt x="1449" y="6026"/>
                    <a:pt x="1449" y="6183"/>
                    <a:pt x="1481" y="6341"/>
                  </a:cubicBezTo>
                  <a:cubicBezTo>
                    <a:pt x="945" y="6530"/>
                    <a:pt x="662" y="6876"/>
                    <a:pt x="347" y="7318"/>
                  </a:cubicBezTo>
                  <a:cubicBezTo>
                    <a:pt x="221" y="7475"/>
                    <a:pt x="284" y="7664"/>
                    <a:pt x="441" y="7790"/>
                  </a:cubicBezTo>
                  <a:cubicBezTo>
                    <a:pt x="507" y="7843"/>
                    <a:pt x="584" y="7868"/>
                    <a:pt x="658" y="7868"/>
                  </a:cubicBezTo>
                  <a:cubicBezTo>
                    <a:pt x="761" y="7868"/>
                    <a:pt x="859" y="7819"/>
                    <a:pt x="914" y="7727"/>
                  </a:cubicBezTo>
                  <a:cubicBezTo>
                    <a:pt x="1134" y="7349"/>
                    <a:pt x="1323" y="7129"/>
                    <a:pt x="1607" y="7002"/>
                  </a:cubicBezTo>
                  <a:cubicBezTo>
                    <a:pt x="1701" y="7286"/>
                    <a:pt x="1764" y="7570"/>
                    <a:pt x="1922" y="7822"/>
                  </a:cubicBezTo>
                  <a:cubicBezTo>
                    <a:pt x="1481" y="8200"/>
                    <a:pt x="1323" y="8609"/>
                    <a:pt x="1166" y="9145"/>
                  </a:cubicBezTo>
                  <a:cubicBezTo>
                    <a:pt x="1134" y="9334"/>
                    <a:pt x="1260" y="9523"/>
                    <a:pt x="1418" y="9554"/>
                  </a:cubicBezTo>
                  <a:cubicBezTo>
                    <a:pt x="1452" y="9566"/>
                    <a:pt x="1486" y="9571"/>
                    <a:pt x="1519" y="9571"/>
                  </a:cubicBezTo>
                  <a:cubicBezTo>
                    <a:pt x="1671" y="9571"/>
                    <a:pt x="1807" y="9463"/>
                    <a:pt x="1859" y="9334"/>
                  </a:cubicBezTo>
                  <a:cubicBezTo>
                    <a:pt x="1953" y="8924"/>
                    <a:pt x="2048" y="8672"/>
                    <a:pt x="2268" y="8420"/>
                  </a:cubicBezTo>
                  <a:cubicBezTo>
                    <a:pt x="2426" y="8672"/>
                    <a:pt x="2646" y="8893"/>
                    <a:pt x="2835" y="9082"/>
                  </a:cubicBezTo>
                  <a:cubicBezTo>
                    <a:pt x="2520" y="9554"/>
                    <a:pt x="2552" y="10027"/>
                    <a:pt x="2583" y="10594"/>
                  </a:cubicBezTo>
                  <a:cubicBezTo>
                    <a:pt x="2583" y="10783"/>
                    <a:pt x="2741" y="10909"/>
                    <a:pt x="2961" y="10909"/>
                  </a:cubicBezTo>
                  <a:lnTo>
                    <a:pt x="2993" y="10909"/>
                  </a:lnTo>
                  <a:cubicBezTo>
                    <a:pt x="3182" y="10909"/>
                    <a:pt x="3308" y="10720"/>
                    <a:pt x="3308" y="10500"/>
                  </a:cubicBezTo>
                  <a:cubicBezTo>
                    <a:pt x="3277" y="10090"/>
                    <a:pt x="3277" y="9806"/>
                    <a:pt x="3371" y="9523"/>
                  </a:cubicBezTo>
                  <a:cubicBezTo>
                    <a:pt x="3623" y="9680"/>
                    <a:pt x="3844" y="9838"/>
                    <a:pt x="4127" y="9964"/>
                  </a:cubicBezTo>
                  <a:cubicBezTo>
                    <a:pt x="4001" y="10500"/>
                    <a:pt x="4159" y="10941"/>
                    <a:pt x="4411" y="11445"/>
                  </a:cubicBezTo>
                  <a:cubicBezTo>
                    <a:pt x="4452" y="11589"/>
                    <a:pt x="4561" y="11652"/>
                    <a:pt x="4684" y="11652"/>
                  </a:cubicBezTo>
                  <a:cubicBezTo>
                    <a:pt x="4749" y="11652"/>
                    <a:pt x="4818" y="11635"/>
                    <a:pt x="4883" y="11602"/>
                  </a:cubicBezTo>
                  <a:cubicBezTo>
                    <a:pt x="5041" y="11539"/>
                    <a:pt x="5104" y="11350"/>
                    <a:pt x="5041" y="11130"/>
                  </a:cubicBezTo>
                  <a:cubicBezTo>
                    <a:pt x="4883" y="10783"/>
                    <a:pt x="4757" y="10500"/>
                    <a:pt x="4789" y="10184"/>
                  </a:cubicBezTo>
                  <a:lnTo>
                    <a:pt x="4789" y="10184"/>
                  </a:lnTo>
                  <a:cubicBezTo>
                    <a:pt x="5072" y="10279"/>
                    <a:pt x="5356" y="10311"/>
                    <a:pt x="5671" y="10342"/>
                  </a:cubicBezTo>
                  <a:cubicBezTo>
                    <a:pt x="5734" y="10909"/>
                    <a:pt x="6049" y="11256"/>
                    <a:pt x="6427" y="11665"/>
                  </a:cubicBezTo>
                  <a:cubicBezTo>
                    <a:pt x="6474" y="11712"/>
                    <a:pt x="6561" y="11736"/>
                    <a:pt x="6651" y="11736"/>
                  </a:cubicBezTo>
                  <a:cubicBezTo>
                    <a:pt x="6742" y="11736"/>
                    <a:pt x="6837" y="11712"/>
                    <a:pt x="6900" y="11665"/>
                  </a:cubicBezTo>
                  <a:cubicBezTo>
                    <a:pt x="6994" y="11539"/>
                    <a:pt x="6994" y="11287"/>
                    <a:pt x="6900" y="11193"/>
                  </a:cubicBezTo>
                  <a:cubicBezTo>
                    <a:pt x="6616" y="10909"/>
                    <a:pt x="6427" y="10657"/>
                    <a:pt x="6333" y="10342"/>
                  </a:cubicBezTo>
                  <a:cubicBezTo>
                    <a:pt x="6616" y="10311"/>
                    <a:pt x="6931" y="10279"/>
                    <a:pt x="7215" y="10184"/>
                  </a:cubicBezTo>
                  <a:cubicBezTo>
                    <a:pt x="7467" y="10720"/>
                    <a:pt x="7876" y="10941"/>
                    <a:pt x="8380" y="11130"/>
                  </a:cubicBezTo>
                  <a:cubicBezTo>
                    <a:pt x="8424" y="11156"/>
                    <a:pt x="8474" y="11167"/>
                    <a:pt x="8526" y="11167"/>
                  </a:cubicBezTo>
                  <a:cubicBezTo>
                    <a:pt x="8662" y="11167"/>
                    <a:pt x="8807" y="11086"/>
                    <a:pt x="8853" y="10972"/>
                  </a:cubicBezTo>
                  <a:cubicBezTo>
                    <a:pt x="8947" y="10815"/>
                    <a:pt x="8853" y="10594"/>
                    <a:pt x="8695" y="10500"/>
                  </a:cubicBezTo>
                  <a:cubicBezTo>
                    <a:pt x="8349" y="10374"/>
                    <a:pt x="8065" y="10184"/>
                    <a:pt x="7908" y="9932"/>
                  </a:cubicBezTo>
                  <a:cubicBezTo>
                    <a:pt x="8191" y="9806"/>
                    <a:pt x="8412" y="9649"/>
                    <a:pt x="8664" y="9491"/>
                  </a:cubicBezTo>
                  <a:cubicBezTo>
                    <a:pt x="9105" y="9901"/>
                    <a:pt x="9578" y="9964"/>
                    <a:pt x="10082" y="9995"/>
                  </a:cubicBezTo>
                  <a:lnTo>
                    <a:pt x="10113" y="9995"/>
                  </a:lnTo>
                  <a:cubicBezTo>
                    <a:pt x="10302" y="9995"/>
                    <a:pt x="10428" y="9869"/>
                    <a:pt x="10460" y="9680"/>
                  </a:cubicBezTo>
                  <a:cubicBezTo>
                    <a:pt x="10460" y="9491"/>
                    <a:pt x="10365" y="9334"/>
                    <a:pt x="10145" y="9302"/>
                  </a:cubicBezTo>
                  <a:cubicBezTo>
                    <a:pt x="9767" y="9239"/>
                    <a:pt x="9483" y="9208"/>
                    <a:pt x="9199" y="9019"/>
                  </a:cubicBezTo>
                  <a:cubicBezTo>
                    <a:pt x="9388" y="8830"/>
                    <a:pt x="9609" y="8578"/>
                    <a:pt x="9767" y="8357"/>
                  </a:cubicBezTo>
                  <a:cubicBezTo>
                    <a:pt x="9980" y="8437"/>
                    <a:pt x="10181" y="8466"/>
                    <a:pt x="10384" y="8466"/>
                  </a:cubicBezTo>
                  <a:cubicBezTo>
                    <a:pt x="10660" y="8466"/>
                    <a:pt x="10938" y="8412"/>
                    <a:pt x="11247" y="8357"/>
                  </a:cubicBezTo>
                  <a:cubicBezTo>
                    <a:pt x="11468" y="8294"/>
                    <a:pt x="11531" y="8105"/>
                    <a:pt x="11499" y="7916"/>
                  </a:cubicBezTo>
                  <a:cubicBezTo>
                    <a:pt x="11472" y="7751"/>
                    <a:pt x="11300" y="7658"/>
                    <a:pt x="11131" y="7658"/>
                  </a:cubicBezTo>
                  <a:cubicBezTo>
                    <a:pt x="11107" y="7658"/>
                    <a:pt x="11082" y="7660"/>
                    <a:pt x="11058" y="7664"/>
                  </a:cubicBezTo>
                  <a:cubicBezTo>
                    <a:pt x="10806" y="7748"/>
                    <a:pt x="10596" y="7804"/>
                    <a:pt x="10391" y="7804"/>
                  </a:cubicBezTo>
                  <a:cubicBezTo>
                    <a:pt x="10288" y="7804"/>
                    <a:pt x="10187" y="7790"/>
                    <a:pt x="10082" y="7759"/>
                  </a:cubicBezTo>
                  <a:cubicBezTo>
                    <a:pt x="10208" y="7475"/>
                    <a:pt x="10302" y="7192"/>
                    <a:pt x="10365" y="6939"/>
                  </a:cubicBezTo>
                  <a:lnTo>
                    <a:pt x="10397" y="6939"/>
                  </a:lnTo>
                  <a:cubicBezTo>
                    <a:pt x="10932" y="6939"/>
                    <a:pt x="11342" y="6687"/>
                    <a:pt x="11751" y="6372"/>
                  </a:cubicBezTo>
                  <a:cubicBezTo>
                    <a:pt x="11940" y="6246"/>
                    <a:pt x="11972" y="6057"/>
                    <a:pt x="11846" y="5900"/>
                  </a:cubicBezTo>
                  <a:cubicBezTo>
                    <a:pt x="11789" y="5843"/>
                    <a:pt x="11687" y="5798"/>
                    <a:pt x="11580" y="5798"/>
                  </a:cubicBezTo>
                  <a:cubicBezTo>
                    <a:pt x="11509" y="5798"/>
                    <a:pt x="11436" y="5818"/>
                    <a:pt x="11373" y="5868"/>
                  </a:cubicBezTo>
                  <a:cubicBezTo>
                    <a:pt x="11058" y="6120"/>
                    <a:pt x="10775" y="6278"/>
                    <a:pt x="10460" y="6278"/>
                  </a:cubicBezTo>
                  <a:cubicBezTo>
                    <a:pt x="10460" y="6152"/>
                    <a:pt x="10491" y="5994"/>
                    <a:pt x="10491" y="5868"/>
                  </a:cubicBezTo>
                  <a:cubicBezTo>
                    <a:pt x="10491" y="5711"/>
                    <a:pt x="10491" y="5553"/>
                    <a:pt x="10460" y="5396"/>
                  </a:cubicBezTo>
                  <a:cubicBezTo>
                    <a:pt x="11027" y="5207"/>
                    <a:pt x="11279" y="4860"/>
                    <a:pt x="11594" y="4419"/>
                  </a:cubicBezTo>
                  <a:cubicBezTo>
                    <a:pt x="11720" y="4262"/>
                    <a:pt x="11688" y="4073"/>
                    <a:pt x="11531" y="3947"/>
                  </a:cubicBezTo>
                  <a:cubicBezTo>
                    <a:pt x="11465" y="3894"/>
                    <a:pt x="11394" y="3869"/>
                    <a:pt x="11324" y="3869"/>
                  </a:cubicBezTo>
                  <a:cubicBezTo>
                    <a:pt x="11226" y="3869"/>
                    <a:pt x="11132" y="3918"/>
                    <a:pt x="11058" y="4010"/>
                  </a:cubicBezTo>
                  <a:cubicBezTo>
                    <a:pt x="10838" y="4388"/>
                    <a:pt x="10617" y="4608"/>
                    <a:pt x="10365" y="4734"/>
                  </a:cubicBezTo>
                  <a:cubicBezTo>
                    <a:pt x="10271" y="4451"/>
                    <a:pt x="10176" y="4167"/>
                    <a:pt x="10019" y="3915"/>
                  </a:cubicBezTo>
                  <a:cubicBezTo>
                    <a:pt x="10460" y="3537"/>
                    <a:pt x="10617" y="3127"/>
                    <a:pt x="10775" y="2592"/>
                  </a:cubicBezTo>
                  <a:cubicBezTo>
                    <a:pt x="10806" y="2403"/>
                    <a:pt x="10712" y="2214"/>
                    <a:pt x="10554" y="2182"/>
                  </a:cubicBezTo>
                  <a:cubicBezTo>
                    <a:pt x="10520" y="2171"/>
                    <a:pt x="10485" y="2166"/>
                    <a:pt x="10450" y="2166"/>
                  </a:cubicBezTo>
                  <a:cubicBezTo>
                    <a:pt x="10292" y="2166"/>
                    <a:pt x="10139" y="2274"/>
                    <a:pt x="10113" y="2403"/>
                  </a:cubicBezTo>
                  <a:cubicBezTo>
                    <a:pt x="9987" y="2812"/>
                    <a:pt x="9924" y="3064"/>
                    <a:pt x="9672" y="3316"/>
                  </a:cubicBezTo>
                  <a:cubicBezTo>
                    <a:pt x="9515" y="3064"/>
                    <a:pt x="9325" y="2844"/>
                    <a:pt x="9136" y="2655"/>
                  </a:cubicBezTo>
                  <a:cubicBezTo>
                    <a:pt x="9451" y="2182"/>
                    <a:pt x="9388" y="1710"/>
                    <a:pt x="9357" y="1143"/>
                  </a:cubicBezTo>
                  <a:cubicBezTo>
                    <a:pt x="9357" y="954"/>
                    <a:pt x="9168" y="828"/>
                    <a:pt x="8979" y="828"/>
                  </a:cubicBezTo>
                  <a:cubicBezTo>
                    <a:pt x="8790" y="828"/>
                    <a:pt x="8664" y="1017"/>
                    <a:pt x="8664" y="1237"/>
                  </a:cubicBezTo>
                  <a:cubicBezTo>
                    <a:pt x="8695" y="1647"/>
                    <a:pt x="8695" y="1930"/>
                    <a:pt x="8569" y="2214"/>
                  </a:cubicBezTo>
                  <a:cubicBezTo>
                    <a:pt x="8349" y="2056"/>
                    <a:pt x="8097" y="1899"/>
                    <a:pt x="7813" y="1773"/>
                  </a:cubicBezTo>
                  <a:cubicBezTo>
                    <a:pt x="7939" y="1237"/>
                    <a:pt x="7782" y="796"/>
                    <a:pt x="7561" y="292"/>
                  </a:cubicBezTo>
                  <a:cubicBezTo>
                    <a:pt x="7493" y="178"/>
                    <a:pt x="7375" y="97"/>
                    <a:pt x="7243" y="97"/>
                  </a:cubicBezTo>
                  <a:cubicBezTo>
                    <a:pt x="7193" y="97"/>
                    <a:pt x="7141" y="108"/>
                    <a:pt x="7089" y="134"/>
                  </a:cubicBezTo>
                  <a:cubicBezTo>
                    <a:pt x="6931" y="197"/>
                    <a:pt x="6837" y="386"/>
                    <a:pt x="6931" y="607"/>
                  </a:cubicBezTo>
                  <a:cubicBezTo>
                    <a:pt x="7089" y="954"/>
                    <a:pt x="7215" y="1237"/>
                    <a:pt x="7152" y="1552"/>
                  </a:cubicBezTo>
                  <a:cubicBezTo>
                    <a:pt x="6900" y="1458"/>
                    <a:pt x="6616" y="1426"/>
                    <a:pt x="6301" y="1395"/>
                  </a:cubicBezTo>
                  <a:cubicBezTo>
                    <a:pt x="6206" y="828"/>
                    <a:pt x="5891" y="481"/>
                    <a:pt x="5545" y="71"/>
                  </a:cubicBezTo>
                  <a:cubicBezTo>
                    <a:pt x="5482" y="24"/>
                    <a:pt x="5395" y="1"/>
                    <a:pt x="53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13920;p134">
              <a:extLst>
                <a:ext uri="{FF2B5EF4-FFF2-40B4-BE49-F238E27FC236}">
                  <a16:creationId xmlns:a16="http://schemas.microsoft.com/office/drawing/2014/main" id="{B4A5128B-C198-2CA9-2953-FCFCBDE6348C}"/>
                </a:ext>
              </a:extLst>
            </p:cNvPr>
            <p:cNvSpPr/>
            <p:nvPr/>
          </p:nvSpPr>
          <p:spPr>
            <a:xfrm>
              <a:off x="-22740025" y="3217825"/>
              <a:ext cx="52000" cy="51225"/>
            </a:xfrm>
            <a:custGeom>
              <a:avLst/>
              <a:gdLst/>
              <a:ahLst/>
              <a:cxnLst/>
              <a:rect l="l" t="t" r="r" b="b"/>
              <a:pathLst>
                <a:path w="2080" h="2049" extrusionOk="0">
                  <a:moveTo>
                    <a:pt x="1040" y="0"/>
                  </a:moveTo>
                  <a:cubicBezTo>
                    <a:pt x="441" y="0"/>
                    <a:pt x="0" y="473"/>
                    <a:pt x="0" y="1009"/>
                  </a:cubicBezTo>
                  <a:cubicBezTo>
                    <a:pt x="0" y="1607"/>
                    <a:pt x="473" y="2048"/>
                    <a:pt x="1040" y="2048"/>
                  </a:cubicBezTo>
                  <a:cubicBezTo>
                    <a:pt x="1607" y="2048"/>
                    <a:pt x="2048" y="1576"/>
                    <a:pt x="2048" y="1009"/>
                  </a:cubicBezTo>
                  <a:cubicBezTo>
                    <a:pt x="2080" y="473"/>
                    <a:pt x="1607" y="0"/>
                    <a:pt x="10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13921;p134">
              <a:extLst>
                <a:ext uri="{FF2B5EF4-FFF2-40B4-BE49-F238E27FC236}">
                  <a16:creationId xmlns:a16="http://schemas.microsoft.com/office/drawing/2014/main" id="{A8F98C86-009C-6DD8-E097-16A76211DE96}"/>
                </a:ext>
              </a:extLst>
            </p:cNvPr>
            <p:cNvSpPr/>
            <p:nvPr/>
          </p:nvSpPr>
          <p:spPr>
            <a:xfrm>
              <a:off x="-22705375" y="3321800"/>
              <a:ext cx="17350" cy="18125"/>
            </a:xfrm>
            <a:custGeom>
              <a:avLst/>
              <a:gdLst/>
              <a:ahLst/>
              <a:cxnLst/>
              <a:rect l="l" t="t" r="r" b="b"/>
              <a:pathLst>
                <a:path w="694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67"/>
                    <a:pt x="158" y="725"/>
                    <a:pt x="347" y="725"/>
                  </a:cubicBezTo>
                  <a:cubicBezTo>
                    <a:pt x="536" y="725"/>
                    <a:pt x="694" y="567"/>
                    <a:pt x="694" y="347"/>
                  </a:cubicBezTo>
                  <a:cubicBezTo>
                    <a:pt x="694" y="158"/>
                    <a:pt x="536" y="0"/>
                    <a:pt x="3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5" name="Google Shape;13922;p134">
            <a:extLst>
              <a:ext uri="{FF2B5EF4-FFF2-40B4-BE49-F238E27FC236}">
                <a16:creationId xmlns:a16="http://schemas.microsoft.com/office/drawing/2014/main" id="{E891B892-7D72-C869-D0EE-DC5A918EFA4C}"/>
              </a:ext>
            </a:extLst>
          </p:cNvPr>
          <p:cNvGrpSpPr/>
          <p:nvPr/>
        </p:nvGrpSpPr>
        <p:grpSpPr>
          <a:xfrm>
            <a:off x="7952836" y="2835271"/>
            <a:ext cx="284768" cy="323459"/>
            <a:chOff x="-28069875" y="3175300"/>
            <a:chExt cx="260725" cy="296150"/>
          </a:xfrm>
          <a:solidFill>
            <a:schemeClr val="accent1">
              <a:lumMod val="75000"/>
            </a:schemeClr>
          </a:solidFill>
        </p:grpSpPr>
        <p:sp>
          <p:nvSpPr>
            <p:cNvPr id="466" name="Google Shape;13923;p134">
              <a:extLst>
                <a:ext uri="{FF2B5EF4-FFF2-40B4-BE49-F238E27FC236}">
                  <a16:creationId xmlns:a16="http://schemas.microsoft.com/office/drawing/2014/main" id="{2546EFF1-0E11-8D66-C20D-0ECC73758B8A}"/>
                </a:ext>
              </a:extLst>
            </p:cNvPr>
            <p:cNvSpPr/>
            <p:nvPr/>
          </p:nvSpPr>
          <p:spPr>
            <a:xfrm>
              <a:off x="-28059650" y="3192625"/>
              <a:ext cx="26025" cy="70125"/>
            </a:xfrm>
            <a:custGeom>
              <a:avLst/>
              <a:gdLst/>
              <a:ahLst/>
              <a:cxnLst/>
              <a:rect l="l" t="t" r="r" b="b"/>
              <a:pathLst>
                <a:path w="1041" h="2805" extrusionOk="0">
                  <a:moveTo>
                    <a:pt x="536" y="0"/>
                  </a:moveTo>
                  <a:cubicBezTo>
                    <a:pt x="253" y="0"/>
                    <a:pt x="1" y="252"/>
                    <a:pt x="1" y="536"/>
                  </a:cubicBezTo>
                  <a:lnTo>
                    <a:pt x="1" y="2458"/>
                  </a:lnTo>
                  <a:cubicBezTo>
                    <a:pt x="410" y="2458"/>
                    <a:pt x="757" y="2584"/>
                    <a:pt x="1040" y="2804"/>
                  </a:cubicBezTo>
                  <a:lnTo>
                    <a:pt x="1040" y="536"/>
                  </a:lnTo>
                  <a:cubicBezTo>
                    <a:pt x="1040" y="252"/>
                    <a:pt x="788" y="0"/>
                    <a:pt x="53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13924;p134">
              <a:extLst>
                <a:ext uri="{FF2B5EF4-FFF2-40B4-BE49-F238E27FC236}">
                  <a16:creationId xmlns:a16="http://schemas.microsoft.com/office/drawing/2014/main" id="{2A44440A-AF10-AF31-2B32-AD30A389B737}"/>
                </a:ext>
              </a:extLst>
            </p:cNvPr>
            <p:cNvSpPr/>
            <p:nvPr/>
          </p:nvSpPr>
          <p:spPr>
            <a:xfrm>
              <a:off x="-27843050" y="3192625"/>
              <a:ext cx="26025" cy="69325"/>
            </a:xfrm>
            <a:custGeom>
              <a:avLst/>
              <a:gdLst/>
              <a:ahLst/>
              <a:cxnLst/>
              <a:rect l="l" t="t" r="r" b="b"/>
              <a:pathLst>
                <a:path w="1041" h="2773" extrusionOk="0">
                  <a:moveTo>
                    <a:pt x="536" y="0"/>
                  </a:moveTo>
                  <a:cubicBezTo>
                    <a:pt x="253" y="0"/>
                    <a:pt x="1" y="252"/>
                    <a:pt x="1" y="536"/>
                  </a:cubicBezTo>
                  <a:lnTo>
                    <a:pt x="1" y="2773"/>
                  </a:lnTo>
                  <a:cubicBezTo>
                    <a:pt x="284" y="2584"/>
                    <a:pt x="694" y="2426"/>
                    <a:pt x="1040" y="2426"/>
                  </a:cubicBezTo>
                  <a:lnTo>
                    <a:pt x="1040" y="536"/>
                  </a:lnTo>
                  <a:cubicBezTo>
                    <a:pt x="1040" y="252"/>
                    <a:pt x="788" y="0"/>
                    <a:pt x="53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13925;p134">
              <a:extLst>
                <a:ext uri="{FF2B5EF4-FFF2-40B4-BE49-F238E27FC236}">
                  <a16:creationId xmlns:a16="http://schemas.microsoft.com/office/drawing/2014/main" id="{3F34F70A-D341-C5DB-7B46-95C47BA45777}"/>
                </a:ext>
              </a:extLst>
            </p:cNvPr>
            <p:cNvSpPr/>
            <p:nvPr/>
          </p:nvSpPr>
          <p:spPr>
            <a:xfrm>
              <a:off x="-27973000" y="3202075"/>
              <a:ext cx="26000" cy="57525"/>
            </a:xfrm>
            <a:custGeom>
              <a:avLst/>
              <a:gdLst/>
              <a:ahLst/>
              <a:cxnLst/>
              <a:rect l="l" t="t" r="r" b="b"/>
              <a:pathLst>
                <a:path w="1040" h="2301" extrusionOk="0">
                  <a:moveTo>
                    <a:pt x="536" y="0"/>
                  </a:moveTo>
                  <a:cubicBezTo>
                    <a:pt x="252" y="0"/>
                    <a:pt x="0" y="221"/>
                    <a:pt x="0" y="504"/>
                  </a:cubicBezTo>
                  <a:lnTo>
                    <a:pt x="0" y="1954"/>
                  </a:lnTo>
                  <a:cubicBezTo>
                    <a:pt x="410" y="1985"/>
                    <a:pt x="756" y="2080"/>
                    <a:pt x="1040" y="2300"/>
                  </a:cubicBezTo>
                  <a:lnTo>
                    <a:pt x="1040" y="504"/>
                  </a:lnTo>
                  <a:cubicBezTo>
                    <a:pt x="1040" y="221"/>
                    <a:pt x="788" y="0"/>
                    <a:pt x="53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13926;p134">
              <a:extLst>
                <a:ext uri="{FF2B5EF4-FFF2-40B4-BE49-F238E27FC236}">
                  <a16:creationId xmlns:a16="http://schemas.microsoft.com/office/drawing/2014/main" id="{C366B6C5-D19D-E436-CB80-FC26E7276C70}"/>
                </a:ext>
              </a:extLst>
            </p:cNvPr>
            <p:cNvSpPr/>
            <p:nvPr/>
          </p:nvSpPr>
          <p:spPr>
            <a:xfrm>
              <a:off x="-27929675" y="3202075"/>
              <a:ext cx="26000" cy="57525"/>
            </a:xfrm>
            <a:custGeom>
              <a:avLst/>
              <a:gdLst/>
              <a:ahLst/>
              <a:cxnLst/>
              <a:rect l="l" t="t" r="r" b="b"/>
              <a:pathLst>
                <a:path w="1040" h="2301" extrusionOk="0">
                  <a:moveTo>
                    <a:pt x="536" y="0"/>
                  </a:moveTo>
                  <a:cubicBezTo>
                    <a:pt x="252" y="0"/>
                    <a:pt x="0" y="221"/>
                    <a:pt x="0" y="504"/>
                  </a:cubicBezTo>
                  <a:lnTo>
                    <a:pt x="0" y="2300"/>
                  </a:lnTo>
                  <a:cubicBezTo>
                    <a:pt x="315" y="2111"/>
                    <a:pt x="693" y="1985"/>
                    <a:pt x="1040" y="1954"/>
                  </a:cubicBezTo>
                  <a:lnTo>
                    <a:pt x="1040" y="504"/>
                  </a:lnTo>
                  <a:cubicBezTo>
                    <a:pt x="1040" y="221"/>
                    <a:pt x="788" y="0"/>
                    <a:pt x="53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13927;p134">
              <a:extLst>
                <a:ext uri="{FF2B5EF4-FFF2-40B4-BE49-F238E27FC236}">
                  <a16:creationId xmlns:a16="http://schemas.microsoft.com/office/drawing/2014/main" id="{8BDBC93D-E790-6B6B-F4BE-E2677C9DBBCB}"/>
                </a:ext>
              </a:extLst>
            </p:cNvPr>
            <p:cNvSpPr/>
            <p:nvPr/>
          </p:nvSpPr>
          <p:spPr>
            <a:xfrm>
              <a:off x="-28016325" y="3175300"/>
              <a:ext cx="26025" cy="91375"/>
            </a:xfrm>
            <a:custGeom>
              <a:avLst/>
              <a:gdLst/>
              <a:ahLst/>
              <a:cxnLst/>
              <a:rect l="l" t="t" r="r" b="b"/>
              <a:pathLst>
                <a:path w="1041" h="3655" extrusionOk="0">
                  <a:moveTo>
                    <a:pt x="536" y="0"/>
                  </a:moveTo>
                  <a:cubicBezTo>
                    <a:pt x="253" y="0"/>
                    <a:pt x="1" y="221"/>
                    <a:pt x="1" y="504"/>
                  </a:cubicBezTo>
                  <a:lnTo>
                    <a:pt x="1" y="3655"/>
                  </a:lnTo>
                  <a:cubicBezTo>
                    <a:pt x="1" y="3655"/>
                    <a:pt x="1" y="3623"/>
                    <a:pt x="64" y="3623"/>
                  </a:cubicBezTo>
                  <a:cubicBezTo>
                    <a:pt x="284" y="3371"/>
                    <a:pt x="631" y="3182"/>
                    <a:pt x="1040" y="3056"/>
                  </a:cubicBezTo>
                  <a:lnTo>
                    <a:pt x="1040" y="504"/>
                  </a:lnTo>
                  <a:cubicBezTo>
                    <a:pt x="1040" y="221"/>
                    <a:pt x="788" y="0"/>
                    <a:pt x="53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13928;p134">
              <a:extLst>
                <a:ext uri="{FF2B5EF4-FFF2-40B4-BE49-F238E27FC236}">
                  <a16:creationId xmlns:a16="http://schemas.microsoft.com/office/drawing/2014/main" id="{E634EC2F-084A-3281-D25A-D5E62F01596D}"/>
                </a:ext>
              </a:extLst>
            </p:cNvPr>
            <p:cNvSpPr/>
            <p:nvPr/>
          </p:nvSpPr>
          <p:spPr>
            <a:xfrm>
              <a:off x="-27886375" y="3176075"/>
              <a:ext cx="26025" cy="91400"/>
            </a:xfrm>
            <a:custGeom>
              <a:avLst/>
              <a:gdLst/>
              <a:ahLst/>
              <a:cxnLst/>
              <a:rect l="l" t="t" r="r" b="b"/>
              <a:pathLst>
                <a:path w="1041" h="3656" extrusionOk="0">
                  <a:moveTo>
                    <a:pt x="536" y="1"/>
                  </a:moveTo>
                  <a:cubicBezTo>
                    <a:pt x="253" y="1"/>
                    <a:pt x="1" y="221"/>
                    <a:pt x="1" y="505"/>
                  </a:cubicBezTo>
                  <a:lnTo>
                    <a:pt x="1" y="3088"/>
                  </a:lnTo>
                  <a:cubicBezTo>
                    <a:pt x="379" y="3151"/>
                    <a:pt x="726" y="3340"/>
                    <a:pt x="1041" y="3655"/>
                  </a:cubicBezTo>
                  <a:lnTo>
                    <a:pt x="1041" y="505"/>
                  </a:lnTo>
                  <a:cubicBezTo>
                    <a:pt x="1041" y="253"/>
                    <a:pt x="789" y="1"/>
                    <a:pt x="5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13929;p134">
              <a:extLst>
                <a:ext uri="{FF2B5EF4-FFF2-40B4-BE49-F238E27FC236}">
                  <a16:creationId xmlns:a16="http://schemas.microsoft.com/office/drawing/2014/main" id="{71096A4A-0358-B2EC-5597-80CF0BCECD7D}"/>
                </a:ext>
              </a:extLst>
            </p:cNvPr>
            <p:cNvSpPr/>
            <p:nvPr/>
          </p:nvSpPr>
          <p:spPr>
            <a:xfrm>
              <a:off x="-28017900" y="3269025"/>
              <a:ext cx="161475" cy="133125"/>
            </a:xfrm>
            <a:custGeom>
              <a:avLst/>
              <a:gdLst/>
              <a:ahLst/>
              <a:cxnLst/>
              <a:rect l="l" t="t" r="r" b="b"/>
              <a:pathLst>
                <a:path w="6459" h="5325" extrusionOk="0">
                  <a:moveTo>
                    <a:pt x="1733" y="0"/>
                  </a:moveTo>
                  <a:cubicBezTo>
                    <a:pt x="1355" y="0"/>
                    <a:pt x="946" y="158"/>
                    <a:pt x="662" y="410"/>
                  </a:cubicBezTo>
                  <a:cubicBezTo>
                    <a:pt x="64" y="882"/>
                    <a:pt x="1" y="1639"/>
                    <a:pt x="347" y="2237"/>
                  </a:cubicBezTo>
                  <a:cubicBezTo>
                    <a:pt x="1324" y="2458"/>
                    <a:pt x="2048" y="3340"/>
                    <a:pt x="2174" y="4348"/>
                  </a:cubicBezTo>
                  <a:lnTo>
                    <a:pt x="3214" y="5325"/>
                  </a:lnTo>
                  <a:lnTo>
                    <a:pt x="4285" y="4348"/>
                  </a:lnTo>
                  <a:cubicBezTo>
                    <a:pt x="4380" y="3340"/>
                    <a:pt x="5073" y="2521"/>
                    <a:pt x="6113" y="2237"/>
                  </a:cubicBezTo>
                  <a:cubicBezTo>
                    <a:pt x="6459" y="1639"/>
                    <a:pt x="6333" y="882"/>
                    <a:pt x="5860" y="410"/>
                  </a:cubicBezTo>
                  <a:cubicBezTo>
                    <a:pt x="5577" y="158"/>
                    <a:pt x="5199" y="0"/>
                    <a:pt x="4789" y="0"/>
                  </a:cubicBezTo>
                  <a:cubicBezTo>
                    <a:pt x="4411" y="0"/>
                    <a:pt x="4002" y="158"/>
                    <a:pt x="3750" y="410"/>
                  </a:cubicBezTo>
                  <a:lnTo>
                    <a:pt x="3277" y="882"/>
                  </a:lnTo>
                  <a:lnTo>
                    <a:pt x="2805" y="410"/>
                  </a:lnTo>
                  <a:cubicBezTo>
                    <a:pt x="2521" y="158"/>
                    <a:pt x="2143" y="0"/>
                    <a:pt x="17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13930;p134">
              <a:extLst>
                <a:ext uri="{FF2B5EF4-FFF2-40B4-BE49-F238E27FC236}">
                  <a16:creationId xmlns:a16="http://schemas.microsoft.com/office/drawing/2014/main" id="{4CFA1055-DAE3-5B4B-9B20-E4A67ECE4512}"/>
                </a:ext>
              </a:extLst>
            </p:cNvPr>
            <p:cNvSpPr/>
            <p:nvPr/>
          </p:nvSpPr>
          <p:spPr>
            <a:xfrm>
              <a:off x="-27930475" y="3269800"/>
              <a:ext cx="121325" cy="201650"/>
            </a:xfrm>
            <a:custGeom>
              <a:avLst/>
              <a:gdLst/>
              <a:ahLst/>
              <a:cxnLst/>
              <a:rect l="l" t="t" r="r" b="b"/>
              <a:pathLst>
                <a:path w="4853" h="8066" extrusionOk="0">
                  <a:moveTo>
                    <a:pt x="4506" y="1"/>
                  </a:moveTo>
                  <a:cubicBezTo>
                    <a:pt x="3876" y="1"/>
                    <a:pt x="3403" y="505"/>
                    <a:pt x="3403" y="1198"/>
                  </a:cubicBezTo>
                  <a:lnTo>
                    <a:pt x="3403" y="2395"/>
                  </a:lnTo>
                  <a:cubicBezTo>
                    <a:pt x="3403" y="2584"/>
                    <a:pt x="3246" y="2742"/>
                    <a:pt x="3025" y="2742"/>
                  </a:cubicBezTo>
                  <a:cubicBezTo>
                    <a:pt x="2679" y="2742"/>
                    <a:pt x="2363" y="2868"/>
                    <a:pt x="2080" y="3025"/>
                  </a:cubicBezTo>
                  <a:cubicBezTo>
                    <a:pt x="1702" y="3372"/>
                    <a:pt x="1418" y="3939"/>
                    <a:pt x="1418" y="4474"/>
                  </a:cubicBezTo>
                  <a:lnTo>
                    <a:pt x="1418" y="5231"/>
                  </a:lnTo>
                  <a:cubicBezTo>
                    <a:pt x="1418" y="5420"/>
                    <a:pt x="1261" y="5577"/>
                    <a:pt x="1072" y="5577"/>
                  </a:cubicBezTo>
                  <a:cubicBezTo>
                    <a:pt x="883" y="5577"/>
                    <a:pt x="725" y="5420"/>
                    <a:pt x="725" y="5231"/>
                  </a:cubicBezTo>
                  <a:lnTo>
                    <a:pt x="1" y="5892"/>
                  </a:lnTo>
                  <a:lnTo>
                    <a:pt x="1" y="8066"/>
                  </a:lnTo>
                  <a:lnTo>
                    <a:pt x="3813" y="8066"/>
                  </a:lnTo>
                  <a:cubicBezTo>
                    <a:pt x="4033" y="8066"/>
                    <a:pt x="4191" y="7908"/>
                    <a:pt x="4191" y="7719"/>
                  </a:cubicBezTo>
                  <a:cubicBezTo>
                    <a:pt x="4191" y="7530"/>
                    <a:pt x="4033" y="7373"/>
                    <a:pt x="3813" y="7373"/>
                  </a:cubicBezTo>
                  <a:lnTo>
                    <a:pt x="3466" y="7373"/>
                  </a:lnTo>
                  <a:lnTo>
                    <a:pt x="3466" y="6270"/>
                  </a:lnTo>
                  <a:cubicBezTo>
                    <a:pt x="3466" y="6176"/>
                    <a:pt x="3498" y="6050"/>
                    <a:pt x="3592" y="6018"/>
                  </a:cubicBezTo>
                  <a:lnTo>
                    <a:pt x="4128" y="5420"/>
                  </a:lnTo>
                  <a:cubicBezTo>
                    <a:pt x="4600" y="4947"/>
                    <a:pt x="4852" y="4380"/>
                    <a:pt x="4852" y="3687"/>
                  </a:cubicBezTo>
                  <a:lnTo>
                    <a:pt x="4852" y="347"/>
                  </a:lnTo>
                  <a:cubicBezTo>
                    <a:pt x="4852" y="158"/>
                    <a:pt x="4695" y="1"/>
                    <a:pt x="450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13931;p134">
              <a:extLst>
                <a:ext uri="{FF2B5EF4-FFF2-40B4-BE49-F238E27FC236}">
                  <a16:creationId xmlns:a16="http://schemas.microsoft.com/office/drawing/2014/main" id="{A5A758EB-4BAB-6E88-6A0B-1271F3533AD4}"/>
                </a:ext>
              </a:extLst>
            </p:cNvPr>
            <p:cNvSpPr/>
            <p:nvPr/>
          </p:nvSpPr>
          <p:spPr>
            <a:xfrm>
              <a:off x="-28069875" y="3271375"/>
              <a:ext cx="122875" cy="200075"/>
            </a:xfrm>
            <a:custGeom>
              <a:avLst/>
              <a:gdLst/>
              <a:ahLst/>
              <a:cxnLst/>
              <a:rect l="l" t="t" r="r" b="b"/>
              <a:pathLst>
                <a:path w="4915" h="8003" extrusionOk="0">
                  <a:moveTo>
                    <a:pt x="347" y="1"/>
                  </a:moveTo>
                  <a:cubicBezTo>
                    <a:pt x="158" y="1"/>
                    <a:pt x="0" y="158"/>
                    <a:pt x="0" y="379"/>
                  </a:cubicBezTo>
                  <a:lnTo>
                    <a:pt x="0" y="3718"/>
                  </a:lnTo>
                  <a:cubicBezTo>
                    <a:pt x="0" y="4348"/>
                    <a:pt x="221" y="4979"/>
                    <a:pt x="693" y="5451"/>
                  </a:cubicBezTo>
                  <a:lnTo>
                    <a:pt x="1323" y="5955"/>
                  </a:lnTo>
                  <a:cubicBezTo>
                    <a:pt x="1418" y="6018"/>
                    <a:pt x="1449" y="6113"/>
                    <a:pt x="1449" y="6207"/>
                  </a:cubicBezTo>
                  <a:lnTo>
                    <a:pt x="1449" y="7310"/>
                  </a:lnTo>
                  <a:lnTo>
                    <a:pt x="1103" y="7310"/>
                  </a:lnTo>
                  <a:cubicBezTo>
                    <a:pt x="882" y="7310"/>
                    <a:pt x="725" y="7467"/>
                    <a:pt x="725" y="7656"/>
                  </a:cubicBezTo>
                  <a:cubicBezTo>
                    <a:pt x="725" y="7845"/>
                    <a:pt x="882" y="8003"/>
                    <a:pt x="1103" y="8003"/>
                  </a:cubicBezTo>
                  <a:lnTo>
                    <a:pt x="4915" y="8003"/>
                  </a:lnTo>
                  <a:lnTo>
                    <a:pt x="4915" y="5829"/>
                  </a:lnTo>
                  <a:lnTo>
                    <a:pt x="4190" y="5168"/>
                  </a:lnTo>
                  <a:cubicBezTo>
                    <a:pt x="4190" y="5357"/>
                    <a:pt x="4033" y="5514"/>
                    <a:pt x="3844" y="5514"/>
                  </a:cubicBezTo>
                  <a:cubicBezTo>
                    <a:pt x="3655" y="5514"/>
                    <a:pt x="3497" y="5357"/>
                    <a:pt x="3497" y="5168"/>
                  </a:cubicBezTo>
                  <a:lnTo>
                    <a:pt x="3497" y="4411"/>
                  </a:lnTo>
                  <a:cubicBezTo>
                    <a:pt x="3497" y="3876"/>
                    <a:pt x="3214" y="3372"/>
                    <a:pt x="2741" y="3057"/>
                  </a:cubicBezTo>
                  <a:cubicBezTo>
                    <a:pt x="2458" y="2899"/>
                    <a:pt x="2143" y="2773"/>
                    <a:pt x="1796" y="2773"/>
                  </a:cubicBezTo>
                  <a:cubicBezTo>
                    <a:pt x="1607" y="2773"/>
                    <a:pt x="1449" y="2616"/>
                    <a:pt x="1449" y="2427"/>
                  </a:cubicBezTo>
                  <a:lnTo>
                    <a:pt x="1449" y="1229"/>
                  </a:lnTo>
                  <a:cubicBezTo>
                    <a:pt x="1449" y="473"/>
                    <a:pt x="945" y="1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5" name="Google Shape;13932;p134">
            <a:extLst>
              <a:ext uri="{FF2B5EF4-FFF2-40B4-BE49-F238E27FC236}">
                <a16:creationId xmlns:a16="http://schemas.microsoft.com/office/drawing/2014/main" id="{535F081D-8AF2-A082-2B6D-362588E12EB6}"/>
              </a:ext>
            </a:extLst>
          </p:cNvPr>
          <p:cNvSpPr/>
          <p:nvPr/>
        </p:nvSpPr>
        <p:spPr>
          <a:xfrm>
            <a:off x="7933981" y="3254935"/>
            <a:ext cx="323459" cy="321548"/>
          </a:xfrm>
          <a:custGeom>
            <a:avLst/>
            <a:gdLst/>
            <a:ahLst/>
            <a:cxnLst/>
            <a:rect l="l" t="t" r="r" b="b"/>
            <a:pathLst>
              <a:path w="11846" h="11776" extrusionOk="0">
                <a:moveTo>
                  <a:pt x="9074" y="2261"/>
                </a:moveTo>
                <a:lnTo>
                  <a:pt x="9546" y="2733"/>
                </a:lnTo>
                <a:lnTo>
                  <a:pt x="9011" y="3300"/>
                </a:lnTo>
                <a:lnTo>
                  <a:pt x="8538" y="2828"/>
                </a:lnTo>
                <a:lnTo>
                  <a:pt x="9074" y="2261"/>
                </a:lnTo>
                <a:close/>
                <a:moveTo>
                  <a:pt x="6333" y="3489"/>
                </a:moveTo>
                <a:lnTo>
                  <a:pt x="8286" y="5474"/>
                </a:lnTo>
                <a:lnTo>
                  <a:pt x="7782" y="5978"/>
                </a:lnTo>
                <a:lnTo>
                  <a:pt x="7026" y="5222"/>
                </a:lnTo>
                <a:cubicBezTo>
                  <a:pt x="6963" y="5159"/>
                  <a:pt x="6876" y="5128"/>
                  <a:pt x="6789" y="5128"/>
                </a:cubicBezTo>
                <a:cubicBezTo>
                  <a:pt x="6703" y="5128"/>
                  <a:pt x="6616" y="5159"/>
                  <a:pt x="6553" y="5222"/>
                </a:cubicBezTo>
                <a:cubicBezTo>
                  <a:pt x="6427" y="5348"/>
                  <a:pt x="6427" y="5569"/>
                  <a:pt x="6553" y="5695"/>
                </a:cubicBezTo>
                <a:lnTo>
                  <a:pt x="7309" y="6451"/>
                </a:lnTo>
                <a:lnTo>
                  <a:pt x="6837" y="6924"/>
                </a:lnTo>
                <a:lnTo>
                  <a:pt x="4883" y="4939"/>
                </a:lnTo>
                <a:lnTo>
                  <a:pt x="6333" y="3489"/>
                </a:lnTo>
                <a:close/>
                <a:moveTo>
                  <a:pt x="2647" y="8688"/>
                </a:moveTo>
                <a:lnTo>
                  <a:pt x="3119" y="9160"/>
                </a:lnTo>
                <a:lnTo>
                  <a:pt x="2899" y="9412"/>
                </a:lnTo>
                <a:cubicBezTo>
                  <a:pt x="2836" y="9460"/>
                  <a:pt x="2749" y="9483"/>
                  <a:pt x="2662" y="9483"/>
                </a:cubicBezTo>
                <a:cubicBezTo>
                  <a:pt x="2576" y="9483"/>
                  <a:pt x="2489" y="9460"/>
                  <a:pt x="2426" y="9412"/>
                </a:cubicBezTo>
                <a:cubicBezTo>
                  <a:pt x="2300" y="9286"/>
                  <a:pt x="2300" y="9034"/>
                  <a:pt x="2426" y="8940"/>
                </a:cubicBezTo>
                <a:lnTo>
                  <a:pt x="2647" y="8688"/>
                </a:lnTo>
                <a:close/>
                <a:moveTo>
                  <a:pt x="9294" y="0"/>
                </a:moveTo>
                <a:cubicBezTo>
                  <a:pt x="9026" y="0"/>
                  <a:pt x="8758" y="103"/>
                  <a:pt x="8569" y="308"/>
                </a:cubicBezTo>
                <a:cubicBezTo>
                  <a:pt x="8160" y="686"/>
                  <a:pt x="8097" y="1410"/>
                  <a:pt x="8538" y="1820"/>
                </a:cubicBezTo>
                <a:lnTo>
                  <a:pt x="8065" y="2292"/>
                </a:lnTo>
                <a:lnTo>
                  <a:pt x="7089" y="1316"/>
                </a:lnTo>
                <a:cubicBezTo>
                  <a:pt x="6884" y="1127"/>
                  <a:pt x="6616" y="1032"/>
                  <a:pt x="6348" y="1032"/>
                </a:cubicBezTo>
                <a:cubicBezTo>
                  <a:pt x="6081" y="1032"/>
                  <a:pt x="5813" y="1127"/>
                  <a:pt x="5608" y="1316"/>
                </a:cubicBezTo>
                <a:cubicBezTo>
                  <a:pt x="5230" y="1725"/>
                  <a:pt x="5230" y="2387"/>
                  <a:pt x="5608" y="2765"/>
                </a:cubicBezTo>
                <a:lnTo>
                  <a:pt x="5860" y="3017"/>
                </a:lnTo>
                <a:lnTo>
                  <a:pt x="2678" y="6199"/>
                </a:lnTo>
                <a:cubicBezTo>
                  <a:pt x="2142" y="6734"/>
                  <a:pt x="2048" y="7428"/>
                  <a:pt x="2268" y="8058"/>
                </a:cubicBezTo>
                <a:lnTo>
                  <a:pt x="1922" y="8404"/>
                </a:lnTo>
                <a:cubicBezTo>
                  <a:pt x="1607" y="8719"/>
                  <a:pt x="1512" y="9192"/>
                  <a:pt x="1733" y="9601"/>
                </a:cubicBezTo>
                <a:lnTo>
                  <a:pt x="95" y="11208"/>
                </a:lnTo>
                <a:cubicBezTo>
                  <a:pt x="0" y="11334"/>
                  <a:pt x="0" y="11555"/>
                  <a:pt x="95" y="11681"/>
                </a:cubicBezTo>
                <a:cubicBezTo>
                  <a:pt x="158" y="11744"/>
                  <a:pt x="252" y="11775"/>
                  <a:pt x="343" y="11775"/>
                </a:cubicBezTo>
                <a:cubicBezTo>
                  <a:pt x="433" y="11775"/>
                  <a:pt x="520" y="11744"/>
                  <a:pt x="567" y="11681"/>
                </a:cubicBezTo>
                <a:lnTo>
                  <a:pt x="2174" y="10074"/>
                </a:lnTo>
                <a:cubicBezTo>
                  <a:pt x="2318" y="10136"/>
                  <a:pt x="2465" y="10164"/>
                  <a:pt x="2609" y="10164"/>
                </a:cubicBezTo>
                <a:cubicBezTo>
                  <a:pt x="2904" y="10164"/>
                  <a:pt x="3180" y="10044"/>
                  <a:pt x="3371" y="9853"/>
                </a:cubicBezTo>
                <a:lnTo>
                  <a:pt x="3718" y="9507"/>
                </a:lnTo>
                <a:cubicBezTo>
                  <a:pt x="3930" y="9598"/>
                  <a:pt x="4148" y="9640"/>
                  <a:pt x="4363" y="9640"/>
                </a:cubicBezTo>
                <a:cubicBezTo>
                  <a:pt x="4818" y="9640"/>
                  <a:pt x="5255" y="9450"/>
                  <a:pt x="5576" y="9129"/>
                </a:cubicBezTo>
                <a:lnTo>
                  <a:pt x="5797" y="8877"/>
                </a:lnTo>
                <a:lnTo>
                  <a:pt x="4820" y="7900"/>
                </a:lnTo>
                <a:cubicBezTo>
                  <a:pt x="4694" y="7774"/>
                  <a:pt x="4694" y="7554"/>
                  <a:pt x="4820" y="7428"/>
                </a:cubicBezTo>
                <a:cubicBezTo>
                  <a:pt x="4883" y="7365"/>
                  <a:pt x="4970" y="7333"/>
                  <a:pt x="5057" y="7333"/>
                </a:cubicBezTo>
                <a:cubicBezTo>
                  <a:pt x="5143" y="7333"/>
                  <a:pt x="5230" y="7365"/>
                  <a:pt x="5293" y="7428"/>
                </a:cubicBezTo>
                <a:lnTo>
                  <a:pt x="6270" y="8404"/>
                </a:lnTo>
                <a:lnTo>
                  <a:pt x="8727" y="5978"/>
                </a:lnTo>
                <a:lnTo>
                  <a:pt x="8948" y="6199"/>
                </a:lnTo>
                <a:cubicBezTo>
                  <a:pt x="9152" y="6404"/>
                  <a:pt x="9420" y="6506"/>
                  <a:pt x="9688" y="6506"/>
                </a:cubicBezTo>
                <a:cubicBezTo>
                  <a:pt x="9956" y="6506"/>
                  <a:pt x="10223" y="6404"/>
                  <a:pt x="10428" y="6199"/>
                </a:cubicBezTo>
                <a:cubicBezTo>
                  <a:pt x="10806" y="5821"/>
                  <a:pt x="10806" y="5159"/>
                  <a:pt x="10428" y="4750"/>
                </a:cubicBezTo>
                <a:lnTo>
                  <a:pt x="9420" y="3773"/>
                </a:lnTo>
                <a:lnTo>
                  <a:pt x="9987" y="3206"/>
                </a:lnTo>
                <a:cubicBezTo>
                  <a:pt x="10176" y="3411"/>
                  <a:pt x="10444" y="3513"/>
                  <a:pt x="10712" y="3513"/>
                </a:cubicBezTo>
                <a:cubicBezTo>
                  <a:pt x="10980" y="3513"/>
                  <a:pt x="11247" y="3411"/>
                  <a:pt x="11436" y="3206"/>
                </a:cubicBezTo>
                <a:cubicBezTo>
                  <a:pt x="11846" y="2828"/>
                  <a:pt x="11846" y="2166"/>
                  <a:pt x="11436" y="1757"/>
                </a:cubicBezTo>
                <a:lnTo>
                  <a:pt x="10019" y="308"/>
                </a:lnTo>
                <a:cubicBezTo>
                  <a:pt x="9830" y="103"/>
                  <a:pt x="9562" y="0"/>
                  <a:pt x="9294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76" name="Google Shape;13933;p134">
            <a:extLst>
              <a:ext uri="{FF2B5EF4-FFF2-40B4-BE49-F238E27FC236}">
                <a16:creationId xmlns:a16="http://schemas.microsoft.com/office/drawing/2014/main" id="{47FD5B2A-8C00-A48D-53DC-AEE5790C8D46}"/>
              </a:ext>
            </a:extLst>
          </p:cNvPr>
          <p:cNvGrpSpPr/>
          <p:nvPr/>
        </p:nvGrpSpPr>
        <p:grpSpPr>
          <a:xfrm>
            <a:off x="7990682" y="3667047"/>
            <a:ext cx="209078" cy="322613"/>
            <a:chOff x="-28032075" y="3916450"/>
            <a:chExt cx="191425" cy="295375"/>
          </a:xfrm>
          <a:solidFill>
            <a:schemeClr val="accent1">
              <a:lumMod val="75000"/>
            </a:schemeClr>
          </a:solidFill>
        </p:grpSpPr>
        <p:sp>
          <p:nvSpPr>
            <p:cNvPr id="477" name="Google Shape;13934;p134">
              <a:extLst>
                <a:ext uri="{FF2B5EF4-FFF2-40B4-BE49-F238E27FC236}">
                  <a16:creationId xmlns:a16="http://schemas.microsoft.com/office/drawing/2014/main" id="{9D0A00AB-7877-A53B-B87A-CEB76154FD78}"/>
                </a:ext>
              </a:extLst>
            </p:cNvPr>
            <p:cNvSpPr/>
            <p:nvPr/>
          </p:nvSpPr>
          <p:spPr>
            <a:xfrm>
              <a:off x="-27996625" y="3916450"/>
              <a:ext cx="120525" cy="51225"/>
            </a:xfrm>
            <a:custGeom>
              <a:avLst/>
              <a:gdLst/>
              <a:ahLst/>
              <a:cxnLst/>
              <a:rect l="l" t="t" r="r" b="b"/>
              <a:pathLst>
                <a:path w="4821" h="2049" extrusionOk="0">
                  <a:moveTo>
                    <a:pt x="1040" y="0"/>
                  </a:moveTo>
                  <a:cubicBezTo>
                    <a:pt x="441" y="0"/>
                    <a:pt x="0" y="473"/>
                    <a:pt x="0" y="1040"/>
                  </a:cubicBezTo>
                  <a:cubicBezTo>
                    <a:pt x="0" y="1607"/>
                    <a:pt x="473" y="2048"/>
                    <a:pt x="1040" y="2048"/>
                  </a:cubicBezTo>
                  <a:lnTo>
                    <a:pt x="3781" y="2048"/>
                  </a:lnTo>
                  <a:cubicBezTo>
                    <a:pt x="4379" y="2048"/>
                    <a:pt x="4820" y="1575"/>
                    <a:pt x="4820" y="1040"/>
                  </a:cubicBezTo>
                  <a:cubicBezTo>
                    <a:pt x="4820" y="441"/>
                    <a:pt x="4348" y="0"/>
                    <a:pt x="37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13935;p134">
              <a:extLst>
                <a:ext uri="{FF2B5EF4-FFF2-40B4-BE49-F238E27FC236}">
                  <a16:creationId xmlns:a16="http://schemas.microsoft.com/office/drawing/2014/main" id="{DA7FBBB1-C416-4A62-61B7-9A8337D9D15F}"/>
                </a:ext>
              </a:extLst>
            </p:cNvPr>
            <p:cNvSpPr/>
            <p:nvPr/>
          </p:nvSpPr>
          <p:spPr>
            <a:xfrm>
              <a:off x="-28032075" y="4089975"/>
              <a:ext cx="191425" cy="121850"/>
            </a:xfrm>
            <a:custGeom>
              <a:avLst/>
              <a:gdLst/>
              <a:ahLst/>
              <a:cxnLst/>
              <a:rect l="l" t="t" r="r" b="b"/>
              <a:pathLst>
                <a:path w="7657" h="4874" extrusionOk="0">
                  <a:moveTo>
                    <a:pt x="1733" y="715"/>
                  </a:moveTo>
                  <a:cubicBezTo>
                    <a:pt x="1954" y="715"/>
                    <a:pt x="2111" y="872"/>
                    <a:pt x="2111" y="1061"/>
                  </a:cubicBezTo>
                  <a:cubicBezTo>
                    <a:pt x="2111" y="1250"/>
                    <a:pt x="1954" y="1408"/>
                    <a:pt x="1733" y="1408"/>
                  </a:cubicBezTo>
                  <a:cubicBezTo>
                    <a:pt x="1544" y="1408"/>
                    <a:pt x="1387" y="1250"/>
                    <a:pt x="1387" y="1061"/>
                  </a:cubicBezTo>
                  <a:cubicBezTo>
                    <a:pt x="1418" y="872"/>
                    <a:pt x="1576" y="715"/>
                    <a:pt x="1733" y="715"/>
                  </a:cubicBezTo>
                  <a:close/>
                  <a:moveTo>
                    <a:pt x="3151" y="1376"/>
                  </a:moveTo>
                  <a:cubicBezTo>
                    <a:pt x="3372" y="1376"/>
                    <a:pt x="3529" y="1534"/>
                    <a:pt x="3529" y="1723"/>
                  </a:cubicBezTo>
                  <a:cubicBezTo>
                    <a:pt x="3529" y="1912"/>
                    <a:pt x="3372" y="2070"/>
                    <a:pt x="3151" y="2070"/>
                  </a:cubicBezTo>
                  <a:cubicBezTo>
                    <a:pt x="2962" y="2070"/>
                    <a:pt x="2804" y="1912"/>
                    <a:pt x="2804" y="1723"/>
                  </a:cubicBezTo>
                  <a:cubicBezTo>
                    <a:pt x="2804" y="1534"/>
                    <a:pt x="2962" y="1376"/>
                    <a:pt x="3151" y="1376"/>
                  </a:cubicBezTo>
                  <a:close/>
                  <a:moveTo>
                    <a:pt x="5199" y="2070"/>
                  </a:moveTo>
                  <a:cubicBezTo>
                    <a:pt x="5419" y="2070"/>
                    <a:pt x="5577" y="2227"/>
                    <a:pt x="5577" y="2448"/>
                  </a:cubicBezTo>
                  <a:cubicBezTo>
                    <a:pt x="5577" y="2637"/>
                    <a:pt x="5419" y="2794"/>
                    <a:pt x="5199" y="2794"/>
                  </a:cubicBezTo>
                  <a:cubicBezTo>
                    <a:pt x="5010" y="2794"/>
                    <a:pt x="4852" y="2637"/>
                    <a:pt x="4852" y="2448"/>
                  </a:cubicBezTo>
                  <a:cubicBezTo>
                    <a:pt x="4884" y="2227"/>
                    <a:pt x="5041" y="2070"/>
                    <a:pt x="5199" y="2070"/>
                  </a:cubicBezTo>
                  <a:close/>
                  <a:moveTo>
                    <a:pt x="3151" y="2794"/>
                  </a:moveTo>
                  <a:cubicBezTo>
                    <a:pt x="3372" y="2794"/>
                    <a:pt x="3529" y="2952"/>
                    <a:pt x="3529" y="3141"/>
                  </a:cubicBezTo>
                  <a:cubicBezTo>
                    <a:pt x="3529" y="3330"/>
                    <a:pt x="3372" y="3487"/>
                    <a:pt x="3151" y="3487"/>
                  </a:cubicBezTo>
                  <a:cubicBezTo>
                    <a:pt x="2962" y="3487"/>
                    <a:pt x="2804" y="3330"/>
                    <a:pt x="2804" y="3141"/>
                  </a:cubicBezTo>
                  <a:cubicBezTo>
                    <a:pt x="2804" y="2952"/>
                    <a:pt x="2962" y="2794"/>
                    <a:pt x="3151" y="2794"/>
                  </a:cubicBezTo>
                  <a:close/>
                  <a:moveTo>
                    <a:pt x="1748" y="1"/>
                  </a:moveTo>
                  <a:cubicBezTo>
                    <a:pt x="1181" y="1"/>
                    <a:pt x="615" y="166"/>
                    <a:pt x="63" y="494"/>
                  </a:cubicBezTo>
                  <a:cubicBezTo>
                    <a:pt x="63" y="715"/>
                    <a:pt x="0" y="872"/>
                    <a:pt x="0" y="1061"/>
                  </a:cubicBezTo>
                  <a:cubicBezTo>
                    <a:pt x="0" y="2196"/>
                    <a:pt x="536" y="3298"/>
                    <a:pt x="1418" y="4023"/>
                  </a:cubicBezTo>
                  <a:cubicBezTo>
                    <a:pt x="2111" y="4558"/>
                    <a:pt x="2962" y="4874"/>
                    <a:pt x="3844" y="4874"/>
                  </a:cubicBezTo>
                  <a:cubicBezTo>
                    <a:pt x="4096" y="4874"/>
                    <a:pt x="4380" y="4842"/>
                    <a:pt x="4663" y="4811"/>
                  </a:cubicBezTo>
                  <a:cubicBezTo>
                    <a:pt x="6144" y="4495"/>
                    <a:pt x="7341" y="3267"/>
                    <a:pt x="7625" y="1723"/>
                  </a:cubicBezTo>
                  <a:cubicBezTo>
                    <a:pt x="7656" y="1439"/>
                    <a:pt x="7656" y="1219"/>
                    <a:pt x="7656" y="935"/>
                  </a:cubicBezTo>
                  <a:lnTo>
                    <a:pt x="7656" y="935"/>
                  </a:lnTo>
                  <a:cubicBezTo>
                    <a:pt x="7033" y="1235"/>
                    <a:pt x="6444" y="1354"/>
                    <a:pt x="5904" y="1354"/>
                  </a:cubicBezTo>
                  <a:cubicBezTo>
                    <a:pt x="4969" y="1354"/>
                    <a:pt x="4183" y="1000"/>
                    <a:pt x="3624" y="620"/>
                  </a:cubicBezTo>
                  <a:cubicBezTo>
                    <a:pt x="3010" y="206"/>
                    <a:pt x="2378" y="1"/>
                    <a:pt x="174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13936;p134">
              <a:extLst>
                <a:ext uri="{FF2B5EF4-FFF2-40B4-BE49-F238E27FC236}">
                  <a16:creationId xmlns:a16="http://schemas.microsoft.com/office/drawing/2014/main" id="{F877D353-5AC5-11E7-1273-2B783E55AB0A}"/>
                </a:ext>
              </a:extLst>
            </p:cNvPr>
            <p:cNvSpPr/>
            <p:nvPr/>
          </p:nvSpPr>
          <p:spPr>
            <a:xfrm>
              <a:off x="-28024975" y="3985750"/>
              <a:ext cx="181950" cy="121975"/>
            </a:xfrm>
            <a:custGeom>
              <a:avLst/>
              <a:gdLst/>
              <a:ahLst/>
              <a:cxnLst/>
              <a:rect l="l" t="t" r="r" b="b"/>
              <a:pathLst>
                <a:path w="7278" h="4879" extrusionOk="0">
                  <a:moveTo>
                    <a:pt x="1827" y="1"/>
                  </a:moveTo>
                  <a:lnTo>
                    <a:pt x="1827" y="1639"/>
                  </a:lnTo>
                  <a:cubicBezTo>
                    <a:pt x="1827" y="1765"/>
                    <a:pt x="1733" y="1891"/>
                    <a:pt x="1607" y="1922"/>
                  </a:cubicBezTo>
                  <a:cubicBezTo>
                    <a:pt x="914" y="2363"/>
                    <a:pt x="315" y="3025"/>
                    <a:pt x="0" y="3813"/>
                  </a:cubicBezTo>
                  <a:cubicBezTo>
                    <a:pt x="492" y="3611"/>
                    <a:pt x="988" y="3505"/>
                    <a:pt x="1488" y="3505"/>
                  </a:cubicBezTo>
                  <a:cubicBezTo>
                    <a:pt x="2237" y="3505"/>
                    <a:pt x="2993" y="3743"/>
                    <a:pt x="3749" y="4254"/>
                  </a:cubicBezTo>
                  <a:cubicBezTo>
                    <a:pt x="4370" y="4673"/>
                    <a:pt x="5000" y="4878"/>
                    <a:pt x="5629" y="4878"/>
                  </a:cubicBezTo>
                  <a:cubicBezTo>
                    <a:pt x="6181" y="4878"/>
                    <a:pt x="6733" y="4721"/>
                    <a:pt x="7278" y="4411"/>
                  </a:cubicBezTo>
                  <a:cubicBezTo>
                    <a:pt x="7057" y="3372"/>
                    <a:pt x="6427" y="2427"/>
                    <a:pt x="5450" y="1922"/>
                  </a:cubicBezTo>
                  <a:cubicBezTo>
                    <a:pt x="5356" y="1859"/>
                    <a:pt x="5293" y="1765"/>
                    <a:pt x="5293" y="1639"/>
                  </a:cubicBezTo>
                  <a:lnTo>
                    <a:pt x="52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0" name="Google Shape;13937;p134">
            <a:extLst>
              <a:ext uri="{FF2B5EF4-FFF2-40B4-BE49-F238E27FC236}">
                <a16:creationId xmlns:a16="http://schemas.microsoft.com/office/drawing/2014/main" id="{9576059E-618B-C35C-8BFF-97EB3ED531BC}"/>
              </a:ext>
            </a:extLst>
          </p:cNvPr>
          <p:cNvGrpSpPr/>
          <p:nvPr/>
        </p:nvGrpSpPr>
        <p:grpSpPr>
          <a:xfrm>
            <a:off x="9975929" y="2835257"/>
            <a:ext cx="323487" cy="323487"/>
            <a:chOff x="-26201650" y="3176075"/>
            <a:chExt cx="296175" cy="296175"/>
          </a:xfrm>
          <a:solidFill>
            <a:schemeClr val="accent1">
              <a:lumMod val="75000"/>
            </a:schemeClr>
          </a:solidFill>
        </p:grpSpPr>
        <p:sp>
          <p:nvSpPr>
            <p:cNvPr id="481" name="Google Shape;13938;p134">
              <a:extLst>
                <a:ext uri="{FF2B5EF4-FFF2-40B4-BE49-F238E27FC236}">
                  <a16:creationId xmlns:a16="http://schemas.microsoft.com/office/drawing/2014/main" id="{C167E466-C1F1-CB8A-81DF-D5DEFCEABC9B}"/>
                </a:ext>
              </a:extLst>
            </p:cNvPr>
            <p:cNvSpPr/>
            <p:nvPr/>
          </p:nvSpPr>
          <p:spPr>
            <a:xfrm>
              <a:off x="-26082700" y="3176075"/>
              <a:ext cx="51200" cy="226875"/>
            </a:xfrm>
            <a:custGeom>
              <a:avLst/>
              <a:gdLst/>
              <a:ahLst/>
              <a:cxnLst/>
              <a:rect l="l" t="t" r="r" b="b"/>
              <a:pathLst>
                <a:path w="2048" h="9075" extrusionOk="0">
                  <a:moveTo>
                    <a:pt x="1071" y="1"/>
                  </a:moveTo>
                  <a:cubicBezTo>
                    <a:pt x="882" y="1"/>
                    <a:pt x="725" y="158"/>
                    <a:pt x="725" y="347"/>
                  </a:cubicBezTo>
                  <a:lnTo>
                    <a:pt x="725" y="6554"/>
                  </a:lnTo>
                  <a:cubicBezTo>
                    <a:pt x="473" y="6900"/>
                    <a:pt x="0" y="7656"/>
                    <a:pt x="0" y="8034"/>
                  </a:cubicBezTo>
                  <a:cubicBezTo>
                    <a:pt x="0" y="8633"/>
                    <a:pt x="473" y="9074"/>
                    <a:pt x="1040" y="9074"/>
                  </a:cubicBezTo>
                  <a:cubicBezTo>
                    <a:pt x="1638" y="9074"/>
                    <a:pt x="2048" y="8602"/>
                    <a:pt x="2048" y="8034"/>
                  </a:cubicBezTo>
                  <a:cubicBezTo>
                    <a:pt x="2048" y="7656"/>
                    <a:pt x="1638" y="6900"/>
                    <a:pt x="1355" y="6554"/>
                  </a:cubicBezTo>
                  <a:lnTo>
                    <a:pt x="1355" y="347"/>
                  </a:lnTo>
                  <a:cubicBezTo>
                    <a:pt x="1386" y="158"/>
                    <a:pt x="1260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13939;p134">
              <a:extLst>
                <a:ext uri="{FF2B5EF4-FFF2-40B4-BE49-F238E27FC236}">
                  <a16:creationId xmlns:a16="http://schemas.microsoft.com/office/drawing/2014/main" id="{5D2B8447-8440-2CF4-E401-5BA2821DFFC7}"/>
                </a:ext>
              </a:extLst>
            </p:cNvPr>
            <p:cNvSpPr/>
            <p:nvPr/>
          </p:nvSpPr>
          <p:spPr>
            <a:xfrm>
              <a:off x="-26201650" y="3317075"/>
              <a:ext cx="296175" cy="155175"/>
            </a:xfrm>
            <a:custGeom>
              <a:avLst/>
              <a:gdLst/>
              <a:ahLst/>
              <a:cxnLst/>
              <a:rect l="l" t="t" r="r" b="b"/>
              <a:pathLst>
                <a:path w="11847" h="6207" extrusionOk="0">
                  <a:moveTo>
                    <a:pt x="3939" y="662"/>
                  </a:moveTo>
                  <a:cubicBezTo>
                    <a:pt x="3876" y="914"/>
                    <a:pt x="3750" y="1134"/>
                    <a:pt x="3624" y="1323"/>
                  </a:cubicBezTo>
                  <a:cubicBezTo>
                    <a:pt x="3624" y="1386"/>
                    <a:pt x="3593" y="1418"/>
                    <a:pt x="3593" y="1481"/>
                  </a:cubicBezTo>
                  <a:cubicBezTo>
                    <a:pt x="3277" y="1292"/>
                    <a:pt x="2836" y="1229"/>
                    <a:pt x="2490" y="1229"/>
                  </a:cubicBezTo>
                  <a:cubicBezTo>
                    <a:pt x="1986" y="1229"/>
                    <a:pt x="1293" y="1386"/>
                    <a:pt x="1041" y="1859"/>
                  </a:cubicBezTo>
                  <a:cubicBezTo>
                    <a:pt x="915" y="2048"/>
                    <a:pt x="757" y="2111"/>
                    <a:pt x="568" y="2111"/>
                  </a:cubicBezTo>
                  <a:lnTo>
                    <a:pt x="568" y="1008"/>
                  </a:lnTo>
                  <a:cubicBezTo>
                    <a:pt x="568" y="819"/>
                    <a:pt x="726" y="662"/>
                    <a:pt x="915" y="662"/>
                  </a:cubicBezTo>
                  <a:close/>
                  <a:moveTo>
                    <a:pt x="10681" y="662"/>
                  </a:moveTo>
                  <a:cubicBezTo>
                    <a:pt x="10870" y="662"/>
                    <a:pt x="11028" y="819"/>
                    <a:pt x="11028" y="1008"/>
                  </a:cubicBezTo>
                  <a:lnTo>
                    <a:pt x="11028" y="2111"/>
                  </a:lnTo>
                  <a:cubicBezTo>
                    <a:pt x="10870" y="2111"/>
                    <a:pt x="10681" y="2048"/>
                    <a:pt x="10555" y="1859"/>
                  </a:cubicBezTo>
                  <a:cubicBezTo>
                    <a:pt x="10335" y="1449"/>
                    <a:pt x="9894" y="1229"/>
                    <a:pt x="9452" y="1229"/>
                  </a:cubicBezTo>
                  <a:cubicBezTo>
                    <a:pt x="9011" y="1229"/>
                    <a:pt x="8602" y="1449"/>
                    <a:pt x="8350" y="1859"/>
                  </a:cubicBezTo>
                  <a:cubicBezTo>
                    <a:pt x="8318" y="1922"/>
                    <a:pt x="8224" y="2016"/>
                    <a:pt x="8192" y="2048"/>
                  </a:cubicBezTo>
                  <a:cubicBezTo>
                    <a:pt x="8161" y="1733"/>
                    <a:pt x="8003" y="1292"/>
                    <a:pt x="7657" y="662"/>
                  </a:cubicBezTo>
                  <a:close/>
                  <a:moveTo>
                    <a:pt x="2332" y="2741"/>
                  </a:moveTo>
                  <a:cubicBezTo>
                    <a:pt x="2521" y="2741"/>
                    <a:pt x="2679" y="2899"/>
                    <a:pt x="2679" y="3119"/>
                  </a:cubicBezTo>
                  <a:cubicBezTo>
                    <a:pt x="2679" y="3308"/>
                    <a:pt x="2521" y="3466"/>
                    <a:pt x="2332" y="3466"/>
                  </a:cubicBezTo>
                  <a:cubicBezTo>
                    <a:pt x="2143" y="3466"/>
                    <a:pt x="1986" y="3308"/>
                    <a:pt x="1986" y="3119"/>
                  </a:cubicBezTo>
                  <a:cubicBezTo>
                    <a:pt x="1986" y="2899"/>
                    <a:pt x="2143" y="2741"/>
                    <a:pt x="2332" y="2741"/>
                  </a:cubicBezTo>
                  <a:close/>
                  <a:moveTo>
                    <a:pt x="9295" y="2741"/>
                  </a:moveTo>
                  <a:cubicBezTo>
                    <a:pt x="9484" y="2741"/>
                    <a:pt x="9641" y="2899"/>
                    <a:pt x="9641" y="3119"/>
                  </a:cubicBezTo>
                  <a:cubicBezTo>
                    <a:pt x="9641" y="3308"/>
                    <a:pt x="9484" y="3466"/>
                    <a:pt x="9295" y="3466"/>
                  </a:cubicBezTo>
                  <a:cubicBezTo>
                    <a:pt x="9106" y="3466"/>
                    <a:pt x="8948" y="3308"/>
                    <a:pt x="8948" y="3119"/>
                  </a:cubicBezTo>
                  <a:cubicBezTo>
                    <a:pt x="8948" y="2899"/>
                    <a:pt x="9106" y="2741"/>
                    <a:pt x="9295" y="2741"/>
                  </a:cubicBezTo>
                  <a:close/>
                  <a:moveTo>
                    <a:pt x="1608" y="4127"/>
                  </a:moveTo>
                  <a:cubicBezTo>
                    <a:pt x="1828" y="4127"/>
                    <a:pt x="1986" y="4285"/>
                    <a:pt x="1986" y="4474"/>
                  </a:cubicBezTo>
                  <a:cubicBezTo>
                    <a:pt x="1986" y="4694"/>
                    <a:pt x="1828" y="4852"/>
                    <a:pt x="1608" y="4852"/>
                  </a:cubicBezTo>
                  <a:cubicBezTo>
                    <a:pt x="1419" y="4852"/>
                    <a:pt x="1261" y="4694"/>
                    <a:pt x="1261" y="4474"/>
                  </a:cubicBezTo>
                  <a:cubicBezTo>
                    <a:pt x="1261" y="4285"/>
                    <a:pt x="1419" y="4127"/>
                    <a:pt x="1608" y="4127"/>
                  </a:cubicBezTo>
                  <a:close/>
                  <a:moveTo>
                    <a:pt x="3025" y="4127"/>
                  </a:moveTo>
                  <a:cubicBezTo>
                    <a:pt x="3246" y="4127"/>
                    <a:pt x="3404" y="4285"/>
                    <a:pt x="3404" y="4474"/>
                  </a:cubicBezTo>
                  <a:cubicBezTo>
                    <a:pt x="3404" y="4694"/>
                    <a:pt x="3183" y="4852"/>
                    <a:pt x="3025" y="4852"/>
                  </a:cubicBezTo>
                  <a:cubicBezTo>
                    <a:pt x="2836" y="4852"/>
                    <a:pt x="2679" y="4694"/>
                    <a:pt x="2679" y="4474"/>
                  </a:cubicBezTo>
                  <a:cubicBezTo>
                    <a:pt x="2679" y="4285"/>
                    <a:pt x="2836" y="4127"/>
                    <a:pt x="3025" y="4127"/>
                  </a:cubicBezTo>
                  <a:close/>
                  <a:moveTo>
                    <a:pt x="8602" y="4127"/>
                  </a:moveTo>
                  <a:cubicBezTo>
                    <a:pt x="8791" y="4127"/>
                    <a:pt x="8948" y="4285"/>
                    <a:pt x="8948" y="4474"/>
                  </a:cubicBezTo>
                  <a:cubicBezTo>
                    <a:pt x="8948" y="4694"/>
                    <a:pt x="8791" y="4852"/>
                    <a:pt x="8602" y="4852"/>
                  </a:cubicBezTo>
                  <a:cubicBezTo>
                    <a:pt x="8381" y="4852"/>
                    <a:pt x="8224" y="4694"/>
                    <a:pt x="8224" y="4474"/>
                  </a:cubicBezTo>
                  <a:cubicBezTo>
                    <a:pt x="8224" y="4285"/>
                    <a:pt x="8381" y="4127"/>
                    <a:pt x="8602" y="4127"/>
                  </a:cubicBezTo>
                  <a:close/>
                  <a:moveTo>
                    <a:pt x="9957" y="4127"/>
                  </a:moveTo>
                  <a:cubicBezTo>
                    <a:pt x="10177" y="4127"/>
                    <a:pt x="10335" y="4285"/>
                    <a:pt x="10335" y="4474"/>
                  </a:cubicBezTo>
                  <a:cubicBezTo>
                    <a:pt x="10335" y="4694"/>
                    <a:pt x="10177" y="4852"/>
                    <a:pt x="9957" y="4852"/>
                  </a:cubicBezTo>
                  <a:cubicBezTo>
                    <a:pt x="9768" y="4852"/>
                    <a:pt x="9610" y="4694"/>
                    <a:pt x="9610" y="4474"/>
                  </a:cubicBezTo>
                  <a:cubicBezTo>
                    <a:pt x="9610" y="4285"/>
                    <a:pt x="9768" y="4127"/>
                    <a:pt x="9957" y="4127"/>
                  </a:cubicBezTo>
                  <a:close/>
                  <a:moveTo>
                    <a:pt x="1041" y="0"/>
                  </a:moveTo>
                  <a:cubicBezTo>
                    <a:pt x="442" y="0"/>
                    <a:pt x="1" y="473"/>
                    <a:pt x="1" y="1008"/>
                  </a:cubicBezTo>
                  <a:lnTo>
                    <a:pt x="1" y="5860"/>
                  </a:lnTo>
                  <a:cubicBezTo>
                    <a:pt x="1" y="6049"/>
                    <a:pt x="159" y="6207"/>
                    <a:pt x="348" y="6207"/>
                  </a:cubicBezTo>
                  <a:lnTo>
                    <a:pt x="11500" y="6207"/>
                  </a:lnTo>
                  <a:cubicBezTo>
                    <a:pt x="11689" y="6207"/>
                    <a:pt x="11847" y="6049"/>
                    <a:pt x="11847" y="5860"/>
                  </a:cubicBezTo>
                  <a:lnTo>
                    <a:pt x="11847" y="1008"/>
                  </a:lnTo>
                  <a:cubicBezTo>
                    <a:pt x="11752" y="441"/>
                    <a:pt x="11280" y="0"/>
                    <a:pt x="10713" y="0"/>
                  </a:cubicBezTo>
                  <a:lnTo>
                    <a:pt x="7058" y="0"/>
                  </a:lnTo>
                  <a:cubicBezTo>
                    <a:pt x="6775" y="0"/>
                    <a:pt x="6617" y="315"/>
                    <a:pt x="6775" y="536"/>
                  </a:cubicBezTo>
                  <a:cubicBezTo>
                    <a:pt x="7342" y="1323"/>
                    <a:pt x="7594" y="1953"/>
                    <a:pt x="7594" y="2426"/>
                  </a:cubicBezTo>
                  <a:cubicBezTo>
                    <a:pt x="7594" y="2899"/>
                    <a:pt x="7405" y="3371"/>
                    <a:pt x="7027" y="3749"/>
                  </a:cubicBezTo>
                  <a:cubicBezTo>
                    <a:pt x="6686" y="4033"/>
                    <a:pt x="6243" y="4163"/>
                    <a:pt x="5813" y="4163"/>
                  </a:cubicBezTo>
                  <a:cubicBezTo>
                    <a:pt x="5766" y="4163"/>
                    <a:pt x="5719" y="4162"/>
                    <a:pt x="5672" y="4159"/>
                  </a:cubicBezTo>
                  <a:cubicBezTo>
                    <a:pt x="5168" y="4127"/>
                    <a:pt x="4695" y="3812"/>
                    <a:pt x="4443" y="3340"/>
                  </a:cubicBezTo>
                  <a:cubicBezTo>
                    <a:pt x="4128" y="2835"/>
                    <a:pt x="4097" y="2205"/>
                    <a:pt x="4349" y="1638"/>
                  </a:cubicBezTo>
                  <a:cubicBezTo>
                    <a:pt x="4506" y="1323"/>
                    <a:pt x="4695" y="945"/>
                    <a:pt x="4979" y="536"/>
                  </a:cubicBezTo>
                  <a:cubicBezTo>
                    <a:pt x="5136" y="315"/>
                    <a:pt x="4979" y="0"/>
                    <a:pt x="469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3" name="Google Shape;13940;p134">
            <a:extLst>
              <a:ext uri="{FF2B5EF4-FFF2-40B4-BE49-F238E27FC236}">
                <a16:creationId xmlns:a16="http://schemas.microsoft.com/office/drawing/2014/main" id="{6B39ED38-3508-8DB1-7FA3-110D46307811}"/>
              </a:ext>
            </a:extLst>
          </p:cNvPr>
          <p:cNvGrpSpPr/>
          <p:nvPr/>
        </p:nvGrpSpPr>
        <p:grpSpPr>
          <a:xfrm>
            <a:off x="9975493" y="3254449"/>
            <a:ext cx="324361" cy="322613"/>
            <a:chOff x="-26204800" y="3547050"/>
            <a:chExt cx="296975" cy="295375"/>
          </a:xfrm>
          <a:solidFill>
            <a:schemeClr val="accent1">
              <a:lumMod val="75000"/>
            </a:schemeClr>
          </a:solidFill>
        </p:grpSpPr>
        <p:sp>
          <p:nvSpPr>
            <p:cNvPr id="484" name="Google Shape;13941;p134">
              <a:extLst>
                <a:ext uri="{FF2B5EF4-FFF2-40B4-BE49-F238E27FC236}">
                  <a16:creationId xmlns:a16="http://schemas.microsoft.com/office/drawing/2014/main" id="{49FDBE10-82AF-807B-8FA7-B8BCBD56AE4E}"/>
                </a:ext>
              </a:extLst>
            </p:cNvPr>
            <p:cNvSpPr/>
            <p:nvPr/>
          </p:nvSpPr>
          <p:spPr>
            <a:xfrm>
              <a:off x="-26204000" y="3669125"/>
              <a:ext cx="296175" cy="173300"/>
            </a:xfrm>
            <a:custGeom>
              <a:avLst/>
              <a:gdLst/>
              <a:ahLst/>
              <a:cxnLst/>
              <a:rect l="l" t="t" r="r" b="b"/>
              <a:pathLst>
                <a:path w="11847" h="6932" extrusionOk="0">
                  <a:moveTo>
                    <a:pt x="7656" y="3466"/>
                  </a:moveTo>
                  <a:lnTo>
                    <a:pt x="7656" y="4852"/>
                  </a:lnTo>
                  <a:lnTo>
                    <a:pt x="6963" y="4852"/>
                  </a:lnTo>
                  <a:lnTo>
                    <a:pt x="6963" y="3466"/>
                  </a:lnTo>
                  <a:close/>
                  <a:moveTo>
                    <a:pt x="9074" y="3466"/>
                  </a:moveTo>
                  <a:lnTo>
                    <a:pt x="9074" y="4852"/>
                  </a:lnTo>
                  <a:lnTo>
                    <a:pt x="8381" y="4852"/>
                  </a:lnTo>
                  <a:lnTo>
                    <a:pt x="8381" y="3466"/>
                  </a:lnTo>
                  <a:close/>
                  <a:moveTo>
                    <a:pt x="10460" y="3435"/>
                  </a:moveTo>
                  <a:lnTo>
                    <a:pt x="10460" y="4852"/>
                  </a:lnTo>
                  <a:lnTo>
                    <a:pt x="9735" y="4852"/>
                  </a:lnTo>
                  <a:lnTo>
                    <a:pt x="9735" y="3466"/>
                  </a:lnTo>
                  <a:lnTo>
                    <a:pt x="10114" y="3466"/>
                  </a:lnTo>
                  <a:cubicBezTo>
                    <a:pt x="10208" y="3466"/>
                    <a:pt x="10334" y="3466"/>
                    <a:pt x="10460" y="3435"/>
                  </a:cubicBezTo>
                  <a:close/>
                  <a:moveTo>
                    <a:pt x="10114" y="1"/>
                  </a:moveTo>
                  <a:cubicBezTo>
                    <a:pt x="9515" y="1"/>
                    <a:pt x="9042" y="442"/>
                    <a:pt x="8633" y="788"/>
                  </a:cubicBezTo>
                  <a:cubicBezTo>
                    <a:pt x="8318" y="1103"/>
                    <a:pt x="8034" y="1387"/>
                    <a:pt x="7656" y="1387"/>
                  </a:cubicBezTo>
                  <a:cubicBezTo>
                    <a:pt x="7404" y="1387"/>
                    <a:pt x="7121" y="1229"/>
                    <a:pt x="7026" y="946"/>
                  </a:cubicBezTo>
                  <a:cubicBezTo>
                    <a:pt x="6974" y="815"/>
                    <a:pt x="6855" y="749"/>
                    <a:pt x="6708" y="749"/>
                  </a:cubicBezTo>
                  <a:cubicBezTo>
                    <a:pt x="6679" y="749"/>
                    <a:pt x="6648" y="752"/>
                    <a:pt x="6617" y="757"/>
                  </a:cubicBezTo>
                  <a:cubicBezTo>
                    <a:pt x="6018" y="914"/>
                    <a:pt x="5577" y="1481"/>
                    <a:pt x="5577" y="2080"/>
                  </a:cubicBezTo>
                  <a:cubicBezTo>
                    <a:pt x="5577" y="2616"/>
                    <a:pt x="5860" y="3025"/>
                    <a:pt x="6301" y="3277"/>
                  </a:cubicBezTo>
                  <a:lnTo>
                    <a:pt x="6301" y="4758"/>
                  </a:lnTo>
                  <a:cubicBezTo>
                    <a:pt x="6238" y="4758"/>
                    <a:pt x="6207" y="4726"/>
                    <a:pt x="6144" y="4726"/>
                  </a:cubicBezTo>
                  <a:lnTo>
                    <a:pt x="4443" y="3813"/>
                  </a:lnTo>
                  <a:cubicBezTo>
                    <a:pt x="4002" y="3592"/>
                    <a:pt x="3498" y="3466"/>
                    <a:pt x="2993" y="3466"/>
                  </a:cubicBezTo>
                  <a:lnTo>
                    <a:pt x="347" y="3466"/>
                  </a:lnTo>
                  <a:cubicBezTo>
                    <a:pt x="158" y="3466"/>
                    <a:pt x="0" y="3624"/>
                    <a:pt x="0" y="3813"/>
                  </a:cubicBezTo>
                  <a:lnTo>
                    <a:pt x="0" y="5199"/>
                  </a:lnTo>
                  <a:cubicBezTo>
                    <a:pt x="0" y="5388"/>
                    <a:pt x="158" y="5546"/>
                    <a:pt x="347" y="5546"/>
                  </a:cubicBezTo>
                  <a:lnTo>
                    <a:pt x="2993" y="5546"/>
                  </a:lnTo>
                  <a:cubicBezTo>
                    <a:pt x="3371" y="5546"/>
                    <a:pt x="3781" y="5672"/>
                    <a:pt x="4128" y="5829"/>
                  </a:cubicBezTo>
                  <a:lnTo>
                    <a:pt x="5829" y="6743"/>
                  </a:lnTo>
                  <a:cubicBezTo>
                    <a:pt x="6049" y="6869"/>
                    <a:pt x="6364" y="6932"/>
                    <a:pt x="6648" y="6932"/>
                  </a:cubicBezTo>
                  <a:lnTo>
                    <a:pt x="10807" y="6932"/>
                  </a:lnTo>
                  <a:cubicBezTo>
                    <a:pt x="11405" y="6932"/>
                    <a:pt x="11846" y="6459"/>
                    <a:pt x="11846" y="5924"/>
                  </a:cubicBezTo>
                  <a:cubicBezTo>
                    <a:pt x="11846" y="5483"/>
                    <a:pt x="11563" y="5073"/>
                    <a:pt x="11122" y="4915"/>
                  </a:cubicBezTo>
                  <a:lnTo>
                    <a:pt x="11122" y="3120"/>
                  </a:lnTo>
                  <a:cubicBezTo>
                    <a:pt x="11563" y="2805"/>
                    <a:pt x="11846" y="2301"/>
                    <a:pt x="11846" y="1733"/>
                  </a:cubicBezTo>
                  <a:cubicBezTo>
                    <a:pt x="11846" y="788"/>
                    <a:pt x="11059" y="1"/>
                    <a:pt x="1011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13942;p134">
              <a:extLst>
                <a:ext uri="{FF2B5EF4-FFF2-40B4-BE49-F238E27FC236}">
                  <a16:creationId xmlns:a16="http://schemas.microsoft.com/office/drawing/2014/main" id="{E189BD83-EA2E-A4F8-36C2-2ECD952D40E9}"/>
                </a:ext>
              </a:extLst>
            </p:cNvPr>
            <p:cNvSpPr/>
            <p:nvPr/>
          </p:nvSpPr>
          <p:spPr>
            <a:xfrm>
              <a:off x="-26204800" y="3547050"/>
              <a:ext cx="296975" cy="122100"/>
            </a:xfrm>
            <a:custGeom>
              <a:avLst/>
              <a:gdLst/>
              <a:ahLst/>
              <a:cxnLst/>
              <a:rect l="l" t="t" r="r" b="b"/>
              <a:pathLst>
                <a:path w="11879" h="4884" extrusionOk="0">
                  <a:moveTo>
                    <a:pt x="10839" y="1702"/>
                  </a:moveTo>
                  <a:cubicBezTo>
                    <a:pt x="11028" y="1702"/>
                    <a:pt x="11185" y="1859"/>
                    <a:pt x="11185" y="2048"/>
                  </a:cubicBezTo>
                  <a:cubicBezTo>
                    <a:pt x="11154" y="2269"/>
                    <a:pt x="10996" y="2426"/>
                    <a:pt x="10839" y="2426"/>
                  </a:cubicBezTo>
                  <a:lnTo>
                    <a:pt x="10492" y="2426"/>
                  </a:lnTo>
                  <a:lnTo>
                    <a:pt x="10492" y="1702"/>
                  </a:lnTo>
                  <a:close/>
                  <a:moveTo>
                    <a:pt x="726" y="725"/>
                  </a:moveTo>
                  <a:lnTo>
                    <a:pt x="1419" y="757"/>
                  </a:lnTo>
                  <a:lnTo>
                    <a:pt x="1419" y="4002"/>
                  </a:lnTo>
                  <a:lnTo>
                    <a:pt x="726" y="4096"/>
                  </a:lnTo>
                  <a:lnTo>
                    <a:pt x="726" y="725"/>
                  </a:lnTo>
                  <a:close/>
                  <a:moveTo>
                    <a:pt x="379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4537"/>
                  </a:lnTo>
                  <a:cubicBezTo>
                    <a:pt x="1" y="4726"/>
                    <a:pt x="221" y="4884"/>
                    <a:pt x="411" y="4884"/>
                  </a:cubicBezTo>
                  <a:lnTo>
                    <a:pt x="9578" y="3592"/>
                  </a:lnTo>
                  <a:cubicBezTo>
                    <a:pt x="9862" y="3561"/>
                    <a:pt x="10083" y="3403"/>
                    <a:pt x="10240" y="3151"/>
                  </a:cubicBezTo>
                  <a:lnTo>
                    <a:pt x="10807" y="3151"/>
                  </a:lnTo>
                  <a:cubicBezTo>
                    <a:pt x="11406" y="3151"/>
                    <a:pt x="11815" y="2678"/>
                    <a:pt x="11815" y="2143"/>
                  </a:cubicBezTo>
                  <a:cubicBezTo>
                    <a:pt x="11878" y="1513"/>
                    <a:pt x="11406" y="1040"/>
                    <a:pt x="10839" y="1040"/>
                  </a:cubicBezTo>
                  <a:lnTo>
                    <a:pt x="10240" y="1040"/>
                  </a:lnTo>
                  <a:cubicBezTo>
                    <a:pt x="10083" y="788"/>
                    <a:pt x="9831" y="694"/>
                    <a:pt x="9515" y="631"/>
                  </a:cubicBezTo>
                  <a:lnTo>
                    <a:pt x="3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6" name="Google Shape;13943;p134">
            <a:extLst>
              <a:ext uri="{FF2B5EF4-FFF2-40B4-BE49-F238E27FC236}">
                <a16:creationId xmlns:a16="http://schemas.microsoft.com/office/drawing/2014/main" id="{F06F734F-E997-7C14-481F-9F26E0EBB76B}"/>
              </a:ext>
            </a:extLst>
          </p:cNvPr>
          <p:cNvSpPr/>
          <p:nvPr/>
        </p:nvSpPr>
        <p:spPr>
          <a:xfrm>
            <a:off x="10005644" y="3666558"/>
            <a:ext cx="264971" cy="323487"/>
          </a:xfrm>
          <a:custGeom>
            <a:avLst/>
            <a:gdLst/>
            <a:ahLst/>
            <a:cxnLst/>
            <a:rect l="l" t="t" r="r" b="b"/>
            <a:pathLst>
              <a:path w="9704" h="11847" extrusionOk="0">
                <a:moveTo>
                  <a:pt x="7687" y="662"/>
                </a:moveTo>
                <a:cubicBezTo>
                  <a:pt x="7813" y="945"/>
                  <a:pt x="7971" y="1134"/>
                  <a:pt x="8160" y="1386"/>
                </a:cubicBezTo>
                <a:lnTo>
                  <a:pt x="1008" y="1386"/>
                </a:lnTo>
                <a:cubicBezTo>
                  <a:pt x="788" y="1386"/>
                  <a:pt x="630" y="1229"/>
                  <a:pt x="630" y="1040"/>
                </a:cubicBezTo>
                <a:cubicBezTo>
                  <a:pt x="630" y="819"/>
                  <a:pt x="788" y="662"/>
                  <a:pt x="1008" y="662"/>
                </a:cubicBezTo>
                <a:close/>
                <a:moveTo>
                  <a:pt x="6553" y="3466"/>
                </a:moveTo>
                <a:cubicBezTo>
                  <a:pt x="6742" y="3466"/>
                  <a:pt x="6900" y="3623"/>
                  <a:pt x="6900" y="3812"/>
                </a:cubicBezTo>
                <a:lnTo>
                  <a:pt x="6900" y="4852"/>
                </a:lnTo>
                <a:lnTo>
                  <a:pt x="7939" y="4852"/>
                </a:lnTo>
                <a:cubicBezTo>
                  <a:pt x="8128" y="4852"/>
                  <a:pt x="8286" y="5009"/>
                  <a:pt x="8286" y="5199"/>
                </a:cubicBezTo>
                <a:lnTo>
                  <a:pt x="8286" y="6585"/>
                </a:lnTo>
                <a:cubicBezTo>
                  <a:pt x="8286" y="6774"/>
                  <a:pt x="8128" y="6931"/>
                  <a:pt x="7939" y="6931"/>
                </a:cubicBezTo>
                <a:lnTo>
                  <a:pt x="6900" y="6931"/>
                </a:lnTo>
                <a:lnTo>
                  <a:pt x="6900" y="7971"/>
                </a:lnTo>
                <a:cubicBezTo>
                  <a:pt x="6900" y="8160"/>
                  <a:pt x="6742" y="8317"/>
                  <a:pt x="6553" y="8317"/>
                </a:cubicBezTo>
                <a:lnTo>
                  <a:pt x="5167" y="8317"/>
                </a:lnTo>
                <a:cubicBezTo>
                  <a:pt x="4978" y="8317"/>
                  <a:pt x="4820" y="8160"/>
                  <a:pt x="4820" y="7971"/>
                </a:cubicBezTo>
                <a:lnTo>
                  <a:pt x="4820" y="6931"/>
                </a:lnTo>
                <a:lnTo>
                  <a:pt x="3781" y="6931"/>
                </a:lnTo>
                <a:cubicBezTo>
                  <a:pt x="3592" y="6931"/>
                  <a:pt x="3434" y="6774"/>
                  <a:pt x="3434" y="6585"/>
                </a:cubicBezTo>
                <a:lnTo>
                  <a:pt x="3434" y="5199"/>
                </a:lnTo>
                <a:cubicBezTo>
                  <a:pt x="3434" y="5009"/>
                  <a:pt x="3592" y="4852"/>
                  <a:pt x="3781" y="4852"/>
                </a:cubicBezTo>
                <a:lnTo>
                  <a:pt x="4820" y="4852"/>
                </a:lnTo>
                <a:lnTo>
                  <a:pt x="4820" y="3812"/>
                </a:lnTo>
                <a:cubicBezTo>
                  <a:pt x="4820" y="3623"/>
                  <a:pt x="4978" y="3466"/>
                  <a:pt x="5167" y="3466"/>
                </a:cubicBezTo>
                <a:close/>
                <a:moveTo>
                  <a:pt x="7939" y="9735"/>
                </a:moveTo>
                <a:cubicBezTo>
                  <a:pt x="8128" y="9735"/>
                  <a:pt x="8286" y="9893"/>
                  <a:pt x="8286" y="10082"/>
                </a:cubicBezTo>
                <a:cubicBezTo>
                  <a:pt x="8286" y="10334"/>
                  <a:pt x="8128" y="10428"/>
                  <a:pt x="7939" y="10428"/>
                </a:cubicBezTo>
                <a:lnTo>
                  <a:pt x="3749" y="10428"/>
                </a:lnTo>
                <a:cubicBezTo>
                  <a:pt x="3560" y="10428"/>
                  <a:pt x="3403" y="10271"/>
                  <a:pt x="3403" y="10082"/>
                </a:cubicBezTo>
                <a:cubicBezTo>
                  <a:pt x="3403" y="9893"/>
                  <a:pt x="3560" y="9735"/>
                  <a:pt x="3749" y="9735"/>
                </a:cubicBezTo>
                <a:close/>
                <a:moveTo>
                  <a:pt x="1040" y="0"/>
                </a:moveTo>
                <a:cubicBezTo>
                  <a:pt x="441" y="0"/>
                  <a:pt x="0" y="473"/>
                  <a:pt x="0" y="1040"/>
                </a:cubicBezTo>
                <a:lnTo>
                  <a:pt x="0" y="10428"/>
                </a:lnTo>
                <a:cubicBezTo>
                  <a:pt x="0" y="11184"/>
                  <a:pt x="630" y="11815"/>
                  <a:pt x="1386" y="11815"/>
                </a:cubicBezTo>
                <a:lnTo>
                  <a:pt x="1386" y="2048"/>
                </a:lnTo>
                <a:lnTo>
                  <a:pt x="2111" y="2048"/>
                </a:lnTo>
                <a:lnTo>
                  <a:pt x="2111" y="11815"/>
                </a:lnTo>
                <a:lnTo>
                  <a:pt x="9357" y="11815"/>
                </a:lnTo>
                <a:lnTo>
                  <a:pt x="9357" y="11846"/>
                </a:lnTo>
                <a:cubicBezTo>
                  <a:pt x="9546" y="11846"/>
                  <a:pt x="9704" y="11688"/>
                  <a:pt x="9704" y="11499"/>
                </a:cubicBezTo>
                <a:lnTo>
                  <a:pt x="9704" y="1733"/>
                </a:lnTo>
                <a:cubicBezTo>
                  <a:pt x="9704" y="1607"/>
                  <a:pt x="9609" y="1449"/>
                  <a:pt x="9452" y="1418"/>
                </a:cubicBezTo>
                <a:cubicBezTo>
                  <a:pt x="8822" y="1166"/>
                  <a:pt x="8443" y="756"/>
                  <a:pt x="8286" y="252"/>
                </a:cubicBezTo>
                <a:cubicBezTo>
                  <a:pt x="8254" y="95"/>
                  <a:pt x="8097" y="0"/>
                  <a:pt x="7971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87" name="Google Shape;13944;p134">
            <a:extLst>
              <a:ext uri="{FF2B5EF4-FFF2-40B4-BE49-F238E27FC236}">
                <a16:creationId xmlns:a16="http://schemas.microsoft.com/office/drawing/2014/main" id="{7A1135B0-CD54-12F2-532B-4F9EC0B906B4}"/>
              </a:ext>
            </a:extLst>
          </p:cNvPr>
          <p:cNvGrpSpPr/>
          <p:nvPr/>
        </p:nvGrpSpPr>
        <p:grpSpPr>
          <a:xfrm>
            <a:off x="8757264" y="4107078"/>
            <a:ext cx="316606" cy="323487"/>
            <a:chOff x="-24353875" y="3147725"/>
            <a:chExt cx="289875" cy="296175"/>
          </a:xfrm>
          <a:solidFill>
            <a:schemeClr val="accent1">
              <a:lumMod val="75000"/>
            </a:schemeClr>
          </a:solidFill>
        </p:grpSpPr>
        <p:sp>
          <p:nvSpPr>
            <p:cNvPr id="488" name="Google Shape;13945;p134">
              <a:extLst>
                <a:ext uri="{FF2B5EF4-FFF2-40B4-BE49-F238E27FC236}">
                  <a16:creationId xmlns:a16="http://schemas.microsoft.com/office/drawing/2014/main" id="{327DD0F3-EEA1-ABDF-69E3-C0AB820D8BE0}"/>
                </a:ext>
              </a:extLst>
            </p:cNvPr>
            <p:cNvSpPr/>
            <p:nvPr/>
          </p:nvSpPr>
          <p:spPr>
            <a:xfrm>
              <a:off x="-24238100" y="3271375"/>
              <a:ext cx="52025" cy="51225"/>
            </a:xfrm>
            <a:custGeom>
              <a:avLst/>
              <a:gdLst/>
              <a:ahLst/>
              <a:cxnLst/>
              <a:rect l="l" t="t" r="r" b="b"/>
              <a:pathLst>
                <a:path w="2081" h="2049" extrusionOk="0">
                  <a:moveTo>
                    <a:pt x="1041" y="1"/>
                  </a:moveTo>
                  <a:cubicBezTo>
                    <a:pt x="505" y="1"/>
                    <a:pt x="32" y="473"/>
                    <a:pt x="32" y="1040"/>
                  </a:cubicBezTo>
                  <a:cubicBezTo>
                    <a:pt x="1" y="1576"/>
                    <a:pt x="473" y="2049"/>
                    <a:pt x="1041" y="2049"/>
                  </a:cubicBezTo>
                  <a:cubicBezTo>
                    <a:pt x="1639" y="2049"/>
                    <a:pt x="2080" y="1576"/>
                    <a:pt x="2080" y="1040"/>
                  </a:cubicBezTo>
                  <a:cubicBezTo>
                    <a:pt x="2080" y="442"/>
                    <a:pt x="1608" y="1"/>
                    <a:pt x="10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13946;p134">
              <a:extLst>
                <a:ext uri="{FF2B5EF4-FFF2-40B4-BE49-F238E27FC236}">
                  <a16:creationId xmlns:a16="http://schemas.microsoft.com/office/drawing/2014/main" id="{26340CF2-35D7-3007-39A6-CAC763548866}"/>
                </a:ext>
              </a:extLst>
            </p:cNvPr>
            <p:cNvSpPr/>
            <p:nvPr/>
          </p:nvSpPr>
          <p:spPr>
            <a:xfrm>
              <a:off x="-24353875" y="3147725"/>
              <a:ext cx="289875" cy="296175"/>
            </a:xfrm>
            <a:custGeom>
              <a:avLst/>
              <a:gdLst/>
              <a:ahLst/>
              <a:cxnLst/>
              <a:rect l="l" t="t" r="r" b="b"/>
              <a:pathLst>
                <a:path w="11595" h="11847" extrusionOk="0">
                  <a:moveTo>
                    <a:pt x="5672" y="757"/>
                  </a:moveTo>
                  <a:cubicBezTo>
                    <a:pt x="6144" y="757"/>
                    <a:pt x="6680" y="1544"/>
                    <a:pt x="7026" y="2710"/>
                  </a:cubicBezTo>
                  <a:cubicBezTo>
                    <a:pt x="6585" y="2867"/>
                    <a:pt x="6176" y="3025"/>
                    <a:pt x="5672" y="3214"/>
                  </a:cubicBezTo>
                  <a:cubicBezTo>
                    <a:pt x="5262" y="3025"/>
                    <a:pt x="4789" y="2836"/>
                    <a:pt x="4348" y="2710"/>
                  </a:cubicBezTo>
                  <a:cubicBezTo>
                    <a:pt x="4695" y="1481"/>
                    <a:pt x="5199" y="757"/>
                    <a:pt x="5672" y="757"/>
                  </a:cubicBezTo>
                  <a:close/>
                  <a:moveTo>
                    <a:pt x="4191" y="3372"/>
                  </a:moveTo>
                  <a:cubicBezTo>
                    <a:pt x="4411" y="3466"/>
                    <a:pt x="4632" y="3529"/>
                    <a:pt x="4852" y="3624"/>
                  </a:cubicBezTo>
                  <a:cubicBezTo>
                    <a:pt x="4159" y="3970"/>
                    <a:pt x="4726" y="3655"/>
                    <a:pt x="4065" y="4096"/>
                  </a:cubicBezTo>
                  <a:lnTo>
                    <a:pt x="4191" y="3372"/>
                  </a:lnTo>
                  <a:close/>
                  <a:moveTo>
                    <a:pt x="7184" y="3372"/>
                  </a:moveTo>
                  <a:lnTo>
                    <a:pt x="7310" y="4096"/>
                  </a:lnTo>
                  <a:cubicBezTo>
                    <a:pt x="6585" y="3655"/>
                    <a:pt x="7184" y="4002"/>
                    <a:pt x="6522" y="3624"/>
                  </a:cubicBezTo>
                  <a:cubicBezTo>
                    <a:pt x="6743" y="3529"/>
                    <a:pt x="6995" y="3466"/>
                    <a:pt x="7184" y="3372"/>
                  </a:cubicBezTo>
                  <a:close/>
                  <a:moveTo>
                    <a:pt x="9191" y="3001"/>
                  </a:moveTo>
                  <a:cubicBezTo>
                    <a:pt x="9631" y="3001"/>
                    <a:pt x="10026" y="3084"/>
                    <a:pt x="10177" y="3340"/>
                  </a:cubicBezTo>
                  <a:cubicBezTo>
                    <a:pt x="10208" y="3435"/>
                    <a:pt x="10240" y="3529"/>
                    <a:pt x="10208" y="3655"/>
                  </a:cubicBezTo>
                  <a:cubicBezTo>
                    <a:pt x="9925" y="3687"/>
                    <a:pt x="9673" y="3907"/>
                    <a:pt x="9515" y="4159"/>
                  </a:cubicBezTo>
                  <a:cubicBezTo>
                    <a:pt x="9358" y="4474"/>
                    <a:pt x="9295" y="4852"/>
                    <a:pt x="9452" y="5104"/>
                  </a:cubicBezTo>
                  <a:cubicBezTo>
                    <a:pt x="9358" y="5230"/>
                    <a:pt x="9263" y="5356"/>
                    <a:pt x="9137" y="5482"/>
                  </a:cubicBezTo>
                  <a:cubicBezTo>
                    <a:pt x="8791" y="5167"/>
                    <a:pt x="8444" y="4884"/>
                    <a:pt x="8034" y="4600"/>
                  </a:cubicBezTo>
                  <a:cubicBezTo>
                    <a:pt x="8003" y="4128"/>
                    <a:pt x="7940" y="3655"/>
                    <a:pt x="7845" y="3183"/>
                  </a:cubicBezTo>
                  <a:cubicBezTo>
                    <a:pt x="8174" y="3100"/>
                    <a:pt x="8710" y="3001"/>
                    <a:pt x="9191" y="3001"/>
                  </a:cubicBezTo>
                  <a:close/>
                  <a:moveTo>
                    <a:pt x="2994" y="3119"/>
                  </a:moveTo>
                  <a:cubicBezTo>
                    <a:pt x="3151" y="3151"/>
                    <a:pt x="3309" y="3151"/>
                    <a:pt x="3466" y="3214"/>
                  </a:cubicBezTo>
                  <a:cubicBezTo>
                    <a:pt x="3403" y="3655"/>
                    <a:pt x="3309" y="4128"/>
                    <a:pt x="3277" y="4632"/>
                  </a:cubicBezTo>
                  <a:cubicBezTo>
                    <a:pt x="2899" y="4915"/>
                    <a:pt x="2490" y="5230"/>
                    <a:pt x="2174" y="5514"/>
                  </a:cubicBezTo>
                  <a:cubicBezTo>
                    <a:pt x="1733" y="5010"/>
                    <a:pt x="851" y="3939"/>
                    <a:pt x="1166" y="3340"/>
                  </a:cubicBezTo>
                  <a:cubicBezTo>
                    <a:pt x="1198" y="3277"/>
                    <a:pt x="1261" y="3183"/>
                    <a:pt x="1387" y="3151"/>
                  </a:cubicBezTo>
                  <a:cubicBezTo>
                    <a:pt x="1576" y="3372"/>
                    <a:pt x="1859" y="3529"/>
                    <a:pt x="2174" y="3529"/>
                  </a:cubicBezTo>
                  <a:cubicBezTo>
                    <a:pt x="2521" y="3529"/>
                    <a:pt x="2836" y="3372"/>
                    <a:pt x="2994" y="3119"/>
                  </a:cubicBezTo>
                  <a:close/>
                  <a:moveTo>
                    <a:pt x="3277" y="5482"/>
                  </a:moveTo>
                  <a:lnTo>
                    <a:pt x="3277" y="5482"/>
                  </a:lnTo>
                  <a:cubicBezTo>
                    <a:pt x="3246" y="6144"/>
                    <a:pt x="3246" y="5986"/>
                    <a:pt x="3277" y="6428"/>
                  </a:cubicBezTo>
                  <a:cubicBezTo>
                    <a:pt x="3088" y="6270"/>
                    <a:pt x="2899" y="6112"/>
                    <a:pt x="2742" y="5955"/>
                  </a:cubicBezTo>
                  <a:cubicBezTo>
                    <a:pt x="2899" y="5797"/>
                    <a:pt x="3088" y="5640"/>
                    <a:pt x="3277" y="5482"/>
                  </a:cubicBezTo>
                  <a:close/>
                  <a:moveTo>
                    <a:pt x="8097" y="5514"/>
                  </a:moveTo>
                  <a:cubicBezTo>
                    <a:pt x="8286" y="5671"/>
                    <a:pt x="8475" y="5829"/>
                    <a:pt x="8633" y="5986"/>
                  </a:cubicBezTo>
                  <a:cubicBezTo>
                    <a:pt x="8475" y="6144"/>
                    <a:pt x="8286" y="6301"/>
                    <a:pt x="8097" y="6459"/>
                  </a:cubicBezTo>
                  <a:lnTo>
                    <a:pt x="8097" y="5514"/>
                  </a:lnTo>
                  <a:close/>
                  <a:moveTo>
                    <a:pt x="5703" y="4002"/>
                  </a:moveTo>
                  <a:cubicBezTo>
                    <a:pt x="6333" y="4317"/>
                    <a:pt x="6743" y="4569"/>
                    <a:pt x="7373" y="5010"/>
                  </a:cubicBezTo>
                  <a:cubicBezTo>
                    <a:pt x="7436" y="5671"/>
                    <a:pt x="7436" y="6238"/>
                    <a:pt x="7373" y="6963"/>
                  </a:cubicBezTo>
                  <a:cubicBezTo>
                    <a:pt x="6837" y="7310"/>
                    <a:pt x="6333" y="7625"/>
                    <a:pt x="5703" y="7940"/>
                  </a:cubicBezTo>
                  <a:cubicBezTo>
                    <a:pt x="5073" y="7625"/>
                    <a:pt x="4537" y="7373"/>
                    <a:pt x="4002" y="6963"/>
                  </a:cubicBezTo>
                  <a:cubicBezTo>
                    <a:pt x="3907" y="6270"/>
                    <a:pt x="3907" y="5671"/>
                    <a:pt x="4002" y="5010"/>
                  </a:cubicBezTo>
                  <a:cubicBezTo>
                    <a:pt x="4600" y="4600"/>
                    <a:pt x="5041" y="4317"/>
                    <a:pt x="5703" y="4002"/>
                  </a:cubicBezTo>
                  <a:close/>
                  <a:moveTo>
                    <a:pt x="4065" y="7845"/>
                  </a:moveTo>
                  <a:cubicBezTo>
                    <a:pt x="4506" y="8097"/>
                    <a:pt x="4254" y="8003"/>
                    <a:pt x="4852" y="8318"/>
                  </a:cubicBezTo>
                  <a:cubicBezTo>
                    <a:pt x="4632" y="8381"/>
                    <a:pt x="4380" y="8507"/>
                    <a:pt x="4191" y="8538"/>
                  </a:cubicBezTo>
                  <a:lnTo>
                    <a:pt x="4065" y="7845"/>
                  </a:lnTo>
                  <a:close/>
                  <a:moveTo>
                    <a:pt x="7278" y="7845"/>
                  </a:moveTo>
                  <a:cubicBezTo>
                    <a:pt x="7247" y="8066"/>
                    <a:pt x="7215" y="8318"/>
                    <a:pt x="7152" y="8538"/>
                  </a:cubicBezTo>
                  <a:cubicBezTo>
                    <a:pt x="6900" y="8475"/>
                    <a:pt x="6711" y="8381"/>
                    <a:pt x="6491" y="8318"/>
                  </a:cubicBezTo>
                  <a:cubicBezTo>
                    <a:pt x="6837" y="8097"/>
                    <a:pt x="6869" y="8097"/>
                    <a:pt x="7278" y="7845"/>
                  </a:cubicBezTo>
                  <a:close/>
                  <a:moveTo>
                    <a:pt x="2237" y="6459"/>
                  </a:moveTo>
                  <a:cubicBezTo>
                    <a:pt x="2584" y="6774"/>
                    <a:pt x="2931" y="7058"/>
                    <a:pt x="3340" y="7310"/>
                  </a:cubicBezTo>
                  <a:cubicBezTo>
                    <a:pt x="3372" y="7845"/>
                    <a:pt x="3435" y="8255"/>
                    <a:pt x="3529" y="8727"/>
                  </a:cubicBezTo>
                  <a:cubicBezTo>
                    <a:pt x="3008" y="8861"/>
                    <a:pt x="2544" y="8927"/>
                    <a:pt x="2165" y="8927"/>
                  </a:cubicBezTo>
                  <a:cubicBezTo>
                    <a:pt x="1650" y="8927"/>
                    <a:pt x="1293" y="8806"/>
                    <a:pt x="1166" y="8570"/>
                  </a:cubicBezTo>
                  <a:cubicBezTo>
                    <a:pt x="851" y="8003"/>
                    <a:pt x="1733" y="6932"/>
                    <a:pt x="2237" y="6459"/>
                  </a:cubicBezTo>
                  <a:close/>
                  <a:moveTo>
                    <a:pt x="9137" y="6459"/>
                  </a:moveTo>
                  <a:cubicBezTo>
                    <a:pt x="9610" y="6932"/>
                    <a:pt x="10523" y="8003"/>
                    <a:pt x="10177" y="8570"/>
                  </a:cubicBezTo>
                  <a:cubicBezTo>
                    <a:pt x="10032" y="8806"/>
                    <a:pt x="9678" y="8927"/>
                    <a:pt x="9169" y="8927"/>
                  </a:cubicBezTo>
                  <a:cubicBezTo>
                    <a:pt x="8794" y="8927"/>
                    <a:pt x="8335" y="8861"/>
                    <a:pt x="7814" y="8727"/>
                  </a:cubicBezTo>
                  <a:cubicBezTo>
                    <a:pt x="7940" y="8318"/>
                    <a:pt x="8003" y="7845"/>
                    <a:pt x="8034" y="7310"/>
                  </a:cubicBezTo>
                  <a:cubicBezTo>
                    <a:pt x="8444" y="7058"/>
                    <a:pt x="8822" y="6743"/>
                    <a:pt x="9137" y="6459"/>
                  </a:cubicBezTo>
                  <a:close/>
                  <a:moveTo>
                    <a:pt x="5640" y="8696"/>
                  </a:moveTo>
                  <a:cubicBezTo>
                    <a:pt x="6081" y="8885"/>
                    <a:pt x="6554" y="9074"/>
                    <a:pt x="6995" y="9200"/>
                  </a:cubicBezTo>
                  <a:cubicBezTo>
                    <a:pt x="6680" y="10429"/>
                    <a:pt x="6176" y="11185"/>
                    <a:pt x="5672" y="11185"/>
                  </a:cubicBezTo>
                  <a:cubicBezTo>
                    <a:pt x="5609" y="11185"/>
                    <a:pt x="5482" y="11090"/>
                    <a:pt x="5356" y="11059"/>
                  </a:cubicBezTo>
                  <a:cubicBezTo>
                    <a:pt x="5482" y="10775"/>
                    <a:pt x="5451" y="10460"/>
                    <a:pt x="5293" y="10177"/>
                  </a:cubicBezTo>
                  <a:cubicBezTo>
                    <a:pt x="5136" y="9862"/>
                    <a:pt x="4821" y="9736"/>
                    <a:pt x="4474" y="9673"/>
                  </a:cubicBezTo>
                  <a:cubicBezTo>
                    <a:pt x="4411" y="9515"/>
                    <a:pt x="4348" y="9357"/>
                    <a:pt x="4317" y="9200"/>
                  </a:cubicBezTo>
                  <a:cubicBezTo>
                    <a:pt x="4726" y="9042"/>
                    <a:pt x="5167" y="8885"/>
                    <a:pt x="5640" y="8696"/>
                  </a:cubicBezTo>
                  <a:close/>
                  <a:moveTo>
                    <a:pt x="5640" y="1"/>
                  </a:moveTo>
                  <a:cubicBezTo>
                    <a:pt x="4758" y="1"/>
                    <a:pt x="4065" y="1072"/>
                    <a:pt x="3655" y="2489"/>
                  </a:cubicBezTo>
                  <a:cubicBezTo>
                    <a:pt x="3498" y="2426"/>
                    <a:pt x="3340" y="2395"/>
                    <a:pt x="3214" y="2395"/>
                  </a:cubicBezTo>
                  <a:cubicBezTo>
                    <a:pt x="3183" y="1859"/>
                    <a:pt x="2742" y="1418"/>
                    <a:pt x="2174" y="1418"/>
                  </a:cubicBezTo>
                  <a:cubicBezTo>
                    <a:pt x="1607" y="1418"/>
                    <a:pt x="1166" y="1891"/>
                    <a:pt x="1166" y="2426"/>
                  </a:cubicBezTo>
                  <a:cubicBezTo>
                    <a:pt x="883" y="2552"/>
                    <a:pt x="694" y="2710"/>
                    <a:pt x="568" y="2962"/>
                  </a:cubicBezTo>
                  <a:cubicBezTo>
                    <a:pt x="32" y="3907"/>
                    <a:pt x="977" y="5104"/>
                    <a:pt x="1702" y="5892"/>
                  </a:cubicBezTo>
                  <a:cubicBezTo>
                    <a:pt x="946" y="6743"/>
                    <a:pt x="1" y="8003"/>
                    <a:pt x="568" y="8885"/>
                  </a:cubicBezTo>
                  <a:cubicBezTo>
                    <a:pt x="879" y="9433"/>
                    <a:pt x="1519" y="9600"/>
                    <a:pt x="2210" y="9600"/>
                  </a:cubicBezTo>
                  <a:cubicBezTo>
                    <a:pt x="2710" y="9600"/>
                    <a:pt x="3237" y="9513"/>
                    <a:pt x="3687" y="9420"/>
                  </a:cubicBezTo>
                  <a:cubicBezTo>
                    <a:pt x="3718" y="9578"/>
                    <a:pt x="3750" y="9673"/>
                    <a:pt x="3844" y="9830"/>
                  </a:cubicBezTo>
                  <a:cubicBezTo>
                    <a:pt x="3403" y="10145"/>
                    <a:pt x="3246" y="10744"/>
                    <a:pt x="3529" y="11216"/>
                  </a:cubicBezTo>
                  <a:cubicBezTo>
                    <a:pt x="3718" y="11531"/>
                    <a:pt x="4065" y="11720"/>
                    <a:pt x="4411" y="11720"/>
                  </a:cubicBezTo>
                  <a:cubicBezTo>
                    <a:pt x="4600" y="11720"/>
                    <a:pt x="4789" y="11689"/>
                    <a:pt x="4947" y="11563"/>
                  </a:cubicBezTo>
                  <a:cubicBezTo>
                    <a:pt x="5167" y="11720"/>
                    <a:pt x="5419" y="11846"/>
                    <a:pt x="5703" y="11846"/>
                  </a:cubicBezTo>
                  <a:cubicBezTo>
                    <a:pt x="6585" y="11846"/>
                    <a:pt x="7278" y="10775"/>
                    <a:pt x="7688" y="9357"/>
                  </a:cubicBezTo>
                  <a:cubicBezTo>
                    <a:pt x="8143" y="9478"/>
                    <a:pt x="8678" y="9576"/>
                    <a:pt x="9184" y="9576"/>
                  </a:cubicBezTo>
                  <a:cubicBezTo>
                    <a:pt x="9868" y="9576"/>
                    <a:pt x="10499" y="9397"/>
                    <a:pt x="10807" y="8853"/>
                  </a:cubicBezTo>
                  <a:cubicBezTo>
                    <a:pt x="11374" y="7908"/>
                    <a:pt x="10429" y="6680"/>
                    <a:pt x="9673" y="5892"/>
                  </a:cubicBezTo>
                  <a:cubicBezTo>
                    <a:pt x="9799" y="5797"/>
                    <a:pt x="9862" y="5671"/>
                    <a:pt x="9988" y="5545"/>
                  </a:cubicBezTo>
                  <a:cubicBezTo>
                    <a:pt x="10145" y="5640"/>
                    <a:pt x="10271" y="5671"/>
                    <a:pt x="10429" y="5671"/>
                  </a:cubicBezTo>
                  <a:cubicBezTo>
                    <a:pt x="10775" y="5671"/>
                    <a:pt x="11122" y="5482"/>
                    <a:pt x="11311" y="5167"/>
                  </a:cubicBezTo>
                  <a:cubicBezTo>
                    <a:pt x="11594" y="4632"/>
                    <a:pt x="11437" y="4002"/>
                    <a:pt x="10933" y="3750"/>
                  </a:cubicBezTo>
                  <a:cubicBezTo>
                    <a:pt x="10964" y="3466"/>
                    <a:pt x="10901" y="3183"/>
                    <a:pt x="10775" y="2962"/>
                  </a:cubicBezTo>
                  <a:cubicBezTo>
                    <a:pt x="10457" y="2432"/>
                    <a:pt x="9842" y="2259"/>
                    <a:pt x="9179" y="2259"/>
                  </a:cubicBezTo>
                  <a:cubicBezTo>
                    <a:pt x="8661" y="2259"/>
                    <a:pt x="8113" y="2365"/>
                    <a:pt x="7656" y="2489"/>
                  </a:cubicBezTo>
                  <a:cubicBezTo>
                    <a:pt x="7278" y="1072"/>
                    <a:pt x="6585" y="1"/>
                    <a:pt x="56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0" name="Google Shape;13947;p134">
            <a:extLst>
              <a:ext uri="{FF2B5EF4-FFF2-40B4-BE49-F238E27FC236}">
                <a16:creationId xmlns:a16="http://schemas.microsoft.com/office/drawing/2014/main" id="{CC2F1C55-5216-9A70-FE2F-2C4F22052048}"/>
              </a:ext>
            </a:extLst>
          </p:cNvPr>
          <p:cNvGrpSpPr/>
          <p:nvPr/>
        </p:nvGrpSpPr>
        <p:grpSpPr>
          <a:xfrm>
            <a:off x="8764582" y="4546611"/>
            <a:ext cx="301971" cy="322640"/>
            <a:chOff x="-24344425" y="3519475"/>
            <a:chExt cx="276475" cy="295400"/>
          </a:xfrm>
          <a:solidFill>
            <a:schemeClr val="accent1">
              <a:lumMod val="75000"/>
            </a:schemeClr>
          </a:solidFill>
        </p:grpSpPr>
        <p:sp>
          <p:nvSpPr>
            <p:cNvPr id="491" name="Google Shape;13948;p134">
              <a:extLst>
                <a:ext uri="{FF2B5EF4-FFF2-40B4-BE49-F238E27FC236}">
                  <a16:creationId xmlns:a16="http://schemas.microsoft.com/office/drawing/2014/main" id="{7E394764-FC67-25C9-6A7D-C5086118E287}"/>
                </a:ext>
              </a:extLst>
            </p:cNvPr>
            <p:cNvSpPr/>
            <p:nvPr/>
          </p:nvSpPr>
          <p:spPr>
            <a:xfrm>
              <a:off x="-24240450" y="3554150"/>
              <a:ext cx="69325" cy="34450"/>
            </a:xfrm>
            <a:custGeom>
              <a:avLst/>
              <a:gdLst/>
              <a:ahLst/>
              <a:cxnLst/>
              <a:rect l="l" t="t" r="r" b="b"/>
              <a:pathLst>
                <a:path w="2773" h="1378" extrusionOk="0">
                  <a:moveTo>
                    <a:pt x="1387" y="0"/>
                  </a:moveTo>
                  <a:cubicBezTo>
                    <a:pt x="788" y="0"/>
                    <a:pt x="284" y="347"/>
                    <a:pt x="95" y="914"/>
                  </a:cubicBezTo>
                  <a:cubicBezTo>
                    <a:pt x="0" y="1071"/>
                    <a:pt x="95" y="1260"/>
                    <a:pt x="284" y="1355"/>
                  </a:cubicBezTo>
                  <a:cubicBezTo>
                    <a:pt x="318" y="1366"/>
                    <a:pt x="352" y="1371"/>
                    <a:pt x="385" y="1371"/>
                  </a:cubicBezTo>
                  <a:cubicBezTo>
                    <a:pt x="537" y="1371"/>
                    <a:pt x="673" y="1263"/>
                    <a:pt x="725" y="1134"/>
                  </a:cubicBezTo>
                  <a:cubicBezTo>
                    <a:pt x="788" y="882"/>
                    <a:pt x="1072" y="662"/>
                    <a:pt x="1387" y="662"/>
                  </a:cubicBezTo>
                  <a:cubicBezTo>
                    <a:pt x="1702" y="662"/>
                    <a:pt x="1922" y="882"/>
                    <a:pt x="2048" y="1134"/>
                  </a:cubicBezTo>
                  <a:cubicBezTo>
                    <a:pt x="2120" y="1301"/>
                    <a:pt x="2246" y="1378"/>
                    <a:pt x="2371" y="1378"/>
                  </a:cubicBezTo>
                  <a:cubicBezTo>
                    <a:pt x="2411" y="1378"/>
                    <a:pt x="2451" y="1370"/>
                    <a:pt x="2489" y="1355"/>
                  </a:cubicBezTo>
                  <a:cubicBezTo>
                    <a:pt x="2678" y="1260"/>
                    <a:pt x="2773" y="1071"/>
                    <a:pt x="2678" y="914"/>
                  </a:cubicBezTo>
                  <a:cubicBezTo>
                    <a:pt x="2489" y="347"/>
                    <a:pt x="1985" y="0"/>
                    <a:pt x="13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13949;p134">
              <a:extLst>
                <a:ext uri="{FF2B5EF4-FFF2-40B4-BE49-F238E27FC236}">
                  <a16:creationId xmlns:a16="http://schemas.microsoft.com/office/drawing/2014/main" id="{F9D06EBA-B21D-F423-9DEB-161A6A4BC218}"/>
                </a:ext>
              </a:extLst>
            </p:cNvPr>
            <p:cNvSpPr/>
            <p:nvPr/>
          </p:nvSpPr>
          <p:spPr>
            <a:xfrm>
              <a:off x="-24344425" y="3519475"/>
              <a:ext cx="276475" cy="295400"/>
            </a:xfrm>
            <a:custGeom>
              <a:avLst/>
              <a:gdLst/>
              <a:ahLst/>
              <a:cxnLst/>
              <a:rect l="l" t="t" r="r" b="b"/>
              <a:pathLst>
                <a:path w="11059" h="11816" extrusionOk="0">
                  <a:moveTo>
                    <a:pt x="5546" y="694"/>
                  </a:moveTo>
                  <a:cubicBezTo>
                    <a:pt x="6743" y="694"/>
                    <a:pt x="7625" y="1608"/>
                    <a:pt x="7625" y="2773"/>
                  </a:cubicBezTo>
                  <a:lnTo>
                    <a:pt x="7625" y="3120"/>
                  </a:lnTo>
                  <a:cubicBezTo>
                    <a:pt x="7625" y="3309"/>
                    <a:pt x="7467" y="3466"/>
                    <a:pt x="7278" y="3466"/>
                  </a:cubicBezTo>
                  <a:lnTo>
                    <a:pt x="5892" y="3466"/>
                  </a:lnTo>
                  <a:lnTo>
                    <a:pt x="5892" y="3120"/>
                  </a:lnTo>
                  <a:cubicBezTo>
                    <a:pt x="5892" y="2931"/>
                    <a:pt x="5735" y="2773"/>
                    <a:pt x="5546" y="2773"/>
                  </a:cubicBezTo>
                  <a:cubicBezTo>
                    <a:pt x="5357" y="2773"/>
                    <a:pt x="5199" y="2931"/>
                    <a:pt x="5199" y="3120"/>
                  </a:cubicBezTo>
                  <a:lnTo>
                    <a:pt x="5199" y="3466"/>
                  </a:lnTo>
                  <a:lnTo>
                    <a:pt x="3813" y="3466"/>
                  </a:lnTo>
                  <a:cubicBezTo>
                    <a:pt x="3624" y="3466"/>
                    <a:pt x="3466" y="3309"/>
                    <a:pt x="3466" y="3120"/>
                  </a:cubicBezTo>
                  <a:lnTo>
                    <a:pt x="3466" y="2773"/>
                  </a:lnTo>
                  <a:cubicBezTo>
                    <a:pt x="3466" y="1639"/>
                    <a:pt x="4411" y="694"/>
                    <a:pt x="5546" y="694"/>
                  </a:cubicBezTo>
                  <a:close/>
                  <a:moveTo>
                    <a:pt x="7940" y="4821"/>
                  </a:moveTo>
                  <a:cubicBezTo>
                    <a:pt x="8160" y="4821"/>
                    <a:pt x="8318" y="4979"/>
                    <a:pt x="8318" y="5168"/>
                  </a:cubicBezTo>
                  <a:cubicBezTo>
                    <a:pt x="8318" y="5357"/>
                    <a:pt x="8160" y="5514"/>
                    <a:pt x="7940" y="5514"/>
                  </a:cubicBezTo>
                  <a:lnTo>
                    <a:pt x="3088" y="5514"/>
                  </a:lnTo>
                  <a:cubicBezTo>
                    <a:pt x="2899" y="5514"/>
                    <a:pt x="2742" y="5357"/>
                    <a:pt x="2742" y="5168"/>
                  </a:cubicBezTo>
                  <a:cubicBezTo>
                    <a:pt x="2742" y="4979"/>
                    <a:pt x="2899" y="4821"/>
                    <a:pt x="3088" y="4821"/>
                  </a:cubicBezTo>
                  <a:close/>
                  <a:moveTo>
                    <a:pt x="4128" y="6932"/>
                  </a:moveTo>
                  <a:cubicBezTo>
                    <a:pt x="4317" y="6932"/>
                    <a:pt x="4474" y="7089"/>
                    <a:pt x="4474" y="7310"/>
                  </a:cubicBezTo>
                  <a:cubicBezTo>
                    <a:pt x="4474" y="7499"/>
                    <a:pt x="4317" y="7656"/>
                    <a:pt x="4128" y="7656"/>
                  </a:cubicBezTo>
                  <a:lnTo>
                    <a:pt x="3088" y="7656"/>
                  </a:lnTo>
                  <a:cubicBezTo>
                    <a:pt x="2899" y="7656"/>
                    <a:pt x="2742" y="7499"/>
                    <a:pt x="2742" y="7310"/>
                  </a:cubicBezTo>
                  <a:cubicBezTo>
                    <a:pt x="2742" y="7089"/>
                    <a:pt x="2899" y="6932"/>
                    <a:pt x="3088" y="6932"/>
                  </a:cubicBezTo>
                  <a:close/>
                  <a:moveTo>
                    <a:pt x="7940" y="6932"/>
                  </a:moveTo>
                  <a:cubicBezTo>
                    <a:pt x="8160" y="6932"/>
                    <a:pt x="8318" y="7089"/>
                    <a:pt x="8318" y="7310"/>
                  </a:cubicBezTo>
                  <a:cubicBezTo>
                    <a:pt x="8286" y="7499"/>
                    <a:pt x="8160" y="7656"/>
                    <a:pt x="7940" y="7656"/>
                  </a:cubicBezTo>
                  <a:lnTo>
                    <a:pt x="6932" y="7656"/>
                  </a:lnTo>
                  <a:cubicBezTo>
                    <a:pt x="6743" y="7656"/>
                    <a:pt x="6585" y="7499"/>
                    <a:pt x="6585" y="7310"/>
                  </a:cubicBezTo>
                  <a:cubicBezTo>
                    <a:pt x="6585" y="7089"/>
                    <a:pt x="6743" y="6932"/>
                    <a:pt x="6932" y="6932"/>
                  </a:cubicBezTo>
                  <a:close/>
                  <a:moveTo>
                    <a:pt x="3781" y="8318"/>
                  </a:moveTo>
                  <a:cubicBezTo>
                    <a:pt x="4002" y="8350"/>
                    <a:pt x="4128" y="8507"/>
                    <a:pt x="4128" y="8665"/>
                  </a:cubicBezTo>
                  <a:cubicBezTo>
                    <a:pt x="4128" y="8885"/>
                    <a:pt x="3970" y="9043"/>
                    <a:pt x="3781" y="9043"/>
                  </a:cubicBezTo>
                  <a:lnTo>
                    <a:pt x="3057" y="9043"/>
                  </a:lnTo>
                  <a:cubicBezTo>
                    <a:pt x="2868" y="9043"/>
                    <a:pt x="2710" y="8885"/>
                    <a:pt x="2710" y="8665"/>
                  </a:cubicBezTo>
                  <a:cubicBezTo>
                    <a:pt x="2710" y="8476"/>
                    <a:pt x="2868" y="8318"/>
                    <a:pt x="3057" y="8318"/>
                  </a:cubicBezTo>
                  <a:close/>
                  <a:moveTo>
                    <a:pt x="7940" y="8318"/>
                  </a:moveTo>
                  <a:cubicBezTo>
                    <a:pt x="8160" y="8350"/>
                    <a:pt x="8286" y="8507"/>
                    <a:pt x="8286" y="8665"/>
                  </a:cubicBezTo>
                  <a:cubicBezTo>
                    <a:pt x="8286" y="8885"/>
                    <a:pt x="8129" y="9043"/>
                    <a:pt x="7940" y="9043"/>
                  </a:cubicBezTo>
                  <a:lnTo>
                    <a:pt x="7247" y="9043"/>
                  </a:lnTo>
                  <a:cubicBezTo>
                    <a:pt x="7026" y="9043"/>
                    <a:pt x="6869" y="8885"/>
                    <a:pt x="6869" y="8665"/>
                  </a:cubicBezTo>
                  <a:cubicBezTo>
                    <a:pt x="6869" y="8476"/>
                    <a:pt x="7026" y="8318"/>
                    <a:pt x="7247" y="8318"/>
                  </a:cubicBezTo>
                  <a:close/>
                  <a:moveTo>
                    <a:pt x="2868" y="2049"/>
                  </a:moveTo>
                  <a:lnTo>
                    <a:pt x="2868" y="2049"/>
                  </a:lnTo>
                  <a:cubicBezTo>
                    <a:pt x="2805" y="2332"/>
                    <a:pt x="2805" y="2521"/>
                    <a:pt x="2805" y="2805"/>
                  </a:cubicBezTo>
                  <a:cubicBezTo>
                    <a:pt x="2395" y="2962"/>
                    <a:pt x="2080" y="3309"/>
                    <a:pt x="2080" y="3781"/>
                  </a:cubicBezTo>
                  <a:lnTo>
                    <a:pt x="2080" y="8665"/>
                  </a:lnTo>
                  <a:cubicBezTo>
                    <a:pt x="2080" y="9263"/>
                    <a:pt x="2553" y="9704"/>
                    <a:pt x="3088" y="9704"/>
                  </a:cubicBezTo>
                  <a:lnTo>
                    <a:pt x="5199" y="9704"/>
                  </a:lnTo>
                  <a:lnTo>
                    <a:pt x="5199" y="7247"/>
                  </a:lnTo>
                  <a:cubicBezTo>
                    <a:pt x="5199" y="7058"/>
                    <a:pt x="5357" y="6900"/>
                    <a:pt x="5546" y="6900"/>
                  </a:cubicBezTo>
                  <a:cubicBezTo>
                    <a:pt x="5735" y="6900"/>
                    <a:pt x="5892" y="7058"/>
                    <a:pt x="5892" y="7247"/>
                  </a:cubicBezTo>
                  <a:lnTo>
                    <a:pt x="5892" y="9704"/>
                  </a:lnTo>
                  <a:lnTo>
                    <a:pt x="8003" y="9704"/>
                  </a:lnTo>
                  <a:cubicBezTo>
                    <a:pt x="8570" y="9704"/>
                    <a:pt x="9011" y="9232"/>
                    <a:pt x="9011" y="8665"/>
                  </a:cubicBezTo>
                  <a:lnTo>
                    <a:pt x="9011" y="3844"/>
                  </a:lnTo>
                  <a:cubicBezTo>
                    <a:pt x="9011" y="3372"/>
                    <a:pt x="8728" y="2994"/>
                    <a:pt x="8318" y="2836"/>
                  </a:cubicBezTo>
                  <a:cubicBezTo>
                    <a:pt x="8318" y="2584"/>
                    <a:pt x="8318" y="2364"/>
                    <a:pt x="8223" y="2112"/>
                  </a:cubicBezTo>
                  <a:lnTo>
                    <a:pt x="8223" y="2112"/>
                  </a:lnTo>
                  <a:cubicBezTo>
                    <a:pt x="9043" y="2269"/>
                    <a:pt x="9736" y="2962"/>
                    <a:pt x="9736" y="3844"/>
                  </a:cubicBezTo>
                  <a:lnTo>
                    <a:pt x="9736" y="8696"/>
                  </a:lnTo>
                  <a:cubicBezTo>
                    <a:pt x="9736" y="9641"/>
                    <a:pt x="8948" y="10429"/>
                    <a:pt x="8003" y="10429"/>
                  </a:cubicBezTo>
                  <a:lnTo>
                    <a:pt x="3151" y="10429"/>
                  </a:lnTo>
                  <a:cubicBezTo>
                    <a:pt x="2206" y="10429"/>
                    <a:pt x="1418" y="9641"/>
                    <a:pt x="1418" y="8696"/>
                  </a:cubicBezTo>
                  <a:lnTo>
                    <a:pt x="1418" y="3781"/>
                  </a:lnTo>
                  <a:lnTo>
                    <a:pt x="1355" y="3781"/>
                  </a:lnTo>
                  <a:cubicBezTo>
                    <a:pt x="1355" y="2931"/>
                    <a:pt x="1985" y="2206"/>
                    <a:pt x="2868" y="2049"/>
                  </a:cubicBezTo>
                  <a:close/>
                  <a:moveTo>
                    <a:pt x="3088" y="1"/>
                  </a:moveTo>
                  <a:cubicBezTo>
                    <a:pt x="1355" y="1"/>
                    <a:pt x="1" y="1419"/>
                    <a:pt x="1" y="3120"/>
                  </a:cubicBezTo>
                  <a:lnTo>
                    <a:pt x="1" y="8728"/>
                  </a:lnTo>
                  <a:cubicBezTo>
                    <a:pt x="1" y="10397"/>
                    <a:pt x="1355" y="11815"/>
                    <a:pt x="3088" y="11815"/>
                  </a:cubicBezTo>
                  <a:lnTo>
                    <a:pt x="7940" y="11815"/>
                  </a:lnTo>
                  <a:cubicBezTo>
                    <a:pt x="9673" y="11815"/>
                    <a:pt x="11059" y="10397"/>
                    <a:pt x="11059" y="8728"/>
                  </a:cubicBezTo>
                  <a:lnTo>
                    <a:pt x="11059" y="3120"/>
                  </a:lnTo>
                  <a:cubicBezTo>
                    <a:pt x="11059" y="1387"/>
                    <a:pt x="9641" y="1"/>
                    <a:pt x="79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3" name="Google Shape;13950;p134">
            <a:extLst>
              <a:ext uri="{FF2B5EF4-FFF2-40B4-BE49-F238E27FC236}">
                <a16:creationId xmlns:a16="http://schemas.microsoft.com/office/drawing/2014/main" id="{AA911B28-B554-39CB-6ED1-D66F5F2605C5}"/>
              </a:ext>
            </a:extLst>
          </p:cNvPr>
          <p:cNvGrpSpPr/>
          <p:nvPr/>
        </p:nvGrpSpPr>
        <p:grpSpPr>
          <a:xfrm>
            <a:off x="8755120" y="4960944"/>
            <a:ext cx="320893" cy="319173"/>
            <a:chOff x="-24353075" y="3891250"/>
            <a:chExt cx="293800" cy="292225"/>
          </a:xfrm>
          <a:solidFill>
            <a:schemeClr val="accent1">
              <a:lumMod val="75000"/>
            </a:schemeClr>
          </a:solidFill>
        </p:grpSpPr>
        <p:sp>
          <p:nvSpPr>
            <p:cNvPr id="494" name="Google Shape;13951;p134">
              <a:extLst>
                <a:ext uri="{FF2B5EF4-FFF2-40B4-BE49-F238E27FC236}">
                  <a16:creationId xmlns:a16="http://schemas.microsoft.com/office/drawing/2014/main" id="{C735DCA5-794E-534F-8286-FF2FD9DAF450}"/>
                </a:ext>
              </a:extLst>
            </p:cNvPr>
            <p:cNvSpPr/>
            <p:nvPr/>
          </p:nvSpPr>
          <p:spPr>
            <a:xfrm>
              <a:off x="-24251475" y="4012525"/>
              <a:ext cx="88225" cy="65400"/>
            </a:xfrm>
            <a:custGeom>
              <a:avLst/>
              <a:gdLst/>
              <a:ahLst/>
              <a:cxnLst/>
              <a:rect l="l" t="t" r="r" b="b"/>
              <a:pathLst>
                <a:path w="3529" h="2616" extrusionOk="0">
                  <a:moveTo>
                    <a:pt x="725" y="1"/>
                  </a:moveTo>
                  <a:cubicBezTo>
                    <a:pt x="315" y="1"/>
                    <a:pt x="0" y="347"/>
                    <a:pt x="0" y="725"/>
                  </a:cubicBezTo>
                  <a:cubicBezTo>
                    <a:pt x="0" y="1356"/>
                    <a:pt x="1040" y="2049"/>
                    <a:pt x="1733" y="2616"/>
                  </a:cubicBezTo>
                  <a:cubicBezTo>
                    <a:pt x="2458" y="2017"/>
                    <a:pt x="3466" y="1356"/>
                    <a:pt x="3466" y="725"/>
                  </a:cubicBezTo>
                  <a:cubicBezTo>
                    <a:pt x="3529" y="410"/>
                    <a:pt x="3277" y="1"/>
                    <a:pt x="2804" y="1"/>
                  </a:cubicBezTo>
                  <a:cubicBezTo>
                    <a:pt x="2300" y="1"/>
                    <a:pt x="2111" y="599"/>
                    <a:pt x="2111" y="599"/>
                  </a:cubicBezTo>
                  <a:cubicBezTo>
                    <a:pt x="2063" y="745"/>
                    <a:pt x="1906" y="824"/>
                    <a:pt x="1753" y="824"/>
                  </a:cubicBezTo>
                  <a:cubicBezTo>
                    <a:pt x="1607" y="824"/>
                    <a:pt x="1464" y="753"/>
                    <a:pt x="1418" y="599"/>
                  </a:cubicBezTo>
                  <a:cubicBezTo>
                    <a:pt x="1418" y="568"/>
                    <a:pt x="1229" y="1"/>
                    <a:pt x="7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13952;p134">
              <a:extLst>
                <a:ext uri="{FF2B5EF4-FFF2-40B4-BE49-F238E27FC236}">
                  <a16:creationId xmlns:a16="http://schemas.microsoft.com/office/drawing/2014/main" id="{173A6895-4D19-87CB-0242-F23490F245BF}"/>
                </a:ext>
              </a:extLst>
            </p:cNvPr>
            <p:cNvSpPr/>
            <p:nvPr/>
          </p:nvSpPr>
          <p:spPr>
            <a:xfrm>
              <a:off x="-24353075" y="3891250"/>
              <a:ext cx="293800" cy="292225"/>
            </a:xfrm>
            <a:custGeom>
              <a:avLst/>
              <a:gdLst/>
              <a:ahLst/>
              <a:cxnLst/>
              <a:rect l="l" t="t" r="r" b="b"/>
              <a:pathLst>
                <a:path w="11752" h="11689" extrusionOk="0">
                  <a:moveTo>
                    <a:pt x="6837" y="4159"/>
                  </a:moveTo>
                  <a:cubicBezTo>
                    <a:pt x="7624" y="4159"/>
                    <a:pt x="8223" y="4789"/>
                    <a:pt x="8223" y="5576"/>
                  </a:cubicBezTo>
                  <a:cubicBezTo>
                    <a:pt x="8254" y="6616"/>
                    <a:pt x="7309" y="7183"/>
                    <a:pt x="6049" y="8223"/>
                  </a:cubicBezTo>
                  <a:cubicBezTo>
                    <a:pt x="5986" y="8286"/>
                    <a:pt x="5907" y="8317"/>
                    <a:pt x="5829" y="8317"/>
                  </a:cubicBezTo>
                  <a:cubicBezTo>
                    <a:pt x="5750" y="8317"/>
                    <a:pt x="5671" y="8286"/>
                    <a:pt x="5608" y="8223"/>
                  </a:cubicBezTo>
                  <a:cubicBezTo>
                    <a:pt x="4348" y="7183"/>
                    <a:pt x="3403" y="6585"/>
                    <a:pt x="3403" y="5576"/>
                  </a:cubicBezTo>
                  <a:cubicBezTo>
                    <a:pt x="3403" y="4789"/>
                    <a:pt x="4033" y="4159"/>
                    <a:pt x="4789" y="4159"/>
                  </a:cubicBezTo>
                  <a:cubicBezTo>
                    <a:pt x="5293" y="4159"/>
                    <a:pt x="5608" y="4411"/>
                    <a:pt x="5797" y="4663"/>
                  </a:cubicBezTo>
                  <a:cubicBezTo>
                    <a:pt x="6018" y="4411"/>
                    <a:pt x="6364" y="4159"/>
                    <a:pt x="6837" y="4159"/>
                  </a:cubicBezTo>
                  <a:close/>
                  <a:moveTo>
                    <a:pt x="4474" y="0"/>
                  </a:moveTo>
                  <a:cubicBezTo>
                    <a:pt x="3875" y="0"/>
                    <a:pt x="3466" y="473"/>
                    <a:pt x="3466" y="1008"/>
                  </a:cubicBezTo>
                  <a:lnTo>
                    <a:pt x="3466" y="3466"/>
                  </a:lnTo>
                  <a:lnTo>
                    <a:pt x="1008" y="3466"/>
                  </a:lnTo>
                  <a:cubicBezTo>
                    <a:pt x="410" y="3466"/>
                    <a:pt x="0" y="3938"/>
                    <a:pt x="0" y="4474"/>
                  </a:cubicBezTo>
                  <a:lnTo>
                    <a:pt x="0" y="7246"/>
                  </a:lnTo>
                  <a:cubicBezTo>
                    <a:pt x="0" y="7813"/>
                    <a:pt x="473" y="8254"/>
                    <a:pt x="1008" y="8254"/>
                  </a:cubicBezTo>
                  <a:lnTo>
                    <a:pt x="3466" y="8254"/>
                  </a:lnTo>
                  <a:lnTo>
                    <a:pt x="3466" y="10649"/>
                  </a:lnTo>
                  <a:cubicBezTo>
                    <a:pt x="3466" y="11247"/>
                    <a:pt x="3938" y="11688"/>
                    <a:pt x="4474" y="11688"/>
                  </a:cubicBezTo>
                  <a:lnTo>
                    <a:pt x="7246" y="11688"/>
                  </a:lnTo>
                  <a:cubicBezTo>
                    <a:pt x="7813" y="11688"/>
                    <a:pt x="8254" y="11216"/>
                    <a:pt x="8254" y="10649"/>
                  </a:cubicBezTo>
                  <a:lnTo>
                    <a:pt x="8254" y="8254"/>
                  </a:lnTo>
                  <a:lnTo>
                    <a:pt x="10680" y="8254"/>
                  </a:lnTo>
                  <a:cubicBezTo>
                    <a:pt x="11279" y="8254"/>
                    <a:pt x="11720" y="7782"/>
                    <a:pt x="11720" y="7246"/>
                  </a:cubicBezTo>
                  <a:lnTo>
                    <a:pt x="11720" y="4474"/>
                  </a:lnTo>
                  <a:cubicBezTo>
                    <a:pt x="11751" y="3938"/>
                    <a:pt x="11279" y="3466"/>
                    <a:pt x="10680" y="3466"/>
                  </a:cubicBezTo>
                  <a:lnTo>
                    <a:pt x="8254" y="3466"/>
                  </a:lnTo>
                  <a:lnTo>
                    <a:pt x="8254" y="1008"/>
                  </a:lnTo>
                  <a:cubicBezTo>
                    <a:pt x="8254" y="410"/>
                    <a:pt x="7782" y="0"/>
                    <a:pt x="72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6" name="Google Shape;13953;p134">
            <a:extLst>
              <a:ext uri="{FF2B5EF4-FFF2-40B4-BE49-F238E27FC236}">
                <a16:creationId xmlns:a16="http://schemas.microsoft.com/office/drawing/2014/main" id="{D8130C25-EFD0-0967-40A4-081826F34AE5}"/>
              </a:ext>
            </a:extLst>
          </p:cNvPr>
          <p:cNvGrpSpPr/>
          <p:nvPr/>
        </p:nvGrpSpPr>
        <p:grpSpPr>
          <a:xfrm>
            <a:off x="10390255" y="4546816"/>
            <a:ext cx="324334" cy="322231"/>
            <a:chOff x="-22845575" y="3504075"/>
            <a:chExt cx="296950" cy="295025"/>
          </a:xfrm>
          <a:solidFill>
            <a:schemeClr val="accent1">
              <a:lumMod val="75000"/>
            </a:schemeClr>
          </a:solidFill>
        </p:grpSpPr>
        <p:sp>
          <p:nvSpPr>
            <p:cNvPr id="497" name="Google Shape;13954;p134">
              <a:extLst>
                <a:ext uri="{FF2B5EF4-FFF2-40B4-BE49-F238E27FC236}">
                  <a16:creationId xmlns:a16="http://schemas.microsoft.com/office/drawing/2014/main" id="{0DC90D70-AF74-1C8F-5C05-C4737112C79D}"/>
                </a:ext>
              </a:extLst>
            </p:cNvPr>
            <p:cNvSpPr/>
            <p:nvPr/>
          </p:nvSpPr>
          <p:spPr>
            <a:xfrm>
              <a:off x="-22688825" y="3504100"/>
              <a:ext cx="140200" cy="295000"/>
            </a:xfrm>
            <a:custGeom>
              <a:avLst/>
              <a:gdLst/>
              <a:ahLst/>
              <a:cxnLst/>
              <a:rect l="l" t="t" r="r" b="b"/>
              <a:pathLst>
                <a:path w="5608" h="11800" extrusionOk="0">
                  <a:moveTo>
                    <a:pt x="1465" y="2908"/>
                  </a:moveTo>
                  <a:cubicBezTo>
                    <a:pt x="1552" y="2908"/>
                    <a:pt x="1638" y="2931"/>
                    <a:pt x="1701" y="2979"/>
                  </a:cubicBezTo>
                  <a:cubicBezTo>
                    <a:pt x="1827" y="3105"/>
                    <a:pt x="1827" y="3357"/>
                    <a:pt x="1701" y="3451"/>
                  </a:cubicBezTo>
                  <a:cubicBezTo>
                    <a:pt x="1292" y="3861"/>
                    <a:pt x="1292" y="4522"/>
                    <a:pt x="1701" y="4932"/>
                  </a:cubicBezTo>
                  <a:cubicBezTo>
                    <a:pt x="1827" y="5026"/>
                    <a:pt x="1827" y="5279"/>
                    <a:pt x="1701" y="5373"/>
                  </a:cubicBezTo>
                  <a:cubicBezTo>
                    <a:pt x="1632" y="5477"/>
                    <a:pt x="1544" y="5524"/>
                    <a:pt x="1452" y="5524"/>
                  </a:cubicBezTo>
                  <a:cubicBezTo>
                    <a:pt x="1377" y="5524"/>
                    <a:pt x="1300" y="5493"/>
                    <a:pt x="1229" y="5436"/>
                  </a:cubicBezTo>
                  <a:cubicBezTo>
                    <a:pt x="567" y="4774"/>
                    <a:pt x="567" y="3672"/>
                    <a:pt x="1229" y="2979"/>
                  </a:cubicBezTo>
                  <a:cubicBezTo>
                    <a:pt x="1292" y="2931"/>
                    <a:pt x="1378" y="2908"/>
                    <a:pt x="1465" y="2908"/>
                  </a:cubicBezTo>
                  <a:close/>
                  <a:moveTo>
                    <a:pt x="2461" y="7313"/>
                  </a:moveTo>
                  <a:cubicBezTo>
                    <a:pt x="2532" y="7313"/>
                    <a:pt x="2605" y="7318"/>
                    <a:pt x="2678" y="7326"/>
                  </a:cubicBezTo>
                  <a:cubicBezTo>
                    <a:pt x="2867" y="7358"/>
                    <a:pt x="3025" y="7515"/>
                    <a:pt x="2993" y="7704"/>
                  </a:cubicBezTo>
                  <a:cubicBezTo>
                    <a:pt x="2962" y="7925"/>
                    <a:pt x="2804" y="8019"/>
                    <a:pt x="2615" y="8019"/>
                  </a:cubicBezTo>
                  <a:cubicBezTo>
                    <a:pt x="2579" y="8016"/>
                    <a:pt x="2543" y="8014"/>
                    <a:pt x="2507" y="8014"/>
                  </a:cubicBezTo>
                  <a:cubicBezTo>
                    <a:pt x="1947" y="8014"/>
                    <a:pt x="1418" y="8467"/>
                    <a:pt x="1418" y="9059"/>
                  </a:cubicBezTo>
                  <a:cubicBezTo>
                    <a:pt x="1418" y="9248"/>
                    <a:pt x="1260" y="9406"/>
                    <a:pt x="1071" y="9406"/>
                  </a:cubicBezTo>
                  <a:cubicBezTo>
                    <a:pt x="882" y="9406"/>
                    <a:pt x="725" y="9248"/>
                    <a:pt x="725" y="9059"/>
                  </a:cubicBezTo>
                  <a:cubicBezTo>
                    <a:pt x="725" y="8091"/>
                    <a:pt x="1490" y="7313"/>
                    <a:pt x="2461" y="7313"/>
                  </a:cubicBezTo>
                  <a:close/>
                  <a:moveTo>
                    <a:pt x="1060" y="0"/>
                  </a:moveTo>
                  <a:cubicBezTo>
                    <a:pt x="689" y="0"/>
                    <a:pt x="327" y="130"/>
                    <a:pt x="0" y="364"/>
                  </a:cubicBezTo>
                  <a:lnTo>
                    <a:pt x="0" y="5247"/>
                  </a:lnTo>
                  <a:cubicBezTo>
                    <a:pt x="0" y="5814"/>
                    <a:pt x="473" y="6255"/>
                    <a:pt x="1040" y="6255"/>
                  </a:cubicBezTo>
                  <a:cubicBezTo>
                    <a:pt x="1229" y="6255"/>
                    <a:pt x="1386" y="6413"/>
                    <a:pt x="1386" y="6602"/>
                  </a:cubicBezTo>
                  <a:cubicBezTo>
                    <a:pt x="1386" y="6822"/>
                    <a:pt x="1229" y="6948"/>
                    <a:pt x="1040" y="6948"/>
                  </a:cubicBezTo>
                  <a:cubicBezTo>
                    <a:pt x="630" y="6948"/>
                    <a:pt x="284" y="6854"/>
                    <a:pt x="0" y="6602"/>
                  </a:cubicBezTo>
                  <a:lnTo>
                    <a:pt x="0" y="11453"/>
                  </a:lnTo>
                  <a:cubicBezTo>
                    <a:pt x="284" y="11705"/>
                    <a:pt x="630" y="11800"/>
                    <a:pt x="1040" y="11800"/>
                  </a:cubicBezTo>
                  <a:cubicBezTo>
                    <a:pt x="1733" y="11800"/>
                    <a:pt x="2363" y="11359"/>
                    <a:pt x="2647" y="10760"/>
                  </a:cubicBezTo>
                  <a:cubicBezTo>
                    <a:pt x="3497" y="10634"/>
                    <a:pt x="4190" y="9910"/>
                    <a:pt x="4190" y="9028"/>
                  </a:cubicBezTo>
                  <a:cubicBezTo>
                    <a:pt x="4190" y="8902"/>
                    <a:pt x="4159" y="8776"/>
                    <a:pt x="4159" y="8618"/>
                  </a:cubicBezTo>
                  <a:cubicBezTo>
                    <a:pt x="4505" y="8555"/>
                    <a:pt x="4820" y="8397"/>
                    <a:pt x="5104" y="8145"/>
                  </a:cubicBezTo>
                  <a:cubicBezTo>
                    <a:pt x="5419" y="7830"/>
                    <a:pt x="5608" y="7389"/>
                    <a:pt x="5608" y="6917"/>
                  </a:cubicBezTo>
                  <a:cubicBezTo>
                    <a:pt x="5608" y="6539"/>
                    <a:pt x="5482" y="6192"/>
                    <a:pt x="5261" y="5909"/>
                  </a:cubicBezTo>
                  <a:cubicBezTo>
                    <a:pt x="5482" y="5594"/>
                    <a:pt x="5608" y="5247"/>
                    <a:pt x="5608" y="4869"/>
                  </a:cubicBezTo>
                  <a:cubicBezTo>
                    <a:pt x="5608" y="4396"/>
                    <a:pt x="5387" y="3987"/>
                    <a:pt x="5072" y="3672"/>
                  </a:cubicBezTo>
                  <a:cubicBezTo>
                    <a:pt x="4852" y="3420"/>
                    <a:pt x="4505" y="3262"/>
                    <a:pt x="4127" y="3199"/>
                  </a:cubicBezTo>
                  <a:cubicBezTo>
                    <a:pt x="4253" y="2632"/>
                    <a:pt x="4096" y="2002"/>
                    <a:pt x="3655" y="1561"/>
                  </a:cubicBezTo>
                  <a:cubicBezTo>
                    <a:pt x="3403" y="1309"/>
                    <a:pt x="3025" y="1120"/>
                    <a:pt x="2647" y="1088"/>
                  </a:cubicBezTo>
                  <a:cubicBezTo>
                    <a:pt x="2394" y="584"/>
                    <a:pt x="1985" y="143"/>
                    <a:pt x="1449" y="49"/>
                  </a:cubicBezTo>
                  <a:cubicBezTo>
                    <a:pt x="1319" y="16"/>
                    <a:pt x="1189" y="0"/>
                    <a:pt x="10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13955;p134">
              <a:extLst>
                <a:ext uri="{FF2B5EF4-FFF2-40B4-BE49-F238E27FC236}">
                  <a16:creationId xmlns:a16="http://schemas.microsoft.com/office/drawing/2014/main" id="{D11457E5-9019-B8C8-F167-B22AEA3E7955}"/>
                </a:ext>
              </a:extLst>
            </p:cNvPr>
            <p:cNvSpPr/>
            <p:nvPr/>
          </p:nvSpPr>
          <p:spPr>
            <a:xfrm>
              <a:off x="-22845575" y="3504075"/>
              <a:ext cx="139425" cy="294250"/>
            </a:xfrm>
            <a:custGeom>
              <a:avLst/>
              <a:gdLst/>
              <a:ahLst/>
              <a:cxnLst/>
              <a:rect l="l" t="t" r="r" b="b"/>
              <a:pathLst>
                <a:path w="5577" h="11770" extrusionOk="0">
                  <a:moveTo>
                    <a:pt x="4187" y="2948"/>
                  </a:moveTo>
                  <a:cubicBezTo>
                    <a:pt x="4277" y="2948"/>
                    <a:pt x="4364" y="2980"/>
                    <a:pt x="4411" y="3043"/>
                  </a:cubicBezTo>
                  <a:cubicBezTo>
                    <a:pt x="5104" y="3673"/>
                    <a:pt x="5104" y="4775"/>
                    <a:pt x="4411" y="5437"/>
                  </a:cubicBezTo>
                  <a:cubicBezTo>
                    <a:pt x="4364" y="5500"/>
                    <a:pt x="4277" y="5532"/>
                    <a:pt x="4187" y="5532"/>
                  </a:cubicBezTo>
                  <a:cubicBezTo>
                    <a:pt x="4096" y="5532"/>
                    <a:pt x="4002" y="5500"/>
                    <a:pt x="3939" y="5437"/>
                  </a:cubicBezTo>
                  <a:cubicBezTo>
                    <a:pt x="3844" y="5311"/>
                    <a:pt x="3844" y="5090"/>
                    <a:pt x="3939" y="4964"/>
                  </a:cubicBezTo>
                  <a:cubicBezTo>
                    <a:pt x="4348" y="4555"/>
                    <a:pt x="4348" y="3893"/>
                    <a:pt x="3939" y="3515"/>
                  </a:cubicBezTo>
                  <a:cubicBezTo>
                    <a:pt x="3844" y="3389"/>
                    <a:pt x="3844" y="3137"/>
                    <a:pt x="3939" y="3043"/>
                  </a:cubicBezTo>
                  <a:cubicBezTo>
                    <a:pt x="4002" y="2980"/>
                    <a:pt x="4096" y="2948"/>
                    <a:pt x="4187" y="2948"/>
                  </a:cubicBezTo>
                  <a:close/>
                  <a:moveTo>
                    <a:pt x="3148" y="7314"/>
                  </a:moveTo>
                  <a:cubicBezTo>
                    <a:pt x="4123" y="7314"/>
                    <a:pt x="4915" y="8092"/>
                    <a:pt x="4915" y="9060"/>
                  </a:cubicBezTo>
                  <a:cubicBezTo>
                    <a:pt x="4915" y="9249"/>
                    <a:pt x="4726" y="9407"/>
                    <a:pt x="4537" y="9407"/>
                  </a:cubicBezTo>
                  <a:cubicBezTo>
                    <a:pt x="4348" y="9407"/>
                    <a:pt x="4191" y="9249"/>
                    <a:pt x="4191" y="9060"/>
                  </a:cubicBezTo>
                  <a:cubicBezTo>
                    <a:pt x="4191" y="8468"/>
                    <a:pt x="3662" y="8015"/>
                    <a:pt x="3101" y="8015"/>
                  </a:cubicBezTo>
                  <a:cubicBezTo>
                    <a:pt x="3066" y="8015"/>
                    <a:pt x="3030" y="8017"/>
                    <a:pt x="2994" y="8020"/>
                  </a:cubicBezTo>
                  <a:cubicBezTo>
                    <a:pt x="2968" y="8029"/>
                    <a:pt x="2944" y="8033"/>
                    <a:pt x="2920" y="8033"/>
                  </a:cubicBezTo>
                  <a:cubicBezTo>
                    <a:pt x="2765" y="8033"/>
                    <a:pt x="2643" y="7869"/>
                    <a:pt x="2616" y="7705"/>
                  </a:cubicBezTo>
                  <a:cubicBezTo>
                    <a:pt x="2584" y="7516"/>
                    <a:pt x="2742" y="7359"/>
                    <a:pt x="2931" y="7327"/>
                  </a:cubicBezTo>
                  <a:cubicBezTo>
                    <a:pt x="3004" y="7319"/>
                    <a:pt x="3077" y="7314"/>
                    <a:pt x="3148" y="7314"/>
                  </a:cubicBezTo>
                  <a:close/>
                  <a:moveTo>
                    <a:pt x="4581" y="0"/>
                  </a:moveTo>
                  <a:cubicBezTo>
                    <a:pt x="4444" y="0"/>
                    <a:pt x="4303" y="16"/>
                    <a:pt x="4159" y="50"/>
                  </a:cubicBezTo>
                  <a:cubicBezTo>
                    <a:pt x="3592" y="144"/>
                    <a:pt x="3214" y="585"/>
                    <a:pt x="2962" y="1089"/>
                  </a:cubicBezTo>
                  <a:cubicBezTo>
                    <a:pt x="2584" y="1152"/>
                    <a:pt x="2206" y="1310"/>
                    <a:pt x="1954" y="1562"/>
                  </a:cubicBezTo>
                  <a:cubicBezTo>
                    <a:pt x="1513" y="2003"/>
                    <a:pt x="1355" y="2633"/>
                    <a:pt x="1481" y="3200"/>
                  </a:cubicBezTo>
                  <a:cubicBezTo>
                    <a:pt x="1135" y="3232"/>
                    <a:pt x="820" y="3389"/>
                    <a:pt x="536" y="3673"/>
                  </a:cubicBezTo>
                  <a:cubicBezTo>
                    <a:pt x="221" y="3988"/>
                    <a:pt x="1" y="4397"/>
                    <a:pt x="1" y="4870"/>
                  </a:cubicBezTo>
                  <a:cubicBezTo>
                    <a:pt x="1" y="5280"/>
                    <a:pt x="127" y="5626"/>
                    <a:pt x="379" y="5910"/>
                  </a:cubicBezTo>
                  <a:cubicBezTo>
                    <a:pt x="127" y="6225"/>
                    <a:pt x="1" y="6571"/>
                    <a:pt x="1" y="6918"/>
                  </a:cubicBezTo>
                  <a:cubicBezTo>
                    <a:pt x="1" y="7390"/>
                    <a:pt x="221" y="7831"/>
                    <a:pt x="536" y="8146"/>
                  </a:cubicBezTo>
                  <a:cubicBezTo>
                    <a:pt x="788" y="8430"/>
                    <a:pt x="1135" y="8588"/>
                    <a:pt x="1481" y="8619"/>
                  </a:cubicBezTo>
                  <a:cubicBezTo>
                    <a:pt x="1229" y="9690"/>
                    <a:pt x="1985" y="10604"/>
                    <a:pt x="2931" y="10698"/>
                  </a:cubicBezTo>
                  <a:cubicBezTo>
                    <a:pt x="3214" y="11328"/>
                    <a:pt x="3781" y="11769"/>
                    <a:pt x="4537" y="11769"/>
                  </a:cubicBezTo>
                  <a:cubicBezTo>
                    <a:pt x="4947" y="11769"/>
                    <a:pt x="5293" y="11612"/>
                    <a:pt x="5577" y="11423"/>
                  </a:cubicBezTo>
                  <a:lnTo>
                    <a:pt x="5577" y="6571"/>
                  </a:lnTo>
                  <a:cubicBezTo>
                    <a:pt x="5293" y="6823"/>
                    <a:pt x="4947" y="6918"/>
                    <a:pt x="4537" y="6918"/>
                  </a:cubicBezTo>
                  <a:cubicBezTo>
                    <a:pt x="4348" y="6918"/>
                    <a:pt x="4191" y="6760"/>
                    <a:pt x="4191" y="6571"/>
                  </a:cubicBezTo>
                  <a:cubicBezTo>
                    <a:pt x="4191" y="6382"/>
                    <a:pt x="4348" y="6225"/>
                    <a:pt x="4537" y="6225"/>
                  </a:cubicBezTo>
                  <a:cubicBezTo>
                    <a:pt x="5136" y="6225"/>
                    <a:pt x="5577" y="5752"/>
                    <a:pt x="5577" y="5185"/>
                  </a:cubicBezTo>
                  <a:lnTo>
                    <a:pt x="5577" y="302"/>
                  </a:lnTo>
                  <a:cubicBezTo>
                    <a:pt x="5300" y="117"/>
                    <a:pt x="4956" y="0"/>
                    <a:pt x="45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9" name="Google Shape;13956;p134">
            <a:extLst>
              <a:ext uri="{FF2B5EF4-FFF2-40B4-BE49-F238E27FC236}">
                <a16:creationId xmlns:a16="http://schemas.microsoft.com/office/drawing/2014/main" id="{B110B0CD-EB40-A2EC-37CA-90C40909D6C5}"/>
              </a:ext>
            </a:extLst>
          </p:cNvPr>
          <p:cNvGrpSpPr/>
          <p:nvPr/>
        </p:nvGrpSpPr>
        <p:grpSpPr>
          <a:xfrm>
            <a:off x="8366984" y="2835694"/>
            <a:ext cx="274447" cy="322613"/>
            <a:chOff x="-27691025" y="3175300"/>
            <a:chExt cx="251275" cy="295375"/>
          </a:xfrm>
          <a:solidFill>
            <a:schemeClr val="accent1">
              <a:lumMod val="75000"/>
            </a:schemeClr>
          </a:solidFill>
        </p:grpSpPr>
        <p:sp>
          <p:nvSpPr>
            <p:cNvPr id="500" name="Google Shape;13957;p134">
              <a:extLst>
                <a:ext uri="{FF2B5EF4-FFF2-40B4-BE49-F238E27FC236}">
                  <a16:creationId xmlns:a16="http://schemas.microsoft.com/office/drawing/2014/main" id="{CBCC27C0-FA8B-74FF-FC5A-18726AB1017B}"/>
                </a:ext>
              </a:extLst>
            </p:cNvPr>
            <p:cNvSpPr/>
            <p:nvPr/>
          </p:nvSpPr>
          <p:spPr>
            <a:xfrm>
              <a:off x="-27492550" y="3298150"/>
              <a:ext cx="18125" cy="18150"/>
            </a:xfrm>
            <a:custGeom>
              <a:avLst/>
              <a:gdLst/>
              <a:ahLst/>
              <a:cxnLst/>
              <a:rect l="l" t="t" r="r" b="b"/>
              <a:pathLst>
                <a:path w="725" h="726" extrusionOk="0">
                  <a:moveTo>
                    <a:pt x="378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68"/>
                    <a:pt x="158" y="726"/>
                    <a:pt x="378" y="726"/>
                  </a:cubicBezTo>
                  <a:cubicBezTo>
                    <a:pt x="599" y="663"/>
                    <a:pt x="725" y="505"/>
                    <a:pt x="725" y="347"/>
                  </a:cubicBezTo>
                  <a:cubicBezTo>
                    <a:pt x="725" y="158"/>
                    <a:pt x="567" y="1"/>
                    <a:pt x="37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13958;p134">
              <a:extLst>
                <a:ext uri="{FF2B5EF4-FFF2-40B4-BE49-F238E27FC236}">
                  <a16:creationId xmlns:a16="http://schemas.microsoft.com/office/drawing/2014/main" id="{46339DF0-6721-7A7C-70E7-0A30EC82EE3B}"/>
                </a:ext>
              </a:extLst>
            </p:cNvPr>
            <p:cNvSpPr/>
            <p:nvPr/>
          </p:nvSpPr>
          <p:spPr>
            <a:xfrm>
              <a:off x="-27613050" y="3175300"/>
              <a:ext cx="60650" cy="105550"/>
            </a:xfrm>
            <a:custGeom>
              <a:avLst/>
              <a:gdLst/>
              <a:ahLst/>
              <a:cxnLst/>
              <a:rect l="l" t="t" r="r" b="b"/>
              <a:pathLst>
                <a:path w="2426" h="4222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1733"/>
                  </a:lnTo>
                  <a:cubicBezTo>
                    <a:pt x="32" y="1922"/>
                    <a:pt x="158" y="2080"/>
                    <a:pt x="347" y="2080"/>
                  </a:cubicBezTo>
                  <a:cubicBezTo>
                    <a:pt x="536" y="2080"/>
                    <a:pt x="693" y="1922"/>
                    <a:pt x="693" y="1733"/>
                  </a:cubicBezTo>
                  <a:lnTo>
                    <a:pt x="693" y="1386"/>
                  </a:lnTo>
                  <a:lnTo>
                    <a:pt x="1040" y="1386"/>
                  </a:lnTo>
                  <a:cubicBezTo>
                    <a:pt x="1260" y="1386"/>
                    <a:pt x="1418" y="1544"/>
                    <a:pt x="1418" y="1733"/>
                  </a:cubicBezTo>
                  <a:lnTo>
                    <a:pt x="1418" y="2899"/>
                  </a:lnTo>
                  <a:cubicBezTo>
                    <a:pt x="1197" y="3025"/>
                    <a:pt x="1040" y="3277"/>
                    <a:pt x="1040" y="3497"/>
                  </a:cubicBezTo>
                  <a:lnTo>
                    <a:pt x="1040" y="4222"/>
                  </a:lnTo>
                  <a:lnTo>
                    <a:pt x="2426" y="4222"/>
                  </a:lnTo>
                  <a:lnTo>
                    <a:pt x="2426" y="3497"/>
                  </a:lnTo>
                  <a:cubicBezTo>
                    <a:pt x="2426" y="3214"/>
                    <a:pt x="2268" y="3025"/>
                    <a:pt x="2079" y="2899"/>
                  </a:cubicBezTo>
                  <a:lnTo>
                    <a:pt x="2079" y="1733"/>
                  </a:lnTo>
                  <a:cubicBezTo>
                    <a:pt x="2079" y="1134"/>
                    <a:pt x="1607" y="693"/>
                    <a:pt x="1040" y="693"/>
                  </a:cubicBezTo>
                  <a:lnTo>
                    <a:pt x="693" y="693"/>
                  </a:lnTo>
                  <a:lnTo>
                    <a:pt x="693" y="347"/>
                  </a:ln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13959;p134">
              <a:extLst>
                <a:ext uri="{FF2B5EF4-FFF2-40B4-BE49-F238E27FC236}">
                  <a16:creationId xmlns:a16="http://schemas.microsoft.com/office/drawing/2014/main" id="{943341CF-8875-31DC-A623-16DB7D85CC56}"/>
                </a:ext>
              </a:extLst>
            </p:cNvPr>
            <p:cNvSpPr/>
            <p:nvPr/>
          </p:nvSpPr>
          <p:spPr>
            <a:xfrm>
              <a:off x="-27691025" y="3175300"/>
              <a:ext cx="60650" cy="105550"/>
            </a:xfrm>
            <a:custGeom>
              <a:avLst/>
              <a:gdLst/>
              <a:ahLst/>
              <a:cxnLst/>
              <a:rect l="l" t="t" r="r" b="b"/>
              <a:pathLst>
                <a:path w="2426" h="4222" extrusionOk="0">
                  <a:moveTo>
                    <a:pt x="2079" y="0"/>
                  </a:moveTo>
                  <a:cubicBezTo>
                    <a:pt x="1890" y="0"/>
                    <a:pt x="1733" y="158"/>
                    <a:pt x="1733" y="347"/>
                  </a:cubicBezTo>
                  <a:lnTo>
                    <a:pt x="1733" y="693"/>
                  </a:lnTo>
                  <a:lnTo>
                    <a:pt x="1386" y="693"/>
                  </a:lnTo>
                  <a:cubicBezTo>
                    <a:pt x="788" y="693"/>
                    <a:pt x="347" y="1166"/>
                    <a:pt x="347" y="1733"/>
                  </a:cubicBezTo>
                  <a:lnTo>
                    <a:pt x="347" y="2899"/>
                  </a:lnTo>
                  <a:cubicBezTo>
                    <a:pt x="158" y="3025"/>
                    <a:pt x="0" y="3277"/>
                    <a:pt x="0" y="3497"/>
                  </a:cubicBezTo>
                  <a:lnTo>
                    <a:pt x="0" y="4222"/>
                  </a:lnTo>
                  <a:lnTo>
                    <a:pt x="1386" y="4222"/>
                  </a:lnTo>
                  <a:lnTo>
                    <a:pt x="1386" y="3497"/>
                  </a:lnTo>
                  <a:cubicBezTo>
                    <a:pt x="1386" y="3214"/>
                    <a:pt x="1229" y="3025"/>
                    <a:pt x="1008" y="2899"/>
                  </a:cubicBezTo>
                  <a:lnTo>
                    <a:pt x="1008" y="1733"/>
                  </a:lnTo>
                  <a:cubicBezTo>
                    <a:pt x="1008" y="1544"/>
                    <a:pt x="1166" y="1386"/>
                    <a:pt x="1386" y="1386"/>
                  </a:cubicBezTo>
                  <a:lnTo>
                    <a:pt x="1733" y="1386"/>
                  </a:lnTo>
                  <a:lnTo>
                    <a:pt x="1733" y="1733"/>
                  </a:lnTo>
                  <a:cubicBezTo>
                    <a:pt x="1733" y="1922"/>
                    <a:pt x="1890" y="2080"/>
                    <a:pt x="2079" y="2080"/>
                  </a:cubicBezTo>
                  <a:cubicBezTo>
                    <a:pt x="2268" y="2080"/>
                    <a:pt x="2426" y="1922"/>
                    <a:pt x="2426" y="1733"/>
                  </a:cubicBezTo>
                  <a:lnTo>
                    <a:pt x="2426" y="347"/>
                  </a:lnTo>
                  <a:cubicBezTo>
                    <a:pt x="2426" y="158"/>
                    <a:pt x="2268" y="0"/>
                    <a:pt x="207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13960;p134">
              <a:extLst>
                <a:ext uri="{FF2B5EF4-FFF2-40B4-BE49-F238E27FC236}">
                  <a16:creationId xmlns:a16="http://schemas.microsoft.com/office/drawing/2014/main" id="{104D0DD1-896F-6097-3557-B644ECAD28F2}"/>
                </a:ext>
              </a:extLst>
            </p:cNvPr>
            <p:cNvSpPr/>
            <p:nvPr/>
          </p:nvSpPr>
          <p:spPr>
            <a:xfrm>
              <a:off x="-27691025" y="3263500"/>
              <a:ext cx="251275" cy="207175"/>
            </a:xfrm>
            <a:custGeom>
              <a:avLst/>
              <a:gdLst/>
              <a:ahLst/>
              <a:cxnLst/>
              <a:rect l="l" t="t" r="r" b="b"/>
              <a:pathLst>
                <a:path w="10051" h="8287" extrusionOk="0">
                  <a:moveTo>
                    <a:pt x="8317" y="725"/>
                  </a:moveTo>
                  <a:cubicBezTo>
                    <a:pt x="8885" y="725"/>
                    <a:pt x="9326" y="1198"/>
                    <a:pt x="9326" y="1733"/>
                  </a:cubicBezTo>
                  <a:cubicBezTo>
                    <a:pt x="9326" y="2332"/>
                    <a:pt x="8853" y="2773"/>
                    <a:pt x="8317" y="2773"/>
                  </a:cubicBezTo>
                  <a:cubicBezTo>
                    <a:pt x="7750" y="2773"/>
                    <a:pt x="7278" y="2301"/>
                    <a:pt x="7278" y="1733"/>
                  </a:cubicBezTo>
                  <a:cubicBezTo>
                    <a:pt x="7278" y="1166"/>
                    <a:pt x="7750" y="725"/>
                    <a:pt x="8317" y="725"/>
                  </a:cubicBezTo>
                  <a:close/>
                  <a:moveTo>
                    <a:pt x="8317" y="1"/>
                  </a:moveTo>
                  <a:cubicBezTo>
                    <a:pt x="7372" y="1"/>
                    <a:pt x="6585" y="788"/>
                    <a:pt x="6585" y="1733"/>
                  </a:cubicBezTo>
                  <a:cubicBezTo>
                    <a:pt x="6585" y="2584"/>
                    <a:pt x="7152" y="3277"/>
                    <a:pt x="7939" y="3435"/>
                  </a:cubicBezTo>
                  <a:lnTo>
                    <a:pt x="7939" y="5199"/>
                  </a:lnTo>
                  <a:cubicBezTo>
                    <a:pt x="7939" y="6554"/>
                    <a:pt x="6837" y="7656"/>
                    <a:pt x="5513" y="7656"/>
                  </a:cubicBezTo>
                  <a:cubicBezTo>
                    <a:pt x="4190" y="7656"/>
                    <a:pt x="3088" y="6554"/>
                    <a:pt x="3088" y="5199"/>
                  </a:cubicBezTo>
                  <a:lnTo>
                    <a:pt x="3088" y="4506"/>
                  </a:lnTo>
                  <a:lnTo>
                    <a:pt x="3088" y="4443"/>
                  </a:lnTo>
                  <a:cubicBezTo>
                    <a:pt x="4316" y="4317"/>
                    <a:pt x="5324" y="3309"/>
                    <a:pt x="5482" y="2049"/>
                  </a:cubicBezTo>
                  <a:cubicBezTo>
                    <a:pt x="5513" y="1797"/>
                    <a:pt x="5513" y="1891"/>
                    <a:pt x="5513" y="1355"/>
                  </a:cubicBezTo>
                  <a:lnTo>
                    <a:pt x="4127" y="1355"/>
                  </a:lnTo>
                  <a:cubicBezTo>
                    <a:pt x="4127" y="1607"/>
                    <a:pt x="4127" y="1765"/>
                    <a:pt x="4096" y="2049"/>
                  </a:cubicBezTo>
                  <a:cubicBezTo>
                    <a:pt x="3938" y="2710"/>
                    <a:pt x="3340" y="3088"/>
                    <a:pt x="2741" y="3088"/>
                  </a:cubicBezTo>
                  <a:cubicBezTo>
                    <a:pt x="2174" y="3088"/>
                    <a:pt x="1575" y="2773"/>
                    <a:pt x="1418" y="2049"/>
                  </a:cubicBezTo>
                  <a:cubicBezTo>
                    <a:pt x="1386" y="1828"/>
                    <a:pt x="1386" y="1607"/>
                    <a:pt x="1386" y="1355"/>
                  </a:cubicBezTo>
                  <a:lnTo>
                    <a:pt x="0" y="1355"/>
                  </a:lnTo>
                  <a:cubicBezTo>
                    <a:pt x="0" y="1670"/>
                    <a:pt x="0" y="1733"/>
                    <a:pt x="32" y="2049"/>
                  </a:cubicBezTo>
                  <a:cubicBezTo>
                    <a:pt x="221" y="3277"/>
                    <a:pt x="1166" y="4317"/>
                    <a:pt x="2426" y="4474"/>
                  </a:cubicBezTo>
                  <a:lnTo>
                    <a:pt x="2426" y="5168"/>
                  </a:lnTo>
                  <a:cubicBezTo>
                    <a:pt x="2426" y="5672"/>
                    <a:pt x="2552" y="6144"/>
                    <a:pt x="2804" y="6585"/>
                  </a:cubicBezTo>
                  <a:cubicBezTo>
                    <a:pt x="3308" y="7625"/>
                    <a:pt x="4379" y="8286"/>
                    <a:pt x="5545" y="8286"/>
                  </a:cubicBezTo>
                  <a:cubicBezTo>
                    <a:pt x="7278" y="8286"/>
                    <a:pt x="8664" y="6869"/>
                    <a:pt x="8664" y="5168"/>
                  </a:cubicBezTo>
                  <a:lnTo>
                    <a:pt x="8664" y="3435"/>
                  </a:lnTo>
                  <a:cubicBezTo>
                    <a:pt x="9452" y="3277"/>
                    <a:pt x="10050" y="2584"/>
                    <a:pt x="10050" y="1733"/>
                  </a:cubicBezTo>
                  <a:cubicBezTo>
                    <a:pt x="10050" y="788"/>
                    <a:pt x="9263" y="1"/>
                    <a:pt x="831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4" name="Google Shape;13961;p134">
            <a:extLst>
              <a:ext uri="{FF2B5EF4-FFF2-40B4-BE49-F238E27FC236}">
                <a16:creationId xmlns:a16="http://schemas.microsoft.com/office/drawing/2014/main" id="{2E42E2A8-8C9E-544A-F227-DE25EF8F858D}"/>
              </a:ext>
            </a:extLst>
          </p:cNvPr>
          <p:cNvGrpSpPr/>
          <p:nvPr/>
        </p:nvGrpSpPr>
        <p:grpSpPr>
          <a:xfrm>
            <a:off x="8341603" y="3311230"/>
            <a:ext cx="325208" cy="209050"/>
            <a:chOff x="-27721750" y="3598250"/>
            <a:chExt cx="297750" cy="191400"/>
          </a:xfrm>
          <a:solidFill>
            <a:schemeClr val="accent1">
              <a:lumMod val="75000"/>
            </a:schemeClr>
          </a:solidFill>
        </p:grpSpPr>
        <p:sp>
          <p:nvSpPr>
            <p:cNvPr id="505" name="Google Shape;13962;p134">
              <a:extLst>
                <a:ext uri="{FF2B5EF4-FFF2-40B4-BE49-F238E27FC236}">
                  <a16:creationId xmlns:a16="http://schemas.microsoft.com/office/drawing/2014/main" id="{52D1D215-9A4B-9FA7-AD22-AFF88B5B756E}"/>
                </a:ext>
              </a:extLst>
            </p:cNvPr>
            <p:cNvSpPr/>
            <p:nvPr/>
          </p:nvSpPr>
          <p:spPr>
            <a:xfrm>
              <a:off x="-27616200" y="3651800"/>
              <a:ext cx="86650" cy="86675"/>
            </a:xfrm>
            <a:custGeom>
              <a:avLst/>
              <a:gdLst/>
              <a:ahLst/>
              <a:cxnLst/>
              <a:rect l="l" t="t" r="r" b="b"/>
              <a:pathLst>
                <a:path w="3466" h="3467" extrusionOk="0">
                  <a:moveTo>
                    <a:pt x="1386" y="662"/>
                  </a:moveTo>
                  <a:cubicBezTo>
                    <a:pt x="1764" y="662"/>
                    <a:pt x="2079" y="977"/>
                    <a:pt x="2079" y="1387"/>
                  </a:cubicBezTo>
                  <a:cubicBezTo>
                    <a:pt x="2079" y="1765"/>
                    <a:pt x="1764" y="2080"/>
                    <a:pt x="1386" y="2080"/>
                  </a:cubicBezTo>
                  <a:cubicBezTo>
                    <a:pt x="977" y="2080"/>
                    <a:pt x="662" y="1765"/>
                    <a:pt x="662" y="1387"/>
                  </a:cubicBezTo>
                  <a:cubicBezTo>
                    <a:pt x="662" y="977"/>
                    <a:pt x="977" y="662"/>
                    <a:pt x="1386" y="662"/>
                  </a:cubicBezTo>
                  <a:close/>
                  <a:moveTo>
                    <a:pt x="1733" y="1"/>
                  </a:moveTo>
                  <a:cubicBezTo>
                    <a:pt x="788" y="1"/>
                    <a:pt x="0" y="788"/>
                    <a:pt x="0" y="1733"/>
                  </a:cubicBezTo>
                  <a:cubicBezTo>
                    <a:pt x="0" y="2679"/>
                    <a:pt x="788" y="3466"/>
                    <a:pt x="1733" y="3466"/>
                  </a:cubicBezTo>
                  <a:cubicBezTo>
                    <a:pt x="2678" y="3466"/>
                    <a:pt x="3466" y="2679"/>
                    <a:pt x="3466" y="1733"/>
                  </a:cubicBezTo>
                  <a:cubicBezTo>
                    <a:pt x="3466" y="788"/>
                    <a:pt x="2678" y="1"/>
                    <a:pt x="17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13963;p134">
              <a:extLst>
                <a:ext uri="{FF2B5EF4-FFF2-40B4-BE49-F238E27FC236}">
                  <a16:creationId xmlns:a16="http://schemas.microsoft.com/office/drawing/2014/main" id="{65A7E6C9-078F-BE5E-8B79-96C498445121}"/>
                </a:ext>
              </a:extLst>
            </p:cNvPr>
            <p:cNvSpPr/>
            <p:nvPr/>
          </p:nvSpPr>
          <p:spPr>
            <a:xfrm>
              <a:off x="-27721750" y="3598250"/>
              <a:ext cx="297750" cy="191400"/>
            </a:xfrm>
            <a:custGeom>
              <a:avLst/>
              <a:gdLst/>
              <a:ahLst/>
              <a:cxnLst/>
              <a:rect l="l" t="t" r="r" b="b"/>
              <a:pathLst>
                <a:path w="11910" h="7656" extrusionOk="0">
                  <a:moveTo>
                    <a:pt x="5955" y="1418"/>
                  </a:moveTo>
                  <a:cubicBezTo>
                    <a:pt x="7278" y="1418"/>
                    <a:pt x="8381" y="2521"/>
                    <a:pt x="8381" y="3875"/>
                  </a:cubicBezTo>
                  <a:cubicBezTo>
                    <a:pt x="8381" y="5199"/>
                    <a:pt x="7278" y="6301"/>
                    <a:pt x="5955" y="6301"/>
                  </a:cubicBezTo>
                  <a:cubicBezTo>
                    <a:pt x="4600" y="6301"/>
                    <a:pt x="3497" y="5199"/>
                    <a:pt x="3497" y="3875"/>
                  </a:cubicBezTo>
                  <a:cubicBezTo>
                    <a:pt x="3497" y="2521"/>
                    <a:pt x="4600" y="1418"/>
                    <a:pt x="5955" y="1418"/>
                  </a:cubicBezTo>
                  <a:close/>
                  <a:moveTo>
                    <a:pt x="5955" y="0"/>
                  </a:moveTo>
                  <a:cubicBezTo>
                    <a:pt x="2710" y="0"/>
                    <a:pt x="189" y="3466"/>
                    <a:pt x="95" y="3623"/>
                  </a:cubicBezTo>
                  <a:cubicBezTo>
                    <a:pt x="0" y="3749"/>
                    <a:pt x="0" y="3907"/>
                    <a:pt x="95" y="4033"/>
                  </a:cubicBezTo>
                  <a:cubicBezTo>
                    <a:pt x="189" y="4190"/>
                    <a:pt x="2773" y="7656"/>
                    <a:pt x="5955" y="7656"/>
                  </a:cubicBezTo>
                  <a:cubicBezTo>
                    <a:pt x="9137" y="7656"/>
                    <a:pt x="11689" y="4190"/>
                    <a:pt x="11815" y="4033"/>
                  </a:cubicBezTo>
                  <a:cubicBezTo>
                    <a:pt x="11909" y="3907"/>
                    <a:pt x="11909" y="3749"/>
                    <a:pt x="11815" y="3623"/>
                  </a:cubicBezTo>
                  <a:cubicBezTo>
                    <a:pt x="11689" y="3466"/>
                    <a:pt x="9168" y="0"/>
                    <a:pt x="595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7" name="Google Shape;13964;p134">
            <a:extLst>
              <a:ext uri="{FF2B5EF4-FFF2-40B4-BE49-F238E27FC236}">
                <a16:creationId xmlns:a16="http://schemas.microsoft.com/office/drawing/2014/main" id="{5C64F10A-0F23-81F9-02DE-C6DB232D3A53}"/>
              </a:ext>
            </a:extLst>
          </p:cNvPr>
          <p:cNvGrpSpPr/>
          <p:nvPr/>
        </p:nvGrpSpPr>
        <p:grpSpPr>
          <a:xfrm>
            <a:off x="8342887" y="3672044"/>
            <a:ext cx="322640" cy="312619"/>
            <a:chOff x="-27719400" y="3925600"/>
            <a:chExt cx="295400" cy="286225"/>
          </a:xfrm>
          <a:solidFill>
            <a:schemeClr val="accent1">
              <a:lumMod val="75000"/>
            </a:schemeClr>
          </a:solidFill>
        </p:grpSpPr>
        <p:sp>
          <p:nvSpPr>
            <p:cNvPr id="508" name="Google Shape;13965;p134">
              <a:extLst>
                <a:ext uri="{FF2B5EF4-FFF2-40B4-BE49-F238E27FC236}">
                  <a16:creationId xmlns:a16="http://schemas.microsoft.com/office/drawing/2014/main" id="{33FCB012-CD8A-88E3-6E9A-CDB204233DB4}"/>
                </a:ext>
              </a:extLst>
            </p:cNvPr>
            <p:cNvSpPr/>
            <p:nvPr/>
          </p:nvSpPr>
          <p:spPr>
            <a:xfrm>
              <a:off x="-27596525" y="3925600"/>
              <a:ext cx="172525" cy="162575"/>
            </a:xfrm>
            <a:custGeom>
              <a:avLst/>
              <a:gdLst/>
              <a:ahLst/>
              <a:cxnLst/>
              <a:rect l="l" t="t" r="r" b="b"/>
              <a:pathLst>
                <a:path w="6901" h="6503" extrusionOk="0">
                  <a:moveTo>
                    <a:pt x="5042" y="0"/>
                  </a:moveTo>
                  <a:cubicBezTo>
                    <a:pt x="4425" y="0"/>
                    <a:pt x="3809" y="237"/>
                    <a:pt x="3340" y="705"/>
                  </a:cubicBezTo>
                  <a:lnTo>
                    <a:pt x="1765" y="2281"/>
                  </a:lnTo>
                  <a:cubicBezTo>
                    <a:pt x="1639" y="2407"/>
                    <a:pt x="1639" y="2627"/>
                    <a:pt x="1765" y="2785"/>
                  </a:cubicBezTo>
                  <a:cubicBezTo>
                    <a:pt x="1860" y="2879"/>
                    <a:pt x="1891" y="2942"/>
                    <a:pt x="1891" y="3037"/>
                  </a:cubicBezTo>
                  <a:cubicBezTo>
                    <a:pt x="1891" y="3100"/>
                    <a:pt x="1860" y="3226"/>
                    <a:pt x="1765" y="3257"/>
                  </a:cubicBezTo>
                  <a:lnTo>
                    <a:pt x="1229" y="3824"/>
                  </a:lnTo>
                  <a:cubicBezTo>
                    <a:pt x="1009" y="3856"/>
                    <a:pt x="820" y="3919"/>
                    <a:pt x="662" y="4045"/>
                  </a:cubicBezTo>
                  <a:lnTo>
                    <a:pt x="1" y="4643"/>
                  </a:lnTo>
                  <a:lnTo>
                    <a:pt x="1860" y="6502"/>
                  </a:lnTo>
                  <a:lnTo>
                    <a:pt x="2427" y="5809"/>
                  </a:lnTo>
                  <a:cubicBezTo>
                    <a:pt x="2553" y="5652"/>
                    <a:pt x="2647" y="5494"/>
                    <a:pt x="2679" y="5305"/>
                  </a:cubicBezTo>
                  <a:lnTo>
                    <a:pt x="6774" y="1209"/>
                  </a:lnTo>
                  <a:cubicBezTo>
                    <a:pt x="6900" y="1083"/>
                    <a:pt x="6900" y="863"/>
                    <a:pt x="6774" y="737"/>
                  </a:cubicBezTo>
                  <a:cubicBezTo>
                    <a:pt x="6298" y="245"/>
                    <a:pt x="5669" y="0"/>
                    <a:pt x="504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13966;p134">
              <a:extLst>
                <a:ext uri="{FF2B5EF4-FFF2-40B4-BE49-F238E27FC236}">
                  <a16:creationId xmlns:a16="http://schemas.microsoft.com/office/drawing/2014/main" id="{55838659-A634-4CBE-39C9-698317E042AF}"/>
                </a:ext>
              </a:extLst>
            </p:cNvPr>
            <p:cNvSpPr/>
            <p:nvPr/>
          </p:nvSpPr>
          <p:spPr>
            <a:xfrm>
              <a:off x="-27719400" y="4054275"/>
              <a:ext cx="157550" cy="157550"/>
            </a:xfrm>
            <a:custGeom>
              <a:avLst/>
              <a:gdLst/>
              <a:ahLst/>
              <a:cxnLst/>
              <a:rect l="l" t="t" r="r" b="b"/>
              <a:pathLst>
                <a:path w="6302" h="6302" extrusionOk="0">
                  <a:moveTo>
                    <a:pt x="4412" y="1"/>
                  </a:moveTo>
                  <a:lnTo>
                    <a:pt x="537" y="3466"/>
                  </a:lnTo>
                  <a:cubicBezTo>
                    <a:pt x="190" y="3781"/>
                    <a:pt x="1" y="4222"/>
                    <a:pt x="1" y="4695"/>
                  </a:cubicBezTo>
                  <a:cubicBezTo>
                    <a:pt x="1" y="5136"/>
                    <a:pt x="158" y="5545"/>
                    <a:pt x="474" y="5829"/>
                  </a:cubicBezTo>
                  <a:cubicBezTo>
                    <a:pt x="789" y="6144"/>
                    <a:pt x="1167" y="6302"/>
                    <a:pt x="1608" y="6302"/>
                  </a:cubicBezTo>
                  <a:lnTo>
                    <a:pt x="1639" y="6302"/>
                  </a:lnTo>
                  <a:cubicBezTo>
                    <a:pt x="1954" y="6302"/>
                    <a:pt x="2269" y="6175"/>
                    <a:pt x="2553" y="5986"/>
                  </a:cubicBezTo>
                  <a:lnTo>
                    <a:pt x="1482" y="4915"/>
                  </a:lnTo>
                  <a:cubicBezTo>
                    <a:pt x="1356" y="4789"/>
                    <a:pt x="1356" y="4569"/>
                    <a:pt x="1482" y="4443"/>
                  </a:cubicBezTo>
                  <a:cubicBezTo>
                    <a:pt x="1545" y="4395"/>
                    <a:pt x="1631" y="4372"/>
                    <a:pt x="1718" y="4372"/>
                  </a:cubicBezTo>
                  <a:cubicBezTo>
                    <a:pt x="1805" y="4372"/>
                    <a:pt x="1891" y="4395"/>
                    <a:pt x="1954" y="4443"/>
                  </a:cubicBezTo>
                  <a:lnTo>
                    <a:pt x="3025" y="5514"/>
                  </a:lnTo>
                  <a:lnTo>
                    <a:pt x="3498" y="5010"/>
                  </a:lnTo>
                  <a:lnTo>
                    <a:pt x="2521" y="4002"/>
                  </a:lnTo>
                  <a:cubicBezTo>
                    <a:pt x="2395" y="3907"/>
                    <a:pt x="2395" y="3655"/>
                    <a:pt x="2521" y="3561"/>
                  </a:cubicBezTo>
                  <a:cubicBezTo>
                    <a:pt x="2569" y="3498"/>
                    <a:pt x="2655" y="3466"/>
                    <a:pt x="2746" y="3466"/>
                  </a:cubicBezTo>
                  <a:cubicBezTo>
                    <a:pt x="2836" y="3466"/>
                    <a:pt x="2931" y="3498"/>
                    <a:pt x="2994" y="3561"/>
                  </a:cubicBezTo>
                  <a:lnTo>
                    <a:pt x="3939" y="4474"/>
                  </a:lnTo>
                  <a:lnTo>
                    <a:pt x="4412" y="3970"/>
                  </a:lnTo>
                  <a:lnTo>
                    <a:pt x="3530" y="3120"/>
                  </a:lnTo>
                  <a:cubicBezTo>
                    <a:pt x="3403" y="2994"/>
                    <a:pt x="3403" y="2773"/>
                    <a:pt x="3530" y="2647"/>
                  </a:cubicBezTo>
                  <a:cubicBezTo>
                    <a:pt x="3593" y="2584"/>
                    <a:pt x="3679" y="2552"/>
                    <a:pt x="3766" y="2552"/>
                  </a:cubicBezTo>
                  <a:cubicBezTo>
                    <a:pt x="3852" y="2552"/>
                    <a:pt x="3939" y="2584"/>
                    <a:pt x="4002" y="2647"/>
                  </a:cubicBezTo>
                  <a:lnTo>
                    <a:pt x="4884" y="3498"/>
                  </a:lnTo>
                  <a:lnTo>
                    <a:pt x="5357" y="2994"/>
                  </a:lnTo>
                  <a:lnTo>
                    <a:pt x="4601" y="2237"/>
                  </a:lnTo>
                  <a:cubicBezTo>
                    <a:pt x="4475" y="2111"/>
                    <a:pt x="4475" y="1891"/>
                    <a:pt x="4601" y="1765"/>
                  </a:cubicBezTo>
                  <a:cubicBezTo>
                    <a:pt x="4671" y="1624"/>
                    <a:pt x="4771" y="1562"/>
                    <a:pt x="4867" y="1562"/>
                  </a:cubicBezTo>
                  <a:cubicBezTo>
                    <a:pt x="4944" y="1562"/>
                    <a:pt x="5018" y="1601"/>
                    <a:pt x="5073" y="1670"/>
                  </a:cubicBezTo>
                  <a:lnTo>
                    <a:pt x="5829" y="2395"/>
                  </a:lnTo>
                  <a:lnTo>
                    <a:pt x="6302" y="1891"/>
                  </a:lnTo>
                  <a:lnTo>
                    <a:pt x="44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0" name="Google Shape;13967;p134">
            <a:extLst>
              <a:ext uri="{FF2B5EF4-FFF2-40B4-BE49-F238E27FC236}">
                <a16:creationId xmlns:a16="http://schemas.microsoft.com/office/drawing/2014/main" id="{1408AB08-AA8A-F901-DF52-A1C871C999B5}"/>
              </a:ext>
            </a:extLst>
          </p:cNvPr>
          <p:cNvGrpSpPr/>
          <p:nvPr/>
        </p:nvGrpSpPr>
        <p:grpSpPr>
          <a:xfrm>
            <a:off x="10379408" y="2834834"/>
            <a:ext cx="324334" cy="324334"/>
            <a:chOff x="-25834600" y="3176875"/>
            <a:chExt cx="296950" cy="296950"/>
          </a:xfrm>
          <a:solidFill>
            <a:schemeClr val="accent1">
              <a:lumMod val="75000"/>
            </a:schemeClr>
          </a:solidFill>
        </p:grpSpPr>
        <p:sp>
          <p:nvSpPr>
            <p:cNvPr id="511" name="Google Shape;13968;p134">
              <a:extLst>
                <a:ext uri="{FF2B5EF4-FFF2-40B4-BE49-F238E27FC236}">
                  <a16:creationId xmlns:a16="http://schemas.microsoft.com/office/drawing/2014/main" id="{F29859F2-34A4-75D4-D9D4-28B5375C084D}"/>
                </a:ext>
              </a:extLst>
            </p:cNvPr>
            <p:cNvSpPr/>
            <p:nvPr/>
          </p:nvSpPr>
          <p:spPr>
            <a:xfrm>
              <a:off x="-25625875" y="3316275"/>
              <a:ext cx="69325" cy="85875"/>
            </a:xfrm>
            <a:custGeom>
              <a:avLst/>
              <a:gdLst/>
              <a:ahLst/>
              <a:cxnLst/>
              <a:rect l="l" t="t" r="r" b="b"/>
              <a:pathLst>
                <a:path w="2773" h="3435" extrusionOk="0">
                  <a:moveTo>
                    <a:pt x="0" y="1"/>
                  </a:moveTo>
                  <a:lnTo>
                    <a:pt x="0" y="3435"/>
                  </a:lnTo>
                  <a:lnTo>
                    <a:pt x="2773" y="3435"/>
                  </a:lnTo>
                  <a:lnTo>
                    <a:pt x="2773" y="2741"/>
                  </a:lnTo>
                  <a:lnTo>
                    <a:pt x="1040" y="2741"/>
                  </a:lnTo>
                  <a:cubicBezTo>
                    <a:pt x="851" y="2741"/>
                    <a:pt x="693" y="2584"/>
                    <a:pt x="693" y="2395"/>
                  </a:cubicBezTo>
                  <a:cubicBezTo>
                    <a:pt x="693" y="2206"/>
                    <a:pt x="851" y="2048"/>
                    <a:pt x="1040" y="2048"/>
                  </a:cubicBezTo>
                  <a:lnTo>
                    <a:pt x="2773" y="2048"/>
                  </a:lnTo>
                  <a:lnTo>
                    <a:pt x="2773" y="1324"/>
                  </a:lnTo>
                  <a:lnTo>
                    <a:pt x="1040" y="1324"/>
                  </a:lnTo>
                  <a:cubicBezTo>
                    <a:pt x="851" y="1324"/>
                    <a:pt x="693" y="1166"/>
                    <a:pt x="693" y="977"/>
                  </a:cubicBezTo>
                  <a:cubicBezTo>
                    <a:pt x="693" y="851"/>
                    <a:pt x="851" y="694"/>
                    <a:pt x="1040" y="694"/>
                  </a:cubicBezTo>
                  <a:lnTo>
                    <a:pt x="2773" y="694"/>
                  </a:lnTo>
                  <a:lnTo>
                    <a:pt x="27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13969;p134">
              <a:extLst>
                <a:ext uri="{FF2B5EF4-FFF2-40B4-BE49-F238E27FC236}">
                  <a16:creationId xmlns:a16="http://schemas.microsoft.com/office/drawing/2014/main" id="{01F42031-040F-2EC3-1944-3B12C5565F6D}"/>
                </a:ext>
              </a:extLst>
            </p:cNvPr>
            <p:cNvSpPr/>
            <p:nvPr/>
          </p:nvSpPr>
          <p:spPr>
            <a:xfrm>
              <a:off x="-25729075" y="3176875"/>
              <a:ext cx="191425" cy="296950"/>
            </a:xfrm>
            <a:custGeom>
              <a:avLst/>
              <a:gdLst/>
              <a:ahLst/>
              <a:cxnLst/>
              <a:rect l="l" t="t" r="r" b="b"/>
              <a:pathLst>
                <a:path w="7657" h="11878" extrusionOk="0">
                  <a:moveTo>
                    <a:pt x="2049" y="693"/>
                  </a:moveTo>
                  <a:lnTo>
                    <a:pt x="2049" y="2773"/>
                  </a:lnTo>
                  <a:lnTo>
                    <a:pt x="1356" y="2773"/>
                  </a:lnTo>
                  <a:lnTo>
                    <a:pt x="1356" y="693"/>
                  </a:lnTo>
                  <a:close/>
                  <a:moveTo>
                    <a:pt x="3435" y="693"/>
                  </a:moveTo>
                  <a:lnTo>
                    <a:pt x="3435" y="2773"/>
                  </a:lnTo>
                  <a:lnTo>
                    <a:pt x="2710" y="2773"/>
                  </a:lnTo>
                  <a:lnTo>
                    <a:pt x="2710" y="693"/>
                  </a:lnTo>
                  <a:close/>
                  <a:moveTo>
                    <a:pt x="4821" y="693"/>
                  </a:moveTo>
                  <a:lnTo>
                    <a:pt x="4821" y="2773"/>
                  </a:lnTo>
                  <a:lnTo>
                    <a:pt x="4097" y="2773"/>
                  </a:lnTo>
                  <a:lnTo>
                    <a:pt x="4097" y="693"/>
                  </a:lnTo>
                  <a:close/>
                  <a:moveTo>
                    <a:pt x="6176" y="693"/>
                  </a:moveTo>
                  <a:lnTo>
                    <a:pt x="6176" y="2773"/>
                  </a:lnTo>
                  <a:lnTo>
                    <a:pt x="5483" y="2773"/>
                  </a:lnTo>
                  <a:lnTo>
                    <a:pt x="5483" y="693"/>
                  </a:lnTo>
                  <a:close/>
                  <a:moveTo>
                    <a:pt x="1041" y="0"/>
                  </a:moveTo>
                  <a:cubicBezTo>
                    <a:pt x="442" y="0"/>
                    <a:pt x="1" y="473"/>
                    <a:pt x="1" y="1040"/>
                  </a:cubicBezTo>
                  <a:lnTo>
                    <a:pt x="1" y="3119"/>
                  </a:lnTo>
                  <a:cubicBezTo>
                    <a:pt x="1" y="3308"/>
                    <a:pt x="158" y="3466"/>
                    <a:pt x="379" y="3466"/>
                  </a:cubicBezTo>
                  <a:lnTo>
                    <a:pt x="726" y="3466"/>
                  </a:lnTo>
                  <a:lnTo>
                    <a:pt x="726" y="4883"/>
                  </a:lnTo>
                  <a:lnTo>
                    <a:pt x="2458" y="4883"/>
                  </a:lnTo>
                  <a:cubicBezTo>
                    <a:pt x="2647" y="4883"/>
                    <a:pt x="2805" y="5041"/>
                    <a:pt x="2805" y="5262"/>
                  </a:cubicBezTo>
                  <a:lnTo>
                    <a:pt x="2805" y="9420"/>
                  </a:lnTo>
                  <a:cubicBezTo>
                    <a:pt x="2805" y="9609"/>
                    <a:pt x="2647" y="9767"/>
                    <a:pt x="2458" y="9767"/>
                  </a:cubicBezTo>
                  <a:lnTo>
                    <a:pt x="2112" y="9767"/>
                  </a:lnTo>
                  <a:cubicBezTo>
                    <a:pt x="2112" y="10523"/>
                    <a:pt x="1797" y="11247"/>
                    <a:pt x="1261" y="11751"/>
                  </a:cubicBezTo>
                  <a:cubicBezTo>
                    <a:pt x="1419" y="11815"/>
                    <a:pt x="1576" y="11878"/>
                    <a:pt x="1734" y="11878"/>
                  </a:cubicBezTo>
                  <a:lnTo>
                    <a:pt x="5924" y="11878"/>
                  </a:lnTo>
                  <a:cubicBezTo>
                    <a:pt x="6522" y="11878"/>
                    <a:pt x="6932" y="11405"/>
                    <a:pt x="6932" y="10838"/>
                  </a:cubicBezTo>
                  <a:lnTo>
                    <a:pt x="6932" y="9798"/>
                  </a:lnTo>
                  <a:lnTo>
                    <a:pt x="3813" y="9798"/>
                  </a:lnTo>
                  <a:cubicBezTo>
                    <a:pt x="3624" y="9798"/>
                    <a:pt x="3467" y="9672"/>
                    <a:pt x="3467" y="9452"/>
                  </a:cubicBezTo>
                  <a:lnTo>
                    <a:pt x="3467" y="5293"/>
                  </a:lnTo>
                  <a:cubicBezTo>
                    <a:pt x="3467" y="5104"/>
                    <a:pt x="3624" y="4946"/>
                    <a:pt x="3813" y="4946"/>
                  </a:cubicBezTo>
                  <a:lnTo>
                    <a:pt x="6932" y="4946"/>
                  </a:lnTo>
                  <a:lnTo>
                    <a:pt x="6932" y="3529"/>
                  </a:lnTo>
                  <a:lnTo>
                    <a:pt x="7310" y="3529"/>
                  </a:lnTo>
                  <a:cubicBezTo>
                    <a:pt x="7499" y="3529"/>
                    <a:pt x="7657" y="3371"/>
                    <a:pt x="7657" y="3151"/>
                  </a:cubicBezTo>
                  <a:lnTo>
                    <a:pt x="7657" y="1040"/>
                  </a:lnTo>
                  <a:lnTo>
                    <a:pt x="7625" y="1040"/>
                  </a:lnTo>
                  <a:cubicBezTo>
                    <a:pt x="7625" y="441"/>
                    <a:pt x="7153" y="0"/>
                    <a:pt x="65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13970;p134">
              <a:extLst>
                <a:ext uri="{FF2B5EF4-FFF2-40B4-BE49-F238E27FC236}">
                  <a16:creationId xmlns:a16="http://schemas.microsoft.com/office/drawing/2014/main" id="{C1FE6B4F-A584-2721-38CB-393B8CD78A88}"/>
                </a:ext>
              </a:extLst>
            </p:cNvPr>
            <p:cNvSpPr/>
            <p:nvPr/>
          </p:nvSpPr>
          <p:spPr>
            <a:xfrm>
              <a:off x="-25834600" y="3350150"/>
              <a:ext cx="69325" cy="96100"/>
            </a:xfrm>
            <a:custGeom>
              <a:avLst/>
              <a:gdLst/>
              <a:ahLst/>
              <a:cxnLst/>
              <a:rect l="l" t="t" r="r" b="b"/>
              <a:pathLst>
                <a:path w="2773" h="3844" extrusionOk="0">
                  <a:moveTo>
                    <a:pt x="2143" y="0"/>
                  </a:moveTo>
                  <a:cubicBezTo>
                    <a:pt x="1008" y="0"/>
                    <a:pt x="63" y="945"/>
                    <a:pt x="63" y="2080"/>
                  </a:cubicBezTo>
                  <a:cubicBezTo>
                    <a:pt x="0" y="2804"/>
                    <a:pt x="378" y="3434"/>
                    <a:pt x="914" y="3844"/>
                  </a:cubicBezTo>
                  <a:cubicBezTo>
                    <a:pt x="788" y="3529"/>
                    <a:pt x="725" y="3151"/>
                    <a:pt x="725" y="2804"/>
                  </a:cubicBezTo>
                  <a:cubicBezTo>
                    <a:pt x="725" y="1544"/>
                    <a:pt x="1576" y="473"/>
                    <a:pt x="2773" y="126"/>
                  </a:cubicBezTo>
                  <a:cubicBezTo>
                    <a:pt x="2584" y="63"/>
                    <a:pt x="2332" y="0"/>
                    <a:pt x="214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13971;p134">
              <a:extLst>
                <a:ext uri="{FF2B5EF4-FFF2-40B4-BE49-F238E27FC236}">
                  <a16:creationId xmlns:a16="http://schemas.microsoft.com/office/drawing/2014/main" id="{92161A8A-E512-CFD9-C7A5-99EC94AA51EF}"/>
                </a:ext>
              </a:extLst>
            </p:cNvPr>
            <p:cNvSpPr/>
            <p:nvPr/>
          </p:nvSpPr>
          <p:spPr>
            <a:xfrm>
              <a:off x="-25799950" y="3368250"/>
              <a:ext cx="104775" cy="104000"/>
            </a:xfrm>
            <a:custGeom>
              <a:avLst/>
              <a:gdLst/>
              <a:ahLst/>
              <a:cxnLst/>
              <a:rect l="l" t="t" r="r" b="b"/>
              <a:pathLst>
                <a:path w="4191" h="4160" extrusionOk="0">
                  <a:moveTo>
                    <a:pt x="2080" y="694"/>
                  </a:moveTo>
                  <a:cubicBezTo>
                    <a:pt x="2836" y="694"/>
                    <a:pt x="3466" y="1324"/>
                    <a:pt x="3466" y="2080"/>
                  </a:cubicBezTo>
                  <a:cubicBezTo>
                    <a:pt x="3466" y="2364"/>
                    <a:pt x="3403" y="2584"/>
                    <a:pt x="3246" y="2836"/>
                  </a:cubicBezTo>
                  <a:lnTo>
                    <a:pt x="1292" y="915"/>
                  </a:lnTo>
                  <a:cubicBezTo>
                    <a:pt x="1576" y="788"/>
                    <a:pt x="1828" y="694"/>
                    <a:pt x="2080" y="694"/>
                  </a:cubicBezTo>
                  <a:close/>
                  <a:moveTo>
                    <a:pt x="2111" y="1"/>
                  </a:moveTo>
                  <a:cubicBezTo>
                    <a:pt x="946" y="1"/>
                    <a:pt x="1" y="946"/>
                    <a:pt x="1" y="2080"/>
                  </a:cubicBezTo>
                  <a:cubicBezTo>
                    <a:pt x="1" y="3214"/>
                    <a:pt x="946" y="4160"/>
                    <a:pt x="2111" y="4160"/>
                  </a:cubicBezTo>
                  <a:cubicBezTo>
                    <a:pt x="3246" y="4160"/>
                    <a:pt x="4191" y="3214"/>
                    <a:pt x="4191" y="2080"/>
                  </a:cubicBezTo>
                  <a:cubicBezTo>
                    <a:pt x="4191" y="946"/>
                    <a:pt x="3246" y="1"/>
                    <a:pt x="211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13972;p134">
              <a:extLst>
                <a:ext uri="{FF2B5EF4-FFF2-40B4-BE49-F238E27FC236}">
                  <a16:creationId xmlns:a16="http://schemas.microsoft.com/office/drawing/2014/main" id="{2B3CD34D-90FE-43D4-3B31-7461767D434B}"/>
                </a:ext>
              </a:extLst>
            </p:cNvPr>
            <p:cNvSpPr/>
            <p:nvPr/>
          </p:nvSpPr>
          <p:spPr>
            <a:xfrm>
              <a:off x="-25712525" y="3317075"/>
              <a:ext cx="34675" cy="86650"/>
            </a:xfrm>
            <a:custGeom>
              <a:avLst/>
              <a:gdLst/>
              <a:ahLst/>
              <a:cxnLst/>
              <a:rect l="l" t="t" r="r" b="b"/>
              <a:pathLst>
                <a:path w="1387" h="3466" extrusionOk="0">
                  <a:moveTo>
                    <a:pt x="1" y="0"/>
                  </a:moveTo>
                  <a:lnTo>
                    <a:pt x="1" y="1764"/>
                  </a:lnTo>
                  <a:cubicBezTo>
                    <a:pt x="631" y="2111"/>
                    <a:pt x="1072" y="2709"/>
                    <a:pt x="1261" y="3466"/>
                  </a:cubicBezTo>
                  <a:lnTo>
                    <a:pt x="1387" y="3466"/>
                  </a:lnTo>
                  <a:lnTo>
                    <a:pt x="138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6" name="Google Shape;13973;p134">
            <a:extLst>
              <a:ext uri="{FF2B5EF4-FFF2-40B4-BE49-F238E27FC236}">
                <a16:creationId xmlns:a16="http://schemas.microsoft.com/office/drawing/2014/main" id="{D00D19B0-6D3D-E47A-ADFB-8C9B115CF859}"/>
              </a:ext>
            </a:extLst>
          </p:cNvPr>
          <p:cNvGrpSpPr/>
          <p:nvPr/>
        </p:nvGrpSpPr>
        <p:grpSpPr>
          <a:xfrm>
            <a:off x="10379408" y="3263910"/>
            <a:ext cx="324334" cy="303690"/>
            <a:chOff x="-25834600" y="3564375"/>
            <a:chExt cx="296950" cy="278050"/>
          </a:xfrm>
          <a:solidFill>
            <a:schemeClr val="accent1">
              <a:lumMod val="75000"/>
            </a:schemeClr>
          </a:solidFill>
        </p:grpSpPr>
        <p:sp>
          <p:nvSpPr>
            <p:cNvPr id="517" name="Google Shape;13974;p134">
              <a:extLst>
                <a:ext uri="{FF2B5EF4-FFF2-40B4-BE49-F238E27FC236}">
                  <a16:creationId xmlns:a16="http://schemas.microsoft.com/office/drawing/2014/main" id="{7205288A-6FC9-B44C-DA8E-6ED0DFB7715B}"/>
                </a:ext>
              </a:extLst>
            </p:cNvPr>
            <p:cNvSpPr/>
            <p:nvPr/>
          </p:nvSpPr>
          <p:spPr>
            <a:xfrm>
              <a:off x="-25694400" y="3703775"/>
              <a:ext cx="17350" cy="17375"/>
            </a:xfrm>
            <a:custGeom>
              <a:avLst/>
              <a:gdLst/>
              <a:ahLst/>
              <a:cxnLst/>
              <a:rect l="l" t="t" r="r" b="b"/>
              <a:pathLst>
                <a:path w="694" h="695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7"/>
                    <a:pt x="158" y="694"/>
                    <a:pt x="347" y="694"/>
                  </a:cubicBezTo>
                  <a:cubicBezTo>
                    <a:pt x="536" y="694"/>
                    <a:pt x="693" y="537"/>
                    <a:pt x="693" y="347"/>
                  </a:cubicBezTo>
                  <a:cubicBezTo>
                    <a:pt x="693" y="158"/>
                    <a:pt x="504" y="1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13975;p134">
              <a:extLst>
                <a:ext uri="{FF2B5EF4-FFF2-40B4-BE49-F238E27FC236}">
                  <a16:creationId xmlns:a16="http://schemas.microsoft.com/office/drawing/2014/main" id="{679CF7AF-5D04-51F7-7F47-8F6B120628F8}"/>
                </a:ext>
              </a:extLst>
            </p:cNvPr>
            <p:cNvSpPr/>
            <p:nvPr/>
          </p:nvSpPr>
          <p:spPr>
            <a:xfrm>
              <a:off x="-25591225" y="3703775"/>
              <a:ext cx="53575" cy="18150"/>
            </a:xfrm>
            <a:custGeom>
              <a:avLst/>
              <a:gdLst/>
              <a:ahLst/>
              <a:cxnLst/>
              <a:rect l="l" t="t" r="r" b="b"/>
              <a:pathLst>
                <a:path w="2143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7"/>
                    <a:pt x="158" y="726"/>
                    <a:pt x="347" y="726"/>
                  </a:cubicBezTo>
                  <a:lnTo>
                    <a:pt x="1765" y="726"/>
                  </a:lnTo>
                  <a:cubicBezTo>
                    <a:pt x="1985" y="726"/>
                    <a:pt x="2143" y="568"/>
                    <a:pt x="2143" y="347"/>
                  </a:cubicBezTo>
                  <a:cubicBezTo>
                    <a:pt x="2143" y="158"/>
                    <a:pt x="1985" y="1"/>
                    <a:pt x="17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13976;p134">
              <a:extLst>
                <a:ext uri="{FF2B5EF4-FFF2-40B4-BE49-F238E27FC236}">
                  <a16:creationId xmlns:a16="http://schemas.microsoft.com/office/drawing/2014/main" id="{9BC06D92-7F0F-E5DF-1E2B-F3AE693E7540}"/>
                </a:ext>
              </a:extLst>
            </p:cNvPr>
            <p:cNvSpPr/>
            <p:nvPr/>
          </p:nvSpPr>
          <p:spPr>
            <a:xfrm>
              <a:off x="-25834600" y="3703775"/>
              <a:ext cx="53575" cy="18150"/>
            </a:xfrm>
            <a:custGeom>
              <a:avLst/>
              <a:gdLst/>
              <a:ahLst/>
              <a:cxnLst/>
              <a:rect l="l" t="t" r="r" b="b"/>
              <a:pathLst>
                <a:path w="2143" h="726" extrusionOk="0">
                  <a:moveTo>
                    <a:pt x="378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68"/>
                    <a:pt x="158" y="726"/>
                    <a:pt x="378" y="726"/>
                  </a:cubicBezTo>
                  <a:lnTo>
                    <a:pt x="1796" y="726"/>
                  </a:lnTo>
                  <a:cubicBezTo>
                    <a:pt x="1985" y="726"/>
                    <a:pt x="2143" y="568"/>
                    <a:pt x="2143" y="347"/>
                  </a:cubicBezTo>
                  <a:cubicBezTo>
                    <a:pt x="2143" y="158"/>
                    <a:pt x="1985" y="1"/>
                    <a:pt x="179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13977;p134">
              <a:extLst>
                <a:ext uri="{FF2B5EF4-FFF2-40B4-BE49-F238E27FC236}">
                  <a16:creationId xmlns:a16="http://schemas.microsoft.com/office/drawing/2014/main" id="{839A7AAB-524F-3269-D3CF-2198155D7A58}"/>
                </a:ext>
              </a:extLst>
            </p:cNvPr>
            <p:cNvSpPr/>
            <p:nvPr/>
          </p:nvSpPr>
          <p:spPr>
            <a:xfrm>
              <a:off x="-25695200" y="3564375"/>
              <a:ext cx="17350" cy="52800"/>
            </a:xfrm>
            <a:custGeom>
              <a:avLst/>
              <a:gdLst/>
              <a:ahLst/>
              <a:cxnLst/>
              <a:rect l="l" t="t" r="r" b="b"/>
              <a:pathLst>
                <a:path w="694" h="2112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lnTo>
                    <a:pt x="1" y="1765"/>
                  </a:lnTo>
                  <a:cubicBezTo>
                    <a:pt x="1" y="1954"/>
                    <a:pt x="158" y="2111"/>
                    <a:pt x="347" y="2111"/>
                  </a:cubicBezTo>
                  <a:cubicBezTo>
                    <a:pt x="536" y="2111"/>
                    <a:pt x="694" y="1954"/>
                    <a:pt x="694" y="1765"/>
                  </a:cubicBezTo>
                  <a:lnTo>
                    <a:pt x="694" y="347"/>
                  </a:lnTo>
                  <a:cubicBezTo>
                    <a:pt x="694" y="158"/>
                    <a:pt x="536" y="1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13978;p134">
              <a:extLst>
                <a:ext uri="{FF2B5EF4-FFF2-40B4-BE49-F238E27FC236}">
                  <a16:creationId xmlns:a16="http://schemas.microsoft.com/office/drawing/2014/main" id="{D81F451E-0CB5-03ED-B6A2-08A672A9D6DD}"/>
                </a:ext>
              </a:extLst>
            </p:cNvPr>
            <p:cNvSpPr/>
            <p:nvPr/>
          </p:nvSpPr>
          <p:spPr>
            <a:xfrm>
              <a:off x="-25792850" y="3606125"/>
              <a:ext cx="42550" cy="40975"/>
            </a:xfrm>
            <a:custGeom>
              <a:avLst/>
              <a:gdLst/>
              <a:ahLst/>
              <a:cxnLst/>
              <a:rect l="l" t="t" r="r" b="b"/>
              <a:pathLst>
                <a:path w="1702" h="1639" extrusionOk="0">
                  <a:moveTo>
                    <a:pt x="351" y="0"/>
                  </a:moveTo>
                  <a:cubicBezTo>
                    <a:pt x="260" y="0"/>
                    <a:pt x="173" y="32"/>
                    <a:pt x="126" y="95"/>
                  </a:cubicBezTo>
                  <a:cubicBezTo>
                    <a:pt x="0" y="221"/>
                    <a:pt x="0" y="441"/>
                    <a:pt x="126" y="567"/>
                  </a:cubicBezTo>
                  <a:lnTo>
                    <a:pt x="1103" y="1544"/>
                  </a:lnTo>
                  <a:cubicBezTo>
                    <a:pt x="1166" y="1607"/>
                    <a:pt x="1252" y="1639"/>
                    <a:pt x="1339" y="1639"/>
                  </a:cubicBezTo>
                  <a:cubicBezTo>
                    <a:pt x="1426" y="1639"/>
                    <a:pt x="1512" y="1607"/>
                    <a:pt x="1575" y="1544"/>
                  </a:cubicBezTo>
                  <a:cubicBezTo>
                    <a:pt x="1701" y="1418"/>
                    <a:pt x="1701" y="1198"/>
                    <a:pt x="1575" y="1071"/>
                  </a:cubicBezTo>
                  <a:lnTo>
                    <a:pt x="599" y="95"/>
                  </a:lnTo>
                  <a:cubicBezTo>
                    <a:pt x="536" y="32"/>
                    <a:pt x="441" y="0"/>
                    <a:pt x="3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13979;p134">
              <a:extLst>
                <a:ext uri="{FF2B5EF4-FFF2-40B4-BE49-F238E27FC236}">
                  <a16:creationId xmlns:a16="http://schemas.microsoft.com/office/drawing/2014/main" id="{96AE9816-A6A6-AF5C-F836-52AD2C6D4161}"/>
                </a:ext>
              </a:extLst>
            </p:cNvPr>
            <p:cNvSpPr/>
            <p:nvPr/>
          </p:nvSpPr>
          <p:spPr>
            <a:xfrm>
              <a:off x="-25621950" y="3606125"/>
              <a:ext cx="43350" cy="40975"/>
            </a:xfrm>
            <a:custGeom>
              <a:avLst/>
              <a:gdLst/>
              <a:ahLst/>
              <a:cxnLst/>
              <a:rect l="l" t="t" r="r" b="b"/>
              <a:pathLst>
                <a:path w="1734" h="1639" extrusionOk="0">
                  <a:moveTo>
                    <a:pt x="1351" y="0"/>
                  </a:moveTo>
                  <a:cubicBezTo>
                    <a:pt x="1261" y="0"/>
                    <a:pt x="1166" y="32"/>
                    <a:pt x="1103" y="95"/>
                  </a:cubicBezTo>
                  <a:lnTo>
                    <a:pt x="127" y="1071"/>
                  </a:lnTo>
                  <a:cubicBezTo>
                    <a:pt x="1" y="1198"/>
                    <a:pt x="1" y="1418"/>
                    <a:pt x="127" y="1544"/>
                  </a:cubicBezTo>
                  <a:cubicBezTo>
                    <a:pt x="190" y="1607"/>
                    <a:pt x="284" y="1639"/>
                    <a:pt x="375" y="1639"/>
                  </a:cubicBezTo>
                  <a:cubicBezTo>
                    <a:pt x="465" y="1639"/>
                    <a:pt x="552" y="1607"/>
                    <a:pt x="599" y="1544"/>
                  </a:cubicBezTo>
                  <a:lnTo>
                    <a:pt x="1576" y="567"/>
                  </a:lnTo>
                  <a:cubicBezTo>
                    <a:pt x="1733" y="441"/>
                    <a:pt x="1733" y="221"/>
                    <a:pt x="1576" y="95"/>
                  </a:cubicBezTo>
                  <a:cubicBezTo>
                    <a:pt x="1529" y="32"/>
                    <a:pt x="1442" y="0"/>
                    <a:pt x="13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13980;p134">
              <a:extLst>
                <a:ext uri="{FF2B5EF4-FFF2-40B4-BE49-F238E27FC236}">
                  <a16:creationId xmlns:a16="http://schemas.microsoft.com/office/drawing/2014/main" id="{A2855ED7-DD54-E148-D503-8DA3EAC64195}"/>
                </a:ext>
              </a:extLst>
            </p:cNvPr>
            <p:cNvSpPr/>
            <p:nvPr/>
          </p:nvSpPr>
          <p:spPr>
            <a:xfrm>
              <a:off x="-25783400" y="3806975"/>
              <a:ext cx="192200" cy="35450"/>
            </a:xfrm>
            <a:custGeom>
              <a:avLst/>
              <a:gdLst/>
              <a:ahLst/>
              <a:cxnLst/>
              <a:rect l="l" t="t" r="r" b="b"/>
              <a:pathLst>
                <a:path w="7688" h="1418" extrusionOk="0">
                  <a:moveTo>
                    <a:pt x="725" y="0"/>
                  </a:moveTo>
                  <a:cubicBezTo>
                    <a:pt x="315" y="0"/>
                    <a:pt x="0" y="315"/>
                    <a:pt x="0" y="725"/>
                  </a:cubicBezTo>
                  <a:lnTo>
                    <a:pt x="0" y="1071"/>
                  </a:lnTo>
                  <a:cubicBezTo>
                    <a:pt x="0" y="1260"/>
                    <a:pt x="158" y="1418"/>
                    <a:pt x="378" y="1418"/>
                  </a:cubicBezTo>
                  <a:lnTo>
                    <a:pt x="7309" y="1418"/>
                  </a:lnTo>
                  <a:cubicBezTo>
                    <a:pt x="7530" y="1418"/>
                    <a:pt x="7687" y="1260"/>
                    <a:pt x="7687" y="1071"/>
                  </a:cubicBezTo>
                  <a:lnTo>
                    <a:pt x="7687" y="725"/>
                  </a:lnTo>
                  <a:cubicBezTo>
                    <a:pt x="7687" y="315"/>
                    <a:pt x="7372" y="0"/>
                    <a:pt x="69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13981;p134">
              <a:extLst>
                <a:ext uri="{FF2B5EF4-FFF2-40B4-BE49-F238E27FC236}">
                  <a16:creationId xmlns:a16="http://schemas.microsoft.com/office/drawing/2014/main" id="{BC045A18-6ED2-C0EE-7C27-C053984DB9D3}"/>
                </a:ext>
              </a:extLst>
            </p:cNvPr>
            <p:cNvSpPr/>
            <p:nvPr/>
          </p:nvSpPr>
          <p:spPr>
            <a:xfrm>
              <a:off x="-25764500" y="3635275"/>
              <a:ext cx="153600" cy="155175"/>
            </a:xfrm>
            <a:custGeom>
              <a:avLst/>
              <a:gdLst/>
              <a:ahLst/>
              <a:cxnLst/>
              <a:rect l="l" t="t" r="r" b="b"/>
              <a:pathLst>
                <a:path w="6144" h="6207" extrusionOk="0">
                  <a:moveTo>
                    <a:pt x="3025" y="0"/>
                  </a:moveTo>
                  <a:cubicBezTo>
                    <a:pt x="1355" y="0"/>
                    <a:pt x="0" y="1355"/>
                    <a:pt x="0" y="3087"/>
                  </a:cubicBezTo>
                  <a:lnTo>
                    <a:pt x="0" y="6206"/>
                  </a:lnTo>
                  <a:lnTo>
                    <a:pt x="2773" y="6206"/>
                  </a:lnTo>
                  <a:lnTo>
                    <a:pt x="2773" y="4064"/>
                  </a:lnTo>
                  <a:cubicBezTo>
                    <a:pt x="2363" y="3938"/>
                    <a:pt x="2048" y="3560"/>
                    <a:pt x="2048" y="3087"/>
                  </a:cubicBezTo>
                  <a:cubicBezTo>
                    <a:pt x="2048" y="2489"/>
                    <a:pt x="2521" y="2079"/>
                    <a:pt x="3088" y="2079"/>
                  </a:cubicBezTo>
                  <a:cubicBezTo>
                    <a:pt x="3655" y="2079"/>
                    <a:pt x="4096" y="2552"/>
                    <a:pt x="4096" y="3087"/>
                  </a:cubicBezTo>
                  <a:cubicBezTo>
                    <a:pt x="4096" y="3529"/>
                    <a:pt x="3812" y="3938"/>
                    <a:pt x="3403" y="4064"/>
                  </a:cubicBezTo>
                  <a:lnTo>
                    <a:pt x="3403" y="6206"/>
                  </a:lnTo>
                  <a:lnTo>
                    <a:pt x="6144" y="6206"/>
                  </a:lnTo>
                  <a:lnTo>
                    <a:pt x="6144" y="3087"/>
                  </a:lnTo>
                  <a:cubicBezTo>
                    <a:pt x="6144" y="1355"/>
                    <a:pt x="4726" y="0"/>
                    <a:pt x="30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5" name="Google Shape;13982;p134">
            <a:extLst>
              <a:ext uri="{FF2B5EF4-FFF2-40B4-BE49-F238E27FC236}">
                <a16:creationId xmlns:a16="http://schemas.microsoft.com/office/drawing/2014/main" id="{156F6D58-B9ED-FBC6-6C23-2C22F6DDB774}"/>
              </a:ext>
            </a:extLst>
          </p:cNvPr>
          <p:cNvGrpSpPr/>
          <p:nvPr/>
        </p:nvGrpSpPr>
        <p:grpSpPr>
          <a:xfrm>
            <a:off x="10377688" y="3666719"/>
            <a:ext cx="327774" cy="323269"/>
            <a:chOff x="-25834600" y="3915850"/>
            <a:chExt cx="300100" cy="295975"/>
          </a:xfrm>
          <a:solidFill>
            <a:schemeClr val="accent1">
              <a:lumMod val="75000"/>
            </a:schemeClr>
          </a:solidFill>
        </p:grpSpPr>
        <p:sp>
          <p:nvSpPr>
            <p:cNvPr id="526" name="Google Shape;13983;p134">
              <a:extLst>
                <a:ext uri="{FF2B5EF4-FFF2-40B4-BE49-F238E27FC236}">
                  <a16:creationId xmlns:a16="http://schemas.microsoft.com/office/drawing/2014/main" id="{1FA82A7A-A203-856F-00CC-C9CF0E1EC511}"/>
                </a:ext>
              </a:extLst>
            </p:cNvPr>
            <p:cNvSpPr/>
            <p:nvPr/>
          </p:nvSpPr>
          <p:spPr>
            <a:xfrm>
              <a:off x="-25677875" y="3915850"/>
              <a:ext cx="143375" cy="137675"/>
            </a:xfrm>
            <a:custGeom>
              <a:avLst/>
              <a:gdLst/>
              <a:ahLst/>
              <a:cxnLst/>
              <a:rect l="l" t="t" r="r" b="b"/>
              <a:pathLst>
                <a:path w="5735" h="5507" extrusionOk="0">
                  <a:moveTo>
                    <a:pt x="1123" y="1"/>
                  </a:moveTo>
                  <a:cubicBezTo>
                    <a:pt x="859" y="1"/>
                    <a:pt x="599" y="103"/>
                    <a:pt x="410" y="308"/>
                  </a:cubicBezTo>
                  <a:cubicBezTo>
                    <a:pt x="1" y="686"/>
                    <a:pt x="1" y="1379"/>
                    <a:pt x="410" y="1757"/>
                  </a:cubicBezTo>
                  <a:lnTo>
                    <a:pt x="3813" y="5191"/>
                  </a:lnTo>
                  <a:cubicBezTo>
                    <a:pt x="4033" y="5380"/>
                    <a:pt x="4285" y="5506"/>
                    <a:pt x="4569" y="5506"/>
                  </a:cubicBezTo>
                  <a:cubicBezTo>
                    <a:pt x="4853" y="5506"/>
                    <a:pt x="5136" y="5380"/>
                    <a:pt x="5325" y="5191"/>
                  </a:cubicBezTo>
                  <a:cubicBezTo>
                    <a:pt x="5735" y="4781"/>
                    <a:pt x="5735" y="4120"/>
                    <a:pt x="5325" y="3742"/>
                  </a:cubicBezTo>
                  <a:lnTo>
                    <a:pt x="1860" y="308"/>
                  </a:lnTo>
                  <a:cubicBezTo>
                    <a:pt x="1655" y="103"/>
                    <a:pt x="1387" y="1"/>
                    <a:pt x="11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13984;p134">
              <a:extLst>
                <a:ext uri="{FF2B5EF4-FFF2-40B4-BE49-F238E27FC236}">
                  <a16:creationId xmlns:a16="http://schemas.microsoft.com/office/drawing/2014/main" id="{E4E1737F-4EBE-68E0-ECFB-B401E8D288C5}"/>
                </a:ext>
              </a:extLst>
            </p:cNvPr>
            <p:cNvSpPr/>
            <p:nvPr/>
          </p:nvSpPr>
          <p:spPr>
            <a:xfrm>
              <a:off x="-25834600" y="4167700"/>
              <a:ext cx="43350" cy="44125"/>
            </a:xfrm>
            <a:custGeom>
              <a:avLst/>
              <a:gdLst/>
              <a:ahLst/>
              <a:cxnLst/>
              <a:rect l="l" t="t" r="r" b="b"/>
              <a:pathLst>
                <a:path w="1734" h="1765" extrusionOk="0">
                  <a:moveTo>
                    <a:pt x="756" y="0"/>
                  </a:moveTo>
                  <a:lnTo>
                    <a:pt x="221" y="630"/>
                  </a:lnTo>
                  <a:cubicBezTo>
                    <a:pt x="95" y="756"/>
                    <a:pt x="0" y="945"/>
                    <a:pt x="0" y="1103"/>
                  </a:cubicBezTo>
                  <a:cubicBezTo>
                    <a:pt x="0" y="1292"/>
                    <a:pt x="95" y="1449"/>
                    <a:pt x="221" y="1575"/>
                  </a:cubicBezTo>
                  <a:cubicBezTo>
                    <a:pt x="347" y="1702"/>
                    <a:pt x="536" y="1765"/>
                    <a:pt x="693" y="1765"/>
                  </a:cubicBezTo>
                  <a:cubicBezTo>
                    <a:pt x="882" y="1765"/>
                    <a:pt x="1040" y="1702"/>
                    <a:pt x="1166" y="1575"/>
                  </a:cubicBezTo>
                  <a:lnTo>
                    <a:pt x="1733" y="977"/>
                  </a:lnTo>
                  <a:lnTo>
                    <a:pt x="75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13985;p134">
              <a:extLst>
                <a:ext uri="{FF2B5EF4-FFF2-40B4-BE49-F238E27FC236}">
                  <a16:creationId xmlns:a16="http://schemas.microsoft.com/office/drawing/2014/main" id="{E02BC303-CCFC-2BA6-A0DB-4355B9711C25}"/>
                </a:ext>
              </a:extLst>
            </p:cNvPr>
            <p:cNvSpPr/>
            <p:nvPr/>
          </p:nvSpPr>
          <p:spPr>
            <a:xfrm>
              <a:off x="-25800725" y="3972375"/>
              <a:ext cx="206375" cy="207950"/>
            </a:xfrm>
            <a:custGeom>
              <a:avLst/>
              <a:gdLst/>
              <a:ahLst/>
              <a:cxnLst/>
              <a:rect l="l" t="t" r="r" b="b"/>
              <a:pathLst>
                <a:path w="8255" h="8318" extrusionOk="0">
                  <a:moveTo>
                    <a:pt x="4285" y="2457"/>
                  </a:moveTo>
                  <a:lnTo>
                    <a:pt x="5797" y="3938"/>
                  </a:lnTo>
                  <a:lnTo>
                    <a:pt x="5261" y="4474"/>
                  </a:lnTo>
                  <a:cubicBezTo>
                    <a:pt x="4868" y="4868"/>
                    <a:pt x="4342" y="5064"/>
                    <a:pt x="3814" y="5064"/>
                  </a:cubicBezTo>
                  <a:cubicBezTo>
                    <a:pt x="3708" y="5064"/>
                    <a:pt x="3602" y="5057"/>
                    <a:pt x="3497" y="5041"/>
                  </a:cubicBezTo>
                  <a:lnTo>
                    <a:pt x="3214" y="5009"/>
                  </a:lnTo>
                  <a:lnTo>
                    <a:pt x="3182" y="4726"/>
                  </a:lnTo>
                  <a:cubicBezTo>
                    <a:pt x="3119" y="4096"/>
                    <a:pt x="3308" y="3434"/>
                    <a:pt x="3781" y="2962"/>
                  </a:cubicBezTo>
                  <a:lnTo>
                    <a:pt x="4285" y="2457"/>
                  </a:lnTo>
                  <a:close/>
                  <a:moveTo>
                    <a:pt x="4789" y="0"/>
                  </a:moveTo>
                  <a:lnTo>
                    <a:pt x="3056" y="1796"/>
                  </a:lnTo>
                  <a:cubicBezTo>
                    <a:pt x="2174" y="2678"/>
                    <a:pt x="1733" y="4001"/>
                    <a:pt x="1890" y="5261"/>
                  </a:cubicBezTo>
                  <a:lnTo>
                    <a:pt x="1922" y="5419"/>
                  </a:lnTo>
                  <a:lnTo>
                    <a:pt x="0" y="7341"/>
                  </a:lnTo>
                  <a:lnTo>
                    <a:pt x="977" y="8317"/>
                  </a:lnTo>
                  <a:lnTo>
                    <a:pt x="2898" y="6396"/>
                  </a:lnTo>
                  <a:lnTo>
                    <a:pt x="3056" y="6427"/>
                  </a:lnTo>
                  <a:cubicBezTo>
                    <a:pt x="3214" y="6459"/>
                    <a:pt x="3371" y="6459"/>
                    <a:pt x="3592" y="6459"/>
                  </a:cubicBezTo>
                  <a:cubicBezTo>
                    <a:pt x="4694" y="6459"/>
                    <a:pt x="5734" y="6049"/>
                    <a:pt x="6522" y="5261"/>
                  </a:cubicBezTo>
                  <a:lnTo>
                    <a:pt x="8254" y="3466"/>
                  </a:lnTo>
                  <a:lnTo>
                    <a:pt x="7278" y="2489"/>
                  </a:lnTo>
                  <a:lnTo>
                    <a:pt x="6301" y="3466"/>
                  </a:lnTo>
                  <a:lnTo>
                    <a:pt x="4852" y="2016"/>
                  </a:lnTo>
                  <a:lnTo>
                    <a:pt x="5828" y="1040"/>
                  </a:lnTo>
                  <a:lnTo>
                    <a:pt x="47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9" name="Google Shape;13986;p134">
            <a:extLst>
              <a:ext uri="{FF2B5EF4-FFF2-40B4-BE49-F238E27FC236}">
                <a16:creationId xmlns:a16="http://schemas.microsoft.com/office/drawing/2014/main" id="{FA276DAD-A324-B65C-2C7D-2363DBD09807}"/>
              </a:ext>
            </a:extLst>
          </p:cNvPr>
          <p:cNvGrpSpPr/>
          <p:nvPr/>
        </p:nvGrpSpPr>
        <p:grpSpPr>
          <a:xfrm>
            <a:off x="9218294" y="4107924"/>
            <a:ext cx="209924" cy="321795"/>
            <a:chOff x="-23930925" y="3149300"/>
            <a:chExt cx="192200" cy="294625"/>
          </a:xfrm>
          <a:solidFill>
            <a:schemeClr val="accent1">
              <a:lumMod val="75000"/>
            </a:schemeClr>
          </a:solidFill>
        </p:grpSpPr>
        <p:sp>
          <p:nvSpPr>
            <p:cNvPr id="530" name="Google Shape;13987;p134">
              <a:extLst>
                <a:ext uri="{FF2B5EF4-FFF2-40B4-BE49-F238E27FC236}">
                  <a16:creationId xmlns:a16="http://schemas.microsoft.com/office/drawing/2014/main" id="{2E4A895E-287C-4FFD-12DA-120A497E8626}"/>
                </a:ext>
              </a:extLst>
            </p:cNvPr>
            <p:cNvSpPr/>
            <p:nvPr/>
          </p:nvSpPr>
          <p:spPr>
            <a:xfrm>
              <a:off x="-23930125" y="3149300"/>
              <a:ext cx="191400" cy="35475"/>
            </a:xfrm>
            <a:custGeom>
              <a:avLst/>
              <a:gdLst/>
              <a:ahLst/>
              <a:cxnLst/>
              <a:rect l="l" t="t" r="r" b="b"/>
              <a:pathLst>
                <a:path w="7656" h="1419" extrusionOk="0">
                  <a:moveTo>
                    <a:pt x="1040" y="1"/>
                  </a:moveTo>
                  <a:cubicBezTo>
                    <a:pt x="441" y="1"/>
                    <a:pt x="0" y="473"/>
                    <a:pt x="0" y="1040"/>
                  </a:cubicBezTo>
                  <a:lnTo>
                    <a:pt x="0" y="1418"/>
                  </a:lnTo>
                  <a:lnTo>
                    <a:pt x="7656" y="1418"/>
                  </a:lnTo>
                  <a:lnTo>
                    <a:pt x="7656" y="1040"/>
                  </a:lnTo>
                  <a:lnTo>
                    <a:pt x="7593" y="1040"/>
                  </a:lnTo>
                  <a:cubicBezTo>
                    <a:pt x="7593" y="442"/>
                    <a:pt x="7120" y="1"/>
                    <a:pt x="658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13988;p134">
              <a:extLst>
                <a:ext uri="{FF2B5EF4-FFF2-40B4-BE49-F238E27FC236}">
                  <a16:creationId xmlns:a16="http://schemas.microsoft.com/office/drawing/2014/main" id="{07D7EB86-B774-5738-A503-2D582D679376}"/>
                </a:ext>
              </a:extLst>
            </p:cNvPr>
            <p:cNvSpPr/>
            <p:nvPr/>
          </p:nvSpPr>
          <p:spPr>
            <a:xfrm>
              <a:off x="-23878925" y="3237525"/>
              <a:ext cx="86650" cy="86650"/>
            </a:xfrm>
            <a:custGeom>
              <a:avLst/>
              <a:gdLst/>
              <a:ahLst/>
              <a:cxnLst/>
              <a:rect l="l" t="t" r="r" b="b"/>
              <a:pathLst>
                <a:path w="3466" h="3466" extrusionOk="0">
                  <a:moveTo>
                    <a:pt x="1386" y="0"/>
                  </a:moveTo>
                  <a:lnTo>
                    <a:pt x="1386" y="1008"/>
                  </a:lnTo>
                  <a:cubicBezTo>
                    <a:pt x="1386" y="1197"/>
                    <a:pt x="1229" y="1355"/>
                    <a:pt x="1008" y="1355"/>
                  </a:cubicBezTo>
                  <a:lnTo>
                    <a:pt x="0" y="1355"/>
                  </a:lnTo>
                  <a:lnTo>
                    <a:pt x="0" y="2079"/>
                  </a:lnTo>
                  <a:lnTo>
                    <a:pt x="1008" y="2079"/>
                  </a:lnTo>
                  <a:cubicBezTo>
                    <a:pt x="1229" y="2079"/>
                    <a:pt x="1386" y="2237"/>
                    <a:pt x="1386" y="2426"/>
                  </a:cubicBezTo>
                  <a:lnTo>
                    <a:pt x="1386" y="3466"/>
                  </a:lnTo>
                  <a:lnTo>
                    <a:pt x="2079" y="3466"/>
                  </a:lnTo>
                  <a:lnTo>
                    <a:pt x="2079" y="2426"/>
                  </a:lnTo>
                  <a:cubicBezTo>
                    <a:pt x="2079" y="2237"/>
                    <a:pt x="2237" y="2079"/>
                    <a:pt x="2426" y="2079"/>
                  </a:cubicBezTo>
                  <a:lnTo>
                    <a:pt x="3466" y="2079"/>
                  </a:lnTo>
                  <a:lnTo>
                    <a:pt x="3466" y="1355"/>
                  </a:lnTo>
                  <a:lnTo>
                    <a:pt x="2426" y="1355"/>
                  </a:lnTo>
                  <a:cubicBezTo>
                    <a:pt x="2237" y="1355"/>
                    <a:pt x="2079" y="1197"/>
                    <a:pt x="2079" y="1008"/>
                  </a:cubicBezTo>
                  <a:lnTo>
                    <a:pt x="20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13989;p134">
              <a:extLst>
                <a:ext uri="{FF2B5EF4-FFF2-40B4-BE49-F238E27FC236}">
                  <a16:creationId xmlns:a16="http://schemas.microsoft.com/office/drawing/2014/main" id="{9F128371-4548-5A1A-6079-C2E125FBD1A8}"/>
                </a:ext>
              </a:extLst>
            </p:cNvPr>
            <p:cNvSpPr/>
            <p:nvPr/>
          </p:nvSpPr>
          <p:spPr>
            <a:xfrm>
              <a:off x="-23930925" y="3375350"/>
              <a:ext cx="190625" cy="68575"/>
            </a:xfrm>
            <a:custGeom>
              <a:avLst/>
              <a:gdLst/>
              <a:ahLst/>
              <a:cxnLst/>
              <a:rect l="l" t="t" r="r" b="b"/>
              <a:pathLst>
                <a:path w="7625" h="2743" extrusionOk="0">
                  <a:moveTo>
                    <a:pt x="4159" y="694"/>
                  </a:moveTo>
                  <a:cubicBezTo>
                    <a:pt x="4348" y="694"/>
                    <a:pt x="4506" y="851"/>
                    <a:pt x="4506" y="1040"/>
                  </a:cubicBezTo>
                  <a:cubicBezTo>
                    <a:pt x="4506" y="1261"/>
                    <a:pt x="4348" y="1418"/>
                    <a:pt x="4159" y="1418"/>
                  </a:cubicBezTo>
                  <a:lnTo>
                    <a:pt x="3466" y="1418"/>
                  </a:lnTo>
                  <a:cubicBezTo>
                    <a:pt x="3246" y="1418"/>
                    <a:pt x="3088" y="1261"/>
                    <a:pt x="3088" y="1040"/>
                  </a:cubicBezTo>
                  <a:cubicBezTo>
                    <a:pt x="3088" y="851"/>
                    <a:pt x="3246" y="694"/>
                    <a:pt x="3466" y="694"/>
                  </a:cubicBezTo>
                  <a:close/>
                  <a:moveTo>
                    <a:pt x="1" y="0"/>
                  </a:moveTo>
                  <a:lnTo>
                    <a:pt x="1" y="1733"/>
                  </a:lnTo>
                  <a:cubicBezTo>
                    <a:pt x="1" y="2300"/>
                    <a:pt x="473" y="2741"/>
                    <a:pt x="1009" y="2741"/>
                  </a:cubicBezTo>
                  <a:lnTo>
                    <a:pt x="6554" y="2741"/>
                  </a:lnTo>
                  <a:cubicBezTo>
                    <a:pt x="6573" y="2742"/>
                    <a:pt x="6592" y="2743"/>
                    <a:pt x="6610" y="2743"/>
                  </a:cubicBezTo>
                  <a:cubicBezTo>
                    <a:pt x="7182" y="2743"/>
                    <a:pt x="7625" y="2282"/>
                    <a:pt x="7625" y="1733"/>
                  </a:cubicBezTo>
                  <a:lnTo>
                    <a:pt x="76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13990;p134">
              <a:extLst>
                <a:ext uri="{FF2B5EF4-FFF2-40B4-BE49-F238E27FC236}">
                  <a16:creationId xmlns:a16="http://schemas.microsoft.com/office/drawing/2014/main" id="{6B8B73E9-F44F-57DB-6EC7-253FDEB28433}"/>
                </a:ext>
              </a:extLst>
            </p:cNvPr>
            <p:cNvSpPr/>
            <p:nvPr/>
          </p:nvSpPr>
          <p:spPr>
            <a:xfrm>
              <a:off x="-23930925" y="3202075"/>
              <a:ext cx="190625" cy="155975"/>
            </a:xfrm>
            <a:custGeom>
              <a:avLst/>
              <a:gdLst/>
              <a:ahLst/>
              <a:cxnLst/>
              <a:rect l="l" t="t" r="r" b="b"/>
              <a:pathLst>
                <a:path w="7625" h="6239" extrusionOk="0">
                  <a:moveTo>
                    <a:pt x="4506" y="693"/>
                  </a:moveTo>
                  <a:cubicBezTo>
                    <a:pt x="4727" y="693"/>
                    <a:pt x="4884" y="851"/>
                    <a:pt x="4884" y="1040"/>
                  </a:cubicBezTo>
                  <a:lnTo>
                    <a:pt x="4884" y="2080"/>
                  </a:lnTo>
                  <a:lnTo>
                    <a:pt x="5892" y="2080"/>
                  </a:lnTo>
                  <a:cubicBezTo>
                    <a:pt x="6081" y="2080"/>
                    <a:pt x="6239" y="2237"/>
                    <a:pt x="6239" y="2426"/>
                  </a:cubicBezTo>
                  <a:lnTo>
                    <a:pt x="6239" y="3812"/>
                  </a:lnTo>
                  <a:cubicBezTo>
                    <a:pt x="6239" y="4001"/>
                    <a:pt x="6081" y="4159"/>
                    <a:pt x="5892" y="4159"/>
                  </a:cubicBezTo>
                  <a:lnTo>
                    <a:pt x="4884" y="4159"/>
                  </a:lnTo>
                  <a:lnTo>
                    <a:pt x="4884" y="5199"/>
                  </a:lnTo>
                  <a:cubicBezTo>
                    <a:pt x="4884" y="5388"/>
                    <a:pt x="4727" y="5545"/>
                    <a:pt x="4506" y="5545"/>
                  </a:cubicBezTo>
                  <a:lnTo>
                    <a:pt x="3151" y="5545"/>
                  </a:lnTo>
                  <a:cubicBezTo>
                    <a:pt x="2931" y="5545"/>
                    <a:pt x="2773" y="5388"/>
                    <a:pt x="2773" y="5199"/>
                  </a:cubicBezTo>
                  <a:lnTo>
                    <a:pt x="2773" y="4159"/>
                  </a:lnTo>
                  <a:lnTo>
                    <a:pt x="1765" y="4159"/>
                  </a:lnTo>
                  <a:cubicBezTo>
                    <a:pt x="1576" y="4159"/>
                    <a:pt x="1419" y="4001"/>
                    <a:pt x="1419" y="3812"/>
                  </a:cubicBezTo>
                  <a:lnTo>
                    <a:pt x="1419" y="2426"/>
                  </a:lnTo>
                  <a:cubicBezTo>
                    <a:pt x="1419" y="2237"/>
                    <a:pt x="1576" y="2080"/>
                    <a:pt x="1765" y="2080"/>
                  </a:cubicBezTo>
                  <a:lnTo>
                    <a:pt x="2773" y="2080"/>
                  </a:lnTo>
                  <a:lnTo>
                    <a:pt x="2773" y="1040"/>
                  </a:lnTo>
                  <a:cubicBezTo>
                    <a:pt x="2773" y="851"/>
                    <a:pt x="2931" y="693"/>
                    <a:pt x="3151" y="693"/>
                  </a:cubicBezTo>
                  <a:close/>
                  <a:moveTo>
                    <a:pt x="1" y="0"/>
                  </a:moveTo>
                  <a:lnTo>
                    <a:pt x="1" y="6238"/>
                  </a:lnTo>
                  <a:lnTo>
                    <a:pt x="7625" y="6238"/>
                  </a:lnTo>
                  <a:lnTo>
                    <a:pt x="76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4" name="Google Shape;13991;p134">
            <a:extLst>
              <a:ext uri="{FF2B5EF4-FFF2-40B4-BE49-F238E27FC236}">
                <a16:creationId xmlns:a16="http://schemas.microsoft.com/office/drawing/2014/main" id="{BD36C7C1-248C-C558-B97D-1B785663C71B}"/>
              </a:ext>
            </a:extLst>
          </p:cNvPr>
          <p:cNvGrpSpPr/>
          <p:nvPr/>
        </p:nvGrpSpPr>
        <p:grpSpPr>
          <a:xfrm>
            <a:off x="9178714" y="4546611"/>
            <a:ext cx="289082" cy="322640"/>
            <a:chOff x="-23962425" y="3519475"/>
            <a:chExt cx="264675" cy="295400"/>
          </a:xfrm>
          <a:solidFill>
            <a:schemeClr val="accent1">
              <a:lumMod val="75000"/>
            </a:schemeClr>
          </a:solidFill>
        </p:grpSpPr>
        <p:sp>
          <p:nvSpPr>
            <p:cNvPr id="535" name="Google Shape;13992;p134">
              <a:extLst>
                <a:ext uri="{FF2B5EF4-FFF2-40B4-BE49-F238E27FC236}">
                  <a16:creationId xmlns:a16="http://schemas.microsoft.com/office/drawing/2014/main" id="{F92DFE63-1290-63FE-13E4-E7EAA0ECF830}"/>
                </a:ext>
              </a:extLst>
            </p:cNvPr>
            <p:cNvSpPr/>
            <p:nvPr/>
          </p:nvSpPr>
          <p:spPr>
            <a:xfrm>
              <a:off x="-23961625" y="3580925"/>
              <a:ext cx="263875" cy="233950"/>
            </a:xfrm>
            <a:custGeom>
              <a:avLst/>
              <a:gdLst/>
              <a:ahLst/>
              <a:cxnLst/>
              <a:rect l="l" t="t" r="r" b="b"/>
              <a:pathLst>
                <a:path w="10555" h="9358" extrusionOk="0">
                  <a:moveTo>
                    <a:pt x="1701" y="3119"/>
                  </a:moveTo>
                  <a:cubicBezTo>
                    <a:pt x="1890" y="3119"/>
                    <a:pt x="2048" y="3277"/>
                    <a:pt x="2048" y="3466"/>
                  </a:cubicBezTo>
                  <a:lnTo>
                    <a:pt x="2048" y="4159"/>
                  </a:lnTo>
                  <a:cubicBezTo>
                    <a:pt x="2048" y="4379"/>
                    <a:pt x="2205" y="4537"/>
                    <a:pt x="2394" y="4537"/>
                  </a:cubicBezTo>
                  <a:lnTo>
                    <a:pt x="3119" y="4537"/>
                  </a:lnTo>
                  <a:cubicBezTo>
                    <a:pt x="3308" y="4537"/>
                    <a:pt x="3466" y="4663"/>
                    <a:pt x="3466" y="4883"/>
                  </a:cubicBezTo>
                  <a:cubicBezTo>
                    <a:pt x="3466" y="5072"/>
                    <a:pt x="3308" y="5230"/>
                    <a:pt x="3119" y="5230"/>
                  </a:cubicBezTo>
                  <a:lnTo>
                    <a:pt x="2394" y="5230"/>
                  </a:lnTo>
                  <a:cubicBezTo>
                    <a:pt x="1796" y="5198"/>
                    <a:pt x="1323" y="4726"/>
                    <a:pt x="1323" y="4159"/>
                  </a:cubicBezTo>
                  <a:lnTo>
                    <a:pt x="1323" y="3466"/>
                  </a:lnTo>
                  <a:cubicBezTo>
                    <a:pt x="1323" y="3277"/>
                    <a:pt x="1512" y="3119"/>
                    <a:pt x="1701" y="3119"/>
                  </a:cubicBezTo>
                  <a:close/>
                  <a:moveTo>
                    <a:pt x="3781" y="6585"/>
                  </a:moveTo>
                  <a:lnTo>
                    <a:pt x="3781" y="6931"/>
                  </a:lnTo>
                  <a:cubicBezTo>
                    <a:pt x="3781" y="7120"/>
                    <a:pt x="3623" y="7278"/>
                    <a:pt x="3434" y="7278"/>
                  </a:cubicBezTo>
                  <a:cubicBezTo>
                    <a:pt x="3214" y="7278"/>
                    <a:pt x="3056" y="7120"/>
                    <a:pt x="3056" y="6931"/>
                  </a:cubicBezTo>
                  <a:lnTo>
                    <a:pt x="3056" y="6585"/>
                  </a:lnTo>
                  <a:close/>
                  <a:moveTo>
                    <a:pt x="6900" y="0"/>
                  </a:moveTo>
                  <a:cubicBezTo>
                    <a:pt x="5986" y="0"/>
                    <a:pt x="5293" y="693"/>
                    <a:pt x="5293" y="1607"/>
                  </a:cubicBezTo>
                  <a:cubicBezTo>
                    <a:pt x="5293" y="2363"/>
                    <a:pt x="5765" y="2741"/>
                    <a:pt x="6238" y="3182"/>
                  </a:cubicBezTo>
                  <a:lnTo>
                    <a:pt x="7561" y="4379"/>
                  </a:lnTo>
                  <a:lnTo>
                    <a:pt x="7561" y="7624"/>
                  </a:lnTo>
                  <a:cubicBezTo>
                    <a:pt x="7561" y="8223"/>
                    <a:pt x="7089" y="8664"/>
                    <a:pt x="6553" y="8664"/>
                  </a:cubicBezTo>
                  <a:lnTo>
                    <a:pt x="4820" y="8664"/>
                  </a:lnTo>
                  <a:cubicBezTo>
                    <a:pt x="4348" y="8664"/>
                    <a:pt x="3938" y="8349"/>
                    <a:pt x="3812" y="7876"/>
                  </a:cubicBezTo>
                  <a:cubicBezTo>
                    <a:pt x="4222" y="7719"/>
                    <a:pt x="4505" y="7372"/>
                    <a:pt x="4505" y="6931"/>
                  </a:cubicBezTo>
                  <a:lnTo>
                    <a:pt x="4505" y="6585"/>
                  </a:lnTo>
                  <a:lnTo>
                    <a:pt x="5198" y="6585"/>
                  </a:lnTo>
                  <a:cubicBezTo>
                    <a:pt x="6144" y="6585"/>
                    <a:pt x="6931" y="5797"/>
                    <a:pt x="6931" y="4852"/>
                  </a:cubicBezTo>
                  <a:lnTo>
                    <a:pt x="6931" y="4631"/>
                  </a:lnTo>
                  <a:lnTo>
                    <a:pt x="5829" y="3686"/>
                  </a:lnTo>
                  <a:cubicBezTo>
                    <a:pt x="5671" y="3529"/>
                    <a:pt x="5482" y="3371"/>
                    <a:pt x="5293" y="3182"/>
                  </a:cubicBezTo>
                  <a:cubicBezTo>
                    <a:pt x="4568" y="3151"/>
                    <a:pt x="3875" y="2899"/>
                    <a:pt x="3182" y="2332"/>
                  </a:cubicBezTo>
                  <a:cubicBezTo>
                    <a:pt x="2720" y="1911"/>
                    <a:pt x="1880" y="1701"/>
                    <a:pt x="1091" y="1701"/>
                  </a:cubicBezTo>
                  <a:cubicBezTo>
                    <a:pt x="697" y="1701"/>
                    <a:pt x="315" y="1754"/>
                    <a:pt x="0" y="1859"/>
                  </a:cubicBezTo>
                  <a:lnTo>
                    <a:pt x="0" y="4883"/>
                  </a:lnTo>
                  <a:cubicBezTo>
                    <a:pt x="0" y="5829"/>
                    <a:pt x="788" y="6616"/>
                    <a:pt x="1733" y="6616"/>
                  </a:cubicBezTo>
                  <a:lnTo>
                    <a:pt x="2457" y="6616"/>
                  </a:lnTo>
                  <a:lnTo>
                    <a:pt x="2457" y="6963"/>
                  </a:lnTo>
                  <a:cubicBezTo>
                    <a:pt x="2394" y="7404"/>
                    <a:pt x="2678" y="7782"/>
                    <a:pt x="3119" y="7908"/>
                  </a:cubicBezTo>
                  <a:cubicBezTo>
                    <a:pt x="3277" y="8727"/>
                    <a:pt x="3970" y="9357"/>
                    <a:pt x="4820" y="9357"/>
                  </a:cubicBezTo>
                  <a:lnTo>
                    <a:pt x="6553" y="9357"/>
                  </a:lnTo>
                  <a:cubicBezTo>
                    <a:pt x="7498" y="9357"/>
                    <a:pt x="8286" y="8569"/>
                    <a:pt x="8286" y="7624"/>
                  </a:cubicBezTo>
                  <a:lnTo>
                    <a:pt x="8286" y="4379"/>
                  </a:lnTo>
                  <a:cubicBezTo>
                    <a:pt x="9294" y="3497"/>
                    <a:pt x="9546" y="3277"/>
                    <a:pt x="9546" y="3277"/>
                  </a:cubicBezTo>
                  <a:cubicBezTo>
                    <a:pt x="9987" y="2867"/>
                    <a:pt x="10554" y="2395"/>
                    <a:pt x="10554" y="1607"/>
                  </a:cubicBezTo>
                  <a:cubicBezTo>
                    <a:pt x="10554" y="693"/>
                    <a:pt x="9830" y="0"/>
                    <a:pt x="8948" y="0"/>
                  </a:cubicBezTo>
                  <a:cubicBezTo>
                    <a:pt x="8538" y="0"/>
                    <a:pt x="8191" y="126"/>
                    <a:pt x="7908" y="347"/>
                  </a:cubicBezTo>
                  <a:cubicBezTo>
                    <a:pt x="7656" y="95"/>
                    <a:pt x="7278" y="0"/>
                    <a:pt x="69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13993;p134">
              <a:extLst>
                <a:ext uri="{FF2B5EF4-FFF2-40B4-BE49-F238E27FC236}">
                  <a16:creationId xmlns:a16="http://schemas.microsoft.com/office/drawing/2014/main" id="{F95AC6B7-1DF7-40FB-E707-52BAAD17CB63}"/>
                </a:ext>
              </a:extLst>
            </p:cNvPr>
            <p:cNvSpPr/>
            <p:nvPr/>
          </p:nvSpPr>
          <p:spPr>
            <a:xfrm>
              <a:off x="-23962425" y="3519475"/>
              <a:ext cx="158350" cy="122125"/>
            </a:xfrm>
            <a:custGeom>
              <a:avLst/>
              <a:gdLst/>
              <a:ahLst/>
              <a:cxnLst/>
              <a:rect l="l" t="t" r="r" b="b"/>
              <a:pathLst>
                <a:path w="6334" h="4885" extrusionOk="0">
                  <a:moveTo>
                    <a:pt x="3844" y="631"/>
                  </a:moveTo>
                  <a:cubicBezTo>
                    <a:pt x="4065" y="631"/>
                    <a:pt x="4222" y="788"/>
                    <a:pt x="4222" y="1009"/>
                  </a:cubicBezTo>
                  <a:lnTo>
                    <a:pt x="4222" y="1387"/>
                  </a:lnTo>
                  <a:lnTo>
                    <a:pt x="2773" y="1387"/>
                  </a:lnTo>
                  <a:lnTo>
                    <a:pt x="2773" y="1009"/>
                  </a:lnTo>
                  <a:cubicBezTo>
                    <a:pt x="2773" y="788"/>
                    <a:pt x="2931" y="631"/>
                    <a:pt x="3151" y="631"/>
                  </a:cubicBezTo>
                  <a:close/>
                  <a:moveTo>
                    <a:pt x="3088" y="1"/>
                  </a:moveTo>
                  <a:cubicBezTo>
                    <a:pt x="2521" y="1"/>
                    <a:pt x="2080" y="473"/>
                    <a:pt x="2080" y="1040"/>
                  </a:cubicBezTo>
                  <a:lnTo>
                    <a:pt x="2080" y="1419"/>
                  </a:lnTo>
                  <a:lnTo>
                    <a:pt x="1733" y="1419"/>
                  </a:lnTo>
                  <a:cubicBezTo>
                    <a:pt x="788" y="1419"/>
                    <a:pt x="1" y="2206"/>
                    <a:pt x="1" y="3151"/>
                  </a:cubicBezTo>
                  <a:lnTo>
                    <a:pt x="1" y="3592"/>
                  </a:lnTo>
                  <a:cubicBezTo>
                    <a:pt x="332" y="3503"/>
                    <a:pt x="705" y="3459"/>
                    <a:pt x="1087" y="3459"/>
                  </a:cubicBezTo>
                  <a:cubicBezTo>
                    <a:pt x="2048" y="3459"/>
                    <a:pt x="3069" y="3736"/>
                    <a:pt x="3655" y="4254"/>
                  </a:cubicBezTo>
                  <a:cubicBezTo>
                    <a:pt x="4002" y="4569"/>
                    <a:pt x="4411" y="4758"/>
                    <a:pt x="4789" y="4884"/>
                  </a:cubicBezTo>
                  <a:cubicBezTo>
                    <a:pt x="4726" y="4664"/>
                    <a:pt x="4632" y="4380"/>
                    <a:pt x="4632" y="4096"/>
                  </a:cubicBezTo>
                  <a:cubicBezTo>
                    <a:pt x="4632" y="2994"/>
                    <a:pt x="5356" y="2112"/>
                    <a:pt x="6333" y="1860"/>
                  </a:cubicBezTo>
                  <a:cubicBezTo>
                    <a:pt x="6018" y="1576"/>
                    <a:pt x="5608" y="1419"/>
                    <a:pt x="5199" y="1419"/>
                  </a:cubicBezTo>
                  <a:lnTo>
                    <a:pt x="4821" y="1419"/>
                  </a:lnTo>
                  <a:lnTo>
                    <a:pt x="4821" y="1040"/>
                  </a:lnTo>
                  <a:cubicBezTo>
                    <a:pt x="4821" y="442"/>
                    <a:pt x="4348" y="1"/>
                    <a:pt x="381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7" name="Google Shape;13994;p134">
            <a:extLst>
              <a:ext uri="{FF2B5EF4-FFF2-40B4-BE49-F238E27FC236}">
                <a16:creationId xmlns:a16="http://schemas.microsoft.com/office/drawing/2014/main" id="{2BCF084F-A0A3-300C-D0C7-781DF9D62E78}"/>
              </a:ext>
            </a:extLst>
          </p:cNvPr>
          <p:cNvSpPr/>
          <p:nvPr/>
        </p:nvSpPr>
        <p:spPr>
          <a:xfrm>
            <a:off x="9151609" y="4962586"/>
            <a:ext cx="344130" cy="315787"/>
          </a:xfrm>
          <a:custGeom>
            <a:avLst/>
            <a:gdLst/>
            <a:ahLst/>
            <a:cxnLst/>
            <a:rect l="l" t="t" r="r" b="b"/>
            <a:pathLst>
              <a:path w="12603" h="11565" extrusionOk="0">
                <a:moveTo>
                  <a:pt x="9200" y="822"/>
                </a:moveTo>
                <a:lnTo>
                  <a:pt x="11311" y="2933"/>
                </a:lnTo>
                <a:cubicBezTo>
                  <a:pt x="11279" y="3185"/>
                  <a:pt x="11185" y="3437"/>
                  <a:pt x="11090" y="3689"/>
                </a:cubicBezTo>
                <a:lnTo>
                  <a:pt x="8444" y="1074"/>
                </a:lnTo>
                <a:cubicBezTo>
                  <a:pt x="8664" y="948"/>
                  <a:pt x="8916" y="853"/>
                  <a:pt x="9200" y="822"/>
                </a:cubicBezTo>
                <a:close/>
                <a:moveTo>
                  <a:pt x="7814" y="1389"/>
                </a:moveTo>
                <a:lnTo>
                  <a:pt x="10712" y="4287"/>
                </a:lnTo>
                <a:cubicBezTo>
                  <a:pt x="10649" y="4413"/>
                  <a:pt x="10555" y="4476"/>
                  <a:pt x="10492" y="4571"/>
                </a:cubicBezTo>
                <a:cubicBezTo>
                  <a:pt x="10397" y="4634"/>
                  <a:pt x="10334" y="4728"/>
                  <a:pt x="10208" y="4791"/>
                </a:cubicBezTo>
                <a:lnTo>
                  <a:pt x="7310" y="1893"/>
                </a:lnTo>
                <a:cubicBezTo>
                  <a:pt x="7373" y="1798"/>
                  <a:pt x="7467" y="1704"/>
                  <a:pt x="7530" y="1609"/>
                </a:cubicBezTo>
                <a:cubicBezTo>
                  <a:pt x="7625" y="1546"/>
                  <a:pt x="7688" y="1452"/>
                  <a:pt x="7814" y="1389"/>
                </a:cubicBezTo>
                <a:close/>
                <a:moveTo>
                  <a:pt x="6994" y="2523"/>
                </a:moveTo>
                <a:lnTo>
                  <a:pt x="9609" y="5169"/>
                </a:lnTo>
                <a:cubicBezTo>
                  <a:pt x="9389" y="5264"/>
                  <a:pt x="9105" y="5327"/>
                  <a:pt x="8885" y="5390"/>
                </a:cubicBezTo>
                <a:lnTo>
                  <a:pt x="6742" y="3279"/>
                </a:lnTo>
                <a:cubicBezTo>
                  <a:pt x="6774" y="3027"/>
                  <a:pt x="6868" y="2743"/>
                  <a:pt x="6994" y="2523"/>
                </a:cubicBezTo>
                <a:close/>
                <a:moveTo>
                  <a:pt x="3812" y="6209"/>
                </a:moveTo>
                <a:lnTo>
                  <a:pt x="5923" y="8351"/>
                </a:lnTo>
                <a:cubicBezTo>
                  <a:pt x="5892" y="8572"/>
                  <a:pt x="5797" y="8855"/>
                  <a:pt x="5671" y="9107"/>
                </a:cubicBezTo>
                <a:lnTo>
                  <a:pt x="3056" y="6461"/>
                </a:lnTo>
                <a:cubicBezTo>
                  <a:pt x="3277" y="6335"/>
                  <a:pt x="3560" y="6272"/>
                  <a:pt x="3812" y="6209"/>
                </a:cubicBezTo>
                <a:close/>
                <a:moveTo>
                  <a:pt x="2426" y="6776"/>
                </a:moveTo>
                <a:lnTo>
                  <a:pt x="5325" y="9675"/>
                </a:lnTo>
                <a:cubicBezTo>
                  <a:pt x="5262" y="9801"/>
                  <a:pt x="5167" y="9895"/>
                  <a:pt x="5104" y="9958"/>
                </a:cubicBezTo>
                <a:cubicBezTo>
                  <a:pt x="5010" y="10053"/>
                  <a:pt x="4947" y="10116"/>
                  <a:pt x="4821" y="10210"/>
                </a:cubicBezTo>
                <a:lnTo>
                  <a:pt x="1891" y="7280"/>
                </a:lnTo>
                <a:cubicBezTo>
                  <a:pt x="1985" y="7217"/>
                  <a:pt x="2080" y="7091"/>
                  <a:pt x="2143" y="6997"/>
                </a:cubicBezTo>
                <a:cubicBezTo>
                  <a:pt x="2206" y="6934"/>
                  <a:pt x="2300" y="6839"/>
                  <a:pt x="2426" y="6776"/>
                </a:cubicBezTo>
                <a:close/>
                <a:moveTo>
                  <a:pt x="1576" y="7910"/>
                </a:moveTo>
                <a:lnTo>
                  <a:pt x="4222" y="10557"/>
                </a:lnTo>
                <a:cubicBezTo>
                  <a:pt x="4002" y="10620"/>
                  <a:pt x="3718" y="10714"/>
                  <a:pt x="3466" y="10777"/>
                </a:cubicBezTo>
                <a:lnTo>
                  <a:pt x="1355" y="8666"/>
                </a:lnTo>
                <a:cubicBezTo>
                  <a:pt x="1387" y="8414"/>
                  <a:pt x="1481" y="8162"/>
                  <a:pt x="1576" y="7910"/>
                </a:cubicBezTo>
                <a:close/>
                <a:moveTo>
                  <a:pt x="10602" y="0"/>
                </a:moveTo>
                <a:cubicBezTo>
                  <a:pt x="9383" y="0"/>
                  <a:pt x="7954" y="274"/>
                  <a:pt x="7089" y="1168"/>
                </a:cubicBezTo>
                <a:cubicBezTo>
                  <a:pt x="6207" y="2082"/>
                  <a:pt x="5923" y="3500"/>
                  <a:pt x="5923" y="4728"/>
                </a:cubicBezTo>
                <a:cubicBezTo>
                  <a:pt x="6238" y="4760"/>
                  <a:pt x="6459" y="4791"/>
                  <a:pt x="6522" y="4791"/>
                </a:cubicBezTo>
                <a:lnTo>
                  <a:pt x="6585" y="4791"/>
                </a:lnTo>
                <a:lnTo>
                  <a:pt x="6585" y="4130"/>
                </a:lnTo>
                <a:lnTo>
                  <a:pt x="7971" y="5516"/>
                </a:lnTo>
                <a:cubicBezTo>
                  <a:pt x="7751" y="5532"/>
                  <a:pt x="7540" y="5538"/>
                  <a:pt x="7348" y="5538"/>
                </a:cubicBezTo>
                <a:cubicBezTo>
                  <a:pt x="6772" y="5538"/>
                  <a:pt x="6364" y="5484"/>
                  <a:pt x="6364" y="5484"/>
                </a:cubicBezTo>
                <a:cubicBezTo>
                  <a:pt x="6314" y="5459"/>
                  <a:pt x="5810" y="5369"/>
                  <a:pt x="5121" y="5369"/>
                </a:cubicBezTo>
                <a:cubicBezTo>
                  <a:pt x="4077" y="5369"/>
                  <a:pt x="2606" y="5575"/>
                  <a:pt x="1639" y="6524"/>
                </a:cubicBezTo>
                <a:cubicBezTo>
                  <a:pt x="0" y="8162"/>
                  <a:pt x="536" y="11155"/>
                  <a:pt x="567" y="11250"/>
                </a:cubicBezTo>
                <a:cubicBezTo>
                  <a:pt x="599" y="11407"/>
                  <a:pt x="725" y="11533"/>
                  <a:pt x="914" y="11533"/>
                </a:cubicBezTo>
                <a:lnTo>
                  <a:pt x="1009" y="11533"/>
                </a:lnTo>
                <a:cubicBezTo>
                  <a:pt x="1198" y="11502"/>
                  <a:pt x="1324" y="11344"/>
                  <a:pt x="1261" y="11155"/>
                </a:cubicBezTo>
                <a:cubicBezTo>
                  <a:pt x="1261" y="11155"/>
                  <a:pt x="1166" y="10399"/>
                  <a:pt x="1229" y="9517"/>
                </a:cubicBezTo>
                <a:lnTo>
                  <a:pt x="1229" y="9517"/>
                </a:lnTo>
                <a:lnTo>
                  <a:pt x="2615" y="10903"/>
                </a:lnTo>
                <a:cubicBezTo>
                  <a:pt x="2447" y="10903"/>
                  <a:pt x="2293" y="10917"/>
                  <a:pt x="2153" y="10917"/>
                </a:cubicBezTo>
                <a:cubicBezTo>
                  <a:pt x="2083" y="10917"/>
                  <a:pt x="2017" y="10914"/>
                  <a:pt x="1954" y="10903"/>
                </a:cubicBezTo>
                <a:lnTo>
                  <a:pt x="1954" y="10966"/>
                </a:lnTo>
                <a:cubicBezTo>
                  <a:pt x="1985" y="11187"/>
                  <a:pt x="1954" y="11407"/>
                  <a:pt x="1859" y="11565"/>
                </a:cubicBezTo>
                <a:lnTo>
                  <a:pt x="2048" y="11565"/>
                </a:lnTo>
                <a:cubicBezTo>
                  <a:pt x="3277" y="11565"/>
                  <a:pt x="4695" y="11281"/>
                  <a:pt x="5577" y="10399"/>
                </a:cubicBezTo>
                <a:cubicBezTo>
                  <a:pt x="6427" y="9517"/>
                  <a:pt x="6742" y="8068"/>
                  <a:pt x="6742" y="6839"/>
                </a:cubicBezTo>
                <a:cubicBezTo>
                  <a:pt x="6396" y="6808"/>
                  <a:pt x="6144" y="6776"/>
                  <a:pt x="6112" y="6776"/>
                </a:cubicBezTo>
                <a:lnTo>
                  <a:pt x="6049" y="6776"/>
                </a:lnTo>
                <a:lnTo>
                  <a:pt x="6049" y="7438"/>
                </a:lnTo>
                <a:lnTo>
                  <a:pt x="4663" y="6051"/>
                </a:lnTo>
                <a:cubicBezTo>
                  <a:pt x="4876" y="6036"/>
                  <a:pt x="5083" y="6030"/>
                  <a:pt x="5273" y="6030"/>
                </a:cubicBezTo>
                <a:cubicBezTo>
                  <a:pt x="5845" y="6030"/>
                  <a:pt x="6270" y="6083"/>
                  <a:pt x="6270" y="6083"/>
                </a:cubicBezTo>
                <a:cubicBezTo>
                  <a:pt x="6301" y="6083"/>
                  <a:pt x="6837" y="6178"/>
                  <a:pt x="7499" y="6178"/>
                </a:cubicBezTo>
                <a:cubicBezTo>
                  <a:pt x="8727" y="6178"/>
                  <a:pt x="10145" y="5862"/>
                  <a:pt x="10996" y="4980"/>
                </a:cubicBezTo>
                <a:cubicBezTo>
                  <a:pt x="12602" y="3374"/>
                  <a:pt x="12098" y="381"/>
                  <a:pt x="12067" y="255"/>
                </a:cubicBezTo>
                <a:cubicBezTo>
                  <a:pt x="12035" y="160"/>
                  <a:pt x="11878" y="34"/>
                  <a:pt x="11657" y="34"/>
                </a:cubicBezTo>
                <a:cubicBezTo>
                  <a:pt x="11468" y="66"/>
                  <a:pt x="11342" y="223"/>
                  <a:pt x="11405" y="444"/>
                </a:cubicBezTo>
                <a:cubicBezTo>
                  <a:pt x="11405" y="444"/>
                  <a:pt x="11531" y="1168"/>
                  <a:pt x="11437" y="2050"/>
                </a:cubicBezTo>
                <a:lnTo>
                  <a:pt x="10050" y="664"/>
                </a:lnTo>
                <a:cubicBezTo>
                  <a:pt x="10218" y="664"/>
                  <a:pt x="10373" y="650"/>
                  <a:pt x="10513" y="650"/>
                </a:cubicBezTo>
                <a:cubicBezTo>
                  <a:pt x="10583" y="650"/>
                  <a:pt x="10649" y="654"/>
                  <a:pt x="10712" y="664"/>
                </a:cubicBezTo>
                <a:lnTo>
                  <a:pt x="10712" y="601"/>
                </a:lnTo>
                <a:cubicBezTo>
                  <a:pt x="10681" y="381"/>
                  <a:pt x="10712" y="160"/>
                  <a:pt x="10807" y="3"/>
                </a:cubicBezTo>
                <a:cubicBezTo>
                  <a:pt x="10739" y="1"/>
                  <a:pt x="10671" y="0"/>
                  <a:pt x="10602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38" name="Google Shape;13995;p134">
            <a:extLst>
              <a:ext uri="{FF2B5EF4-FFF2-40B4-BE49-F238E27FC236}">
                <a16:creationId xmlns:a16="http://schemas.microsoft.com/office/drawing/2014/main" id="{FBA25D5C-AE92-CF33-1CC8-5A121DF0D1F1}"/>
              </a:ext>
            </a:extLst>
          </p:cNvPr>
          <p:cNvGrpSpPr/>
          <p:nvPr/>
        </p:nvGrpSpPr>
        <p:grpSpPr>
          <a:xfrm>
            <a:off x="10442722" y="4959224"/>
            <a:ext cx="219399" cy="322613"/>
            <a:chOff x="-22788075" y="3904625"/>
            <a:chExt cx="200875" cy="295375"/>
          </a:xfrm>
          <a:solidFill>
            <a:schemeClr val="accent1">
              <a:lumMod val="75000"/>
            </a:schemeClr>
          </a:solidFill>
        </p:grpSpPr>
        <p:sp>
          <p:nvSpPr>
            <p:cNvPr id="539" name="Google Shape;13996;p134">
              <a:extLst>
                <a:ext uri="{FF2B5EF4-FFF2-40B4-BE49-F238E27FC236}">
                  <a16:creationId xmlns:a16="http://schemas.microsoft.com/office/drawing/2014/main" id="{065DCA4F-A2B4-FA54-98D7-BCF0DBFBF554}"/>
                </a:ext>
              </a:extLst>
            </p:cNvPr>
            <p:cNvSpPr/>
            <p:nvPr/>
          </p:nvSpPr>
          <p:spPr>
            <a:xfrm>
              <a:off x="-22775475" y="4165325"/>
              <a:ext cx="65400" cy="34675"/>
            </a:xfrm>
            <a:custGeom>
              <a:avLst/>
              <a:gdLst/>
              <a:ahLst/>
              <a:cxnLst/>
              <a:rect l="l" t="t" r="r" b="b"/>
              <a:pathLst>
                <a:path w="2616" h="1387" extrusionOk="0">
                  <a:moveTo>
                    <a:pt x="32" y="1"/>
                  </a:moveTo>
                  <a:cubicBezTo>
                    <a:pt x="1" y="883"/>
                    <a:pt x="631" y="1387"/>
                    <a:pt x="1292" y="1387"/>
                  </a:cubicBezTo>
                  <a:cubicBezTo>
                    <a:pt x="1985" y="1387"/>
                    <a:pt x="2615" y="851"/>
                    <a:pt x="25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13997;p134">
              <a:extLst>
                <a:ext uri="{FF2B5EF4-FFF2-40B4-BE49-F238E27FC236}">
                  <a16:creationId xmlns:a16="http://schemas.microsoft.com/office/drawing/2014/main" id="{1F37C236-9A5E-C67B-5F38-FD2E83F565D6}"/>
                </a:ext>
              </a:extLst>
            </p:cNvPr>
            <p:cNvSpPr/>
            <p:nvPr/>
          </p:nvSpPr>
          <p:spPr>
            <a:xfrm>
              <a:off x="-22669150" y="3904725"/>
              <a:ext cx="81950" cy="244100"/>
            </a:xfrm>
            <a:custGeom>
              <a:avLst/>
              <a:gdLst/>
              <a:ahLst/>
              <a:cxnLst/>
              <a:rect l="l" t="t" r="r" b="b"/>
              <a:pathLst>
                <a:path w="3278" h="9764" extrusionOk="0">
                  <a:moveTo>
                    <a:pt x="1198" y="5541"/>
                  </a:moveTo>
                  <a:cubicBezTo>
                    <a:pt x="1387" y="5604"/>
                    <a:pt x="1544" y="5699"/>
                    <a:pt x="1544" y="5888"/>
                  </a:cubicBezTo>
                  <a:lnTo>
                    <a:pt x="1576" y="6266"/>
                  </a:lnTo>
                  <a:lnTo>
                    <a:pt x="788" y="6266"/>
                  </a:lnTo>
                  <a:lnTo>
                    <a:pt x="788" y="5888"/>
                  </a:lnTo>
                  <a:cubicBezTo>
                    <a:pt x="788" y="5699"/>
                    <a:pt x="946" y="5541"/>
                    <a:pt x="1198" y="5541"/>
                  </a:cubicBezTo>
                  <a:close/>
                  <a:moveTo>
                    <a:pt x="2885" y="0"/>
                  </a:moveTo>
                  <a:cubicBezTo>
                    <a:pt x="2798" y="0"/>
                    <a:pt x="2714" y="40"/>
                    <a:pt x="2647" y="123"/>
                  </a:cubicBezTo>
                  <a:lnTo>
                    <a:pt x="914" y="2202"/>
                  </a:lnTo>
                  <a:cubicBezTo>
                    <a:pt x="883" y="2296"/>
                    <a:pt x="820" y="2360"/>
                    <a:pt x="820" y="2454"/>
                  </a:cubicBezTo>
                  <a:lnTo>
                    <a:pt x="820" y="4974"/>
                  </a:lnTo>
                  <a:cubicBezTo>
                    <a:pt x="442" y="5069"/>
                    <a:pt x="127" y="5478"/>
                    <a:pt x="127" y="5920"/>
                  </a:cubicBezTo>
                  <a:lnTo>
                    <a:pt x="1" y="9763"/>
                  </a:lnTo>
                  <a:lnTo>
                    <a:pt x="2458" y="9763"/>
                  </a:lnTo>
                  <a:lnTo>
                    <a:pt x="2238" y="5857"/>
                  </a:lnTo>
                  <a:cubicBezTo>
                    <a:pt x="2206" y="5447"/>
                    <a:pt x="1923" y="5069"/>
                    <a:pt x="1513" y="4974"/>
                  </a:cubicBezTo>
                  <a:lnTo>
                    <a:pt x="1513" y="2549"/>
                  </a:lnTo>
                  <a:lnTo>
                    <a:pt x="3151" y="595"/>
                  </a:lnTo>
                  <a:cubicBezTo>
                    <a:pt x="3277" y="375"/>
                    <a:pt x="3277" y="186"/>
                    <a:pt x="3120" y="91"/>
                  </a:cubicBezTo>
                  <a:cubicBezTo>
                    <a:pt x="3045" y="32"/>
                    <a:pt x="2964" y="0"/>
                    <a:pt x="28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13998;p134">
              <a:extLst>
                <a:ext uri="{FF2B5EF4-FFF2-40B4-BE49-F238E27FC236}">
                  <a16:creationId xmlns:a16="http://schemas.microsoft.com/office/drawing/2014/main" id="{AFB4197D-169A-8D27-D85E-FA70D45285F1}"/>
                </a:ext>
              </a:extLst>
            </p:cNvPr>
            <p:cNvSpPr/>
            <p:nvPr/>
          </p:nvSpPr>
          <p:spPr>
            <a:xfrm>
              <a:off x="-22788075" y="3904625"/>
              <a:ext cx="87450" cy="244200"/>
            </a:xfrm>
            <a:custGeom>
              <a:avLst/>
              <a:gdLst/>
              <a:ahLst/>
              <a:cxnLst/>
              <a:rect l="l" t="t" r="r" b="b"/>
              <a:pathLst>
                <a:path w="3498" h="9768" extrusionOk="0">
                  <a:moveTo>
                    <a:pt x="1733" y="1355"/>
                  </a:moveTo>
                  <a:cubicBezTo>
                    <a:pt x="1922" y="1355"/>
                    <a:pt x="2080" y="1513"/>
                    <a:pt x="2080" y="1702"/>
                  </a:cubicBezTo>
                  <a:cubicBezTo>
                    <a:pt x="2080" y="1922"/>
                    <a:pt x="1922" y="2048"/>
                    <a:pt x="1733" y="2048"/>
                  </a:cubicBezTo>
                  <a:cubicBezTo>
                    <a:pt x="1544" y="2048"/>
                    <a:pt x="1387" y="1891"/>
                    <a:pt x="1387" y="1702"/>
                  </a:cubicBezTo>
                  <a:cubicBezTo>
                    <a:pt x="1387" y="1513"/>
                    <a:pt x="1544" y="1355"/>
                    <a:pt x="1733" y="1355"/>
                  </a:cubicBezTo>
                  <a:close/>
                  <a:moveTo>
                    <a:pt x="1765" y="5545"/>
                  </a:moveTo>
                  <a:cubicBezTo>
                    <a:pt x="1954" y="5608"/>
                    <a:pt x="2111" y="5703"/>
                    <a:pt x="2111" y="5892"/>
                  </a:cubicBezTo>
                  <a:lnTo>
                    <a:pt x="2174" y="6270"/>
                  </a:lnTo>
                  <a:lnTo>
                    <a:pt x="1387" y="6270"/>
                  </a:lnTo>
                  <a:lnTo>
                    <a:pt x="1387" y="5892"/>
                  </a:lnTo>
                  <a:cubicBezTo>
                    <a:pt x="1387" y="5703"/>
                    <a:pt x="1544" y="5545"/>
                    <a:pt x="1765" y="5545"/>
                  </a:cubicBezTo>
                  <a:close/>
                  <a:moveTo>
                    <a:pt x="1733" y="1"/>
                  </a:moveTo>
                  <a:cubicBezTo>
                    <a:pt x="788" y="1"/>
                    <a:pt x="0" y="788"/>
                    <a:pt x="0" y="1733"/>
                  </a:cubicBezTo>
                  <a:cubicBezTo>
                    <a:pt x="0" y="2553"/>
                    <a:pt x="599" y="3277"/>
                    <a:pt x="1387" y="3435"/>
                  </a:cubicBezTo>
                  <a:lnTo>
                    <a:pt x="1387" y="4947"/>
                  </a:lnTo>
                  <a:cubicBezTo>
                    <a:pt x="977" y="5073"/>
                    <a:pt x="662" y="5482"/>
                    <a:pt x="662" y="5892"/>
                  </a:cubicBezTo>
                  <a:lnTo>
                    <a:pt x="536" y="9767"/>
                  </a:lnTo>
                  <a:lnTo>
                    <a:pt x="2993" y="9767"/>
                  </a:lnTo>
                  <a:lnTo>
                    <a:pt x="2804" y="5861"/>
                  </a:lnTo>
                  <a:cubicBezTo>
                    <a:pt x="2741" y="5419"/>
                    <a:pt x="2489" y="5073"/>
                    <a:pt x="2048" y="4947"/>
                  </a:cubicBezTo>
                  <a:lnTo>
                    <a:pt x="2048" y="3435"/>
                  </a:lnTo>
                  <a:cubicBezTo>
                    <a:pt x="2836" y="3277"/>
                    <a:pt x="3435" y="2553"/>
                    <a:pt x="3435" y="1733"/>
                  </a:cubicBezTo>
                  <a:cubicBezTo>
                    <a:pt x="3498" y="757"/>
                    <a:pt x="2710" y="1"/>
                    <a:pt x="17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13999;p134">
              <a:extLst>
                <a:ext uri="{FF2B5EF4-FFF2-40B4-BE49-F238E27FC236}">
                  <a16:creationId xmlns:a16="http://schemas.microsoft.com/office/drawing/2014/main" id="{A45B55A0-57F0-421B-784A-A4B98D6224C9}"/>
                </a:ext>
              </a:extLst>
            </p:cNvPr>
            <p:cNvSpPr/>
            <p:nvPr/>
          </p:nvSpPr>
          <p:spPr>
            <a:xfrm>
              <a:off x="-22670725" y="4165325"/>
              <a:ext cx="64625" cy="34675"/>
            </a:xfrm>
            <a:custGeom>
              <a:avLst/>
              <a:gdLst/>
              <a:ahLst/>
              <a:cxnLst/>
              <a:rect l="l" t="t" r="r" b="b"/>
              <a:pathLst>
                <a:path w="2585" h="1387" extrusionOk="0">
                  <a:moveTo>
                    <a:pt x="32" y="1"/>
                  </a:moveTo>
                  <a:cubicBezTo>
                    <a:pt x="1" y="883"/>
                    <a:pt x="631" y="1387"/>
                    <a:pt x="1292" y="1387"/>
                  </a:cubicBezTo>
                  <a:cubicBezTo>
                    <a:pt x="1954" y="1387"/>
                    <a:pt x="2584" y="851"/>
                    <a:pt x="25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3" name="Google Shape;14000;p134">
            <a:extLst>
              <a:ext uri="{FF2B5EF4-FFF2-40B4-BE49-F238E27FC236}">
                <a16:creationId xmlns:a16="http://schemas.microsoft.com/office/drawing/2014/main" id="{F75EC094-6C6E-AC41-22D5-81861C9CBC42}"/>
              </a:ext>
            </a:extLst>
          </p:cNvPr>
          <p:cNvGrpSpPr/>
          <p:nvPr/>
        </p:nvGrpSpPr>
        <p:grpSpPr>
          <a:xfrm>
            <a:off x="8751449" y="2835271"/>
            <a:ext cx="325208" cy="323459"/>
            <a:chOff x="-27351575" y="3175300"/>
            <a:chExt cx="297750" cy="296150"/>
          </a:xfrm>
          <a:solidFill>
            <a:schemeClr val="accent1">
              <a:lumMod val="75000"/>
            </a:schemeClr>
          </a:solidFill>
        </p:grpSpPr>
        <p:sp>
          <p:nvSpPr>
            <p:cNvPr id="544" name="Google Shape;14001;p134">
              <a:extLst>
                <a:ext uri="{FF2B5EF4-FFF2-40B4-BE49-F238E27FC236}">
                  <a16:creationId xmlns:a16="http://schemas.microsoft.com/office/drawing/2014/main" id="{BD58EEED-03AD-2F00-F83A-6137D105057D}"/>
                </a:ext>
              </a:extLst>
            </p:cNvPr>
            <p:cNvSpPr/>
            <p:nvPr/>
          </p:nvSpPr>
          <p:spPr>
            <a:xfrm>
              <a:off x="-27351575" y="3175300"/>
              <a:ext cx="296975" cy="157550"/>
            </a:xfrm>
            <a:custGeom>
              <a:avLst/>
              <a:gdLst/>
              <a:ahLst/>
              <a:cxnLst/>
              <a:rect l="l" t="t" r="r" b="b"/>
              <a:pathLst>
                <a:path w="11879" h="6302" extrusionOk="0">
                  <a:moveTo>
                    <a:pt x="7688" y="2080"/>
                  </a:moveTo>
                  <a:lnTo>
                    <a:pt x="7688" y="2836"/>
                  </a:lnTo>
                  <a:lnTo>
                    <a:pt x="4191" y="2836"/>
                  </a:lnTo>
                  <a:lnTo>
                    <a:pt x="4191" y="2080"/>
                  </a:lnTo>
                  <a:close/>
                  <a:moveTo>
                    <a:pt x="10177" y="3497"/>
                  </a:moveTo>
                  <a:cubicBezTo>
                    <a:pt x="10586" y="3497"/>
                    <a:pt x="10996" y="3781"/>
                    <a:pt x="11154" y="4222"/>
                  </a:cubicBezTo>
                  <a:lnTo>
                    <a:pt x="820" y="4222"/>
                  </a:lnTo>
                  <a:cubicBezTo>
                    <a:pt x="914" y="3812"/>
                    <a:pt x="1292" y="3497"/>
                    <a:pt x="1765" y="3497"/>
                  </a:cubicBezTo>
                  <a:close/>
                  <a:moveTo>
                    <a:pt x="3844" y="0"/>
                  </a:moveTo>
                  <a:cubicBezTo>
                    <a:pt x="2899" y="0"/>
                    <a:pt x="2112" y="788"/>
                    <a:pt x="2112" y="1733"/>
                  </a:cubicBezTo>
                  <a:lnTo>
                    <a:pt x="2112" y="2836"/>
                  </a:lnTo>
                  <a:lnTo>
                    <a:pt x="1734" y="2836"/>
                  </a:lnTo>
                  <a:cubicBezTo>
                    <a:pt x="788" y="2836"/>
                    <a:pt x="1" y="3623"/>
                    <a:pt x="1" y="4568"/>
                  </a:cubicBezTo>
                  <a:lnTo>
                    <a:pt x="1" y="6301"/>
                  </a:lnTo>
                  <a:lnTo>
                    <a:pt x="1387" y="6301"/>
                  </a:lnTo>
                  <a:lnTo>
                    <a:pt x="1387" y="5955"/>
                  </a:lnTo>
                  <a:lnTo>
                    <a:pt x="1418" y="5955"/>
                  </a:lnTo>
                  <a:cubicBezTo>
                    <a:pt x="1418" y="5734"/>
                    <a:pt x="1576" y="5577"/>
                    <a:pt x="1765" y="5577"/>
                  </a:cubicBezTo>
                  <a:lnTo>
                    <a:pt x="3151" y="5577"/>
                  </a:lnTo>
                  <a:cubicBezTo>
                    <a:pt x="3340" y="5577"/>
                    <a:pt x="3529" y="5734"/>
                    <a:pt x="3529" y="5955"/>
                  </a:cubicBezTo>
                  <a:lnTo>
                    <a:pt x="3529" y="6301"/>
                  </a:lnTo>
                  <a:lnTo>
                    <a:pt x="8413" y="6301"/>
                  </a:lnTo>
                  <a:lnTo>
                    <a:pt x="8413" y="5955"/>
                  </a:lnTo>
                  <a:cubicBezTo>
                    <a:pt x="8413" y="5734"/>
                    <a:pt x="8570" y="5577"/>
                    <a:pt x="8759" y="5577"/>
                  </a:cubicBezTo>
                  <a:lnTo>
                    <a:pt x="10145" y="5577"/>
                  </a:lnTo>
                  <a:cubicBezTo>
                    <a:pt x="10334" y="5577"/>
                    <a:pt x="10492" y="5734"/>
                    <a:pt x="10492" y="5955"/>
                  </a:cubicBezTo>
                  <a:lnTo>
                    <a:pt x="10492" y="6301"/>
                  </a:lnTo>
                  <a:lnTo>
                    <a:pt x="11878" y="6301"/>
                  </a:lnTo>
                  <a:lnTo>
                    <a:pt x="11878" y="4568"/>
                  </a:lnTo>
                  <a:cubicBezTo>
                    <a:pt x="11878" y="3623"/>
                    <a:pt x="11091" y="2836"/>
                    <a:pt x="10145" y="2836"/>
                  </a:cubicBezTo>
                  <a:lnTo>
                    <a:pt x="9767" y="2836"/>
                  </a:lnTo>
                  <a:lnTo>
                    <a:pt x="9767" y="1733"/>
                  </a:lnTo>
                  <a:cubicBezTo>
                    <a:pt x="9767" y="788"/>
                    <a:pt x="8980" y="0"/>
                    <a:pt x="80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14002;p134">
              <a:extLst>
                <a:ext uri="{FF2B5EF4-FFF2-40B4-BE49-F238E27FC236}">
                  <a16:creationId xmlns:a16="http://schemas.microsoft.com/office/drawing/2014/main" id="{9FBFFD11-3E98-3887-E580-87B2F56D21AD}"/>
                </a:ext>
              </a:extLst>
            </p:cNvPr>
            <p:cNvSpPr/>
            <p:nvPr/>
          </p:nvSpPr>
          <p:spPr>
            <a:xfrm>
              <a:off x="-27123950" y="3332825"/>
              <a:ext cx="17350" cy="52000"/>
            </a:xfrm>
            <a:custGeom>
              <a:avLst/>
              <a:gdLst/>
              <a:ahLst/>
              <a:cxnLst/>
              <a:rect l="l" t="t" r="r" b="b"/>
              <a:pathLst>
                <a:path w="694" h="2080" extrusionOk="0">
                  <a:moveTo>
                    <a:pt x="1" y="0"/>
                  </a:moveTo>
                  <a:lnTo>
                    <a:pt x="1" y="1733"/>
                  </a:lnTo>
                  <a:cubicBezTo>
                    <a:pt x="1" y="1922"/>
                    <a:pt x="158" y="2079"/>
                    <a:pt x="347" y="2079"/>
                  </a:cubicBezTo>
                  <a:cubicBezTo>
                    <a:pt x="536" y="2079"/>
                    <a:pt x="694" y="1922"/>
                    <a:pt x="694" y="1733"/>
                  </a:cubicBezTo>
                  <a:lnTo>
                    <a:pt x="69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14003;p134">
              <a:extLst>
                <a:ext uri="{FF2B5EF4-FFF2-40B4-BE49-F238E27FC236}">
                  <a16:creationId xmlns:a16="http://schemas.microsoft.com/office/drawing/2014/main" id="{8E661442-BD9D-77CE-211E-C4D5D99C8CAD}"/>
                </a:ext>
              </a:extLst>
            </p:cNvPr>
            <p:cNvSpPr/>
            <p:nvPr/>
          </p:nvSpPr>
          <p:spPr>
            <a:xfrm>
              <a:off x="-27350775" y="3350150"/>
              <a:ext cx="296950" cy="121300"/>
            </a:xfrm>
            <a:custGeom>
              <a:avLst/>
              <a:gdLst/>
              <a:ahLst/>
              <a:cxnLst/>
              <a:rect l="l" t="t" r="r" b="b"/>
              <a:pathLst>
                <a:path w="11878" h="4852" extrusionOk="0">
                  <a:moveTo>
                    <a:pt x="5923" y="693"/>
                  </a:moveTo>
                  <a:cubicBezTo>
                    <a:pt x="6112" y="693"/>
                    <a:pt x="6270" y="851"/>
                    <a:pt x="6270" y="1040"/>
                  </a:cubicBezTo>
                  <a:lnTo>
                    <a:pt x="6270" y="1733"/>
                  </a:lnTo>
                  <a:lnTo>
                    <a:pt x="6994" y="1733"/>
                  </a:lnTo>
                  <a:cubicBezTo>
                    <a:pt x="7183" y="1733"/>
                    <a:pt x="7341" y="1891"/>
                    <a:pt x="7341" y="2080"/>
                  </a:cubicBezTo>
                  <a:cubicBezTo>
                    <a:pt x="7341" y="2300"/>
                    <a:pt x="7183" y="2458"/>
                    <a:pt x="6994" y="2458"/>
                  </a:cubicBezTo>
                  <a:lnTo>
                    <a:pt x="6270" y="2458"/>
                  </a:lnTo>
                  <a:lnTo>
                    <a:pt x="6270" y="3151"/>
                  </a:lnTo>
                  <a:cubicBezTo>
                    <a:pt x="6270" y="3340"/>
                    <a:pt x="6112" y="3497"/>
                    <a:pt x="5923" y="3497"/>
                  </a:cubicBezTo>
                  <a:cubicBezTo>
                    <a:pt x="5734" y="3497"/>
                    <a:pt x="5577" y="3340"/>
                    <a:pt x="5577" y="3151"/>
                  </a:cubicBezTo>
                  <a:lnTo>
                    <a:pt x="5577" y="2458"/>
                  </a:lnTo>
                  <a:lnTo>
                    <a:pt x="4852" y="2458"/>
                  </a:lnTo>
                  <a:cubicBezTo>
                    <a:pt x="4663" y="2458"/>
                    <a:pt x="4505" y="2300"/>
                    <a:pt x="4505" y="2080"/>
                  </a:cubicBezTo>
                  <a:cubicBezTo>
                    <a:pt x="4537" y="1891"/>
                    <a:pt x="4695" y="1733"/>
                    <a:pt x="4852" y="1733"/>
                  </a:cubicBezTo>
                  <a:lnTo>
                    <a:pt x="5577" y="1733"/>
                  </a:lnTo>
                  <a:lnTo>
                    <a:pt x="5577" y="1040"/>
                  </a:lnTo>
                  <a:cubicBezTo>
                    <a:pt x="5577" y="851"/>
                    <a:pt x="5734" y="693"/>
                    <a:pt x="5923" y="693"/>
                  </a:cubicBezTo>
                  <a:close/>
                  <a:moveTo>
                    <a:pt x="126" y="0"/>
                  </a:moveTo>
                  <a:lnTo>
                    <a:pt x="126" y="3119"/>
                  </a:lnTo>
                  <a:cubicBezTo>
                    <a:pt x="0" y="4064"/>
                    <a:pt x="756" y="4852"/>
                    <a:pt x="1733" y="4852"/>
                  </a:cubicBezTo>
                  <a:lnTo>
                    <a:pt x="10145" y="4852"/>
                  </a:lnTo>
                  <a:cubicBezTo>
                    <a:pt x="11090" y="4852"/>
                    <a:pt x="11878" y="4064"/>
                    <a:pt x="11878" y="3119"/>
                  </a:cubicBezTo>
                  <a:lnTo>
                    <a:pt x="11878" y="0"/>
                  </a:lnTo>
                  <a:lnTo>
                    <a:pt x="10491" y="0"/>
                  </a:lnTo>
                  <a:lnTo>
                    <a:pt x="10491" y="1040"/>
                  </a:lnTo>
                  <a:cubicBezTo>
                    <a:pt x="10491" y="1639"/>
                    <a:pt x="10019" y="2048"/>
                    <a:pt x="9452" y="2048"/>
                  </a:cubicBezTo>
                  <a:cubicBezTo>
                    <a:pt x="8885" y="2048"/>
                    <a:pt x="8444" y="1576"/>
                    <a:pt x="8444" y="1040"/>
                  </a:cubicBezTo>
                  <a:lnTo>
                    <a:pt x="8444" y="0"/>
                  </a:lnTo>
                  <a:lnTo>
                    <a:pt x="3560" y="0"/>
                  </a:lnTo>
                  <a:lnTo>
                    <a:pt x="3560" y="1040"/>
                  </a:lnTo>
                  <a:cubicBezTo>
                    <a:pt x="3560" y="1639"/>
                    <a:pt x="3088" y="2048"/>
                    <a:pt x="2521" y="2048"/>
                  </a:cubicBezTo>
                  <a:cubicBezTo>
                    <a:pt x="1954" y="2048"/>
                    <a:pt x="1513" y="1576"/>
                    <a:pt x="1513" y="1040"/>
                  </a:cubicBezTo>
                  <a:lnTo>
                    <a:pt x="151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14004;p134">
              <a:extLst>
                <a:ext uri="{FF2B5EF4-FFF2-40B4-BE49-F238E27FC236}">
                  <a16:creationId xmlns:a16="http://schemas.microsoft.com/office/drawing/2014/main" id="{54584979-EB51-A19A-1FD2-A542E3C825EF}"/>
                </a:ext>
              </a:extLst>
            </p:cNvPr>
            <p:cNvSpPr/>
            <p:nvPr/>
          </p:nvSpPr>
          <p:spPr>
            <a:xfrm>
              <a:off x="-27299575" y="3332825"/>
              <a:ext cx="18125" cy="52000"/>
            </a:xfrm>
            <a:custGeom>
              <a:avLst/>
              <a:gdLst/>
              <a:ahLst/>
              <a:cxnLst/>
              <a:rect l="l" t="t" r="r" b="b"/>
              <a:pathLst>
                <a:path w="725" h="2080" extrusionOk="0">
                  <a:moveTo>
                    <a:pt x="0" y="0"/>
                  </a:moveTo>
                  <a:lnTo>
                    <a:pt x="0" y="1733"/>
                  </a:lnTo>
                  <a:cubicBezTo>
                    <a:pt x="0" y="1922"/>
                    <a:pt x="158" y="2079"/>
                    <a:pt x="378" y="2079"/>
                  </a:cubicBezTo>
                  <a:cubicBezTo>
                    <a:pt x="567" y="2079"/>
                    <a:pt x="725" y="1922"/>
                    <a:pt x="725" y="1733"/>
                  </a:cubicBezTo>
                  <a:lnTo>
                    <a:pt x="7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8" name="Google Shape;14005;p134">
            <a:extLst>
              <a:ext uri="{FF2B5EF4-FFF2-40B4-BE49-F238E27FC236}">
                <a16:creationId xmlns:a16="http://schemas.microsoft.com/office/drawing/2014/main" id="{CC2FE8A7-2BF3-F674-9799-B7209139B0AB}"/>
              </a:ext>
            </a:extLst>
          </p:cNvPr>
          <p:cNvGrpSpPr/>
          <p:nvPr/>
        </p:nvGrpSpPr>
        <p:grpSpPr>
          <a:xfrm>
            <a:off x="8790605" y="3253903"/>
            <a:ext cx="246895" cy="323706"/>
            <a:chOff x="-27313750" y="3545275"/>
            <a:chExt cx="226050" cy="296375"/>
          </a:xfrm>
          <a:solidFill>
            <a:schemeClr val="accent1">
              <a:lumMod val="75000"/>
            </a:schemeClr>
          </a:solidFill>
        </p:grpSpPr>
        <p:sp>
          <p:nvSpPr>
            <p:cNvPr id="549" name="Google Shape;14006;p134">
              <a:extLst>
                <a:ext uri="{FF2B5EF4-FFF2-40B4-BE49-F238E27FC236}">
                  <a16:creationId xmlns:a16="http://schemas.microsoft.com/office/drawing/2014/main" id="{585915A4-8872-EF74-C6FB-DE492780F201}"/>
                </a:ext>
              </a:extLst>
            </p:cNvPr>
            <p:cNvSpPr/>
            <p:nvPr/>
          </p:nvSpPr>
          <p:spPr>
            <a:xfrm>
              <a:off x="-27305100" y="3598450"/>
              <a:ext cx="208750" cy="173100"/>
            </a:xfrm>
            <a:custGeom>
              <a:avLst/>
              <a:gdLst/>
              <a:ahLst/>
              <a:cxnLst/>
              <a:rect l="l" t="t" r="r" b="b"/>
              <a:pathLst>
                <a:path w="8350" h="6924" extrusionOk="0">
                  <a:moveTo>
                    <a:pt x="4128" y="2733"/>
                  </a:moveTo>
                  <a:cubicBezTo>
                    <a:pt x="4380" y="3048"/>
                    <a:pt x="4726" y="3269"/>
                    <a:pt x="5167" y="3552"/>
                  </a:cubicBezTo>
                  <a:lnTo>
                    <a:pt x="5167" y="4497"/>
                  </a:lnTo>
                  <a:cubicBezTo>
                    <a:pt x="5167" y="4844"/>
                    <a:pt x="5010" y="5159"/>
                    <a:pt x="4695" y="5348"/>
                  </a:cubicBezTo>
                  <a:cubicBezTo>
                    <a:pt x="4537" y="5474"/>
                    <a:pt x="4325" y="5537"/>
                    <a:pt x="4112" y="5537"/>
                  </a:cubicBezTo>
                  <a:cubicBezTo>
                    <a:pt x="3899" y="5537"/>
                    <a:pt x="3687" y="5474"/>
                    <a:pt x="3529" y="5348"/>
                  </a:cubicBezTo>
                  <a:cubicBezTo>
                    <a:pt x="3277" y="5159"/>
                    <a:pt x="3057" y="4844"/>
                    <a:pt x="3057" y="4497"/>
                  </a:cubicBezTo>
                  <a:lnTo>
                    <a:pt x="3057" y="3552"/>
                  </a:lnTo>
                  <a:lnTo>
                    <a:pt x="3120" y="3552"/>
                  </a:lnTo>
                  <a:cubicBezTo>
                    <a:pt x="3529" y="3269"/>
                    <a:pt x="3907" y="2985"/>
                    <a:pt x="4128" y="2733"/>
                  </a:cubicBezTo>
                  <a:close/>
                  <a:moveTo>
                    <a:pt x="4222" y="0"/>
                  </a:moveTo>
                  <a:cubicBezTo>
                    <a:pt x="3568" y="0"/>
                    <a:pt x="2915" y="166"/>
                    <a:pt x="2363" y="496"/>
                  </a:cubicBezTo>
                  <a:cubicBezTo>
                    <a:pt x="1702" y="906"/>
                    <a:pt x="1229" y="1473"/>
                    <a:pt x="946" y="2166"/>
                  </a:cubicBezTo>
                  <a:lnTo>
                    <a:pt x="190" y="4560"/>
                  </a:lnTo>
                  <a:cubicBezTo>
                    <a:pt x="1" y="5002"/>
                    <a:pt x="64" y="5474"/>
                    <a:pt x="316" y="5915"/>
                  </a:cubicBezTo>
                  <a:cubicBezTo>
                    <a:pt x="662" y="6514"/>
                    <a:pt x="1324" y="6892"/>
                    <a:pt x="2080" y="6923"/>
                  </a:cubicBezTo>
                  <a:cubicBezTo>
                    <a:pt x="2363" y="6923"/>
                    <a:pt x="2615" y="6892"/>
                    <a:pt x="2805" y="6766"/>
                  </a:cubicBezTo>
                  <a:cubicBezTo>
                    <a:pt x="3120" y="6608"/>
                    <a:pt x="3403" y="6419"/>
                    <a:pt x="3561" y="6104"/>
                  </a:cubicBezTo>
                  <a:cubicBezTo>
                    <a:pt x="3750" y="6199"/>
                    <a:pt x="3939" y="6230"/>
                    <a:pt x="4191" y="6230"/>
                  </a:cubicBezTo>
                  <a:cubicBezTo>
                    <a:pt x="4380" y="6230"/>
                    <a:pt x="4600" y="6199"/>
                    <a:pt x="4821" y="6104"/>
                  </a:cubicBezTo>
                  <a:cubicBezTo>
                    <a:pt x="5010" y="6388"/>
                    <a:pt x="5230" y="6608"/>
                    <a:pt x="5545" y="6766"/>
                  </a:cubicBezTo>
                  <a:cubicBezTo>
                    <a:pt x="5797" y="6892"/>
                    <a:pt x="6018" y="6923"/>
                    <a:pt x="6270" y="6923"/>
                  </a:cubicBezTo>
                  <a:lnTo>
                    <a:pt x="6302" y="6923"/>
                  </a:lnTo>
                  <a:cubicBezTo>
                    <a:pt x="7026" y="6892"/>
                    <a:pt x="7688" y="6451"/>
                    <a:pt x="8034" y="5915"/>
                  </a:cubicBezTo>
                  <a:cubicBezTo>
                    <a:pt x="8318" y="5474"/>
                    <a:pt x="8349" y="5002"/>
                    <a:pt x="8192" y="4623"/>
                  </a:cubicBezTo>
                  <a:lnTo>
                    <a:pt x="7436" y="2135"/>
                  </a:lnTo>
                  <a:cubicBezTo>
                    <a:pt x="7184" y="1473"/>
                    <a:pt x="6711" y="906"/>
                    <a:pt x="6081" y="496"/>
                  </a:cubicBezTo>
                  <a:cubicBezTo>
                    <a:pt x="5530" y="166"/>
                    <a:pt x="4876" y="0"/>
                    <a:pt x="42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14007;p134">
              <a:extLst>
                <a:ext uri="{FF2B5EF4-FFF2-40B4-BE49-F238E27FC236}">
                  <a16:creationId xmlns:a16="http://schemas.microsoft.com/office/drawing/2014/main" id="{CEFC78D9-4C9B-9BF9-2199-CB7DDA0FED28}"/>
                </a:ext>
              </a:extLst>
            </p:cNvPr>
            <p:cNvSpPr/>
            <p:nvPr/>
          </p:nvSpPr>
          <p:spPr>
            <a:xfrm>
              <a:off x="-27313750" y="3770725"/>
              <a:ext cx="226050" cy="70925"/>
            </a:xfrm>
            <a:custGeom>
              <a:avLst/>
              <a:gdLst/>
              <a:ahLst/>
              <a:cxnLst/>
              <a:rect l="l" t="t" r="r" b="b"/>
              <a:pathLst>
                <a:path w="9042" h="2837" extrusionOk="0">
                  <a:moveTo>
                    <a:pt x="4159" y="1"/>
                  </a:moveTo>
                  <a:cubicBezTo>
                    <a:pt x="3970" y="190"/>
                    <a:pt x="3686" y="379"/>
                    <a:pt x="3403" y="505"/>
                  </a:cubicBezTo>
                  <a:cubicBezTo>
                    <a:pt x="3151" y="631"/>
                    <a:pt x="2772" y="694"/>
                    <a:pt x="2426" y="694"/>
                  </a:cubicBezTo>
                  <a:cubicBezTo>
                    <a:pt x="1764" y="662"/>
                    <a:pt x="1166" y="442"/>
                    <a:pt x="693" y="32"/>
                  </a:cubicBezTo>
                  <a:cubicBezTo>
                    <a:pt x="252" y="473"/>
                    <a:pt x="0" y="1072"/>
                    <a:pt x="0" y="1734"/>
                  </a:cubicBezTo>
                  <a:lnTo>
                    <a:pt x="0" y="2490"/>
                  </a:lnTo>
                  <a:cubicBezTo>
                    <a:pt x="0" y="2679"/>
                    <a:pt x="158" y="2836"/>
                    <a:pt x="347" y="2836"/>
                  </a:cubicBezTo>
                  <a:lnTo>
                    <a:pt x="8695" y="2836"/>
                  </a:lnTo>
                  <a:cubicBezTo>
                    <a:pt x="8884" y="2836"/>
                    <a:pt x="9042" y="2679"/>
                    <a:pt x="9042" y="2490"/>
                  </a:cubicBezTo>
                  <a:lnTo>
                    <a:pt x="9042" y="1765"/>
                  </a:lnTo>
                  <a:cubicBezTo>
                    <a:pt x="9042" y="1135"/>
                    <a:pt x="8821" y="505"/>
                    <a:pt x="8349" y="95"/>
                  </a:cubicBezTo>
                  <a:cubicBezTo>
                    <a:pt x="7876" y="473"/>
                    <a:pt x="7309" y="725"/>
                    <a:pt x="6679" y="757"/>
                  </a:cubicBezTo>
                  <a:lnTo>
                    <a:pt x="6616" y="757"/>
                  </a:lnTo>
                  <a:cubicBezTo>
                    <a:pt x="6238" y="757"/>
                    <a:pt x="5891" y="662"/>
                    <a:pt x="5576" y="505"/>
                  </a:cubicBezTo>
                  <a:cubicBezTo>
                    <a:pt x="5324" y="379"/>
                    <a:pt x="5072" y="221"/>
                    <a:pt x="4883" y="1"/>
                  </a:cubicBezTo>
                  <a:cubicBezTo>
                    <a:pt x="4757" y="32"/>
                    <a:pt x="4631" y="32"/>
                    <a:pt x="4505" y="32"/>
                  </a:cubicBezTo>
                  <a:cubicBezTo>
                    <a:pt x="4411" y="32"/>
                    <a:pt x="4285" y="32"/>
                    <a:pt x="41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14008;p134">
              <a:extLst>
                <a:ext uri="{FF2B5EF4-FFF2-40B4-BE49-F238E27FC236}">
                  <a16:creationId xmlns:a16="http://schemas.microsoft.com/office/drawing/2014/main" id="{3F422DC7-D62E-5E59-E3CD-1BA00590F50D}"/>
                </a:ext>
              </a:extLst>
            </p:cNvPr>
            <p:cNvSpPr/>
            <p:nvPr/>
          </p:nvSpPr>
          <p:spPr>
            <a:xfrm>
              <a:off x="-27261000" y="3545275"/>
              <a:ext cx="122100" cy="51425"/>
            </a:xfrm>
            <a:custGeom>
              <a:avLst/>
              <a:gdLst/>
              <a:ahLst/>
              <a:cxnLst/>
              <a:rect l="l" t="t" r="r" b="b"/>
              <a:pathLst>
                <a:path w="4884" h="2057" extrusionOk="0">
                  <a:moveTo>
                    <a:pt x="2454" y="1"/>
                  </a:moveTo>
                  <a:cubicBezTo>
                    <a:pt x="1639" y="1"/>
                    <a:pt x="820" y="339"/>
                    <a:pt x="127" y="1017"/>
                  </a:cubicBezTo>
                  <a:cubicBezTo>
                    <a:pt x="32" y="1111"/>
                    <a:pt x="1" y="1237"/>
                    <a:pt x="32" y="1332"/>
                  </a:cubicBezTo>
                  <a:lnTo>
                    <a:pt x="190" y="2056"/>
                  </a:lnTo>
                  <a:cubicBezTo>
                    <a:pt x="820" y="1647"/>
                    <a:pt x="1608" y="1458"/>
                    <a:pt x="2395" y="1458"/>
                  </a:cubicBezTo>
                  <a:cubicBezTo>
                    <a:pt x="3183" y="1458"/>
                    <a:pt x="3970" y="1647"/>
                    <a:pt x="4601" y="2056"/>
                  </a:cubicBezTo>
                  <a:lnTo>
                    <a:pt x="4664" y="2056"/>
                  </a:lnTo>
                  <a:lnTo>
                    <a:pt x="4853" y="1332"/>
                  </a:lnTo>
                  <a:cubicBezTo>
                    <a:pt x="4884" y="1237"/>
                    <a:pt x="4853" y="1111"/>
                    <a:pt x="4758" y="1017"/>
                  </a:cubicBezTo>
                  <a:cubicBezTo>
                    <a:pt x="4081" y="339"/>
                    <a:pt x="3269" y="1"/>
                    <a:pt x="24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2" name="Google Shape;14009;p134">
            <a:extLst>
              <a:ext uri="{FF2B5EF4-FFF2-40B4-BE49-F238E27FC236}">
                <a16:creationId xmlns:a16="http://schemas.microsoft.com/office/drawing/2014/main" id="{E7A6B7DE-BF5C-1273-31E6-61B5FDBBDF62}"/>
              </a:ext>
            </a:extLst>
          </p:cNvPr>
          <p:cNvGrpSpPr/>
          <p:nvPr/>
        </p:nvGrpSpPr>
        <p:grpSpPr>
          <a:xfrm>
            <a:off x="8751449" y="3664889"/>
            <a:ext cx="325208" cy="326928"/>
            <a:chOff x="-27351575" y="3915650"/>
            <a:chExt cx="297750" cy="299325"/>
          </a:xfrm>
          <a:solidFill>
            <a:schemeClr val="accent1">
              <a:lumMod val="75000"/>
            </a:schemeClr>
          </a:solidFill>
        </p:grpSpPr>
        <p:sp>
          <p:nvSpPr>
            <p:cNvPr id="553" name="Google Shape;14010;p134">
              <a:extLst>
                <a:ext uri="{FF2B5EF4-FFF2-40B4-BE49-F238E27FC236}">
                  <a16:creationId xmlns:a16="http://schemas.microsoft.com/office/drawing/2014/main" id="{5F2AEB54-B149-3CD3-45CE-6AF94FDCE6A9}"/>
                </a:ext>
              </a:extLst>
            </p:cNvPr>
            <p:cNvSpPr/>
            <p:nvPr/>
          </p:nvSpPr>
          <p:spPr>
            <a:xfrm>
              <a:off x="-27351575" y="4059000"/>
              <a:ext cx="153625" cy="155975"/>
            </a:xfrm>
            <a:custGeom>
              <a:avLst/>
              <a:gdLst/>
              <a:ahLst/>
              <a:cxnLst/>
              <a:rect l="l" t="t" r="r" b="b"/>
              <a:pathLst>
                <a:path w="6145" h="6239" extrusionOk="0">
                  <a:moveTo>
                    <a:pt x="3183" y="1"/>
                  </a:moveTo>
                  <a:lnTo>
                    <a:pt x="2490" y="725"/>
                  </a:lnTo>
                  <a:cubicBezTo>
                    <a:pt x="2206" y="1009"/>
                    <a:pt x="1986" y="1387"/>
                    <a:pt x="1860" y="1828"/>
                  </a:cubicBezTo>
                  <a:cubicBezTo>
                    <a:pt x="1608" y="2742"/>
                    <a:pt x="1229" y="3435"/>
                    <a:pt x="725" y="4002"/>
                  </a:cubicBezTo>
                  <a:lnTo>
                    <a:pt x="316" y="4411"/>
                  </a:lnTo>
                  <a:cubicBezTo>
                    <a:pt x="127" y="4632"/>
                    <a:pt x="1" y="4884"/>
                    <a:pt x="1" y="5167"/>
                  </a:cubicBezTo>
                  <a:cubicBezTo>
                    <a:pt x="1" y="5451"/>
                    <a:pt x="127" y="5734"/>
                    <a:pt x="316" y="5923"/>
                  </a:cubicBezTo>
                  <a:cubicBezTo>
                    <a:pt x="505" y="6113"/>
                    <a:pt x="788" y="6239"/>
                    <a:pt x="1072" y="6239"/>
                  </a:cubicBezTo>
                  <a:cubicBezTo>
                    <a:pt x="1355" y="6113"/>
                    <a:pt x="1608" y="5986"/>
                    <a:pt x="1765" y="5797"/>
                  </a:cubicBezTo>
                  <a:lnTo>
                    <a:pt x="2206" y="5419"/>
                  </a:lnTo>
                  <a:cubicBezTo>
                    <a:pt x="2710" y="4884"/>
                    <a:pt x="3435" y="4506"/>
                    <a:pt x="4380" y="4254"/>
                  </a:cubicBezTo>
                  <a:cubicBezTo>
                    <a:pt x="4664" y="4191"/>
                    <a:pt x="4916" y="4033"/>
                    <a:pt x="5168" y="3876"/>
                  </a:cubicBezTo>
                  <a:lnTo>
                    <a:pt x="4664" y="3372"/>
                  </a:lnTo>
                  <a:cubicBezTo>
                    <a:pt x="4537" y="3246"/>
                    <a:pt x="4537" y="2994"/>
                    <a:pt x="4664" y="2899"/>
                  </a:cubicBezTo>
                  <a:cubicBezTo>
                    <a:pt x="4711" y="2836"/>
                    <a:pt x="4797" y="2805"/>
                    <a:pt x="4888" y="2805"/>
                  </a:cubicBezTo>
                  <a:cubicBezTo>
                    <a:pt x="4979" y="2805"/>
                    <a:pt x="5073" y="2836"/>
                    <a:pt x="5136" y="2899"/>
                  </a:cubicBezTo>
                  <a:lnTo>
                    <a:pt x="5672" y="3435"/>
                  </a:lnTo>
                  <a:lnTo>
                    <a:pt x="6144" y="2962"/>
                  </a:lnTo>
                  <a:lnTo>
                    <a:pt x="318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14011;p134">
              <a:extLst>
                <a:ext uri="{FF2B5EF4-FFF2-40B4-BE49-F238E27FC236}">
                  <a16:creationId xmlns:a16="http://schemas.microsoft.com/office/drawing/2014/main" id="{CEA2EACF-BF67-8CBE-BF77-A8897E8DCE72}"/>
                </a:ext>
              </a:extLst>
            </p:cNvPr>
            <p:cNvSpPr/>
            <p:nvPr/>
          </p:nvSpPr>
          <p:spPr>
            <a:xfrm>
              <a:off x="-27257050" y="3915650"/>
              <a:ext cx="203225" cy="202450"/>
            </a:xfrm>
            <a:custGeom>
              <a:avLst/>
              <a:gdLst/>
              <a:ahLst/>
              <a:cxnLst/>
              <a:rect l="l" t="t" r="r" b="b"/>
              <a:pathLst>
                <a:path w="8129" h="8098" extrusionOk="0">
                  <a:moveTo>
                    <a:pt x="1891" y="2364"/>
                  </a:moveTo>
                  <a:cubicBezTo>
                    <a:pt x="1985" y="2364"/>
                    <a:pt x="2048" y="2395"/>
                    <a:pt x="2143" y="2490"/>
                  </a:cubicBezTo>
                  <a:lnTo>
                    <a:pt x="5545" y="5892"/>
                  </a:lnTo>
                  <a:cubicBezTo>
                    <a:pt x="5671" y="6018"/>
                    <a:pt x="5671" y="6239"/>
                    <a:pt x="5545" y="6365"/>
                  </a:cubicBezTo>
                  <a:cubicBezTo>
                    <a:pt x="5498" y="6428"/>
                    <a:pt x="5411" y="6459"/>
                    <a:pt x="5321" y="6459"/>
                  </a:cubicBezTo>
                  <a:cubicBezTo>
                    <a:pt x="5230" y="6459"/>
                    <a:pt x="5136" y="6428"/>
                    <a:pt x="5073" y="6365"/>
                  </a:cubicBezTo>
                  <a:lnTo>
                    <a:pt x="1670" y="2962"/>
                  </a:lnTo>
                  <a:cubicBezTo>
                    <a:pt x="1544" y="2836"/>
                    <a:pt x="1544" y="2647"/>
                    <a:pt x="1670" y="2490"/>
                  </a:cubicBezTo>
                  <a:cubicBezTo>
                    <a:pt x="1733" y="2395"/>
                    <a:pt x="1828" y="2364"/>
                    <a:pt x="1891" y="2364"/>
                  </a:cubicBezTo>
                  <a:close/>
                  <a:moveTo>
                    <a:pt x="6742" y="1"/>
                  </a:moveTo>
                  <a:cubicBezTo>
                    <a:pt x="6333" y="1"/>
                    <a:pt x="6018" y="158"/>
                    <a:pt x="5766" y="379"/>
                  </a:cubicBezTo>
                  <a:lnTo>
                    <a:pt x="4128" y="2017"/>
                  </a:lnTo>
                  <a:cubicBezTo>
                    <a:pt x="3938" y="2206"/>
                    <a:pt x="3679" y="2301"/>
                    <a:pt x="3415" y="2301"/>
                  </a:cubicBezTo>
                  <a:cubicBezTo>
                    <a:pt x="3151" y="2301"/>
                    <a:pt x="2883" y="2206"/>
                    <a:pt x="2678" y="2017"/>
                  </a:cubicBezTo>
                  <a:cubicBezTo>
                    <a:pt x="2489" y="1812"/>
                    <a:pt x="2229" y="1710"/>
                    <a:pt x="1965" y="1710"/>
                  </a:cubicBezTo>
                  <a:cubicBezTo>
                    <a:pt x="1702" y="1710"/>
                    <a:pt x="1434" y="1812"/>
                    <a:pt x="1229" y="2017"/>
                  </a:cubicBezTo>
                  <a:cubicBezTo>
                    <a:pt x="851" y="2395"/>
                    <a:pt x="851" y="3057"/>
                    <a:pt x="1229" y="3466"/>
                  </a:cubicBezTo>
                  <a:lnTo>
                    <a:pt x="1481" y="3687"/>
                  </a:lnTo>
                  <a:lnTo>
                    <a:pt x="0" y="5167"/>
                  </a:lnTo>
                  <a:lnTo>
                    <a:pt x="2962" y="8097"/>
                  </a:lnTo>
                  <a:lnTo>
                    <a:pt x="3403" y="7625"/>
                  </a:lnTo>
                  <a:lnTo>
                    <a:pt x="2836" y="7089"/>
                  </a:lnTo>
                  <a:cubicBezTo>
                    <a:pt x="2710" y="6963"/>
                    <a:pt x="2710" y="6743"/>
                    <a:pt x="2836" y="6617"/>
                  </a:cubicBezTo>
                  <a:cubicBezTo>
                    <a:pt x="2899" y="6554"/>
                    <a:pt x="2985" y="6522"/>
                    <a:pt x="3072" y="6522"/>
                  </a:cubicBezTo>
                  <a:cubicBezTo>
                    <a:pt x="3159" y="6522"/>
                    <a:pt x="3245" y="6554"/>
                    <a:pt x="3308" y="6617"/>
                  </a:cubicBezTo>
                  <a:lnTo>
                    <a:pt x="3875" y="7152"/>
                  </a:lnTo>
                  <a:lnTo>
                    <a:pt x="4380" y="6648"/>
                  </a:lnTo>
                  <a:lnTo>
                    <a:pt x="4600" y="6900"/>
                  </a:lnTo>
                  <a:cubicBezTo>
                    <a:pt x="4821" y="7089"/>
                    <a:pt x="5073" y="7215"/>
                    <a:pt x="5356" y="7215"/>
                  </a:cubicBezTo>
                  <a:cubicBezTo>
                    <a:pt x="5640" y="7215"/>
                    <a:pt x="5923" y="7089"/>
                    <a:pt x="6112" y="6900"/>
                  </a:cubicBezTo>
                  <a:cubicBezTo>
                    <a:pt x="6490" y="6491"/>
                    <a:pt x="6490" y="5829"/>
                    <a:pt x="6112" y="5420"/>
                  </a:cubicBezTo>
                  <a:cubicBezTo>
                    <a:pt x="5703" y="5041"/>
                    <a:pt x="5703" y="4380"/>
                    <a:pt x="6112" y="3970"/>
                  </a:cubicBezTo>
                  <a:lnTo>
                    <a:pt x="7719" y="2364"/>
                  </a:lnTo>
                  <a:cubicBezTo>
                    <a:pt x="8003" y="2080"/>
                    <a:pt x="8129" y="1733"/>
                    <a:pt x="8129" y="1387"/>
                  </a:cubicBezTo>
                  <a:cubicBezTo>
                    <a:pt x="8129" y="1009"/>
                    <a:pt x="7971" y="662"/>
                    <a:pt x="7719" y="379"/>
                  </a:cubicBezTo>
                  <a:cubicBezTo>
                    <a:pt x="7436" y="127"/>
                    <a:pt x="7120" y="1"/>
                    <a:pt x="67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5" name="Google Shape;14012;p134">
            <a:extLst>
              <a:ext uri="{FF2B5EF4-FFF2-40B4-BE49-F238E27FC236}">
                <a16:creationId xmlns:a16="http://schemas.microsoft.com/office/drawing/2014/main" id="{120190E1-0747-8086-489F-815B3F672F87}"/>
              </a:ext>
            </a:extLst>
          </p:cNvPr>
          <p:cNvGrpSpPr/>
          <p:nvPr/>
        </p:nvGrpSpPr>
        <p:grpSpPr>
          <a:xfrm>
            <a:off x="7548105" y="4106983"/>
            <a:ext cx="292523" cy="323679"/>
            <a:chOff x="-25445525" y="3175900"/>
            <a:chExt cx="267825" cy="296350"/>
          </a:xfrm>
          <a:solidFill>
            <a:schemeClr val="accent1">
              <a:lumMod val="75000"/>
            </a:schemeClr>
          </a:solidFill>
        </p:grpSpPr>
        <p:sp>
          <p:nvSpPr>
            <p:cNvPr id="556" name="Google Shape;14013;p134">
              <a:extLst>
                <a:ext uri="{FF2B5EF4-FFF2-40B4-BE49-F238E27FC236}">
                  <a16:creationId xmlns:a16="http://schemas.microsoft.com/office/drawing/2014/main" id="{96354D3E-E06E-B427-5BEC-D41F5CA6CFB4}"/>
                </a:ext>
              </a:extLst>
            </p:cNvPr>
            <p:cNvSpPr/>
            <p:nvPr/>
          </p:nvSpPr>
          <p:spPr>
            <a:xfrm>
              <a:off x="-25445525" y="3367475"/>
              <a:ext cx="123675" cy="104775"/>
            </a:xfrm>
            <a:custGeom>
              <a:avLst/>
              <a:gdLst/>
              <a:ahLst/>
              <a:cxnLst/>
              <a:rect l="l" t="t" r="r" b="b"/>
              <a:pathLst>
                <a:path w="4947" h="4191" extrusionOk="0">
                  <a:moveTo>
                    <a:pt x="3088" y="0"/>
                  </a:moveTo>
                  <a:cubicBezTo>
                    <a:pt x="2364" y="883"/>
                    <a:pt x="1387" y="2080"/>
                    <a:pt x="127" y="3655"/>
                  </a:cubicBezTo>
                  <a:cubicBezTo>
                    <a:pt x="1" y="3718"/>
                    <a:pt x="1" y="3875"/>
                    <a:pt x="32" y="4001"/>
                  </a:cubicBezTo>
                  <a:cubicBezTo>
                    <a:pt x="95" y="4127"/>
                    <a:pt x="253" y="4191"/>
                    <a:pt x="379" y="4191"/>
                  </a:cubicBezTo>
                  <a:lnTo>
                    <a:pt x="3246" y="4191"/>
                  </a:lnTo>
                  <a:cubicBezTo>
                    <a:pt x="3372" y="4191"/>
                    <a:pt x="3435" y="4159"/>
                    <a:pt x="3529" y="4096"/>
                  </a:cubicBezTo>
                  <a:lnTo>
                    <a:pt x="4947" y="2363"/>
                  </a:lnTo>
                  <a:lnTo>
                    <a:pt x="3466" y="536"/>
                  </a:lnTo>
                  <a:lnTo>
                    <a:pt x="3120" y="63"/>
                  </a:lnTo>
                  <a:cubicBezTo>
                    <a:pt x="3120" y="32"/>
                    <a:pt x="3088" y="32"/>
                    <a:pt x="308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14014;p134">
              <a:extLst>
                <a:ext uri="{FF2B5EF4-FFF2-40B4-BE49-F238E27FC236}">
                  <a16:creationId xmlns:a16="http://schemas.microsoft.com/office/drawing/2014/main" id="{9C284619-C176-D947-78C8-22EE306EDAC2}"/>
                </a:ext>
              </a:extLst>
            </p:cNvPr>
            <p:cNvSpPr/>
            <p:nvPr/>
          </p:nvSpPr>
          <p:spPr>
            <a:xfrm>
              <a:off x="-25398250" y="3175900"/>
              <a:ext cx="220550" cy="296350"/>
            </a:xfrm>
            <a:custGeom>
              <a:avLst/>
              <a:gdLst/>
              <a:ahLst/>
              <a:cxnLst/>
              <a:rect l="l" t="t" r="r" b="b"/>
              <a:pathLst>
                <a:path w="8822" h="11854" extrusionOk="0">
                  <a:moveTo>
                    <a:pt x="3491" y="1"/>
                  </a:moveTo>
                  <a:cubicBezTo>
                    <a:pt x="3420" y="1"/>
                    <a:pt x="3348" y="3"/>
                    <a:pt x="3277" y="8"/>
                  </a:cubicBezTo>
                  <a:cubicBezTo>
                    <a:pt x="1481" y="134"/>
                    <a:pt x="0" y="1709"/>
                    <a:pt x="0" y="3568"/>
                  </a:cubicBezTo>
                  <a:cubicBezTo>
                    <a:pt x="0" y="4733"/>
                    <a:pt x="945" y="6246"/>
                    <a:pt x="1764" y="7285"/>
                  </a:cubicBezTo>
                  <a:lnTo>
                    <a:pt x="2142" y="7758"/>
                  </a:lnTo>
                  <a:lnTo>
                    <a:pt x="5324" y="11759"/>
                  </a:lnTo>
                  <a:cubicBezTo>
                    <a:pt x="5387" y="11822"/>
                    <a:pt x="5482" y="11854"/>
                    <a:pt x="5608" y="11854"/>
                  </a:cubicBezTo>
                  <a:lnTo>
                    <a:pt x="8475" y="11854"/>
                  </a:lnTo>
                  <a:cubicBezTo>
                    <a:pt x="8601" y="11854"/>
                    <a:pt x="8695" y="11790"/>
                    <a:pt x="8790" y="11664"/>
                  </a:cubicBezTo>
                  <a:cubicBezTo>
                    <a:pt x="8821" y="11538"/>
                    <a:pt x="8821" y="11381"/>
                    <a:pt x="8758" y="11318"/>
                  </a:cubicBezTo>
                  <a:cubicBezTo>
                    <a:pt x="7939" y="10278"/>
                    <a:pt x="7183" y="9302"/>
                    <a:pt x="6459" y="8482"/>
                  </a:cubicBezTo>
                  <a:cubicBezTo>
                    <a:pt x="6144" y="8073"/>
                    <a:pt x="5828" y="7695"/>
                    <a:pt x="5513" y="7348"/>
                  </a:cubicBezTo>
                  <a:cubicBezTo>
                    <a:pt x="5387" y="7191"/>
                    <a:pt x="5293" y="7065"/>
                    <a:pt x="5167" y="6907"/>
                  </a:cubicBezTo>
                  <a:cubicBezTo>
                    <a:pt x="4600" y="6246"/>
                    <a:pt x="4127" y="5647"/>
                    <a:pt x="3749" y="5080"/>
                  </a:cubicBezTo>
                  <a:cubicBezTo>
                    <a:pt x="3088" y="4198"/>
                    <a:pt x="2646" y="3568"/>
                    <a:pt x="2363" y="3032"/>
                  </a:cubicBezTo>
                  <a:cubicBezTo>
                    <a:pt x="2174" y="2686"/>
                    <a:pt x="2079" y="2371"/>
                    <a:pt x="2079" y="2182"/>
                  </a:cubicBezTo>
                  <a:cubicBezTo>
                    <a:pt x="2079" y="1425"/>
                    <a:pt x="2678" y="764"/>
                    <a:pt x="3466" y="764"/>
                  </a:cubicBezTo>
                  <a:cubicBezTo>
                    <a:pt x="4253" y="764"/>
                    <a:pt x="4852" y="1425"/>
                    <a:pt x="4852" y="2182"/>
                  </a:cubicBezTo>
                  <a:cubicBezTo>
                    <a:pt x="4852" y="2308"/>
                    <a:pt x="4820" y="2528"/>
                    <a:pt x="4568" y="3001"/>
                  </a:cubicBezTo>
                  <a:cubicBezTo>
                    <a:pt x="4379" y="3347"/>
                    <a:pt x="4159" y="3757"/>
                    <a:pt x="3907" y="4103"/>
                  </a:cubicBezTo>
                  <a:cubicBezTo>
                    <a:pt x="4064" y="4292"/>
                    <a:pt x="4190" y="4513"/>
                    <a:pt x="4316" y="4670"/>
                  </a:cubicBezTo>
                  <a:cubicBezTo>
                    <a:pt x="4694" y="5206"/>
                    <a:pt x="5167" y="5805"/>
                    <a:pt x="5734" y="6435"/>
                  </a:cubicBezTo>
                  <a:lnTo>
                    <a:pt x="5765" y="6466"/>
                  </a:lnTo>
                  <a:cubicBezTo>
                    <a:pt x="6396" y="5521"/>
                    <a:pt x="6931" y="4418"/>
                    <a:pt x="6931" y="3505"/>
                  </a:cubicBezTo>
                  <a:cubicBezTo>
                    <a:pt x="6931" y="1621"/>
                    <a:pt x="5408" y="1"/>
                    <a:pt x="34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14015;p134">
              <a:extLst>
                <a:ext uri="{FF2B5EF4-FFF2-40B4-BE49-F238E27FC236}">
                  <a16:creationId xmlns:a16="http://schemas.microsoft.com/office/drawing/2014/main" id="{DDF1F634-2B33-B531-F221-3EA42F931BCF}"/>
                </a:ext>
              </a:extLst>
            </p:cNvPr>
            <p:cNvSpPr/>
            <p:nvPr/>
          </p:nvSpPr>
          <p:spPr>
            <a:xfrm>
              <a:off x="-25328950" y="3211525"/>
              <a:ext cx="35475" cy="36250"/>
            </a:xfrm>
            <a:custGeom>
              <a:avLst/>
              <a:gdLst/>
              <a:ahLst/>
              <a:cxnLst/>
              <a:rect l="l" t="t" r="r" b="b"/>
              <a:pathLst>
                <a:path w="1419" h="1450" extrusionOk="0">
                  <a:moveTo>
                    <a:pt x="694" y="0"/>
                  </a:moveTo>
                  <a:cubicBezTo>
                    <a:pt x="316" y="0"/>
                    <a:pt x="0" y="347"/>
                    <a:pt x="0" y="757"/>
                  </a:cubicBezTo>
                  <a:cubicBezTo>
                    <a:pt x="0" y="757"/>
                    <a:pt x="0" y="914"/>
                    <a:pt x="190" y="1292"/>
                  </a:cubicBezTo>
                  <a:cubicBezTo>
                    <a:pt x="221" y="1355"/>
                    <a:pt x="221" y="1418"/>
                    <a:pt x="253" y="1450"/>
                  </a:cubicBezTo>
                  <a:cubicBezTo>
                    <a:pt x="379" y="1418"/>
                    <a:pt x="536" y="1387"/>
                    <a:pt x="662" y="1387"/>
                  </a:cubicBezTo>
                  <a:cubicBezTo>
                    <a:pt x="788" y="1387"/>
                    <a:pt x="946" y="1418"/>
                    <a:pt x="1040" y="1450"/>
                  </a:cubicBezTo>
                  <a:cubicBezTo>
                    <a:pt x="1103" y="1418"/>
                    <a:pt x="1135" y="1355"/>
                    <a:pt x="1135" y="1292"/>
                  </a:cubicBezTo>
                  <a:cubicBezTo>
                    <a:pt x="1324" y="914"/>
                    <a:pt x="1324" y="757"/>
                    <a:pt x="1324" y="757"/>
                  </a:cubicBezTo>
                  <a:cubicBezTo>
                    <a:pt x="1418" y="347"/>
                    <a:pt x="1103" y="0"/>
                    <a:pt x="6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9" name="Google Shape;14016;p134">
            <a:extLst>
              <a:ext uri="{FF2B5EF4-FFF2-40B4-BE49-F238E27FC236}">
                <a16:creationId xmlns:a16="http://schemas.microsoft.com/office/drawing/2014/main" id="{98025ED7-244F-6D53-52FB-95B3D0813B5A}"/>
              </a:ext>
            </a:extLst>
          </p:cNvPr>
          <p:cNvGrpSpPr/>
          <p:nvPr/>
        </p:nvGrpSpPr>
        <p:grpSpPr>
          <a:xfrm>
            <a:off x="7531340" y="4556524"/>
            <a:ext cx="326054" cy="302817"/>
            <a:chOff x="-25465200" y="3565175"/>
            <a:chExt cx="298525" cy="277250"/>
          </a:xfrm>
          <a:solidFill>
            <a:schemeClr val="accent1">
              <a:lumMod val="75000"/>
            </a:schemeClr>
          </a:solidFill>
        </p:grpSpPr>
        <p:sp>
          <p:nvSpPr>
            <p:cNvPr id="560" name="Google Shape;14017;p134">
              <a:extLst>
                <a:ext uri="{FF2B5EF4-FFF2-40B4-BE49-F238E27FC236}">
                  <a16:creationId xmlns:a16="http://schemas.microsoft.com/office/drawing/2014/main" id="{0B3250FA-9377-CCB2-C234-47B8FD48078B}"/>
                </a:ext>
              </a:extLst>
            </p:cNvPr>
            <p:cNvSpPr/>
            <p:nvPr/>
          </p:nvSpPr>
          <p:spPr>
            <a:xfrm>
              <a:off x="-25413225" y="3565175"/>
              <a:ext cx="172500" cy="103975"/>
            </a:xfrm>
            <a:custGeom>
              <a:avLst/>
              <a:gdLst/>
              <a:ahLst/>
              <a:cxnLst/>
              <a:rect l="l" t="t" r="r" b="b"/>
              <a:pathLst>
                <a:path w="6900" h="4159" extrusionOk="0">
                  <a:moveTo>
                    <a:pt x="4884" y="1166"/>
                  </a:moveTo>
                  <a:lnTo>
                    <a:pt x="5797" y="2079"/>
                  </a:lnTo>
                  <a:lnTo>
                    <a:pt x="4884" y="2079"/>
                  </a:lnTo>
                  <a:lnTo>
                    <a:pt x="4884" y="1166"/>
                  </a:lnTo>
                  <a:close/>
                  <a:moveTo>
                    <a:pt x="379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3151"/>
                  </a:lnTo>
                  <a:cubicBezTo>
                    <a:pt x="284" y="2899"/>
                    <a:pt x="631" y="2804"/>
                    <a:pt x="1040" y="2804"/>
                  </a:cubicBezTo>
                  <a:lnTo>
                    <a:pt x="4065" y="2804"/>
                  </a:lnTo>
                  <a:cubicBezTo>
                    <a:pt x="4726" y="2804"/>
                    <a:pt x="5325" y="3151"/>
                    <a:pt x="5608" y="3718"/>
                  </a:cubicBezTo>
                  <a:lnTo>
                    <a:pt x="5797" y="4159"/>
                  </a:lnTo>
                  <a:lnTo>
                    <a:pt x="6900" y="4159"/>
                  </a:lnTo>
                  <a:lnTo>
                    <a:pt x="6900" y="2426"/>
                  </a:lnTo>
                  <a:cubicBezTo>
                    <a:pt x="6900" y="2394"/>
                    <a:pt x="6869" y="2237"/>
                    <a:pt x="6774" y="2205"/>
                  </a:cubicBezTo>
                  <a:lnTo>
                    <a:pt x="4695" y="126"/>
                  </a:lnTo>
                  <a:cubicBezTo>
                    <a:pt x="4726" y="32"/>
                    <a:pt x="4632" y="0"/>
                    <a:pt x="453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14018;p134">
              <a:extLst>
                <a:ext uri="{FF2B5EF4-FFF2-40B4-BE49-F238E27FC236}">
                  <a16:creationId xmlns:a16="http://schemas.microsoft.com/office/drawing/2014/main" id="{4AC7FDFA-4FC6-204F-D25F-38526F0139EF}"/>
                </a:ext>
              </a:extLst>
            </p:cNvPr>
            <p:cNvSpPr/>
            <p:nvPr/>
          </p:nvSpPr>
          <p:spPr>
            <a:xfrm>
              <a:off x="-25465200" y="3650225"/>
              <a:ext cx="298525" cy="192200"/>
            </a:xfrm>
            <a:custGeom>
              <a:avLst/>
              <a:gdLst/>
              <a:ahLst/>
              <a:cxnLst/>
              <a:rect l="l" t="t" r="r" b="b"/>
              <a:pathLst>
                <a:path w="11941" h="7688" extrusionOk="0">
                  <a:moveTo>
                    <a:pt x="10838" y="3529"/>
                  </a:moveTo>
                  <a:cubicBezTo>
                    <a:pt x="10964" y="3529"/>
                    <a:pt x="11027" y="3561"/>
                    <a:pt x="11121" y="3655"/>
                  </a:cubicBezTo>
                  <a:cubicBezTo>
                    <a:pt x="11184" y="3718"/>
                    <a:pt x="11184" y="3813"/>
                    <a:pt x="11184" y="3907"/>
                  </a:cubicBezTo>
                  <a:lnTo>
                    <a:pt x="10901" y="5703"/>
                  </a:lnTo>
                  <a:lnTo>
                    <a:pt x="10365" y="3529"/>
                  </a:lnTo>
                  <a:close/>
                  <a:moveTo>
                    <a:pt x="5227" y="2768"/>
                  </a:moveTo>
                  <a:cubicBezTo>
                    <a:pt x="5400" y="2768"/>
                    <a:pt x="5580" y="2884"/>
                    <a:pt x="5608" y="3025"/>
                  </a:cubicBezTo>
                  <a:lnTo>
                    <a:pt x="5892" y="4159"/>
                  </a:lnTo>
                  <a:lnTo>
                    <a:pt x="7341" y="4159"/>
                  </a:lnTo>
                  <a:cubicBezTo>
                    <a:pt x="7530" y="4159"/>
                    <a:pt x="7687" y="4317"/>
                    <a:pt x="7687" y="4506"/>
                  </a:cubicBezTo>
                  <a:cubicBezTo>
                    <a:pt x="7687" y="4758"/>
                    <a:pt x="7530" y="4915"/>
                    <a:pt x="7341" y="4915"/>
                  </a:cubicBezTo>
                  <a:lnTo>
                    <a:pt x="6018" y="4915"/>
                  </a:lnTo>
                  <a:lnTo>
                    <a:pt x="6270" y="5829"/>
                  </a:lnTo>
                  <a:cubicBezTo>
                    <a:pt x="6301" y="6050"/>
                    <a:pt x="6175" y="6207"/>
                    <a:pt x="6018" y="6270"/>
                  </a:cubicBezTo>
                  <a:lnTo>
                    <a:pt x="5955" y="6270"/>
                  </a:lnTo>
                  <a:cubicBezTo>
                    <a:pt x="5797" y="6270"/>
                    <a:pt x="5640" y="6176"/>
                    <a:pt x="5608" y="6018"/>
                  </a:cubicBezTo>
                  <a:lnTo>
                    <a:pt x="5324" y="4852"/>
                  </a:lnTo>
                  <a:lnTo>
                    <a:pt x="3875" y="4852"/>
                  </a:lnTo>
                  <a:cubicBezTo>
                    <a:pt x="3686" y="4852"/>
                    <a:pt x="3529" y="4695"/>
                    <a:pt x="3529" y="4506"/>
                  </a:cubicBezTo>
                  <a:cubicBezTo>
                    <a:pt x="3529" y="4317"/>
                    <a:pt x="3686" y="4159"/>
                    <a:pt x="3875" y="4159"/>
                  </a:cubicBezTo>
                  <a:lnTo>
                    <a:pt x="5167" y="4159"/>
                  </a:lnTo>
                  <a:lnTo>
                    <a:pt x="4946" y="3214"/>
                  </a:lnTo>
                  <a:cubicBezTo>
                    <a:pt x="4883" y="3025"/>
                    <a:pt x="5009" y="2868"/>
                    <a:pt x="5167" y="2773"/>
                  </a:cubicBezTo>
                  <a:cubicBezTo>
                    <a:pt x="5187" y="2770"/>
                    <a:pt x="5207" y="2768"/>
                    <a:pt x="5227" y="2768"/>
                  </a:cubicBezTo>
                  <a:close/>
                  <a:moveTo>
                    <a:pt x="3151" y="1"/>
                  </a:moveTo>
                  <a:cubicBezTo>
                    <a:pt x="2584" y="1"/>
                    <a:pt x="2142" y="473"/>
                    <a:pt x="2142" y="1040"/>
                  </a:cubicBezTo>
                  <a:lnTo>
                    <a:pt x="2142" y="1387"/>
                  </a:lnTo>
                  <a:lnTo>
                    <a:pt x="1103" y="1387"/>
                  </a:lnTo>
                  <a:cubicBezTo>
                    <a:pt x="788" y="1387"/>
                    <a:pt x="473" y="1544"/>
                    <a:pt x="284" y="1796"/>
                  </a:cubicBezTo>
                  <a:cubicBezTo>
                    <a:pt x="95" y="2017"/>
                    <a:pt x="0" y="2332"/>
                    <a:pt x="95" y="2679"/>
                  </a:cubicBezTo>
                  <a:lnTo>
                    <a:pt x="1166" y="6869"/>
                  </a:lnTo>
                  <a:cubicBezTo>
                    <a:pt x="1260" y="7341"/>
                    <a:pt x="1701" y="7656"/>
                    <a:pt x="2174" y="7656"/>
                  </a:cubicBezTo>
                  <a:lnTo>
                    <a:pt x="10995" y="7688"/>
                  </a:lnTo>
                  <a:cubicBezTo>
                    <a:pt x="11153" y="7688"/>
                    <a:pt x="11310" y="7593"/>
                    <a:pt x="11342" y="7436"/>
                  </a:cubicBezTo>
                  <a:lnTo>
                    <a:pt x="11909" y="4033"/>
                  </a:lnTo>
                  <a:cubicBezTo>
                    <a:pt x="11941" y="3718"/>
                    <a:pt x="11846" y="3435"/>
                    <a:pt x="11657" y="3214"/>
                  </a:cubicBezTo>
                  <a:cubicBezTo>
                    <a:pt x="11468" y="2962"/>
                    <a:pt x="11184" y="2868"/>
                    <a:pt x="10869" y="2868"/>
                  </a:cubicBezTo>
                  <a:lnTo>
                    <a:pt x="10208" y="2868"/>
                  </a:lnTo>
                  <a:lnTo>
                    <a:pt x="10050" y="2269"/>
                  </a:lnTo>
                  <a:cubicBezTo>
                    <a:pt x="9924" y="1796"/>
                    <a:pt x="9546" y="1450"/>
                    <a:pt x="9042" y="1450"/>
                  </a:cubicBezTo>
                  <a:lnTo>
                    <a:pt x="7530" y="1450"/>
                  </a:lnTo>
                  <a:lnTo>
                    <a:pt x="7120" y="599"/>
                  </a:lnTo>
                  <a:cubicBezTo>
                    <a:pt x="6963" y="253"/>
                    <a:pt x="6585" y="1"/>
                    <a:pt x="61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2" name="Google Shape;14019;p134">
            <a:extLst>
              <a:ext uri="{FF2B5EF4-FFF2-40B4-BE49-F238E27FC236}">
                <a16:creationId xmlns:a16="http://schemas.microsoft.com/office/drawing/2014/main" id="{9CA1D685-6862-8CBC-E766-AFB6B700F0C7}"/>
              </a:ext>
            </a:extLst>
          </p:cNvPr>
          <p:cNvGrpSpPr/>
          <p:nvPr/>
        </p:nvGrpSpPr>
        <p:grpSpPr>
          <a:xfrm>
            <a:off x="7530916" y="4959497"/>
            <a:ext cx="326900" cy="322067"/>
            <a:chOff x="-25465200" y="3916150"/>
            <a:chExt cx="299300" cy="294875"/>
          </a:xfrm>
          <a:solidFill>
            <a:schemeClr val="accent1">
              <a:lumMod val="75000"/>
            </a:schemeClr>
          </a:solidFill>
        </p:grpSpPr>
        <p:sp>
          <p:nvSpPr>
            <p:cNvPr id="563" name="Google Shape;14020;p134">
              <a:extLst>
                <a:ext uri="{FF2B5EF4-FFF2-40B4-BE49-F238E27FC236}">
                  <a16:creationId xmlns:a16="http://schemas.microsoft.com/office/drawing/2014/main" id="{AA391389-B153-5A28-7E14-012C0B3C0A6A}"/>
                </a:ext>
              </a:extLst>
            </p:cNvPr>
            <p:cNvSpPr/>
            <p:nvPr/>
          </p:nvSpPr>
          <p:spPr>
            <a:xfrm>
              <a:off x="-25316350" y="3916150"/>
              <a:ext cx="150450" cy="149175"/>
            </a:xfrm>
            <a:custGeom>
              <a:avLst/>
              <a:gdLst/>
              <a:ahLst/>
              <a:cxnLst/>
              <a:rect l="l" t="t" r="r" b="b"/>
              <a:pathLst>
                <a:path w="6018" h="5967" extrusionOk="0">
                  <a:moveTo>
                    <a:pt x="3836" y="0"/>
                  </a:moveTo>
                  <a:cubicBezTo>
                    <a:pt x="3278" y="0"/>
                    <a:pt x="2726" y="214"/>
                    <a:pt x="2332" y="642"/>
                  </a:cubicBezTo>
                  <a:lnTo>
                    <a:pt x="1891" y="1083"/>
                  </a:lnTo>
                  <a:lnTo>
                    <a:pt x="2458" y="1619"/>
                  </a:lnTo>
                  <a:cubicBezTo>
                    <a:pt x="2552" y="1745"/>
                    <a:pt x="2552" y="1966"/>
                    <a:pt x="2458" y="2092"/>
                  </a:cubicBezTo>
                  <a:cubicBezTo>
                    <a:pt x="2363" y="2186"/>
                    <a:pt x="2300" y="2218"/>
                    <a:pt x="2206" y="2218"/>
                  </a:cubicBezTo>
                  <a:cubicBezTo>
                    <a:pt x="2143" y="2218"/>
                    <a:pt x="2017" y="2186"/>
                    <a:pt x="1985" y="2092"/>
                  </a:cubicBezTo>
                  <a:lnTo>
                    <a:pt x="1418" y="1556"/>
                  </a:lnTo>
                  <a:lnTo>
                    <a:pt x="946" y="2029"/>
                  </a:lnTo>
                  <a:lnTo>
                    <a:pt x="1513" y="2564"/>
                  </a:lnTo>
                  <a:cubicBezTo>
                    <a:pt x="1607" y="2690"/>
                    <a:pt x="1607" y="2911"/>
                    <a:pt x="1513" y="3037"/>
                  </a:cubicBezTo>
                  <a:cubicBezTo>
                    <a:pt x="1418" y="3131"/>
                    <a:pt x="1355" y="3163"/>
                    <a:pt x="1261" y="3163"/>
                  </a:cubicBezTo>
                  <a:cubicBezTo>
                    <a:pt x="1198" y="3163"/>
                    <a:pt x="1072" y="3131"/>
                    <a:pt x="1040" y="3037"/>
                  </a:cubicBezTo>
                  <a:lnTo>
                    <a:pt x="473" y="2501"/>
                  </a:lnTo>
                  <a:lnTo>
                    <a:pt x="1" y="3005"/>
                  </a:lnTo>
                  <a:lnTo>
                    <a:pt x="2962" y="5967"/>
                  </a:lnTo>
                  <a:lnTo>
                    <a:pt x="5388" y="3478"/>
                  </a:lnTo>
                  <a:cubicBezTo>
                    <a:pt x="5829" y="3037"/>
                    <a:pt x="6018" y="2501"/>
                    <a:pt x="5987" y="1903"/>
                  </a:cubicBezTo>
                  <a:cubicBezTo>
                    <a:pt x="5892" y="1398"/>
                    <a:pt x="5640" y="831"/>
                    <a:pt x="5167" y="453"/>
                  </a:cubicBezTo>
                  <a:cubicBezTo>
                    <a:pt x="4779" y="151"/>
                    <a:pt x="4305" y="0"/>
                    <a:pt x="383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14021;p134">
              <a:extLst>
                <a:ext uri="{FF2B5EF4-FFF2-40B4-BE49-F238E27FC236}">
                  <a16:creationId xmlns:a16="http://schemas.microsoft.com/office/drawing/2014/main" id="{49F9B505-F25B-6E65-F4E6-906BA53E2F4F}"/>
                </a:ext>
              </a:extLst>
            </p:cNvPr>
            <p:cNvSpPr/>
            <p:nvPr/>
          </p:nvSpPr>
          <p:spPr>
            <a:xfrm>
              <a:off x="-25465200" y="4003875"/>
              <a:ext cx="208725" cy="207150"/>
            </a:xfrm>
            <a:custGeom>
              <a:avLst/>
              <a:gdLst/>
              <a:ahLst/>
              <a:cxnLst/>
              <a:rect l="l" t="t" r="r" b="b"/>
              <a:pathLst>
                <a:path w="8349" h="8286" extrusionOk="0">
                  <a:moveTo>
                    <a:pt x="5419" y="0"/>
                  </a:moveTo>
                  <a:lnTo>
                    <a:pt x="4883" y="567"/>
                  </a:lnTo>
                  <a:lnTo>
                    <a:pt x="5450" y="1103"/>
                  </a:lnTo>
                  <a:cubicBezTo>
                    <a:pt x="5545" y="1229"/>
                    <a:pt x="5545" y="1449"/>
                    <a:pt x="5450" y="1575"/>
                  </a:cubicBezTo>
                  <a:cubicBezTo>
                    <a:pt x="5356" y="1670"/>
                    <a:pt x="5293" y="1702"/>
                    <a:pt x="5198" y="1702"/>
                  </a:cubicBezTo>
                  <a:cubicBezTo>
                    <a:pt x="5135" y="1702"/>
                    <a:pt x="5009" y="1670"/>
                    <a:pt x="4978" y="1575"/>
                  </a:cubicBezTo>
                  <a:lnTo>
                    <a:pt x="4411" y="1040"/>
                  </a:lnTo>
                  <a:lnTo>
                    <a:pt x="3938" y="1512"/>
                  </a:lnTo>
                  <a:lnTo>
                    <a:pt x="4505" y="2048"/>
                  </a:lnTo>
                  <a:cubicBezTo>
                    <a:pt x="4631" y="2174"/>
                    <a:pt x="4631" y="2395"/>
                    <a:pt x="4505" y="2521"/>
                  </a:cubicBezTo>
                  <a:cubicBezTo>
                    <a:pt x="4411" y="2615"/>
                    <a:pt x="4348" y="2647"/>
                    <a:pt x="4253" y="2647"/>
                  </a:cubicBezTo>
                  <a:cubicBezTo>
                    <a:pt x="4190" y="2647"/>
                    <a:pt x="4064" y="2615"/>
                    <a:pt x="4033" y="2521"/>
                  </a:cubicBezTo>
                  <a:lnTo>
                    <a:pt x="3466" y="1985"/>
                  </a:lnTo>
                  <a:lnTo>
                    <a:pt x="3214" y="2237"/>
                  </a:lnTo>
                  <a:cubicBezTo>
                    <a:pt x="2773" y="2678"/>
                    <a:pt x="2458" y="3277"/>
                    <a:pt x="2363" y="3907"/>
                  </a:cubicBezTo>
                  <a:cubicBezTo>
                    <a:pt x="2300" y="4379"/>
                    <a:pt x="2111" y="4852"/>
                    <a:pt x="1733" y="5167"/>
                  </a:cubicBezTo>
                  <a:lnTo>
                    <a:pt x="410" y="6490"/>
                  </a:lnTo>
                  <a:cubicBezTo>
                    <a:pt x="0" y="6900"/>
                    <a:pt x="0" y="7561"/>
                    <a:pt x="410" y="7971"/>
                  </a:cubicBezTo>
                  <a:cubicBezTo>
                    <a:pt x="599" y="8160"/>
                    <a:pt x="882" y="8286"/>
                    <a:pt x="1166" y="8286"/>
                  </a:cubicBezTo>
                  <a:cubicBezTo>
                    <a:pt x="1418" y="8286"/>
                    <a:pt x="1701" y="8160"/>
                    <a:pt x="1890" y="7971"/>
                  </a:cubicBezTo>
                  <a:lnTo>
                    <a:pt x="3245" y="6616"/>
                  </a:lnTo>
                  <a:cubicBezTo>
                    <a:pt x="3592" y="6270"/>
                    <a:pt x="4033" y="6081"/>
                    <a:pt x="4505" y="5986"/>
                  </a:cubicBezTo>
                  <a:cubicBezTo>
                    <a:pt x="5135" y="5923"/>
                    <a:pt x="5734" y="5608"/>
                    <a:pt x="6144" y="5167"/>
                  </a:cubicBezTo>
                  <a:lnTo>
                    <a:pt x="8349" y="2962"/>
                  </a:lnTo>
                  <a:lnTo>
                    <a:pt x="5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5" name="Google Shape;14022;p134">
            <a:extLst>
              <a:ext uri="{FF2B5EF4-FFF2-40B4-BE49-F238E27FC236}">
                <a16:creationId xmlns:a16="http://schemas.microsoft.com/office/drawing/2014/main" id="{C953AC35-FEAA-5803-C8D7-352BB38411D0}"/>
              </a:ext>
            </a:extLst>
          </p:cNvPr>
          <p:cNvGrpSpPr/>
          <p:nvPr/>
        </p:nvGrpSpPr>
        <p:grpSpPr>
          <a:xfrm>
            <a:off x="9573093" y="4107092"/>
            <a:ext cx="322613" cy="323459"/>
            <a:chOff x="-23615075" y="3148525"/>
            <a:chExt cx="295375" cy="296150"/>
          </a:xfrm>
          <a:solidFill>
            <a:schemeClr val="accent1">
              <a:lumMod val="75000"/>
            </a:schemeClr>
          </a:solidFill>
        </p:grpSpPr>
        <p:sp>
          <p:nvSpPr>
            <p:cNvPr id="566" name="Google Shape;14023;p134">
              <a:extLst>
                <a:ext uri="{FF2B5EF4-FFF2-40B4-BE49-F238E27FC236}">
                  <a16:creationId xmlns:a16="http://schemas.microsoft.com/office/drawing/2014/main" id="{B88EEEC2-8438-3EC5-578C-FE2D17F67EA9}"/>
                </a:ext>
              </a:extLst>
            </p:cNvPr>
            <p:cNvSpPr/>
            <p:nvPr/>
          </p:nvSpPr>
          <p:spPr>
            <a:xfrm>
              <a:off x="-23493775" y="3183950"/>
              <a:ext cx="52775" cy="53600"/>
            </a:xfrm>
            <a:custGeom>
              <a:avLst/>
              <a:gdLst/>
              <a:ahLst/>
              <a:cxnLst/>
              <a:rect l="l" t="t" r="r" b="b"/>
              <a:pathLst>
                <a:path w="2111" h="2144" extrusionOk="0">
                  <a:moveTo>
                    <a:pt x="1040" y="1"/>
                  </a:moveTo>
                  <a:cubicBezTo>
                    <a:pt x="851" y="1"/>
                    <a:pt x="693" y="158"/>
                    <a:pt x="693" y="347"/>
                  </a:cubicBezTo>
                  <a:lnTo>
                    <a:pt x="693" y="725"/>
                  </a:lnTo>
                  <a:lnTo>
                    <a:pt x="347" y="725"/>
                  </a:lnTo>
                  <a:cubicBezTo>
                    <a:pt x="158" y="725"/>
                    <a:pt x="0" y="883"/>
                    <a:pt x="0" y="1072"/>
                  </a:cubicBezTo>
                  <a:cubicBezTo>
                    <a:pt x="0" y="1261"/>
                    <a:pt x="158" y="1418"/>
                    <a:pt x="347" y="1418"/>
                  </a:cubicBezTo>
                  <a:lnTo>
                    <a:pt x="693" y="1418"/>
                  </a:lnTo>
                  <a:lnTo>
                    <a:pt x="693" y="1765"/>
                  </a:lnTo>
                  <a:cubicBezTo>
                    <a:pt x="693" y="1986"/>
                    <a:pt x="851" y="2143"/>
                    <a:pt x="1040" y="2143"/>
                  </a:cubicBezTo>
                  <a:cubicBezTo>
                    <a:pt x="1260" y="2143"/>
                    <a:pt x="1418" y="1986"/>
                    <a:pt x="1418" y="1765"/>
                  </a:cubicBezTo>
                  <a:lnTo>
                    <a:pt x="1418" y="1418"/>
                  </a:lnTo>
                  <a:lnTo>
                    <a:pt x="1764" y="1418"/>
                  </a:lnTo>
                  <a:cubicBezTo>
                    <a:pt x="1953" y="1418"/>
                    <a:pt x="2111" y="1261"/>
                    <a:pt x="2111" y="1072"/>
                  </a:cubicBezTo>
                  <a:cubicBezTo>
                    <a:pt x="2111" y="883"/>
                    <a:pt x="1953" y="725"/>
                    <a:pt x="1764" y="725"/>
                  </a:cubicBezTo>
                  <a:lnTo>
                    <a:pt x="1418" y="725"/>
                  </a:lnTo>
                  <a:lnTo>
                    <a:pt x="1418" y="347"/>
                  </a:lnTo>
                  <a:cubicBezTo>
                    <a:pt x="1418" y="158"/>
                    <a:pt x="1260" y="1"/>
                    <a:pt x="10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14024;p134">
              <a:extLst>
                <a:ext uri="{FF2B5EF4-FFF2-40B4-BE49-F238E27FC236}">
                  <a16:creationId xmlns:a16="http://schemas.microsoft.com/office/drawing/2014/main" id="{FFAB46F8-0E2D-8F18-1642-EC78564AC3F0}"/>
                </a:ext>
              </a:extLst>
            </p:cNvPr>
            <p:cNvSpPr/>
            <p:nvPr/>
          </p:nvSpPr>
          <p:spPr>
            <a:xfrm>
              <a:off x="-23615075" y="3268225"/>
              <a:ext cx="34675" cy="173300"/>
            </a:xfrm>
            <a:custGeom>
              <a:avLst/>
              <a:gdLst/>
              <a:ahLst/>
              <a:cxnLst/>
              <a:rect l="l" t="t" r="r" b="b"/>
              <a:pathLst>
                <a:path w="1387" h="6932" extrusionOk="0">
                  <a:moveTo>
                    <a:pt x="1008" y="1"/>
                  </a:moveTo>
                  <a:cubicBezTo>
                    <a:pt x="441" y="1"/>
                    <a:pt x="0" y="473"/>
                    <a:pt x="0" y="1040"/>
                  </a:cubicBezTo>
                  <a:lnTo>
                    <a:pt x="0" y="6585"/>
                  </a:lnTo>
                  <a:cubicBezTo>
                    <a:pt x="0" y="6774"/>
                    <a:pt x="158" y="6932"/>
                    <a:pt x="347" y="6932"/>
                  </a:cubicBezTo>
                  <a:lnTo>
                    <a:pt x="1386" y="6932"/>
                  </a:lnTo>
                  <a:lnTo>
                    <a:pt x="1386" y="4285"/>
                  </a:lnTo>
                  <a:lnTo>
                    <a:pt x="662" y="4285"/>
                  </a:lnTo>
                  <a:lnTo>
                    <a:pt x="662" y="3561"/>
                  </a:lnTo>
                  <a:lnTo>
                    <a:pt x="1386" y="3561"/>
                  </a:lnTo>
                  <a:lnTo>
                    <a:pt x="1386" y="2868"/>
                  </a:lnTo>
                  <a:lnTo>
                    <a:pt x="662" y="2868"/>
                  </a:lnTo>
                  <a:lnTo>
                    <a:pt x="662" y="2143"/>
                  </a:lnTo>
                  <a:lnTo>
                    <a:pt x="1386" y="2143"/>
                  </a:lnTo>
                  <a:lnTo>
                    <a:pt x="1386" y="1418"/>
                  </a:lnTo>
                  <a:lnTo>
                    <a:pt x="662" y="1418"/>
                  </a:lnTo>
                  <a:lnTo>
                    <a:pt x="662" y="1072"/>
                  </a:lnTo>
                  <a:cubicBezTo>
                    <a:pt x="662" y="883"/>
                    <a:pt x="819" y="725"/>
                    <a:pt x="1008" y="725"/>
                  </a:cubicBezTo>
                  <a:lnTo>
                    <a:pt x="1386" y="725"/>
                  </a:lnTo>
                  <a:lnTo>
                    <a:pt x="13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14025;p134">
              <a:extLst>
                <a:ext uri="{FF2B5EF4-FFF2-40B4-BE49-F238E27FC236}">
                  <a16:creationId xmlns:a16="http://schemas.microsoft.com/office/drawing/2014/main" id="{6EB7C201-AE5E-2E86-287A-5FD9F6275556}"/>
                </a:ext>
              </a:extLst>
            </p:cNvPr>
            <p:cNvSpPr/>
            <p:nvPr/>
          </p:nvSpPr>
          <p:spPr>
            <a:xfrm>
              <a:off x="-23354375" y="3270600"/>
              <a:ext cx="34675" cy="173300"/>
            </a:xfrm>
            <a:custGeom>
              <a:avLst/>
              <a:gdLst/>
              <a:ahLst/>
              <a:cxnLst/>
              <a:rect l="l" t="t" r="r" b="b"/>
              <a:pathLst>
                <a:path w="1387" h="6932" extrusionOk="0">
                  <a:moveTo>
                    <a:pt x="0" y="0"/>
                  </a:moveTo>
                  <a:lnTo>
                    <a:pt x="0" y="725"/>
                  </a:lnTo>
                  <a:lnTo>
                    <a:pt x="347" y="725"/>
                  </a:lnTo>
                  <a:cubicBezTo>
                    <a:pt x="568" y="725"/>
                    <a:pt x="725" y="882"/>
                    <a:pt x="725" y="1071"/>
                  </a:cubicBezTo>
                  <a:lnTo>
                    <a:pt x="725" y="1418"/>
                  </a:lnTo>
                  <a:lnTo>
                    <a:pt x="0" y="1418"/>
                  </a:lnTo>
                  <a:lnTo>
                    <a:pt x="0" y="2143"/>
                  </a:lnTo>
                  <a:lnTo>
                    <a:pt x="725" y="2143"/>
                  </a:lnTo>
                  <a:lnTo>
                    <a:pt x="725" y="2836"/>
                  </a:lnTo>
                  <a:lnTo>
                    <a:pt x="0" y="2836"/>
                  </a:lnTo>
                  <a:lnTo>
                    <a:pt x="0" y="3560"/>
                  </a:lnTo>
                  <a:lnTo>
                    <a:pt x="725" y="3560"/>
                  </a:lnTo>
                  <a:lnTo>
                    <a:pt x="725" y="4253"/>
                  </a:lnTo>
                  <a:lnTo>
                    <a:pt x="0" y="4253"/>
                  </a:lnTo>
                  <a:lnTo>
                    <a:pt x="0" y="6931"/>
                  </a:lnTo>
                  <a:lnTo>
                    <a:pt x="1040" y="6931"/>
                  </a:lnTo>
                  <a:cubicBezTo>
                    <a:pt x="1229" y="6931"/>
                    <a:pt x="1387" y="6774"/>
                    <a:pt x="1387" y="6585"/>
                  </a:cubicBezTo>
                  <a:lnTo>
                    <a:pt x="1387" y="1040"/>
                  </a:lnTo>
                  <a:cubicBezTo>
                    <a:pt x="1387" y="441"/>
                    <a:pt x="914" y="0"/>
                    <a:pt x="3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14026;p134">
              <a:extLst>
                <a:ext uri="{FF2B5EF4-FFF2-40B4-BE49-F238E27FC236}">
                  <a16:creationId xmlns:a16="http://schemas.microsoft.com/office/drawing/2014/main" id="{00A5DF1F-D6B5-C019-DC6C-6F82A575B5DD}"/>
                </a:ext>
              </a:extLst>
            </p:cNvPr>
            <p:cNvSpPr/>
            <p:nvPr/>
          </p:nvSpPr>
          <p:spPr>
            <a:xfrm>
              <a:off x="-23562300" y="3148525"/>
              <a:ext cx="191400" cy="296150"/>
            </a:xfrm>
            <a:custGeom>
              <a:avLst/>
              <a:gdLst/>
              <a:ahLst/>
              <a:cxnLst/>
              <a:rect l="l" t="t" r="r" b="b"/>
              <a:pathLst>
                <a:path w="7656" h="11846" extrusionOk="0">
                  <a:moveTo>
                    <a:pt x="5545" y="662"/>
                  </a:moveTo>
                  <a:lnTo>
                    <a:pt x="5545" y="1764"/>
                  </a:lnTo>
                  <a:lnTo>
                    <a:pt x="5545" y="4222"/>
                  </a:lnTo>
                  <a:lnTo>
                    <a:pt x="2079" y="4222"/>
                  </a:lnTo>
                  <a:lnTo>
                    <a:pt x="2079" y="1764"/>
                  </a:lnTo>
                  <a:lnTo>
                    <a:pt x="2079" y="662"/>
                  </a:lnTo>
                  <a:close/>
                  <a:moveTo>
                    <a:pt x="3434" y="4883"/>
                  </a:moveTo>
                  <a:lnTo>
                    <a:pt x="3434" y="5608"/>
                  </a:lnTo>
                  <a:lnTo>
                    <a:pt x="2079" y="5608"/>
                  </a:lnTo>
                  <a:lnTo>
                    <a:pt x="2079" y="4883"/>
                  </a:lnTo>
                  <a:close/>
                  <a:moveTo>
                    <a:pt x="5513" y="4883"/>
                  </a:moveTo>
                  <a:lnTo>
                    <a:pt x="5513" y="5608"/>
                  </a:lnTo>
                  <a:lnTo>
                    <a:pt x="4159" y="5608"/>
                  </a:lnTo>
                  <a:lnTo>
                    <a:pt x="4159" y="4883"/>
                  </a:lnTo>
                  <a:close/>
                  <a:moveTo>
                    <a:pt x="3434" y="6301"/>
                  </a:moveTo>
                  <a:lnTo>
                    <a:pt x="3434" y="7026"/>
                  </a:lnTo>
                  <a:lnTo>
                    <a:pt x="2079" y="7026"/>
                  </a:lnTo>
                  <a:lnTo>
                    <a:pt x="2079" y="6301"/>
                  </a:lnTo>
                  <a:close/>
                  <a:moveTo>
                    <a:pt x="5513" y="6301"/>
                  </a:moveTo>
                  <a:lnTo>
                    <a:pt x="5513" y="7026"/>
                  </a:lnTo>
                  <a:lnTo>
                    <a:pt x="4159" y="7026"/>
                  </a:lnTo>
                  <a:lnTo>
                    <a:pt x="4159" y="6301"/>
                  </a:lnTo>
                  <a:close/>
                  <a:moveTo>
                    <a:pt x="3434" y="7687"/>
                  </a:moveTo>
                  <a:lnTo>
                    <a:pt x="3434" y="8380"/>
                  </a:lnTo>
                  <a:lnTo>
                    <a:pt x="2079" y="8380"/>
                  </a:lnTo>
                  <a:lnTo>
                    <a:pt x="2079" y="7687"/>
                  </a:lnTo>
                  <a:close/>
                  <a:moveTo>
                    <a:pt x="5513" y="7687"/>
                  </a:moveTo>
                  <a:lnTo>
                    <a:pt x="5513" y="8380"/>
                  </a:lnTo>
                  <a:lnTo>
                    <a:pt x="4159" y="8380"/>
                  </a:lnTo>
                  <a:lnTo>
                    <a:pt x="4159" y="7687"/>
                  </a:lnTo>
                  <a:close/>
                  <a:moveTo>
                    <a:pt x="1733" y="0"/>
                  </a:moveTo>
                  <a:cubicBezTo>
                    <a:pt x="1544" y="0"/>
                    <a:pt x="1386" y="158"/>
                    <a:pt x="1386" y="347"/>
                  </a:cubicBezTo>
                  <a:lnTo>
                    <a:pt x="1386" y="1449"/>
                  </a:lnTo>
                  <a:lnTo>
                    <a:pt x="1040" y="1449"/>
                  </a:lnTo>
                  <a:cubicBezTo>
                    <a:pt x="441" y="1449"/>
                    <a:pt x="0" y="1922"/>
                    <a:pt x="0" y="2489"/>
                  </a:cubicBezTo>
                  <a:lnTo>
                    <a:pt x="0" y="11846"/>
                  </a:lnTo>
                  <a:lnTo>
                    <a:pt x="2804" y="11846"/>
                  </a:lnTo>
                  <a:lnTo>
                    <a:pt x="2804" y="10491"/>
                  </a:lnTo>
                  <a:lnTo>
                    <a:pt x="4883" y="10491"/>
                  </a:lnTo>
                  <a:cubicBezTo>
                    <a:pt x="4852" y="10586"/>
                    <a:pt x="4852" y="11688"/>
                    <a:pt x="4852" y="11846"/>
                  </a:cubicBezTo>
                  <a:lnTo>
                    <a:pt x="7656" y="11846"/>
                  </a:lnTo>
                  <a:lnTo>
                    <a:pt x="7656" y="2489"/>
                  </a:lnTo>
                  <a:cubicBezTo>
                    <a:pt x="7656" y="1890"/>
                    <a:pt x="7183" y="1449"/>
                    <a:pt x="6616" y="1449"/>
                  </a:cubicBezTo>
                  <a:lnTo>
                    <a:pt x="6270" y="1449"/>
                  </a:lnTo>
                  <a:lnTo>
                    <a:pt x="6270" y="347"/>
                  </a:lnTo>
                  <a:cubicBezTo>
                    <a:pt x="6270" y="158"/>
                    <a:pt x="6112" y="0"/>
                    <a:pt x="592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0" name="Google Shape;14027;p134">
            <a:extLst>
              <a:ext uri="{FF2B5EF4-FFF2-40B4-BE49-F238E27FC236}">
                <a16:creationId xmlns:a16="http://schemas.microsoft.com/office/drawing/2014/main" id="{AE38C7AC-91CB-52A5-23A4-3393FF4DFE26}"/>
              </a:ext>
            </a:extLst>
          </p:cNvPr>
          <p:cNvSpPr/>
          <p:nvPr/>
        </p:nvSpPr>
        <p:spPr>
          <a:xfrm>
            <a:off x="9571347" y="4545664"/>
            <a:ext cx="326928" cy="324443"/>
          </a:xfrm>
          <a:custGeom>
            <a:avLst/>
            <a:gdLst/>
            <a:ahLst/>
            <a:cxnLst/>
            <a:rect l="l" t="t" r="r" b="b"/>
            <a:pathLst>
              <a:path w="11973" h="11882" extrusionOk="0">
                <a:moveTo>
                  <a:pt x="6302" y="725"/>
                </a:moveTo>
                <a:lnTo>
                  <a:pt x="6302" y="1639"/>
                </a:lnTo>
                <a:cubicBezTo>
                  <a:pt x="6302" y="2111"/>
                  <a:pt x="6522" y="2552"/>
                  <a:pt x="6837" y="2867"/>
                </a:cubicBezTo>
                <a:lnTo>
                  <a:pt x="7152" y="3182"/>
                </a:lnTo>
                <a:cubicBezTo>
                  <a:pt x="6900" y="3340"/>
                  <a:pt x="6774" y="3560"/>
                  <a:pt x="6711" y="3749"/>
                </a:cubicBezTo>
                <a:cubicBezTo>
                  <a:pt x="6479" y="3517"/>
                  <a:pt x="6209" y="3407"/>
                  <a:pt x="5942" y="3407"/>
                </a:cubicBezTo>
                <a:cubicBezTo>
                  <a:pt x="5665" y="3407"/>
                  <a:pt x="5392" y="3525"/>
                  <a:pt x="5168" y="3749"/>
                </a:cubicBezTo>
                <a:cubicBezTo>
                  <a:pt x="5042" y="3497"/>
                  <a:pt x="4979" y="3340"/>
                  <a:pt x="4758" y="3151"/>
                </a:cubicBezTo>
                <a:lnTo>
                  <a:pt x="5105" y="2836"/>
                </a:lnTo>
                <a:cubicBezTo>
                  <a:pt x="5420" y="2521"/>
                  <a:pt x="5609" y="2080"/>
                  <a:pt x="5609" y="1607"/>
                </a:cubicBezTo>
                <a:lnTo>
                  <a:pt x="5609" y="725"/>
                </a:lnTo>
                <a:close/>
                <a:moveTo>
                  <a:pt x="5231" y="0"/>
                </a:moveTo>
                <a:cubicBezTo>
                  <a:pt x="5042" y="0"/>
                  <a:pt x="4884" y="158"/>
                  <a:pt x="4884" y="347"/>
                </a:cubicBezTo>
                <a:lnTo>
                  <a:pt x="4884" y="725"/>
                </a:lnTo>
                <a:lnTo>
                  <a:pt x="4884" y="1639"/>
                </a:lnTo>
                <a:cubicBezTo>
                  <a:pt x="4884" y="1922"/>
                  <a:pt x="4758" y="2206"/>
                  <a:pt x="4569" y="2395"/>
                </a:cubicBezTo>
                <a:lnTo>
                  <a:pt x="4096" y="2867"/>
                </a:lnTo>
                <a:lnTo>
                  <a:pt x="4033" y="2867"/>
                </a:lnTo>
                <a:cubicBezTo>
                  <a:pt x="2206" y="2867"/>
                  <a:pt x="127" y="7404"/>
                  <a:pt x="32" y="9830"/>
                </a:cubicBezTo>
                <a:cubicBezTo>
                  <a:pt x="1" y="11311"/>
                  <a:pt x="631" y="11846"/>
                  <a:pt x="1292" y="11846"/>
                </a:cubicBezTo>
                <a:cubicBezTo>
                  <a:pt x="1346" y="11852"/>
                  <a:pt x="1398" y="11855"/>
                  <a:pt x="1450" y="11855"/>
                </a:cubicBezTo>
                <a:cubicBezTo>
                  <a:pt x="2222" y="11855"/>
                  <a:pt x="2817" y="11224"/>
                  <a:pt x="3466" y="10869"/>
                </a:cubicBezTo>
                <a:cubicBezTo>
                  <a:pt x="4033" y="10554"/>
                  <a:pt x="4537" y="10271"/>
                  <a:pt x="4884" y="9767"/>
                </a:cubicBezTo>
                <a:cubicBezTo>
                  <a:pt x="5357" y="9137"/>
                  <a:pt x="5640" y="7593"/>
                  <a:pt x="5640" y="6144"/>
                </a:cubicBezTo>
                <a:lnTo>
                  <a:pt x="5640" y="6144"/>
                </a:lnTo>
                <a:lnTo>
                  <a:pt x="4222" y="7561"/>
                </a:lnTo>
                <a:cubicBezTo>
                  <a:pt x="4222" y="7593"/>
                  <a:pt x="4191" y="7593"/>
                  <a:pt x="4191" y="7624"/>
                </a:cubicBezTo>
                <a:cubicBezTo>
                  <a:pt x="4159" y="7687"/>
                  <a:pt x="4159" y="7687"/>
                  <a:pt x="4096" y="7687"/>
                </a:cubicBezTo>
                <a:lnTo>
                  <a:pt x="2773" y="9011"/>
                </a:lnTo>
                <a:cubicBezTo>
                  <a:pt x="2710" y="9074"/>
                  <a:pt x="2616" y="9105"/>
                  <a:pt x="2525" y="9105"/>
                </a:cubicBezTo>
                <a:cubicBezTo>
                  <a:pt x="2435" y="9105"/>
                  <a:pt x="2348" y="9074"/>
                  <a:pt x="2301" y="9011"/>
                </a:cubicBezTo>
                <a:cubicBezTo>
                  <a:pt x="2175" y="8885"/>
                  <a:pt x="2175" y="8664"/>
                  <a:pt x="2301" y="8538"/>
                </a:cubicBezTo>
                <a:lnTo>
                  <a:pt x="3435" y="7404"/>
                </a:lnTo>
                <a:lnTo>
                  <a:pt x="2994" y="6963"/>
                </a:lnTo>
                <a:cubicBezTo>
                  <a:pt x="2931" y="6900"/>
                  <a:pt x="2899" y="6805"/>
                  <a:pt x="2899" y="6742"/>
                </a:cubicBezTo>
                <a:cubicBezTo>
                  <a:pt x="2899" y="6648"/>
                  <a:pt x="2931" y="6585"/>
                  <a:pt x="2962" y="6490"/>
                </a:cubicBezTo>
                <a:cubicBezTo>
                  <a:pt x="3029" y="6424"/>
                  <a:pt x="3122" y="6384"/>
                  <a:pt x="3213" y="6384"/>
                </a:cubicBezTo>
                <a:cubicBezTo>
                  <a:pt x="3295" y="6384"/>
                  <a:pt x="3375" y="6416"/>
                  <a:pt x="3435" y="6490"/>
                </a:cubicBezTo>
                <a:lnTo>
                  <a:pt x="3907" y="6931"/>
                </a:lnTo>
                <a:lnTo>
                  <a:pt x="5546" y="5262"/>
                </a:lnTo>
                <a:lnTo>
                  <a:pt x="5451" y="4568"/>
                </a:lnTo>
                <a:lnTo>
                  <a:pt x="5703" y="4285"/>
                </a:lnTo>
                <a:cubicBezTo>
                  <a:pt x="5766" y="4222"/>
                  <a:pt x="5861" y="4190"/>
                  <a:pt x="5951" y="4190"/>
                </a:cubicBezTo>
                <a:cubicBezTo>
                  <a:pt x="6042" y="4190"/>
                  <a:pt x="6128" y="4222"/>
                  <a:pt x="6176" y="4285"/>
                </a:cubicBezTo>
                <a:lnTo>
                  <a:pt x="6459" y="4568"/>
                </a:lnTo>
                <a:cubicBezTo>
                  <a:pt x="6428" y="4789"/>
                  <a:pt x="6396" y="5010"/>
                  <a:pt x="6333" y="5262"/>
                </a:cubicBezTo>
                <a:lnTo>
                  <a:pt x="8035" y="6963"/>
                </a:lnTo>
                <a:lnTo>
                  <a:pt x="8476" y="6522"/>
                </a:lnTo>
                <a:cubicBezTo>
                  <a:pt x="8539" y="6475"/>
                  <a:pt x="8625" y="6451"/>
                  <a:pt x="8712" y="6451"/>
                </a:cubicBezTo>
                <a:cubicBezTo>
                  <a:pt x="8799" y="6451"/>
                  <a:pt x="8885" y="6475"/>
                  <a:pt x="8948" y="6522"/>
                </a:cubicBezTo>
                <a:cubicBezTo>
                  <a:pt x="9074" y="6648"/>
                  <a:pt x="9074" y="6900"/>
                  <a:pt x="8948" y="6994"/>
                </a:cubicBezTo>
                <a:lnTo>
                  <a:pt x="8507" y="7435"/>
                </a:lnTo>
                <a:lnTo>
                  <a:pt x="9641" y="8570"/>
                </a:lnTo>
                <a:cubicBezTo>
                  <a:pt x="9767" y="8696"/>
                  <a:pt x="9767" y="8948"/>
                  <a:pt x="9641" y="9042"/>
                </a:cubicBezTo>
                <a:cubicBezTo>
                  <a:pt x="9594" y="9105"/>
                  <a:pt x="9507" y="9137"/>
                  <a:pt x="9417" y="9137"/>
                </a:cubicBezTo>
                <a:cubicBezTo>
                  <a:pt x="9326" y="9137"/>
                  <a:pt x="9232" y="9105"/>
                  <a:pt x="9169" y="9042"/>
                </a:cubicBezTo>
                <a:lnTo>
                  <a:pt x="6302" y="6175"/>
                </a:lnTo>
                <a:lnTo>
                  <a:pt x="6302" y="6175"/>
                </a:lnTo>
                <a:cubicBezTo>
                  <a:pt x="6270" y="7624"/>
                  <a:pt x="6585" y="9168"/>
                  <a:pt x="7058" y="9798"/>
                </a:cubicBezTo>
                <a:cubicBezTo>
                  <a:pt x="7404" y="10302"/>
                  <a:pt x="7909" y="10617"/>
                  <a:pt x="8476" y="10901"/>
                </a:cubicBezTo>
                <a:cubicBezTo>
                  <a:pt x="9136" y="11291"/>
                  <a:pt x="9711" y="11882"/>
                  <a:pt x="10527" y="11882"/>
                </a:cubicBezTo>
                <a:cubicBezTo>
                  <a:pt x="10567" y="11882"/>
                  <a:pt x="10608" y="11881"/>
                  <a:pt x="10649" y="11878"/>
                </a:cubicBezTo>
                <a:cubicBezTo>
                  <a:pt x="11028" y="11846"/>
                  <a:pt x="11973" y="11626"/>
                  <a:pt x="11910" y="9893"/>
                </a:cubicBezTo>
                <a:cubicBezTo>
                  <a:pt x="11752" y="7372"/>
                  <a:pt x="9673" y="2836"/>
                  <a:pt x="7846" y="2836"/>
                </a:cubicBezTo>
                <a:lnTo>
                  <a:pt x="7751" y="2836"/>
                </a:lnTo>
                <a:lnTo>
                  <a:pt x="7310" y="2363"/>
                </a:lnTo>
                <a:cubicBezTo>
                  <a:pt x="7089" y="2174"/>
                  <a:pt x="6963" y="1891"/>
                  <a:pt x="6963" y="1607"/>
                </a:cubicBezTo>
                <a:lnTo>
                  <a:pt x="6963" y="725"/>
                </a:lnTo>
                <a:lnTo>
                  <a:pt x="6963" y="347"/>
                </a:lnTo>
                <a:cubicBezTo>
                  <a:pt x="6963" y="158"/>
                  <a:pt x="6806" y="0"/>
                  <a:pt x="6617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71" name="Google Shape;14028;p134">
            <a:extLst>
              <a:ext uri="{FF2B5EF4-FFF2-40B4-BE49-F238E27FC236}">
                <a16:creationId xmlns:a16="http://schemas.microsoft.com/office/drawing/2014/main" id="{C7CAC9B3-AD96-B4AE-0572-812CFA0D5100}"/>
              </a:ext>
            </a:extLst>
          </p:cNvPr>
          <p:cNvGrpSpPr/>
          <p:nvPr/>
        </p:nvGrpSpPr>
        <p:grpSpPr>
          <a:xfrm>
            <a:off x="9572656" y="4968248"/>
            <a:ext cx="323487" cy="304564"/>
            <a:chOff x="-23615075" y="3906200"/>
            <a:chExt cx="296175" cy="278850"/>
          </a:xfrm>
          <a:solidFill>
            <a:schemeClr val="accent1">
              <a:lumMod val="75000"/>
            </a:schemeClr>
          </a:solidFill>
        </p:grpSpPr>
        <p:sp>
          <p:nvSpPr>
            <p:cNvPr id="572" name="Google Shape;14029;p134">
              <a:extLst>
                <a:ext uri="{FF2B5EF4-FFF2-40B4-BE49-F238E27FC236}">
                  <a16:creationId xmlns:a16="http://schemas.microsoft.com/office/drawing/2014/main" id="{2A81AF9E-6FD4-7099-4FFA-45E8B59330EA}"/>
                </a:ext>
              </a:extLst>
            </p:cNvPr>
            <p:cNvSpPr/>
            <p:nvPr/>
          </p:nvSpPr>
          <p:spPr>
            <a:xfrm>
              <a:off x="-23615075" y="3954250"/>
              <a:ext cx="296175" cy="193775"/>
            </a:xfrm>
            <a:custGeom>
              <a:avLst/>
              <a:gdLst/>
              <a:ahLst/>
              <a:cxnLst/>
              <a:rect l="l" t="t" r="r" b="b"/>
              <a:pathLst>
                <a:path w="11847" h="7751" extrusionOk="0">
                  <a:moveTo>
                    <a:pt x="10838" y="2993"/>
                  </a:moveTo>
                  <a:cubicBezTo>
                    <a:pt x="11027" y="2993"/>
                    <a:pt x="11185" y="3119"/>
                    <a:pt x="11185" y="3340"/>
                  </a:cubicBezTo>
                  <a:cubicBezTo>
                    <a:pt x="11153" y="3403"/>
                    <a:pt x="11153" y="3497"/>
                    <a:pt x="11059" y="3529"/>
                  </a:cubicBezTo>
                  <a:cubicBezTo>
                    <a:pt x="10996" y="3592"/>
                    <a:pt x="10901" y="3687"/>
                    <a:pt x="10806" y="3687"/>
                  </a:cubicBezTo>
                  <a:lnTo>
                    <a:pt x="1040" y="3687"/>
                  </a:lnTo>
                  <a:cubicBezTo>
                    <a:pt x="914" y="3687"/>
                    <a:pt x="819" y="3655"/>
                    <a:pt x="756" y="3529"/>
                  </a:cubicBezTo>
                  <a:cubicBezTo>
                    <a:pt x="725" y="3497"/>
                    <a:pt x="662" y="3403"/>
                    <a:pt x="662" y="3340"/>
                  </a:cubicBezTo>
                  <a:cubicBezTo>
                    <a:pt x="662" y="3119"/>
                    <a:pt x="819" y="2993"/>
                    <a:pt x="1040" y="2993"/>
                  </a:cubicBezTo>
                  <a:close/>
                  <a:moveTo>
                    <a:pt x="9735" y="4411"/>
                  </a:moveTo>
                  <a:cubicBezTo>
                    <a:pt x="9641" y="4947"/>
                    <a:pt x="9357" y="5671"/>
                    <a:pt x="8507" y="6364"/>
                  </a:cubicBezTo>
                  <a:cubicBezTo>
                    <a:pt x="8444" y="6396"/>
                    <a:pt x="8349" y="6459"/>
                    <a:pt x="8318" y="6459"/>
                  </a:cubicBezTo>
                  <a:cubicBezTo>
                    <a:pt x="8192" y="6459"/>
                    <a:pt x="8129" y="6396"/>
                    <a:pt x="8034" y="6333"/>
                  </a:cubicBezTo>
                  <a:cubicBezTo>
                    <a:pt x="7908" y="6175"/>
                    <a:pt x="7971" y="5986"/>
                    <a:pt x="8066" y="5860"/>
                  </a:cubicBezTo>
                  <a:cubicBezTo>
                    <a:pt x="8696" y="5356"/>
                    <a:pt x="8948" y="4821"/>
                    <a:pt x="9011" y="4411"/>
                  </a:cubicBezTo>
                  <a:close/>
                  <a:moveTo>
                    <a:pt x="3497" y="0"/>
                  </a:moveTo>
                  <a:cubicBezTo>
                    <a:pt x="3434" y="95"/>
                    <a:pt x="3340" y="221"/>
                    <a:pt x="3214" y="347"/>
                  </a:cubicBezTo>
                  <a:lnTo>
                    <a:pt x="2237" y="1324"/>
                  </a:lnTo>
                  <a:cubicBezTo>
                    <a:pt x="2111" y="1450"/>
                    <a:pt x="1985" y="1576"/>
                    <a:pt x="1765" y="1639"/>
                  </a:cubicBezTo>
                  <a:lnTo>
                    <a:pt x="2174" y="2237"/>
                  </a:lnTo>
                  <a:lnTo>
                    <a:pt x="1040" y="2237"/>
                  </a:lnTo>
                  <a:cubicBezTo>
                    <a:pt x="441" y="2237"/>
                    <a:pt x="0" y="2710"/>
                    <a:pt x="0" y="3245"/>
                  </a:cubicBezTo>
                  <a:cubicBezTo>
                    <a:pt x="0" y="3497"/>
                    <a:pt x="63" y="3687"/>
                    <a:pt x="189" y="3876"/>
                  </a:cubicBezTo>
                  <a:cubicBezTo>
                    <a:pt x="315" y="4096"/>
                    <a:pt x="504" y="4191"/>
                    <a:pt x="756" y="4254"/>
                  </a:cubicBezTo>
                  <a:cubicBezTo>
                    <a:pt x="945" y="6018"/>
                    <a:pt x="1765" y="6932"/>
                    <a:pt x="2930" y="7719"/>
                  </a:cubicBezTo>
                  <a:cubicBezTo>
                    <a:pt x="2962" y="7751"/>
                    <a:pt x="3025" y="7751"/>
                    <a:pt x="3119" y="7751"/>
                  </a:cubicBezTo>
                  <a:lnTo>
                    <a:pt x="8696" y="7751"/>
                  </a:lnTo>
                  <a:cubicBezTo>
                    <a:pt x="8790" y="7751"/>
                    <a:pt x="8822" y="7719"/>
                    <a:pt x="8916" y="7719"/>
                  </a:cubicBezTo>
                  <a:cubicBezTo>
                    <a:pt x="10239" y="6805"/>
                    <a:pt x="10932" y="5671"/>
                    <a:pt x="11090" y="4254"/>
                  </a:cubicBezTo>
                  <a:cubicBezTo>
                    <a:pt x="11311" y="4159"/>
                    <a:pt x="11500" y="4033"/>
                    <a:pt x="11626" y="3876"/>
                  </a:cubicBezTo>
                  <a:cubicBezTo>
                    <a:pt x="11752" y="3687"/>
                    <a:pt x="11815" y="3497"/>
                    <a:pt x="11815" y="3245"/>
                  </a:cubicBezTo>
                  <a:cubicBezTo>
                    <a:pt x="11846" y="2741"/>
                    <a:pt x="11374" y="2269"/>
                    <a:pt x="10775" y="2269"/>
                  </a:cubicBezTo>
                  <a:lnTo>
                    <a:pt x="10712" y="2269"/>
                  </a:lnTo>
                  <a:cubicBezTo>
                    <a:pt x="10996" y="1733"/>
                    <a:pt x="11153" y="1135"/>
                    <a:pt x="11153" y="536"/>
                  </a:cubicBezTo>
                  <a:cubicBezTo>
                    <a:pt x="11153" y="347"/>
                    <a:pt x="10996" y="189"/>
                    <a:pt x="10775" y="189"/>
                  </a:cubicBezTo>
                  <a:cubicBezTo>
                    <a:pt x="9326" y="189"/>
                    <a:pt x="8034" y="1009"/>
                    <a:pt x="7404" y="2269"/>
                  </a:cubicBezTo>
                  <a:lnTo>
                    <a:pt x="6301" y="2269"/>
                  </a:lnTo>
                  <a:lnTo>
                    <a:pt x="349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14030;p134">
              <a:extLst>
                <a:ext uri="{FF2B5EF4-FFF2-40B4-BE49-F238E27FC236}">
                  <a16:creationId xmlns:a16="http://schemas.microsoft.com/office/drawing/2014/main" id="{2BF85412-B9F4-2EF0-59E6-F5E11EAC8E1F}"/>
                </a:ext>
              </a:extLst>
            </p:cNvPr>
            <p:cNvSpPr/>
            <p:nvPr/>
          </p:nvSpPr>
          <p:spPr>
            <a:xfrm>
              <a:off x="-23615075" y="3906200"/>
              <a:ext cx="77200" cy="77225"/>
            </a:xfrm>
            <a:custGeom>
              <a:avLst/>
              <a:gdLst/>
              <a:ahLst/>
              <a:cxnLst/>
              <a:rect l="l" t="t" r="r" b="b"/>
              <a:pathLst>
                <a:path w="3088" h="3089" extrusionOk="0">
                  <a:moveTo>
                    <a:pt x="2009" y="1"/>
                  </a:moveTo>
                  <a:cubicBezTo>
                    <a:pt x="1733" y="1"/>
                    <a:pt x="1465" y="95"/>
                    <a:pt x="1292" y="284"/>
                  </a:cubicBezTo>
                  <a:lnTo>
                    <a:pt x="315" y="1292"/>
                  </a:lnTo>
                  <a:cubicBezTo>
                    <a:pt x="126" y="1481"/>
                    <a:pt x="0" y="1765"/>
                    <a:pt x="0" y="2017"/>
                  </a:cubicBezTo>
                  <a:cubicBezTo>
                    <a:pt x="0" y="2301"/>
                    <a:pt x="126" y="2584"/>
                    <a:pt x="315" y="2773"/>
                  </a:cubicBezTo>
                  <a:cubicBezTo>
                    <a:pt x="504" y="2962"/>
                    <a:pt x="756" y="3088"/>
                    <a:pt x="1040" y="3088"/>
                  </a:cubicBezTo>
                  <a:cubicBezTo>
                    <a:pt x="1292" y="3088"/>
                    <a:pt x="1576" y="2962"/>
                    <a:pt x="1765" y="2773"/>
                  </a:cubicBezTo>
                  <a:lnTo>
                    <a:pt x="2773" y="1796"/>
                  </a:lnTo>
                  <a:cubicBezTo>
                    <a:pt x="2962" y="1576"/>
                    <a:pt x="3088" y="1324"/>
                    <a:pt x="3088" y="1040"/>
                  </a:cubicBezTo>
                  <a:cubicBezTo>
                    <a:pt x="3088" y="757"/>
                    <a:pt x="2962" y="505"/>
                    <a:pt x="2773" y="284"/>
                  </a:cubicBezTo>
                  <a:cubicBezTo>
                    <a:pt x="2568" y="95"/>
                    <a:pt x="2284" y="1"/>
                    <a:pt x="20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14031;p134">
              <a:extLst>
                <a:ext uri="{FF2B5EF4-FFF2-40B4-BE49-F238E27FC236}">
                  <a16:creationId xmlns:a16="http://schemas.microsoft.com/office/drawing/2014/main" id="{CF78AA8D-D3D2-C436-8B1A-FDE350E122C0}"/>
                </a:ext>
              </a:extLst>
            </p:cNvPr>
            <p:cNvSpPr/>
            <p:nvPr/>
          </p:nvSpPr>
          <p:spPr>
            <a:xfrm>
              <a:off x="-23543400" y="4167700"/>
              <a:ext cx="153600" cy="17350"/>
            </a:xfrm>
            <a:custGeom>
              <a:avLst/>
              <a:gdLst/>
              <a:ahLst/>
              <a:cxnLst/>
              <a:rect l="l" t="t" r="r" b="b"/>
              <a:pathLst>
                <a:path w="6144" h="694" extrusionOk="0">
                  <a:moveTo>
                    <a:pt x="0" y="0"/>
                  </a:moveTo>
                  <a:cubicBezTo>
                    <a:pt x="158" y="378"/>
                    <a:pt x="536" y="693"/>
                    <a:pt x="1008" y="693"/>
                  </a:cubicBezTo>
                  <a:lnTo>
                    <a:pt x="5167" y="693"/>
                  </a:lnTo>
                  <a:cubicBezTo>
                    <a:pt x="5608" y="693"/>
                    <a:pt x="5986" y="441"/>
                    <a:pt x="61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5" name="Google Shape;14032;p134">
            <a:extLst>
              <a:ext uri="{FF2B5EF4-FFF2-40B4-BE49-F238E27FC236}">
                <a16:creationId xmlns:a16="http://schemas.microsoft.com/office/drawing/2014/main" id="{A4459612-DC71-C0C8-0746-706BFA19EF18}"/>
              </a:ext>
            </a:extLst>
          </p:cNvPr>
          <p:cNvSpPr/>
          <p:nvPr/>
        </p:nvSpPr>
        <p:spPr>
          <a:xfrm>
            <a:off x="8764777" y="5364288"/>
            <a:ext cx="322613" cy="321767"/>
          </a:xfrm>
          <a:custGeom>
            <a:avLst/>
            <a:gdLst/>
            <a:ahLst/>
            <a:cxnLst/>
            <a:rect l="l" t="t" r="r" b="b"/>
            <a:pathLst>
              <a:path w="11815" h="11784" extrusionOk="0">
                <a:moveTo>
                  <a:pt x="6616" y="3434"/>
                </a:moveTo>
                <a:cubicBezTo>
                  <a:pt x="7215" y="3434"/>
                  <a:pt x="7625" y="3907"/>
                  <a:pt x="7625" y="4474"/>
                </a:cubicBezTo>
                <a:lnTo>
                  <a:pt x="7625" y="5514"/>
                </a:lnTo>
                <a:lnTo>
                  <a:pt x="6742" y="5514"/>
                </a:lnTo>
                <a:cubicBezTo>
                  <a:pt x="6648" y="5451"/>
                  <a:pt x="6585" y="5325"/>
                  <a:pt x="6490" y="5262"/>
                </a:cubicBezTo>
                <a:cubicBezTo>
                  <a:pt x="5986" y="4789"/>
                  <a:pt x="5388" y="4411"/>
                  <a:pt x="4695" y="4222"/>
                </a:cubicBezTo>
                <a:lnTo>
                  <a:pt x="4569" y="3434"/>
                </a:lnTo>
                <a:close/>
                <a:moveTo>
                  <a:pt x="3466" y="4884"/>
                </a:moveTo>
                <a:lnTo>
                  <a:pt x="3466" y="5577"/>
                </a:lnTo>
                <a:cubicBezTo>
                  <a:pt x="3056" y="5640"/>
                  <a:pt x="2678" y="5797"/>
                  <a:pt x="2363" y="6018"/>
                </a:cubicBezTo>
                <a:lnTo>
                  <a:pt x="1891" y="5577"/>
                </a:lnTo>
                <a:cubicBezTo>
                  <a:pt x="2332" y="5199"/>
                  <a:pt x="2867" y="4978"/>
                  <a:pt x="3466" y="4884"/>
                </a:cubicBezTo>
                <a:close/>
                <a:moveTo>
                  <a:pt x="4128" y="4852"/>
                </a:moveTo>
                <a:cubicBezTo>
                  <a:pt x="4726" y="4947"/>
                  <a:pt x="5262" y="5167"/>
                  <a:pt x="5703" y="5514"/>
                </a:cubicBezTo>
                <a:lnTo>
                  <a:pt x="5230" y="6049"/>
                </a:lnTo>
                <a:cubicBezTo>
                  <a:pt x="4915" y="5797"/>
                  <a:pt x="4537" y="5640"/>
                  <a:pt x="4128" y="5577"/>
                </a:cubicBezTo>
                <a:lnTo>
                  <a:pt x="4128" y="4852"/>
                </a:lnTo>
                <a:close/>
                <a:moveTo>
                  <a:pt x="1387" y="6049"/>
                </a:moveTo>
                <a:lnTo>
                  <a:pt x="1859" y="6522"/>
                </a:lnTo>
                <a:cubicBezTo>
                  <a:pt x="1607" y="6837"/>
                  <a:pt x="1450" y="7215"/>
                  <a:pt x="1387" y="7625"/>
                </a:cubicBezTo>
                <a:lnTo>
                  <a:pt x="662" y="7625"/>
                </a:lnTo>
                <a:cubicBezTo>
                  <a:pt x="788" y="7026"/>
                  <a:pt x="1009" y="6459"/>
                  <a:pt x="1387" y="6049"/>
                </a:cubicBezTo>
                <a:close/>
                <a:moveTo>
                  <a:pt x="6175" y="6049"/>
                </a:moveTo>
                <a:cubicBezTo>
                  <a:pt x="6553" y="6459"/>
                  <a:pt x="6774" y="7026"/>
                  <a:pt x="6837" y="7625"/>
                </a:cubicBezTo>
                <a:lnTo>
                  <a:pt x="6175" y="7625"/>
                </a:lnTo>
                <a:cubicBezTo>
                  <a:pt x="6112" y="7215"/>
                  <a:pt x="5955" y="6837"/>
                  <a:pt x="5703" y="6522"/>
                </a:cubicBezTo>
                <a:lnTo>
                  <a:pt x="6175" y="6049"/>
                </a:lnTo>
                <a:close/>
                <a:moveTo>
                  <a:pt x="1418" y="8318"/>
                </a:moveTo>
                <a:cubicBezTo>
                  <a:pt x="1481" y="8727"/>
                  <a:pt x="1670" y="9105"/>
                  <a:pt x="1891" y="9420"/>
                </a:cubicBezTo>
                <a:lnTo>
                  <a:pt x="1418" y="9893"/>
                </a:lnTo>
                <a:cubicBezTo>
                  <a:pt x="1009" y="9452"/>
                  <a:pt x="788" y="8916"/>
                  <a:pt x="693" y="8318"/>
                </a:cubicBezTo>
                <a:close/>
                <a:moveTo>
                  <a:pt x="6931" y="8318"/>
                </a:moveTo>
                <a:cubicBezTo>
                  <a:pt x="6805" y="8916"/>
                  <a:pt x="6585" y="9452"/>
                  <a:pt x="6207" y="9893"/>
                </a:cubicBezTo>
                <a:lnTo>
                  <a:pt x="5766" y="9420"/>
                </a:lnTo>
                <a:cubicBezTo>
                  <a:pt x="5986" y="9105"/>
                  <a:pt x="6144" y="8727"/>
                  <a:pt x="6207" y="8318"/>
                </a:cubicBezTo>
                <a:close/>
                <a:moveTo>
                  <a:pt x="2363" y="9893"/>
                </a:moveTo>
                <a:cubicBezTo>
                  <a:pt x="2678" y="10145"/>
                  <a:pt x="3056" y="10303"/>
                  <a:pt x="3466" y="10366"/>
                </a:cubicBezTo>
                <a:lnTo>
                  <a:pt x="3466" y="11027"/>
                </a:lnTo>
                <a:cubicBezTo>
                  <a:pt x="2867" y="10964"/>
                  <a:pt x="2332" y="10712"/>
                  <a:pt x="1891" y="10366"/>
                </a:cubicBezTo>
                <a:lnTo>
                  <a:pt x="2363" y="9893"/>
                </a:lnTo>
                <a:close/>
                <a:moveTo>
                  <a:pt x="5230" y="9861"/>
                </a:moveTo>
                <a:lnTo>
                  <a:pt x="5703" y="10334"/>
                </a:lnTo>
                <a:cubicBezTo>
                  <a:pt x="5262" y="10744"/>
                  <a:pt x="4726" y="10996"/>
                  <a:pt x="4128" y="11027"/>
                </a:cubicBezTo>
                <a:lnTo>
                  <a:pt x="4128" y="10334"/>
                </a:lnTo>
                <a:cubicBezTo>
                  <a:pt x="4537" y="10240"/>
                  <a:pt x="4915" y="10082"/>
                  <a:pt x="5230" y="9861"/>
                </a:cubicBezTo>
                <a:close/>
                <a:moveTo>
                  <a:pt x="9326" y="10366"/>
                </a:moveTo>
                <a:cubicBezTo>
                  <a:pt x="9546" y="10366"/>
                  <a:pt x="9704" y="10523"/>
                  <a:pt x="9704" y="10712"/>
                </a:cubicBezTo>
                <a:cubicBezTo>
                  <a:pt x="9672" y="10933"/>
                  <a:pt x="9546" y="11090"/>
                  <a:pt x="9326" y="11090"/>
                </a:cubicBezTo>
                <a:cubicBezTo>
                  <a:pt x="9137" y="11090"/>
                  <a:pt x="8979" y="10933"/>
                  <a:pt x="8979" y="10712"/>
                </a:cubicBezTo>
                <a:cubicBezTo>
                  <a:pt x="8979" y="10523"/>
                  <a:pt x="9137" y="10366"/>
                  <a:pt x="9326" y="10366"/>
                </a:cubicBezTo>
                <a:close/>
                <a:moveTo>
                  <a:pt x="1103" y="0"/>
                </a:moveTo>
                <a:cubicBezTo>
                  <a:pt x="504" y="0"/>
                  <a:pt x="63" y="473"/>
                  <a:pt x="63" y="1040"/>
                </a:cubicBezTo>
                <a:cubicBezTo>
                  <a:pt x="63" y="1576"/>
                  <a:pt x="536" y="2048"/>
                  <a:pt x="1103" y="2048"/>
                </a:cubicBezTo>
                <a:cubicBezTo>
                  <a:pt x="2048" y="2048"/>
                  <a:pt x="2363" y="2836"/>
                  <a:pt x="2489" y="3497"/>
                </a:cubicBezTo>
                <a:lnTo>
                  <a:pt x="2584" y="4348"/>
                </a:lnTo>
                <a:cubicBezTo>
                  <a:pt x="1072" y="4852"/>
                  <a:pt x="0" y="6301"/>
                  <a:pt x="0" y="7971"/>
                </a:cubicBezTo>
                <a:cubicBezTo>
                  <a:pt x="0" y="10050"/>
                  <a:pt x="1702" y="11783"/>
                  <a:pt x="3812" y="11783"/>
                </a:cubicBezTo>
                <a:cubicBezTo>
                  <a:pt x="5797" y="11783"/>
                  <a:pt x="7436" y="10240"/>
                  <a:pt x="7593" y="8318"/>
                </a:cubicBezTo>
                <a:lnTo>
                  <a:pt x="9011" y="8318"/>
                </a:lnTo>
                <a:lnTo>
                  <a:pt x="9011" y="9767"/>
                </a:lnTo>
                <a:cubicBezTo>
                  <a:pt x="8633" y="9924"/>
                  <a:pt x="8318" y="10271"/>
                  <a:pt x="8318" y="10744"/>
                </a:cubicBezTo>
                <a:cubicBezTo>
                  <a:pt x="8318" y="11342"/>
                  <a:pt x="8790" y="11783"/>
                  <a:pt x="9326" y="11783"/>
                </a:cubicBezTo>
                <a:cubicBezTo>
                  <a:pt x="9767" y="11783"/>
                  <a:pt x="10145" y="11500"/>
                  <a:pt x="10302" y="11059"/>
                </a:cubicBezTo>
                <a:lnTo>
                  <a:pt x="11468" y="11059"/>
                </a:lnTo>
                <a:cubicBezTo>
                  <a:pt x="11657" y="11059"/>
                  <a:pt x="11815" y="10901"/>
                  <a:pt x="11815" y="10712"/>
                </a:cubicBezTo>
                <a:cubicBezTo>
                  <a:pt x="11815" y="10555"/>
                  <a:pt x="11657" y="10397"/>
                  <a:pt x="11468" y="10397"/>
                </a:cubicBezTo>
                <a:lnTo>
                  <a:pt x="10302" y="10397"/>
                </a:lnTo>
                <a:cubicBezTo>
                  <a:pt x="10208" y="10145"/>
                  <a:pt x="9956" y="9893"/>
                  <a:pt x="9672" y="9767"/>
                </a:cubicBezTo>
                <a:lnTo>
                  <a:pt x="9672" y="8318"/>
                </a:lnTo>
                <a:lnTo>
                  <a:pt x="10744" y="8318"/>
                </a:lnTo>
                <a:cubicBezTo>
                  <a:pt x="10933" y="8318"/>
                  <a:pt x="11122" y="8160"/>
                  <a:pt x="11122" y="7971"/>
                </a:cubicBezTo>
                <a:cubicBezTo>
                  <a:pt x="11122" y="7782"/>
                  <a:pt x="10933" y="7593"/>
                  <a:pt x="10744" y="7593"/>
                </a:cubicBezTo>
                <a:lnTo>
                  <a:pt x="10397" y="7593"/>
                </a:lnTo>
                <a:lnTo>
                  <a:pt x="10397" y="7247"/>
                </a:lnTo>
                <a:cubicBezTo>
                  <a:pt x="10397" y="6301"/>
                  <a:pt x="9609" y="5514"/>
                  <a:pt x="8664" y="5514"/>
                </a:cubicBezTo>
                <a:lnTo>
                  <a:pt x="8318" y="5514"/>
                </a:lnTo>
                <a:lnTo>
                  <a:pt x="8318" y="4506"/>
                </a:lnTo>
                <a:cubicBezTo>
                  <a:pt x="8318" y="3560"/>
                  <a:pt x="7530" y="2773"/>
                  <a:pt x="6585" y="2773"/>
                </a:cubicBezTo>
                <a:lnTo>
                  <a:pt x="4411" y="2773"/>
                </a:lnTo>
                <a:cubicBezTo>
                  <a:pt x="3970" y="1040"/>
                  <a:pt x="2741" y="0"/>
                  <a:pt x="1103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76" name="Google Shape;14033;p134">
            <a:extLst>
              <a:ext uri="{FF2B5EF4-FFF2-40B4-BE49-F238E27FC236}">
                <a16:creationId xmlns:a16="http://schemas.microsoft.com/office/drawing/2014/main" id="{3A4576D5-2297-DC08-672D-8705BED22214}"/>
              </a:ext>
            </a:extLst>
          </p:cNvPr>
          <p:cNvGrpSpPr/>
          <p:nvPr/>
        </p:nvGrpSpPr>
        <p:grpSpPr>
          <a:xfrm>
            <a:off x="9159138" y="2835380"/>
            <a:ext cx="324334" cy="323241"/>
            <a:chOff x="-26980600" y="3175500"/>
            <a:chExt cx="296950" cy="295950"/>
          </a:xfrm>
          <a:solidFill>
            <a:schemeClr val="accent1">
              <a:lumMod val="75000"/>
            </a:schemeClr>
          </a:solidFill>
        </p:grpSpPr>
        <p:sp>
          <p:nvSpPr>
            <p:cNvPr id="577" name="Google Shape;14034;p134">
              <a:extLst>
                <a:ext uri="{FF2B5EF4-FFF2-40B4-BE49-F238E27FC236}">
                  <a16:creationId xmlns:a16="http://schemas.microsoft.com/office/drawing/2014/main" id="{42FC9B93-C0FB-8C89-21AE-C0BEA60D3D33}"/>
                </a:ext>
              </a:extLst>
            </p:cNvPr>
            <p:cNvSpPr/>
            <p:nvPr/>
          </p:nvSpPr>
          <p:spPr>
            <a:xfrm>
              <a:off x="-26798650" y="3175500"/>
              <a:ext cx="115000" cy="114025"/>
            </a:xfrm>
            <a:custGeom>
              <a:avLst/>
              <a:gdLst/>
              <a:ahLst/>
              <a:cxnLst/>
              <a:rect l="l" t="t" r="r" b="b"/>
              <a:pathLst>
                <a:path w="4600" h="4561" extrusionOk="0">
                  <a:moveTo>
                    <a:pt x="1115" y="0"/>
                  </a:moveTo>
                  <a:cubicBezTo>
                    <a:pt x="851" y="0"/>
                    <a:pt x="583" y="102"/>
                    <a:pt x="378" y="307"/>
                  </a:cubicBezTo>
                  <a:cubicBezTo>
                    <a:pt x="0" y="685"/>
                    <a:pt x="0" y="1378"/>
                    <a:pt x="378" y="1756"/>
                  </a:cubicBezTo>
                  <a:lnTo>
                    <a:pt x="2773" y="4245"/>
                  </a:lnTo>
                  <a:cubicBezTo>
                    <a:pt x="2962" y="4434"/>
                    <a:pt x="3245" y="4560"/>
                    <a:pt x="3529" y="4560"/>
                  </a:cubicBezTo>
                  <a:cubicBezTo>
                    <a:pt x="3812" y="4560"/>
                    <a:pt x="4064" y="4434"/>
                    <a:pt x="4285" y="4245"/>
                  </a:cubicBezTo>
                  <a:cubicBezTo>
                    <a:pt x="4474" y="4056"/>
                    <a:pt x="4600" y="3773"/>
                    <a:pt x="4600" y="3489"/>
                  </a:cubicBezTo>
                  <a:cubicBezTo>
                    <a:pt x="4600" y="3206"/>
                    <a:pt x="4474" y="2954"/>
                    <a:pt x="4285" y="2733"/>
                  </a:cubicBezTo>
                  <a:lnTo>
                    <a:pt x="1828" y="307"/>
                  </a:lnTo>
                  <a:cubicBezTo>
                    <a:pt x="1639" y="102"/>
                    <a:pt x="1379" y="0"/>
                    <a:pt x="11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14035;p134">
              <a:extLst>
                <a:ext uri="{FF2B5EF4-FFF2-40B4-BE49-F238E27FC236}">
                  <a16:creationId xmlns:a16="http://schemas.microsoft.com/office/drawing/2014/main" id="{D51692E4-EC01-E7BD-544F-4C83C9064CD6}"/>
                </a:ext>
              </a:extLst>
            </p:cNvPr>
            <p:cNvSpPr/>
            <p:nvPr/>
          </p:nvSpPr>
          <p:spPr>
            <a:xfrm>
              <a:off x="-26980600" y="3325725"/>
              <a:ext cx="168575" cy="145725"/>
            </a:xfrm>
            <a:custGeom>
              <a:avLst/>
              <a:gdLst/>
              <a:ahLst/>
              <a:cxnLst/>
              <a:rect l="l" t="t" r="r" b="b"/>
              <a:pathLst>
                <a:path w="6743" h="5829" extrusionOk="0">
                  <a:moveTo>
                    <a:pt x="3797" y="2167"/>
                  </a:moveTo>
                  <a:cubicBezTo>
                    <a:pt x="3884" y="2167"/>
                    <a:pt x="3970" y="2190"/>
                    <a:pt x="4033" y="2237"/>
                  </a:cubicBezTo>
                  <a:cubicBezTo>
                    <a:pt x="4159" y="2363"/>
                    <a:pt x="4159" y="2616"/>
                    <a:pt x="4033" y="2710"/>
                  </a:cubicBezTo>
                  <a:cubicBezTo>
                    <a:pt x="3970" y="2773"/>
                    <a:pt x="3884" y="2805"/>
                    <a:pt x="3797" y="2805"/>
                  </a:cubicBezTo>
                  <a:cubicBezTo>
                    <a:pt x="3710" y="2805"/>
                    <a:pt x="3624" y="2773"/>
                    <a:pt x="3561" y="2710"/>
                  </a:cubicBezTo>
                  <a:cubicBezTo>
                    <a:pt x="3435" y="2616"/>
                    <a:pt x="3435" y="2363"/>
                    <a:pt x="3561" y="2237"/>
                  </a:cubicBezTo>
                  <a:cubicBezTo>
                    <a:pt x="3624" y="2190"/>
                    <a:pt x="3710" y="2167"/>
                    <a:pt x="3797" y="2167"/>
                  </a:cubicBezTo>
                  <a:close/>
                  <a:moveTo>
                    <a:pt x="2336" y="2639"/>
                  </a:moveTo>
                  <a:cubicBezTo>
                    <a:pt x="2426" y="2639"/>
                    <a:pt x="2521" y="2663"/>
                    <a:pt x="2584" y="2710"/>
                  </a:cubicBezTo>
                  <a:cubicBezTo>
                    <a:pt x="2679" y="2836"/>
                    <a:pt x="2679" y="3057"/>
                    <a:pt x="2584" y="3183"/>
                  </a:cubicBezTo>
                  <a:cubicBezTo>
                    <a:pt x="2521" y="3246"/>
                    <a:pt x="2426" y="3277"/>
                    <a:pt x="2336" y="3277"/>
                  </a:cubicBezTo>
                  <a:cubicBezTo>
                    <a:pt x="2245" y="3277"/>
                    <a:pt x="2159" y="3246"/>
                    <a:pt x="2111" y="3183"/>
                  </a:cubicBezTo>
                  <a:cubicBezTo>
                    <a:pt x="1985" y="3057"/>
                    <a:pt x="1985" y="2868"/>
                    <a:pt x="2111" y="2710"/>
                  </a:cubicBezTo>
                  <a:cubicBezTo>
                    <a:pt x="2159" y="2663"/>
                    <a:pt x="2245" y="2639"/>
                    <a:pt x="2336" y="2639"/>
                  </a:cubicBezTo>
                  <a:close/>
                  <a:moveTo>
                    <a:pt x="2931" y="1"/>
                  </a:moveTo>
                  <a:lnTo>
                    <a:pt x="599" y="2332"/>
                  </a:lnTo>
                  <a:cubicBezTo>
                    <a:pt x="221" y="2710"/>
                    <a:pt x="1" y="3214"/>
                    <a:pt x="1" y="3781"/>
                  </a:cubicBezTo>
                  <a:cubicBezTo>
                    <a:pt x="1" y="4317"/>
                    <a:pt x="221" y="4852"/>
                    <a:pt x="599" y="5230"/>
                  </a:cubicBezTo>
                  <a:cubicBezTo>
                    <a:pt x="1009" y="5608"/>
                    <a:pt x="1513" y="5829"/>
                    <a:pt x="2048" y="5829"/>
                  </a:cubicBezTo>
                  <a:cubicBezTo>
                    <a:pt x="2616" y="5829"/>
                    <a:pt x="3120" y="5640"/>
                    <a:pt x="3529" y="5230"/>
                  </a:cubicBezTo>
                  <a:lnTo>
                    <a:pt x="6743" y="2048"/>
                  </a:lnTo>
                  <a:cubicBezTo>
                    <a:pt x="6743" y="2017"/>
                    <a:pt x="6711" y="1954"/>
                    <a:pt x="6711" y="1922"/>
                  </a:cubicBezTo>
                  <a:cubicBezTo>
                    <a:pt x="6396" y="1418"/>
                    <a:pt x="5829" y="1103"/>
                    <a:pt x="5136" y="1103"/>
                  </a:cubicBezTo>
                  <a:lnTo>
                    <a:pt x="5104" y="1103"/>
                  </a:lnTo>
                  <a:cubicBezTo>
                    <a:pt x="5075" y="1104"/>
                    <a:pt x="5045" y="1105"/>
                    <a:pt x="5016" y="1105"/>
                  </a:cubicBezTo>
                  <a:cubicBezTo>
                    <a:pt x="4168" y="1105"/>
                    <a:pt x="3387" y="670"/>
                    <a:pt x="29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14036;p134">
              <a:extLst>
                <a:ext uri="{FF2B5EF4-FFF2-40B4-BE49-F238E27FC236}">
                  <a16:creationId xmlns:a16="http://schemas.microsoft.com/office/drawing/2014/main" id="{323E72BA-C0F3-726D-D008-CBB1B8848874}"/>
                </a:ext>
              </a:extLst>
            </p:cNvPr>
            <p:cNvSpPr/>
            <p:nvPr/>
          </p:nvSpPr>
          <p:spPr>
            <a:xfrm>
              <a:off x="-26893950" y="3226500"/>
              <a:ext cx="159125" cy="137850"/>
            </a:xfrm>
            <a:custGeom>
              <a:avLst/>
              <a:gdLst/>
              <a:ahLst/>
              <a:cxnLst/>
              <a:rect l="l" t="t" r="r" b="b"/>
              <a:pathLst>
                <a:path w="6365" h="5514" extrusionOk="0">
                  <a:moveTo>
                    <a:pt x="3403" y="0"/>
                  </a:moveTo>
                  <a:lnTo>
                    <a:pt x="2678" y="693"/>
                  </a:lnTo>
                  <a:lnTo>
                    <a:pt x="2300" y="1103"/>
                  </a:lnTo>
                  <a:lnTo>
                    <a:pt x="3056" y="1859"/>
                  </a:lnTo>
                  <a:cubicBezTo>
                    <a:pt x="3151" y="1953"/>
                    <a:pt x="3151" y="2205"/>
                    <a:pt x="3056" y="2331"/>
                  </a:cubicBezTo>
                  <a:cubicBezTo>
                    <a:pt x="2962" y="2394"/>
                    <a:pt x="2899" y="2426"/>
                    <a:pt x="2804" y="2426"/>
                  </a:cubicBezTo>
                  <a:cubicBezTo>
                    <a:pt x="2741" y="2426"/>
                    <a:pt x="2615" y="2394"/>
                    <a:pt x="2584" y="2331"/>
                  </a:cubicBezTo>
                  <a:lnTo>
                    <a:pt x="1827" y="1575"/>
                  </a:lnTo>
                  <a:lnTo>
                    <a:pt x="1355" y="2048"/>
                  </a:lnTo>
                  <a:lnTo>
                    <a:pt x="2111" y="2804"/>
                  </a:lnTo>
                  <a:cubicBezTo>
                    <a:pt x="2205" y="2898"/>
                    <a:pt x="2205" y="3150"/>
                    <a:pt x="2111" y="3277"/>
                  </a:cubicBezTo>
                  <a:cubicBezTo>
                    <a:pt x="2016" y="3340"/>
                    <a:pt x="1953" y="3371"/>
                    <a:pt x="1859" y="3371"/>
                  </a:cubicBezTo>
                  <a:cubicBezTo>
                    <a:pt x="1796" y="3371"/>
                    <a:pt x="1670" y="3340"/>
                    <a:pt x="1638" y="3277"/>
                  </a:cubicBezTo>
                  <a:lnTo>
                    <a:pt x="882" y="2520"/>
                  </a:lnTo>
                  <a:lnTo>
                    <a:pt x="0" y="3371"/>
                  </a:lnTo>
                  <a:cubicBezTo>
                    <a:pt x="0" y="3403"/>
                    <a:pt x="63" y="3466"/>
                    <a:pt x="63" y="3497"/>
                  </a:cubicBezTo>
                  <a:cubicBezTo>
                    <a:pt x="364" y="4068"/>
                    <a:pt x="894" y="4381"/>
                    <a:pt x="1490" y="4381"/>
                  </a:cubicBezTo>
                  <a:cubicBezTo>
                    <a:pt x="1518" y="4381"/>
                    <a:pt x="1547" y="4381"/>
                    <a:pt x="1575" y="4379"/>
                  </a:cubicBezTo>
                  <a:cubicBezTo>
                    <a:pt x="1890" y="4379"/>
                    <a:pt x="2174" y="4411"/>
                    <a:pt x="2458" y="4474"/>
                  </a:cubicBezTo>
                  <a:cubicBezTo>
                    <a:pt x="2993" y="4631"/>
                    <a:pt x="3529" y="5009"/>
                    <a:pt x="3781" y="5513"/>
                  </a:cubicBezTo>
                  <a:lnTo>
                    <a:pt x="6364" y="2961"/>
                  </a:lnTo>
                  <a:lnTo>
                    <a:pt x="34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80" name="Google Shape;14037;p134">
            <a:extLst>
              <a:ext uri="{FF2B5EF4-FFF2-40B4-BE49-F238E27FC236}">
                <a16:creationId xmlns:a16="http://schemas.microsoft.com/office/drawing/2014/main" id="{591C1F4C-DE0F-AE43-4B11-CBE7BD02E2F7}"/>
              </a:ext>
            </a:extLst>
          </p:cNvPr>
          <p:cNvSpPr/>
          <p:nvPr/>
        </p:nvSpPr>
        <p:spPr>
          <a:xfrm>
            <a:off x="9179829" y="3254389"/>
            <a:ext cx="283895" cy="322640"/>
          </a:xfrm>
          <a:custGeom>
            <a:avLst/>
            <a:gdLst/>
            <a:ahLst/>
            <a:cxnLst/>
            <a:rect l="l" t="t" r="r" b="b"/>
            <a:pathLst>
              <a:path w="10397" h="11816" extrusionOk="0">
                <a:moveTo>
                  <a:pt x="6939" y="1373"/>
                </a:moveTo>
                <a:cubicBezTo>
                  <a:pt x="7177" y="1373"/>
                  <a:pt x="7419" y="1418"/>
                  <a:pt x="7656" y="1513"/>
                </a:cubicBezTo>
                <a:cubicBezTo>
                  <a:pt x="8255" y="1734"/>
                  <a:pt x="8696" y="2206"/>
                  <a:pt x="8853" y="2836"/>
                </a:cubicBezTo>
                <a:cubicBezTo>
                  <a:pt x="8916" y="3435"/>
                  <a:pt x="8822" y="4065"/>
                  <a:pt x="8412" y="4538"/>
                </a:cubicBezTo>
                <a:cubicBezTo>
                  <a:pt x="8349" y="4601"/>
                  <a:pt x="8255" y="4664"/>
                  <a:pt x="8129" y="4664"/>
                </a:cubicBezTo>
                <a:cubicBezTo>
                  <a:pt x="8066" y="4664"/>
                  <a:pt x="7971" y="4601"/>
                  <a:pt x="7939" y="4569"/>
                </a:cubicBezTo>
                <a:cubicBezTo>
                  <a:pt x="7782" y="4443"/>
                  <a:pt x="7782" y="4223"/>
                  <a:pt x="7908" y="4097"/>
                </a:cubicBezTo>
                <a:cubicBezTo>
                  <a:pt x="8129" y="3782"/>
                  <a:pt x="8223" y="3403"/>
                  <a:pt x="8129" y="2962"/>
                </a:cubicBezTo>
                <a:cubicBezTo>
                  <a:pt x="8066" y="2553"/>
                  <a:pt x="7750" y="2238"/>
                  <a:pt x="7404" y="2143"/>
                </a:cubicBezTo>
                <a:cubicBezTo>
                  <a:pt x="7254" y="2086"/>
                  <a:pt x="7095" y="2057"/>
                  <a:pt x="6939" y="2057"/>
                </a:cubicBezTo>
                <a:cubicBezTo>
                  <a:pt x="6669" y="2057"/>
                  <a:pt x="6406" y="2141"/>
                  <a:pt x="6207" y="2301"/>
                </a:cubicBezTo>
                <a:cubicBezTo>
                  <a:pt x="6148" y="2336"/>
                  <a:pt x="6084" y="2354"/>
                  <a:pt x="6021" y="2354"/>
                </a:cubicBezTo>
                <a:cubicBezTo>
                  <a:pt x="5916" y="2354"/>
                  <a:pt x="5813" y="2305"/>
                  <a:pt x="5734" y="2206"/>
                </a:cubicBezTo>
                <a:cubicBezTo>
                  <a:pt x="5608" y="2049"/>
                  <a:pt x="5671" y="1860"/>
                  <a:pt x="5829" y="1734"/>
                </a:cubicBezTo>
                <a:cubicBezTo>
                  <a:pt x="6163" y="1498"/>
                  <a:pt x="6545" y="1373"/>
                  <a:pt x="6939" y="1373"/>
                </a:cubicBezTo>
                <a:close/>
                <a:moveTo>
                  <a:pt x="3466" y="1"/>
                </a:moveTo>
                <a:cubicBezTo>
                  <a:pt x="3182" y="1"/>
                  <a:pt x="2899" y="32"/>
                  <a:pt x="2678" y="95"/>
                </a:cubicBezTo>
                <a:cubicBezTo>
                  <a:pt x="1481" y="348"/>
                  <a:pt x="504" y="1293"/>
                  <a:pt x="221" y="2490"/>
                </a:cubicBezTo>
                <a:cubicBezTo>
                  <a:pt x="0" y="3498"/>
                  <a:pt x="189" y="4569"/>
                  <a:pt x="851" y="5388"/>
                </a:cubicBezTo>
                <a:cubicBezTo>
                  <a:pt x="1292" y="5955"/>
                  <a:pt x="1512" y="6711"/>
                  <a:pt x="1512" y="7499"/>
                </a:cubicBezTo>
                <a:lnTo>
                  <a:pt x="1512" y="10209"/>
                </a:lnTo>
                <a:cubicBezTo>
                  <a:pt x="1512" y="11122"/>
                  <a:pt x="2237" y="11815"/>
                  <a:pt x="3151" y="11815"/>
                </a:cubicBezTo>
                <a:cubicBezTo>
                  <a:pt x="4033" y="11815"/>
                  <a:pt x="4757" y="11122"/>
                  <a:pt x="4757" y="10209"/>
                </a:cubicBezTo>
                <a:lnTo>
                  <a:pt x="4757" y="8539"/>
                </a:lnTo>
                <a:cubicBezTo>
                  <a:pt x="4757" y="8318"/>
                  <a:pt x="4947" y="8066"/>
                  <a:pt x="5230" y="8066"/>
                </a:cubicBezTo>
                <a:cubicBezTo>
                  <a:pt x="5451" y="8066"/>
                  <a:pt x="5703" y="8287"/>
                  <a:pt x="5703" y="8539"/>
                </a:cubicBezTo>
                <a:lnTo>
                  <a:pt x="5703" y="10209"/>
                </a:lnTo>
                <a:cubicBezTo>
                  <a:pt x="5703" y="11122"/>
                  <a:pt x="6396" y="11815"/>
                  <a:pt x="7309" y="11815"/>
                </a:cubicBezTo>
                <a:cubicBezTo>
                  <a:pt x="8223" y="11815"/>
                  <a:pt x="8916" y="11122"/>
                  <a:pt x="8916" y="10209"/>
                </a:cubicBezTo>
                <a:lnTo>
                  <a:pt x="8916" y="7499"/>
                </a:lnTo>
                <a:cubicBezTo>
                  <a:pt x="8916" y="6711"/>
                  <a:pt x="9168" y="5955"/>
                  <a:pt x="9609" y="5388"/>
                </a:cubicBezTo>
                <a:cubicBezTo>
                  <a:pt x="10145" y="4569"/>
                  <a:pt x="10397" y="3498"/>
                  <a:pt x="10145" y="2490"/>
                </a:cubicBezTo>
                <a:cubicBezTo>
                  <a:pt x="9893" y="1293"/>
                  <a:pt x="8885" y="348"/>
                  <a:pt x="7719" y="95"/>
                </a:cubicBezTo>
                <a:cubicBezTo>
                  <a:pt x="7435" y="1"/>
                  <a:pt x="7152" y="1"/>
                  <a:pt x="6931" y="1"/>
                </a:cubicBezTo>
                <a:cubicBezTo>
                  <a:pt x="6333" y="1"/>
                  <a:pt x="5703" y="158"/>
                  <a:pt x="5199" y="474"/>
                </a:cubicBezTo>
                <a:cubicBezTo>
                  <a:pt x="4663" y="158"/>
                  <a:pt x="4033" y="1"/>
                  <a:pt x="3466" y="1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81" name="Google Shape;14038;p134">
            <a:extLst>
              <a:ext uri="{FF2B5EF4-FFF2-40B4-BE49-F238E27FC236}">
                <a16:creationId xmlns:a16="http://schemas.microsoft.com/office/drawing/2014/main" id="{7E0C0B84-975E-561D-66AD-B0012EF59A48}"/>
              </a:ext>
            </a:extLst>
          </p:cNvPr>
          <p:cNvGrpSpPr/>
          <p:nvPr/>
        </p:nvGrpSpPr>
        <p:grpSpPr>
          <a:xfrm>
            <a:off x="9159576" y="3695855"/>
            <a:ext cx="323459" cy="264999"/>
            <a:chOff x="-26981375" y="3951875"/>
            <a:chExt cx="296150" cy="242625"/>
          </a:xfrm>
          <a:solidFill>
            <a:schemeClr val="accent1">
              <a:lumMod val="75000"/>
            </a:schemeClr>
          </a:solidFill>
        </p:grpSpPr>
        <p:sp>
          <p:nvSpPr>
            <p:cNvPr id="582" name="Google Shape;14039;p134">
              <a:extLst>
                <a:ext uri="{FF2B5EF4-FFF2-40B4-BE49-F238E27FC236}">
                  <a16:creationId xmlns:a16="http://schemas.microsoft.com/office/drawing/2014/main" id="{6C391DA9-1E4C-C9A5-C2ED-B4436552FC3E}"/>
                </a:ext>
              </a:extLst>
            </p:cNvPr>
            <p:cNvSpPr/>
            <p:nvPr/>
          </p:nvSpPr>
          <p:spPr>
            <a:xfrm>
              <a:off x="-26978225" y="3951875"/>
              <a:ext cx="173300" cy="155975"/>
            </a:xfrm>
            <a:custGeom>
              <a:avLst/>
              <a:gdLst/>
              <a:ahLst/>
              <a:cxnLst/>
              <a:rect l="l" t="t" r="r" b="b"/>
              <a:pathLst>
                <a:path w="6932" h="6239" extrusionOk="0">
                  <a:moveTo>
                    <a:pt x="3340" y="2364"/>
                  </a:moveTo>
                  <a:cubicBezTo>
                    <a:pt x="3529" y="2364"/>
                    <a:pt x="3686" y="2521"/>
                    <a:pt x="3686" y="2710"/>
                  </a:cubicBezTo>
                  <a:lnTo>
                    <a:pt x="3686" y="3435"/>
                  </a:lnTo>
                  <a:lnTo>
                    <a:pt x="4411" y="3435"/>
                  </a:lnTo>
                  <a:cubicBezTo>
                    <a:pt x="4600" y="3435"/>
                    <a:pt x="4757" y="3592"/>
                    <a:pt x="4757" y="3782"/>
                  </a:cubicBezTo>
                  <a:cubicBezTo>
                    <a:pt x="4757" y="3971"/>
                    <a:pt x="4600" y="4128"/>
                    <a:pt x="4411" y="4128"/>
                  </a:cubicBezTo>
                  <a:lnTo>
                    <a:pt x="3686" y="4128"/>
                  </a:lnTo>
                  <a:lnTo>
                    <a:pt x="3686" y="4853"/>
                  </a:lnTo>
                  <a:cubicBezTo>
                    <a:pt x="3686" y="5042"/>
                    <a:pt x="3529" y="5199"/>
                    <a:pt x="3340" y="5199"/>
                  </a:cubicBezTo>
                  <a:cubicBezTo>
                    <a:pt x="3151" y="5199"/>
                    <a:pt x="2993" y="5042"/>
                    <a:pt x="2993" y="4853"/>
                  </a:cubicBezTo>
                  <a:lnTo>
                    <a:pt x="2993" y="4128"/>
                  </a:lnTo>
                  <a:lnTo>
                    <a:pt x="2268" y="4128"/>
                  </a:lnTo>
                  <a:cubicBezTo>
                    <a:pt x="2079" y="4128"/>
                    <a:pt x="1922" y="3971"/>
                    <a:pt x="1922" y="3782"/>
                  </a:cubicBezTo>
                  <a:cubicBezTo>
                    <a:pt x="1922" y="3592"/>
                    <a:pt x="2079" y="3435"/>
                    <a:pt x="2268" y="3435"/>
                  </a:cubicBezTo>
                  <a:lnTo>
                    <a:pt x="2993" y="3435"/>
                  </a:lnTo>
                  <a:lnTo>
                    <a:pt x="2993" y="2710"/>
                  </a:lnTo>
                  <a:cubicBezTo>
                    <a:pt x="2993" y="2521"/>
                    <a:pt x="3151" y="2364"/>
                    <a:pt x="3340" y="2364"/>
                  </a:cubicBezTo>
                  <a:close/>
                  <a:moveTo>
                    <a:pt x="3434" y="1"/>
                  </a:moveTo>
                  <a:cubicBezTo>
                    <a:pt x="2836" y="1"/>
                    <a:pt x="2394" y="474"/>
                    <a:pt x="2394" y="1041"/>
                  </a:cubicBezTo>
                  <a:lnTo>
                    <a:pt x="2394" y="1387"/>
                  </a:lnTo>
                  <a:lnTo>
                    <a:pt x="1008" y="1387"/>
                  </a:lnTo>
                  <a:cubicBezTo>
                    <a:pt x="441" y="1387"/>
                    <a:pt x="0" y="1860"/>
                    <a:pt x="0" y="2395"/>
                  </a:cubicBezTo>
                  <a:lnTo>
                    <a:pt x="0" y="6239"/>
                  </a:lnTo>
                  <a:lnTo>
                    <a:pt x="6931" y="6239"/>
                  </a:lnTo>
                  <a:lnTo>
                    <a:pt x="6931" y="2395"/>
                  </a:lnTo>
                  <a:lnTo>
                    <a:pt x="6837" y="2395"/>
                  </a:lnTo>
                  <a:cubicBezTo>
                    <a:pt x="6837" y="1828"/>
                    <a:pt x="6364" y="1387"/>
                    <a:pt x="5829" y="1387"/>
                  </a:cubicBezTo>
                  <a:lnTo>
                    <a:pt x="4442" y="1387"/>
                  </a:lnTo>
                  <a:lnTo>
                    <a:pt x="4442" y="1041"/>
                  </a:lnTo>
                  <a:cubicBezTo>
                    <a:pt x="4442" y="442"/>
                    <a:pt x="3970" y="1"/>
                    <a:pt x="343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14040;p134">
              <a:extLst>
                <a:ext uri="{FF2B5EF4-FFF2-40B4-BE49-F238E27FC236}">
                  <a16:creationId xmlns:a16="http://schemas.microsoft.com/office/drawing/2014/main" id="{9EBFA42F-E05C-1B94-01B0-E87EAC17FB5F}"/>
                </a:ext>
              </a:extLst>
            </p:cNvPr>
            <p:cNvSpPr/>
            <p:nvPr/>
          </p:nvSpPr>
          <p:spPr>
            <a:xfrm>
              <a:off x="-26981375" y="4124375"/>
              <a:ext cx="174075" cy="70125"/>
            </a:xfrm>
            <a:custGeom>
              <a:avLst/>
              <a:gdLst/>
              <a:ahLst/>
              <a:cxnLst/>
              <a:rect l="l" t="t" r="r" b="b"/>
              <a:pathLst>
                <a:path w="6963" h="2805" extrusionOk="0">
                  <a:moveTo>
                    <a:pt x="2457" y="1418"/>
                  </a:moveTo>
                  <a:cubicBezTo>
                    <a:pt x="2647" y="1418"/>
                    <a:pt x="2804" y="1576"/>
                    <a:pt x="2804" y="1765"/>
                  </a:cubicBezTo>
                  <a:cubicBezTo>
                    <a:pt x="2804" y="1954"/>
                    <a:pt x="2647" y="2111"/>
                    <a:pt x="2457" y="2111"/>
                  </a:cubicBezTo>
                  <a:cubicBezTo>
                    <a:pt x="2237" y="2111"/>
                    <a:pt x="2079" y="1954"/>
                    <a:pt x="2079" y="1765"/>
                  </a:cubicBezTo>
                  <a:cubicBezTo>
                    <a:pt x="2079" y="1576"/>
                    <a:pt x="2237" y="1418"/>
                    <a:pt x="2457" y="1418"/>
                  </a:cubicBezTo>
                  <a:close/>
                  <a:moveTo>
                    <a:pt x="32" y="0"/>
                  </a:moveTo>
                  <a:lnTo>
                    <a:pt x="32" y="1009"/>
                  </a:lnTo>
                  <a:cubicBezTo>
                    <a:pt x="0" y="1607"/>
                    <a:pt x="473" y="2080"/>
                    <a:pt x="1071" y="2080"/>
                  </a:cubicBezTo>
                  <a:lnTo>
                    <a:pt x="1449" y="2080"/>
                  </a:lnTo>
                  <a:cubicBezTo>
                    <a:pt x="1607" y="2489"/>
                    <a:pt x="1985" y="2804"/>
                    <a:pt x="2457" y="2804"/>
                  </a:cubicBezTo>
                  <a:cubicBezTo>
                    <a:pt x="2867" y="2804"/>
                    <a:pt x="3277" y="2521"/>
                    <a:pt x="3434" y="2080"/>
                  </a:cubicBezTo>
                  <a:lnTo>
                    <a:pt x="6963" y="2080"/>
                  </a:lnTo>
                  <a:lnTo>
                    <a:pt x="696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14041;p134">
              <a:extLst>
                <a:ext uri="{FF2B5EF4-FFF2-40B4-BE49-F238E27FC236}">
                  <a16:creationId xmlns:a16="http://schemas.microsoft.com/office/drawing/2014/main" id="{28F69BBB-D41D-6AE7-95A1-B28C16E796D9}"/>
                </a:ext>
              </a:extLst>
            </p:cNvPr>
            <p:cNvSpPr/>
            <p:nvPr/>
          </p:nvSpPr>
          <p:spPr>
            <a:xfrm>
              <a:off x="-26790000" y="4002300"/>
              <a:ext cx="104775" cy="192200"/>
            </a:xfrm>
            <a:custGeom>
              <a:avLst/>
              <a:gdLst/>
              <a:ahLst/>
              <a:cxnLst/>
              <a:rect l="l" t="t" r="r" b="b"/>
              <a:pathLst>
                <a:path w="4191" h="7688" extrusionOk="0">
                  <a:moveTo>
                    <a:pt x="1513" y="693"/>
                  </a:moveTo>
                  <a:cubicBezTo>
                    <a:pt x="1954" y="693"/>
                    <a:pt x="2364" y="977"/>
                    <a:pt x="2521" y="1386"/>
                  </a:cubicBezTo>
                  <a:lnTo>
                    <a:pt x="3372" y="3497"/>
                  </a:lnTo>
                  <a:lnTo>
                    <a:pt x="1765" y="3497"/>
                  </a:lnTo>
                  <a:cubicBezTo>
                    <a:pt x="1576" y="3497"/>
                    <a:pt x="1419" y="3340"/>
                    <a:pt x="1419" y="3151"/>
                  </a:cubicBezTo>
                  <a:lnTo>
                    <a:pt x="1419" y="693"/>
                  </a:lnTo>
                  <a:close/>
                  <a:moveTo>
                    <a:pt x="1765" y="6270"/>
                  </a:moveTo>
                  <a:cubicBezTo>
                    <a:pt x="1954" y="6270"/>
                    <a:pt x="2112" y="6427"/>
                    <a:pt x="2112" y="6616"/>
                  </a:cubicBezTo>
                  <a:cubicBezTo>
                    <a:pt x="2112" y="6805"/>
                    <a:pt x="1954" y="6963"/>
                    <a:pt x="1765" y="6963"/>
                  </a:cubicBezTo>
                  <a:cubicBezTo>
                    <a:pt x="1576" y="6963"/>
                    <a:pt x="1419" y="6805"/>
                    <a:pt x="1419" y="6616"/>
                  </a:cubicBezTo>
                  <a:cubicBezTo>
                    <a:pt x="1419" y="6427"/>
                    <a:pt x="1576" y="6270"/>
                    <a:pt x="1765" y="6270"/>
                  </a:cubicBezTo>
                  <a:close/>
                  <a:moveTo>
                    <a:pt x="1" y="0"/>
                  </a:moveTo>
                  <a:lnTo>
                    <a:pt x="1" y="6963"/>
                  </a:lnTo>
                  <a:lnTo>
                    <a:pt x="788" y="6963"/>
                  </a:lnTo>
                  <a:cubicBezTo>
                    <a:pt x="946" y="7372"/>
                    <a:pt x="1293" y="7687"/>
                    <a:pt x="1765" y="7687"/>
                  </a:cubicBezTo>
                  <a:cubicBezTo>
                    <a:pt x="2206" y="7687"/>
                    <a:pt x="2584" y="7404"/>
                    <a:pt x="2742" y="6963"/>
                  </a:cubicBezTo>
                  <a:lnTo>
                    <a:pt x="3151" y="6963"/>
                  </a:lnTo>
                  <a:cubicBezTo>
                    <a:pt x="3718" y="6963"/>
                    <a:pt x="4159" y="6490"/>
                    <a:pt x="4159" y="5955"/>
                  </a:cubicBezTo>
                  <a:lnTo>
                    <a:pt x="4159" y="5577"/>
                  </a:lnTo>
                  <a:lnTo>
                    <a:pt x="3151" y="5577"/>
                  </a:lnTo>
                  <a:cubicBezTo>
                    <a:pt x="2931" y="5577"/>
                    <a:pt x="2773" y="5419"/>
                    <a:pt x="2773" y="5230"/>
                  </a:cubicBezTo>
                  <a:cubicBezTo>
                    <a:pt x="2773" y="5041"/>
                    <a:pt x="2994" y="4883"/>
                    <a:pt x="3183" y="4883"/>
                  </a:cubicBezTo>
                  <a:lnTo>
                    <a:pt x="4191" y="4883"/>
                  </a:lnTo>
                  <a:lnTo>
                    <a:pt x="4191" y="4096"/>
                  </a:lnTo>
                  <a:cubicBezTo>
                    <a:pt x="4191" y="3970"/>
                    <a:pt x="4159" y="3812"/>
                    <a:pt x="4159" y="3686"/>
                  </a:cubicBezTo>
                  <a:cubicBezTo>
                    <a:pt x="4096" y="3466"/>
                    <a:pt x="3246" y="1386"/>
                    <a:pt x="3151" y="1103"/>
                  </a:cubicBezTo>
                  <a:cubicBezTo>
                    <a:pt x="2868" y="410"/>
                    <a:pt x="2238" y="0"/>
                    <a:pt x="15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5" name="Google Shape;14042;p134">
            <a:extLst>
              <a:ext uri="{FF2B5EF4-FFF2-40B4-BE49-F238E27FC236}">
                <a16:creationId xmlns:a16="http://schemas.microsoft.com/office/drawing/2014/main" id="{7130E34D-D46B-CBB0-4919-8A66C9FFA34C}"/>
              </a:ext>
            </a:extLst>
          </p:cNvPr>
          <p:cNvGrpSpPr/>
          <p:nvPr/>
        </p:nvGrpSpPr>
        <p:grpSpPr>
          <a:xfrm>
            <a:off x="7935650" y="4106218"/>
            <a:ext cx="322640" cy="325208"/>
            <a:chOff x="-25094250" y="3176075"/>
            <a:chExt cx="295400" cy="297750"/>
          </a:xfrm>
          <a:solidFill>
            <a:schemeClr val="accent1">
              <a:lumMod val="75000"/>
            </a:schemeClr>
          </a:solidFill>
        </p:grpSpPr>
        <p:sp>
          <p:nvSpPr>
            <p:cNvPr id="586" name="Google Shape;14043;p134">
              <a:extLst>
                <a:ext uri="{FF2B5EF4-FFF2-40B4-BE49-F238E27FC236}">
                  <a16:creationId xmlns:a16="http://schemas.microsoft.com/office/drawing/2014/main" id="{B99ECBCF-7068-D695-0E3A-74487F4B6AC5}"/>
                </a:ext>
              </a:extLst>
            </p:cNvPr>
            <p:cNvSpPr/>
            <p:nvPr/>
          </p:nvSpPr>
          <p:spPr>
            <a:xfrm>
              <a:off x="-24989225" y="3176075"/>
              <a:ext cx="87200" cy="122500"/>
            </a:xfrm>
            <a:custGeom>
              <a:avLst/>
              <a:gdLst/>
              <a:ahLst/>
              <a:cxnLst/>
              <a:rect l="l" t="t" r="r" b="b"/>
              <a:pathLst>
                <a:path w="3488" h="4900" extrusionOk="0">
                  <a:moveTo>
                    <a:pt x="1408" y="1"/>
                  </a:moveTo>
                  <a:lnTo>
                    <a:pt x="1408" y="1922"/>
                  </a:lnTo>
                  <a:cubicBezTo>
                    <a:pt x="1408" y="2647"/>
                    <a:pt x="998" y="3277"/>
                    <a:pt x="463" y="3561"/>
                  </a:cubicBezTo>
                  <a:cubicBezTo>
                    <a:pt x="211" y="3655"/>
                    <a:pt x="53" y="3907"/>
                    <a:pt x="22" y="4128"/>
                  </a:cubicBezTo>
                  <a:cubicBezTo>
                    <a:pt x="1" y="4609"/>
                    <a:pt x="369" y="4896"/>
                    <a:pt x="738" y="4896"/>
                  </a:cubicBezTo>
                  <a:cubicBezTo>
                    <a:pt x="925" y="4896"/>
                    <a:pt x="1113" y="4822"/>
                    <a:pt x="1250" y="4663"/>
                  </a:cubicBezTo>
                  <a:cubicBezTo>
                    <a:pt x="1361" y="4506"/>
                    <a:pt x="1557" y="4427"/>
                    <a:pt x="1754" y="4427"/>
                  </a:cubicBezTo>
                  <a:cubicBezTo>
                    <a:pt x="1951" y="4427"/>
                    <a:pt x="2148" y="4506"/>
                    <a:pt x="2258" y="4663"/>
                  </a:cubicBezTo>
                  <a:cubicBezTo>
                    <a:pt x="2411" y="4826"/>
                    <a:pt x="2604" y="4899"/>
                    <a:pt x="2792" y="4899"/>
                  </a:cubicBezTo>
                  <a:cubicBezTo>
                    <a:pt x="3149" y="4899"/>
                    <a:pt x="3487" y="4635"/>
                    <a:pt x="3487" y="4222"/>
                  </a:cubicBezTo>
                  <a:cubicBezTo>
                    <a:pt x="3487" y="3939"/>
                    <a:pt x="3330" y="3718"/>
                    <a:pt x="3109" y="3592"/>
                  </a:cubicBezTo>
                  <a:cubicBezTo>
                    <a:pt x="2479" y="3277"/>
                    <a:pt x="2101" y="2710"/>
                    <a:pt x="2101" y="2143"/>
                  </a:cubicBezTo>
                  <a:lnTo>
                    <a:pt x="2101" y="32"/>
                  </a:lnTo>
                  <a:cubicBezTo>
                    <a:pt x="2006" y="32"/>
                    <a:pt x="1880" y="1"/>
                    <a:pt x="17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14044;p134">
              <a:extLst>
                <a:ext uri="{FF2B5EF4-FFF2-40B4-BE49-F238E27FC236}">
                  <a16:creationId xmlns:a16="http://schemas.microsoft.com/office/drawing/2014/main" id="{11CA06E8-2D5D-68F9-E26D-A2B0D35E5C0F}"/>
                </a:ext>
              </a:extLst>
            </p:cNvPr>
            <p:cNvSpPr/>
            <p:nvPr/>
          </p:nvSpPr>
          <p:spPr>
            <a:xfrm>
              <a:off x="-25094250" y="3179225"/>
              <a:ext cx="295400" cy="291450"/>
            </a:xfrm>
            <a:custGeom>
              <a:avLst/>
              <a:gdLst/>
              <a:ahLst/>
              <a:cxnLst/>
              <a:rect l="l" t="t" r="r" b="b"/>
              <a:pathLst>
                <a:path w="11816" h="11658" extrusionOk="0">
                  <a:moveTo>
                    <a:pt x="4884" y="1"/>
                  </a:moveTo>
                  <a:cubicBezTo>
                    <a:pt x="2143" y="505"/>
                    <a:pt x="1" y="2899"/>
                    <a:pt x="1" y="5829"/>
                  </a:cubicBezTo>
                  <a:cubicBezTo>
                    <a:pt x="1" y="8696"/>
                    <a:pt x="2143" y="11153"/>
                    <a:pt x="4884" y="11657"/>
                  </a:cubicBezTo>
                  <a:lnTo>
                    <a:pt x="4884" y="9799"/>
                  </a:lnTo>
                  <a:cubicBezTo>
                    <a:pt x="4884" y="9358"/>
                    <a:pt x="4664" y="8980"/>
                    <a:pt x="4349" y="8822"/>
                  </a:cubicBezTo>
                  <a:cubicBezTo>
                    <a:pt x="3876" y="8633"/>
                    <a:pt x="3561" y="8160"/>
                    <a:pt x="3530" y="7625"/>
                  </a:cubicBezTo>
                  <a:cubicBezTo>
                    <a:pt x="3446" y="6731"/>
                    <a:pt x="4186" y="6180"/>
                    <a:pt x="4925" y="6180"/>
                  </a:cubicBezTo>
                  <a:cubicBezTo>
                    <a:pt x="5306" y="6180"/>
                    <a:pt x="5687" y="6327"/>
                    <a:pt x="5955" y="6648"/>
                  </a:cubicBezTo>
                  <a:cubicBezTo>
                    <a:pt x="6188" y="6316"/>
                    <a:pt x="6553" y="6163"/>
                    <a:pt x="6929" y="6163"/>
                  </a:cubicBezTo>
                  <a:cubicBezTo>
                    <a:pt x="7621" y="6163"/>
                    <a:pt x="8350" y="6684"/>
                    <a:pt x="8350" y="7562"/>
                  </a:cubicBezTo>
                  <a:cubicBezTo>
                    <a:pt x="8350" y="8066"/>
                    <a:pt x="8035" y="8570"/>
                    <a:pt x="7562" y="8822"/>
                  </a:cubicBezTo>
                  <a:cubicBezTo>
                    <a:pt x="7184" y="9011"/>
                    <a:pt x="6995" y="9326"/>
                    <a:pt x="6995" y="9641"/>
                  </a:cubicBezTo>
                  <a:lnTo>
                    <a:pt x="6995" y="11657"/>
                  </a:lnTo>
                  <a:cubicBezTo>
                    <a:pt x="9736" y="11153"/>
                    <a:pt x="11815" y="8728"/>
                    <a:pt x="11815" y="5829"/>
                  </a:cubicBezTo>
                  <a:cubicBezTo>
                    <a:pt x="11815" y="2899"/>
                    <a:pt x="9736" y="505"/>
                    <a:pt x="6995" y="1"/>
                  </a:cubicBezTo>
                  <a:lnTo>
                    <a:pt x="6995" y="2017"/>
                  </a:lnTo>
                  <a:cubicBezTo>
                    <a:pt x="6995" y="2364"/>
                    <a:pt x="7216" y="2679"/>
                    <a:pt x="7562" y="2836"/>
                  </a:cubicBezTo>
                  <a:cubicBezTo>
                    <a:pt x="8035" y="3057"/>
                    <a:pt x="8350" y="3529"/>
                    <a:pt x="8350" y="4096"/>
                  </a:cubicBezTo>
                  <a:cubicBezTo>
                    <a:pt x="8350" y="4945"/>
                    <a:pt x="7656" y="5495"/>
                    <a:pt x="6948" y="5495"/>
                  </a:cubicBezTo>
                  <a:cubicBezTo>
                    <a:pt x="6578" y="5495"/>
                    <a:pt x="6205" y="5345"/>
                    <a:pt x="5924" y="5010"/>
                  </a:cubicBezTo>
                  <a:cubicBezTo>
                    <a:pt x="5691" y="5321"/>
                    <a:pt x="5310" y="5471"/>
                    <a:pt x="4919" y="5471"/>
                  </a:cubicBezTo>
                  <a:cubicBezTo>
                    <a:pt x="4200" y="5471"/>
                    <a:pt x="3448" y="4961"/>
                    <a:pt x="3530" y="4002"/>
                  </a:cubicBezTo>
                  <a:cubicBezTo>
                    <a:pt x="3561" y="3498"/>
                    <a:pt x="3876" y="3057"/>
                    <a:pt x="4349" y="2836"/>
                  </a:cubicBezTo>
                  <a:cubicBezTo>
                    <a:pt x="4664" y="2679"/>
                    <a:pt x="4884" y="2269"/>
                    <a:pt x="4884" y="1859"/>
                  </a:cubicBezTo>
                  <a:lnTo>
                    <a:pt x="48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14045;p134">
              <a:extLst>
                <a:ext uri="{FF2B5EF4-FFF2-40B4-BE49-F238E27FC236}">
                  <a16:creationId xmlns:a16="http://schemas.microsoft.com/office/drawing/2014/main" id="{00356127-E698-A7B6-E8BE-058FC209DDC3}"/>
                </a:ext>
              </a:extLst>
            </p:cNvPr>
            <p:cNvSpPr/>
            <p:nvPr/>
          </p:nvSpPr>
          <p:spPr>
            <a:xfrm>
              <a:off x="-24989225" y="3350975"/>
              <a:ext cx="87200" cy="122850"/>
            </a:xfrm>
            <a:custGeom>
              <a:avLst/>
              <a:gdLst/>
              <a:ahLst/>
              <a:cxnLst/>
              <a:rect l="l" t="t" r="r" b="b"/>
              <a:pathLst>
                <a:path w="3488" h="4914" extrusionOk="0">
                  <a:moveTo>
                    <a:pt x="2777" y="1"/>
                  </a:moveTo>
                  <a:cubicBezTo>
                    <a:pt x="2589" y="1"/>
                    <a:pt x="2399" y="77"/>
                    <a:pt x="2258" y="251"/>
                  </a:cubicBezTo>
                  <a:cubicBezTo>
                    <a:pt x="2148" y="408"/>
                    <a:pt x="1951" y="487"/>
                    <a:pt x="1754" y="487"/>
                  </a:cubicBezTo>
                  <a:cubicBezTo>
                    <a:pt x="1557" y="487"/>
                    <a:pt x="1361" y="408"/>
                    <a:pt x="1250" y="251"/>
                  </a:cubicBezTo>
                  <a:cubicBezTo>
                    <a:pt x="1122" y="91"/>
                    <a:pt x="936" y="17"/>
                    <a:pt x="748" y="17"/>
                  </a:cubicBezTo>
                  <a:cubicBezTo>
                    <a:pt x="379" y="17"/>
                    <a:pt x="1" y="297"/>
                    <a:pt x="22" y="755"/>
                  </a:cubicBezTo>
                  <a:cubicBezTo>
                    <a:pt x="22" y="1007"/>
                    <a:pt x="242" y="1227"/>
                    <a:pt x="463" y="1353"/>
                  </a:cubicBezTo>
                  <a:cubicBezTo>
                    <a:pt x="1061" y="1637"/>
                    <a:pt x="1408" y="2267"/>
                    <a:pt x="1408" y="2960"/>
                  </a:cubicBezTo>
                  <a:lnTo>
                    <a:pt x="1408" y="4914"/>
                  </a:lnTo>
                  <a:cubicBezTo>
                    <a:pt x="1534" y="4851"/>
                    <a:pt x="1660" y="4851"/>
                    <a:pt x="1754" y="4851"/>
                  </a:cubicBezTo>
                  <a:lnTo>
                    <a:pt x="2101" y="4851"/>
                  </a:lnTo>
                  <a:lnTo>
                    <a:pt x="2101" y="2771"/>
                  </a:lnTo>
                  <a:cubicBezTo>
                    <a:pt x="2101" y="2141"/>
                    <a:pt x="2479" y="1606"/>
                    <a:pt x="3109" y="1322"/>
                  </a:cubicBezTo>
                  <a:cubicBezTo>
                    <a:pt x="3330" y="1196"/>
                    <a:pt x="3487" y="975"/>
                    <a:pt x="3487" y="692"/>
                  </a:cubicBezTo>
                  <a:cubicBezTo>
                    <a:pt x="3487" y="279"/>
                    <a:pt x="3135" y="1"/>
                    <a:pt x="277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9" name="Google Shape;14046;p134">
            <a:extLst>
              <a:ext uri="{FF2B5EF4-FFF2-40B4-BE49-F238E27FC236}">
                <a16:creationId xmlns:a16="http://schemas.microsoft.com/office/drawing/2014/main" id="{6ADB0185-B30B-7008-FB9C-8AD917F88B6C}"/>
              </a:ext>
            </a:extLst>
          </p:cNvPr>
          <p:cNvGrpSpPr/>
          <p:nvPr/>
        </p:nvGrpSpPr>
        <p:grpSpPr>
          <a:xfrm>
            <a:off x="7935650" y="4546626"/>
            <a:ext cx="322640" cy="322613"/>
            <a:chOff x="-25094250" y="3547050"/>
            <a:chExt cx="295400" cy="295375"/>
          </a:xfrm>
          <a:solidFill>
            <a:schemeClr val="accent1">
              <a:lumMod val="75000"/>
            </a:schemeClr>
          </a:solidFill>
        </p:grpSpPr>
        <p:sp>
          <p:nvSpPr>
            <p:cNvPr id="590" name="Google Shape;14047;p134">
              <a:extLst>
                <a:ext uri="{FF2B5EF4-FFF2-40B4-BE49-F238E27FC236}">
                  <a16:creationId xmlns:a16="http://schemas.microsoft.com/office/drawing/2014/main" id="{94E8F733-262F-2E89-8444-5F8CFF8C088C}"/>
                </a:ext>
              </a:extLst>
            </p:cNvPr>
            <p:cNvSpPr/>
            <p:nvPr/>
          </p:nvSpPr>
          <p:spPr>
            <a:xfrm>
              <a:off x="-24990275" y="3580925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47" y="693"/>
                  </a:cubicBezTo>
                  <a:cubicBezTo>
                    <a:pt x="536" y="693"/>
                    <a:pt x="694" y="536"/>
                    <a:pt x="694" y="347"/>
                  </a:cubicBezTo>
                  <a:cubicBezTo>
                    <a:pt x="694" y="158"/>
                    <a:pt x="536" y="0"/>
                    <a:pt x="3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14048;p134">
              <a:extLst>
                <a:ext uri="{FF2B5EF4-FFF2-40B4-BE49-F238E27FC236}">
                  <a16:creationId xmlns:a16="http://schemas.microsoft.com/office/drawing/2014/main" id="{4DF098EC-7F5E-AA85-776E-F69E8BD33464}"/>
                </a:ext>
              </a:extLst>
            </p:cNvPr>
            <p:cNvSpPr/>
            <p:nvPr/>
          </p:nvSpPr>
          <p:spPr>
            <a:xfrm>
              <a:off x="-25041475" y="3668350"/>
              <a:ext cx="52025" cy="52000"/>
            </a:xfrm>
            <a:custGeom>
              <a:avLst/>
              <a:gdLst/>
              <a:ahLst/>
              <a:cxnLst/>
              <a:rect l="l" t="t" r="r" b="b"/>
              <a:pathLst>
                <a:path w="2081" h="2080" extrusionOk="0">
                  <a:moveTo>
                    <a:pt x="1" y="0"/>
                  </a:moveTo>
                  <a:lnTo>
                    <a:pt x="1" y="2080"/>
                  </a:lnTo>
                  <a:lnTo>
                    <a:pt x="2080" y="2080"/>
                  </a:lnTo>
                  <a:lnTo>
                    <a:pt x="20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14049;p134">
              <a:extLst>
                <a:ext uri="{FF2B5EF4-FFF2-40B4-BE49-F238E27FC236}">
                  <a16:creationId xmlns:a16="http://schemas.microsoft.com/office/drawing/2014/main" id="{38A25180-37FD-67A1-E530-27F7268DD80D}"/>
                </a:ext>
              </a:extLst>
            </p:cNvPr>
            <p:cNvSpPr/>
            <p:nvPr/>
          </p:nvSpPr>
          <p:spPr>
            <a:xfrm>
              <a:off x="-25094250" y="3547050"/>
              <a:ext cx="224500" cy="295375"/>
            </a:xfrm>
            <a:custGeom>
              <a:avLst/>
              <a:gdLst/>
              <a:ahLst/>
              <a:cxnLst/>
              <a:rect l="l" t="t" r="r" b="b"/>
              <a:pathLst>
                <a:path w="8980" h="11815" extrusionOk="0">
                  <a:moveTo>
                    <a:pt x="4538" y="694"/>
                  </a:moveTo>
                  <a:cubicBezTo>
                    <a:pt x="5136" y="694"/>
                    <a:pt x="5577" y="1166"/>
                    <a:pt x="5577" y="1702"/>
                  </a:cubicBezTo>
                  <a:cubicBezTo>
                    <a:pt x="5577" y="1891"/>
                    <a:pt x="5735" y="2048"/>
                    <a:pt x="5924" y="2048"/>
                  </a:cubicBezTo>
                  <a:lnTo>
                    <a:pt x="6649" y="2048"/>
                  </a:lnTo>
                  <a:cubicBezTo>
                    <a:pt x="6838" y="2048"/>
                    <a:pt x="6995" y="2206"/>
                    <a:pt x="6995" y="2426"/>
                  </a:cubicBezTo>
                  <a:lnTo>
                    <a:pt x="6995" y="2773"/>
                  </a:lnTo>
                  <a:lnTo>
                    <a:pt x="2143" y="2773"/>
                  </a:lnTo>
                  <a:lnTo>
                    <a:pt x="2143" y="2426"/>
                  </a:lnTo>
                  <a:lnTo>
                    <a:pt x="2112" y="2426"/>
                  </a:lnTo>
                  <a:cubicBezTo>
                    <a:pt x="2112" y="2206"/>
                    <a:pt x="2269" y="2048"/>
                    <a:pt x="2458" y="2048"/>
                  </a:cubicBezTo>
                  <a:lnTo>
                    <a:pt x="3183" y="2048"/>
                  </a:lnTo>
                  <a:cubicBezTo>
                    <a:pt x="3372" y="2048"/>
                    <a:pt x="3530" y="1891"/>
                    <a:pt x="3530" y="1702"/>
                  </a:cubicBezTo>
                  <a:cubicBezTo>
                    <a:pt x="3530" y="1103"/>
                    <a:pt x="4002" y="694"/>
                    <a:pt x="4538" y="694"/>
                  </a:cubicBezTo>
                  <a:close/>
                  <a:moveTo>
                    <a:pt x="7310" y="4159"/>
                  </a:moveTo>
                  <a:cubicBezTo>
                    <a:pt x="7499" y="4159"/>
                    <a:pt x="7657" y="4317"/>
                    <a:pt x="7657" y="4506"/>
                  </a:cubicBezTo>
                  <a:cubicBezTo>
                    <a:pt x="7657" y="4695"/>
                    <a:pt x="7499" y="4852"/>
                    <a:pt x="7310" y="4852"/>
                  </a:cubicBezTo>
                  <a:lnTo>
                    <a:pt x="5924" y="4852"/>
                  </a:lnTo>
                  <a:cubicBezTo>
                    <a:pt x="5735" y="4852"/>
                    <a:pt x="5577" y="4695"/>
                    <a:pt x="5577" y="4506"/>
                  </a:cubicBezTo>
                  <a:cubicBezTo>
                    <a:pt x="5577" y="4317"/>
                    <a:pt x="5735" y="4159"/>
                    <a:pt x="5924" y="4159"/>
                  </a:cubicBezTo>
                  <a:close/>
                  <a:moveTo>
                    <a:pt x="7310" y="5514"/>
                  </a:moveTo>
                  <a:cubicBezTo>
                    <a:pt x="7499" y="5514"/>
                    <a:pt x="7657" y="5671"/>
                    <a:pt x="7657" y="5892"/>
                  </a:cubicBezTo>
                  <a:cubicBezTo>
                    <a:pt x="7657" y="6081"/>
                    <a:pt x="7499" y="6238"/>
                    <a:pt x="7310" y="6238"/>
                  </a:cubicBezTo>
                  <a:lnTo>
                    <a:pt x="5924" y="6238"/>
                  </a:lnTo>
                  <a:cubicBezTo>
                    <a:pt x="5735" y="6238"/>
                    <a:pt x="5577" y="6081"/>
                    <a:pt x="5577" y="5892"/>
                  </a:cubicBezTo>
                  <a:cubicBezTo>
                    <a:pt x="5577" y="5671"/>
                    <a:pt x="5735" y="5514"/>
                    <a:pt x="5924" y="5514"/>
                  </a:cubicBezTo>
                  <a:close/>
                  <a:moveTo>
                    <a:pt x="4506" y="4159"/>
                  </a:moveTo>
                  <a:cubicBezTo>
                    <a:pt x="4695" y="4159"/>
                    <a:pt x="4853" y="4317"/>
                    <a:pt x="4853" y="4506"/>
                  </a:cubicBezTo>
                  <a:lnTo>
                    <a:pt x="4853" y="7247"/>
                  </a:lnTo>
                  <a:cubicBezTo>
                    <a:pt x="4853" y="7467"/>
                    <a:pt x="4695" y="7593"/>
                    <a:pt x="4506" y="7593"/>
                  </a:cubicBezTo>
                  <a:lnTo>
                    <a:pt x="1734" y="7593"/>
                  </a:lnTo>
                  <a:cubicBezTo>
                    <a:pt x="1545" y="7593"/>
                    <a:pt x="1387" y="7467"/>
                    <a:pt x="1387" y="7247"/>
                  </a:cubicBezTo>
                  <a:lnTo>
                    <a:pt x="1387" y="4506"/>
                  </a:lnTo>
                  <a:cubicBezTo>
                    <a:pt x="1387" y="4317"/>
                    <a:pt x="1545" y="4159"/>
                    <a:pt x="1734" y="4159"/>
                  </a:cubicBezTo>
                  <a:close/>
                  <a:moveTo>
                    <a:pt x="7310" y="6900"/>
                  </a:moveTo>
                  <a:cubicBezTo>
                    <a:pt x="7499" y="6900"/>
                    <a:pt x="7657" y="7058"/>
                    <a:pt x="7657" y="7247"/>
                  </a:cubicBezTo>
                  <a:cubicBezTo>
                    <a:pt x="7657" y="7467"/>
                    <a:pt x="7499" y="7593"/>
                    <a:pt x="7310" y="7593"/>
                  </a:cubicBezTo>
                  <a:lnTo>
                    <a:pt x="5924" y="7593"/>
                  </a:lnTo>
                  <a:cubicBezTo>
                    <a:pt x="5735" y="7593"/>
                    <a:pt x="5577" y="7467"/>
                    <a:pt x="5577" y="7247"/>
                  </a:cubicBezTo>
                  <a:cubicBezTo>
                    <a:pt x="5577" y="7058"/>
                    <a:pt x="5735" y="6900"/>
                    <a:pt x="5924" y="6900"/>
                  </a:cubicBezTo>
                  <a:close/>
                  <a:moveTo>
                    <a:pt x="7310" y="8318"/>
                  </a:moveTo>
                  <a:cubicBezTo>
                    <a:pt x="7499" y="8318"/>
                    <a:pt x="7657" y="8475"/>
                    <a:pt x="7657" y="8664"/>
                  </a:cubicBezTo>
                  <a:cubicBezTo>
                    <a:pt x="7657" y="8853"/>
                    <a:pt x="7499" y="9011"/>
                    <a:pt x="7310" y="9011"/>
                  </a:cubicBezTo>
                  <a:lnTo>
                    <a:pt x="1734" y="9011"/>
                  </a:lnTo>
                  <a:cubicBezTo>
                    <a:pt x="1545" y="9011"/>
                    <a:pt x="1387" y="8853"/>
                    <a:pt x="1387" y="8664"/>
                  </a:cubicBezTo>
                  <a:cubicBezTo>
                    <a:pt x="1387" y="8475"/>
                    <a:pt x="1545" y="8318"/>
                    <a:pt x="1734" y="8318"/>
                  </a:cubicBezTo>
                  <a:close/>
                  <a:moveTo>
                    <a:pt x="7310" y="9704"/>
                  </a:moveTo>
                  <a:cubicBezTo>
                    <a:pt x="7499" y="9704"/>
                    <a:pt x="7657" y="9861"/>
                    <a:pt x="7657" y="10050"/>
                  </a:cubicBezTo>
                  <a:cubicBezTo>
                    <a:pt x="7657" y="10240"/>
                    <a:pt x="7499" y="10397"/>
                    <a:pt x="7310" y="10397"/>
                  </a:cubicBezTo>
                  <a:lnTo>
                    <a:pt x="1734" y="10397"/>
                  </a:lnTo>
                  <a:cubicBezTo>
                    <a:pt x="1545" y="10397"/>
                    <a:pt x="1387" y="10240"/>
                    <a:pt x="1387" y="10050"/>
                  </a:cubicBezTo>
                  <a:cubicBezTo>
                    <a:pt x="1387" y="9861"/>
                    <a:pt x="1545" y="9704"/>
                    <a:pt x="1734" y="9704"/>
                  </a:cubicBezTo>
                  <a:close/>
                  <a:moveTo>
                    <a:pt x="4506" y="0"/>
                  </a:moveTo>
                  <a:cubicBezTo>
                    <a:pt x="3687" y="0"/>
                    <a:pt x="2962" y="599"/>
                    <a:pt x="2805" y="1387"/>
                  </a:cubicBezTo>
                  <a:lnTo>
                    <a:pt x="2427" y="1387"/>
                  </a:lnTo>
                  <a:cubicBezTo>
                    <a:pt x="1986" y="1387"/>
                    <a:pt x="1576" y="1670"/>
                    <a:pt x="1419" y="2080"/>
                  </a:cubicBezTo>
                  <a:lnTo>
                    <a:pt x="1041" y="2080"/>
                  </a:lnTo>
                  <a:cubicBezTo>
                    <a:pt x="442" y="2080"/>
                    <a:pt x="1" y="2552"/>
                    <a:pt x="1" y="3119"/>
                  </a:cubicBezTo>
                  <a:lnTo>
                    <a:pt x="1" y="10807"/>
                  </a:lnTo>
                  <a:cubicBezTo>
                    <a:pt x="1" y="11342"/>
                    <a:pt x="474" y="11815"/>
                    <a:pt x="1041" y="11815"/>
                  </a:cubicBezTo>
                  <a:lnTo>
                    <a:pt x="7972" y="11815"/>
                  </a:lnTo>
                  <a:cubicBezTo>
                    <a:pt x="8570" y="11815"/>
                    <a:pt x="8980" y="11342"/>
                    <a:pt x="8980" y="10807"/>
                  </a:cubicBezTo>
                  <a:lnTo>
                    <a:pt x="8980" y="3119"/>
                  </a:lnTo>
                  <a:cubicBezTo>
                    <a:pt x="8980" y="2521"/>
                    <a:pt x="8507" y="2080"/>
                    <a:pt x="7972" y="2080"/>
                  </a:cubicBezTo>
                  <a:lnTo>
                    <a:pt x="7562" y="2080"/>
                  </a:lnTo>
                  <a:cubicBezTo>
                    <a:pt x="7405" y="1702"/>
                    <a:pt x="7058" y="1387"/>
                    <a:pt x="6585" y="1387"/>
                  </a:cubicBezTo>
                  <a:lnTo>
                    <a:pt x="6207" y="1387"/>
                  </a:lnTo>
                  <a:cubicBezTo>
                    <a:pt x="6050" y="599"/>
                    <a:pt x="5325" y="0"/>
                    <a:pt x="450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14050;p134">
              <a:extLst>
                <a:ext uri="{FF2B5EF4-FFF2-40B4-BE49-F238E27FC236}">
                  <a16:creationId xmlns:a16="http://schemas.microsoft.com/office/drawing/2014/main" id="{4CA607B2-0BDB-33BE-B927-ECA279E3EAF2}"/>
                </a:ext>
              </a:extLst>
            </p:cNvPr>
            <p:cNvSpPr/>
            <p:nvPr/>
          </p:nvSpPr>
          <p:spPr>
            <a:xfrm>
              <a:off x="-24851650" y="3582300"/>
              <a:ext cx="52800" cy="190825"/>
            </a:xfrm>
            <a:custGeom>
              <a:avLst/>
              <a:gdLst/>
              <a:ahLst/>
              <a:cxnLst/>
              <a:rect l="l" t="t" r="r" b="b"/>
              <a:pathLst>
                <a:path w="2112" h="7633" extrusionOk="0">
                  <a:moveTo>
                    <a:pt x="1060" y="0"/>
                  </a:moveTo>
                  <a:cubicBezTo>
                    <a:pt x="930" y="0"/>
                    <a:pt x="804" y="55"/>
                    <a:pt x="757" y="166"/>
                  </a:cubicBezTo>
                  <a:lnTo>
                    <a:pt x="32" y="1552"/>
                  </a:lnTo>
                  <a:cubicBezTo>
                    <a:pt x="0" y="1583"/>
                    <a:pt x="0" y="1678"/>
                    <a:pt x="0" y="1709"/>
                  </a:cubicBezTo>
                  <a:lnTo>
                    <a:pt x="0" y="7632"/>
                  </a:lnTo>
                  <a:lnTo>
                    <a:pt x="2080" y="7632"/>
                  </a:lnTo>
                  <a:lnTo>
                    <a:pt x="2080" y="1709"/>
                  </a:lnTo>
                  <a:lnTo>
                    <a:pt x="2111" y="1709"/>
                  </a:lnTo>
                  <a:cubicBezTo>
                    <a:pt x="2111" y="1678"/>
                    <a:pt x="2111" y="1583"/>
                    <a:pt x="2080" y="1552"/>
                  </a:cubicBezTo>
                  <a:lnTo>
                    <a:pt x="1387" y="166"/>
                  </a:lnTo>
                  <a:cubicBezTo>
                    <a:pt x="1324" y="55"/>
                    <a:pt x="1190" y="0"/>
                    <a:pt x="10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14051;p134">
              <a:extLst>
                <a:ext uri="{FF2B5EF4-FFF2-40B4-BE49-F238E27FC236}">
                  <a16:creationId xmlns:a16="http://schemas.microsoft.com/office/drawing/2014/main" id="{0570A403-AA3E-CA23-DB86-6C804481962C}"/>
                </a:ext>
              </a:extLst>
            </p:cNvPr>
            <p:cNvSpPr/>
            <p:nvPr/>
          </p:nvSpPr>
          <p:spPr>
            <a:xfrm>
              <a:off x="-24850875" y="3788050"/>
              <a:ext cx="52025" cy="53600"/>
            </a:xfrm>
            <a:custGeom>
              <a:avLst/>
              <a:gdLst/>
              <a:ahLst/>
              <a:cxnLst/>
              <a:rect l="l" t="t" r="r" b="b"/>
              <a:pathLst>
                <a:path w="2081" h="2144" extrusionOk="0">
                  <a:moveTo>
                    <a:pt x="1" y="1"/>
                  </a:moveTo>
                  <a:lnTo>
                    <a:pt x="1" y="1104"/>
                  </a:lnTo>
                  <a:lnTo>
                    <a:pt x="64" y="1104"/>
                  </a:lnTo>
                  <a:cubicBezTo>
                    <a:pt x="64" y="1702"/>
                    <a:pt x="505" y="2143"/>
                    <a:pt x="1072" y="2143"/>
                  </a:cubicBezTo>
                  <a:cubicBezTo>
                    <a:pt x="1671" y="2143"/>
                    <a:pt x="2080" y="1671"/>
                    <a:pt x="2080" y="1104"/>
                  </a:cubicBezTo>
                  <a:lnTo>
                    <a:pt x="208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5" name="Google Shape;14052;p134">
            <a:extLst>
              <a:ext uri="{FF2B5EF4-FFF2-40B4-BE49-F238E27FC236}">
                <a16:creationId xmlns:a16="http://schemas.microsoft.com/office/drawing/2014/main" id="{E11A8DC2-93DE-B9CE-28C2-4F4AF7720E97}"/>
              </a:ext>
            </a:extLst>
          </p:cNvPr>
          <p:cNvSpPr/>
          <p:nvPr/>
        </p:nvSpPr>
        <p:spPr>
          <a:xfrm>
            <a:off x="7935665" y="5009605"/>
            <a:ext cx="323487" cy="221747"/>
          </a:xfrm>
          <a:custGeom>
            <a:avLst/>
            <a:gdLst/>
            <a:ahLst/>
            <a:cxnLst/>
            <a:rect l="l" t="t" r="r" b="b"/>
            <a:pathLst>
              <a:path w="11847" h="8121" extrusionOk="0">
                <a:moveTo>
                  <a:pt x="5640" y="1221"/>
                </a:moveTo>
                <a:lnTo>
                  <a:pt x="5640" y="1914"/>
                </a:lnTo>
                <a:lnTo>
                  <a:pt x="4916" y="1914"/>
                </a:lnTo>
                <a:lnTo>
                  <a:pt x="4916" y="1568"/>
                </a:lnTo>
                <a:cubicBezTo>
                  <a:pt x="4916" y="1379"/>
                  <a:pt x="5073" y="1221"/>
                  <a:pt x="5294" y="1221"/>
                </a:cubicBezTo>
                <a:close/>
                <a:moveTo>
                  <a:pt x="8066" y="1253"/>
                </a:moveTo>
                <a:cubicBezTo>
                  <a:pt x="8287" y="1253"/>
                  <a:pt x="8444" y="1410"/>
                  <a:pt x="8444" y="1599"/>
                </a:cubicBezTo>
                <a:lnTo>
                  <a:pt x="8444" y="1946"/>
                </a:lnTo>
                <a:lnTo>
                  <a:pt x="7720" y="1946"/>
                </a:lnTo>
                <a:lnTo>
                  <a:pt x="7720" y="1253"/>
                </a:lnTo>
                <a:close/>
                <a:moveTo>
                  <a:pt x="7027" y="1253"/>
                </a:moveTo>
                <a:lnTo>
                  <a:pt x="7027" y="1977"/>
                </a:lnTo>
                <a:lnTo>
                  <a:pt x="6302" y="1977"/>
                </a:lnTo>
                <a:lnTo>
                  <a:pt x="6302" y="1253"/>
                </a:lnTo>
                <a:close/>
                <a:moveTo>
                  <a:pt x="8098" y="3994"/>
                </a:moveTo>
                <a:lnTo>
                  <a:pt x="6648" y="4844"/>
                </a:lnTo>
                <a:lnTo>
                  <a:pt x="5199" y="3994"/>
                </a:lnTo>
                <a:close/>
                <a:moveTo>
                  <a:pt x="6648" y="5663"/>
                </a:moveTo>
                <a:lnTo>
                  <a:pt x="8665" y="6797"/>
                </a:lnTo>
                <a:lnTo>
                  <a:pt x="4664" y="6797"/>
                </a:lnTo>
                <a:lnTo>
                  <a:pt x="6648" y="5663"/>
                </a:lnTo>
                <a:close/>
                <a:moveTo>
                  <a:pt x="3183" y="6766"/>
                </a:moveTo>
                <a:cubicBezTo>
                  <a:pt x="3372" y="6766"/>
                  <a:pt x="3561" y="6924"/>
                  <a:pt x="3561" y="7113"/>
                </a:cubicBezTo>
                <a:cubicBezTo>
                  <a:pt x="3561" y="7333"/>
                  <a:pt x="3372" y="7491"/>
                  <a:pt x="3183" y="7491"/>
                </a:cubicBezTo>
                <a:cubicBezTo>
                  <a:pt x="2994" y="7491"/>
                  <a:pt x="2836" y="7333"/>
                  <a:pt x="2836" y="7113"/>
                </a:cubicBezTo>
                <a:cubicBezTo>
                  <a:pt x="2836" y="6924"/>
                  <a:pt x="2994" y="6766"/>
                  <a:pt x="3183" y="6766"/>
                </a:cubicBezTo>
                <a:close/>
                <a:moveTo>
                  <a:pt x="10114" y="6797"/>
                </a:moveTo>
                <a:cubicBezTo>
                  <a:pt x="10303" y="6797"/>
                  <a:pt x="10461" y="6955"/>
                  <a:pt x="10461" y="7144"/>
                </a:cubicBezTo>
                <a:cubicBezTo>
                  <a:pt x="10461" y="7365"/>
                  <a:pt x="10303" y="7522"/>
                  <a:pt x="10114" y="7522"/>
                </a:cubicBezTo>
                <a:cubicBezTo>
                  <a:pt x="9925" y="7522"/>
                  <a:pt x="9767" y="7365"/>
                  <a:pt x="9767" y="7144"/>
                </a:cubicBezTo>
                <a:cubicBezTo>
                  <a:pt x="9767" y="6955"/>
                  <a:pt x="9925" y="6797"/>
                  <a:pt x="10114" y="6797"/>
                </a:cubicBezTo>
                <a:close/>
                <a:moveTo>
                  <a:pt x="1123" y="0"/>
                </a:moveTo>
                <a:cubicBezTo>
                  <a:pt x="859" y="0"/>
                  <a:pt x="600" y="103"/>
                  <a:pt x="411" y="308"/>
                </a:cubicBezTo>
                <a:cubicBezTo>
                  <a:pt x="1" y="686"/>
                  <a:pt x="1" y="1379"/>
                  <a:pt x="411" y="1757"/>
                </a:cubicBezTo>
                <a:lnTo>
                  <a:pt x="2017" y="3426"/>
                </a:lnTo>
                <a:cubicBezTo>
                  <a:pt x="2395" y="3805"/>
                  <a:pt x="2931" y="4025"/>
                  <a:pt x="3466" y="4025"/>
                </a:cubicBezTo>
                <a:lnTo>
                  <a:pt x="3782" y="4025"/>
                </a:lnTo>
                <a:lnTo>
                  <a:pt x="5955" y="5222"/>
                </a:lnTo>
                <a:lnTo>
                  <a:pt x="3908" y="6388"/>
                </a:lnTo>
                <a:cubicBezTo>
                  <a:pt x="3719" y="6167"/>
                  <a:pt x="3466" y="6073"/>
                  <a:pt x="3151" y="6073"/>
                </a:cubicBezTo>
                <a:cubicBezTo>
                  <a:pt x="2553" y="6073"/>
                  <a:pt x="2143" y="6545"/>
                  <a:pt x="2143" y="7081"/>
                </a:cubicBezTo>
                <a:cubicBezTo>
                  <a:pt x="2143" y="7680"/>
                  <a:pt x="2584" y="8121"/>
                  <a:pt x="3151" y="8121"/>
                </a:cubicBezTo>
                <a:cubicBezTo>
                  <a:pt x="3593" y="8121"/>
                  <a:pt x="3971" y="7837"/>
                  <a:pt x="4128" y="7396"/>
                </a:cubicBezTo>
                <a:lnTo>
                  <a:pt x="9137" y="7396"/>
                </a:lnTo>
                <a:cubicBezTo>
                  <a:pt x="9295" y="7806"/>
                  <a:pt x="9641" y="8121"/>
                  <a:pt x="10114" y="8121"/>
                </a:cubicBezTo>
                <a:cubicBezTo>
                  <a:pt x="10713" y="8121"/>
                  <a:pt x="11154" y="7648"/>
                  <a:pt x="11154" y="7081"/>
                </a:cubicBezTo>
                <a:cubicBezTo>
                  <a:pt x="11154" y="6482"/>
                  <a:pt x="10681" y="6073"/>
                  <a:pt x="10114" y="6073"/>
                </a:cubicBezTo>
                <a:cubicBezTo>
                  <a:pt x="9862" y="6073"/>
                  <a:pt x="9578" y="6167"/>
                  <a:pt x="9358" y="6388"/>
                </a:cubicBezTo>
                <a:lnTo>
                  <a:pt x="7310" y="5222"/>
                </a:lnTo>
                <a:lnTo>
                  <a:pt x="9484" y="4025"/>
                </a:lnTo>
                <a:lnTo>
                  <a:pt x="10839" y="4025"/>
                </a:lnTo>
                <a:cubicBezTo>
                  <a:pt x="11437" y="4025"/>
                  <a:pt x="11847" y="3552"/>
                  <a:pt x="11847" y="2985"/>
                </a:cubicBezTo>
                <a:cubicBezTo>
                  <a:pt x="11847" y="2387"/>
                  <a:pt x="11374" y="1946"/>
                  <a:pt x="10839" y="1946"/>
                </a:cubicBezTo>
                <a:lnTo>
                  <a:pt x="9074" y="1946"/>
                </a:lnTo>
                <a:lnTo>
                  <a:pt x="9074" y="1599"/>
                </a:lnTo>
                <a:cubicBezTo>
                  <a:pt x="9074" y="1032"/>
                  <a:pt x="8602" y="591"/>
                  <a:pt x="8035" y="591"/>
                </a:cubicBezTo>
                <a:lnTo>
                  <a:pt x="5294" y="591"/>
                </a:lnTo>
                <a:cubicBezTo>
                  <a:pt x="4695" y="591"/>
                  <a:pt x="4254" y="1064"/>
                  <a:pt x="4254" y="1599"/>
                </a:cubicBezTo>
                <a:lnTo>
                  <a:pt x="4254" y="1946"/>
                </a:lnTo>
                <a:lnTo>
                  <a:pt x="4097" y="1946"/>
                </a:lnTo>
                <a:cubicBezTo>
                  <a:pt x="3750" y="1946"/>
                  <a:pt x="3372" y="1820"/>
                  <a:pt x="3120" y="1568"/>
                </a:cubicBezTo>
                <a:lnTo>
                  <a:pt x="1860" y="308"/>
                </a:lnTo>
                <a:cubicBezTo>
                  <a:pt x="1655" y="103"/>
                  <a:pt x="1387" y="0"/>
                  <a:pt x="1123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96" name="Google Shape;14053;p134">
            <a:extLst>
              <a:ext uri="{FF2B5EF4-FFF2-40B4-BE49-F238E27FC236}">
                <a16:creationId xmlns:a16="http://schemas.microsoft.com/office/drawing/2014/main" id="{EB16F224-1EE6-348D-77AA-34F47F90571E}"/>
              </a:ext>
            </a:extLst>
          </p:cNvPr>
          <p:cNvGrpSpPr/>
          <p:nvPr/>
        </p:nvGrpSpPr>
        <p:grpSpPr>
          <a:xfrm>
            <a:off x="9982079" y="4107092"/>
            <a:ext cx="323459" cy="323459"/>
            <a:chOff x="-23245675" y="3148525"/>
            <a:chExt cx="296150" cy="296150"/>
          </a:xfrm>
          <a:solidFill>
            <a:schemeClr val="accent1">
              <a:lumMod val="75000"/>
            </a:schemeClr>
          </a:solidFill>
        </p:grpSpPr>
        <p:sp>
          <p:nvSpPr>
            <p:cNvPr id="597" name="Google Shape;14054;p134">
              <a:extLst>
                <a:ext uri="{FF2B5EF4-FFF2-40B4-BE49-F238E27FC236}">
                  <a16:creationId xmlns:a16="http://schemas.microsoft.com/office/drawing/2014/main" id="{8EC5BE9C-30A5-BB28-BC2B-E5A457E56877}"/>
                </a:ext>
              </a:extLst>
            </p:cNvPr>
            <p:cNvSpPr/>
            <p:nvPr/>
          </p:nvSpPr>
          <p:spPr>
            <a:xfrm>
              <a:off x="-23192925" y="3251700"/>
              <a:ext cx="192225" cy="105550"/>
            </a:xfrm>
            <a:custGeom>
              <a:avLst/>
              <a:gdLst/>
              <a:ahLst/>
              <a:cxnLst/>
              <a:rect l="l" t="t" r="r" b="b"/>
              <a:pathLst>
                <a:path w="7689" h="4222" extrusionOk="0">
                  <a:moveTo>
                    <a:pt x="3151" y="0"/>
                  </a:moveTo>
                  <a:lnTo>
                    <a:pt x="2616" y="1260"/>
                  </a:lnTo>
                  <a:cubicBezTo>
                    <a:pt x="2584" y="1386"/>
                    <a:pt x="2427" y="1481"/>
                    <a:pt x="2301" y="1481"/>
                  </a:cubicBezTo>
                  <a:lnTo>
                    <a:pt x="1" y="1481"/>
                  </a:lnTo>
                  <a:lnTo>
                    <a:pt x="1" y="4222"/>
                  </a:lnTo>
                  <a:lnTo>
                    <a:pt x="7688" y="4222"/>
                  </a:lnTo>
                  <a:lnTo>
                    <a:pt x="7688" y="1481"/>
                  </a:lnTo>
                  <a:lnTo>
                    <a:pt x="5672" y="1481"/>
                  </a:lnTo>
                  <a:lnTo>
                    <a:pt x="4884" y="3371"/>
                  </a:lnTo>
                  <a:cubicBezTo>
                    <a:pt x="4827" y="3513"/>
                    <a:pt x="4713" y="3578"/>
                    <a:pt x="4593" y="3578"/>
                  </a:cubicBezTo>
                  <a:cubicBezTo>
                    <a:pt x="4447" y="3578"/>
                    <a:pt x="4292" y="3481"/>
                    <a:pt x="4223" y="3308"/>
                  </a:cubicBezTo>
                  <a:lnTo>
                    <a:pt x="315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14055;p134">
              <a:extLst>
                <a:ext uri="{FF2B5EF4-FFF2-40B4-BE49-F238E27FC236}">
                  <a16:creationId xmlns:a16="http://schemas.microsoft.com/office/drawing/2014/main" id="{695F9380-A12F-CF4B-BA3C-F49A767A265C}"/>
                </a:ext>
              </a:extLst>
            </p:cNvPr>
            <p:cNvSpPr/>
            <p:nvPr/>
          </p:nvSpPr>
          <p:spPr>
            <a:xfrm>
              <a:off x="-23193700" y="3200500"/>
              <a:ext cx="192200" cy="106350"/>
            </a:xfrm>
            <a:custGeom>
              <a:avLst/>
              <a:gdLst/>
              <a:ahLst/>
              <a:cxnLst/>
              <a:rect l="l" t="t" r="r" b="b"/>
              <a:pathLst>
                <a:path w="7688" h="4254" extrusionOk="0">
                  <a:moveTo>
                    <a:pt x="0" y="0"/>
                  </a:moveTo>
                  <a:lnTo>
                    <a:pt x="0" y="2836"/>
                  </a:lnTo>
                  <a:lnTo>
                    <a:pt x="2111" y="2836"/>
                  </a:lnTo>
                  <a:lnTo>
                    <a:pt x="2962" y="945"/>
                  </a:lnTo>
                  <a:cubicBezTo>
                    <a:pt x="3020" y="800"/>
                    <a:pt x="3138" y="735"/>
                    <a:pt x="3258" y="735"/>
                  </a:cubicBezTo>
                  <a:cubicBezTo>
                    <a:pt x="3399" y="735"/>
                    <a:pt x="3541" y="824"/>
                    <a:pt x="3592" y="977"/>
                  </a:cubicBezTo>
                  <a:lnTo>
                    <a:pt x="4632" y="4253"/>
                  </a:lnTo>
                  <a:lnTo>
                    <a:pt x="5104" y="3056"/>
                  </a:lnTo>
                  <a:cubicBezTo>
                    <a:pt x="5167" y="2930"/>
                    <a:pt x="5325" y="2836"/>
                    <a:pt x="5419" y="2836"/>
                  </a:cubicBezTo>
                  <a:lnTo>
                    <a:pt x="7688" y="2836"/>
                  </a:lnTo>
                  <a:lnTo>
                    <a:pt x="76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14056;p134">
              <a:extLst>
                <a:ext uri="{FF2B5EF4-FFF2-40B4-BE49-F238E27FC236}">
                  <a16:creationId xmlns:a16="http://schemas.microsoft.com/office/drawing/2014/main" id="{391A49EB-A853-8964-40F6-88CAF547C070}"/>
                </a:ext>
              </a:extLst>
            </p:cNvPr>
            <p:cNvSpPr/>
            <p:nvPr/>
          </p:nvSpPr>
          <p:spPr>
            <a:xfrm>
              <a:off x="-23245675" y="3148525"/>
              <a:ext cx="296150" cy="296150"/>
            </a:xfrm>
            <a:custGeom>
              <a:avLst/>
              <a:gdLst/>
              <a:ahLst/>
              <a:cxnLst/>
              <a:rect l="l" t="t" r="r" b="b"/>
              <a:pathLst>
                <a:path w="11846" h="11846" extrusionOk="0">
                  <a:moveTo>
                    <a:pt x="10113" y="1386"/>
                  </a:moveTo>
                  <a:cubicBezTo>
                    <a:pt x="10302" y="1386"/>
                    <a:pt x="10460" y="1544"/>
                    <a:pt x="10460" y="1733"/>
                  </a:cubicBezTo>
                  <a:lnTo>
                    <a:pt x="10460" y="8758"/>
                  </a:lnTo>
                  <a:cubicBezTo>
                    <a:pt x="10460" y="8947"/>
                    <a:pt x="10302" y="9105"/>
                    <a:pt x="10113" y="9105"/>
                  </a:cubicBezTo>
                  <a:lnTo>
                    <a:pt x="1733" y="9105"/>
                  </a:lnTo>
                  <a:cubicBezTo>
                    <a:pt x="1512" y="9105"/>
                    <a:pt x="1355" y="8947"/>
                    <a:pt x="1355" y="8758"/>
                  </a:cubicBezTo>
                  <a:lnTo>
                    <a:pt x="1355" y="1733"/>
                  </a:lnTo>
                  <a:cubicBezTo>
                    <a:pt x="1355" y="1544"/>
                    <a:pt x="1512" y="1386"/>
                    <a:pt x="1733" y="1386"/>
                  </a:cubicBezTo>
                  <a:close/>
                  <a:moveTo>
                    <a:pt x="2426" y="9767"/>
                  </a:moveTo>
                  <a:cubicBezTo>
                    <a:pt x="2615" y="9767"/>
                    <a:pt x="2804" y="9924"/>
                    <a:pt x="2804" y="10113"/>
                  </a:cubicBezTo>
                  <a:cubicBezTo>
                    <a:pt x="2804" y="10334"/>
                    <a:pt x="2615" y="10491"/>
                    <a:pt x="2426" y="10491"/>
                  </a:cubicBezTo>
                  <a:cubicBezTo>
                    <a:pt x="2237" y="10491"/>
                    <a:pt x="2079" y="10334"/>
                    <a:pt x="2079" y="10113"/>
                  </a:cubicBezTo>
                  <a:cubicBezTo>
                    <a:pt x="2079" y="9924"/>
                    <a:pt x="2237" y="9767"/>
                    <a:pt x="2426" y="9767"/>
                  </a:cubicBezTo>
                  <a:close/>
                  <a:moveTo>
                    <a:pt x="3844" y="9767"/>
                  </a:moveTo>
                  <a:cubicBezTo>
                    <a:pt x="4033" y="9767"/>
                    <a:pt x="4190" y="9924"/>
                    <a:pt x="4190" y="10113"/>
                  </a:cubicBezTo>
                  <a:cubicBezTo>
                    <a:pt x="4190" y="10334"/>
                    <a:pt x="4001" y="10491"/>
                    <a:pt x="3844" y="10491"/>
                  </a:cubicBezTo>
                  <a:cubicBezTo>
                    <a:pt x="3655" y="10491"/>
                    <a:pt x="3497" y="10334"/>
                    <a:pt x="3497" y="10113"/>
                  </a:cubicBezTo>
                  <a:cubicBezTo>
                    <a:pt x="3497" y="9924"/>
                    <a:pt x="3655" y="9767"/>
                    <a:pt x="3844" y="9767"/>
                  </a:cubicBezTo>
                  <a:close/>
                  <a:moveTo>
                    <a:pt x="1733" y="0"/>
                  </a:moveTo>
                  <a:cubicBezTo>
                    <a:pt x="788" y="0"/>
                    <a:pt x="0" y="788"/>
                    <a:pt x="0" y="1733"/>
                  </a:cubicBezTo>
                  <a:lnTo>
                    <a:pt x="0" y="10113"/>
                  </a:lnTo>
                  <a:cubicBezTo>
                    <a:pt x="0" y="11058"/>
                    <a:pt x="788" y="11846"/>
                    <a:pt x="1733" y="11846"/>
                  </a:cubicBezTo>
                  <a:lnTo>
                    <a:pt x="10113" y="11846"/>
                  </a:lnTo>
                  <a:cubicBezTo>
                    <a:pt x="11058" y="11846"/>
                    <a:pt x="11846" y="11058"/>
                    <a:pt x="11846" y="10113"/>
                  </a:cubicBezTo>
                  <a:lnTo>
                    <a:pt x="11846" y="1733"/>
                  </a:lnTo>
                  <a:cubicBezTo>
                    <a:pt x="11846" y="788"/>
                    <a:pt x="11058" y="0"/>
                    <a:pt x="101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0" name="Google Shape;14057;p134">
            <a:extLst>
              <a:ext uri="{FF2B5EF4-FFF2-40B4-BE49-F238E27FC236}">
                <a16:creationId xmlns:a16="http://schemas.microsoft.com/office/drawing/2014/main" id="{244B50AC-0CAD-A4EF-4A4B-994D45B33552}"/>
              </a:ext>
            </a:extLst>
          </p:cNvPr>
          <p:cNvSpPr/>
          <p:nvPr/>
        </p:nvSpPr>
        <p:spPr>
          <a:xfrm>
            <a:off x="10020752" y="4546566"/>
            <a:ext cx="246922" cy="322640"/>
          </a:xfrm>
          <a:custGeom>
            <a:avLst/>
            <a:gdLst/>
            <a:ahLst/>
            <a:cxnLst/>
            <a:rect l="l" t="t" r="r" b="b"/>
            <a:pathLst>
              <a:path w="9043" h="11816" extrusionOk="0">
                <a:moveTo>
                  <a:pt x="6392" y="3395"/>
                </a:moveTo>
                <a:cubicBezTo>
                  <a:pt x="6483" y="3395"/>
                  <a:pt x="6569" y="3419"/>
                  <a:pt x="6616" y="3466"/>
                </a:cubicBezTo>
                <a:cubicBezTo>
                  <a:pt x="7310" y="4159"/>
                  <a:pt x="7656" y="5010"/>
                  <a:pt x="7656" y="5924"/>
                </a:cubicBezTo>
                <a:cubicBezTo>
                  <a:pt x="7656" y="6837"/>
                  <a:pt x="7310" y="7719"/>
                  <a:pt x="6616" y="8350"/>
                </a:cubicBezTo>
                <a:cubicBezTo>
                  <a:pt x="5955" y="9043"/>
                  <a:pt x="5104" y="9389"/>
                  <a:pt x="4191" y="9389"/>
                </a:cubicBezTo>
                <a:cubicBezTo>
                  <a:pt x="4002" y="9389"/>
                  <a:pt x="3844" y="9232"/>
                  <a:pt x="3844" y="9043"/>
                </a:cubicBezTo>
                <a:cubicBezTo>
                  <a:pt x="3844" y="8822"/>
                  <a:pt x="4002" y="8665"/>
                  <a:pt x="4191" y="8665"/>
                </a:cubicBezTo>
                <a:cubicBezTo>
                  <a:pt x="4947" y="8665"/>
                  <a:pt x="5608" y="8413"/>
                  <a:pt x="6144" y="7845"/>
                </a:cubicBezTo>
                <a:cubicBezTo>
                  <a:pt x="6679" y="7341"/>
                  <a:pt x="6994" y="6617"/>
                  <a:pt x="6994" y="5892"/>
                </a:cubicBezTo>
                <a:cubicBezTo>
                  <a:pt x="6931" y="5168"/>
                  <a:pt x="6679" y="4474"/>
                  <a:pt x="6144" y="3939"/>
                </a:cubicBezTo>
                <a:cubicBezTo>
                  <a:pt x="6049" y="3844"/>
                  <a:pt x="6049" y="3592"/>
                  <a:pt x="6144" y="3466"/>
                </a:cubicBezTo>
                <a:cubicBezTo>
                  <a:pt x="6207" y="3419"/>
                  <a:pt x="6301" y="3395"/>
                  <a:pt x="6392" y="3395"/>
                </a:cubicBezTo>
                <a:close/>
                <a:moveTo>
                  <a:pt x="378" y="1"/>
                </a:moveTo>
                <a:cubicBezTo>
                  <a:pt x="189" y="1"/>
                  <a:pt x="0" y="158"/>
                  <a:pt x="0" y="379"/>
                </a:cubicBezTo>
                <a:lnTo>
                  <a:pt x="0" y="1482"/>
                </a:lnTo>
                <a:cubicBezTo>
                  <a:pt x="0" y="2742"/>
                  <a:pt x="977" y="3750"/>
                  <a:pt x="2206" y="3876"/>
                </a:cubicBezTo>
                <a:cubicBezTo>
                  <a:pt x="2489" y="4695"/>
                  <a:pt x="3277" y="5294"/>
                  <a:pt x="4191" y="5294"/>
                </a:cubicBezTo>
                <a:cubicBezTo>
                  <a:pt x="4569" y="5294"/>
                  <a:pt x="4915" y="5609"/>
                  <a:pt x="4915" y="5987"/>
                </a:cubicBezTo>
                <a:cubicBezTo>
                  <a:pt x="4852" y="6302"/>
                  <a:pt x="4537" y="6617"/>
                  <a:pt x="4191" y="6617"/>
                </a:cubicBezTo>
                <a:cubicBezTo>
                  <a:pt x="3277" y="6617"/>
                  <a:pt x="2489" y="7215"/>
                  <a:pt x="2206" y="8035"/>
                </a:cubicBezTo>
                <a:cubicBezTo>
                  <a:pt x="1009" y="8161"/>
                  <a:pt x="0" y="9200"/>
                  <a:pt x="0" y="10460"/>
                </a:cubicBezTo>
                <a:lnTo>
                  <a:pt x="0" y="11469"/>
                </a:lnTo>
                <a:cubicBezTo>
                  <a:pt x="0" y="11658"/>
                  <a:pt x="189" y="11815"/>
                  <a:pt x="378" y="11815"/>
                </a:cubicBezTo>
                <a:lnTo>
                  <a:pt x="1765" y="11815"/>
                </a:lnTo>
                <a:cubicBezTo>
                  <a:pt x="1954" y="11815"/>
                  <a:pt x="2111" y="11658"/>
                  <a:pt x="2111" y="11469"/>
                </a:cubicBezTo>
                <a:lnTo>
                  <a:pt x="2111" y="10460"/>
                </a:lnTo>
                <a:cubicBezTo>
                  <a:pt x="2111" y="10240"/>
                  <a:pt x="2269" y="10082"/>
                  <a:pt x="2458" y="10082"/>
                </a:cubicBezTo>
                <a:lnTo>
                  <a:pt x="2647" y="10082"/>
                </a:lnTo>
                <a:cubicBezTo>
                  <a:pt x="3056" y="10523"/>
                  <a:pt x="3592" y="10807"/>
                  <a:pt x="4191" y="10807"/>
                </a:cubicBezTo>
                <a:cubicBezTo>
                  <a:pt x="6868" y="10807"/>
                  <a:pt x="9042" y="8633"/>
                  <a:pt x="9042" y="5955"/>
                </a:cubicBezTo>
                <a:cubicBezTo>
                  <a:pt x="9042" y="3277"/>
                  <a:pt x="6868" y="1103"/>
                  <a:pt x="4191" y="1103"/>
                </a:cubicBezTo>
                <a:cubicBezTo>
                  <a:pt x="3592" y="1103"/>
                  <a:pt x="3056" y="1356"/>
                  <a:pt x="2647" y="1828"/>
                </a:cubicBezTo>
                <a:lnTo>
                  <a:pt x="2458" y="1828"/>
                </a:lnTo>
                <a:cubicBezTo>
                  <a:pt x="2269" y="1828"/>
                  <a:pt x="2111" y="1671"/>
                  <a:pt x="2111" y="1482"/>
                </a:cubicBezTo>
                <a:lnTo>
                  <a:pt x="2111" y="379"/>
                </a:lnTo>
                <a:cubicBezTo>
                  <a:pt x="2111" y="158"/>
                  <a:pt x="1954" y="1"/>
                  <a:pt x="1765" y="1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01" name="Google Shape;14058;p134">
            <a:extLst>
              <a:ext uri="{FF2B5EF4-FFF2-40B4-BE49-F238E27FC236}">
                <a16:creationId xmlns:a16="http://schemas.microsoft.com/office/drawing/2014/main" id="{42ED2F4A-C533-D682-FEE0-C703776F7052}"/>
              </a:ext>
            </a:extLst>
          </p:cNvPr>
          <p:cNvGrpSpPr/>
          <p:nvPr/>
        </p:nvGrpSpPr>
        <p:grpSpPr>
          <a:xfrm>
            <a:off x="9982502" y="4958800"/>
            <a:ext cx="322613" cy="323459"/>
            <a:chOff x="-23244900" y="3888100"/>
            <a:chExt cx="295375" cy="296150"/>
          </a:xfrm>
          <a:solidFill>
            <a:schemeClr val="accent1">
              <a:lumMod val="75000"/>
            </a:schemeClr>
          </a:solidFill>
        </p:grpSpPr>
        <p:sp>
          <p:nvSpPr>
            <p:cNvPr id="602" name="Google Shape;14059;p134">
              <a:extLst>
                <a:ext uri="{FF2B5EF4-FFF2-40B4-BE49-F238E27FC236}">
                  <a16:creationId xmlns:a16="http://schemas.microsoft.com/office/drawing/2014/main" id="{168017A3-AE54-97C6-97CE-3BFE069A2916}"/>
                </a:ext>
              </a:extLst>
            </p:cNvPr>
            <p:cNvSpPr/>
            <p:nvPr/>
          </p:nvSpPr>
          <p:spPr>
            <a:xfrm>
              <a:off x="-23106275" y="3958975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0" y="0"/>
                  </a:moveTo>
                  <a:lnTo>
                    <a:pt x="0" y="694"/>
                  </a:lnTo>
                  <a:lnTo>
                    <a:pt x="725" y="694"/>
                  </a:lnTo>
                  <a:lnTo>
                    <a:pt x="7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14060;p134">
              <a:extLst>
                <a:ext uri="{FF2B5EF4-FFF2-40B4-BE49-F238E27FC236}">
                  <a16:creationId xmlns:a16="http://schemas.microsoft.com/office/drawing/2014/main" id="{3E14979D-2DDF-FDBF-69B6-AAB150B89FD6}"/>
                </a:ext>
              </a:extLst>
            </p:cNvPr>
            <p:cNvSpPr/>
            <p:nvPr/>
          </p:nvSpPr>
          <p:spPr>
            <a:xfrm>
              <a:off x="-23106275" y="3992850"/>
              <a:ext cx="18150" cy="18125"/>
            </a:xfrm>
            <a:custGeom>
              <a:avLst/>
              <a:gdLst/>
              <a:ahLst/>
              <a:cxnLst/>
              <a:rect l="l" t="t" r="r" b="b"/>
              <a:pathLst>
                <a:path w="726" h="725" extrusionOk="0">
                  <a:moveTo>
                    <a:pt x="0" y="0"/>
                  </a:moveTo>
                  <a:lnTo>
                    <a:pt x="0" y="725"/>
                  </a:lnTo>
                  <a:lnTo>
                    <a:pt x="725" y="725"/>
                  </a:lnTo>
                  <a:lnTo>
                    <a:pt x="7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14061;p134">
              <a:extLst>
                <a:ext uri="{FF2B5EF4-FFF2-40B4-BE49-F238E27FC236}">
                  <a16:creationId xmlns:a16="http://schemas.microsoft.com/office/drawing/2014/main" id="{21448B60-A9F9-BC8B-1533-B342EA05CB83}"/>
                </a:ext>
              </a:extLst>
            </p:cNvPr>
            <p:cNvSpPr/>
            <p:nvPr/>
          </p:nvSpPr>
          <p:spPr>
            <a:xfrm>
              <a:off x="-23106275" y="4062950"/>
              <a:ext cx="18150" cy="34675"/>
            </a:xfrm>
            <a:custGeom>
              <a:avLst/>
              <a:gdLst/>
              <a:ahLst/>
              <a:cxnLst/>
              <a:rect l="l" t="t" r="r" b="b"/>
              <a:pathLst>
                <a:path w="726" h="1387" extrusionOk="0">
                  <a:moveTo>
                    <a:pt x="0" y="0"/>
                  </a:moveTo>
                  <a:lnTo>
                    <a:pt x="0" y="1040"/>
                  </a:lnTo>
                  <a:cubicBezTo>
                    <a:pt x="0" y="1229"/>
                    <a:pt x="158" y="1386"/>
                    <a:pt x="379" y="1386"/>
                  </a:cubicBezTo>
                  <a:cubicBezTo>
                    <a:pt x="568" y="1386"/>
                    <a:pt x="725" y="1229"/>
                    <a:pt x="725" y="1040"/>
                  </a:cubicBezTo>
                  <a:lnTo>
                    <a:pt x="7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14062;p134">
              <a:extLst>
                <a:ext uri="{FF2B5EF4-FFF2-40B4-BE49-F238E27FC236}">
                  <a16:creationId xmlns:a16="http://schemas.microsoft.com/office/drawing/2014/main" id="{B9526D3F-6CA4-08B8-75B8-86989B181E0A}"/>
                </a:ext>
              </a:extLst>
            </p:cNvPr>
            <p:cNvSpPr/>
            <p:nvPr/>
          </p:nvSpPr>
          <p:spPr>
            <a:xfrm>
              <a:off x="-23070825" y="3940850"/>
              <a:ext cx="52775" cy="26825"/>
            </a:xfrm>
            <a:custGeom>
              <a:avLst/>
              <a:gdLst/>
              <a:ahLst/>
              <a:cxnLst/>
              <a:rect l="l" t="t" r="r" b="b"/>
              <a:pathLst>
                <a:path w="2111" h="1073" extrusionOk="0">
                  <a:moveTo>
                    <a:pt x="0" y="1"/>
                  </a:moveTo>
                  <a:lnTo>
                    <a:pt x="0" y="725"/>
                  </a:lnTo>
                  <a:lnTo>
                    <a:pt x="1040" y="725"/>
                  </a:lnTo>
                  <a:cubicBezTo>
                    <a:pt x="1386" y="725"/>
                    <a:pt x="1701" y="883"/>
                    <a:pt x="1985" y="1072"/>
                  </a:cubicBezTo>
                  <a:cubicBezTo>
                    <a:pt x="2048" y="946"/>
                    <a:pt x="2111" y="851"/>
                    <a:pt x="2111" y="725"/>
                  </a:cubicBezTo>
                  <a:cubicBezTo>
                    <a:pt x="2111" y="316"/>
                    <a:pt x="1764" y="1"/>
                    <a:pt x="138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14063;p134">
              <a:extLst>
                <a:ext uri="{FF2B5EF4-FFF2-40B4-BE49-F238E27FC236}">
                  <a16:creationId xmlns:a16="http://schemas.microsoft.com/office/drawing/2014/main" id="{74908B02-93EB-1727-393E-65374D26F909}"/>
                </a:ext>
              </a:extLst>
            </p:cNvPr>
            <p:cNvSpPr/>
            <p:nvPr/>
          </p:nvSpPr>
          <p:spPr>
            <a:xfrm>
              <a:off x="-23106275" y="3923525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694"/>
                  </a:lnTo>
                  <a:lnTo>
                    <a:pt x="725" y="694"/>
                  </a:lnTo>
                  <a:lnTo>
                    <a:pt x="725" y="347"/>
                  </a:lnTo>
                  <a:cubicBezTo>
                    <a:pt x="725" y="158"/>
                    <a:pt x="568" y="1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14064;p134">
              <a:extLst>
                <a:ext uri="{FF2B5EF4-FFF2-40B4-BE49-F238E27FC236}">
                  <a16:creationId xmlns:a16="http://schemas.microsoft.com/office/drawing/2014/main" id="{098C98A9-E373-FFCA-8A08-44501009CA29}"/>
                </a:ext>
              </a:extLst>
            </p:cNvPr>
            <p:cNvSpPr/>
            <p:nvPr/>
          </p:nvSpPr>
          <p:spPr>
            <a:xfrm>
              <a:off x="-23106275" y="4027500"/>
              <a:ext cx="18150" cy="18125"/>
            </a:xfrm>
            <a:custGeom>
              <a:avLst/>
              <a:gdLst/>
              <a:ahLst/>
              <a:cxnLst/>
              <a:rect l="l" t="t" r="r" b="b"/>
              <a:pathLst>
                <a:path w="726" h="725" extrusionOk="0">
                  <a:moveTo>
                    <a:pt x="0" y="0"/>
                  </a:moveTo>
                  <a:lnTo>
                    <a:pt x="0" y="725"/>
                  </a:lnTo>
                  <a:lnTo>
                    <a:pt x="725" y="725"/>
                  </a:lnTo>
                  <a:lnTo>
                    <a:pt x="7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14065;p134">
              <a:extLst>
                <a:ext uri="{FF2B5EF4-FFF2-40B4-BE49-F238E27FC236}">
                  <a16:creationId xmlns:a16="http://schemas.microsoft.com/office/drawing/2014/main" id="{6A654846-D184-F524-4A41-D2A687AC89FB}"/>
                </a:ext>
              </a:extLst>
            </p:cNvPr>
            <p:cNvSpPr/>
            <p:nvPr/>
          </p:nvSpPr>
          <p:spPr>
            <a:xfrm>
              <a:off x="-23244900" y="3888100"/>
              <a:ext cx="295375" cy="296150"/>
            </a:xfrm>
            <a:custGeom>
              <a:avLst/>
              <a:gdLst/>
              <a:ahLst/>
              <a:cxnLst/>
              <a:rect l="l" t="t" r="r" b="b"/>
              <a:pathLst>
                <a:path w="11815" h="11846" extrusionOk="0">
                  <a:moveTo>
                    <a:pt x="5892" y="725"/>
                  </a:moveTo>
                  <a:cubicBezTo>
                    <a:pt x="6333" y="725"/>
                    <a:pt x="6743" y="1008"/>
                    <a:pt x="6900" y="1449"/>
                  </a:cubicBezTo>
                  <a:lnTo>
                    <a:pt x="8349" y="1449"/>
                  </a:lnTo>
                  <a:cubicBezTo>
                    <a:pt x="9106" y="1449"/>
                    <a:pt x="9736" y="2079"/>
                    <a:pt x="9736" y="2835"/>
                  </a:cubicBezTo>
                  <a:cubicBezTo>
                    <a:pt x="9736" y="3214"/>
                    <a:pt x="9578" y="3529"/>
                    <a:pt x="9295" y="3812"/>
                  </a:cubicBezTo>
                  <a:cubicBezTo>
                    <a:pt x="9326" y="3938"/>
                    <a:pt x="9358" y="4096"/>
                    <a:pt x="9358" y="4190"/>
                  </a:cubicBezTo>
                  <a:cubicBezTo>
                    <a:pt x="9358" y="4600"/>
                    <a:pt x="9200" y="4915"/>
                    <a:pt x="8948" y="5198"/>
                  </a:cubicBezTo>
                  <a:cubicBezTo>
                    <a:pt x="8980" y="5324"/>
                    <a:pt x="9011" y="5450"/>
                    <a:pt x="9011" y="5576"/>
                  </a:cubicBezTo>
                  <a:cubicBezTo>
                    <a:pt x="9011" y="6333"/>
                    <a:pt x="8381" y="6963"/>
                    <a:pt x="7625" y="6963"/>
                  </a:cubicBezTo>
                  <a:cubicBezTo>
                    <a:pt x="7436" y="6963"/>
                    <a:pt x="7278" y="6805"/>
                    <a:pt x="7278" y="6616"/>
                  </a:cubicBezTo>
                  <a:cubicBezTo>
                    <a:pt x="7278" y="6427"/>
                    <a:pt x="7436" y="6269"/>
                    <a:pt x="7625" y="6269"/>
                  </a:cubicBezTo>
                  <a:cubicBezTo>
                    <a:pt x="8034" y="6269"/>
                    <a:pt x="8349" y="5954"/>
                    <a:pt x="8349" y="5545"/>
                  </a:cubicBezTo>
                  <a:cubicBezTo>
                    <a:pt x="8349" y="5167"/>
                    <a:pt x="8034" y="4852"/>
                    <a:pt x="7625" y="4852"/>
                  </a:cubicBezTo>
                  <a:lnTo>
                    <a:pt x="6932" y="4852"/>
                  </a:lnTo>
                  <a:lnTo>
                    <a:pt x="6932" y="7593"/>
                  </a:lnTo>
                  <a:lnTo>
                    <a:pt x="7940" y="7593"/>
                  </a:lnTo>
                  <a:cubicBezTo>
                    <a:pt x="8538" y="7593"/>
                    <a:pt x="8980" y="8065"/>
                    <a:pt x="8980" y="8632"/>
                  </a:cubicBezTo>
                  <a:cubicBezTo>
                    <a:pt x="8980" y="9105"/>
                    <a:pt x="8664" y="9514"/>
                    <a:pt x="8192" y="9609"/>
                  </a:cubicBezTo>
                  <a:cubicBezTo>
                    <a:pt x="7562" y="9767"/>
                    <a:pt x="7058" y="10145"/>
                    <a:pt x="6680" y="10586"/>
                  </a:cubicBezTo>
                  <a:cubicBezTo>
                    <a:pt x="6459" y="10869"/>
                    <a:pt x="6176" y="11027"/>
                    <a:pt x="5861" y="11027"/>
                  </a:cubicBezTo>
                  <a:cubicBezTo>
                    <a:pt x="5545" y="11027"/>
                    <a:pt x="5230" y="10869"/>
                    <a:pt x="5041" y="10586"/>
                  </a:cubicBezTo>
                  <a:cubicBezTo>
                    <a:pt x="4695" y="10113"/>
                    <a:pt x="4128" y="9767"/>
                    <a:pt x="3529" y="9609"/>
                  </a:cubicBezTo>
                  <a:cubicBezTo>
                    <a:pt x="3057" y="9483"/>
                    <a:pt x="2742" y="9042"/>
                    <a:pt x="2742" y="8569"/>
                  </a:cubicBezTo>
                  <a:cubicBezTo>
                    <a:pt x="2742" y="8002"/>
                    <a:pt x="3214" y="7561"/>
                    <a:pt x="3781" y="7561"/>
                  </a:cubicBezTo>
                  <a:lnTo>
                    <a:pt x="4789" y="7561"/>
                  </a:lnTo>
                  <a:lnTo>
                    <a:pt x="4789" y="4789"/>
                  </a:lnTo>
                  <a:lnTo>
                    <a:pt x="4096" y="4789"/>
                  </a:lnTo>
                  <a:cubicBezTo>
                    <a:pt x="3687" y="4789"/>
                    <a:pt x="3372" y="5104"/>
                    <a:pt x="3372" y="5513"/>
                  </a:cubicBezTo>
                  <a:cubicBezTo>
                    <a:pt x="3372" y="5891"/>
                    <a:pt x="3687" y="6206"/>
                    <a:pt x="4096" y="6206"/>
                  </a:cubicBezTo>
                  <a:cubicBezTo>
                    <a:pt x="4285" y="6206"/>
                    <a:pt x="4443" y="6364"/>
                    <a:pt x="4443" y="6553"/>
                  </a:cubicBezTo>
                  <a:cubicBezTo>
                    <a:pt x="4443" y="6774"/>
                    <a:pt x="4285" y="6931"/>
                    <a:pt x="4096" y="6931"/>
                  </a:cubicBezTo>
                  <a:cubicBezTo>
                    <a:pt x="3340" y="6931"/>
                    <a:pt x="2710" y="6301"/>
                    <a:pt x="2710" y="5545"/>
                  </a:cubicBezTo>
                  <a:cubicBezTo>
                    <a:pt x="2710" y="5387"/>
                    <a:pt x="2742" y="5261"/>
                    <a:pt x="2805" y="5135"/>
                  </a:cubicBezTo>
                  <a:cubicBezTo>
                    <a:pt x="2521" y="4883"/>
                    <a:pt x="2363" y="4568"/>
                    <a:pt x="2363" y="4159"/>
                  </a:cubicBezTo>
                  <a:cubicBezTo>
                    <a:pt x="2363" y="4001"/>
                    <a:pt x="2395" y="3875"/>
                    <a:pt x="2426" y="3781"/>
                  </a:cubicBezTo>
                  <a:cubicBezTo>
                    <a:pt x="2174" y="3497"/>
                    <a:pt x="2017" y="3182"/>
                    <a:pt x="2017" y="2772"/>
                  </a:cubicBezTo>
                  <a:cubicBezTo>
                    <a:pt x="2080" y="2048"/>
                    <a:pt x="2710" y="1449"/>
                    <a:pt x="3466" y="1449"/>
                  </a:cubicBezTo>
                  <a:lnTo>
                    <a:pt x="4915" y="1449"/>
                  </a:lnTo>
                  <a:cubicBezTo>
                    <a:pt x="5073" y="1040"/>
                    <a:pt x="5419" y="725"/>
                    <a:pt x="5892" y="725"/>
                  </a:cubicBezTo>
                  <a:close/>
                  <a:moveTo>
                    <a:pt x="1009" y="0"/>
                  </a:moveTo>
                  <a:cubicBezTo>
                    <a:pt x="473" y="32"/>
                    <a:pt x="1" y="504"/>
                    <a:pt x="1" y="1040"/>
                  </a:cubicBezTo>
                  <a:lnTo>
                    <a:pt x="1" y="10838"/>
                  </a:lnTo>
                  <a:cubicBezTo>
                    <a:pt x="1" y="11405"/>
                    <a:pt x="473" y="11846"/>
                    <a:pt x="1009" y="11846"/>
                  </a:cubicBezTo>
                  <a:lnTo>
                    <a:pt x="10807" y="11846"/>
                  </a:lnTo>
                  <a:cubicBezTo>
                    <a:pt x="11374" y="11846"/>
                    <a:pt x="11815" y="11373"/>
                    <a:pt x="11815" y="10775"/>
                  </a:cubicBezTo>
                  <a:lnTo>
                    <a:pt x="11815" y="1071"/>
                  </a:lnTo>
                  <a:cubicBezTo>
                    <a:pt x="11815" y="504"/>
                    <a:pt x="11342" y="32"/>
                    <a:pt x="10807" y="32"/>
                  </a:cubicBezTo>
                  <a:lnTo>
                    <a:pt x="100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14066;p134">
              <a:extLst>
                <a:ext uri="{FF2B5EF4-FFF2-40B4-BE49-F238E27FC236}">
                  <a16:creationId xmlns:a16="http://schemas.microsoft.com/office/drawing/2014/main" id="{3200DF92-0D85-9AD5-893B-AFD595F12609}"/>
                </a:ext>
              </a:extLst>
            </p:cNvPr>
            <p:cNvSpPr/>
            <p:nvPr/>
          </p:nvSpPr>
          <p:spPr>
            <a:xfrm>
              <a:off x="-23070825" y="3975525"/>
              <a:ext cx="43325" cy="26800"/>
            </a:xfrm>
            <a:custGeom>
              <a:avLst/>
              <a:gdLst/>
              <a:ahLst/>
              <a:cxnLst/>
              <a:rect l="l" t="t" r="r" b="b"/>
              <a:pathLst>
                <a:path w="1733" h="1072" extrusionOk="0">
                  <a:moveTo>
                    <a:pt x="0" y="0"/>
                  </a:moveTo>
                  <a:lnTo>
                    <a:pt x="0" y="725"/>
                  </a:lnTo>
                  <a:lnTo>
                    <a:pt x="725" y="725"/>
                  </a:lnTo>
                  <a:cubicBezTo>
                    <a:pt x="748" y="722"/>
                    <a:pt x="772" y="721"/>
                    <a:pt x="795" y="721"/>
                  </a:cubicBezTo>
                  <a:cubicBezTo>
                    <a:pt x="1086" y="721"/>
                    <a:pt x="1374" y="896"/>
                    <a:pt x="1607" y="1071"/>
                  </a:cubicBezTo>
                  <a:cubicBezTo>
                    <a:pt x="1701" y="945"/>
                    <a:pt x="1733" y="819"/>
                    <a:pt x="1733" y="725"/>
                  </a:cubicBezTo>
                  <a:cubicBezTo>
                    <a:pt x="1733" y="315"/>
                    <a:pt x="1418" y="0"/>
                    <a:pt x="10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14067;p134">
              <a:extLst>
                <a:ext uri="{FF2B5EF4-FFF2-40B4-BE49-F238E27FC236}">
                  <a16:creationId xmlns:a16="http://schemas.microsoft.com/office/drawing/2014/main" id="{B3D5E37D-5C43-5FF0-E2ED-4681B3A06120}"/>
                </a:ext>
              </a:extLst>
            </p:cNvPr>
            <p:cNvSpPr/>
            <p:nvPr/>
          </p:nvSpPr>
          <p:spPr>
            <a:xfrm>
              <a:off x="-23158250" y="4097600"/>
              <a:ext cx="121300" cy="52000"/>
            </a:xfrm>
            <a:custGeom>
              <a:avLst/>
              <a:gdLst/>
              <a:ahLst/>
              <a:cxnLst/>
              <a:rect l="l" t="t" r="r" b="b"/>
              <a:pathLst>
                <a:path w="4852" h="2080" extrusionOk="0">
                  <a:moveTo>
                    <a:pt x="315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67"/>
                    <a:pt x="158" y="662"/>
                    <a:pt x="284" y="693"/>
                  </a:cubicBezTo>
                  <a:cubicBezTo>
                    <a:pt x="1008" y="914"/>
                    <a:pt x="1701" y="1355"/>
                    <a:pt x="2174" y="1922"/>
                  </a:cubicBezTo>
                  <a:cubicBezTo>
                    <a:pt x="2205" y="2017"/>
                    <a:pt x="2269" y="2080"/>
                    <a:pt x="2426" y="2080"/>
                  </a:cubicBezTo>
                  <a:cubicBezTo>
                    <a:pt x="2584" y="2080"/>
                    <a:pt x="2678" y="2017"/>
                    <a:pt x="2710" y="1922"/>
                  </a:cubicBezTo>
                  <a:cubicBezTo>
                    <a:pt x="3151" y="1355"/>
                    <a:pt x="3812" y="882"/>
                    <a:pt x="4568" y="662"/>
                  </a:cubicBezTo>
                  <a:cubicBezTo>
                    <a:pt x="4726" y="630"/>
                    <a:pt x="4852" y="504"/>
                    <a:pt x="4852" y="347"/>
                  </a:cubicBezTo>
                  <a:cubicBezTo>
                    <a:pt x="4852" y="158"/>
                    <a:pt x="4694" y="0"/>
                    <a:pt x="4474" y="0"/>
                  </a:cubicBezTo>
                  <a:lnTo>
                    <a:pt x="3371" y="0"/>
                  </a:lnTo>
                  <a:cubicBezTo>
                    <a:pt x="3214" y="410"/>
                    <a:pt x="2867" y="725"/>
                    <a:pt x="2395" y="725"/>
                  </a:cubicBezTo>
                  <a:cubicBezTo>
                    <a:pt x="1922" y="725"/>
                    <a:pt x="1575" y="441"/>
                    <a:pt x="14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14068;p134">
              <a:extLst>
                <a:ext uri="{FF2B5EF4-FFF2-40B4-BE49-F238E27FC236}">
                  <a16:creationId xmlns:a16="http://schemas.microsoft.com/office/drawing/2014/main" id="{B5913F20-C48F-4556-86A1-116886103BA2}"/>
                </a:ext>
              </a:extLst>
            </p:cNvPr>
            <p:cNvSpPr/>
            <p:nvPr/>
          </p:nvSpPr>
          <p:spPr>
            <a:xfrm>
              <a:off x="-23176375" y="3940850"/>
              <a:ext cx="52800" cy="26825"/>
            </a:xfrm>
            <a:custGeom>
              <a:avLst/>
              <a:gdLst/>
              <a:ahLst/>
              <a:cxnLst/>
              <a:rect l="l" t="t" r="r" b="b"/>
              <a:pathLst>
                <a:path w="2112" h="1073" extrusionOk="0">
                  <a:moveTo>
                    <a:pt x="725" y="1"/>
                  </a:moveTo>
                  <a:cubicBezTo>
                    <a:pt x="316" y="1"/>
                    <a:pt x="1" y="316"/>
                    <a:pt x="1" y="725"/>
                  </a:cubicBezTo>
                  <a:cubicBezTo>
                    <a:pt x="1" y="851"/>
                    <a:pt x="64" y="978"/>
                    <a:pt x="127" y="1072"/>
                  </a:cubicBezTo>
                  <a:cubicBezTo>
                    <a:pt x="410" y="883"/>
                    <a:pt x="725" y="725"/>
                    <a:pt x="1072" y="725"/>
                  </a:cubicBezTo>
                  <a:lnTo>
                    <a:pt x="2111" y="725"/>
                  </a:lnTo>
                  <a:lnTo>
                    <a:pt x="211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14069;p134">
              <a:extLst>
                <a:ext uri="{FF2B5EF4-FFF2-40B4-BE49-F238E27FC236}">
                  <a16:creationId xmlns:a16="http://schemas.microsoft.com/office/drawing/2014/main" id="{E7079707-982F-81F7-53A9-9ED75CBA1A61}"/>
                </a:ext>
              </a:extLst>
            </p:cNvPr>
            <p:cNvSpPr/>
            <p:nvPr/>
          </p:nvSpPr>
          <p:spPr>
            <a:xfrm>
              <a:off x="-23166125" y="3976300"/>
              <a:ext cx="44125" cy="26800"/>
            </a:xfrm>
            <a:custGeom>
              <a:avLst/>
              <a:gdLst/>
              <a:ahLst/>
              <a:cxnLst/>
              <a:rect l="l" t="t" r="r" b="b"/>
              <a:pathLst>
                <a:path w="1765" h="1072" extrusionOk="0">
                  <a:moveTo>
                    <a:pt x="693" y="1"/>
                  </a:moveTo>
                  <a:cubicBezTo>
                    <a:pt x="315" y="1"/>
                    <a:pt x="0" y="316"/>
                    <a:pt x="0" y="725"/>
                  </a:cubicBezTo>
                  <a:cubicBezTo>
                    <a:pt x="0" y="851"/>
                    <a:pt x="32" y="1009"/>
                    <a:pt x="126" y="1072"/>
                  </a:cubicBezTo>
                  <a:cubicBezTo>
                    <a:pt x="347" y="820"/>
                    <a:pt x="693" y="725"/>
                    <a:pt x="1071" y="725"/>
                  </a:cubicBezTo>
                  <a:lnTo>
                    <a:pt x="1764" y="725"/>
                  </a:lnTo>
                  <a:lnTo>
                    <a:pt x="176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13" name="Google Shape;14070;p134">
            <a:extLst>
              <a:ext uri="{FF2B5EF4-FFF2-40B4-BE49-F238E27FC236}">
                <a16:creationId xmlns:a16="http://schemas.microsoft.com/office/drawing/2014/main" id="{A3AF0F39-7C23-A26E-443B-4383EF491987}"/>
              </a:ext>
            </a:extLst>
          </p:cNvPr>
          <p:cNvSpPr/>
          <p:nvPr/>
        </p:nvSpPr>
        <p:spPr>
          <a:xfrm>
            <a:off x="9135596" y="5362998"/>
            <a:ext cx="324361" cy="324334"/>
          </a:xfrm>
          <a:custGeom>
            <a:avLst/>
            <a:gdLst/>
            <a:ahLst/>
            <a:cxnLst/>
            <a:rect l="l" t="t" r="r" b="b"/>
            <a:pathLst>
              <a:path w="11879" h="11878" extrusionOk="0">
                <a:moveTo>
                  <a:pt x="5451" y="6995"/>
                </a:moveTo>
                <a:lnTo>
                  <a:pt x="5451" y="7688"/>
                </a:lnTo>
                <a:lnTo>
                  <a:pt x="4443" y="7688"/>
                </a:lnTo>
                <a:cubicBezTo>
                  <a:pt x="4223" y="7688"/>
                  <a:pt x="4065" y="7530"/>
                  <a:pt x="4065" y="7341"/>
                </a:cubicBezTo>
                <a:cubicBezTo>
                  <a:pt x="4065" y="7152"/>
                  <a:pt x="4223" y="6995"/>
                  <a:pt x="4443" y="6995"/>
                </a:cubicBezTo>
                <a:close/>
                <a:moveTo>
                  <a:pt x="6491" y="8349"/>
                </a:moveTo>
                <a:lnTo>
                  <a:pt x="6491" y="8381"/>
                </a:lnTo>
                <a:cubicBezTo>
                  <a:pt x="6680" y="8381"/>
                  <a:pt x="6837" y="8538"/>
                  <a:pt x="6837" y="8727"/>
                </a:cubicBezTo>
                <a:cubicBezTo>
                  <a:pt x="6837" y="8916"/>
                  <a:pt x="6680" y="9074"/>
                  <a:pt x="6491" y="9074"/>
                </a:cubicBezTo>
                <a:lnTo>
                  <a:pt x="6113" y="9074"/>
                </a:lnTo>
                <a:lnTo>
                  <a:pt x="6113" y="8349"/>
                </a:lnTo>
                <a:close/>
                <a:moveTo>
                  <a:pt x="5451" y="9736"/>
                </a:moveTo>
                <a:lnTo>
                  <a:pt x="5451" y="10460"/>
                </a:lnTo>
                <a:lnTo>
                  <a:pt x="5105" y="10460"/>
                </a:lnTo>
                <a:cubicBezTo>
                  <a:pt x="4916" y="10460"/>
                  <a:pt x="4758" y="10303"/>
                  <a:pt x="4758" y="10114"/>
                </a:cubicBezTo>
                <a:cubicBezTo>
                  <a:pt x="4758" y="9893"/>
                  <a:pt x="4916" y="9736"/>
                  <a:pt x="5105" y="9736"/>
                </a:cubicBezTo>
                <a:close/>
                <a:moveTo>
                  <a:pt x="5861" y="1"/>
                </a:moveTo>
                <a:cubicBezTo>
                  <a:pt x="5262" y="1"/>
                  <a:pt x="4821" y="473"/>
                  <a:pt x="4821" y="1040"/>
                </a:cubicBezTo>
                <a:cubicBezTo>
                  <a:pt x="4821" y="1481"/>
                  <a:pt x="5105" y="1859"/>
                  <a:pt x="5546" y="2017"/>
                </a:cubicBezTo>
                <a:lnTo>
                  <a:pt x="5546" y="3340"/>
                </a:lnTo>
                <a:cubicBezTo>
                  <a:pt x="4441" y="2451"/>
                  <a:pt x="3936" y="2115"/>
                  <a:pt x="3379" y="2115"/>
                </a:cubicBezTo>
                <a:cubicBezTo>
                  <a:pt x="3285" y="2115"/>
                  <a:pt x="3189" y="2125"/>
                  <a:pt x="3088" y="2143"/>
                </a:cubicBezTo>
                <a:cubicBezTo>
                  <a:pt x="2584" y="2237"/>
                  <a:pt x="2301" y="2679"/>
                  <a:pt x="2080" y="3183"/>
                </a:cubicBezTo>
                <a:cubicBezTo>
                  <a:pt x="1734" y="3750"/>
                  <a:pt x="1324" y="4506"/>
                  <a:pt x="221" y="4947"/>
                </a:cubicBezTo>
                <a:cubicBezTo>
                  <a:pt x="64" y="5010"/>
                  <a:pt x="1" y="5167"/>
                  <a:pt x="32" y="5325"/>
                </a:cubicBezTo>
                <a:cubicBezTo>
                  <a:pt x="64" y="5482"/>
                  <a:pt x="190" y="5608"/>
                  <a:pt x="379" y="5608"/>
                </a:cubicBezTo>
                <a:lnTo>
                  <a:pt x="1104" y="5608"/>
                </a:lnTo>
                <a:cubicBezTo>
                  <a:pt x="1104" y="5608"/>
                  <a:pt x="2584" y="5577"/>
                  <a:pt x="3372" y="3750"/>
                </a:cubicBezTo>
                <a:cubicBezTo>
                  <a:pt x="3446" y="3626"/>
                  <a:pt x="3579" y="3541"/>
                  <a:pt x="3724" y="3541"/>
                </a:cubicBezTo>
                <a:cubicBezTo>
                  <a:pt x="3764" y="3541"/>
                  <a:pt x="3804" y="3547"/>
                  <a:pt x="3844" y="3561"/>
                </a:cubicBezTo>
                <a:cubicBezTo>
                  <a:pt x="4002" y="3655"/>
                  <a:pt x="4128" y="3844"/>
                  <a:pt x="4034" y="4033"/>
                </a:cubicBezTo>
                <a:cubicBezTo>
                  <a:pt x="3718" y="4789"/>
                  <a:pt x="3309" y="5293"/>
                  <a:pt x="2868" y="5640"/>
                </a:cubicBezTo>
                <a:lnTo>
                  <a:pt x="3655" y="5640"/>
                </a:lnTo>
                <a:cubicBezTo>
                  <a:pt x="3971" y="5388"/>
                  <a:pt x="4254" y="5010"/>
                  <a:pt x="4254" y="4632"/>
                </a:cubicBezTo>
                <a:cubicBezTo>
                  <a:pt x="4254" y="4443"/>
                  <a:pt x="4412" y="4285"/>
                  <a:pt x="4601" y="4285"/>
                </a:cubicBezTo>
                <a:cubicBezTo>
                  <a:pt x="4790" y="4285"/>
                  <a:pt x="4947" y="4443"/>
                  <a:pt x="4947" y="4632"/>
                </a:cubicBezTo>
                <a:cubicBezTo>
                  <a:pt x="4947" y="5010"/>
                  <a:pt x="4821" y="5388"/>
                  <a:pt x="4601" y="5640"/>
                </a:cubicBezTo>
                <a:lnTo>
                  <a:pt x="5609" y="5640"/>
                </a:lnTo>
                <a:lnTo>
                  <a:pt x="5609" y="6365"/>
                </a:lnTo>
                <a:lnTo>
                  <a:pt x="4601" y="6365"/>
                </a:lnTo>
                <a:cubicBezTo>
                  <a:pt x="4002" y="6365"/>
                  <a:pt x="3561" y="6837"/>
                  <a:pt x="3561" y="7373"/>
                </a:cubicBezTo>
                <a:cubicBezTo>
                  <a:pt x="3561" y="7971"/>
                  <a:pt x="4034" y="8412"/>
                  <a:pt x="4601" y="8412"/>
                </a:cubicBezTo>
                <a:lnTo>
                  <a:pt x="5609" y="8412"/>
                </a:lnTo>
                <a:lnTo>
                  <a:pt x="5609" y="9106"/>
                </a:lnTo>
                <a:lnTo>
                  <a:pt x="5262" y="9106"/>
                </a:lnTo>
                <a:cubicBezTo>
                  <a:pt x="4664" y="9106"/>
                  <a:pt x="4254" y="9578"/>
                  <a:pt x="4254" y="10145"/>
                </a:cubicBezTo>
                <a:cubicBezTo>
                  <a:pt x="4254" y="10744"/>
                  <a:pt x="4727" y="11153"/>
                  <a:pt x="5262" y="11153"/>
                </a:cubicBezTo>
                <a:lnTo>
                  <a:pt x="5609" y="11153"/>
                </a:lnTo>
                <a:lnTo>
                  <a:pt x="5609" y="11531"/>
                </a:lnTo>
                <a:cubicBezTo>
                  <a:pt x="5609" y="11720"/>
                  <a:pt x="5766" y="11878"/>
                  <a:pt x="5987" y="11878"/>
                </a:cubicBezTo>
                <a:cubicBezTo>
                  <a:pt x="6176" y="11878"/>
                  <a:pt x="6333" y="11720"/>
                  <a:pt x="6333" y="11531"/>
                </a:cubicBezTo>
                <a:lnTo>
                  <a:pt x="6333" y="11153"/>
                </a:lnTo>
                <a:lnTo>
                  <a:pt x="6680" y="11153"/>
                </a:lnTo>
                <a:cubicBezTo>
                  <a:pt x="6869" y="11153"/>
                  <a:pt x="7026" y="10996"/>
                  <a:pt x="7026" y="10807"/>
                </a:cubicBezTo>
                <a:cubicBezTo>
                  <a:pt x="7026" y="10618"/>
                  <a:pt x="6869" y="10460"/>
                  <a:pt x="6680" y="10460"/>
                </a:cubicBezTo>
                <a:lnTo>
                  <a:pt x="6333" y="10460"/>
                </a:lnTo>
                <a:lnTo>
                  <a:pt x="6333" y="9736"/>
                </a:lnTo>
                <a:lnTo>
                  <a:pt x="6680" y="9736"/>
                </a:lnTo>
                <a:cubicBezTo>
                  <a:pt x="7279" y="9736"/>
                  <a:pt x="7720" y="9263"/>
                  <a:pt x="7720" y="8727"/>
                </a:cubicBezTo>
                <a:cubicBezTo>
                  <a:pt x="7720" y="8129"/>
                  <a:pt x="7247" y="7688"/>
                  <a:pt x="6680" y="7688"/>
                </a:cubicBezTo>
                <a:lnTo>
                  <a:pt x="6333" y="7688"/>
                </a:lnTo>
                <a:lnTo>
                  <a:pt x="6333" y="6995"/>
                </a:lnTo>
                <a:lnTo>
                  <a:pt x="7342" y="6995"/>
                </a:lnTo>
                <a:cubicBezTo>
                  <a:pt x="7751" y="6995"/>
                  <a:pt x="8098" y="6743"/>
                  <a:pt x="8255" y="6428"/>
                </a:cubicBezTo>
                <a:cubicBezTo>
                  <a:pt x="8066" y="6333"/>
                  <a:pt x="7877" y="6176"/>
                  <a:pt x="7657" y="6018"/>
                </a:cubicBezTo>
                <a:cubicBezTo>
                  <a:pt x="7625" y="6176"/>
                  <a:pt x="7499" y="6270"/>
                  <a:pt x="7310" y="6270"/>
                </a:cubicBezTo>
                <a:lnTo>
                  <a:pt x="6302" y="6270"/>
                </a:lnTo>
                <a:lnTo>
                  <a:pt x="6302" y="5577"/>
                </a:lnTo>
                <a:lnTo>
                  <a:pt x="7310" y="5577"/>
                </a:lnTo>
                <a:cubicBezTo>
                  <a:pt x="7121" y="5262"/>
                  <a:pt x="6963" y="4947"/>
                  <a:pt x="6963" y="4537"/>
                </a:cubicBezTo>
                <a:cubicBezTo>
                  <a:pt x="6963" y="4348"/>
                  <a:pt x="7121" y="4191"/>
                  <a:pt x="7310" y="4191"/>
                </a:cubicBezTo>
                <a:cubicBezTo>
                  <a:pt x="7499" y="4191"/>
                  <a:pt x="7657" y="4348"/>
                  <a:pt x="7657" y="4537"/>
                </a:cubicBezTo>
                <a:cubicBezTo>
                  <a:pt x="7657" y="4978"/>
                  <a:pt x="7940" y="5293"/>
                  <a:pt x="8255" y="5577"/>
                </a:cubicBezTo>
                <a:lnTo>
                  <a:pt x="9043" y="5577"/>
                </a:lnTo>
                <a:cubicBezTo>
                  <a:pt x="8602" y="5230"/>
                  <a:pt x="8224" y="4758"/>
                  <a:pt x="7877" y="3970"/>
                </a:cubicBezTo>
                <a:cubicBezTo>
                  <a:pt x="7783" y="3813"/>
                  <a:pt x="7877" y="3561"/>
                  <a:pt x="8066" y="3498"/>
                </a:cubicBezTo>
                <a:cubicBezTo>
                  <a:pt x="8108" y="3472"/>
                  <a:pt x="8155" y="3461"/>
                  <a:pt x="8203" y="3461"/>
                </a:cubicBezTo>
                <a:cubicBezTo>
                  <a:pt x="8333" y="3461"/>
                  <a:pt x="8470" y="3548"/>
                  <a:pt x="8539" y="3687"/>
                </a:cubicBezTo>
                <a:cubicBezTo>
                  <a:pt x="9326" y="5545"/>
                  <a:pt x="10807" y="5545"/>
                  <a:pt x="10807" y="5545"/>
                </a:cubicBezTo>
                <a:lnTo>
                  <a:pt x="11532" y="5545"/>
                </a:lnTo>
                <a:cubicBezTo>
                  <a:pt x="11689" y="5545"/>
                  <a:pt x="11847" y="5419"/>
                  <a:pt x="11878" y="5262"/>
                </a:cubicBezTo>
                <a:cubicBezTo>
                  <a:pt x="11721" y="5167"/>
                  <a:pt x="11626" y="5010"/>
                  <a:pt x="11469" y="4947"/>
                </a:cubicBezTo>
                <a:cubicBezTo>
                  <a:pt x="10366" y="4506"/>
                  <a:pt x="9988" y="3750"/>
                  <a:pt x="9641" y="3183"/>
                </a:cubicBezTo>
                <a:cubicBezTo>
                  <a:pt x="9358" y="2710"/>
                  <a:pt x="9106" y="2269"/>
                  <a:pt x="8602" y="2143"/>
                </a:cubicBezTo>
                <a:cubicBezTo>
                  <a:pt x="8535" y="2127"/>
                  <a:pt x="8466" y="2119"/>
                  <a:pt x="8393" y="2119"/>
                </a:cubicBezTo>
                <a:cubicBezTo>
                  <a:pt x="7880" y="2119"/>
                  <a:pt x="7197" y="2512"/>
                  <a:pt x="6176" y="3340"/>
                </a:cubicBezTo>
                <a:lnTo>
                  <a:pt x="6176" y="2017"/>
                </a:lnTo>
                <a:cubicBezTo>
                  <a:pt x="6554" y="1859"/>
                  <a:pt x="6869" y="1513"/>
                  <a:pt x="6869" y="1040"/>
                </a:cubicBezTo>
                <a:cubicBezTo>
                  <a:pt x="6869" y="442"/>
                  <a:pt x="6396" y="1"/>
                  <a:pt x="5861" y="1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4" name="3 Título">
            <a:extLst>
              <a:ext uri="{FF2B5EF4-FFF2-40B4-BE49-F238E27FC236}">
                <a16:creationId xmlns:a16="http://schemas.microsoft.com/office/drawing/2014/main" id="{D4431529-DB37-56F9-1B68-0E612DBC919F}"/>
              </a:ext>
            </a:extLst>
          </p:cNvPr>
          <p:cNvSpPr txBox="1">
            <a:spLocks/>
          </p:cNvSpPr>
          <p:nvPr/>
        </p:nvSpPr>
        <p:spPr>
          <a:xfrm>
            <a:off x="2262840" y="2151912"/>
            <a:ext cx="3304409" cy="570012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sz="2200" b="1">
                <a:solidFill>
                  <a:srgbClr val="1F67AE"/>
                </a:solidFill>
                <a:latin typeface="Arial"/>
              </a:rPr>
              <a:t>9. VALOR GENERADO</a:t>
            </a:r>
            <a:endParaRPr lang="es-CO" b="1" kern="0" dirty="0">
              <a:solidFill>
                <a:schemeClr val="tx1">
                  <a:lumMod val="95000"/>
                  <a:lumOff val="5000"/>
                </a:schemeClr>
              </a:solidFill>
              <a:latin typeface="Helvetica Black" pitchFamily="2" charset="0"/>
            </a:endParaRPr>
          </a:p>
        </p:txBody>
      </p:sp>
      <p:sp>
        <p:nvSpPr>
          <p:cNvPr id="615" name="3 Título">
            <a:extLst>
              <a:ext uri="{FF2B5EF4-FFF2-40B4-BE49-F238E27FC236}">
                <a16:creationId xmlns:a16="http://schemas.microsoft.com/office/drawing/2014/main" id="{9BA6BB13-F9A0-092A-2EA6-F53395FE7792}"/>
              </a:ext>
            </a:extLst>
          </p:cNvPr>
          <p:cNvSpPr txBox="1">
            <a:spLocks/>
          </p:cNvSpPr>
          <p:nvPr/>
        </p:nvSpPr>
        <p:spPr>
          <a:xfrm>
            <a:off x="7196014" y="2126060"/>
            <a:ext cx="3304409" cy="570012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b="1" kern="0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 Black" pitchFamily="2" charset="0"/>
              </a:rPr>
              <a:t>Medicina</a:t>
            </a:r>
            <a:endParaRPr lang="es-CO" b="1" kern="0" dirty="0">
              <a:solidFill>
                <a:schemeClr val="tx1">
                  <a:lumMod val="95000"/>
                  <a:lumOff val="5000"/>
                </a:schemeClr>
              </a:solidFill>
              <a:latin typeface="Helvetica Black" pitchFamily="2" charset="0"/>
            </a:endParaRPr>
          </a:p>
        </p:txBody>
      </p:sp>
      <p:sp>
        <p:nvSpPr>
          <p:cNvPr id="616" name="Título 1">
            <a:extLst>
              <a:ext uri="{FF2B5EF4-FFF2-40B4-BE49-F238E27FC236}">
                <a16:creationId xmlns:a16="http://schemas.microsoft.com/office/drawing/2014/main" id="{D41B9D9C-BC67-CF81-43A0-43DBB8C121E9}"/>
              </a:ext>
            </a:extLst>
          </p:cNvPr>
          <p:cNvSpPr txBox="1">
            <a:spLocks/>
          </p:cNvSpPr>
          <p:nvPr/>
        </p:nvSpPr>
        <p:spPr>
          <a:xfrm>
            <a:off x="2256620" y="1451620"/>
            <a:ext cx="7128211" cy="662382"/>
          </a:xfrm>
          <a:prstGeom prst="rect">
            <a:avLst/>
          </a:prstGeom>
        </p:spPr>
        <p:txBody>
          <a:bodyPr vert="horz" lIns="91440" tIns="45720" rIns="91440" bIns="45720" rtlCol="0" anchor="b" wrap="square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sz="1200">
                <a:solidFill>
                  <a:srgbClr val="374151"/>
                </a:solidFill>
                <a:latin typeface="Arial"/>
              </a:rPr>
              <a:t>Impacto operativo:</a:t>
            </a:r>
          </a:p>
          <a:p>
            <a:r>
              <a:rPr sz="1200">
                <a:solidFill>
                  <a:srgbClr val="374151"/>
                </a:solidFill>
                <a:latin typeface="Arial"/>
              </a:rPr>
              <a:t>• Reportes: 3-4 horas → instantáneo (-99%)</a:t>
            </a:r>
          </a:p>
          <a:p>
            <a:r>
              <a:rPr sz="1200">
                <a:solidFill>
                  <a:srgbClr val="374151"/>
                </a:solidFill>
                <a:latin typeface="Arial"/>
              </a:rPr>
              <a:t>• Cartera: detección manual → alerta automática</a:t>
            </a:r>
          </a:p>
          <a:p>
            <a:r>
              <a:rPr sz="1200">
                <a:solidFill>
                  <a:srgbClr val="374151"/>
                </a:solidFill>
                <a:latin typeface="Arial"/>
              </a:rPr>
              <a:t>• Visibilidad: mensual → tiempo real</a:t>
            </a:r>
          </a:p>
          <a:p>
            <a:r>
              <a:rPr sz="1200">
                <a:solidFill>
                  <a:srgbClr val="374151"/>
                </a:solidFill>
                <a:latin typeface="Arial"/>
              </a:rPr>
              <a:t>• Proyección ingresos: inexistente → 6 meses por ARL</a:t>
            </a:r>
          </a:p>
          <a:p>
            <a:r>
              <a:rPr sz="1200">
                <a:solidFill>
                  <a:srgbClr val="374151"/>
                </a:solidFill>
                <a:latin typeface="Arial"/>
              </a:rPr>
              <a:t/>
            </a:r>
          </a:p>
          <a:p>
            <a:r>
              <a:rPr sz="1200">
                <a:solidFill>
                  <a:srgbClr val="374151"/>
                </a:solidFill>
                <a:latin typeface="Arial"/>
              </a:rPr>
              <a:t>Impacto estratégico:</a:t>
            </a:r>
          </a:p>
          <a:p>
            <a:r>
              <a:rPr sz="1200">
                <a:solidFill>
                  <a:srgbClr val="374151"/>
                </a:solidFill>
                <a:latin typeface="Arial"/>
              </a:rPr>
              <a:t>• Decisiones basadas en evidencia</a:t>
            </a:r>
          </a:p>
          <a:p>
            <a:r>
              <a:rPr sz="1200">
                <a:solidFill>
                  <a:srgbClr val="374151"/>
                </a:solidFill>
                <a:latin typeface="Arial"/>
              </a:rPr>
              <a:t>• Anticipación de riesgos financieros</a:t>
            </a:r>
          </a:p>
          <a:p>
            <a:r>
              <a:rPr sz="1200">
                <a:solidFill>
                  <a:srgbClr val="374151"/>
                </a:solidFill>
                <a:latin typeface="Arial"/>
              </a:rPr>
              <a:t>• Estandarización del proceso (13 campos + 10 estados)</a:t>
            </a:r>
          </a:p>
          <a:p>
            <a:r>
              <a:rPr sz="1200">
                <a:solidFill>
                  <a:srgbClr val="374151"/>
                </a:solidFill>
                <a:latin typeface="Arial"/>
              </a:rPr>
              <a:t/>
            </a:r>
          </a:p>
          <a:p>
            <a:r>
              <a:rPr sz="1200">
                <a:solidFill>
                  <a:srgbClr val="374151"/>
                </a:solidFill>
                <a:latin typeface="Arial"/>
              </a:rPr>
              <a:t>Escalabilidad: listo para MySQL · API REST · Multi-IPS</a:t>
            </a:r>
          </a:p>
        </p:txBody>
      </p:sp>
    </p:spTree>
    <p:extLst>
      <p:ext uri="{BB962C8B-B14F-4D97-AF65-F5344CB8AC3E}">
        <p14:creationId xmlns:p14="http://schemas.microsoft.com/office/powerpoint/2010/main" val="22982379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 Título">
            <a:extLst>
              <a:ext uri="{FF2B5EF4-FFF2-40B4-BE49-F238E27FC236}">
                <a16:creationId xmlns:a16="http://schemas.microsoft.com/office/drawing/2014/main" id="{DF581113-9EE2-5009-0547-4FA4ADECEAB0}"/>
              </a:ext>
            </a:extLst>
          </p:cNvPr>
          <p:cNvSpPr txBox="1">
            <a:spLocks/>
          </p:cNvSpPr>
          <p:nvPr/>
        </p:nvSpPr>
        <p:spPr>
          <a:xfrm>
            <a:off x="2944648" y="1945937"/>
            <a:ext cx="2175110" cy="329264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sz="2200" b="1">
                <a:solidFill>
                  <a:srgbClr val="1F67AE"/>
                </a:solidFill>
                <a:latin typeface="Arial"/>
              </a:rPr>
              <a:t>10. CONCLUSIONES</a:t>
            </a:r>
            <a:endParaRPr lang="es-CO" sz="2000" b="1" kern="0" dirty="0">
              <a:solidFill>
                <a:schemeClr val="tx1">
                  <a:lumMod val="95000"/>
                  <a:lumOff val="5000"/>
                </a:schemeClr>
              </a:solidFill>
              <a:latin typeface="Helvetica Black" pitchFamily="2" charset="0"/>
            </a:endParaRPr>
          </a:p>
        </p:txBody>
      </p:sp>
      <p:sp>
        <p:nvSpPr>
          <p:cNvPr id="3" name="3 Título">
            <a:extLst>
              <a:ext uri="{FF2B5EF4-FFF2-40B4-BE49-F238E27FC236}">
                <a16:creationId xmlns:a16="http://schemas.microsoft.com/office/drawing/2014/main" id="{CD5164BB-C1C2-3418-415A-98FF20A4F534}"/>
              </a:ext>
            </a:extLst>
          </p:cNvPr>
          <p:cNvSpPr txBox="1">
            <a:spLocks/>
          </p:cNvSpPr>
          <p:nvPr/>
        </p:nvSpPr>
        <p:spPr>
          <a:xfrm>
            <a:off x="7993517" y="1929997"/>
            <a:ext cx="2339882" cy="329264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2000" b="1" kern="0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 Black" pitchFamily="2" charset="0"/>
              </a:rPr>
              <a:t>Avatar</a:t>
            </a:r>
            <a:endParaRPr lang="es-CO" sz="2000" b="1" kern="0" dirty="0">
              <a:solidFill>
                <a:schemeClr val="tx1">
                  <a:lumMod val="95000"/>
                  <a:lumOff val="5000"/>
                </a:schemeClr>
              </a:solidFill>
              <a:latin typeface="Helvetica Black" pitchFamily="2" charset="0"/>
            </a:endParaRPr>
          </a:p>
        </p:txBody>
      </p:sp>
      <p:grpSp>
        <p:nvGrpSpPr>
          <p:cNvPr id="4" name="Google Shape;14587;p136">
            <a:extLst>
              <a:ext uri="{FF2B5EF4-FFF2-40B4-BE49-F238E27FC236}">
                <a16:creationId xmlns:a16="http://schemas.microsoft.com/office/drawing/2014/main" id="{BD2864BE-690A-60F2-8FFF-C04987E1AAEE}"/>
              </a:ext>
            </a:extLst>
          </p:cNvPr>
          <p:cNvGrpSpPr/>
          <p:nvPr/>
        </p:nvGrpSpPr>
        <p:grpSpPr>
          <a:xfrm>
            <a:off x="2020673" y="2548714"/>
            <a:ext cx="294961" cy="354318"/>
            <a:chOff x="-35814600" y="3202075"/>
            <a:chExt cx="242625" cy="291450"/>
          </a:xfrm>
          <a:solidFill>
            <a:schemeClr val="accent1">
              <a:lumMod val="75000"/>
            </a:schemeClr>
          </a:solidFill>
        </p:grpSpPr>
        <p:sp>
          <p:nvSpPr>
            <p:cNvPr id="5" name="Google Shape;14588;p136">
              <a:extLst>
                <a:ext uri="{FF2B5EF4-FFF2-40B4-BE49-F238E27FC236}">
                  <a16:creationId xmlns:a16="http://schemas.microsoft.com/office/drawing/2014/main" id="{2D71D489-47BC-EEAA-90AD-2913B39DDD2A}"/>
                </a:ext>
              </a:extLst>
            </p:cNvPr>
            <p:cNvSpPr/>
            <p:nvPr/>
          </p:nvSpPr>
          <p:spPr>
            <a:xfrm>
              <a:off x="-35814600" y="3202075"/>
              <a:ext cx="51225" cy="202450"/>
            </a:xfrm>
            <a:custGeom>
              <a:avLst/>
              <a:gdLst/>
              <a:ahLst/>
              <a:cxnLst/>
              <a:rect l="l" t="t" r="r" b="b"/>
              <a:pathLst>
                <a:path w="2049" h="8098" extrusionOk="0">
                  <a:moveTo>
                    <a:pt x="1702" y="0"/>
                  </a:moveTo>
                  <a:cubicBezTo>
                    <a:pt x="757" y="0"/>
                    <a:pt x="1" y="788"/>
                    <a:pt x="1" y="1733"/>
                  </a:cubicBezTo>
                  <a:lnTo>
                    <a:pt x="1" y="8097"/>
                  </a:lnTo>
                  <a:cubicBezTo>
                    <a:pt x="348" y="7782"/>
                    <a:pt x="820" y="7562"/>
                    <a:pt x="1387" y="7562"/>
                  </a:cubicBezTo>
                  <a:lnTo>
                    <a:pt x="2049" y="7562"/>
                  </a:lnTo>
                  <a:lnTo>
                    <a:pt x="204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4589;p136">
              <a:extLst>
                <a:ext uri="{FF2B5EF4-FFF2-40B4-BE49-F238E27FC236}">
                  <a16:creationId xmlns:a16="http://schemas.microsoft.com/office/drawing/2014/main" id="{5447EA7B-3F68-5F56-3979-1420CF0428CA}"/>
                </a:ext>
              </a:extLst>
            </p:cNvPr>
            <p:cNvSpPr/>
            <p:nvPr/>
          </p:nvSpPr>
          <p:spPr>
            <a:xfrm>
              <a:off x="-35814600" y="3407650"/>
              <a:ext cx="242625" cy="68550"/>
            </a:xfrm>
            <a:custGeom>
              <a:avLst/>
              <a:gdLst/>
              <a:ahLst/>
              <a:cxnLst/>
              <a:rect l="l" t="t" r="r" b="b"/>
              <a:pathLst>
                <a:path w="9705" h="2742" extrusionOk="0">
                  <a:moveTo>
                    <a:pt x="1387" y="0"/>
                  </a:moveTo>
                  <a:cubicBezTo>
                    <a:pt x="631" y="0"/>
                    <a:pt x="1" y="630"/>
                    <a:pt x="1" y="1386"/>
                  </a:cubicBezTo>
                  <a:cubicBezTo>
                    <a:pt x="1" y="2111"/>
                    <a:pt x="600" y="2741"/>
                    <a:pt x="1356" y="2741"/>
                  </a:cubicBezTo>
                  <a:lnTo>
                    <a:pt x="4758" y="2741"/>
                  </a:lnTo>
                  <a:lnTo>
                    <a:pt x="4758" y="1733"/>
                  </a:lnTo>
                  <a:lnTo>
                    <a:pt x="1702" y="1733"/>
                  </a:lnTo>
                  <a:cubicBezTo>
                    <a:pt x="1513" y="1733"/>
                    <a:pt x="1356" y="1575"/>
                    <a:pt x="1356" y="1355"/>
                  </a:cubicBezTo>
                  <a:cubicBezTo>
                    <a:pt x="1356" y="1166"/>
                    <a:pt x="1513" y="1008"/>
                    <a:pt x="1702" y="1008"/>
                  </a:cubicBezTo>
                  <a:lnTo>
                    <a:pt x="9232" y="1008"/>
                  </a:lnTo>
                  <a:cubicBezTo>
                    <a:pt x="9263" y="851"/>
                    <a:pt x="9326" y="662"/>
                    <a:pt x="9452" y="536"/>
                  </a:cubicBezTo>
                  <a:cubicBezTo>
                    <a:pt x="9704" y="221"/>
                    <a:pt x="9484" y="0"/>
                    <a:pt x="92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4590;p136">
              <a:extLst>
                <a:ext uri="{FF2B5EF4-FFF2-40B4-BE49-F238E27FC236}">
                  <a16:creationId xmlns:a16="http://schemas.microsoft.com/office/drawing/2014/main" id="{90E799F3-8C7A-7438-2E76-4AD92E20797E}"/>
                </a:ext>
              </a:extLst>
            </p:cNvPr>
            <p:cNvSpPr/>
            <p:nvPr/>
          </p:nvSpPr>
          <p:spPr>
            <a:xfrm>
              <a:off x="-35627125" y="3450950"/>
              <a:ext cx="55150" cy="25250"/>
            </a:xfrm>
            <a:custGeom>
              <a:avLst/>
              <a:gdLst/>
              <a:ahLst/>
              <a:cxnLst/>
              <a:rect l="l" t="t" r="r" b="b"/>
              <a:pathLst>
                <a:path w="2206" h="1010" extrusionOk="0">
                  <a:moveTo>
                    <a:pt x="0" y="1"/>
                  </a:moveTo>
                  <a:lnTo>
                    <a:pt x="0" y="1009"/>
                  </a:lnTo>
                  <a:lnTo>
                    <a:pt x="1670" y="1009"/>
                  </a:lnTo>
                  <a:cubicBezTo>
                    <a:pt x="1953" y="1009"/>
                    <a:pt x="2205" y="788"/>
                    <a:pt x="1953" y="505"/>
                  </a:cubicBezTo>
                  <a:cubicBezTo>
                    <a:pt x="1827" y="347"/>
                    <a:pt x="1764" y="190"/>
                    <a:pt x="16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4591;p136">
              <a:extLst>
                <a:ext uri="{FF2B5EF4-FFF2-40B4-BE49-F238E27FC236}">
                  <a16:creationId xmlns:a16="http://schemas.microsoft.com/office/drawing/2014/main" id="{9458873A-C063-DC59-AE43-92671F16E201}"/>
                </a:ext>
              </a:extLst>
            </p:cNvPr>
            <p:cNvSpPr/>
            <p:nvPr/>
          </p:nvSpPr>
          <p:spPr>
            <a:xfrm>
              <a:off x="-35703525" y="3305250"/>
              <a:ext cx="84300" cy="34675"/>
            </a:xfrm>
            <a:custGeom>
              <a:avLst/>
              <a:gdLst/>
              <a:ahLst/>
              <a:cxnLst/>
              <a:rect l="l" t="t" r="r" b="b"/>
              <a:pathLst>
                <a:path w="3372" h="1387" extrusionOk="0">
                  <a:moveTo>
                    <a:pt x="1701" y="0"/>
                  </a:moveTo>
                  <a:cubicBezTo>
                    <a:pt x="882" y="0"/>
                    <a:pt x="221" y="599"/>
                    <a:pt x="0" y="1387"/>
                  </a:cubicBezTo>
                  <a:lnTo>
                    <a:pt x="3371" y="1387"/>
                  </a:lnTo>
                  <a:cubicBezTo>
                    <a:pt x="3214" y="599"/>
                    <a:pt x="2521" y="0"/>
                    <a:pt x="170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4592;p136">
              <a:extLst>
                <a:ext uri="{FF2B5EF4-FFF2-40B4-BE49-F238E27FC236}">
                  <a16:creationId xmlns:a16="http://schemas.microsoft.com/office/drawing/2014/main" id="{D738AD66-652C-AB8C-0314-1BE24026E4C3}"/>
                </a:ext>
              </a:extLst>
            </p:cNvPr>
            <p:cNvSpPr/>
            <p:nvPr/>
          </p:nvSpPr>
          <p:spPr>
            <a:xfrm>
              <a:off x="-35677550" y="3254050"/>
              <a:ext cx="33100" cy="33100"/>
            </a:xfrm>
            <a:custGeom>
              <a:avLst/>
              <a:gdLst/>
              <a:ahLst/>
              <a:cxnLst/>
              <a:rect l="l" t="t" r="r" b="b"/>
              <a:pathLst>
                <a:path w="1324" h="1324" extrusionOk="0">
                  <a:moveTo>
                    <a:pt x="662" y="1"/>
                  </a:moveTo>
                  <a:cubicBezTo>
                    <a:pt x="316" y="1"/>
                    <a:pt x="1" y="284"/>
                    <a:pt x="1" y="662"/>
                  </a:cubicBezTo>
                  <a:cubicBezTo>
                    <a:pt x="1" y="1040"/>
                    <a:pt x="316" y="1324"/>
                    <a:pt x="662" y="1324"/>
                  </a:cubicBezTo>
                  <a:cubicBezTo>
                    <a:pt x="1040" y="1324"/>
                    <a:pt x="1324" y="1040"/>
                    <a:pt x="1324" y="662"/>
                  </a:cubicBezTo>
                  <a:cubicBezTo>
                    <a:pt x="1324" y="284"/>
                    <a:pt x="1040" y="1"/>
                    <a:pt x="6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4593;p136">
              <a:extLst>
                <a:ext uri="{FF2B5EF4-FFF2-40B4-BE49-F238E27FC236}">
                  <a16:creationId xmlns:a16="http://schemas.microsoft.com/office/drawing/2014/main" id="{0271869B-3A4B-D28E-683D-515C1E64366D}"/>
                </a:ext>
              </a:extLst>
            </p:cNvPr>
            <p:cNvSpPr/>
            <p:nvPr/>
          </p:nvSpPr>
          <p:spPr>
            <a:xfrm>
              <a:off x="-35746850" y="3202075"/>
              <a:ext cx="171725" cy="189050"/>
            </a:xfrm>
            <a:custGeom>
              <a:avLst/>
              <a:gdLst/>
              <a:ahLst/>
              <a:cxnLst/>
              <a:rect l="l" t="t" r="r" b="b"/>
              <a:pathLst>
                <a:path w="6869" h="7562" extrusionOk="0">
                  <a:moveTo>
                    <a:pt x="3434" y="1355"/>
                  </a:moveTo>
                  <a:cubicBezTo>
                    <a:pt x="4191" y="1355"/>
                    <a:pt x="4821" y="1985"/>
                    <a:pt x="4821" y="2741"/>
                  </a:cubicBezTo>
                  <a:cubicBezTo>
                    <a:pt x="4821" y="3088"/>
                    <a:pt x="4663" y="3403"/>
                    <a:pt x="4474" y="3655"/>
                  </a:cubicBezTo>
                  <a:cubicBezTo>
                    <a:pt x="5293" y="4033"/>
                    <a:pt x="5829" y="4852"/>
                    <a:pt x="5829" y="5829"/>
                  </a:cubicBezTo>
                  <a:cubicBezTo>
                    <a:pt x="5829" y="6018"/>
                    <a:pt x="5671" y="6175"/>
                    <a:pt x="5482" y="6175"/>
                  </a:cubicBezTo>
                  <a:lnTo>
                    <a:pt x="1387" y="6175"/>
                  </a:lnTo>
                  <a:cubicBezTo>
                    <a:pt x="1198" y="6175"/>
                    <a:pt x="1040" y="6018"/>
                    <a:pt x="1040" y="5829"/>
                  </a:cubicBezTo>
                  <a:cubicBezTo>
                    <a:pt x="1040" y="4852"/>
                    <a:pt x="1576" y="4033"/>
                    <a:pt x="2426" y="3655"/>
                  </a:cubicBezTo>
                  <a:cubicBezTo>
                    <a:pt x="2174" y="3403"/>
                    <a:pt x="2048" y="3088"/>
                    <a:pt x="2048" y="2741"/>
                  </a:cubicBezTo>
                  <a:cubicBezTo>
                    <a:pt x="2048" y="1985"/>
                    <a:pt x="2678" y="1355"/>
                    <a:pt x="3434" y="1355"/>
                  </a:cubicBezTo>
                  <a:close/>
                  <a:moveTo>
                    <a:pt x="0" y="0"/>
                  </a:moveTo>
                  <a:lnTo>
                    <a:pt x="0" y="7562"/>
                  </a:lnTo>
                  <a:lnTo>
                    <a:pt x="6868" y="7562"/>
                  </a:lnTo>
                  <a:lnTo>
                    <a:pt x="6868" y="1009"/>
                  </a:lnTo>
                  <a:cubicBezTo>
                    <a:pt x="6868" y="473"/>
                    <a:pt x="6396" y="0"/>
                    <a:pt x="58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4594;p136">
              <a:extLst>
                <a:ext uri="{FF2B5EF4-FFF2-40B4-BE49-F238E27FC236}">
                  <a16:creationId xmlns:a16="http://schemas.microsoft.com/office/drawing/2014/main" id="{BA2A613C-A9AE-B48B-D56E-BC64C1CD59D2}"/>
                </a:ext>
              </a:extLst>
            </p:cNvPr>
            <p:cNvSpPr/>
            <p:nvPr/>
          </p:nvSpPr>
          <p:spPr>
            <a:xfrm>
              <a:off x="-35677550" y="3450950"/>
              <a:ext cx="34675" cy="42575"/>
            </a:xfrm>
            <a:custGeom>
              <a:avLst/>
              <a:gdLst/>
              <a:ahLst/>
              <a:cxnLst/>
              <a:rect l="l" t="t" r="r" b="b"/>
              <a:pathLst>
                <a:path w="1387" h="1703" extrusionOk="0">
                  <a:moveTo>
                    <a:pt x="1" y="1"/>
                  </a:moveTo>
                  <a:lnTo>
                    <a:pt x="1" y="1702"/>
                  </a:lnTo>
                  <a:lnTo>
                    <a:pt x="505" y="1387"/>
                  </a:lnTo>
                  <a:cubicBezTo>
                    <a:pt x="536" y="1324"/>
                    <a:pt x="631" y="1324"/>
                    <a:pt x="694" y="1324"/>
                  </a:cubicBezTo>
                  <a:cubicBezTo>
                    <a:pt x="711" y="1316"/>
                    <a:pt x="725" y="1312"/>
                    <a:pt x="739" y="1312"/>
                  </a:cubicBezTo>
                  <a:cubicBezTo>
                    <a:pt x="776" y="1312"/>
                    <a:pt x="805" y="1341"/>
                    <a:pt x="851" y="1387"/>
                  </a:cubicBezTo>
                  <a:lnTo>
                    <a:pt x="1387" y="1702"/>
                  </a:lnTo>
                  <a:lnTo>
                    <a:pt x="138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" name="Google Shape;14595;p136">
            <a:extLst>
              <a:ext uri="{FF2B5EF4-FFF2-40B4-BE49-F238E27FC236}">
                <a16:creationId xmlns:a16="http://schemas.microsoft.com/office/drawing/2014/main" id="{A1D8D65B-5537-3A82-D77A-DB255C06E829}"/>
              </a:ext>
            </a:extLst>
          </p:cNvPr>
          <p:cNvGrpSpPr/>
          <p:nvPr/>
        </p:nvGrpSpPr>
        <p:grpSpPr>
          <a:xfrm>
            <a:off x="1990995" y="2990473"/>
            <a:ext cx="354318" cy="354561"/>
            <a:chOff x="-35839800" y="3561025"/>
            <a:chExt cx="291450" cy="291650"/>
          </a:xfrm>
          <a:solidFill>
            <a:schemeClr val="accent1">
              <a:lumMod val="75000"/>
            </a:schemeClr>
          </a:solidFill>
        </p:grpSpPr>
        <p:sp>
          <p:nvSpPr>
            <p:cNvPr id="13" name="Google Shape;14596;p136">
              <a:extLst>
                <a:ext uri="{FF2B5EF4-FFF2-40B4-BE49-F238E27FC236}">
                  <a16:creationId xmlns:a16="http://schemas.microsoft.com/office/drawing/2014/main" id="{A8A0D7A3-AF31-6000-0C4D-330B01C6A4B1}"/>
                </a:ext>
              </a:extLst>
            </p:cNvPr>
            <p:cNvSpPr/>
            <p:nvPr/>
          </p:nvSpPr>
          <p:spPr>
            <a:xfrm>
              <a:off x="-35772850" y="3612425"/>
              <a:ext cx="155200" cy="142575"/>
            </a:xfrm>
            <a:custGeom>
              <a:avLst/>
              <a:gdLst/>
              <a:ahLst/>
              <a:cxnLst/>
              <a:rect l="l" t="t" r="r" b="b"/>
              <a:pathLst>
                <a:path w="6208" h="5703" extrusionOk="0">
                  <a:moveTo>
                    <a:pt x="3088" y="693"/>
                  </a:moveTo>
                  <a:cubicBezTo>
                    <a:pt x="3655" y="693"/>
                    <a:pt x="4128" y="1166"/>
                    <a:pt x="4128" y="1733"/>
                  </a:cubicBezTo>
                  <a:cubicBezTo>
                    <a:pt x="4128" y="2174"/>
                    <a:pt x="3844" y="2552"/>
                    <a:pt x="3466" y="2710"/>
                  </a:cubicBezTo>
                  <a:lnTo>
                    <a:pt x="3466" y="3119"/>
                  </a:lnTo>
                  <a:cubicBezTo>
                    <a:pt x="3466" y="3308"/>
                    <a:pt x="3309" y="3466"/>
                    <a:pt x="3088" y="3466"/>
                  </a:cubicBezTo>
                  <a:cubicBezTo>
                    <a:pt x="2899" y="3466"/>
                    <a:pt x="2742" y="3308"/>
                    <a:pt x="2742" y="3119"/>
                  </a:cubicBezTo>
                  <a:lnTo>
                    <a:pt x="2742" y="2710"/>
                  </a:lnTo>
                  <a:cubicBezTo>
                    <a:pt x="2742" y="2426"/>
                    <a:pt x="2931" y="2174"/>
                    <a:pt x="3214" y="2080"/>
                  </a:cubicBezTo>
                  <a:cubicBezTo>
                    <a:pt x="3340" y="2048"/>
                    <a:pt x="3466" y="1891"/>
                    <a:pt x="3466" y="1765"/>
                  </a:cubicBezTo>
                  <a:cubicBezTo>
                    <a:pt x="3466" y="1576"/>
                    <a:pt x="3309" y="1418"/>
                    <a:pt x="3088" y="1418"/>
                  </a:cubicBezTo>
                  <a:cubicBezTo>
                    <a:pt x="2899" y="1418"/>
                    <a:pt x="2742" y="1576"/>
                    <a:pt x="2742" y="1765"/>
                  </a:cubicBezTo>
                  <a:cubicBezTo>
                    <a:pt x="2742" y="1954"/>
                    <a:pt x="2584" y="2111"/>
                    <a:pt x="2395" y="2111"/>
                  </a:cubicBezTo>
                  <a:cubicBezTo>
                    <a:pt x="2206" y="2111"/>
                    <a:pt x="2049" y="1954"/>
                    <a:pt x="2049" y="1765"/>
                  </a:cubicBezTo>
                  <a:cubicBezTo>
                    <a:pt x="2080" y="1166"/>
                    <a:pt x="2553" y="693"/>
                    <a:pt x="3088" y="693"/>
                  </a:cubicBezTo>
                  <a:close/>
                  <a:moveTo>
                    <a:pt x="3088" y="3781"/>
                  </a:moveTo>
                  <a:cubicBezTo>
                    <a:pt x="3309" y="3781"/>
                    <a:pt x="3466" y="3938"/>
                    <a:pt x="3466" y="4127"/>
                  </a:cubicBezTo>
                  <a:cubicBezTo>
                    <a:pt x="3466" y="4317"/>
                    <a:pt x="3309" y="4474"/>
                    <a:pt x="3088" y="4474"/>
                  </a:cubicBezTo>
                  <a:cubicBezTo>
                    <a:pt x="2899" y="4474"/>
                    <a:pt x="2742" y="4317"/>
                    <a:pt x="2742" y="4127"/>
                  </a:cubicBezTo>
                  <a:cubicBezTo>
                    <a:pt x="2742" y="3938"/>
                    <a:pt x="2899" y="3781"/>
                    <a:pt x="3088" y="3781"/>
                  </a:cubicBezTo>
                  <a:close/>
                  <a:moveTo>
                    <a:pt x="347" y="0"/>
                  </a:moveTo>
                  <a:cubicBezTo>
                    <a:pt x="158" y="32"/>
                    <a:pt x="1" y="189"/>
                    <a:pt x="1" y="347"/>
                  </a:cubicBezTo>
                  <a:lnTo>
                    <a:pt x="1" y="5010"/>
                  </a:lnTo>
                  <a:lnTo>
                    <a:pt x="694" y="5703"/>
                  </a:lnTo>
                  <a:cubicBezTo>
                    <a:pt x="1371" y="5088"/>
                    <a:pt x="2238" y="4781"/>
                    <a:pt x="3104" y="4781"/>
                  </a:cubicBezTo>
                  <a:cubicBezTo>
                    <a:pt x="3970" y="4781"/>
                    <a:pt x="4837" y="5088"/>
                    <a:pt x="5514" y="5703"/>
                  </a:cubicBezTo>
                  <a:lnTo>
                    <a:pt x="6207" y="5010"/>
                  </a:lnTo>
                  <a:lnTo>
                    <a:pt x="6207" y="347"/>
                  </a:lnTo>
                  <a:cubicBezTo>
                    <a:pt x="6207" y="158"/>
                    <a:pt x="6050" y="0"/>
                    <a:pt x="58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597;p136">
              <a:extLst>
                <a:ext uri="{FF2B5EF4-FFF2-40B4-BE49-F238E27FC236}">
                  <a16:creationId xmlns:a16="http://schemas.microsoft.com/office/drawing/2014/main" id="{A6B0E0BC-4D19-066E-AC4F-559EED765DE9}"/>
                </a:ext>
              </a:extLst>
            </p:cNvPr>
            <p:cNvSpPr/>
            <p:nvPr/>
          </p:nvSpPr>
          <p:spPr>
            <a:xfrm>
              <a:off x="-35621625" y="3694325"/>
              <a:ext cx="73275" cy="143375"/>
            </a:xfrm>
            <a:custGeom>
              <a:avLst/>
              <a:gdLst/>
              <a:ahLst/>
              <a:cxnLst/>
              <a:rect l="l" t="t" r="r" b="b"/>
              <a:pathLst>
                <a:path w="2931" h="5735" extrusionOk="0">
                  <a:moveTo>
                    <a:pt x="2931" y="1"/>
                  </a:moveTo>
                  <a:lnTo>
                    <a:pt x="1" y="2899"/>
                  </a:lnTo>
                  <a:lnTo>
                    <a:pt x="2805" y="5735"/>
                  </a:lnTo>
                  <a:cubicBezTo>
                    <a:pt x="2868" y="5609"/>
                    <a:pt x="2931" y="5451"/>
                    <a:pt x="2931" y="5294"/>
                  </a:cubicBezTo>
                  <a:lnTo>
                    <a:pt x="293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4598;p136">
              <a:extLst>
                <a:ext uri="{FF2B5EF4-FFF2-40B4-BE49-F238E27FC236}">
                  <a16:creationId xmlns:a16="http://schemas.microsoft.com/office/drawing/2014/main" id="{479D0995-23B8-C47B-5BFD-002D53681349}"/>
                </a:ext>
              </a:extLst>
            </p:cNvPr>
            <p:cNvSpPr/>
            <p:nvPr/>
          </p:nvSpPr>
          <p:spPr>
            <a:xfrm>
              <a:off x="-35827200" y="3748675"/>
              <a:ext cx="263100" cy="104000"/>
            </a:xfrm>
            <a:custGeom>
              <a:avLst/>
              <a:gdLst/>
              <a:ahLst/>
              <a:cxnLst/>
              <a:rect l="l" t="t" r="r" b="b"/>
              <a:pathLst>
                <a:path w="10524" h="4160" extrusionOk="0">
                  <a:moveTo>
                    <a:pt x="5235" y="1"/>
                  </a:moveTo>
                  <a:cubicBezTo>
                    <a:pt x="4482" y="1"/>
                    <a:pt x="3734" y="284"/>
                    <a:pt x="3183" y="851"/>
                  </a:cubicBezTo>
                  <a:lnTo>
                    <a:pt x="1" y="4033"/>
                  </a:lnTo>
                  <a:cubicBezTo>
                    <a:pt x="158" y="4128"/>
                    <a:pt x="316" y="4159"/>
                    <a:pt x="473" y="4159"/>
                  </a:cubicBezTo>
                  <a:lnTo>
                    <a:pt x="10082" y="4159"/>
                  </a:lnTo>
                  <a:cubicBezTo>
                    <a:pt x="10240" y="4159"/>
                    <a:pt x="10398" y="4128"/>
                    <a:pt x="10524" y="4033"/>
                  </a:cubicBezTo>
                  <a:lnTo>
                    <a:pt x="7310" y="851"/>
                  </a:lnTo>
                  <a:cubicBezTo>
                    <a:pt x="6743" y="284"/>
                    <a:pt x="5987" y="1"/>
                    <a:pt x="52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4599;p136">
              <a:extLst>
                <a:ext uri="{FF2B5EF4-FFF2-40B4-BE49-F238E27FC236}">
                  <a16:creationId xmlns:a16="http://schemas.microsoft.com/office/drawing/2014/main" id="{B3DD5AB1-F2A1-A965-547A-5D73B086D361}"/>
                </a:ext>
              </a:extLst>
            </p:cNvPr>
            <p:cNvSpPr/>
            <p:nvPr/>
          </p:nvSpPr>
          <p:spPr>
            <a:xfrm>
              <a:off x="-35831925" y="3635275"/>
              <a:ext cx="41775" cy="85075"/>
            </a:xfrm>
            <a:custGeom>
              <a:avLst/>
              <a:gdLst/>
              <a:ahLst/>
              <a:cxnLst/>
              <a:rect l="l" t="t" r="r" b="b"/>
              <a:pathLst>
                <a:path w="1671" h="3403" extrusionOk="0">
                  <a:moveTo>
                    <a:pt x="1671" y="0"/>
                  </a:moveTo>
                  <a:lnTo>
                    <a:pt x="1" y="1701"/>
                  </a:lnTo>
                  <a:lnTo>
                    <a:pt x="1671" y="3403"/>
                  </a:lnTo>
                  <a:lnTo>
                    <a:pt x="167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4600;p136">
              <a:extLst>
                <a:ext uri="{FF2B5EF4-FFF2-40B4-BE49-F238E27FC236}">
                  <a16:creationId xmlns:a16="http://schemas.microsoft.com/office/drawing/2014/main" id="{E1A0CD8F-0760-B627-E054-B95F108AD15E}"/>
                </a:ext>
              </a:extLst>
            </p:cNvPr>
            <p:cNvSpPr/>
            <p:nvPr/>
          </p:nvSpPr>
          <p:spPr>
            <a:xfrm>
              <a:off x="-35601150" y="3635275"/>
              <a:ext cx="43350" cy="85075"/>
            </a:xfrm>
            <a:custGeom>
              <a:avLst/>
              <a:gdLst/>
              <a:ahLst/>
              <a:cxnLst/>
              <a:rect l="l" t="t" r="r" b="b"/>
              <a:pathLst>
                <a:path w="1734" h="3403" extrusionOk="0">
                  <a:moveTo>
                    <a:pt x="1" y="0"/>
                  </a:moveTo>
                  <a:lnTo>
                    <a:pt x="1" y="3403"/>
                  </a:lnTo>
                  <a:lnTo>
                    <a:pt x="1734" y="1701"/>
                  </a:lnTo>
                  <a:lnTo>
                    <a:pt x="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4601;p136">
              <a:extLst>
                <a:ext uri="{FF2B5EF4-FFF2-40B4-BE49-F238E27FC236}">
                  <a16:creationId xmlns:a16="http://schemas.microsoft.com/office/drawing/2014/main" id="{C3C69A6B-D356-722A-E9BF-6A14CAF447AD}"/>
                </a:ext>
              </a:extLst>
            </p:cNvPr>
            <p:cNvSpPr/>
            <p:nvPr/>
          </p:nvSpPr>
          <p:spPr>
            <a:xfrm>
              <a:off x="-35750000" y="3561025"/>
              <a:ext cx="111075" cy="35675"/>
            </a:xfrm>
            <a:custGeom>
              <a:avLst/>
              <a:gdLst/>
              <a:ahLst/>
              <a:cxnLst/>
              <a:rect l="l" t="t" r="r" b="b"/>
              <a:pathLst>
                <a:path w="4443" h="1427" extrusionOk="0">
                  <a:moveTo>
                    <a:pt x="2182" y="1"/>
                  </a:moveTo>
                  <a:cubicBezTo>
                    <a:pt x="1686" y="1"/>
                    <a:pt x="1198" y="182"/>
                    <a:pt x="851" y="544"/>
                  </a:cubicBezTo>
                  <a:lnTo>
                    <a:pt x="0" y="1426"/>
                  </a:lnTo>
                  <a:lnTo>
                    <a:pt x="4443" y="1426"/>
                  </a:lnTo>
                  <a:lnTo>
                    <a:pt x="3560" y="544"/>
                  </a:lnTo>
                  <a:cubicBezTo>
                    <a:pt x="3182" y="182"/>
                    <a:pt x="2678" y="1"/>
                    <a:pt x="21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4602;p136">
              <a:extLst>
                <a:ext uri="{FF2B5EF4-FFF2-40B4-BE49-F238E27FC236}">
                  <a16:creationId xmlns:a16="http://schemas.microsoft.com/office/drawing/2014/main" id="{62925D7B-A76E-831A-FA68-3D610E3A8F28}"/>
                </a:ext>
              </a:extLst>
            </p:cNvPr>
            <p:cNvSpPr/>
            <p:nvPr/>
          </p:nvSpPr>
          <p:spPr>
            <a:xfrm>
              <a:off x="-35839800" y="3694325"/>
              <a:ext cx="72500" cy="143375"/>
            </a:xfrm>
            <a:custGeom>
              <a:avLst/>
              <a:gdLst/>
              <a:ahLst/>
              <a:cxnLst/>
              <a:rect l="l" t="t" r="r" b="b"/>
              <a:pathLst>
                <a:path w="2900" h="5735" extrusionOk="0">
                  <a:moveTo>
                    <a:pt x="1" y="1"/>
                  </a:moveTo>
                  <a:lnTo>
                    <a:pt x="1" y="5294"/>
                  </a:lnTo>
                  <a:cubicBezTo>
                    <a:pt x="1" y="5451"/>
                    <a:pt x="32" y="5609"/>
                    <a:pt x="95" y="5735"/>
                  </a:cubicBezTo>
                  <a:lnTo>
                    <a:pt x="2899" y="2899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" name="Google Shape;14603;p136">
            <a:extLst>
              <a:ext uri="{FF2B5EF4-FFF2-40B4-BE49-F238E27FC236}">
                <a16:creationId xmlns:a16="http://schemas.microsoft.com/office/drawing/2014/main" id="{CCDA383D-8A80-78BD-10F4-B80598581BC0}"/>
              </a:ext>
            </a:extLst>
          </p:cNvPr>
          <p:cNvSpPr/>
          <p:nvPr/>
        </p:nvSpPr>
        <p:spPr>
          <a:xfrm>
            <a:off x="1989415" y="3426840"/>
            <a:ext cx="356233" cy="354318"/>
          </a:xfrm>
          <a:custGeom>
            <a:avLst/>
            <a:gdLst/>
            <a:ahLst/>
            <a:cxnLst/>
            <a:rect l="l" t="t" r="r" b="b"/>
            <a:pathLst>
              <a:path w="11721" h="11658" extrusionOk="0">
                <a:moveTo>
                  <a:pt x="6144" y="2773"/>
                </a:moveTo>
                <a:cubicBezTo>
                  <a:pt x="7467" y="2868"/>
                  <a:pt x="8570" y="3813"/>
                  <a:pt x="8885" y="5042"/>
                </a:cubicBezTo>
                <a:cubicBezTo>
                  <a:pt x="8917" y="5231"/>
                  <a:pt x="8791" y="5388"/>
                  <a:pt x="8633" y="5483"/>
                </a:cubicBezTo>
                <a:cubicBezTo>
                  <a:pt x="8613" y="5486"/>
                  <a:pt x="8594" y="5487"/>
                  <a:pt x="8575" y="5487"/>
                </a:cubicBezTo>
                <a:cubicBezTo>
                  <a:pt x="8412" y="5487"/>
                  <a:pt x="8277" y="5372"/>
                  <a:pt x="8192" y="5231"/>
                </a:cubicBezTo>
                <a:cubicBezTo>
                  <a:pt x="7972" y="4254"/>
                  <a:pt x="7089" y="3561"/>
                  <a:pt x="6113" y="3466"/>
                </a:cubicBezTo>
                <a:cubicBezTo>
                  <a:pt x="5924" y="3466"/>
                  <a:pt x="5798" y="3277"/>
                  <a:pt x="5798" y="3120"/>
                </a:cubicBezTo>
                <a:cubicBezTo>
                  <a:pt x="5798" y="2868"/>
                  <a:pt x="5955" y="2773"/>
                  <a:pt x="6144" y="2773"/>
                </a:cubicBezTo>
                <a:close/>
                <a:moveTo>
                  <a:pt x="6222" y="1414"/>
                </a:moveTo>
                <a:cubicBezTo>
                  <a:pt x="6238" y="1414"/>
                  <a:pt x="6254" y="1416"/>
                  <a:pt x="6270" y="1418"/>
                </a:cubicBezTo>
                <a:cubicBezTo>
                  <a:pt x="8161" y="1576"/>
                  <a:pt x="9862" y="2962"/>
                  <a:pt x="10240" y="5136"/>
                </a:cubicBezTo>
                <a:cubicBezTo>
                  <a:pt x="10303" y="5325"/>
                  <a:pt x="10177" y="5483"/>
                  <a:pt x="9988" y="5514"/>
                </a:cubicBezTo>
                <a:cubicBezTo>
                  <a:pt x="9960" y="5518"/>
                  <a:pt x="9934" y="5520"/>
                  <a:pt x="9908" y="5520"/>
                </a:cubicBezTo>
                <a:cubicBezTo>
                  <a:pt x="9730" y="5520"/>
                  <a:pt x="9606" y="5424"/>
                  <a:pt x="9578" y="5231"/>
                </a:cubicBezTo>
                <a:cubicBezTo>
                  <a:pt x="9263" y="3466"/>
                  <a:pt x="7846" y="2238"/>
                  <a:pt x="6239" y="2143"/>
                </a:cubicBezTo>
                <a:cubicBezTo>
                  <a:pt x="6050" y="2143"/>
                  <a:pt x="5924" y="1923"/>
                  <a:pt x="5924" y="1765"/>
                </a:cubicBezTo>
                <a:cubicBezTo>
                  <a:pt x="5924" y="1563"/>
                  <a:pt x="6055" y="1414"/>
                  <a:pt x="6222" y="1414"/>
                </a:cubicBezTo>
                <a:close/>
                <a:moveTo>
                  <a:pt x="5907" y="4124"/>
                </a:moveTo>
                <a:cubicBezTo>
                  <a:pt x="5923" y="4124"/>
                  <a:pt x="5939" y="4125"/>
                  <a:pt x="5955" y="4128"/>
                </a:cubicBezTo>
                <a:cubicBezTo>
                  <a:pt x="6680" y="4191"/>
                  <a:pt x="7247" y="4663"/>
                  <a:pt x="7499" y="5325"/>
                </a:cubicBezTo>
                <a:cubicBezTo>
                  <a:pt x="7530" y="5514"/>
                  <a:pt x="7467" y="5672"/>
                  <a:pt x="7247" y="5766"/>
                </a:cubicBezTo>
                <a:cubicBezTo>
                  <a:pt x="7223" y="5770"/>
                  <a:pt x="7199" y="5772"/>
                  <a:pt x="7177" y="5772"/>
                </a:cubicBezTo>
                <a:cubicBezTo>
                  <a:pt x="7019" y="5772"/>
                  <a:pt x="6892" y="5679"/>
                  <a:pt x="6837" y="5514"/>
                </a:cubicBezTo>
                <a:cubicBezTo>
                  <a:pt x="6711" y="5136"/>
                  <a:pt x="6365" y="4852"/>
                  <a:pt x="5924" y="4821"/>
                </a:cubicBezTo>
                <a:cubicBezTo>
                  <a:pt x="5735" y="4821"/>
                  <a:pt x="5609" y="4663"/>
                  <a:pt x="5609" y="4443"/>
                </a:cubicBezTo>
                <a:cubicBezTo>
                  <a:pt x="5609" y="4270"/>
                  <a:pt x="5740" y="4124"/>
                  <a:pt x="5907" y="4124"/>
                </a:cubicBezTo>
                <a:close/>
                <a:moveTo>
                  <a:pt x="3385" y="3199"/>
                </a:moveTo>
                <a:cubicBezTo>
                  <a:pt x="3455" y="3199"/>
                  <a:pt x="3527" y="3225"/>
                  <a:pt x="3592" y="3277"/>
                </a:cubicBezTo>
                <a:lnTo>
                  <a:pt x="4695" y="4096"/>
                </a:lnTo>
                <a:cubicBezTo>
                  <a:pt x="4853" y="4222"/>
                  <a:pt x="4884" y="4411"/>
                  <a:pt x="4790" y="4569"/>
                </a:cubicBezTo>
                <a:lnTo>
                  <a:pt x="4159" y="5388"/>
                </a:lnTo>
                <a:lnTo>
                  <a:pt x="6869" y="7436"/>
                </a:lnTo>
                <a:lnTo>
                  <a:pt x="7499" y="6617"/>
                </a:lnTo>
                <a:cubicBezTo>
                  <a:pt x="7572" y="6525"/>
                  <a:pt x="7667" y="6476"/>
                  <a:pt x="7765" y="6476"/>
                </a:cubicBezTo>
                <a:cubicBezTo>
                  <a:pt x="7835" y="6476"/>
                  <a:pt x="7906" y="6501"/>
                  <a:pt x="7972" y="6554"/>
                </a:cubicBezTo>
                <a:lnTo>
                  <a:pt x="9074" y="7373"/>
                </a:lnTo>
                <a:cubicBezTo>
                  <a:pt x="9232" y="7499"/>
                  <a:pt x="9263" y="7688"/>
                  <a:pt x="9137" y="7845"/>
                </a:cubicBezTo>
                <a:lnTo>
                  <a:pt x="8507" y="8665"/>
                </a:lnTo>
                <a:cubicBezTo>
                  <a:pt x="8225" y="9022"/>
                  <a:pt x="7819" y="9211"/>
                  <a:pt x="7403" y="9211"/>
                </a:cubicBezTo>
                <a:cubicBezTo>
                  <a:pt x="7123" y="9211"/>
                  <a:pt x="6839" y="9126"/>
                  <a:pt x="6585" y="8948"/>
                </a:cubicBezTo>
                <a:lnTo>
                  <a:pt x="2773" y="6081"/>
                </a:lnTo>
                <a:cubicBezTo>
                  <a:pt x="2143" y="5672"/>
                  <a:pt x="2017" y="4821"/>
                  <a:pt x="2490" y="4191"/>
                </a:cubicBezTo>
                <a:lnTo>
                  <a:pt x="3120" y="3340"/>
                </a:lnTo>
                <a:cubicBezTo>
                  <a:pt x="3193" y="3248"/>
                  <a:pt x="3288" y="3199"/>
                  <a:pt x="3385" y="3199"/>
                </a:cubicBezTo>
                <a:close/>
                <a:moveTo>
                  <a:pt x="5829" y="1"/>
                </a:moveTo>
                <a:cubicBezTo>
                  <a:pt x="2647" y="1"/>
                  <a:pt x="1" y="2647"/>
                  <a:pt x="1" y="5829"/>
                </a:cubicBezTo>
                <a:cubicBezTo>
                  <a:pt x="64" y="9011"/>
                  <a:pt x="2647" y="11658"/>
                  <a:pt x="5892" y="11658"/>
                </a:cubicBezTo>
                <a:cubicBezTo>
                  <a:pt x="6900" y="11658"/>
                  <a:pt x="7940" y="11374"/>
                  <a:pt x="8822" y="10838"/>
                </a:cubicBezTo>
                <a:lnTo>
                  <a:pt x="11248" y="11626"/>
                </a:lnTo>
                <a:cubicBezTo>
                  <a:pt x="11272" y="11634"/>
                  <a:pt x="11299" y="11638"/>
                  <a:pt x="11329" y="11638"/>
                </a:cubicBezTo>
                <a:cubicBezTo>
                  <a:pt x="11417" y="11638"/>
                  <a:pt x="11524" y="11602"/>
                  <a:pt x="11595" y="11531"/>
                </a:cubicBezTo>
                <a:cubicBezTo>
                  <a:pt x="11658" y="11468"/>
                  <a:pt x="11721" y="11311"/>
                  <a:pt x="11658" y="11185"/>
                </a:cubicBezTo>
                <a:lnTo>
                  <a:pt x="10838" y="8791"/>
                </a:lnTo>
                <a:cubicBezTo>
                  <a:pt x="11406" y="7877"/>
                  <a:pt x="11658" y="6869"/>
                  <a:pt x="11658" y="5829"/>
                </a:cubicBezTo>
                <a:cubicBezTo>
                  <a:pt x="11658" y="2647"/>
                  <a:pt x="9043" y="1"/>
                  <a:pt x="5829" y="1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" name="Google Shape;14604;p136">
            <a:extLst>
              <a:ext uri="{FF2B5EF4-FFF2-40B4-BE49-F238E27FC236}">
                <a16:creationId xmlns:a16="http://schemas.microsoft.com/office/drawing/2014/main" id="{25889707-D114-9B46-18DC-5DD451A974E5}"/>
              </a:ext>
            </a:extLst>
          </p:cNvPr>
          <p:cNvGrpSpPr/>
          <p:nvPr/>
        </p:nvGrpSpPr>
        <p:grpSpPr>
          <a:xfrm>
            <a:off x="4232795" y="2548714"/>
            <a:ext cx="354318" cy="354318"/>
            <a:chOff x="-34003850" y="3227275"/>
            <a:chExt cx="291450" cy="291450"/>
          </a:xfrm>
          <a:solidFill>
            <a:schemeClr val="accent1">
              <a:lumMod val="75000"/>
            </a:schemeClr>
          </a:solidFill>
        </p:grpSpPr>
        <p:sp>
          <p:nvSpPr>
            <p:cNvPr id="22" name="Google Shape;14605;p136">
              <a:extLst>
                <a:ext uri="{FF2B5EF4-FFF2-40B4-BE49-F238E27FC236}">
                  <a16:creationId xmlns:a16="http://schemas.microsoft.com/office/drawing/2014/main" id="{CCB4764B-D748-D9F7-24FA-57B6DC8B22A0}"/>
                </a:ext>
              </a:extLst>
            </p:cNvPr>
            <p:cNvSpPr/>
            <p:nvPr/>
          </p:nvSpPr>
          <p:spPr>
            <a:xfrm>
              <a:off x="-33852625" y="3313925"/>
              <a:ext cx="128425" cy="49625"/>
            </a:xfrm>
            <a:custGeom>
              <a:avLst/>
              <a:gdLst/>
              <a:ahLst/>
              <a:cxnLst/>
              <a:rect l="l" t="t" r="r" b="b"/>
              <a:pathLst>
                <a:path w="5137" h="1985" extrusionOk="0">
                  <a:moveTo>
                    <a:pt x="473" y="0"/>
                  </a:moveTo>
                  <a:cubicBezTo>
                    <a:pt x="316" y="0"/>
                    <a:pt x="158" y="32"/>
                    <a:pt x="1" y="126"/>
                  </a:cubicBezTo>
                  <a:lnTo>
                    <a:pt x="2521" y="1985"/>
                  </a:lnTo>
                  <a:lnTo>
                    <a:pt x="5136" y="158"/>
                  </a:lnTo>
                  <a:cubicBezTo>
                    <a:pt x="4979" y="32"/>
                    <a:pt x="4790" y="0"/>
                    <a:pt x="45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4606;p136">
              <a:extLst>
                <a:ext uri="{FF2B5EF4-FFF2-40B4-BE49-F238E27FC236}">
                  <a16:creationId xmlns:a16="http://schemas.microsoft.com/office/drawing/2014/main" id="{5AE6BFF7-97E4-FA4C-1464-5B7DE169283C}"/>
                </a:ext>
              </a:extLst>
            </p:cNvPr>
            <p:cNvSpPr/>
            <p:nvPr/>
          </p:nvSpPr>
          <p:spPr>
            <a:xfrm>
              <a:off x="-33866000" y="3328875"/>
              <a:ext cx="153600" cy="103200"/>
            </a:xfrm>
            <a:custGeom>
              <a:avLst/>
              <a:gdLst/>
              <a:ahLst/>
              <a:cxnLst/>
              <a:rect l="l" t="t" r="r" b="b"/>
              <a:pathLst>
                <a:path w="6144" h="4128" extrusionOk="0">
                  <a:moveTo>
                    <a:pt x="63" y="1"/>
                  </a:moveTo>
                  <a:cubicBezTo>
                    <a:pt x="32" y="127"/>
                    <a:pt x="0" y="284"/>
                    <a:pt x="0" y="379"/>
                  </a:cubicBezTo>
                  <a:lnTo>
                    <a:pt x="0" y="3120"/>
                  </a:lnTo>
                  <a:cubicBezTo>
                    <a:pt x="0" y="3655"/>
                    <a:pt x="473" y="4128"/>
                    <a:pt x="1040" y="4128"/>
                  </a:cubicBezTo>
                  <a:lnTo>
                    <a:pt x="5136" y="4128"/>
                  </a:lnTo>
                  <a:cubicBezTo>
                    <a:pt x="5671" y="4128"/>
                    <a:pt x="6144" y="3655"/>
                    <a:pt x="6144" y="3120"/>
                  </a:cubicBezTo>
                  <a:lnTo>
                    <a:pt x="6144" y="379"/>
                  </a:lnTo>
                  <a:cubicBezTo>
                    <a:pt x="6144" y="284"/>
                    <a:pt x="6112" y="190"/>
                    <a:pt x="6112" y="64"/>
                  </a:cubicBezTo>
                  <a:lnTo>
                    <a:pt x="3277" y="2048"/>
                  </a:lnTo>
                  <a:cubicBezTo>
                    <a:pt x="3214" y="2080"/>
                    <a:pt x="3151" y="2080"/>
                    <a:pt x="3056" y="2080"/>
                  </a:cubicBezTo>
                  <a:cubicBezTo>
                    <a:pt x="2993" y="2080"/>
                    <a:pt x="2962" y="2080"/>
                    <a:pt x="2867" y="2048"/>
                  </a:cubicBezTo>
                  <a:lnTo>
                    <a:pt x="6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4607;p136">
              <a:extLst>
                <a:ext uri="{FF2B5EF4-FFF2-40B4-BE49-F238E27FC236}">
                  <a16:creationId xmlns:a16="http://schemas.microsoft.com/office/drawing/2014/main" id="{ACF19AB6-BAC1-70C6-6F7F-1E1734D39903}"/>
                </a:ext>
              </a:extLst>
            </p:cNvPr>
            <p:cNvSpPr/>
            <p:nvPr/>
          </p:nvSpPr>
          <p:spPr>
            <a:xfrm>
              <a:off x="-34003850" y="3279250"/>
              <a:ext cx="189050" cy="188275"/>
            </a:xfrm>
            <a:custGeom>
              <a:avLst/>
              <a:gdLst/>
              <a:ahLst/>
              <a:cxnLst/>
              <a:rect l="l" t="t" r="r" b="b"/>
              <a:pathLst>
                <a:path w="7562" h="7531" extrusionOk="0">
                  <a:moveTo>
                    <a:pt x="3781" y="2017"/>
                  </a:moveTo>
                  <a:cubicBezTo>
                    <a:pt x="3970" y="2017"/>
                    <a:pt x="4128" y="2175"/>
                    <a:pt x="4128" y="2364"/>
                  </a:cubicBezTo>
                  <a:cubicBezTo>
                    <a:pt x="4128" y="2584"/>
                    <a:pt x="3970" y="2742"/>
                    <a:pt x="3781" y="2742"/>
                  </a:cubicBezTo>
                  <a:lnTo>
                    <a:pt x="1702" y="2742"/>
                  </a:lnTo>
                  <a:cubicBezTo>
                    <a:pt x="1482" y="2742"/>
                    <a:pt x="1324" y="2584"/>
                    <a:pt x="1324" y="2364"/>
                  </a:cubicBezTo>
                  <a:cubicBezTo>
                    <a:pt x="1324" y="2175"/>
                    <a:pt x="1482" y="2017"/>
                    <a:pt x="1702" y="2017"/>
                  </a:cubicBezTo>
                  <a:close/>
                  <a:moveTo>
                    <a:pt x="3057" y="3403"/>
                  </a:moveTo>
                  <a:cubicBezTo>
                    <a:pt x="3277" y="3403"/>
                    <a:pt x="3435" y="3561"/>
                    <a:pt x="3435" y="3750"/>
                  </a:cubicBezTo>
                  <a:cubicBezTo>
                    <a:pt x="3466" y="3939"/>
                    <a:pt x="3277" y="4096"/>
                    <a:pt x="3057" y="4096"/>
                  </a:cubicBezTo>
                  <a:lnTo>
                    <a:pt x="1702" y="4096"/>
                  </a:lnTo>
                  <a:cubicBezTo>
                    <a:pt x="1482" y="4096"/>
                    <a:pt x="1324" y="3939"/>
                    <a:pt x="1324" y="3750"/>
                  </a:cubicBezTo>
                  <a:cubicBezTo>
                    <a:pt x="1324" y="3561"/>
                    <a:pt x="1482" y="3403"/>
                    <a:pt x="1702" y="3403"/>
                  </a:cubicBezTo>
                  <a:close/>
                  <a:moveTo>
                    <a:pt x="2395" y="4790"/>
                  </a:moveTo>
                  <a:cubicBezTo>
                    <a:pt x="2584" y="4790"/>
                    <a:pt x="2742" y="4947"/>
                    <a:pt x="2742" y="5136"/>
                  </a:cubicBezTo>
                  <a:cubicBezTo>
                    <a:pt x="2742" y="5325"/>
                    <a:pt x="2584" y="5483"/>
                    <a:pt x="2395" y="5483"/>
                  </a:cubicBezTo>
                  <a:lnTo>
                    <a:pt x="1702" y="5483"/>
                  </a:lnTo>
                  <a:cubicBezTo>
                    <a:pt x="1482" y="5483"/>
                    <a:pt x="1324" y="5325"/>
                    <a:pt x="1324" y="5136"/>
                  </a:cubicBezTo>
                  <a:cubicBezTo>
                    <a:pt x="1324" y="4947"/>
                    <a:pt x="1482" y="4790"/>
                    <a:pt x="1702" y="4790"/>
                  </a:cubicBezTo>
                  <a:close/>
                  <a:moveTo>
                    <a:pt x="1" y="1"/>
                  </a:moveTo>
                  <a:lnTo>
                    <a:pt x="1" y="7530"/>
                  </a:lnTo>
                  <a:lnTo>
                    <a:pt x="7562" y="7530"/>
                  </a:lnTo>
                  <a:lnTo>
                    <a:pt x="7562" y="6837"/>
                  </a:lnTo>
                  <a:lnTo>
                    <a:pt x="6522" y="6837"/>
                  </a:lnTo>
                  <a:cubicBezTo>
                    <a:pt x="5577" y="6837"/>
                    <a:pt x="4853" y="6081"/>
                    <a:pt x="4853" y="5136"/>
                  </a:cubicBezTo>
                  <a:lnTo>
                    <a:pt x="4853" y="2395"/>
                  </a:lnTo>
                  <a:cubicBezTo>
                    <a:pt x="4853" y="1450"/>
                    <a:pt x="5577" y="725"/>
                    <a:pt x="6522" y="725"/>
                  </a:cubicBezTo>
                  <a:lnTo>
                    <a:pt x="7562" y="725"/>
                  </a:lnTo>
                  <a:lnTo>
                    <a:pt x="756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4608;p136">
              <a:extLst>
                <a:ext uri="{FF2B5EF4-FFF2-40B4-BE49-F238E27FC236}">
                  <a16:creationId xmlns:a16="http://schemas.microsoft.com/office/drawing/2014/main" id="{58632DEC-738E-7B3B-3B83-BA5DF5D26B44}"/>
                </a:ext>
              </a:extLst>
            </p:cNvPr>
            <p:cNvSpPr/>
            <p:nvPr/>
          </p:nvSpPr>
          <p:spPr>
            <a:xfrm>
              <a:off x="-34003850" y="3227275"/>
              <a:ext cx="189050" cy="34675"/>
            </a:xfrm>
            <a:custGeom>
              <a:avLst/>
              <a:gdLst/>
              <a:ahLst/>
              <a:cxnLst/>
              <a:rect l="l" t="t" r="r" b="b"/>
              <a:pathLst>
                <a:path w="7562" h="1387" extrusionOk="0">
                  <a:moveTo>
                    <a:pt x="1009" y="1"/>
                  </a:moveTo>
                  <a:cubicBezTo>
                    <a:pt x="473" y="1"/>
                    <a:pt x="1" y="473"/>
                    <a:pt x="1" y="1040"/>
                  </a:cubicBezTo>
                  <a:lnTo>
                    <a:pt x="1" y="1387"/>
                  </a:lnTo>
                  <a:lnTo>
                    <a:pt x="7562" y="1387"/>
                  </a:lnTo>
                  <a:lnTo>
                    <a:pt x="7562" y="1040"/>
                  </a:lnTo>
                  <a:cubicBezTo>
                    <a:pt x="7562" y="473"/>
                    <a:pt x="7089" y="1"/>
                    <a:pt x="652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4609;p136">
              <a:extLst>
                <a:ext uri="{FF2B5EF4-FFF2-40B4-BE49-F238E27FC236}">
                  <a16:creationId xmlns:a16="http://schemas.microsoft.com/office/drawing/2014/main" id="{5EB9EE73-0A37-F038-4BF7-85BFDECF28E9}"/>
                </a:ext>
              </a:extLst>
            </p:cNvPr>
            <p:cNvSpPr/>
            <p:nvPr/>
          </p:nvSpPr>
          <p:spPr>
            <a:xfrm>
              <a:off x="-34003850" y="3484050"/>
              <a:ext cx="189050" cy="34675"/>
            </a:xfrm>
            <a:custGeom>
              <a:avLst/>
              <a:gdLst/>
              <a:ahLst/>
              <a:cxnLst/>
              <a:rect l="l" t="t" r="r" b="b"/>
              <a:pathLst>
                <a:path w="7562" h="1387" extrusionOk="0">
                  <a:moveTo>
                    <a:pt x="1" y="0"/>
                  </a:moveTo>
                  <a:lnTo>
                    <a:pt x="1" y="347"/>
                  </a:lnTo>
                  <a:cubicBezTo>
                    <a:pt x="1" y="945"/>
                    <a:pt x="442" y="1386"/>
                    <a:pt x="1009" y="1386"/>
                  </a:cubicBezTo>
                  <a:lnTo>
                    <a:pt x="6522" y="1386"/>
                  </a:lnTo>
                  <a:cubicBezTo>
                    <a:pt x="7089" y="1386"/>
                    <a:pt x="7562" y="914"/>
                    <a:pt x="7562" y="347"/>
                  </a:cubicBezTo>
                  <a:lnTo>
                    <a:pt x="756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" name="Google Shape;14610;p136">
            <a:extLst>
              <a:ext uri="{FF2B5EF4-FFF2-40B4-BE49-F238E27FC236}">
                <a16:creationId xmlns:a16="http://schemas.microsoft.com/office/drawing/2014/main" id="{59F89305-9856-39B8-F1B2-0F8D58428CC6}"/>
              </a:ext>
            </a:extLst>
          </p:cNvPr>
          <p:cNvGrpSpPr/>
          <p:nvPr/>
        </p:nvGrpSpPr>
        <p:grpSpPr>
          <a:xfrm>
            <a:off x="4232324" y="2990244"/>
            <a:ext cx="355260" cy="355017"/>
            <a:chOff x="-34004625" y="3585850"/>
            <a:chExt cx="292225" cy="292025"/>
          </a:xfrm>
          <a:solidFill>
            <a:schemeClr val="accent1">
              <a:lumMod val="75000"/>
            </a:schemeClr>
          </a:solidFill>
        </p:grpSpPr>
        <p:sp>
          <p:nvSpPr>
            <p:cNvPr id="28" name="Google Shape;14611;p136">
              <a:extLst>
                <a:ext uri="{FF2B5EF4-FFF2-40B4-BE49-F238E27FC236}">
                  <a16:creationId xmlns:a16="http://schemas.microsoft.com/office/drawing/2014/main" id="{62D60806-1730-4A46-9E12-E4FDC01CBBA3}"/>
                </a:ext>
              </a:extLst>
            </p:cNvPr>
            <p:cNvSpPr/>
            <p:nvPr/>
          </p:nvSpPr>
          <p:spPr>
            <a:xfrm>
              <a:off x="-33832150" y="3585850"/>
              <a:ext cx="103200" cy="154200"/>
            </a:xfrm>
            <a:custGeom>
              <a:avLst/>
              <a:gdLst/>
              <a:ahLst/>
              <a:cxnLst/>
              <a:rect l="l" t="t" r="r" b="b"/>
              <a:pathLst>
                <a:path w="4128" h="6168" extrusionOk="0">
                  <a:moveTo>
                    <a:pt x="2426" y="1"/>
                  </a:moveTo>
                  <a:cubicBezTo>
                    <a:pt x="2286" y="1"/>
                    <a:pt x="2136" y="77"/>
                    <a:pt x="2112" y="244"/>
                  </a:cubicBezTo>
                  <a:lnTo>
                    <a:pt x="64" y="5064"/>
                  </a:lnTo>
                  <a:cubicBezTo>
                    <a:pt x="1" y="5222"/>
                    <a:pt x="64" y="5474"/>
                    <a:pt x="253" y="5506"/>
                  </a:cubicBezTo>
                  <a:cubicBezTo>
                    <a:pt x="295" y="5531"/>
                    <a:pt x="342" y="5543"/>
                    <a:pt x="389" y="5543"/>
                  </a:cubicBezTo>
                  <a:cubicBezTo>
                    <a:pt x="517" y="5543"/>
                    <a:pt x="648" y="5455"/>
                    <a:pt x="694" y="5317"/>
                  </a:cubicBezTo>
                  <a:lnTo>
                    <a:pt x="1261" y="4025"/>
                  </a:lnTo>
                  <a:cubicBezTo>
                    <a:pt x="1419" y="4088"/>
                    <a:pt x="1576" y="4119"/>
                    <a:pt x="1765" y="4119"/>
                  </a:cubicBezTo>
                  <a:cubicBezTo>
                    <a:pt x="1891" y="4119"/>
                    <a:pt x="1986" y="4088"/>
                    <a:pt x="2112" y="4056"/>
                  </a:cubicBezTo>
                  <a:lnTo>
                    <a:pt x="2112" y="4844"/>
                  </a:lnTo>
                  <a:cubicBezTo>
                    <a:pt x="1450" y="4970"/>
                    <a:pt x="946" y="5506"/>
                    <a:pt x="789" y="6167"/>
                  </a:cubicBezTo>
                  <a:lnTo>
                    <a:pt x="4128" y="6167"/>
                  </a:lnTo>
                  <a:cubicBezTo>
                    <a:pt x="4002" y="5506"/>
                    <a:pt x="3466" y="5001"/>
                    <a:pt x="2773" y="4844"/>
                  </a:cubicBezTo>
                  <a:lnTo>
                    <a:pt x="2773" y="3143"/>
                  </a:lnTo>
                  <a:cubicBezTo>
                    <a:pt x="2773" y="2670"/>
                    <a:pt x="2458" y="2324"/>
                    <a:pt x="2080" y="2166"/>
                  </a:cubicBezTo>
                  <a:lnTo>
                    <a:pt x="2773" y="496"/>
                  </a:lnTo>
                  <a:cubicBezTo>
                    <a:pt x="2773" y="307"/>
                    <a:pt x="2710" y="118"/>
                    <a:pt x="2553" y="24"/>
                  </a:cubicBezTo>
                  <a:cubicBezTo>
                    <a:pt x="2515" y="8"/>
                    <a:pt x="2471" y="1"/>
                    <a:pt x="24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4612;p136">
              <a:extLst>
                <a:ext uri="{FF2B5EF4-FFF2-40B4-BE49-F238E27FC236}">
                  <a16:creationId xmlns:a16="http://schemas.microsoft.com/office/drawing/2014/main" id="{7D81A265-A6A9-B3C8-579A-1EAD56D79CF6}"/>
                </a:ext>
              </a:extLst>
            </p:cNvPr>
            <p:cNvSpPr/>
            <p:nvPr/>
          </p:nvSpPr>
          <p:spPr>
            <a:xfrm>
              <a:off x="-34004625" y="3690400"/>
              <a:ext cx="155175" cy="187475"/>
            </a:xfrm>
            <a:custGeom>
              <a:avLst/>
              <a:gdLst/>
              <a:ahLst/>
              <a:cxnLst/>
              <a:rect l="l" t="t" r="r" b="b"/>
              <a:pathLst>
                <a:path w="6207" h="7499" extrusionOk="0">
                  <a:moveTo>
                    <a:pt x="693" y="0"/>
                  </a:moveTo>
                  <a:cubicBezTo>
                    <a:pt x="315" y="0"/>
                    <a:pt x="0" y="315"/>
                    <a:pt x="0" y="662"/>
                  </a:cubicBezTo>
                  <a:lnTo>
                    <a:pt x="0" y="6490"/>
                  </a:lnTo>
                  <a:cubicBezTo>
                    <a:pt x="32" y="7026"/>
                    <a:pt x="504" y="7498"/>
                    <a:pt x="1103" y="7498"/>
                  </a:cubicBezTo>
                  <a:lnTo>
                    <a:pt x="6207" y="7498"/>
                  </a:lnTo>
                  <a:lnTo>
                    <a:pt x="6207" y="5797"/>
                  </a:lnTo>
                  <a:cubicBezTo>
                    <a:pt x="6207" y="5608"/>
                    <a:pt x="6049" y="5451"/>
                    <a:pt x="5860" y="5451"/>
                  </a:cubicBezTo>
                  <a:lnTo>
                    <a:pt x="1765" y="5451"/>
                  </a:lnTo>
                  <a:cubicBezTo>
                    <a:pt x="1576" y="5451"/>
                    <a:pt x="1418" y="5293"/>
                    <a:pt x="1418" y="5104"/>
                  </a:cubicBezTo>
                  <a:lnTo>
                    <a:pt x="1418" y="662"/>
                  </a:lnTo>
                  <a:cubicBezTo>
                    <a:pt x="1418" y="252"/>
                    <a:pt x="1103" y="0"/>
                    <a:pt x="69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4613;p136">
              <a:extLst>
                <a:ext uri="{FF2B5EF4-FFF2-40B4-BE49-F238E27FC236}">
                  <a16:creationId xmlns:a16="http://schemas.microsoft.com/office/drawing/2014/main" id="{5293C299-CA8F-BDEE-14BE-9224CD800DE9}"/>
                </a:ext>
              </a:extLst>
            </p:cNvPr>
            <p:cNvSpPr/>
            <p:nvPr/>
          </p:nvSpPr>
          <p:spPr>
            <a:xfrm>
              <a:off x="-33936100" y="3621075"/>
              <a:ext cx="51200" cy="51225"/>
            </a:xfrm>
            <a:custGeom>
              <a:avLst/>
              <a:gdLst/>
              <a:ahLst/>
              <a:cxnLst/>
              <a:rect l="l" t="t" r="r" b="b"/>
              <a:pathLst>
                <a:path w="2048" h="2049" extrusionOk="0">
                  <a:moveTo>
                    <a:pt x="1040" y="1"/>
                  </a:moveTo>
                  <a:cubicBezTo>
                    <a:pt x="473" y="1"/>
                    <a:pt x="0" y="473"/>
                    <a:pt x="0" y="1041"/>
                  </a:cubicBezTo>
                  <a:cubicBezTo>
                    <a:pt x="0" y="1576"/>
                    <a:pt x="473" y="2049"/>
                    <a:pt x="1040" y="2049"/>
                  </a:cubicBezTo>
                  <a:cubicBezTo>
                    <a:pt x="1576" y="2049"/>
                    <a:pt x="2048" y="1576"/>
                    <a:pt x="2048" y="1041"/>
                  </a:cubicBezTo>
                  <a:cubicBezTo>
                    <a:pt x="2048" y="473"/>
                    <a:pt x="1607" y="1"/>
                    <a:pt x="10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4614;p136">
              <a:extLst>
                <a:ext uri="{FF2B5EF4-FFF2-40B4-BE49-F238E27FC236}">
                  <a16:creationId xmlns:a16="http://schemas.microsoft.com/office/drawing/2014/main" id="{FA312094-8D66-DAE1-B189-D7532017C333}"/>
                </a:ext>
              </a:extLst>
            </p:cNvPr>
            <p:cNvSpPr/>
            <p:nvPr/>
          </p:nvSpPr>
          <p:spPr>
            <a:xfrm>
              <a:off x="-33952650" y="3690125"/>
              <a:ext cx="155975" cy="186950"/>
            </a:xfrm>
            <a:custGeom>
              <a:avLst/>
              <a:gdLst/>
              <a:ahLst/>
              <a:cxnLst/>
              <a:rect l="l" t="t" r="r" b="b"/>
              <a:pathLst>
                <a:path w="6239" h="7478" extrusionOk="0">
                  <a:moveTo>
                    <a:pt x="1641" y="1"/>
                  </a:moveTo>
                  <a:cubicBezTo>
                    <a:pt x="1242" y="1"/>
                    <a:pt x="819" y="205"/>
                    <a:pt x="568" y="484"/>
                  </a:cubicBezTo>
                  <a:cubicBezTo>
                    <a:pt x="190" y="799"/>
                    <a:pt x="1" y="1209"/>
                    <a:pt x="1" y="1681"/>
                  </a:cubicBezTo>
                  <a:lnTo>
                    <a:pt x="1" y="4769"/>
                  </a:lnTo>
                  <a:lnTo>
                    <a:pt x="2679" y="4769"/>
                  </a:lnTo>
                  <a:cubicBezTo>
                    <a:pt x="2521" y="4359"/>
                    <a:pt x="2175" y="4107"/>
                    <a:pt x="1702" y="4107"/>
                  </a:cubicBezTo>
                  <a:lnTo>
                    <a:pt x="1040" y="4107"/>
                  </a:lnTo>
                  <a:cubicBezTo>
                    <a:pt x="820" y="4107"/>
                    <a:pt x="662" y="3949"/>
                    <a:pt x="662" y="3729"/>
                  </a:cubicBezTo>
                  <a:lnTo>
                    <a:pt x="662" y="2374"/>
                  </a:lnTo>
                  <a:cubicBezTo>
                    <a:pt x="662" y="2154"/>
                    <a:pt x="820" y="1996"/>
                    <a:pt x="1040" y="1996"/>
                  </a:cubicBezTo>
                  <a:cubicBezTo>
                    <a:pt x="1229" y="1996"/>
                    <a:pt x="1387" y="2154"/>
                    <a:pt x="1387" y="2374"/>
                  </a:cubicBezTo>
                  <a:lnTo>
                    <a:pt x="1387" y="3382"/>
                  </a:lnTo>
                  <a:lnTo>
                    <a:pt x="1733" y="3382"/>
                  </a:lnTo>
                  <a:cubicBezTo>
                    <a:pt x="2553" y="3382"/>
                    <a:pt x="3277" y="3981"/>
                    <a:pt x="3435" y="4769"/>
                  </a:cubicBezTo>
                  <a:lnTo>
                    <a:pt x="3813" y="4769"/>
                  </a:lnTo>
                  <a:cubicBezTo>
                    <a:pt x="4380" y="4769"/>
                    <a:pt x="4852" y="5241"/>
                    <a:pt x="4852" y="5777"/>
                  </a:cubicBezTo>
                  <a:lnTo>
                    <a:pt x="4852" y="7478"/>
                  </a:lnTo>
                  <a:lnTo>
                    <a:pt x="6239" y="7478"/>
                  </a:lnTo>
                  <a:lnTo>
                    <a:pt x="6239" y="5084"/>
                  </a:lnTo>
                  <a:cubicBezTo>
                    <a:pt x="6176" y="4580"/>
                    <a:pt x="5703" y="4107"/>
                    <a:pt x="5168" y="4107"/>
                  </a:cubicBezTo>
                  <a:lnTo>
                    <a:pt x="3781" y="4107"/>
                  </a:lnTo>
                  <a:cubicBezTo>
                    <a:pt x="3592" y="4107"/>
                    <a:pt x="3435" y="3949"/>
                    <a:pt x="3435" y="3729"/>
                  </a:cubicBezTo>
                  <a:lnTo>
                    <a:pt x="3435" y="1807"/>
                  </a:lnTo>
                  <a:cubicBezTo>
                    <a:pt x="3435" y="862"/>
                    <a:pt x="2710" y="43"/>
                    <a:pt x="1796" y="11"/>
                  </a:cubicBezTo>
                  <a:cubicBezTo>
                    <a:pt x="1745" y="4"/>
                    <a:pt x="1694" y="1"/>
                    <a:pt x="16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4615;p136">
              <a:extLst>
                <a:ext uri="{FF2B5EF4-FFF2-40B4-BE49-F238E27FC236}">
                  <a16:creationId xmlns:a16="http://schemas.microsoft.com/office/drawing/2014/main" id="{19B47079-D2AC-2B20-5F30-44FF44584DBE}"/>
                </a:ext>
              </a:extLst>
            </p:cNvPr>
            <p:cNvSpPr/>
            <p:nvPr/>
          </p:nvSpPr>
          <p:spPr>
            <a:xfrm>
              <a:off x="-33849475" y="3758125"/>
              <a:ext cx="137075" cy="33100"/>
            </a:xfrm>
            <a:custGeom>
              <a:avLst/>
              <a:gdLst/>
              <a:ahLst/>
              <a:cxnLst/>
              <a:rect l="l" t="t" r="r" b="b"/>
              <a:pathLst>
                <a:path w="5483" h="1324" extrusionOk="0">
                  <a:moveTo>
                    <a:pt x="1" y="1"/>
                  </a:moveTo>
                  <a:lnTo>
                    <a:pt x="1" y="662"/>
                  </a:lnTo>
                  <a:lnTo>
                    <a:pt x="1041" y="662"/>
                  </a:lnTo>
                  <a:cubicBezTo>
                    <a:pt x="1576" y="662"/>
                    <a:pt x="2080" y="946"/>
                    <a:pt x="2395" y="1324"/>
                  </a:cubicBezTo>
                  <a:lnTo>
                    <a:pt x="5136" y="1324"/>
                  </a:lnTo>
                  <a:cubicBezTo>
                    <a:pt x="5325" y="1324"/>
                    <a:pt x="5483" y="1166"/>
                    <a:pt x="5483" y="977"/>
                  </a:cubicBezTo>
                  <a:lnTo>
                    <a:pt x="5483" y="316"/>
                  </a:lnTo>
                  <a:cubicBezTo>
                    <a:pt x="5483" y="158"/>
                    <a:pt x="5325" y="1"/>
                    <a:pt x="51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" name="Google Shape;14616;p136">
            <a:extLst>
              <a:ext uri="{FF2B5EF4-FFF2-40B4-BE49-F238E27FC236}">
                <a16:creationId xmlns:a16="http://schemas.microsoft.com/office/drawing/2014/main" id="{3E26C64E-8E40-E655-860F-7E36459A0C28}"/>
              </a:ext>
            </a:extLst>
          </p:cNvPr>
          <p:cNvGrpSpPr/>
          <p:nvPr/>
        </p:nvGrpSpPr>
        <p:grpSpPr>
          <a:xfrm>
            <a:off x="4231838" y="3426273"/>
            <a:ext cx="356233" cy="355290"/>
            <a:chOff x="-34005425" y="3945575"/>
            <a:chExt cx="293025" cy="292250"/>
          </a:xfrm>
          <a:solidFill>
            <a:schemeClr val="accent1">
              <a:lumMod val="75000"/>
            </a:schemeClr>
          </a:solidFill>
        </p:grpSpPr>
        <p:sp>
          <p:nvSpPr>
            <p:cNvPr id="34" name="Google Shape;14617;p136">
              <a:extLst>
                <a:ext uri="{FF2B5EF4-FFF2-40B4-BE49-F238E27FC236}">
                  <a16:creationId xmlns:a16="http://schemas.microsoft.com/office/drawing/2014/main" id="{5E3083E4-5183-0E18-6ABB-B432C2BE67F5}"/>
                </a:ext>
              </a:extLst>
            </p:cNvPr>
            <p:cNvSpPr/>
            <p:nvPr/>
          </p:nvSpPr>
          <p:spPr>
            <a:xfrm>
              <a:off x="-33952650" y="3998350"/>
              <a:ext cx="186700" cy="186700"/>
            </a:xfrm>
            <a:custGeom>
              <a:avLst/>
              <a:gdLst/>
              <a:ahLst/>
              <a:cxnLst/>
              <a:rect l="l" t="t" r="r" b="b"/>
              <a:pathLst>
                <a:path w="7468" h="7468" extrusionOk="0">
                  <a:moveTo>
                    <a:pt x="5861" y="2017"/>
                  </a:moveTo>
                  <a:cubicBezTo>
                    <a:pt x="6050" y="2017"/>
                    <a:pt x="6207" y="2143"/>
                    <a:pt x="6207" y="2364"/>
                  </a:cubicBezTo>
                  <a:lnTo>
                    <a:pt x="6207" y="3750"/>
                  </a:lnTo>
                  <a:lnTo>
                    <a:pt x="6207" y="5104"/>
                  </a:lnTo>
                  <a:cubicBezTo>
                    <a:pt x="6207" y="5325"/>
                    <a:pt x="6050" y="5451"/>
                    <a:pt x="5861" y="5451"/>
                  </a:cubicBezTo>
                  <a:cubicBezTo>
                    <a:pt x="5672" y="5451"/>
                    <a:pt x="5514" y="5325"/>
                    <a:pt x="5514" y="5104"/>
                  </a:cubicBezTo>
                  <a:lnTo>
                    <a:pt x="5514" y="4096"/>
                  </a:lnTo>
                  <a:lnTo>
                    <a:pt x="4474" y="4096"/>
                  </a:lnTo>
                  <a:cubicBezTo>
                    <a:pt x="4285" y="4096"/>
                    <a:pt x="4128" y="3939"/>
                    <a:pt x="4128" y="3750"/>
                  </a:cubicBezTo>
                  <a:lnTo>
                    <a:pt x="4128" y="2364"/>
                  </a:lnTo>
                  <a:cubicBezTo>
                    <a:pt x="4128" y="2143"/>
                    <a:pt x="4285" y="2017"/>
                    <a:pt x="4474" y="2017"/>
                  </a:cubicBezTo>
                  <a:cubicBezTo>
                    <a:pt x="4695" y="2017"/>
                    <a:pt x="4852" y="2143"/>
                    <a:pt x="4852" y="2364"/>
                  </a:cubicBezTo>
                  <a:lnTo>
                    <a:pt x="4852" y="3372"/>
                  </a:lnTo>
                  <a:lnTo>
                    <a:pt x="5514" y="3372"/>
                  </a:lnTo>
                  <a:lnTo>
                    <a:pt x="5514" y="2364"/>
                  </a:lnTo>
                  <a:cubicBezTo>
                    <a:pt x="5514" y="2143"/>
                    <a:pt x="5672" y="2017"/>
                    <a:pt x="5861" y="2017"/>
                  </a:cubicBezTo>
                  <a:close/>
                  <a:moveTo>
                    <a:pt x="2332" y="2017"/>
                  </a:moveTo>
                  <a:cubicBezTo>
                    <a:pt x="2868" y="2017"/>
                    <a:pt x="3340" y="2490"/>
                    <a:pt x="3340" y="3025"/>
                  </a:cubicBezTo>
                  <a:lnTo>
                    <a:pt x="3340" y="3309"/>
                  </a:lnTo>
                  <a:lnTo>
                    <a:pt x="3435" y="3309"/>
                  </a:lnTo>
                  <a:cubicBezTo>
                    <a:pt x="3435" y="3687"/>
                    <a:pt x="3183" y="4065"/>
                    <a:pt x="2868" y="4222"/>
                  </a:cubicBezTo>
                  <a:lnTo>
                    <a:pt x="2238" y="4537"/>
                  </a:lnTo>
                  <a:cubicBezTo>
                    <a:pt x="2175" y="4569"/>
                    <a:pt x="2080" y="4632"/>
                    <a:pt x="2049" y="4758"/>
                  </a:cubicBezTo>
                  <a:lnTo>
                    <a:pt x="3057" y="4758"/>
                  </a:lnTo>
                  <a:cubicBezTo>
                    <a:pt x="3277" y="4758"/>
                    <a:pt x="3435" y="4915"/>
                    <a:pt x="3435" y="5104"/>
                  </a:cubicBezTo>
                  <a:cubicBezTo>
                    <a:pt x="3435" y="5325"/>
                    <a:pt x="3277" y="5483"/>
                    <a:pt x="3057" y="5483"/>
                  </a:cubicBezTo>
                  <a:lnTo>
                    <a:pt x="1702" y="5483"/>
                  </a:lnTo>
                  <a:cubicBezTo>
                    <a:pt x="1481" y="5483"/>
                    <a:pt x="1324" y="5325"/>
                    <a:pt x="1324" y="5104"/>
                  </a:cubicBezTo>
                  <a:lnTo>
                    <a:pt x="1324" y="4852"/>
                  </a:lnTo>
                  <a:cubicBezTo>
                    <a:pt x="1324" y="4443"/>
                    <a:pt x="1576" y="4096"/>
                    <a:pt x="1891" y="3939"/>
                  </a:cubicBezTo>
                  <a:lnTo>
                    <a:pt x="2521" y="3624"/>
                  </a:lnTo>
                  <a:cubicBezTo>
                    <a:pt x="2647" y="3592"/>
                    <a:pt x="2710" y="3466"/>
                    <a:pt x="2710" y="3309"/>
                  </a:cubicBezTo>
                  <a:lnTo>
                    <a:pt x="2710" y="3025"/>
                  </a:lnTo>
                  <a:cubicBezTo>
                    <a:pt x="2710" y="2836"/>
                    <a:pt x="2553" y="2679"/>
                    <a:pt x="2364" y="2679"/>
                  </a:cubicBezTo>
                  <a:cubicBezTo>
                    <a:pt x="2175" y="2679"/>
                    <a:pt x="2017" y="2836"/>
                    <a:pt x="2017" y="3025"/>
                  </a:cubicBezTo>
                  <a:cubicBezTo>
                    <a:pt x="2017" y="3214"/>
                    <a:pt x="1859" y="3372"/>
                    <a:pt x="1639" y="3372"/>
                  </a:cubicBezTo>
                  <a:cubicBezTo>
                    <a:pt x="1450" y="3372"/>
                    <a:pt x="1292" y="3214"/>
                    <a:pt x="1292" y="3025"/>
                  </a:cubicBezTo>
                  <a:cubicBezTo>
                    <a:pt x="1292" y="2490"/>
                    <a:pt x="1765" y="2017"/>
                    <a:pt x="2332" y="2017"/>
                  </a:cubicBezTo>
                  <a:close/>
                  <a:moveTo>
                    <a:pt x="3214" y="1"/>
                  </a:moveTo>
                  <a:cubicBezTo>
                    <a:pt x="3214" y="127"/>
                    <a:pt x="3183" y="284"/>
                    <a:pt x="3120" y="379"/>
                  </a:cubicBezTo>
                  <a:cubicBezTo>
                    <a:pt x="2962" y="662"/>
                    <a:pt x="2679" y="914"/>
                    <a:pt x="2364" y="946"/>
                  </a:cubicBezTo>
                  <a:lnTo>
                    <a:pt x="1009" y="1135"/>
                  </a:lnTo>
                  <a:cubicBezTo>
                    <a:pt x="473" y="1733"/>
                    <a:pt x="64" y="2521"/>
                    <a:pt x="1" y="3372"/>
                  </a:cubicBezTo>
                  <a:lnTo>
                    <a:pt x="316" y="3372"/>
                  </a:lnTo>
                  <a:cubicBezTo>
                    <a:pt x="505" y="3372"/>
                    <a:pt x="662" y="3529"/>
                    <a:pt x="662" y="3750"/>
                  </a:cubicBezTo>
                  <a:cubicBezTo>
                    <a:pt x="662" y="3939"/>
                    <a:pt x="505" y="4096"/>
                    <a:pt x="316" y="4096"/>
                  </a:cubicBezTo>
                  <a:lnTo>
                    <a:pt x="1" y="4096"/>
                  </a:lnTo>
                  <a:cubicBezTo>
                    <a:pt x="158" y="5892"/>
                    <a:pt x="1607" y="7310"/>
                    <a:pt x="3372" y="7467"/>
                  </a:cubicBezTo>
                  <a:lnTo>
                    <a:pt x="3372" y="7121"/>
                  </a:lnTo>
                  <a:cubicBezTo>
                    <a:pt x="3372" y="6932"/>
                    <a:pt x="3529" y="6774"/>
                    <a:pt x="3750" y="6774"/>
                  </a:cubicBezTo>
                  <a:cubicBezTo>
                    <a:pt x="3939" y="6774"/>
                    <a:pt x="4096" y="6932"/>
                    <a:pt x="4096" y="7121"/>
                  </a:cubicBezTo>
                  <a:lnTo>
                    <a:pt x="4096" y="7436"/>
                  </a:lnTo>
                  <a:lnTo>
                    <a:pt x="4254" y="7436"/>
                  </a:lnTo>
                  <a:cubicBezTo>
                    <a:pt x="4254" y="7373"/>
                    <a:pt x="4285" y="7278"/>
                    <a:pt x="4317" y="7215"/>
                  </a:cubicBezTo>
                  <a:cubicBezTo>
                    <a:pt x="4443" y="6900"/>
                    <a:pt x="4758" y="6648"/>
                    <a:pt x="5073" y="6617"/>
                  </a:cubicBezTo>
                  <a:lnTo>
                    <a:pt x="6491" y="6333"/>
                  </a:lnTo>
                  <a:cubicBezTo>
                    <a:pt x="7089" y="5703"/>
                    <a:pt x="7404" y="5010"/>
                    <a:pt x="7467" y="4096"/>
                  </a:cubicBezTo>
                  <a:lnTo>
                    <a:pt x="7152" y="4096"/>
                  </a:lnTo>
                  <a:cubicBezTo>
                    <a:pt x="6963" y="4096"/>
                    <a:pt x="6806" y="3939"/>
                    <a:pt x="6806" y="3750"/>
                  </a:cubicBezTo>
                  <a:cubicBezTo>
                    <a:pt x="6806" y="3529"/>
                    <a:pt x="6963" y="3372"/>
                    <a:pt x="7152" y="3372"/>
                  </a:cubicBezTo>
                  <a:lnTo>
                    <a:pt x="7467" y="3372"/>
                  </a:lnTo>
                  <a:cubicBezTo>
                    <a:pt x="7310" y="1576"/>
                    <a:pt x="5861" y="158"/>
                    <a:pt x="4096" y="1"/>
                  </a:cubicBezTo>
                  <a:lnTo>
                    <a:pt x="4096" y="316"/>
                  </a:lnTo>
                  <a:cubicBezTo>
                    <a:pt x="4096" y="505"/>
                    <a:pt x="3939" y="662"/>
                    <a:pt x="3750" y="662"/>
                  </a:cubicBezTo>
                  <a:cubicBezTo>
                    <a:pt x="3529" y="662"/>
                    <a:pt x="3372" y="505"/>
                    <a:pt x="3372" y="316"/>
                  </a:cubicBezTo>
                  <a:lnTo>
                    <a:pt x="337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4618;p136">
              <a:extLst>
                <a:ext uri="{FF2B5EF4-FFF2-40B4-BE49-F238E27FC236}">
                  <a16:creationId xmlns:a16="http://schemas.microsoft.com/office/drawing/2014/main" id="{F2ABA211-87D6-7309-FEE9-D8E69422A22D}"/>
                </a:ext>
              </a:extLst>
            </p:cNvPr>
            <p:cNvSpPr/>
            <p:nvPr/>
          </p:nvSpPr>
          <p:spPr>
            <a:xfrm>
              <a:off x="-33944775" y="3945575"/>
              <a:ext cx="232375" cy="247350"/>
            </a:xfrm>
            <a:custGeom>
              <a:avLst/>
              <a:gdLst/>
              <a:ahLst/>
              <a:cxnLst/>
              <a:rect l="l" t="t" r="r" b="b"/>
              <a:pathLst>
                <a:path w="9295" h="9894" extrusionOk="0">
                  <a:moveTo>
                    <a:pt x="3466" y="1"/>
                  </a:moveTo>
                  <a:cubicBezTo>
                    <a:pt x="2490" y="1"/>
                    <a:pt x="1450" y="316"/>
                    <a:pt x="1103" y="536"/>
                  </a:cubicBezTo>
                  <a:lnTo>
                    <a:pt x="1040" y="410"/>
                  </a:lnTo>
                  <a:cubicBezTo>
                    <a:pt x="970" y="340"/>
                    <a:pt x="881" y="304"/>
                    <a:pt x="788" y="304"/>
                  </a:cubicBezTo>
                  <a:cubicBezTo>
                    <a:pt x="757" y="304"/>
                    <a:pt x="725" y="308"/>
                    <a:pt x="694" y="316"/>
                  </a:cubicBezTo>
                  <a:cubicBezTo>
                    <a:pt x="599" y="379"/>
                    <a:pt x="505" y="473"/>
                    <a:pt x="473" y="568"/>
                  </a:cubicBezTo>
                  <a:cubicBezTo>
                    <a:pt x="347" y="1041"/>
                    <a:pt x="442" y="726"/>
                    <a:pt x="32" y="2143"/>
                  </a:cubicBezTo>
                  <a:cubicBezTo>
                    <a:pt x="1" y="2269"/>
                    <a:pt x="32" y="2395"/>
                    <a:pt x="127" y="2458"/>
                  </a:cubicBezTo>
                  <a:cubicBezTo>
                    <a:pt x="253" y="2584"/>
                    <a:pt x="316" y="2584"/>
                    <a:pt x="473" y="2584"/>
                  </a:cubicBezTo>
                  <a:lnTo>
                    <a:pt x="2049" y="2332"/>
                  </a:lnTo>
                  <a:cubicBezTo>
                    <a:pt x="2238" y="2301"/>
                    <a:pt x="2395" y="2080"/>
                    <a:pt x="2332" y="1860"/>
                  </a:cubicBezTo>
                  <a:lnTo>
                    <a:pt x="2206" y="1545"/>
                  </a:lnTo>
                  <a:cubicBezTo>
                    <a:pt x="2647" y="1450"/>
                    <a:pt x="3057" y="1356"/>
                    <a:pt x="3529" y="1356"/>
                  </a:cubicBezTo>
                  <a:cubicBezTo>
                    <a:pt x="5987" y="1356"/>
                    <a:pt x="8003" y="3372"/>
                    <a:pt x="8003" y="5798"/>
                  </a:cubicBezTo>
                  <a:cubicBezTo>
                    <a:pt x="8003" y="6806"/>
                    <a:pt x="7688" y="7657"/>
                    <a:pt x="7152" y="8413"/>
                  </a:cubicBezTo>
                  <a:cubicBezTo>
                    <a:pt x="7278" y="8444"/>
                    <a:pt x="7404" y="8539"/>
                    <a:pt x="7530" y="8633"/>
                  </a:cubicBezTo>
                  <a:cubicBezTo>
                    <a:pt x="7751" y="8885"/>
                    <a:pt x="7845" y="9232"/>
                    <a:pt x="7751" y="9578"/>
                  </a:cubicBezTo>
                  <a:lnTo>
                    <a:pt x="7593" y="9893"/>
                  </a:lnTo>
                  <a:cubicBezTo>
                    <a:pt x="8633" y="8854"/>
                    <a:pt x="9295" y="7436"/>
                    <a:pt x="9295" y="5861"/>
                  </a:cubicBezTo>
                  <a:cubicBezTo>
                    <a:pt x="9295" y="2616"/>
                    <a:pt x="6648" y="1"/>
                    <a:pt x="34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4619;p136">
              <a:extLst>
                <a:ext uri="{FF2B5EF4-FFF2-40B4-BE49-F238E27FC236}">
                  <a16:creationId xmlns:a16="http://schemas.microsoft.com/office/drawing/2014/main" id="{7D391620-D7AA-C294-5EB1-901AD04F9FBA}"/>
                </a:ext>
              </a:extLst>
            </p:cNvPr>
            <p:cNvSpPr/>
            <p:nvPr/>
          </p:nvSpPr>
          <p:spPr>
            <a:xfrm>
              <a:off x="-34005425" y="3987325"/>
              <a:ext cx="237100" cy="250500"/>
            </a:xfrm>
            <a:custGeom>
              <a:avLst/>
              <a:gdLst/>
              <a:ahLst/>
              <a:cxnLst/>
              <a:rect l="l" t="t" r="r" b="b"/>
              <a:pathLst>
                <a:path w="9484" h="10020" extrusionOk="0">
                  <a:moveTo>
                    <a:pt x="1797" y="1"/>
                  </a:moveTo>
                  <a:lnTo>
                    <a:pt x="1797" y="1"/>
                  </a:lnTo>
                  <a:cubicBezTo>
                    <a:pt x="694" y="1072"/>
                    <a:pt x="1" y="2521"/>
                    <a:pt x="1" y="4191"/>
                  </a:cubicBezTo>
                  <a:cubicBezTo>
                    <a:pt x="64" y="7373"/>
                    <a:pt x="2647" y="10019"/>
                    <a:pt x="5892" y="10019"/>
                  </a:cubicBezTo>
                  <a:cubicBezTo>
                    <a:pt x="6239" y="10019"/>
                    <a:pt x="7972" y="9736"/>
                    <a:pt x="8224" y="9547"/>
                  </a:cubicBezTo>
                  <a:cubicBezTo>
                    <a:pt x="8255" y="9547"/>
                    <a:pt x="8287" y="9484"/>
                    <a:pt x="8350" y="9484"/>
                  </a:cubicBezTo>
                  <a:lnTo>
                    <a:pt x="8507" y="9641"/>
                  </a:lnTo>
                  <a:cubicBezTo>
                    <a:pt x="8576" y="9710"/>
                    <a:pt x="8661" y="9741"/>
                    <a:pt x="8743" y="9741"/>
                  </a:cubicBezTo>
                  <a:cubicBezTo>
                    <a:pt x="8887" y="9741"/>
                    <a:pt x="9023" y="9644"/>
                    <a:pt x="9043" y="9484"/>
                  </a:cubicBezTo>
                  <a:lnTo>
                    <a:pt x="9169" y="9011"/>
                  </a:lnTo>
                  <a:lnTo>
                    <a:pt x="9452" y="7814"/>
                  </a:lnTo>
                  <a:cubicBezTo>
                    <a:pt x="9484" y="7688"/>
                    <a:pt x="9452" y="7562"/>
                    <a:pt x="9358" y="7467"/>
                  </a:cubicBezTo>
                  <a:cubicBezTo>
                    <a:pt x="9278" y="7407"/>
                    <a:pt x="9211" y="7385"/>
                    <a:pt x="9132" y="7385"/>
                  </a:cubicBezTo>
                  <a:cubicBezTo>
                    <a:pt x="9087" y="7385"/>
                    <a:pt x="9037" y="7393"/>
                    <a:pt x="8980" y="7404"/>
                  </a:cubicBezTo>
                  <a:lnTo>
                    <a:pt x="7310" y="7719"/>
                  </a:lnTo>
                  <a:cubicBezTo>
                    <a:pt x="7089" y="7751"/>
                    <a:pt x="6963" y="8034"/>
                    <a:pt x="7089" y="8223"/>
                  </a:cubicBezTo>
                  <a:lnTo>
                    <a:pt x="7184" y="8444"/>
                  </a:lnTo>
                  <a:cubicBezTo>
                    <a:pt x="6774" y="8538"/>
                    <a:pt x="6333" y="8633"/>
                    <a:pt x="5861" y="8633"/>
                  </a:cubicBezTo>
                  <a:cubicBezTo>
                    <a:pt x="3403" y="8633"/>
                    <a:pt x="1419" y="6648"/>
                    <a:pt x="1419" y="4191"/>
                  </a:cubicBezTo>
                  <a:cubicBezTo>
                    <a:pt x="1419" y="3183"/>
                    <a:pt x="1734" y="2269"/>
                    <a:pt x="2269" y="1544"/>
                  </a:cubicBezTo>
                  <a:cubicBezTo>
                    <a:pt x="2143" y="1481"/>
                    <a:pt x="2049" y="1418"/>
                    <a:pt x="1954" y="1292"/>
                  </a:cubicBezTo>
                  <a:cubicBezTo>
                    <a:pt x="1734" y="1009"/>
                    <a:pt x="1639" y="662"/>
                    <a:pt x="1734" y="316"/>
                  </a:cubicBezTo>
                  <a:lnTo>
                    <a:pt x="179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" name="Google Shape;14620;p136">
            <a:extLst>
              <a:ext uri="{FF2B5EF4-FFF2-40B4-BE49-F238E27FC236}">
                <a16:creationId xmlns:a16="http://schemas.microsoft.com/office/drawing/2014/main" id="{D908079E-DD6D-7450-888C-8916C6692C0E}"/>
              </a:ext>
            </a:extLst>
          </p:cNvPr>
          <p:cNvGrpSpPr/>
          <p:nvPr/>
        </p:nvGrpSpPr>
        <p:grpSpPr>
          <a:xfrm>
            <a:off x="2876364" y="3900349"/>
            <a:ext cx="359090" cy="356234"/>
            <a:chOff x="-32174975" y="3192625"/>
            <a:chExt cx="295375" cy="293025"/>
          </a:xfrm>
          <a:solidFill>
            <a:schemeClr val="accent1">
              <a:lumMod val="75000"/>
            </a:schemeClr>
          </a:solidFill>
        </p:grpSpPr>
        <p:sp>
          <p:nvSpPr>
            <p:cNvPr id="38" name="Google Shape;14621;p136">
              <a:extLst>
                <a:ext uri="{FF2B5EF4-FFF2-40B4-BE49-F238E27FC236}">
                  <a16:creationId xmlns:a16="http://schemas.microsoft.com/office/drawing/2014/main" id="{7EE44549-C17D-285C-5722-3D8C353888AB}"/>
                </a:ext>
              </a:extLst>
            </p:cNvPr>
            <p:cNvSpPr/>
            <p:nvPr/>
          </p:nvSpPr>
          <p:spPr>
            <a:xfrm>
              <a:off x="-32171050" y="3279250"/>
              <a:ext cx="291450" cy="153625"/>
            </a:xfrm>
            <a:custGeom>
              <a:avLst/>
              <a:gdLst/>
              <a:ahLst/>
              <a:cxnLst/>
              <a:rect l="l" t="t" r="r" b="b"/>
              <a:pathLst>
                <a:path w="11658" h="6145" extrusionOk="0">
                  <a:moveTo>
                    <a:pt x="5829" y="694"/>
                  </a:moveTo>
                  <a:cubicBezTo>
                    <a:pt x="7184" y="694"/>
                    <a:pt x="8255" y="1734"/>
                    <a:pt x="8255" y="3088"/>
                  </a:cubicBezTo>
                  <a:cubicBezTo>
                    <a:pt x="8255" y="4412"/>
                    <a:pt x="7153" y="5483"/>
                    <a:pt x="5829" y="5483"/>
                  </a:cubicBezTo>
                  <a:cubicBezTo>
                    <a:pt x="4506" y="5483"/>
                    <a:pt x="3435" y="4412"/>
                    <a:pt x="3435" y="3088"/>
                  </a:cubicBezTo>
                  <a:cubicBezTo>
                    <a:pt x="3435" y="1734"/>
                    <a:pt x="4506" y="694"/>
                    <a:pt x="5829" y="694"/>
                  </a:cubicBezTo>
                  <a:close/>
                  <a:moveTo>
                    <a:pt x="1" y="1"/>
                  </a:moveTo>
                  <a:lnTo>
                    <a:pt x="1" y="6144"/>
                  </a:lnTo>
                  <a:lnTo>
                    <a:pt x="11658" y="6144"/>
                  </a:lnTo>
                  <a:lnTo>
                    <a:pt x="1165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4622;p136">
              <a:extLst>
                <a:ext uri="{FF2B5EF4-FFF2-40B4-BE49-F238E27FC236}">
                  <a16:creationId xmlns:a16="http://schemas.microsoft.com/office/drawing/2014/main" id="{5ECDF9BB-F0D7-2429-4847-D9D729EB678F}"/>
                </a:ext>
              </a:extLst>
            </p:cNvPr>
            <p:cNvSpPr/>
            <p:nvPr/>
          </p:nvSpPr>
          <p:spPr>
            <a:xfrm>
              <a:off x="-32067075" y="3313925"/>
              <a:ext cx="84300" cy="85075"/>
            </a:xfrm>
            <a:custGeom>
              <a:avLst/>
              <a:gdLst/>
              <a:ahLst/>
              <a:cxnLst/>
              <a:rect l="l" t="t" r="r" b="b"/>
              <a:pathLst>
                <a:path w="3372" h="3403" extrusionOk="0">
                  <a:moveTo>
                    <a:pt x="1670" y="662"/>
                  </a:moveTo>
                  <a:cubicBezTo>
                    <a:pt x="1891" y="662"/>
                    <a:pt x="2048" y="819"/>
                    <a:pt x="2048" y="1040"/>
                  </a:cubicBezTo>
                  <a:lnTo>
                    <a:pt x="2048" y="1386"/>
                  </a:lnTo>
                  <a:lnTo>
                    <a:pt x="2395" y="1386"/>
                  </a:lnTo>
                  <a:cubicBezTo>
                    <a:pt x="2584" y="1386"/>
                    <a:pt x="2741" y="1544"/>
                    <a:pt x="2741" y="1733"/>
                  </a:cubicBezTo>
                  <a:cubicBezTo>
                    <a:pt x="2710" y="1890"/>
                    <a:pt x="2552" y="2048"/>
                    <a:pt x="2363" y="2048"/>
                  </a:cubicBezTo>
                  <a:lnTo>
                    <a:pt x="1670" y="2048"/>
                  </a:lnTo>
                  <a:cubicBezTo>
                    <a:pt x="1481" y="2048"/>
                    <a:pt x="1324" y="1890"/>
                    <a:pt x="1324" y="1701"/>
                  </a:cubicBezTo>
                  <a:lnTo>
                    <a:pt x="1324" y="1040"/>
                  </a:lnTo>
                  <a:cubicBezTo>
                    <a:pt x="1324" y="819"/>
                    <a:pt x="1481" y="662"/>
                    <a:pt x="1670" y="662"/>
                  </a:cubicBezTo>
                  <a:close/>
                  <a:moveTo>
                    <a:pt x="1670" y="0"/>
                  </a:moveTo>
                  <a:cubicBezTo>
                    <a:pt x="725" y="0"/>
                    <a:pt x="1" y="756"/>
                    <a:pt x="1" y="1701"/>
                  </a:cubicBezTo>
                  <a:cubicBezTo>
                    <a:pt x="1" y="2646"/>
                    <a:pt x="725" y="3403"/>
                    <a:pt x="1670" y="3403"/>
                  </a:cubicBezTo>
                  <a:cubicBezTo>
                    <a:pt x="2615" y="3403"/>
                    <a:pt x="3372" y="2646"/>
                    <a:pt x="3372" y="1701"/>
                  </a:cubicBezTo>
                  <a:cubicBezTo>
                    <a:pt x="3372" y="756"/>
                    <a:pt x="2615" y="0"/>
                    <a:pt x="16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4623;p136">
              <a:extLst>
                <a:ext uri="{FF2B5EF4-FFF2-40B4-BE49-F238E27FC236}">
                  <a16:creationId xmlns:a16="http://schemas.microsoft.com/office/drawing/2014/main" id="{7C824220-3F75-5D0E-FE6B-EAEBA4077CAE}"/>
                </a:ext>
              </a:extLst>
            </p:cNvPr>
            <p:cNvSpPr/>
            <p:nvPr/>
          </p:nvSpPr>
          <p:spPr>
            <a:xfrm>
              <a:off x="-32171050" y="3450950"/>
              <a:ext cx="291450" cy="34700"/>
            </a:xfrm>
            <a:custGeom>
              <a:avLst/>
              <a:gdLst/>
              <a:ahLst/>
              <a:cxnLst/>
              <a:rect l="l" t="t" r="r" b="b"/>
              <a:pathLst>
                <a:path w="11658" h="1388" extrusionOk="0">
                  <a:moveTo>
                    <a:pt x="1" y="1"/>
                  </a:moveTo>
                  <a:lnTo>
                    <a:pt x="1" y="347"/>
                  </a:lnTo>
                  <a:cubicBezTo>
                    <a:pt x="1" y="915"/>
                    <a:pt x="442" y="1387"/>
                    <a:pt x="1041" y="1387"/>
                  </a:cubicBezTo>
                  <a:lnTo>
                    <a:pt x="10650" y="1387"/>
                  </a:lnTo>
                  <a:cubicBezTo>
                    <a:pt x="11217" y="1387"/>
                    <a:pt x="11658" y="915"/>
                    <a:pt x="11658" y="347"/>
                  </a:cubicBezTo>
                  <a:lnTo>
                    <a:pt x="1165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4624;p136">
              <a:extLst>
                <a:ext uri="{FF2B5EF4-FFF2-40B4-BE49-F238E27FC236}">
                  <a16:creationId xmlns:a16="http://schemas.microsoft.com/office/drawing/2014/main" id="{2C32B18A-47CE-62BD-C951-8F681E8860B9}"/>
                </a:ext>
              </a:extLst>
            </p:cNvPr>
            <p:cNvSpPr/>
            <p:nvPr/>
          </p:nvSpPr>
          <p:spPr>
            <a:xfrm>
              <a:off x="-32174975" y="3192625"/>
              <a:ext cx="295375" cy="70125"/>
            </a:xfrm>
            <a:custGeom>
              <a:avLst/>
              <a:gdLst/>
              <a:ahLst/>
              <a:cxnLst/>
              <a:rect l="l" t="t" r="r" b="b"/>
              <a:pathLst>
                <a:path w="11815" h="2805" extrusionOk="0">
                  <a:moveTo>
                    <a:pt x="1733" y="0"/>
                  </a:moveTo>
                  <a:cubicBezTo>
                    <a:pt x="1544" y="0"/>
                    <a:pt x="1387" y="158"/>
                    <a:pt x="1387" y="378"/>
                  </a:cubicBezTo>
                  <a:lnTo>
                    <a:pt x="1387" y="725"/>
                  </a:lnTo>
                  <a:lnTo>
                    <a:pt x="1040" y="725"/>
                  </a:lnTo>
                  <a:cubicBezTo>
                    <a:pt x="473" y="725"/>
                    <a:pt x="0" y="1197"/>
                    <a:pt x="0" y="1733"/>
                  </a:cubicBezTo>
                  <a:lnTo>
                    <a:pt x="0" y="2804"/>
                  </a:lnTo>
                  <a:lnTo>
                    <a:pt x="11657" y="2804"/>
                  </a:lnTo>
                  <a:lnTo>
                    <a:pt x="11657" y="1733"/>
                  </a:lnTo>
                  <a:lnTo>
                    <a:pt x="11815" y="1733"/>
                  </a:lnTo>
                  <a:cubicBezTo>
                    <a:pt x="11815" y="1197"/>
                    <a:pt x="11374" y="725"/>
                    <a:pt x="10807" y="725"/>
                  </a:cubicBezTo>
                  <a:lnTo>
                    <a:pt x="10460" y="725"/>
                  </a:lnTo>
                  <a:lnTo>
                    <a:pt x="10460" y="378"/>
                  </a:lnTo>
                  <a:cubicBezTo>
                    <a:pt x="10460" y="158"/>
                    <a:pt x="10303" y="0"/>
                    <a:pt x="10082" y="0"/>
                  </a:cubicBezTo>
                  <a:cubicBezTo>
                    <a:pt x="9893" y="0"/>
                    <a:pt x="9735" y="158"/>
                    <a:pt x="9735" y="378"/>
                  </a:cubicBezTo>
                  <a:lnTo>
                    <a:pt x="9735" y="725"/>
                  </a:lnTo>
                  <a:lnTo>
                    <a:pt x="8349" y="725"/>
                  </a:lnTo>
                  <a:lnTo>
                    <a:pt x="8349" y="378"/>
                  </a:lnTo>
                  <a:cubicBezTo>
                    <a:pt x="8349" y="158"/>
                    <a:pt x="8192" y="0"/>
                    <a:pt x="8003" y="0"/>
                  </a:cubicBezTo>
                  <a:cubicBezTo>
                    <a:pt x="7814" y="0"/>
                    <a:pt x="7656" y="158"/>
                    <a:pt x="7656" y="378"/>
                  </a:cubicBezTo>
                  <a:lnTo>
                    <a:pt x="7656" y="725"/>
                  </a:lnTo>
                  <a:lnTo>
                    <a:pt x="6270" y="725"/>
                  </a:lnTo>
                  <a:lnTo>
                    <a:pt x="6270" y="378"/>
                  </a:lnTo>
                  <a:cubicBezTo>
                    <a:pt x="6270" y="158"/>
                    <a:pt x="6112" y="0"/>
                    <a:pt x="5923" y="0"/>
                  </a:cubicBezTo>
                  <a:cubicBezTo>
                    <a:pt x="5734" y="0"/>
                    <a:pt x="5577" y="158"/>
                    <a:pt x="5577" y="378"/>
                  </a:cubicBezTo>
                  <a:lnTo>
                    <a:pt x="5577" y="725"/>
                  </a:lnTo>
                  <a:lnTo>
                    <a:pt x="4191" y="725"/>
                  </a:lnTo>
                  <a:lnTo>
                    <a:pt x="4191" y="378"/>
                  </a:lnTo>
                  <a:cubicBezTo>
                    <a:pt x="4191" y="158"/>
                    <a:pt x="4033" y="0"/>
                    <a:pt x="3844" y="0"/>
                  </a:cubicBezTo>
                  <a:cubicBezTo>
                    <a:pt x="3623" y="0"/>
                    <a:pt x="3466" y="158"/>
                    <a:pt x="3466" y="378"/>
                  </a:cubicBezTo>
                  <a:lnTo>
                    <a:pt x="3466" y="725"/>
                  </a:lnTo>
                  <a:lnTo>
                    <a:pt x="2111" y="725"/>
                  </a:lnTo>
                  <a:lnTo>
                    <a:pt x="2111" y="378"/>
                  </a:lnTo>
                  <a:cubicBezTo>
                    <a:pt x="2111" y="158"/>
                    <a:pt x="1954" y="0"/>
                    <a:pt x="17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2" name="Google Shape;14625;p136">
            <a:extLst>
              <a:ext uri="{FF2B5EF4-FFF2-40B4-BE49-F238E27FC236}">
                <a16:creationId xmlns:a16="http://schemas.microsoft.com/office/drawing/2014/main" id="{89288A76-56D2-2B0D-E2CD-CF4CE6CDBF78}"/>
              </a:ext>
            </a:extLst>
          </p:cNvPr>
          <p:cNvSpPr/>
          <p:nvPr/>
        </p:nvSpPr>
        <p:spPr>
          <a:xfrm>
            <a:off x="2873404" y="4372309"/>
            <a:ext cx="363892" cy="355534"/>
          </a:xfrm>
          <a:custGeom>
            <a:avLst/>
            <a:gdLst/>
            <a:ahLst/>
            <a:cxnLst/>
            <a:rect l="l" t="t" r="r" b="b"/>
            <a:pathLst>
              <a:path w="11973" h="11698" extrusionOk="0">
                <a:moveTo>
                  <a:pt x="8928" y="1750"/>
                </a:moveTo>
                <a:cubicBezTo>
                  <a:pt x="9192" y="1750"/>
                  <a:pt x="9452" y="1852"/>
                  <a:pt x="9641" y="2057"/>
                </a:cubicBezTo>
                <a:cubicBezTo>
                  <a:pt x="10050" y="2435"/>
                  <a:pt x="10050" y="3096"/>
                  <a:pt x="9641" y="3506"/>
                </a:cubicBezTo>
                <a:cubicBezTo>
                  <a:pt x="9452" y="3695"/>
                  <a:pt x="9192" y="3790"/>
                  <a:pt x="8928" y="3790"/>
                </a:cubicBezTo>
                <a:cubicBezTo>
                  <a:pt x="8664" y="3790"/>
                  <a:pt x="8396" y="3695"/>
                  <a:pt x="8192" y="3506"/>
                </a:cubicBezTo>
                <a:cubicBezTo>
                  <a:pt x="7814" y="3096"/>
                  <a:pt x="7814" y="2435"/>
                  <a:pt x="8192" y="2057"/>
                </a:cubicBezTo>
                <a:cubicBezTo>
                  <a:pt x="8396" y="1852"/>
                  <a:pt x="8664" y="1750"/>
                  <a:pt x="8928" y="1750"/>
                </a:cubicBezTo>
                <a:close/>
                <a:moveTo>
                  <a:pt x="7901" y="1"/>
                </a:moveTo>
                <a:cubicBezTo>
                  <a:pt x="6958" y="1"/>
                  <a:pt x="6010" y="363"/>
                  <a:pt x="5293" y="1080"/>
                </a:cubicBezTo>
                <a:cubicBezTo>
                  <a:pt x="4285" y="2088"/>
                  <a:pt x="3939" y="3569"/>
                  <a:pt x="4380" y="4924"/>
                </a:cubicBezTo>
                <a:lnTo>
                  <a:pt x="126" y="9177"/>
                </a:lnTo>
                <a:cubicBezTo>
                  <a:pt x="32" y="9240"/>
                  <a:pt x="0" y="9334"/>
                  <a:pt x="0" y="9397"/>
                </a:cubicBezTo>
                <a:lnTo>
                  <a:pt x="0" y="11319"/>
                </a:lnTo>
                <a:cubicBezTo>
                  <a:pt x="0" y="11540"/>
                  <a:pt x="158" y="11697"/>
                  <a:pt x="347" y="11697"/>
                </a:cubicBezTo>
                <a:lnTo>
                  <a:pt x="2300" y="11697"/>
                </a:lnTo>
                <a:cubicBezTo>
                  <a:pt x="2363" y="11697"/>
                  <a:pt x="2489" y="11634"/>
                  <a:pt x="2521" y="11571"/>
                </a:cubicBezTo>
                <a:lnTo>
                  <a:pt x="2993" y="11099"/>
                </a:lnTo>
                <a:cubicBezTo>
                  <a:pt x="3088" y="11004"/>
                  <a:pt x="3119" y="10910"/>
                  <a:pt x="3088" y="10815"/>
                </a:cubicBezTo>
                <a:lnTo>
                  <a:pt x="2993" y="10311"/>
                </a:lnTo>
                <a:lnTo>
                  <a:pt x="3718" y="10217"/>
                </a:lnTo>
                <a:cubicBezTo>
                  <a:pt x="3876" y="10217"/>
                  <a:pt x="3970" y="10091"/>
                  <a:pt x="4033" y="9902"/>
                </a:cubicBezTo>
                <a:lnTo>
                  <a:pt x="4096" y="9208"/>
                </a:lnTo>
                <a:lnTo>
                  <a:pt x="4600" y="9271"/>
                </a:lnTo>
                <a:cubicBezTo>
                  <a:pt x="4695" y="9271"/>
                  <a:pt x="4821" y="9271"/>
                  <a:pt x="4884" y="9208"/>
                </a:cubicBezTo>
                <a:cubicBezTo>
                  <a:pt x="4978" y="9114"/>
                  <a:pt x="5010" y="9051"/>
                  <a:pt x="5010" y="8956"/>
                </a:cubicBezTo>
                <a:lnTo>
                  <a:pt x="5010" y="8326"/>
                </a:lnTo>
                <a:lnTo>
                  <a:pt x="5640" y="8326"/>
                </a:lnTo>
                <a:cubicBezTo>
                  <a:pt x="5703" y="8326"/>
                  <a:pt x="5829" y="8295"/>
                  <a:pt x="5860" y="8232"/>
                </a:cubicBezTo>
                <a:lnTo>
                  <a:pt x="6742" y="7350"/>
                </a:lnTo>
                <a:cubicBezTo>
                  <a:pt x="7131" y="7479"/>
                  <a:pt x="7533" y="7543"/>
                  <a:pt x="7931" y="7543"/>
                </a:cubicBezTo>
                <a:cubicBezTo>
                  <a:pt x="8891" y="7543"/>
                  <a:pt x="9833" y="7171"/>
                  <a:pt x="10523" y="6436"/>
                </a:cubicBezTo>
                <a:cubicBezTo>
                  <a:pt x="11972" y="4987"/>
                  <a:pt x="11972" y="2592"/>
                  <a:pt x="10523" y="1143"/>
                </a:cubicBezTo>
                <a:cubicBezTo>
                  <a:pt x="9823" y="379"/>
                  <a:pt x="8865" y="1"/>
                  <a:pt x="7901" y="1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14626;p136">
            <a:extLst>
              <a:ext uri="{FF2B5EF4-FFF2-40B4-BE49-F238E27FC236}">
                <a16:creationId xmlns:a16="http://schemas.microsoft.com/office/drawing/2014/main" id="{FB2AE2BB-BEB1-30F8-50CA-7DBE2BAA6E2C}"/>
              </a:ext>
            </a:extLst>
          </p:cNvPr>
          <p:cNvSpPr/>
          <p:nvPr/>
        </p:nvSpPr>
        <p:spPr>
          <a:xfrm>
            <a:off x="2878192" y="4838279"/>
            <a:ext cx="354318" cy="355260"/>
          </a:xfrm>
          <a:custGeom>
            <a:avLst/>
            <a:gdLst/>
            <a:ahLst/>
            <a:cxnLst/>
            <a:rect l="l" t="t" r="r" b="b"/>
            <a:pathLst>
              <a:path w="11658" h="11689" extrusionOk="0">
                <a:moveTo>
                  <a:pt x="7877" y="1386"/>
                </a:moveTo>
                <a:cubicBezTo>
                  <a:pt x="9232" y="1386"/>
                  <a:pt x="10303" y="2458"/>
                  <a:pt x="10303" y="3781"/>
                </a:cubicBezTo>
                <a:lnTo>
                  <a:pt x="10303" y="4883"/>
                </a:lnTo>
                <a:cubicBezTo>
                  <a:pt x="10240" y="4883"/>
                  <a:pt x="10209" y="4946"/>
                  <a:pt x="10177" y="4946"/>
                </a:cubicBezTo>
                <a:cubicBezTo>
                  <a:pt x="10019" y="4190"/>
                  <a:pt x="9704" y="3529"/>
                  <a:pt x="9200" y="2962"/>
                </a:cubicBezTo>
                <a:lnTo>
                  <a:pt x="7720" y="4442"/>
                </a:lnTo>
                <a:cubicBezTo>
                  <a:pt x="8192" y="5072"/>
                  <a:pt x="8318" y="5860"/>
                  <a:pt x="8098" y="6648"/>
                </a:cubicBezTo>
                <a:cubicBezTo>
                  <a:pt x="8003" y="6868"/>
                  <a:pt x="7877" y="7057"/>
                  <a:pt x="7720" y="7278"/>
                </a:cubicBezTo>
                <a:lnTo>
                  <a:pt x="9200" y="8727"/>
                </a:lnTo>
                <a:cubicBezTo>
                  <a:pt x="9673" y="8160"/>
                  <a:pt x="10019" y="7498"/>
                  <a:pt x="10177" y="6742"/>
                </a:cubicBezTo>
                <a:cubicBezTo>
                  <a:pt x="10209" y="6742"/>
                  <a:pt x="10240" y="6805"/>
                  <a:pt x="10303" y="6805"/>
                </a:cubicBezTo>
                <a:lnTo>
                  <a:pt x="10303" y="7908"/>
                </a:lnTo>
                <a:cubicBezTo>
                  <a:pt x="10303" y="9231"/>
                  <a:pt x="9232" y="10302"/>
                  <a:pt x="7877" y="10302"/>
                </a:cubicBezTo>
                <a:lnTo>
                  <a:pt x="6774" y="10302"/>
                </a:lnTo>
                <a:cubicBezTo>
                  <a:pt x="6774" y="10271"/>
                  <a:pt x="6743" y="10208"/>
                  <a:pt x="6743" y="10176"/>
                </a:cubicBezTo>
                <a:cubicBezTo>
                  <a:pt x="7499" y="10019"/>
                  <a:pt x="8161" y="9704"/>
                  <a:pt x="8728" y="9200"/>
                </a:cubicBezTo>
                <a:lnTo>
                  <a:pt x="7279" y="7750"/>
                </a:lnTo>
                <a:cubicBezTo>
                  <a:pt x="7058" y="7908"/>
                  <a:pt x="6869" y="8002"/>
                  <a:pt x="6648" y="8097"/>
                </a:cubicBezTo>
                <a:cubicBezTo>
                  <a:pt x="6365" y="8160"/>
                  <a:pt x="6081" y="8223"/>
                  <a:pt x="5861" y="8223"/>
                </a:cubicBezTo>
                <a:cubicBezTo>
                  <a:pt x="5325" y="8223"/>
                  <a:pt x="4821" y="8065"/>
                  <a:pt x="4443" y="7750"/>
                </a:cubicBezTo>
                <a:lnTo>
                  <a:pt x="2962" y="9200"/>
                </a:lnTo>
                <a:cubicBezTo>
                  <a:pt x="3529" y="9672"/>
                  <a:pt x="4191" y="10019"/>
                  <a:pt x="4947" y="10176"/>
                </a:cubicBezTo>
                <a:cubicBezTo>
                  <a:pt x="4947" y="10208"/>
                  <a:pt x="4916" y="10271"/>
                  <a:pt x="4916" y="10302"/>
                </a:cubicBezTo>
                <a:lnTo>
                  <a:pt x="3813" y="10302"/>
                </a:lnTo>
                <a:cubicBezTo>
                  <a:pt x="2458" y="10302"/>
                  <a:pt x="1387" y="9231"/>
                  <a:pt x="1387" y="7908"/>
                </a:cubicBezTo>
                <a:lnTo>
                  <a:pt x="1387" y="6805"/>
                </a:lnTo>
                <a:cubicBezTo>
                  <a:pt x="1450" y="6805"/>
                  <a:pt x="1482" y="6742"/>
                  <a:pt x="1513" y="6742"/>
                </a:cubicBezTo>
                <a:cubicBezTo>
                  <a:pt x="1671" y="7498"/>
                  <a:pt x="1986" y="8160"/>
                  <a:pt x="2490" y="8727"/>
                </a:cubicBezTo>
                <a:lnTo>
                  <a:pt x="3971" y="7278"/>
                </a:lnTo>
                <a:cubicBezTo>
                  <a:pt x="3498" y="6648"/>
                  <a:pt x="3372" y="5860"/>
                  <a:pt x="3592" y="5072"/>
                </a:cubicBezTo>
                <a:cubicBezTo>
                  <a:pt x="3687" y="4820"/>
                  <a:pt x="3813" y="4631"/>
                  <a:pt x="3971" y="4442"/>
                </a:cubicBezTo>
                <a:lnTo>
                  <a:pt x="2490" y="2962"/>
                </a:lnTo>
                <a:cubicBezTo>
                  <a:pt x="2017" y="3529"/>
                  <a:pt x="1671" y="4190"/>
                  <a:pt x="1513" y="4946"/>
                </a:cubicBezTo>
                <a:cubicBezTo>
                  <a:pt x="1482" y="4946"/>
                  <a:pt x="1450" y="4883"/>
                  <a:pt x="1387" y="4883"/>
                </a:cubicBezTo>
                <a:lnTo>
                  <a:pt x="1387" y="3781"/>
                </a:lnTo>
                <a:cubicBezTo>
                  <a:pt x="1387" y="2458"/>
                  <a:pt x="2458" y="1386"/>
                  <a:pt x="3813" y="1386"/>
                </a:cubicBezTo>
                <a:lnTo>
                  <a:pt x="4916" y="1386"/>
                </a:lnTo>
                <a:cubicBezTo>
                  <a:pt x="4916" y="1418"/>
                  <a:pt x="4947" y="1481"/>
                  <a:pt x="4947" y="1512"/>
                </a:cubicBezTo>
                <a:cubicBezTo>
                  <a:pt x="4191" y="1670"/>
                  <a:pt x="3529" y="1985"/>
                  <a:pt x="2962" y="2489"/>
                </a:cubicBezTo>
                <a:lnTo>
                  <a:pt x="4443" y="3938"/>
                </a:lnTo>
                <a:cubicBezTo>
                  <a:pt x="4632" y="3781"/>
                  <a:pt x="4821" y="3686"/>
                  <a:pt x="5073" y="3592"/>
                </a:cubicBezTo>
                <a:cubicBezTo>
                  <a:pt x="5339" y="3496"/>
                  <a:pt x="5605" y="3451"/>
                  <a:pt x="5865" y="3451"/>
                </a:cubicBezTo>
                <a:cubicBezTo>
                  <a:pt x="6375" y="3451"/>
                  <a:pt x="6861" y="3625"/>
                  <a:pt x="7279" y="3938"/>
                </a:cubicBezTo>
                <a:lnTo>
                  <a:pt x="8728" y="2489"/>
                </a:lnTo>
                <a:cubicBezTo>
                  <a:pt x="8161" y="2016"/>
                  <a:pt x="7499" y="1670"/>
                  <a:pt x="6743" y="1512"/>
                </a:cubicBezTo>
                <a:cubicBezTo>
                  <a:pt x="6743" y="1481"/>
                  <a:pt x="6774" y="1418"/>
                  <a:pt x="6774" y="1386"/>
                </a:cubicBezTo>
                <a:close/>
                <a:moveTo>
                  <a:pt x="5829" y="0"/>
                </a:moveTo>
                <a:cubicBezTo>
                  <a:pt x="5420" y="0"/>
                  <a:pt x="5010" y="315"/>
                  <a:pt x="4884" y="725"/>
                </a:cubicBezTo>
                <a:lnTo>
                  <a:pt x="3782" y="725"/>
                </a:lnTo>
                <a:cubicBezTo>
                  <a:pt x="2112" y="725"/>
                  <a:pt x="726" y="2111"/>
                  <a:pt x="726" y="3781"/>
                </a:cubicBezTo>
                <a:lnTo>
                  <a:pt x="726" y="4883"/>
                </a:lnTo>
                <a:cubicBezTo>
                  <a:pt x="316" y="5041"/>
                  <a:pt x="1" y="5419"/>
                  <a:pt x="1" y="5829"/>
                </a:cubicBezTo>
                <a:cubicBezTo>
                  <a:pt x="1" y="6270"/>
                  <a:pt x="316" y="6679"/>
                  <a:pt x="726" y="6774"/>
                </a:cubicBezTo>
                <a:lnTo>
                  <a:pt x="726" y="7876"/>
                </a:lnTo>
                <a:cubicBezTo>
                  <a:pt x="726" y="9578"/>
                  <a:pt x="2112" y="10964"/>
                  <a:pt x="3782" y="10964"/>
                </a:cubicBezTo>
                <a:lnTo>
                  <a:pt x="4884" y="10964"/>
                </a:lnTo>
                <a:cubicBezTo>
                  <a:pt x="5042" y="11342"/>
                  <a:pt x="5420" y="11688"/>
                  <a:pt x="5829" y="11688"/>
                </a:cubicBezTo>
                <a:cubicBezTo>
                  <a:pt x="6270" y="11688"/>
                  <a:pt x="6680" y="11342"/>
                  <a:pt x="6774" y="10964"/>
                </a:cubicBezTo>
                <a:lnTo>
                  <a:pt x="7877" y="10964"/>
                </a:lnTo>
                <a:cubicBezTo>
                  <a:pt x="9578" y="10964"/>
                  <a:pt x="10965" y="9578"/>
                  <a:pt x="10965" y="7876"/>
                </a:cubicBezTo>
                <a:lnTo>
                  <a:pt x="10965" y="6774"/>
                </a:lnTo>
                <a:cubicBezTo>
                  <a:pt x="11343" y="6616"/>
                  <a:pt x="11658" y="6270"/>
                  <a:pt x="11658" y="5829"/>
                </a:cubicBezTo>
                <a:cubicBezTo>
                  <a:pt x="11658" y="5419"/>
                  <a:pt x="11343" y="5072"/>
                  <a:pt x="10965" y="4883"/>
                </a:cubicBezTo>
                <a:lnTo>
                  <a:pt x="10965" y="3781"/>
                </a:lnTo>
                <a:cubicBezTo>
                  <a:pt x="10965" y="2111"/>
                  <a:pt x="9578" y="725"/>
                  <a:pt x="7877" y="725"/>
                </a:cubicBezTo>
                <a:lnTo>
                  <a:pt x="6774" y="725"/>
                </a:lnTo>
                <a:cubicBezTo>
                  <a:pt x="6617" y="315"/>
                  <a:pt x="6270" y="0"/>
                  <a:pt x="5829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4" name="Google Shape;14627;p136">
            <a:extLst>
              <a:ext uri="{FF2B5EF4-FFF2-40B4-BE49-F238E27FC236}">
                <a16:creationId xmlns:a16="http://schemas.microsoft.com/office/drawing/2014/main" id="{C300AEC7-81AC-8BB9-6C86-55FD31415DC3}"/>
              </a:ext>
            </a:extLst>
          </p:cNvPr>
          <p:cNvGrpSpPr/>
          <p:nvPr/>
        </p:nvGrpSpPr>
        <p:grpSpPr>
          <a:xfrm>
            <a:off x="5119773" y="3901306"/>
            <a:ext cx="355260" cy="354318"/>
            <a:chOff x="-30345325" y="3184750"/>
            <a:chExt cx="292225" cy="291450"/>
          </a:xfrm>
          <a:solidFill>
            <a:schemeClr val="accent1">
              <a:lumMod val="75000"/>
            </a:schemeClr>
          </a:solidFill>
        </p:grpSpPr>
        <p:sp>
          <p:nvSpPr>
            <p:cNvPr id="45" name="Google Shape;14628;p136">
              <a:extLst>
                <a:ext uri="{FF2B5EF4-FFF2-40B4-BE49-F238E27FC236}">
                  <a16:creationId xmlns:a16="http://schemas.microsoft.com/office/drawing/2014/main" id="{DCE1EF69-6EE2-64EC-5303-82AE11DAAF5D}"/>
                </a:ext>
              </a:extLst>
            </p:cNvPr>
            <p:cNvSpPr/>
            <p:nvPr/>
          </p:nvSpPr>
          <p:spPr>
            <a:xfrm>
              <a:off x="-30328000" y="3184750"/>
              <a:ext cx="258375" cy="120950"/>
            </a:xfrm>
            <a:custGeom>
              <a:avLst/>
              <a:gdLst/>
              <a:ahLst/>
              <a:cxnLst/>
              <a:rect l="l" t="t" r="r" b="b"/>
              <a:pathLst>
                <a:path w="10335" h="4838" extrusionOk="0">
                  <a:moveTo>
                    <a:pt x="1040" y="0"/>
                  </a:moveTo>
                  <a:cubicBezTo>
                    <a:pt x="473" y="0"/>
                    <a:pt x="1" y="473"/>
                    <a:pt x="1" y="1071"/>
                  </a:cubicBezTo>
                  <a:lnTo>
                    <a:pt x="1" y="2458"/>
                  </a:lnTo>
                  <a:cubicBezTo>
                    <a:pt x="1" y="2993"/>
                    <a:pt x="473" y="3466"/>
                    <a:pt x="1040" y="3466"/>
                  </a:cubicBezTo>
                  <a:lnTo>
                    <a:pt x="2048" y="3466"/>
                  </a:lnTo>
                  <a:lnTo>
                    <a:pt x="2048" y="4505"/>
                  </a:lnTo>
                  <a:cubicBezTo>
                    <a:pt x="2048" y="4663"/>
                    <a:pt x="2143" y="4757"/>
                    <a:pt x="2269" y="4820"/>
                  </a:cubicBezTo>
                  <a:cubicBezTo>
                    <a:pt x="2300" y="4831"/>
                    <a:pt x="2339" y="4838"/>
                    <a:pt x="2380" y="4838"/>
                  </a:cubicBezTo>
                  <a:cubicBezTo>
                    <a:pt x="2461" y="4838"/>
                    <a:pt x="2552" y="4810"/>
                    <a:pt x="2615" y="4726"/>
                  </a:cubicBezTo>
                  <a:lnTo>
                    <a:pt x="3876" y="3466"/>
                  </a:lnTo>
                  <a:lnTo>
                    <a:pt x="6365" y="3466"/>
                  </a:lnTo>
                  <a:lnTo>
                    <a:pt x="7625" y="4726"/>
                  </a:lnTo>
                  <a:cubicBezTo>
                    <a:pt x="7688" y="4810"/>
                    <a:pt x="7765" y="4838"/>
                    <a:pt x="7846" y="4838"/>
                  </a:cubicBezTo>
                  <a:cubicBezTo>
                    <a:pt x="7887" y="4838"/>
                    <a:pt x="7929" y="4831"/>
                    <a:pt x="7971" y="4820"/>
                  </a:cubicBezTo>
                  <a:cubicBezTo>
                    <a:pt x="8097" y="4789"/>
                    <a:pt x="8160" y="4631"/>
                    <a:pt x="8160" y="4505"/>
                  </a:cubicBezTo>
                  <a:lnTo>
                    <a:pt x="8160" y="3466"/>
                  </a:lnTo>
                  <a:lnTo>
                    <a:pt x="9231" y="3466"/>
                  </a:lnTo>
                  <a:cubicBezTo>
                    <a:pt x="9862" y="3466"/>
                    <a:pt x="10334" y="2993"/>
                    <a:pt x="10334" y="2458"/>
                  </a:cubicBezTo>
                  <a:lnTo>
                    <a:pt x="10334" y="1071"/>
                  </a:lnTo>
                  <a:cubicBezTo>
                    <a:pt x="10334" y="536"/>
                    <a:pt x="9862" y="0"/>
                    <a:pt x="92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4629;p136">
              <a:extLst>
                <a:ext uri="{FF2B5EF4-FFF2-40B4-BE49-F238E27FC236}">
                  <a16:creationId xmlns:a16="http://schemas.microsoft.com/office/drawing/2014/main" id="{22E610B8-4A7E-2476-FCA4-840B853B7CC2}"/>
                </a:ext>
              </a:extLst>
            </p:cNvPr>
            <p:cNvSpPr/>
            <p:nvPr/>
          </p:nvSpPr>
          <p:spPr>
            <a:xfrm>
              <a:off x="-30310675" y="3322575"/>
              <a:ext cx="68550" cy="69350"/>
            </a:xfrm>
            <a:custGeom>
              <a:avLst/>
              <a:gdLst/>
              <a:ahLst/>
              <a:cxnLst/>
              <a:rect l="l" t="t" r="r" b="b"/>
              <a:pathLst>
                <a:path w="2742" h="2774" extrusionOk="0">
                  <a:moveTo>
                    <a:pt x="1387" y="1"/>
                  </a:moveTo>
                  <a:cubicBezTo>
                    <a:pt x="599" y="1"/>
                    <a:pt x="1" y="631"/>
                    <a:pt x="1" y="1387"/>
                  </a:cubicBezTo>
                  <a:cubicBezTo>
                    <a:pt x="1" y="2143"/>
                    <a:pt x="599" y="2773"/>
                    <a:pt x="1387" y="2773"/>
                  </a:cubicBezTo>
                  <a:cubicBezTo>
                    <a:pt x="2143" y="2773"/>
                    <a:pt x="2742" y="2143"/>
                    <a:pt x="2742" y="1387"/>
                  </a:cubicBezTo>
                  <a:cubicBezTo>
                    <a:pt x="2742" y="631"/>
                    <a:pt x="2143" y="1"/>
                    <a:pt x="13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4630;p136">
              <a:extLst>
                <a:ext uri="{FF2B5EF4-FFF2-40B4-BE49-F238E27FC236}">
                  <a16:creationId xmlns:a16="http://schemas.microsoft.com/office/drawing/2014/main" id="{600162E9-8D08-67A5-AF81-7F07FD0C9CCB}"/>
                </a:ext>
              </a:extLst>
            </p:cNvPr>
            <p:cNvSpPr/>
            <p:nvPr/>
          </p:nvSpPr>
          <p:spPr>
            <a:xfrm>
              <a:off x="-30345325" y="3408425"/>
              <a:ext cx="137075" cy="67775"/>
            </a:xfrm>
            <a:custGeom>
              <a:avLst/>
              <a:gdLst/>
              <a:ahLst/>
              <a:cxnLst/>
              <a:rect l="l" t="t" r="r" b="b"/>
              <a:pathLst>
                <a:path w="5483" h="2711" extrusionOk="0">
                  <a:moveTo>
                    <a:pt x="2741" y="1"/>
                  </a:moveTo>
                  <a:cubicBezTo>
                    <a:pt x="1387" y="1"/>
                    <a:pt x="221" y="1040"/>
                    <a:pt x="32" y="2332"/>
                  </a:cubicBezTo>
                  <a:cubicBezTo>
                    <a:pt x="0" y="2521"/>
                    <a:pt x="158" y="2710"/>
                    <a:pt x="378" y="2710"/>
                  </a:cubicBezTo>
                  <a:lnTo>
                    <a:pt x="5104" y="2710"/>
                  </a:lnTo>
                  <a:cubicBezTo>
                    <a:pt x="5325" y="2710"/>
                    <a:pt x="5482" y="2521"/>
                    <a:pt x="5482" y="2332"/>
                  </a:cubicBezTo>
                  <a:cubicBezTo>
                    <a:pt x="5262" y="977"/>
                    <a:pt x="4128" y="1"/>
                    <a:pt x="27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4631;p136">
              <a:extLst>
                <a:ext uri="{FF2B5EF4-FFF2-40B4-BE49-F238E27FC236}">
                  <a16:creationId xmlns:a16="http://schemas.microsoft.com/office/drawing/2014/main" id="{C0B47631-B58A-A54E-4F06-FA640B0294CF}"/>
                </a:ext>
              </a:extLst>
            </p:cNvPr>
            <p:cNvSpPr/>
            <p:nvPr/>
          </p:nvSpPr>
          <p:spPr>
            <a:xfrm>
              <a:off x="-30156300" y="3322575"/>
              <a:ext cx="68550" cy="69350"/>
            </a:xfrm>
            <a:custGeom>
              <a:avLst/>
              <a:gdLst/>
              <a:ahLst/>
              <a:cxnLst/>
              <a:rect l="l" t="t" r="r" b="b"/>
              <a:pathLst>
                <a:path w="2742" h="2774" extrusionOk="0">
                  <a:moveTo>
                    <a:pt x="1387" y="1"/>
                  </a:moveTo>
                  <a:cubicBezTo>
                    <a:pt x="631" y="1"/>
                    <a:pt x="1" y="631"/>
                    <a:pt x="1" y="1387"/>
                  </a:cubicBezTo>
                  <a:cubicBezTo>
                    <a:pt x="1" y="2143"/>
                    <a:pt x="631" y="2773"/>
                    <a:pt x="1387" y="2773"/>
                  </a:cubicBezTo>
                  <a:cubicBezTo>
                    <a:pt x="2111" y="2773"/>
                    <a:pt x="2742" y="2143"/>
                    <a:pt x="2742" y="1387"/>
                  </a:cubicBezTo>
                  <a:cubicBezTo>
                    <a:pt x="2742" y="631"/>
                    <a:pt x="2111" y="1"/>
                    <a:pt x="13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4632;p136">
              <a:extLst>
                <a:ext uri="{FF2B5EF4-FFF2-40B4-BE49-F238E27FC236}">
                  <a16:creationId xmlns:a16="http://schemas.microsoft.com/office/drawing/2014/main" id="{FFD5CFE6-580A-818F-854C-F30D0D8DEE9F}"/>
                </a:ext>
              </a:extLst>
            </p:cNvPr>
            <p:cNvSpPr/>
            <p:nvPr/>
          </p:nvSpPr>
          <p:spPr>
            <a:xfrm>
              <a:off x="-30190950" y="3408425"/>
              <a:ext cx="137850" cy="67775"/>
            </a:xfrm>
            <a:custGeom>
              <a:avLst/>
              <a:gdLst/>
              <a:ahLst/>
              <a:cxnLst/>
              <a:rect l="l" t="t" r="r" b="b"/>
              <a:pathLst>
                <a:path w="5514" h="2711" extrusionOk="0">
                  <a:moveTo>
                    <a:pt x="2773" y="1"/>
                  </a:moveTo>
                  <a:cubicBezTo>
                    <a:pt x="1387" y="1"/>
                    <a:pt x="252" y="1040"/>
                    <a:pt x="32" y="2332"/>
                  </a:cubicBezTo>
                  <a:cubicBezTo>
                    <a:pt x="0" y="2521"/>
                    <a:pt x="158" y="2710"/>
                    <a:pt x="410" y="2710"/>
                  </a:cubicBezTo>
                  <a:lnTo>
                    <a:pt x="5167" y="2710"/>
                  </a:lnTo>
                  <a:cubicBezTo>
                    <a:pt x="5356" y="2710"/>
                    <a:pt x="5514" y="2521"/>
                    <a:pt x="5514" y="2332"/>
                  </a:cubicBezTo>
                  <a:cubicBezTo>
                    <a:pt x="5293" y="977"/>
                    <a:pt x="4128" y="1"/>
                    <a:pt x="27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" name="Google Shape;14633;p136">
            <a:extLst>
              <a:ext uri="{FF2B5EF4-FFF2-40B4-BE49-F238E27FC236}">
                <a16:creationId xmlns:a16="http://schemas.microsoft.com/office/drawing/2014/main" id="{348D5D66-0BAC-4568-A65C-CF37301633B0}"/>
              </a:ext>
            </a:extLst>
          </p:cNvPr>
          <p:cNvGrpSpPr/>
          <p:nvPr/>
        </p:nvGrpSpPr>
        <p:grpSpPr>
          <a:xfrm>
            <a:off x="2439437" y="2548714"/>
            <a:ext cx="354318" cy="354318"/>
            <a:chOff x="-35481425" y="3202075"/>
            <a:chExt cx="291450" cy="291450"/>
          </a:xfrm>
          <a:solidFill>
            <a:schemeClr val="accent1">
              <a:lumMod val="75000"/>
            </a:schemeClr>
          </a:solidFill>
        </p:grpSpPr>
        <p:sp>
          <p:nvSpPr>
            <p:cNvPr id="51" name="Google Shape;14634;p136">
              <a:extLst>
                <a:ext uri="{FF2B5EF4-FFF2-40B4-BE49-F238E27FC236}">
                  <a16:creationId xmlns:a16="http://schemas.microsoft.com/office/drawing/2014/main" id="{FB9F2EA6-4ADA-C836-5E08-9B28578680D4}"/>
                </a:ext>
              </a:extLst>
            </p:cNvPr>
            <p:cNvSpPr/>
            <p:nvPr/>
          </p:nvSpPr>
          <p:spPr>
            <a:xfrm>
              <a:off x="-35414475" y="3304600"/>
              <a:ext cx="154400" cy="85975"/>
            </a:xfrm>
            <a:custGeom>
              <a:avLst/>
              <a:gdLst/>
              <a:ahLst/>
              <a:cxnLst/>
              <a:rect l="l" t="t" r="r" b="b"/>
              <a:pathLst>
                <a:path w="6176" h="3439" extrusionOk="0">
                  <a:moveTo>
                    <a:pt x="4433" y="0"/>
                  </a:moveTo>
                  <a:cubicBezTo>
                    <a:pt x="4393" y="0"/>
                    <a:pt x="4354" y="8"/>
                    <a:pt x="4317" y="26"/>
                  </a:cubicBezTo>
                  <a:cubicBezTo>
                    <a:pt x="4191" y="58"/>
                    <a:pt x="4128" y="216"/>
                    <a:pt x="4128" y="342"/>
                  </a:cubicBezTo>
                  <a:lnTo>
                    <a:pt x="4128" y="1003"/>
                  </a:lnTo>
                  <a:lnTo>
                    <a:pt x="2048" y="1003"/>
                  </a:lnTo>
                  <a:lnTo>
                    <a:pt x="2048" y="342"/>
                  </a:lnTo>
                  <a:cubicBezTo>
                    <a:pt x="2048" y="184"/>
                    <a:pt x="1954" y="58"/>
                    <a:pt x="1828" y="26"/>
                  </a:cubicBezTo>
                  <a:cubicBezTo>
                    <a:pt x="1793" y="15"/>
                    <a:pt x="1750" y="8"/>
                    <a:pt x="1705" y="8"/>
                  </a:cubicBezTo>
                  <a:cubicBezTo>
                    <a:pt x="1626" y="8"/>
                    <a:pt x="1541" y="30"/>
                    <a:pt x="1481" y="89"/>
                  </a:cubicBezTo>
                  <a:lnTo>
                    <a:pt x="95" y="1476"/>
                  </a:lnTo>
                  <a:cubicBezTo>
                    <a:pt x="0" y="1602"/>
                    <a:pt x="0" y="1822"/>
                    <a:pt x="95" y="1948"/>
                  </a:cubicBezTo>
                  <a:lnTo>
                    <a:pt x="1481" y="3334"/>
                  </a:lnTo>
                  <a:cubicBezTo>
                    <a:pt x="1548" y="3379"/>
                    <a:pt x="1646" y="3424"/>
                    <a:pt x="1732" y="3424"/>
                  </a:cubicBezTo>
                  <a:cubicBezTo>
                    <a:pt x="1767" y="3424"/>
                    <a:pt x="1800" y="3416"/>
                    <a:pt x="1828" y="3398"/>
                  </a:cubicBezTo>
                  <a:cubicBezTo>
                    <a:pt x="1954" y="3366"/>
                    <a:pt x="2048" y="3208"/>
                    <a:pt x="2048" y="3082"/>
                  </a:cubicBezTo>
                  <a:lnTo>
                    <a:pt x="2048" y="2421"/>
                  </a:lnTo>
                  <a:lnTo>
                    <a:pt x="4128" y="2421"/>
                  </a:lnTo>
                  <a:lnTo>
                    <a:pt x="4128" y="3082"/>
                  </a:lnTo>
                  <a:cubicBezTo>
                    <a:pt x="4128" y="3240"/>
                    <a:pt x="4191" y="3366"/>
                    <a:pt x="4317" y="3398"/>
                  </a:cubicBezTo>
                  <a:cubicBezTo>
                    <a:pt x="4369" y="3424"/>
                    <a:pt x="4426" y="3439"/>
                    <a:pt x="4483" y="3439"/>
                  </a:cubicBezTo>
                  <a:cubicBezTo>
                    <a:pt x="4562" y="3439"/>
                    <a:pt x="4639" y="3408"/>
                    <a:pt x="4695" y="3334"/>
                  </a:cubicBezTo>
                  <a:lnTo>
                    <a:pt x="6049" y="1948"/>
                  </a:lnTo>
                  <a:cubicBezTo>
                    <a:pt x="6175" y="1822"/>
                    <a:pt x="6175" y="1602"/>
                    <a:pt x="6049" y="1476"/>
                  </a:cubicBezTo>
                  <a:lnTo>
                    <a:pt x="4695" y="89"/>
                  </a:lnTo>
                  <a:cubicBezTo>
                    <a:pt x="4628" y="45"/>
                    <a:pt x="4530" y="0"/>
                    <a:pt x="44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4635;p136">
              <a:extLst>
                <a:ext uri="{FF2B5EF4-FFF2-40B4-BE49-F238E27FC236}">
                  <a16:creationId xmlns:a16="http://schemas.microsoft.com/office/drawing/2014/main" id="{30605341-06B5-4935-31DC-8AFE2AAE2C45}"/>
                </a:ext>
              </a:extLst>
            </p:cNvPr>
            <p:cNvSpPr/>
            <p:nvPr/>
          </p:nvSpPr>
          <p:spPr>
            <a:xfrm>
              <a:off x="-35413700" y="3202075"/>
              <a:ext cx="34700" cy="103200"/>
            </a:xfrm>
            <a:custGeom>
              <a:avLst/>
              <a:gdLst/>
              <a:ahLst/>
              <a:cxnLst/>
              <a:rect l="l" t="t" r="r" b="b"/>
              <a:pathLst>
                <a:path w="1388" h="4128" extrusionOk="0">
                  <a:moveTo>
                    <a:pt x="1" y="0"/>
                  </a:moveTo>
                  <a:lnTo>
                    <a:pt x="1" y="4127"/>
                  </a:lnTo>
                  <a:lnTo>
                    <a:pt x="348" y="4127"/>
                  </a:lnTo>
                  <a:cubicBezTo>
                    <a:pt x="915" y="4127"/>
                    <a:pt x="1387" y="3655"/>
                    <a:pt x="1387" y="3088"/>
                  </a:cubicBezTo>
                  <a:lnTo>
                    <a:pt x="1387" y="1009"/>
                  </a:lnTo>
                  <a:cubicBezTo>
                    <a:pt x="1387" y="473"/>
                    <a:pt x="915" y="0"/>
                    <a:pt x="3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4636;p136">
              <a:extLst>
                <a:ext uri="{FF2B5EF4-FFF2-40B4-BE49-F238E27FC236}">
                  <a16:creationId xmlns:a16="http://schemas.microsoft.com/office/drawing/2014/main" id="{2B85020E-72AD-6D5E-6CCB-94C64AE1FC4D}"/>
                </a:ext>
              </a:extLst>
            </p:cNvPr>
            <p:cNvSpPr/>
            <p:nvPr/>
          </p:nvSpPr>
          <p:spPr>
            <a:xfrm>
              <a:off x="-35413700" y="3389525"/>
              <a:ext cx="34700" cy="103250"/>
            </a:xfrm>
            <a:custGeom>
              <a:avLst/>
              <a:gdLst/>
              <a:ahLst/>
              <a:cxnLst/>
              <a:rect l="l" t="t" r="r" b="b"/>
              <a:pathLst>
                <a:path w="1388" h="4130" extrusionOk="0">
                  <a:moveTo>
                    <a:pt x="1" y="1"/>
                  </a:moveTo>
                  <a:lnTo>
                    <a:pt x="1" y="4128"/>
                  </a:lnTo>
                  <a:lnTo>
                    <a:pt x="348" y="4128"/>
                  </a:lnTo>
                  <a:cubicBezTo>
                    <a:pt x="367" y="4129"/>
                    <a:pt x="386" y="4129"/>
                    <a:pt x="405" y="4129"/>
                  </a:cubicBezTo>
                  <a:cubicBezTo>
                    <a:pt x="946" y="4129"/>
                    <a:pt x="1387" y="3698"/>
                    <a:pt x="1387" y="3119"/>
                  </a:cubicBezTo>
                  <a:lnTo>
                    <a:pt x="1387" y="1040"/>
                  </a:lnTo>
                  <a:cubicBezTo>
                    <a:pt x="1387" y="473"/>
                    <a:pt x="915" y="1"/>
                    <a:pt x="34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4637;p136">
              <a:extLst>
                <a:ext uri="{FF2B5EF4-FFF2-40B4-BE49-F238E27FC236}">
                  <a16:creationId xmlns:a16="http://schemas.microsoft.com/office/drawing/2014/main" id="{118AE6D0-60B1-1B74-9070-144CDA8D5112}"/>
                </a:ext>
              </a:extLst>
            </p:cNvPr>
            <p:cNvSpPr/>
            <p:nvPr/>
          </p:nvSpPr>
          <p:spPr>
            <a:xfrm>
              <a:off x="-35292400" y="3202075"/>
              <a:ext cx="33900" cy="103200"/>
            </a:xfrm>
            <a:custGeom>
              <a:avLst/>
              <a:gdLst/>
              <a:ahLst/>
              <a:cxnLst/>
              <a:rect l="l" t="t" r="r" b="b"/>
              <a:pathLst>
                <a:path w="1356" h="4128" extrusionOk="0">
                  <a:moveTo>
                    <a:pt x="1009" y="0"/>
                  </a:moveTo>
                  <a:cubicBezTo>
                    <a:pt x="473" y="0"/>
                    <a:pt x="1" y="473"/>
                    <a:pt x="1" y="1009"/>
                  </a:cubicBezTo>
                  <a:lnTo>
                    <a:pt x="1" y="3088"/>
                  </a:lnTo>
                  <a:cubicBezTo>
                    <a:pt x="1" y="3655"/>
                    <a:pt x="410" y="4127"/>
                    <a:pt x="1009" y="4127"/>
                  </a:cubicBezTo>
                  <a:lnTo>
                    <a:pt x="1355" y="4127"/>
                  </a:lnTo>
                  <a:lnTo>
                    <a:pt x="135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4638;p136">
              <a:extLst>
                <a:ext uri="{FF2B5EF4-FFF2-40B4-BE49-F238E27FC236}">
                  <a16:creationId xmlns:a16="http://schemas.microsoft.com/office/drawing/2014/main" id="{7BF4FB7A-288F-DC2E-F0F1-32E2FE758B70}"/>
                </a:ext>
              </a:extLst>
            </p:cNvPr>
            <p:cNvSpPr/>
            <p:nvPr/>
          </p:nvSpPr>
          <p:spPr>
            <a:xfrm>
              <a:off x="-35241200" y="3202850"/>
              <a:ext cx="51225" cy="290675"/>
            </a:xfrm>
            <a:custGeom>
              <a:avLst/>
              <a:gdLst/>
              <a:ahLst/>
              <a:cxnLst/>
              <a:rect l="l" t="t" r="r" b="b"/>
              <a:pathLst>
                <a:path w="2049" h="11627" extrusionOk="0">
                  <a:moveTo>
                    <a:pt x="1" y="1"/>
                  </a:moveTo>
                  <a:lnTo>
                    <a:pt x="1" y="11626"/>
                  </a:lnTo>
                  <a:cubicBezTo>
                    <a:pt x="1135" y="11469"/>
                    <a:pt x="2048" y="10460"/>
                    <a:pt x="2048" y="9263"/>
                  </a:cubicBezTo>
                  <a:lnTo>
                    <a:pt x="2048" y="2395"/>
                  </a:lnTo>
                  <a:cubicBezTo>
                    <a:pt x="2048" y="1167"/>
                    <a:pt x="1135" y="158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14639;p136">
              <a:extLst>
                <a:ext uri="{FF2B5EF4-FFF2-40B4-BE49-F238E27FC236}">
                  <a16:creationId xmlns:a16="http://schemas.microsoft.com/office/drawing/2014/main" id="{A0D339EC-AE75-53AD-A3DE-764B9A92E903}"/>
                </a:ext>
              </a:extLst>
            </p:cNvPr>
            <p:cNvSpPr/>
            <p:nvPr/>
          </p:nvSpPr>
          <p:spPr>
            <a:xfrm>
              <a:off x="-35292400" y="3389525"/>
              <a:ext cx="33900" cy="104000"/>
            </a:xfrm>
            <a:custGeom>
              <a:avLst/>
              <a:gdLst/>
              <a:ahLst/>
              <a:cxnLst/>
              <a:rect l="l" t="t" r="r" b="b"/>
              <a:pathLst>
                <a:path w="1356" h="4160" extrusionOk="0">
                  <a:moveTo>
                    <a:pt x="1009" y="1"/>
                  </a:moveTo>
                  <a:cubicBezTo>
                    <a:pt x="473" y="1"/>
                    <a:pt x="1" y="473"/>
                    <a:pt x="1" y="1040"/>
                  </a:cubicBezTo>
                  <a:lnTo>
                    <a:pt x="1" y="3119"/>
                  </a:lnTo>
                  <a:cubicBezTo>
                    <a:pt x="1" y="3718"/>
                    <a:pt x="410" y="4159"/>
                    <a:pt x="1009" y="4159"/>
                  </a:cubicBezTo>
                  <a:lnTo>
                    <a:pt x="1355" y="4159"/>
                  </a:lnTo>
                  <a:lnTo>
                    <a:pt x="135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14640;p136">
              <a:extLst>
                <a:ext uri="{FF2B5EF4-FFF2-40B4-BE49-F238E27FC236}">
                  <a16:creationId xmlns:a16="http://schemas.microsoft.com/office/drawing/2014/main" id="{549F875C-A1F4-1049-AE14-C551F16F9035}"/>
                </a:ext>
              </a:extLst>
            </p:cNvPr>
            <p:cNvSpPr/>
            <p:nvPr/>
          </p:nvSpPr>
          <p:spPr>
            <a:xfrm>
              <a:off x="-35481425" y="3202075"/>
              <a:ext cx="51225" cy="289875"/>
            </a:xfrm>
            <a:custGeom>
              <a:avLst/>
              <a:gdLst/>
              <a:ahLst/>
              <a:cxnLst/>
              <a:rect l="l" t="t" r="r" b="b"/>
              <a:pathLst>
                <a:path w="2049" h="11595" extrusionOk="0">
                  <a:moveTo>
                    <a:pt x="2048" y="0"/>
                  </a:moveTo>
                  <a:cubicBezTo>
                    <a:pt x="883" y="158"/>
                    <a:pt x="1" y="1166"/>
                    <a:pt x="1" y="2363"/>
                  </a:cubicBezTo>
                  <a:lnTo>
                    <a:pt x="1" y="9200"/>
                  </a:lnTo>
                  <a:cubicBezTo>
                    <a:pt x="1" y="10460"/>
                    <a:pt x="851" y="11437"/>
                    <a:pt x="2048" y="11594"/>
                  </a:cubicBezTo>
                  <a:lnTo>
                    <a:pt x="204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" name="Google Shape;14641;p136">
            <a:extLst>
              <a:ext uri="{FF2B5EF4-FFF2-40B4-BE49-F238E27FC236}">
                <a16:creationId xmlns:a16="http://schemas.microsoft.com/office/drawing/2014/main" id="{8102E53C-4A5D-3C3E-CD41-C6A36C274694}"/>
              </a:ext>
            </a:extLst>
          </p:cNvPr>
          <p:cNvGrpSpPr/>
          <p:nvPr/>
        </p:nvGrpSpPr>
        <p:grpSpPr>
          <a:xfrm>
            <a:off x="2438966" y="2991080"/>
            <a:ext cx="355260" cy="353346"/>
            <a:chOff x="-35482200" y="3561225"/>
            <a:chExt cx="292225" cy="290650"/>
          </a:xfrm>
          <a:solidFill>
            <a:schemeClr val="accent1">
              <a:lumMod val="75000"/>
            </a:schemeClr>
          </a:solidFill>
        </p:grpSpPr>
        <p:sp>
          <p:nvSpPr>
            <p:cNvPr id="59" name="Google Shape;14642;p136">
              <a:extLst>
                <a:ext uri="{FF2B5EF4-FFF2-40B4-BE49-F238E27FC236}">
                  <a16:creationId xmlns:a16="http://schemas.microsoft.com/office/drawing/2014/main" id="{64AE557F-D873-78DD-5F38-62FF8A549CC8}"/>
                </a:ext>
              </a:extLst>
            </p:cNvPr>
            <p:cNvSpPr/>
            <p:nvPr/>
          </p:nvSpPr>
          <p:spPr>
            <a:xfrm>
              <a:off x="-35482200" y="3749475"/>
              <a:ext cx="292225" cy="102400"/>
            </a:xfrm>
            <a:custGeom>
              <a:avLst/>
              <a:gdLst/>
              <a:ahLst/>
              <a:cxnLst/>
              <a:rect l="l" t="t" r="r" b="b"/>
              <a:pathLst>
                <a:path w="11689" h="4096" extrusionOk="0">
                  <a:moveTo>
                    <a:pt x="1701" y="0"/>
                  </a:moveTo>
                  <a:cubicBezTo>
                    <a:pt x="1040" y="0"/>
                    <a:pt x="473" y="315"/>
                    <a:pt x="63" y="819"/>
                  </a:cubicBezTo>
                  <a:cubicBezTo>
                    <a:pt x="0" y="945"/>
                    <a:pt x="0" y="1040"/>
                    <a:pt x="32" y="1166"/>
                  </a:cubicBezTo>
                  <a:cubicBezTo>
                    <a:pt x="63" y="1292"/>
                    <a:pt x="189" y="1355"/>
                    <a:pt x="347" y="1355"/>
                  </a:cubicBezTo>
                  <a:lnTo>
                    <a:pt x="1008" y="1355"/>
                  </a:lnTo>
                  <a:cubicBezTo>
                    <a:pt x="1418" y="1355"/>
                    <a:pt x="1670" y="1670"/>
                    <a:pt x="1670" y="2048"/>
                  </a:cubicBezTo>
                  <a:cubicBezTo>
                    <a:pt x="1670" y="2426"/>
                    <a:pt x="1355" y="2710"/>
                    <a:pt x="1008" y="2710"/>
                  </a:cubicBezTo>
                  <a:lnTo>
                    <a:pt x="347" y="2710"/>
                  </a:lnTo>
                  <a:cubicBezTo>
                    <a:pt x="221" y="2710"/>
                    <a:pt x="95" y="2773"/>
                    <a:pt x="32" y="2899"/>
                  </a:cubicBezTo>
                  <a:cubicBezTo>
                    <a:pt x="0" y="3025"/>
                    <a:pt x="0" y="3151"/>
                    <a:pt x="63" y="3245"/>
                  </a:cubicBezTo>
                  <a:cubicBezTo>
                    <a:pt x="410" y="3781"/>
                    <a:pt x="1040" y="4096"/>
                    <a:pt x="1701" y="4096"/>
                  </a:cubicBezTo>
                  <a:cubicBezTo>
                    <a:pt x="2615" y="4096"/>
                    <a:pt x="3371" y="3497"/>
                    <a:pt x="3655" y="2710"/>
                  </a:cubicBezTo>
                  <a:lnTo>
                    <a:pt x="8065" y="2710"/>
                  </a:lnTo>
                  <a:cubicBezTo>
                    <a:pt x="8317" y="3497"/>
                    <a:pt x="9073" y="4096"/>
                    <a:pt x="9987" y="4096"/>
                  </a:cubicBezTo>
                  <a:cubicBezTo>
                    <a:pt x="10649" y="4096"/>
                    <a:pt x="11247" y="3781"/>
                    <a:pt x="11594" y="3245"/>
                  </a:cubicBezTo>
                  <a:cubicBezTo>
                    <a:pt x="11688" y="3119"/>
                    <a:pt x="11688" y="3025"/>
                    <a:pt x="11625" y="2899"/>
                  </a:cubicBezTo>
                  <a:cubicBezTo>
                    <a:pt x="11594" y="2773"/>
                    <a:pt x="11468" y="2710"/>
                    <a:pt x="11310" y="2710"/>
                  </a:cubicBezTo>
                  <a:lnTo>
                    <a:pt x="10649" y="2710"/>
                  </a:lnTo>
                  <a:cubicBezTo>
                    <a:pt x="10271" y="2710"/>
                    <a:pt x="9987" y="2395"/>
                    <a:pt x="9987" y="2048"/>
                  </a:cubicBezTo>
                  <a:cubicBezTo>
                    <a:pt x="9987" y="1670"/>
                    <a:pt x="10302" y="1355"/>
                    <a:pt x="10649" y="1355"/>
                  </a:cubicBezTo>
                  <a:lnTo>
                    <a:pt x="11310" y="1355"/>
                  </a:lnTo>
                  <a:cubicBezTo>
                    <a:pt x="11436" y="1355"/>
                    <a:pt x="11562" y="1292"/>
                    <a:pt x="11625" y="1166"/>
                  </a:cubicBezTo>
                  <a:cubicBezTo>
                    <a:pt x="11688" y="1040"/>
                    <a:pt x="11688" y="945"/>
                    <a:pt x="11594" y="819"/>
                  </a:cubicBezTo>
                  <a:cubicBezTo>
                    <a:pt x="11247" y="315"/>
                    <a:pt x="10649" y="0"/>
                    <a:pt x="9987" y="0"/>
                  </a:cubicBezTo>
                  <a:cubicBezTo>
                    <a:pt x="9073" y="0"/>
                    <a:pt x="8349" y="567"/>
                    <a:pt x="8065" y="1355"/>
                  </a:cubicBezTo>
                  <a:lnTo>
                    <a:pt x="3655" y="1355"/>
                  </a:lnTo>
                  <a:cubicBezTo>
                    <a:pt x="3371" y="567"/>
                    <a:pt x="2615" y="0"/>
                    <a:pt x="170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4643;p136">
              <a:extLst>
                <a:ext uri="{FF2B5EF4-FFF2-40B4-BE49-F238E27FC236}">
                  <a16:creationId xmlns:a16="http://schemas.microsoft.com/office/drawing/2014/main" id="{65BCA047-228B-4F7F-55F3-F73D7D496862}"/>
                </a:ext>
              </a:extLst>
            </p:cNvPr>
            <p:cNvSpPr/>
            <p:nvPr/>
          </p:nvSpPr>
          <p:spPr>
            <a:xfrm>
              <a:off x="-35371150" y="3561225"/>
              <a:ext cx="68550" cy="68550"/>
            </a:xfrm>
            <a:custGeom>
              <a:avLst/>
              <a:gdLst/>
              <a:ahLst/>
              <a:cxnLst/>
              <a:rect l="l" t="t" r="r" b="b"/>
              <a:pathLst>
                <a:path w="2742" h="2742" extrusionOk="0">
                  <a:moveTo>
                    <a:pt x="1355" y="1"/>
                  </a:moveTo>
                  <a:cubicBezTo>
                    <a:pt x="630" y="1"/>
                    <a:pt x="0" y="631"/>
                    <a:pt x="0" y="1387"/>
                  </a:cubicBezTo>
                  <a:cubicBezTo>
                    <a:pt x="0" y="2111"/>
                    <a:pt x="630" y="2741"/>
                    <a:pt x="1355" y="2741"/>
                  </a:cubicBezTo>
                  <a:cubicBezTo>
                    <a:pt x="2111" y="2741"/>
                    <a:pt x="2741" y="2111"/>
                    <a:pt x="2741" y="1387"/>
                  </a:cubicBezTo>
                  <a:cubicBezTo>
                    <a:pt x="2741" y="631"/>
                    <a:pt x="2111" y="1"/>
                    <a:pt x="135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4644;p136">
              <a:extLst>
                <a:ext uri="{FF2B5EF4-FFF2-40B4-BE49-F238E27FC236}">
                  <a16:creationId xmlns:a16="http://schemas.microsoft.com/office/drawing/2014/main" id="{2C6D97E9-1689-B3EF-271C-4E9D1BB9D1EC}"/>
                </a:ext>
              </a:extLst>
            </p:cNvPr>
            <p:cNvSpPr/>
            <p:nvPr/>
          </p:nvSpPr>
          <p:spPr>
            <a:xfrm>
              <a:off x="-35405025" y="3647075"/>
              <a:ext cx="136275" cy="119750"/>
            </a:xfrm>
            <a:custGeom>
              <a:avLst/>
              <a:gdLst/>
              <a:ahLst/>
              <a:cxnLst/>
              <a:rect l="l" t="t" r="r" b="b"/>
              <a:pathLst>
                <a:path w="5451" h="4790" extrusionOk="0">
                  <a:moveTo>
                    <a:pt x="2710" y="1"/>
                  </a:moveTo>
                  <a:cubicBezTo>
                    <a:pt x="1387" y="1"/>
                    <a:pt x="253" y="1009"/>
                    <a:pt x="32" y="2300"/>
                  </a:cubicBezTo>
                  <a:cubicBezTo>
                    <a:pt x="1" y="2521"/>
                    <a:pt x="158" y="2710"/>
                    <a:pt x="410" y="2710"/>
                  </a:cubicBezTo>
                  <a:lnTo>
                    <a:pt x="2395" y="2710"/>
                  </a:lnTo>
                  <a:lnTo>
                    <a:pt x="2395" y="4789"/>
                  </a:lnTo>
                  <a:lnTo>
                    <a:pt x="3088" y="4789"/>
                  </a:lnTo>
                  <a:lnTo>
                    <a:pt x="3088" y="2710"/>
                  </a:lnTo>
                  <a:lnTo>
                    <a:pt x="5073" y="2710"/>
                  </a:lnTo>
                  <a:cubicBezTo>
                    <a:pt x="5293" y="2710"/>
                    <a:pt x="5451" y="2521"/>
                    <a:pt x="5451" y="2300"/>
                  </a:cubicBezTo>
                  <a:cubicBezTo>
                    <a:pt x="5230" y="977"/>
                    <a:pt x="4096" y="1"/>
                    <a:pt x="271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" name="Google Shape;14645;p136">
            <a:extLst>
              <a:ext uri="{FF2B5EF4-FFF2-40B4-BE49-F238E27FC236}">
                <a16:creationId xmlns:a16="http://schemas.microsoft.com/office/drawing/2014/main" id="{524706AC-A035-D09B-F44C-34199D7000D0}"/>
              </a:ext>
            </a:extLst>
          </p:cNvPr>
          <p:cNvGrpSpPr/>
          <p:nvPr/>
        </p:nvGrpSpPr>
        <p:grpSpPr>
          <a:xfrm>
            <a:off x="2439437" y="3426775"/>
            <a:ext cx="354318" cy="354288"/>
            <a:chOff x="-35481425" y="3919600"/>
            <a:chExt cx="291450" cy="291425"/>
          </a:xfrm>
          <a:solidFill>
            <a:schemeClr val="accent1">
              <a:lumMod val="75000"/>
            </a:schemeClr>
          </a:solidFill>
        </p:grpSpPr>
        <p:sp>
          <p:nvSpPr>
            <p:cNvPr id="63" name="Google Shape;14646;p136">
              <a:extLst>
                <a:ext uri="{FF2B5EF4-FFF2-40B4-BE49-F238E27FC236}">
                  <a16:creationId xmlns:a16="http://schemas.microsoft.com/office/drawing/2014/main" id="{674C79C8-CE35-DA52-E312-A3F3804F2E4E}"/>
                </a:ext>
              </a:extLst>
            </p:cNvPr>
            <p:cNvSpPr/>
            <p:nvPr/>
          </p:nvSpPr>
          <p:spPr>
            <a:xfrm>
              <a:off x="-35327050" y="4125150"/>
              <a:ext cx="84300" cy="85100"/>
            </a:xfrm>
            <a:custGeom>
              <a:avLst/>
              <a:gdLst/>
              <a:ahLst/>
              <a:cxnLst/>
              <a:rect l="l" t="t" r="r" b="b"/>
              <a:pathLst>
                <a:path w="3372" h="3404" extrusionOk="0">
                  <a:moveTo>
                    <a:pt x="3025" y="1"/>
                  </a:moveTo>
                  <a:cubicBezTo>
                    <a:pt x="2836" y="1"/>
                    <a:pt x="2678" y="159"/>
                    <a:pt x="2678" y="348"/>
                  </a:cubicBezTo>
                  <a:lnTo>
                    <a:pt x="2678" y="1041"/>
                  </a:lnTo>
                  <a:cubicBezTo>
                    <a:pt x="2678" y="1576"/>
                    <a:pt x="2206" y="2049"/>
                    <a:pt x="1639" y="2049"/>
                  </a:cubicBezTo>
                  <a:lnTo>
                    <a:pt x="1103" y="2049"/>
                  </a:lnTo>
                  <a:lnTo>
                    <a:pt x="1229" y="1923"/>
                  </a:lnTo>
                  <a:cubicBezTo>
                    <a:pt x="1387" y="1860"/>
                    <a:pt x="1387" y="1608"/>
                    <a:pt x="1261" y="1513"/>
                  </a:cubicBezTo>
                  <a:cubicBezTo>
                    <a:pt x="1198" y="1450"/>
                    <a:pt x="1111" y="1419"/>
                    <a:pt x="1024" y="1419"/>
                  </a:cubicBezTo>
                  <a:cubicBezTo>
                    <a:pt x="938" y="1419"/>
                    <a:pt x="851" y="1450"/>
                    <a:pt x="788" y="1513"/>
                  </a:cubicBezTo>
                  <a:lnTo>
                    <a:pt x="127" y="2175"/>
                  </a:lnTo>
                  <a:cubicBezTo>
                    <a:pt x="1" y="2301"/>
                    <a:pt x="1" y="2521"/>
                    <a:pt x="127" y="2647"/>
                  </a:cubicBezTo>
                  <a:lnTo>
                    <a:pt x="788" y="3309"/>
                  </a:lnTo>
                  <a:cubicBezTo>
                    <a:pt x="851" y="3372"/>
                    <a:pt x="938" y="3404"/>
                    <a:pt x="1024" y="3404"/>
                  </a:cubicBezTo>
                  <a:cubicBezTo>
                    <a:pt x="1111" y="3404"/>
                    <a:pt x="1198" y="3372"/>
                    <a:pt x="1261" y="3309"/>
                  </a:cubicBezTo>
                  <a:cubicBezTo>
                    <a:pt x="1387" y="3183"/>
                    <a:pt x="1387" y="2962"/>
                    <a:pt x="1261" y="2836"/>
                  </a:cubicBezTo>
                  <a:lnTo>
                    <a:pt x="1135" y="2710"/>
                  </a:lnTo>
                  <a:lnTo>
                    <a:pt x="1702" y="2710"/>
                  </a:lnTo>
                  <a:cubicBezTo>
                    <a:pt x="2647" y="2710"/>
                    <a:pt x="3372" y="1986"/>
                    <a:pt x="3372" y="1041"/>
                  </a:cubicBezTo>
                  <a:lnTo>
                    <a:pt x="3372" y="348"/>
                  </a:lnTo>
                  <a:cubicBezTo>
                    <a:pt x="3372" y="159"/>
                    <a:pt x="3214" y="1"/>
                    <a:pt x="30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14647;p136">
              <a:extLst>
                <a:ext uri="{FF2B5EF4-FFF2-40B4-BE49-F238E27FC236}">
                  <a16:creationId xmlns:a16="http://schemas.microsoft.com/office/drawing/2014/main" id="{68F9152E-09D6-C2A1-4016-9A8C6BA7AE6C}"/>
                </a:ext>
              </a:extLst>
            </p:cNvPr>
            <p:cNvSpPr/>
            <p:nvPr/>
          </p:nvSpPr>
          <p:spPr>
            <a:xfrm>
              <a:off x="-35429450" y="3921175"/>
              <a:ext cx="84300" cy="85075"/>
            </a:xfrm>
            <a:custGeom>
              <a:avLst/>
              <a:gdLst/>
              <a:ahLst/>
              <a:cxnLst/>
              <a:rect l="l" t="t" r="r" b="b"/>
              <a:pathLst>
                <a:path w="3372" h="3403" extrusionOk="0">
                  <a:moveTo>
                    <a:pt x="2360" y="0"/>
                  </a:moveTo>
                  <a:cubicBezTo>
                    <a:pt x="2269" y="0"/>
                    <a:pt x="2175" y="32"/>
                    <a:pt x="2112" y="95"/>
                  </a:cubicBezTo>
                  <a:cubicBezTo>
                    <a:pt x="2017" y="221"/>
                    <a:pt x="2017" y="441"/>
                    <a:pt x="2112" y="567"/>
                  </a:cubicBezTo>
                  <a:lnTo>
                    <a:pt x="2238" y="693"/>
                  </a:lnTo>
                  <a:lnTo>
                    <a:pt x="1702" y="693"/>
                  </a:lnTo>
                  <a:cubicBezTo>
                    <a:pt x="757" y="693"/>
                    <a:pt x="1" y="1418"/>
                    <a:pt x="1" y="2363"/>
                  </a:cubicBezTo>
                  <a:lnTo>
                    <a:pt x="1" y="3056"/>
                  </a:lnTo>
                  <a:cubicBezTo>
                    <a:pt x="1" y="3245"/>
                    <a:pt x="158" y="3403"/>
                    <a:pt x="347" y="3403"/>
                  </a:cubicBezTo>
                  <a:cubicBezTo>
                    <a:pt x="536" y="3403"/>
                    <a:pt x="694" y="3245"/>
                    <a:pt x="694" y="3056"/>
                  </a:cubicBezTo>
                  <a:lnTo>
                    <a:pt x="694" y="2332"/>
                  </a:lnTo>
                  <a:cubicBezTo>
                    <a:pt x="694" y="1796"/>
                    <a:pt x="1167" y="1292"/>
                    <a:pt x="1734" y="1292"/>
                  </a:cubicBezTo>
                  <a:lnTo>
                    <a:pt x="2269" y="1292"/>
                  </a:lnTo>
                  <a:lnTo>
                    <a:pt x="2175" y="1418"/>
                  </a:lnTo>
                  <a:cubicBezTo>
                    <a:pt x="2017" y="1544"/>
                    <a:pt x="2017" y="1733"/>
                    <a:pt x="2112" y="1891"/>
                  </a:cubicBezTo>
                  <a:cubicBezTo>
                    <a:pt x="2175" y="1954"/>
                    <a:pt x="2269" y="1985"/>
                    <a:pt x="2360" y="1985"/>
                  </a:cubicBezTo>
                  <a:cubicBezTo>
                    <a:pt x="2450" y="1985"/>
                    <a:pt x="2537" y="1954"/>
                    <a:pt x="2584" y="1891"/>
                  </a:cubicBezTo>
                  <a:lnTo>
                    <a:pt x="3277" y="1229"/>
                  </a:lnTo>
                  <a:cubicBezTo>
                    <a:pt x="3372" y="1103"/>
                    <a:pt x="3372" y="882"/>
                    <a:pt x="3277" y="756"/>
                  </a:cubicBezTo>
                  <a:lnTo>
                    <a:pt x="2584" y="95"/>
                  </a:lnTo>
                  <a:cubicBezTo>
                    <a:pt x="2537" y="32"/>
                    <a:pt x="2450" y="0"/>
                    <a:pt x="23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14648;p136">
              <a:extLst>
                <a:ext uri="{FF2B5EF4-FFF2-40B4-BE49-F238E27FC236}">
                  <a16:creationId xmlns:a16="http://schemas.microsoft.com/office/drawing/2014/main" id="{9A21BC0C-671D-ACA3-32E2-25A3181B3947}"/>
                </a:ext>
              </a:extLst>
            </p:cNvPr>
            <p:cNvSpPr/>
            <p:nvPr/>
          </p:nvSpPr>
          <p:spPr>
            <a:xfrm>
              <a:off x="-35481425" y="4021975"/>
              <a:ext cx="137075" cy="35475"/>
            </a:xfrm>
            <a:custGeom>
              <a:avLst/>
              <a:gdLst/>
              <a:ahLst/>
              <a:cxnLst/>
              <a:rect l="l" t="t" r="r" b="b"/>
              <a:pathLst>
                <a:path w="5483" h="1419" extrusionOk="0">
                  <a:moveTo>
                    <a:pt x="1009" y="1"/>
                  </a:moveTo>
                  <a:cubicBezTo>
                    <a:pt x="473" y="1"/>
                    <a:pt x="1" y="473"/>
                    <a:pt x="1" y="1072"/>
                  </a:cubicBezTo>
                  <a:lnTo>
                    <a:pt x="1" y="1419"/>
                  </a:lnTo>
                  <a:lnTo>
                    <a:pt x="5482" y="1419"/>
                  </a:lnTo>
                  <a:lnTo>
                    <a:pt x="5482" y="1072"/>
                  </a:lnTo>
                  <a:lnTo>
                    <a:pt x="5451" y="1072"/>
                  </a:lnTo>
                  <a:cubicBezTo>
                    <a:pt x="5451" y="505"/>
                    <a:pt x="5010" y="1"/>
                    <a:pt x="444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14649;p136">
              <a:extLst>
                <a:ext uri="{FF2B5EF4-FFF2-40B4-BE49-F238E27FC236}">
                  <a16:creationId xmlns:a16="http://schemas.microsoft.com/office/drawing/2014/main" id="{42846ABA-B14C-A16B-EA72-2056FC9F086E}"/>
                </a:ext>
              </a:extLst>
            </p:cNvPr>
            <p:cNvSpPr/>
            <p:nvPr/>
          </p:nvSpPr>
          <p:spPr>
            <a:xfrm>
              <a:off x="-35481425" y="4073975"/>
              <a:ext cx="136275" cy="85875"/>
            </a:xfrm>
            <a:custGeom>
              <a:avLst/>
              <a:gdLst/>
              <a:ahLst/>
              <a:cxnLst/>
              <a:rect l="l" t="t" r="r" b="b"/>
              <a:pathLst>
                <a:path w="5451" h="3435" extrusionOk="0">
                  <a:moveTo>
                    <a:pt x="1" y="0"/>
                  </a:moveTo>
                  <a:lnTo>
                    <a:pt x="1" y="3434"/>
                  </a:lnTo>
                  <a:lnTo>
                    <a:pt x="5451" y="3434"/>
                  </a:lnTo>
                  <a:lnTo>
                    <a:pt x="545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14650;p136">
              <a:extLst>
                <a:ext uri="{FF2B5EF4-FFF2-40B4-BE49-F238E27FC236}">
                  <a16:creationId xmlns:a16="http://schemas.microsoft.com/office/drawing/2014/main" id="{3186787F-3215-DAE0-13D1-5C4BF69CA0C9}"/>
                </a:ext>
              </a:extLst>
            </p:cNvPr>
            <p:cNvSpPr/>
            <p:nvPr/>
          </p:nvSpPr>
          <p:spPr>
            <a:xfrm>
              <a:off x="-35481425" y="4176350"/>
              <a:ext cx="136275" cy="34675"/>
            </a:xfrm>
            <a:custGeom>
              <a:avLst/>
              <a:gdLst/>
              <a:ahLst/>
              <a:cxnLst/>
              <a:rect l="l" t="t" r="r" b="b"/>
              <a:pathLst>
                <a:path w="5451" h="1387" extrusionOk="0">
                  <a:moveTo>
                    <a:pt x="1" y="1"/>
                  </a:moveTo>
                  <a:lnTo>
                    <a:pt x="1" y="347"/>
                  </a:lnTo>
                  <a:cubicBezTo>
                    <a:pt x="1" y="946"/>
                    <a:pt x="410" y="1387"/>
                    <a:pt x="1009" y="1387"/>
                  </a:cubicBezTo>
                  <a:lnTo>
                    <a:pt x="4443" y="1387"/>
                  </a:lnTo>
                  <a:cubicBezTo>
                    <a:pt x="4978" y="1387"/>
                    <a:pt x="5451" y="914"/>
                    <a:pt x="5451" y="347"/>
                  </a:cubicBezTo>
                  <a:lnTo>
                    <a:pt x="54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14651;p136">
              <a:extLst>
                <a:ext uri="{FF2B5EF4-FFF2-40B4-BE49-F238E27FC236}">
                  <a16:creationId xmlns:a16="http://schemas.microsoft.com/office/drawing/2014/main" id="{BC033BDF-FDB5-DF3E-A018-E8CDF455B69A}"/>
                </a:ext>
              </a:extLst>
            </p:cNvPr>
            <p:cNvSpPr/>
            <p:nvPr/>
          </p:nvSpPr>
          <p:spPr>
            <a:xfrm>
              <a:off x="-35327050" y="3919600"/>
              <a:ext cx="137075" cy="33875"/>
            </a:xfrm>
            <a:custGeom>
              <a:avLst/>
              <a:gdLst/>
              <a:ahLst/>
              <a:cxnLst/>
              <a:rect l="l" t="t" r="r" b="b"/>
              <a:pathLst>
                <a:path w="5483" h="1355" extrusionOk="0">
                  <a:moveTo>
                    <a:pt x="1009" y="0"/>
                  </a:moveTo>
                  <a:cubicBezTo>
                    <a:pt x="473" y="0"/>
                    <a:pt x="1" y="473"/>
                    <a:pt x="1" y="1008"/>
                  </a:cubicBezTo>
                  <a:lnTo>
                    <a:pt x="1" y="1355"/>
                  </a:lnTo>
                  <a:lnTo>
                    <a:pt x="5482" y="1355"/>
                  </a:lnTo>
                  <a:lnTo>
                    <a:pt x="5482" y="1008"/>
                  </a:lnTo>
                  <a:cubicBezTo>
                    <a:pt x="5482" y="473"/>
                    <a:pt x="5010" y="0"/>
                    <a:pt x="444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14652;p136">
              <a:extLst>
                <a:ext uri="{FF2B5EF4-FFF2-40B4-BE49-F238E27FC236}">
                  <a16:creationId xmlns:a16="http://schemas.microsoft.com/office/drawing/2014/main" id="{BBB53DA0-A2C7-C1C8-B69A-A194DBC20EED}"/>
                </a:ext>
              </a:extLst>
            </p:cNvPr>
            <p:cNvSpPr/>
            <p:nvPr/>
          </p:nvSpPr>
          <p:spPr>
            <a:xfrm>
              <a:off x="-35327825" y="3970800"/>
              <a:ext cx="136275" cy="85875"/>
            </a:xfrm>
            <a:custGeom>
              <a:avLst/>
              <a:gdLst/>
              <a:ahLst/>
              <a:cxnLst/>
              <a:rect l="l" t="t" r="r" b="b"/>
              <a:pathLst>
                <a:path w="5451" h="3435" extrusionOk="0">
                  <a:moveTo>
                    <a:pt x="0" y="0"/>
                  </a:moveTo>
                  <a:lnTo>
                    <a:pt x="0" y="3434"/>
                  </a:lnTo>
                  <a:lnTo>
                    <a:pt x="5450" y="3434"/>
                  </a:lnTo>
                  <a:lnTo>
                    <a:pt x="545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14653;p136">
              <a:extLst>
                <a:ext uri="{FF2B5EF4-FFF2-40B4-BE49-F238E27FC236}">
                  <a16:creationId xmlns:a16="http://schemas.microsoft.com/office/drawing/2014/main" id="{2620EAE9-E350-4463-F64D-997825345DCC}"/>
                </a:ext>
              </a:extLst>
            </p:cNvPr>
            <p:cNvSpPr/>
            <p:nvPr/>
          </p:nvSpPr>
          <p:spPr>
            <a:xfrm>
              <a:off x="-35327825" y="4073975"/>
              <a:ext cx="136275" cy="35450"/>
            </a:xfrm>
            <a:custGeom>
              <a:avLst/>
              <a:gdLst/>
              <a:ahLst/>
              <a:cxnLst/>
              <a:rect l="l" t="t" r="r" b="b"/>
              <a:pathLst>
                <a:path w="5451" h="1418" extrusionOk="0">
                  <a:moveTo>
                    <a:pt x="0" y="0"/>
                  </a:moveTo>
                  <a:lnTo>
                    <a:pt x="0" y="347"/>
                  </a:lnTo>
                  <a:cubicBezTo>
                    <a:pt x="0" y="914"/>
                    <a:pt x="473" y="1418"/>
                    <a:pt x="1008" y="1418"/>
                  </a:cubicBezTo>
                  <a:lnTo>
                    <a:pt x="4442" y="1418"/>
                  </a:lnTo>
                  <a:cubicBezTo>
                    <a:pt x="4978" y="1418"/>
                    <a:pt x="5450" y="945"/>
                    <a:pt x="5450" y="347"/>
                  </a:cubicBezTo>
                  <a:lnTo>
                    <a:pt x="545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7" name="Google Shape;14654;p136">
            <a:extLst>
              <a:ext uri="{FF2B5EF4-FFF2-40B4-BE49-F238E27FC236}">
                <a16:creationId xmlns:a16="http://schemas.microsoft.com/office/drawing/2014/main" id="{FF7815A9-3EC5-6080-C07C-82B48B3452CF}"/>
              </a:ext>
            </a:extLst>
          </p:cNvPr>
          <p:cNvGrpSpPr/>
          <p:nvPr/>
        </p:nvGrpSpPr>
        <p:grpSpPr>
          <a:xfrm>
            <a:off x="4679324" y="2549200"/>
            <a:ext cx="358148" cy="353346"/>
            <a:chOff x="-33645475" y="3228075"/>
            <a:chExt cx="294600" cy="290650"/>
          </a:xfrm>
          <a:solidFill>
            <a:schemeClr val="accent1">
              <a:lumMod val="75000"/>
            </a:schemeClr>
          </a:solidFill>
        </p:grpSpPr>
        <p:sp>
          <p:nvSpPr>
            <p:cNvPr id="328" name="Google Shape;14655;p136">
              <a:extLst>
                <a:ext uri="{FF2B5EF4-FFF2-40B4-BE49-F238E27FC236}">
                  <a16:creationId xmlns:a16="http://schemas.microsoft.com/office/drawing/2014/main" id="{5A6A4A42-314B-7B00-076C-A2DD8E82C68D}"/>
                </a:ext>
              </a:extLst>
            </p:cNvPr>
            <p:cNvSpPr/>
            <p:nvPr/>
          </p:nvSpPr>
          <p:spPr>
            <a:xfrm>
              <a:off x="-33456450" y="3261925"/>
              <a:ext cx="84300" cy="85100"/>
            </a:xfrm>
            <a:custGeom>
              <a:avLst/>
              <a:gdLst/>
              <a:ahLst/>
              <a:cxnLst/>
              <a:rect l="l" t="t" r="r" b="b"/>
              <a:pathLst>
                <a:path w="3372" h="340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lnTo>
                    <a:pt x="1009" y="694"/>
                  </a:lnTo>
                  <a:cubicBezTo>
                    <a:pt x="1576" y="694"/>
                    <a:pt x="2049" y="1166"/>
                    <a:pt x="2049" y="1733"/>
                  </a:cubicBezTo>
                  <a:lnTo>
                    <a:pt x="2049" y="2269"/>
                  </a:lnTo>
                  <a:lnTo>
                    <a:pt x="1923" y="2175"/>
                  </a:lnTo>
                  <a:cubicBezTo>
                    <a:pt x="1860" y="2112"/>
                    <a:pt x="1773" y="2080"/>
                    <a:pt x="1686" y="2080"/>
                  </a:cubicBezTo>
                  <a:cubicBezTo>
                    <a:pt x="1600" y="2080"/>
                    <a:pt x="1513" y="2112"/>
                    <a:pt x="1450" y="2175"/>
                  </a:cubicBezTo>
                  <a:cubicBezTo>
                    <a:pt x="1324" y="2269"/>
                    <a:pt x="1324" y="2521"/>
                    <a:pt x="1450" y="2647"/>
                  </a:cubicBezTo>
                  <a:lnTo>
                    <a:pt x="2112" y="3309"/>
                  </a:lnTo>
                  <a:cubicBezTo>
                    <a:pt x="2175" y="3372"/>
                    <a:pt x="2269" y="3403"/>
                    <a:pt x="2360" y="3403"/>
                  </a:cubicBezTo>
                  <a:cubicBezTo>
                    <a:pt x="2450" y="3403"/>
                    <a:pt x="2537" y="3372"/>
                    <a:pt x="2584" y="3309"/>
                  </a:cubicBezTo>
                  <a:lnTo>
                    <a:pt x="3277" y="2647"/>
                  </a:lnTo>
                  <a:cubicBezTo>
                    <a:pt x="3372" y="2521"/>
                    <a:pt x="3372" y="2269"/>
                    <a:pt x="3277" y="2175"/>
                  </a:cubicBezTo>
                  <a:cubicBezTo>
                    <a:pt x="3214" y="2112"/>
                    <a:pt x="3120" y="2080"/>
                    <a:pt x="3029" y="2080"/>
                  </a:cubicBezTo>
                  <a:cubicBezTo>
                    <a:pt x="2939" y="2080"/>
                    <a:pt x="2852" y="2112"/>
                    <a:pt x="2805" y="2175"/>
                  </a:cubicBezTo>
                  <a:lnTo>
                    <a:pt x="2679" y="2269"/>
                  </a:lnTo>
                  <a:lnTo>
                    <a:pt x="2679" y="1733"/>
                  </a:lnTo>
                  <a:cubicBezTo>
                    <a:pt x="2742" y="788"/>
                    <a:pt x="1954" y="1"/>
                    <a:pt x="10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14656;p136">
              <a:extLst>
                <a:ext uri="{FF2B5EF4-FFF2-40B4-BE49-F238E27FC236}">
                  <a16:creationId xmlns:a16="http://schemas.microsoft.com/office/drawing/2014/main" id="{D4110DA9-6C7E-EF91-A696-F32806E0ECBF}"/>
                </a:ext>
              </a:extLst>
            </p:cNvPr>
            <p:cNvSpPr/>
            <p:nvPr/>
          </p:nvSpPr>
          <p:spPr>
            <a:xfrm>
              <a:off x="-33575375" y="3433625"/>
              <a:ext cx="85075" cy="85100"/>
            </a:xfrm>
            <a:custGeom>
              <a:avLst/>
              <a:gdLst/>
              <a:ahLst/>
              <a:cxnLst/>
              <a:rect l="l" t="t" r="r" b="b"/>
              <a:pathLst>
                <a:path w="3403" h="3404" extrusionOk="0">
                  <a:moveTo>
                    <a:pt x="1013" y="1"/>
                  </a:moveTo>
                  <a:cubicBezTo>
                    <a:pt x="922" y="1"/>
                    <a:pt x="835" y="32"/>
                    <a:pt x="788" y="95"/>
                  </a:cubicBezTo>
                  <a:lnTo>
                    <a:pt x="127" y="757"/>
                  </a:lnTo>
                  <a:cubicBezTo>
                    <a:pt x="1" y="883"/>
                    <a:pt x="1" y="1135"/>
                    <a:pt x="127" y="1229"/>
                  </a:cubicBezTo>
                  <a:cubicBezTo>
                    <a:pt x="174" y="1292"/>
                    <a:pt x="260" y="1324"/>
                    <a:pt x="351" y="1324"/>
                  </a:cubicBezTo>
                  <a:cubicBezTo>
                    <a:pt x="442" y="1324"/>
                    <a:pt x="536" y="1292"/>
                    <a:pt x="599" y="1229"/>
                  </a:cubicBezTo>
                  <a:lnTo>
                    <a:pt x="694" y="1135"/>
                  </a:lnTo>
                  <a:lnTo>
                    <a:pt x="694" y="1671"/>
                  </a:lnTo>
                  <a:cubicBezTo>
                    <a:pt x="694" y="2616"/>
                    <a:pt x="1450" y="3372"/>
                    <a:pt x="2395" y="3372"/>
                  </a:cubicBezTo>
                  <a:lnTo>
                    <a:pt x="3057" y="3372"/>
                  </a:lnTo>
                  <a:lnTo>
                    <a:pt x="3057" y="3403"/>
                  </a:lnTo>
                  <a:cubicBezTo>
                    <a:pt x="3246" y="3403"/>
                    <a:pt x="3403" y="3246"/>
                    <a:pt x="3403" y="3057"/>
                  </a:cubicBezTo>
                  <a:cubicBezTo>
                    <a:pt x="3403" y="2868"/>
                    <a:pt x="3246" y="2710"/>
                    <a:pt x="3057" y="2710"/>
                  </a:cubicBezTo>
                  <a:lnTo>
                    <a:pt x="2363" y="2710"/>
                  </a:lnTo>
                  <a:cubicBezTo>
                    <a:pt x="1796" y="2710"/>
                    <a:pt x="1324" y="2238"/>
                    <a:pt x="1324" y="1671"/>
                  </a:cubicBezTo>
                  <a:lnTo>
                    <a:pt x="1324" y="1135"/>
                  </a:lnTo>
                  <a:lnTo>
                    <a:pt x="1450" y="1229"/>
                  </a:lnTo>
                  <a:cubicBezTo>
                    <a:pt x="1513" y="1292"/>
                    <a:pt x="1599" y="1324"/>
                    <a:pt x="1686" y="1324"/>
                  </a:cubicBezTo>
                  <a:cubicBezTo>
                    <a:pt x="1773" y="1324"/>
                    <a:pt x="1859" y="1292"/>
                    <a:pt x="1922" y="1229"/>
                  </a:cubicBezTo>
                  <a:cubicBezTo>
                    <a:pt x="2048" y="1135"/>
                    <a:pt x="2048" y="883"/>
                    <a:pt x="1922" y="757"/>
                  </a:cubicBezTo>
                  <a:lnTo>
                    <a:pt x="1261" y="95"/>
                  </a:lnTo>
                  <a:cubicBezTo>
                    <a:pt x="1198" y="32"/>
                    <a:pt x="1103" y="1"/>
                    <a:pt x="101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14657;p136">
              <a:extLst>
                <a:ext uri="{FF2B5EF4-FFF2-40B4-BE49-F238E27FC236}">
                  <a16:creationId xmlns:a16="http://schemas.microsoft.com/office/drawing/2014/main" id="{ACC21B2F-E614-B5A9-C7DE-416A1A4E4DC4}"/>
                </a:ext>
              </a:extLst>
            </p:cNvPr>
            <p:cNvSpPr/>
            <p:nvPr/>
          </p:nvSpPr>
          <p:spPr>
            <a:xfrm>
              <a:off x="-33645475" y="3228075"/>
              <a:ext cx="206375" cy="153600"/>
            </a:xfrm>
            <a:custGeom>
              <a:avLst/>
              <a:gdLst/>
              <a:ahLst/>
              <a:cxnLst/>
              <a:rect l="l" t="t" r="r" b="b"/>
              <a:pathLst>
                <a:path w="8255" h="6144" extrusionOk="0">
                  <a:moveTo>
                    <a:pt x="4191" y="0"/>
                  </a:moveTo>
                  <a:cubicBezTo>
                    <a:pt x="2300" y="0"/>
                    <a:pt x="757" y="1544"/>
                    <a:pt x="757" y="3434"/>
                  </a:cubicBezTo>
                  <a:lnTo>
                    <a:pt x="757" y="3529"/>
                  </a:lnTo>
                  <a:cubicBezTo>
                    <a:pt x="347" y="3686"/>
                    <a:pt x="95" y="4033"/>
                    <a:pt x="95" y="4474"/>
                  </a:cubicBezTo>
                  <a:lnTo>
                    <a:pt x="95" y="5135"/>
                  </a:lnTo>
                  <a:cubicBezTo>
                    <a:pt x="1" y="5671"/>
                    <a:pt x="473" y="6143"/>
                    <a:pt x="1009" y="6143"/>
                  </a:cubicBezTo>
                  <a:cubicBezTo>
                    <a:pt x="1135" y="6143"/>
                    <a:pt x="1261" y="6112"/>
                    <a:pt x="1387" y="6080"/>
                  </a:cubicBezTo>
                  <a:lnTo>
                    <a:pt x="1387" y="3403"/>
                  </a:lnTo>
                  <a:cubicBezTo>
                    <a:pt x="1387" y="1890"/>
                    <a:pt x="2647" y="630"/>
                    <a:pt x="4128" y="630"/>
                  </a:cubicBezTo>
                  <a:cubicBezTo>
                    <a:pt x="5640" y="630"/>
                    <a:pt x="6900" y="1890"/>
                    <a:pt x="6900" y="3403"/>
                  </a:cubicBezTo>
                  <a:lnTo>
                    <a:pt x="6900" y="6080"/>
                  </a:lnTo>
                  <a:cubicBezTo>
                    <a:pt x="6995" y="6112"/>
                    <a:pt x="7121" y="6143"/>
                    <a:pt x="7247" y="6143"/>
                  </a:cubicBezTo>
                  <a:cubicBezTo>
                    <a:pt x="7782" y="6143"/>
                    <a:pt x="8255" y="5671"/>
                    <a:pt x="8255" y="5135"/>
                  </a:cubicBezTo>
                  <a:lnTo>
                    <a:pt x="8255" y="4474"/>
                  </a:lnTo>
                  <a:cubicBezTo>
                    <a:pt x="8255" y="4033"/>
                    <a:pt x="8003" y="3623"/>
                    <a:pt x="7593" y="3529"/>
                  </a:cubicBezTo>
                  <a:lnTo>
                    <a:pt x="7593" y="3434"/>
                  </a:lnTo>
                  <a:cubicBezTo>
                    <a:pt x="7593" y="1544"/>
                    <a:pt x="6050" y="0"/>
                    <a:pt x="4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14658;p136">
              <a:extLst>
                <a:ext uri="{FF2B5EF4-FFF2-40B4-BE49-F238E27FC236}">
                  <a16:creationId xmlns:a16="http://schemas.microsoft.com/office/drawing/2014/main" id="{E6E5073A-4219-67AB-516D-B8712CB61109}"/>
                </a:ext>
              </a:extLst>
            </p:cNvPr>
            <p:cNvSpPr/>
            <p:nvPr/>
          </p:nvSpPr>
          <p:spPr>
            <a:xfrm>
              <a:off x="-33593500" y="3279250"/>
              <a:ext cx="104775" cy="52275"/>
            </a:xfrm>
            <a:custGeom>
              <a:avLst/>
              <a:gdLst/>
              <a:ahLst/>
              <a:cxnLst/>
              <a:rect l="l" t="t" r="r" b="b"/>
              <a:pathLst>
                <a:path w="4191" h="2091" extrusionOk="0">
                  <a:moveTo>
                    <a:pt x="1734" y="1"/>
                  </a:moveTo>
                  <a:cubicBezTo>
                    <a:pt x="789" y="1"/>
                    <a:pt x="1" y="757"/>
                    <a:pt x="1" y="1702"/>
                  </a:cubicBezTo>
                  <a:lnTo>
                    <a:pt x="1" y="2049"/>
                  </a:lnTo>
                  <a:lnTo>
                    <a:pt x="1230" y="2049"/>
                  </a:lnTo>
                  <a:cubicBezTo>
                    <a:pt x="1545" y="2049"/>
                    <a:pt x="1891" y="2049"/>
                    <a:pt x="2017" y="1986"/>
                  </a:cubicBezTo>
                  <a:cubicBezTo>
                    <a:pt x="2049" y="1954"/>
                    <a:pt x="2080" y="1828"/>
                    <a:pt x="2080" y="1734"/>
                  </a:cubicBezTo>
                  <a:cubicBezTo>
                    <a:pt x="2080" y="1545"/>
                    <a:pt x="2238" y="1387"/>
                    <a:pt x="2458" y="1387"/>
                  </a:cubicBezTo>
                  <a:cubicBezTo>
                    <a:pt x="2647" y="1387"/>
                    <a:pt x="2805" y="1545"/>
                    <a:pt x="2805" y="1734"/>
                  </a:cubicBezTo>
                  <a:cubicBezTo>
                    <a:pt x="2805" y="1828"/>
                    <a:pt x="2805" y="1954"/>
                    <a:pt x="2868" y="1986"/>
                  </a:cubicBezTo>
                  <a:cubicBezTo>
                    <a:pt x="2942" y="2059"/>
                    <a:pt x="3091" y="2090"/>
                    <a:pt x="3266" y="2090"/>
                  </a:cubicBezTo>
                  <a:cubicBezTo>
                    <a:pt x="3389" y="2090"/>
                    <a:pt x="3525" y="2075"/>
                    <a:pt x="3656" y="2049"/>
                  </a:cubicBezTo>
                  <a:lnTo>
                    <a:pt x="4191" y="2049"/>
                  </a:lnTo>
                  <a:lnTo>
                    <a:pt x="4191" y="1702"/>
                  </a:lnTo>
                  <a:lnTo>
                    <a:pt x="4128" y="1702"/>
                  </a:lnTo>
                  <a:cubicBezTo>
                    <a:pt x="4128" y="757"/>
                    <a:pt x="3340" y="1"/>
                    <a:pt x="239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14659;p136">
              <a:extLst>
                <a:ext uri="{FF2B5EF4-FFF2-40B4-BE49-F238E27FC236}">
                  <a16:creationId xmlns:a16="http://schemas.microsoft.com/office/drawing/2014/main" id="{E99A9AE5-098E-354E-CA4D-BAA1FCB42B22}"/>
                </a:ext>
              </a:extLst>
            </p:cNvPr>
            <p:cNvSpPr/>
            <p:nvPr/>
          </p:nvSpPr>
          <p:spPr>
            <a:xfrm>
              <a:off x="-33593500" y="3341475"/>
              <a:ext cx="104775" cy="74075"/>
            </a:xfrm>
            <a:custGeom>
              <a:avLst/>
              <a:gdLst/>
              <a:ahLst/>
              <a:cxnLst/>
              <a:rect l="l" t="t" r="r" b="b"/>
              <a:pathLst>
                <a:path w="4191" h="2963" extrusionOk="0">
                  <a:moveTo>
                    <a:pt x="2395" y="1"/>
                  </a:moveTo>
                  <a:cubicBezTo>
                    <a:pt x="2080" y="253"/>
                    <a:pt x="1671" y="253"/>
                    <a:pt x="1230" y="253"/>
                  </a:cubicBezTo>
                  <a:lnTo>
                    <a:pt x="1" y="253"/>
                  </a:lnTo>
                  <a:lnTo>
                    <a:pt x="1" y="914"/>
                  </a:lnTo>
                  <a:cubicBezTo>
                    <a:pt x="1" y="2049"/>
                    <a:pt x="946" y="2962"/>
                    <a:pt x="2112" y="2962"/>
                  </a:cubicBezTo>
                  <a:cubicBezTo>
                    <a:pt x="3246" y="2962"/>
                    <a:pt x="4191" y="2049"/>
                    <a:pt x="4191" y="914"/>
                  </a:cubicBezTo>
                  <a:lnTo>
                    <a:pt x="4191" y="253"/>
                  </a:lnTo>
                  <a:lnTo>
                    <a:pt x="3466" y="253"/>
                  </a:lnTo>
                  <a:cubicBezTo>
                    <a:pt x="3088" y="253"/>
                    <a:pt x="2679" y="190"/>
                    <a:pt x="239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14660;p136">
              <a:extLst>
                <a:ext uri="{FF2B5EF4-FFF2-40B4-BE49-F238E27FC236}">
                  <a16:creationId xmlns:a16="http://schemas.microsoft.com/office/drawing/2014/main" id="{E27124ED-F253-33D9-2C43-7711E1BC2F09}"/>
                </a:ext>
              </a:extLst>
            </p:cNvPr>
            <p:cNvSpPr/>
            <p:nvPr/>
          </p:nvSpPr>
          <p:spPr>
            <a:xfrm>
              <a:off x="-33455650" y="3381650"/>
              <a:ext cx="104775" cy="52250"/>
            </a:xfrm>
            <a:custGeom>
              <a:avLst/>
              <a:gdLst/>
              <a:ahLst/>
              <a:cxnLst/>
              <a:rect l="l" t="t" r="r" b="b"/>
              <a:pathLst>
                <a:path w="4191" h="2090" extrusionOk="0">
                  <a:moveTo>
                    <a:pt x="1702" y="0"/>
                  </a:moveTo>
                  <a:cubicBezTo>
                    <a:pt x="756" y="0"/>
                    <a:pt x="0" y="757"/>
                    <a:pt x="0" y="1702"/>
                  </a:cubicBezTo>
                  <a:lnTo>
                    <a:pt x="0" y="2048"/>
                  </a:lnTo>
                  <a:lnTo>
                    <a:pt x="1229" y="2048"/>
                  </a:lnTo>
                  <a:cubicBezTo>
                    <a:pt x="1544" y="2048"/>
                    <a:pt x="1891" y="2048"/>
                    <a:pt x="2017" y="1985"/>
                  </a:cubicBezTo>
                  <a:cubicBezTo>
                    <a:pt x="2048" y="1954"/>
                    <a:pt x="2080" y="1828"/>
                    <a:pt x="2080" y="1733"/>
                  </a:cubicBezTo>
                  <a:cubicBezTo>
                    <a:pt x="2080" y="1544"/>
                    <a:pt x="2237" y="1387"/>
                    <a:pt x="2458" y="1387"/>
                  </a:cubicBezTo>
                  <a:cubicBezTo>
                    <a:pt x="2647" y="1387"/>
                    <a:pt x="2804" y="1544"/>
                    <a:pt x="2804" y="1733"/>
                  </a:cubicBezTo>
                  <a:cubicBezTo>
                    <a:pt x="2804" y="1828"/>
                    <a:pt x="2804" y="1954"/>
                    <a:pt x="2867" y="1985"/>
                  </a:cubicBezTo>
                  <a:cubicBezTo>
                    <a:pt x="2941" y="2059"/>
                    <a:pt x="3091" y="2090"/>
                    <a:pt x="3265" y="2090"/>
                  </a:cubicBezTo>
                  <a:cubicBezTo>
                    <a:pt x="3388" y="2090"/>
                    <a:pt x="3524" y="2074"/>
                    <a:pt x="3655" y="2048"/>
                  </a:cubicBezTo>
                  <a:lnTo>
                    <a:pt x="4190" y="2048"/>
                  </a:lnTo>
                  <a:lnTo>
                    <a:pt x="4190" y="1702"/>
                  </a:lnTo>
                  <a:cubicBezTo>
                    <a:pt x="4096" y="757"/>
                    <a:pt x="3308" y="0"/>
                    <a:pt x="23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14661;p136">
              <a:extLst>
                <a:ext uri="{FF2B5EF4-FFF2-40B4-BE49-F238E27FC236}">
                  <a16:creationId xmlns:a16="http://schemas.microsoft.com/office/drawing/2014/main" id="{9796A803-563C-A90B-5C07-7412FA8EEC11}"/>
                </a:ext>
              </a:extLst>
            </p:cNvPr>
            <p:cNvSpPr/>
            <p:nvPr/>
          </p:nvSpPr>
          <p:spPr>
            <a:xfrm>
              <a:off x="-33456450" y="3443875"/>
              <a:ext cx="102425" cy="74850"/>
            </a:xfrm>
            <a:custGeom>
              <a:avLst/>
              <a:gdLst/>
              <a:ahLst/>
              <a:cxnLst/>
              <a:rect l="l" t="t" r="r" b="b"/>
              <a:pathLst>
                <a:path w="4097" h="2994" extrusionOk="0">
                  <a:moveTo>
                    <a:pt x="2395" y="0"/>
                  </a:moveTo>
                  <a:cubicBezTo>
                    <a:pt x="2080" y="252"/>
                    <a:pt x="1639" y="252"/>
                    <a:pt x="1230" y="252"/>
                  </a:cubicBezTo>
                  <a:lnTo>
                    <a:pt x="1" y="252"/>
                  </a:lnTo>
                  <a:lnTo>
                    <a:pt x="1" y="914"/>
                  </a:lnTo>
                  <a:cubicBezTo>
                    <a:pt x="1" y="2048"/>
                    <a:pt x="914" y="2993"/>
                    <a:pt x="2049" y="2993"/>
                  </a:cubicBezTo>
                  <a:cubicBezTo>
                    <a:pt x="3183" y="2993"/>
                    <a:pt x="4096" y="2048"/>
                    <a:pt x="4096" y="914"/>
                  </a:cubicBezTo>
                  <a:lnTo>
                    <a:pt x="4096" y="252"/>
                  </a:lnTo>
                  <a:lnTo>
                    <a:pt x="3435" y="252"/>
                  </a:lnTo>
                  <a:cubicBezTo>
                    <a:pt x="3025" y="252"/>
                    <a:pt x="2679" y="189"/>
                    <a:pt x="239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5" name="Google Shape;14662;p136">
            <a:extLst>
              <a:ext uri="{FF2B5EF4-FFF2-40B4-BE49-F238E27FC236}">
                <a16:creationId xmlns:a16="http://schemas.microsoft.com/office/drawing/2014/main" id="{22E8DE82-E70E-15C5-62C4-23AF461B7E2E}"/>
              </a:ext>
            </a:extLst>
          </p:cNvPr>
          <p:cNvGrpSpPr/>
          <p:nvPr/>
        </p:nvGrpSpPr>
        <p:grpSpPr>
          <a:xfrm>
            <a:off x="4680296" y="2990122"/>
            <a:ext cx="356202" cy="355260"/>
            <a:chOff x="-33646250" y="3586425"/>
            <a:chExt cx="293000" cy="292225"/>
          </a:xfrm>
          <a:solidFill>
            <a:schemeClr val="accent1">
              <a:lumMod val="75000"/>
            </a:schemeClr>
          </a:solidFill>
        </p:grpSpPr>
        <p:sp>
          <p:nvSpPr>
            <p:cNvPr id="336" name="Google Shape;14663;p136">
              <a:extLst>
                <a:ext uri="{FF2B5EF4-FFF2-40B4-BE49-F238E27FC236}">
                  <a16:creationId xmlns:a16="http://schemas.microsoft.com/office/drawing/2014/main" id="{EE543060-3A12-4AC3-99B8-4121187E4563}"/>
                </a:ext>
              </a:extLst>
            </p:cNvPr>
            <p:cNvSpPr/>
            <p:nvPr/>
          </p:nvSpPr>
          <p:spPr>
            <a:xfrm>
              <a:off x="-33646250" y="3739225"/>
              <a:ext cx="141775" cy="139425"/>
            </a:xfrm>
            <a:custGeom>
              <a:avLst/>
              <a:gdLst/>
              <a:ahLst/>
              <a:cxnLst/>
              <a:rect l="l" t="t" r="r" b="b"/>
              <a:pathLst>
                <a:path w="5671" h="5577" extrusionOk="0">
                  <a:moveTo>
                    <a:pt x="4190" y="1"/>
                  </a:moveTo>
                  <a:cubicBezTo>
                    <a:pt x="4001" y="316"/>
                    <a:pt x="3970" y="725"/>
                    <a:pt x="4127" y="1040"/>
                  </a:cubicBezTo>
                  <a:lnTo>
                    <a:pt x="3497" y="1670"/>
                  </a:lnTo>
                  <a:cubicBezTo>
                    <a:pt x="3345" y="1589"/>
                    <a:pt x="3194" y="1550"/>
                    <a:pt x="3047" y="1550"/>
                  </a:cubicBezTo>
                  <a:cubicBezTo>
                    <a:pt x="2797" y="1550"/>
                    <a:pt x="2561" y="1661"/>
                    <a:pt x="2363" y="1859"/>
                  </a:cubicBezTo>
                  <a:lnTo>
                    <a:pt x="378" y="3813"/>
                  </a:lnTo>
                  <a:cubicBezTo>
                    <a:pt x="0" y="4222"/>
                    <a:pt x="0" y="4884"/>
                    <a:pt x="378" y="5293"/>
                  </a:cubicBezTo>
                  <a:cubicBezTo>
                    <a:pt x="583" y="5482"/>
                    <a:pt x="851" y="5577"/>
                    <a:pt x="1115" y="5577"/>
                  </a:cubicBezTo>
                  <a:cubicBezTo>
                    <a:pt x="1378" y="5577"/>
                    <a:pt x="1638" y="5482"/>
                    <a:pt x="1827" y="5293"/>
                  </a:cubicBezTo>
                  <a:lnTo>
                    <a:pt x="3812" y="3309"/>
                  </a:lnTo>
                  <a:cubicBezTo>
                    <a:pt x="4096" y="3025"/>
                    <a:pt x="4190" y="2553"/>
                    <a:pt x="4001" y="2143"/>
                  </a:cubicBezTo>
                  <a:lnTo>
                    <a:pt x="4631" y="1513"/>
                  </a:lnTo>
                  <a:cubicBezTo>
                    <a:pt x="4789" y="1576"/>
                    <a:pt x="4915" y="1607"/>
                    <a:pt x="5072" y="1607"/>
                  </a:cubicBezTo>
                  <a:cubicBezTo>
                    <a:pt x="5261" y="1607"/>
                    <a:pt x="5450" y="1544"/>
                    <a:pt x="5671" y="1418"/>
                  </a:cubicBezTo>
                  <a:cubicBezTo>
                    <a:pt x="5041" y="1040"/>
                    <a:pt x="4568" y="568"/>
                    <a:pt x="419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14664;p136">
              <a:extLst>
                <a:ext uri="{FF2B5EF4-FFF2-40B4-BE49-F238E27FC236}">
                  <a16:creationId xmlns:a16="http://schemas.microsoft.com/office/drawing/2014/main" id="{9AEEB593-824E-71F8-4AE1-C61A7B7EEA8C}"/>
                </a:ext>
              </a:extLst>
            </p:cNvPr>
            <p:cNvSpPr/>
            <p:nvPr/>
          </p:nvSpPr>
          <p:spPr>
            <a:xfrm>
              <a:off x="-33541500" y="3586425"/>
              <a:ext cx="188250" cy="187475"/>
            </a:xfrm>
            <a:custGeom>
              <a:avLst/>
              <a:gdLst/>
              <a:ahLst/>
              <a:cxnLst/>
              <a:rect l="l" t="t" r="r" b="b"/>
              <a:pathLst>
                <a:path w="7530" h="7499" extrusionOk="0">
                  <a:moveTo>
                    <a:pt x="3718" y="1387"/>
                  </a:moveTo>
                  <a:cubicBezTo>
                    <a:pt x="4253" y="1387"/>
                    <a:pt x="4726" y="1859"/>
                    <a:pt x="4726" y="2427"/>
                  </a:cubicBezTo>
                  <a:cubicBezTo>
                    <a:pt x="4789" y="2805"/>
                    <a:pt x="4505" y="3214"/>
                    <a:pt x="4096" y="3372"/>
                  </a:cubicBezTo>
                  <a:lnTo>
                    <a:pt x="4096" y="3750"/>
                  </a:lnTo>
                  <a:cubicBezTo>
                    <a:pt x="4096" y="3939"/>
                    <a:pt x="3938" y="4096"/>
                    <a:pt x="3749" y="4096"/>
                  </a:cubicBezTo>
                  <a:cubicBezTo>
                    <a:pt x="3560" y="4096"/>
                    <a:pt x="3403" y="3939"/>
                    <a:pt x="3403" y="3750"/>
                  </a:cubicBezTo>
                  <a:lnTo>
                    <a:pt x="3403" y="3372"/>
                  </a:lnTo>
                  <a:cubicBezTo>
                    <a:pt x="3403" y="3088"/>
                    <a:pt x="3592" y="2805"/>
                    <a:pt x="3875" y="2742"/>
                  </a:cubicBezTo>
                  <a:cubicBezTo>
                    <a:pt x="4001" y="2679"/>
                    <a:pt x="4096" y="2521"/>
                    <a:pt x="4096" y="2427"/>
                  </a:cubicBezTo>
                  <a:cubicBezTo>
                    <a:pt x="4096" y="2206"/>
                    <a:pt x="3938" y="2049"/>
                    <a:pt x="3749" y="2049"/>
                  </a:cubicBezTo>
                  <a:cubicBezTo>
                    <a:pt x="3560" y="2049"/>
                    <a:pt x="3403" y="2206"/>
                    <a:pt x="3403" y="2427"/>
                  </a:cubicBezTo>
                  <a:cubicBezTo>
                    <a:pt x="3403" y="2616"/>
                    <a:pt x="3245" y="2773"/>
                    <a:pt x="3056" y="2773"/>
                  </a:cubicBezTo>
                  <a:cubicBezTo>
                    <a:pt x="2836" y="2773"/>
                    <a:pt x="2678" y="2616"/>
                    <a:pt x="2678" y="2427"/>
                  </a:cubicBezTo>
                  <a:cubicBezTo>
                    <a:pt x="2678" y="1859"/>
                    <a:pt x="3151" y="1387"/>
                    <a:pt x="3718" y="1387"/>
                  </a:cubicBezTo>
                  <a:close/>
                  <a:moveTo>
                    <a:pt x="3749" y="4726"/>
                  </a:moveTo>
                  <a:cubicBezTo>
                    <a:pt x="3938" y="4726"/>
                    <a:pt x="4096" y="4884"/>
                    <a:pt x="4096" y="5104"/>
                  </a:cubicBezTo>
                  <a:cubicBezTo>
                    <a:pt x="4096" y="5294"/>
                    <a:pt x="3938" y="5451"/>
                    <a:pt x="3749" y="5451"/>
                  </a:cubicBezTo>
                  <a:cubicBezTo>
                    <a:pt x="3560" y="5451"/>
                    <a:pt x="3403" y="5294"/>
                    <a:pt x="3403" y="5104"/>
                  </a:cubicBezTo>
                  <a:cubicBezTo>
                    <a:pt x="3403" y="4884"/>
                    <a:pt x="3560" y="4726"/>
                    <a:pt x="3749" y="4726"/>
                  </a:cubicBezTo>
                  <a:close/>
                  <a:moveTo>
                    <a:pt x="3749" y="1"/>
                  </a:moveTo>
                  <a:cubicBezTo>
                    <a:pt x="1670" y="1"/>
                    <a:pt x="0" y="1702"/>
                    <a:pt x="0" y="3750"/>
                  </a:cubicBezTo>
                  <a:cubicBezTo>
                    <a:pt x="0" y="5829"/>
                    <a:pt x="1702" y="7499"/>
                    <a:pt x="3749" y="7499"/>
                  </a:cubicBezTo>
                  <a:cubicBezTo>
                    <a:pt x="5829" y="7499"/>
                    <a:pt x="7498" y="5798"/>
                    <a:pt x="7498" y="3750"/>
                  </a:cubicBezTo>
                  <a:cubicBezTo>
                    <a:pt x="7530" y="1670"/>
                    <a:pt x="5829" y="1"/>
                    <a:pt x="37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8" name="Google Shape;14665;p136">
            <a:extLst>
              <a:ext uri="{FF2B5EF4-FFF2-40B4-BE49-F238E27FC236}">
                <a16:creationId xmlns:a16="http://schemas.microsoft.com/office/drawing/2014/main" id="{3514E4D7-1FB4-0839-DE44-E3023A41FA02}"/>
              </a:ext>
            </a:extLst>
          </p:cNvPr>
          <p:cNvGrpSpPr/>
          <p:nvPr/>
        </p:nvGrpSpPr>
        <p:grpSpPr>
          <a:xfrm>
            <a:off x="4680767" y="3425802"/>
            <a:ext cx="355260" cy="356234"/>
            <a:chOff x="-33645475" y="3944800"/>
            <a:chExt cx="292225" cy="293025"/>
          </a:xfrm>
          <a:solidFill>
            <a:schemeClr val="accent1">
              <a:lumMod val="75000"/>
            </a:schemeClr>
          </a:solidFill>
        </p:grpSpPr>
        <p:sp>
          <p:nvSpPr>
            <p:cNvPr id="339" name="Google Shape;14666;p136">
              <a:extLst>
                <a:ext uri="{FF2B5EF4-FFF2-40B4-BE49-F238E27FC236}">
                  <a16:creationId xmlns:a16="http://schemas.microsoft.com/office/drawing/2014/main" id="{C496118E-29F0-19A5-8CE5-E42F2787C612}"/>
                </a:ext>
              </a:extLst>
            </p:cNvPr>
            <p:cNvSpPr/>
            <p:nvPr/>
          </p:nvSpPr>
          <p:spPr>
            <a:xfrm>
              <a:off x="-33549375" y="3944800"/>
              <a:ext cx="98475" cy="70900"/>
            </a:xfrm>
            <a:custGeom>
              <a:avLst/>
              <a:gdLst/>
              <a:ahLst/>
              <a:cxnLst/>
              <a:rect l="l" t="t" r="r" b="b"/>
              <a:pathLst>
                <a:path w="3939" h="2836" extrusionOk="0">
                  <a:moveTo>
                    <a:pt x="1985" y="0"/>
                  </a:moveTo>
                  <a:cubicBezTo>
                    <a:pt x="1260" y="0"/>
                    <a:pt x="473" y="946"/>
                    <a:pt x="0" y="2521"/>
                  </a:cubicBezTo>
                  <a:cubicBezTo>
                    <a:pt x="158" y="2615"/>
                    <a:pt x="284" y="2710"/>
                    <a:pt x="410" y="2836"/>
                  </a:cubicBezTo>
                  <a:cubicBezTo>
                    <a:pt x="914" y="2773"/>
                    <a:pt x="1481" y="2773"/>
                    <a:pt x="1985" y="2773"/>
                  </a:cubicBezTo>
                  <a:cubicBezTo>
                    <a:pt x="2489" y="2773"/>
                    <a:pt x="3056" y="2804"/>
                    <a:pt x="3560" y="2836"/>
                  </a:cubicBezTo>
                  <a:cubicBezTo>
                    <a:pt x="3623" y="2678"/>
                    <a:pt x="3781" y="2584"/>
                    <a:pt x="3938" y="2521"/>
                  </a:cubicBezTo>
                  <a:cubicBezTo>
                    <a:pt x="3529" y="946"/>
                    <a:pt x="2741" y="0"/>
                    <a:pt x="19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14667;p136">
              <a:extLst>
                <a:ext uri="{FF2B5EF4-FFF2-40B4-BE49-F238E27FC236}">
                  <a16:creationId xmlns:a16="http://schemas.microsoft.com/office/drawing/2014/main" id="{1DA5AC81-F6EE-41CE-05E1-0424D7A3B6EF}"/>
                </a:ext>
              </a:extLst>
            </p:cNvPr>
            <p:cNvSpPr/>
            <p:nvPr/>
          </p:nvSpPr>
          <p:spPr>
            <a:xfrm>
              <a:off x="-33645475" y="4041675"/>
              <a:ext cx="70900" cy="98475"/>
            </a:xfrm>
            <a:custGeom>
              <a:avLst/>
              <a:gdLst/>
              <a:ahLst/>
              <a:cxnLst/>
              <a:rect l="l" t="t" r="r" b="b"/>
              <a:pathLst>
                <a:path w="2836" h="3939" extrusionOk="0">
                  <a:moveTo>
                    <a:pt x="2521" y="0"/>
                  </a:moveTo>
                  <a:cubicBezTo>
                    <a:pt x="946" y="473"/>
                    <a:pt x="32" y="1229"/>
                    <a:pt x="32" y="1954"/>
                  </a:cubicBezTo>
                  <a:cubicBezTo>
                    <a:pt x="1" y="2710"/>
                    <a:pt x="946" y="3466"/>
                    <a:pt x="2521" y="3939"/>
                  </a:cubicBezTo>
                  <a:cubicBezTo>
                    <a:pt x="2584" y="3781"/>
                    <a:pt x="2710" y="3655"/>
                    <a:pt x="2836" y="3529"/>
                  </a:cubicBezTo>
                  <a:cubicBezTo>
                    <a:pt x="2773" y="3025"/>
                    <a:pt x="2773" y="2521"/>
                    <a:pt x="2773" y="1954"/>
                  </a:cubicBezTo>
                  <a:cubicBezTo>
                    <a:pt x="2773" y="1418"/>
                    <a:pt x="2805" y="914"/>
                    <a:pt x="2836" y="379"/>
                  </a:cubicBezTo>
                  <a:cubicBezTo>
                    <a:pt x="2679" y="316"/>
                    <a:pt x="2553" y="158"/>
                    <a:pt x="25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14668;p136">
              <a:extLst>
                <a:ext uri="{FF2B5EF4-FFF2-40B4-BE49-F238E27FC236}">
                  <a16:creationId xmlns:a16="http://schemas.microsoft.com/office/drawing/2014/main" id="{AFDD535E-E359-938D-7324-9EAB65D7F304}"/>
                </a:ext>
              </a:extLst>
            </p:cNvPr>
            <p:cNvSpPr/>
            <p:nvPr/>
          </p:nvSpPr>
          <p:spPr>
            <a:xfrm>
              <a:off x="-33424150" y="4042450"/>
              <a:ext cx="70900" cy="52025"/>
            </a:xfrm>
            <a:custGeom>
              <a:avLst/>
              <a:gdLst/>
              <a:ahLst/>
              <a:cxnLst/>
              <a:rect l="l" t="t" r="r" b="b"/>
              <a:pathLst>
                <a:path w="2836" h="2081" extrusionOk="0">
                  <a:moveTo>
                    <a:pt x="316" y="1"/>
                  </a:moveTo>
                  <a:cubicBezTo>
                    <a:pt x="253" y="159"/>
                    <a:pt x="127" y="285"/>
                    <a:pt x="1" y="379"/>
                  </a:cubicBezTo>
                  <a:cubicBezTo>
                    <a:pt x="32" y="600"/>
                    <a:pt x="32" y="789"/>
                    <a:pt x="32" y="978"/>
                  </a:cubicBezTo>
                  <a:cubicBezTo>
                    <a:pt x="158" y="978"/>
                    <a:pt x="284" y="946"/>
                    <a:pt x="442" y="946"/>
                  </a:cubicBezTo>
                  <a:cubicBezTo>
                    <a:pt x="1387" y="946"/>
                    <a:pt x="2237" y="1387"/>
                    <a:pt x="2804" y="2080"/>
                  </a:cubicBezTo>
                  <a:lnTo>
                    <a:pt x="2804" y="1954"/>
                  </a:lnTo>
                  <a:cubicBezTo>
                    <a:pt x="2836" y="1230"/>
                    <a:pt x="1891" y="474"/>
                    <a:pt x="3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14669;p136">
              <a:extLst>
                <a:ext uri="{FF2B5EF4-FFF2-40B4-BE49-F238E27FC236}">
                  <a16:creationId xmlns:a16="http://schemas.microsoft.com/office/drawing/2014/main" id="{18960746-E646-190D-8602-759D5CD30A36}"/>
                </a:ext>
              </a:extLst>
            </p:cNvPr>
            <p:cNvSpPr/>
            <p:nvPr/>
          </p:nvSpPr>
          <p:spPr>
            <a:xfrm>
              <a:off x="-33549375" y="4165325"/>
              <a:ext cx="86650" cy="70925"/>
            </a:xfrm>
            <a:custGeom>
              <a:avLst/>
              <a:gdLst/>
              <a:ahLst/>
              <a:cxnLst/>
              <a:rect l="l" t="t" r="r" b="b"/>
              <a:pathLst>
                <a:path w="3466" h="2837" extrusionOk="0">
                  <a:moveTo>
                    <a:pt x="410" y="1"/>
                  </a:moveTo>
                  <a:cubicBezTo>
                    <a:pt x="315" y="158"/>
                    <a:pt x="158" y="284"/>
                    <a:pt x="0" y="316"/>
                  </a:cubicBezTo>
                  <a:cubicBezTo>
                    <a:pt x="473" y="1891"/>
                    <a:pt x="1260" y="2836"/>
                    <a:pt x="1985" y="2836"/>
                  </a:cubicBezTo>
                  <a:cubicBezTo>
                    <a:pt x="2489" y="2836"/>
                    <a:pt x="3056" y="2364"/>
                    <a:pt x="3466" y="1544"/>
                  </a:cubicBezTo>
                  <a:lnTo>
                    <a:pt x="3119" y="1072"/>
                  </a:lnTo>
                  <a:cubicBezTo>
                    <a:pt x="2836" y="851"/>
                    <a:pt x="2678" y="473"/>
                    <a:pt x="2521" y="95"/>
                  </a:cubicBezTo>
                  <a:lnTo>
                    <a:pt x="1985" y="95"/>
                  </a:lnTo>
                  <a:cubicBezTo>
                    <a:pt x="1418" y="95"/>
                    <a:pt x="882" y="64"/>
                    <a:pt x="41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14670;p136">
              <a:extLst>
                <a:ext uri="{FF2B5EF4-FFF2-40B4-BE49-F238E27FC236}">
                  <a16:creationId xmlns:a16="http://schemas.microsoft.com/office/drawing/2014/main" id="{057E11EF-3CAD-2070-9E78-2F9B5A0E6DE2}"/>
                </a:ext>
              </a:extLst>
            </p:cNvPr>
            <p:cNvSpPr/>
            <p:nvPr/>
          </p:nvSpPr>
          <p:spPr>
            <a:xfrm>
              <a:off x="-33558825" y="4030650"/>
              <a:ext cx="118950" cy="120525"/>
            </a:xfrm>
            <a:custGeom>
              <a:avLst/>
              <a:gdLst/>
              <a:ahLst/>
              <a:cxnLst/>
              <a:rect l="l" t="t" r="r" b="b"/>
              <a:pathLst>
                <a:path w="4758" h="4821" extrusionOk="0">
                  <a:moveTo>
                    <a:pt x="2395" y="0"/>
                  </a:moveTo>
                  <a:cubicBezTo>
                    <a:pt x="1922" y="0"/>
                    <a:pt x="1418" y="32"/>
                    <a:pt x="1008" y="95"/>
                  </a:cubicBezTo>
                  <a:cubicBezTo>
                    <a:pt x="977" y="599"/>
                    <a:pt x="599" y="977"/>
                    <a:pt x="63" y="1040"/>
                  </a:cubicBezTo>
                  <a:cubicBezTo>
                    <a:pt x="32" y="1450"/>
                    <a:pt x="0" y="1922"/>
                    <a:pt x="0" y="2395"/>
                  </a:cubicBezTo>
                  <a:cubicBezTo>
                    <a:pt x="0" y="2867"/>
                    <a:pt x="32" y="3340"/>
                    <a:pt x="63" y="3781"/>
                  </a:cubicBezTo>
                  <a:cubicBezTo>
                    <a:pt x="599" y="3812"/>
                    <a:pt x="977" y="4222"/>
                    <a:pt x="1008" y="4726"/>
                  </a:cubicBezTo>
                  <a:cubicBezTo>
                    <a:pt x="1449" y="4758"/>
                    <a:pt x="1922" y="4821"/>
                    <a:pt x="2395" y="4821"/>
                  </a:cubicBezTo>
                  <a:lnTo>
                    <a:pt x="2804" y="4821"/>
                  </a:lnTo>
                  <a:cubicBezTo>
                    <a:pt x="2804" y="4695"/>
                    <a:pt x="2741" y="4569"/>
                    <a:pt x="2741" y="4506"/>
                  </a:cubicBezTo>
                  <a:cubicBezTo>
                    <a:pt x="2741" y="3151"/>
                    <a:pt x="3592" y="2017"/>
                    <a:pt x="4757" y="1576"/>
                  </a:cubicBezTo>
                  <a:cubicBezTo>
                    <a:pt x="4757" y="1387"/>
                    <a:pt x="4726" y="1229"/>
                    <a:pt x="4726" y="1040"/>
                  </a:cubicBezTo>
                  <a:cubicBezTo>
                    <a:pt x="4222" y="977"/>
                    <a:pt x="3812" y="599"/>
                    <a:pt x="3781" y="95"/>
                  </a:cubicBezTo>
                  <a:cubicBezTo>
                    <a:pt x="3340" y="32"/>
                    <a:pt x="2867" y="0"/>
                    <a:pt x="239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14671;p136">
              <a:extLst>
                <a:ext uri="{FF2B5EF4-FFF2-40B4-BE49-F238E27FC236}">
                  <a16:creationId xmlns:a16="http://schemas.microsoft.com/office/drawing/2014/main" id="{40A3AE84-49FA-63DA-75D5-60A3EFD570E7}"/>
                </a:ext>
              </a:extLst>
            </p:cNvPr>
            <p:cNvSpPr/>
            <p:nvPr/>
          </p:nvSpPr>
          <p:spPr>
            <a:xfrm>
              <a:off x="-33639950" y="4129900"/>
              <a:ext cx="100825" cy="100825"/>
            </a:xfrm>
            <a:custGeom>
              <a:avLst/>
              <a:gdLst/>
              <a:ahLst/>
              <a:cxnLst/>
              <a:rect l="l" t="t" r="r" b="b"/>
              <a:pathLst>
                <a:path w="4033" h="4033" extrusionOk="0">
                  <a:moveTo>
                    <a:pt x="0" y="0"/>
                  </a:moveTo>
                  <a:lnTo>
                    <a:pt x="0" y="0"/>
                  </a:lnTo>
                  <a:cubicBezTo>
                    <a:pt x="567" y="1953"/>
                    <a:pt x="2111" y="3466"/>
                    <a:pt x="4033" y="4033"/>
                  </a:cubicBezTo>
                  <a:cubicBezTo>
                    <a:pt x="3592" y="3466"/>
                    <a:pt x="3245" y="2741"/>
                    <a:pt x="2962" y="1827"/>
                  </a:cubicBezTo>
                  <a:cubicBezTo>
                    <a:pt x="2584" y="1733"/>
                    <a:pt x="2300" y="1481"/>
                    <a:pt x="2206" y="1071"/>
                  </a:cubicBezTo>
                  <a:cubicBezTo>
                    <a:pt x="1323" y="851"/>
                    <a:pt x="567" y="441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14672;p136">
              <a:extLst>
                <a:ext uri="{FF2B5EF4-FFF2-40B4-BE49-F238E27FC236}">
                  <a16:creationId xmlns:a16="http://schemas.microsoft.com/office/drawing/2014/main" id="{B3BD7FCA-2F2D-3809-9484-831318C11DB6}"/>
                </a:ext>
              </a:extLst>
            </p:cNvPr>
            <p:cNvSpPr/>
            <p:nvPr/>
          </p:nvSpPr>
          <p:spPr>
            <a:xfrm>
              <a:off x="-33459600" y="3951875"/>
              <a:ext cx="100850" cy="100075"/>
            </a:xfrm>
            <a:custGeom>
              <a:avLst/>
              <a:gdLst/>
              <a:ahLst/>
              <a:cxnLst/>
              <a:rect l="l" t="t" r="r" b="b"/>
              <a:pathLst>
                <a:path w="4034" h="4003" extrusionOk="0">
                  <a:moveTo>
                    <a:pt x="1" y="1"/>
                  </a:moveTo>
                  <a:lnTo>
                    <a:pt x="1" y="1"/>
                  </a:lnTo>
                  <a:cubicBezTo>
                    <a:pt x="442" y="537"/>
                    <a:pt x="788" y="1293"/>
                    <a:pt x="1072" y="2206"/>
                  </a:cubicBezTo>
                  <a:cubicBezTo>
                    <a:pt x="1419" y="2238"/>
                    <a:pt x="1734" y="2553"/>
                    <a:pt x="1828" y="2962"/>
                  </a:cubicBezTo>
                  <a:cubicBezTo>
                    <a:pt x="2710" y="3183"/>
                    <a:pt x="3466" y="3592"/>
                    <a:pt x="4033" y="4002"/>
                  </a:cubicBezTo>
                  <a:cubicBezTo>
                    <a:pt x="3466" y="2080"/>
                    <a:pt x="1923" y="537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14673;p136">
              <a:extLst>
                <a:ext uri="{FF2B5EF4-FFF2-40B4-BE49-F238E27FC236}">
                  <a16:creationId xmlns:a16="http://schemas.microsoft.com/office/drawing/2014/main" id="{A389DB9E-4015-DB52-17AE-9E65FE402BB3}"/>
                </a:ext>
              </a:extLst>
            </p:cNvPr>
            <p:cNvSpPr/>
            <p:nvPr/>
          </p:nvSpPr>
          <p:spPr>
            <a:xfrm>
              <a:off x="-33639950" y="3951100"/>
              <a:ext cx="100825" cy="100050"/>
            </a:xfrm>
            <a:custGeom>
              <a:avLst/>
              <a:gdLst/>
              <a:ahLst/>
              <a:cxnLst/>
              <a:rect l="l" t="t" r="r" b="b"/>
              <a:pathLst>
                <a:path w="4033" h="4002" extrusionOk="0">
                  <a:moveTo>
                    <a:pt x="4033" y="0"/>
                  </a:moveTo>
                  <a:lnTo>
                    <a:pt x="4033" y="0"/>
                  </a:lnTo>
                  <a:cubicBezTo>
                    <a:pt x="2111" y="536"/>
                    <a:pt x="567" y="2080"/>
                    <a:pt x="0" y="4002"/>
                  </a:cubicBezTo>
                  <a:cubicBezTo>
                    <a:pt x="567" y="3592"/>
                    <a:pt x="1323" y="3214"/>
                    <a:pt x="2206" y="2962"/>
                  </a:cubicBezTo>
                  <a:cubicBezTo>
                    <a:pt x="2300" y="2552"/>
                    <a:pt x="2615" y="2269"/>
                    <a:pt x="2962" y="2206"/>
                  </a:cubicBezTo>
                  <a:cubicBezTo>
                    <a:pt x="3214" y="1292"/>
                    <a:pt x="3592" y="505"/>
                    <a:pt x="40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14674;p136">
              <a:extLst>
                <a:ext uri="{FF2B5EF4-FFF2-40B4-BE49-F238E27FC236}">
                  <a16:creationId xmlns:a16="http://schemas.microsoft.com/office/drawing/2014/main" id="{6D11D37E-9407-1215-A9F0-66F1A5D802BE}"/>
                </a:ext>
              </a:extLst>
            </p:cNvPr>
            <p:cNvSpPr/>
            <p:nvPr/>
          </p:nvSpPr>
          <p:spPr>
            <a:xfrm>
              <a:off x="-33472975" y="4082625"/>
              <a:ext cx="119725" cy="155200"/>
            </a:xfrm>
            <a:custGeom>
              <a:avLst/>
              <a:gdLst/>
              <a:ahLst/>
              <a:cxnLst/>
              <a:rect l="l" t="t" r="r" b="b"/>
              <a:pathLst>
                <a:path w="4789" h="6208" extrusionOk="0">
                  <a:moveTo>
                    <a:pt x="2395" y="1355"/>
                  </a:moveTo>
                  <a:cubicBezTo>
                    <a:pt x="2930" y="1355"/>
                    <a:pt x="3403" y="1828"/>
                    <a:pt x="3403" y="2364"/>
                  </a:cubicBezTo>
                  <a:cubicBezTo>
                    <a:pt x="3403" y="2962"/>
                    <a:pt x="2930" y="3403"/>
                    <a:pt x="2395" y="3403"/>
                  </a:cubicBezTo>
                  <a:cubicBezTo>
                    <a:pt x="1827" y="3403"/>
                    <a:pt x="1355" y="2931"/>
                    <a:pt x="1355" y="2364"/>
                  </a:cubicBezTo>
                  <a:cubicBezTo>
                    <a:pt x="1355" y="1828"/>
                    <a:pt x="1827" y="1355"/>
                    <a:pt x="2395" y="1355"/>
                  </a:cubicBezTo>
                  <a:close/>
                  <a:moveTo>
                    <a:pt x="2395" y="1"/>
                  </a:moveTo>
                  <a:cubicBezTo>
                    <a:pt x="1040" y="1"/>
                    <a:pt x="0" y="1072"/>
                    <a:pt x="0" y="2427"/>
                  </a:cubicBezTo>
                  <a:cubicBezTo>
                    <a:pt x="0" y="2994"/>
                    <a:pt x="221" y="3592"/>
                    <a:pt x="630" y="4002"/>
                  </a:cubicBezTo>
                  <a:lnTo>
                    <a:pt x="2111" y="6050"/>
                  </a:lnTo>
                  <a:cubicBezTo>
                    <a:pt x="2206" y="6113"/>
                    <a:pt x="2269" y="6207"/>
                    <a:pt x="2395" y="6207"/>
                  </a:cubicBezTo>
                  <a:cubicBezTo>
                    <a:pt x="2521" y="6207"/>
                    <a:pt x="2584" y="6144"/>
                    <a:pt x="2678" y="6050"/>
                  </a:cubicBezTo>
                  <a:lnTo>
                    <a:pt x="4442" y="3592"/>
                  </a:lnTo>
                  <a:cubicBezTo>
                    <a:pt x="4663" y="3246"/>
                    <a:pt x="4757" y="2805"/>
                    <a:pt x="4757" y="2364"/>
                  </a:cubicBezTo>
                  <a:cubicBezTo>
                    <a:pt x="4789" y="1072"/>
                    <a:pt x="3686" y="1"/>
                    <a:pt x="239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14675;p136">
              <a:extLst>
                <a:ext uri="{FF2B5EF4-FFF2-40B4-BE49-F238E27FC236}">
                  <a16:creationId xmlns:a16="http://schemas.microsoft.com/office/drawing/2014/main" id="{EA664DC6-83CE-17FE-D3C2-6EED4B7713CA}"/>
                </a:ext>
              </a:extLst>
            </p:cNvPr>
            <p:cNvSpPr/>
            <p:nvPr/>
          </p:nvSpPr>
          <p:spPr>
            <a:xfrm>
              <a:off x="-33421775" y="4133825"/>
              <a:ext cx="17350" cy="18150"/>
            </a:xfrm>
            <a:custGeom>
              <a:avLst/>
              <a:gdLst/>
              <a:ahLst/>
              <a:cxnLst/>
              <a:rect l="l" t="t" r="r" b="b"/>
              <a:pathLst>
                <a:path w="694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5"/>
                    <a:pt x="347" y="725"/>
                  </a:cubicBezTo>
                  <a:cubicBezTo>
                    <a:pt x="536" y="725"/>
                    <a:pt x="693" y="568"/>
                    <a:pt x="693" y="379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0" name="Google Shape;14676;p136">
            <a:extLst>
              <a:ext uri="{FF2B5EF4-FFF2-40B4-BE49-F238E27FC236}">
                <a16:creationId xmlns:a16="http://schemas.microsoft.com/office/drawing/2014/main" id="{AE25D2AC-ECBF-17C3-468D-00C71B4554EF}"/>
              </a:ext>
            </a:extLst>
          </p:cNvPr>
          <p:cNvGrpSpPr/>
          <p:nvPr/>
        </p:nvGrpSpPr>
        <p:grpSpPr>
          <a:xfrm>
            <a:off x="3331424" y="3900441"/>
            <a:ext cx="353346" cy="356051"/>
            <a:chOff x="-31809525" y="3192625"/>
            <a:chExt cx="290650" cy="292875"/>
          </a:xfrm>
          <a:solidFill>
            <a:schemeClr val="accent1">
              <a:lumMod val="75000"/>
            </a:schemeClr>
          </a:solidFill>
        </p:grpSpPr>
        <p:sp>
          <p:nvSpPr>
            <p:cNvPr id="351" name="Google Shape;14677;p136">
              <a:extLst>
                <a:ext uri="{FF2B5EF4-FFF2-40B4-BE49-F238E27FC236}">
                  <a16:creationId xmlns:a16="http://schemas.microsoft.com/office/drawing/2014/main" id="{1BB02974-AD6F-21A5-BE32-6AAC8F3C40E2}"/>
                </a:ext>
              </a:extLst>
            </p:cNvPr>
            <p:cNvSpPr/>
            <p:nvPr/>
          </p:nvSpPr>
          <p:spPr>
            <a:xfrm>
              <a:off x="-31767775" y="3192625"/>
              <a:ext cx="204800" cy="153600"/>
            </a:xfrm>
            <a:custGeom>
              <a:avLst/>
              <a:gdLst/>
              <a:ahLst/>
              <a:cxnLst/>
              <a:rect l="l" t="t" r="r" b="b"/>
              <a:pathLst>
                <a:path w="8192" h="6144" extrusionOk="0">
                  <a:moveTo>
                    <a:pt x="4096" y="0"/>
                  </a:moveTo>
                  <a:cubicBezTo>
                    <a:pt x="2206" y="0"/>
                    <a:pt x="662" y="1544"/>
                    <a:pt x="662" y="3434"/>
                  </a:cubicBezTo>
                  <a:lnTo>
                    <a:pt x="662" y="3497"/>
                  </a:lnTo>
                  <a:cubicBezTo>
                    <a:pt x="252" y="3655"/>
                    <a:pt x="0" y="4033"/>
                    <a:pt x="0" y="4442"/>
                  </a:cubicBezTo>
                  <a:lnTo>
                    <a:pt x="0" y="5136"/>
                  </a:lnTo>
                  <a:cubicBezTo>
                    <a:pt x="0" y="5671"/>
                    <a:pt x="473" y="6144"/>
                    <a:pt x="1009" y="6144"/>
                  </a:cubicBezTo>
                  <a:cubicBezTo>
                    <a:pt x="1135" y="6144"/>
                    <a:pt x="1261" y="6112"/>
                    <a:pt x="1387" y="6081"/>
                  </a:cubicBezTo>
                  <a:lnTo>
                    <a:pt x="1387" y="3403"/>
                  </a:lnTo>
                  <a:cubicBezTo>
                    <a:pt x="1387" y="1891"/>
                    <a:pt x="2584" y="630"/>
                    <a:pt x="4096" y="630"/>
                  </a:cubicBezTo>
                  <a:cubicBezTo>
                    <a:pt x="5577" y="630"/>
                    <a:pt x="6806" y="1891"/>
                    <a:pt x="6806" y="3403"/>
                  </a:cubicBezTo>
                  <a:lnTo>
                    <a:pt x="6806" y="6081"/>
                  </a:lnTo>
                  <a:cubicBezTo>
                    <a:pt x="6932" y="6112"/>
                    <a:pt x="7058" y="6144"/>
                    <a:pt x="7152" y="6144"/>
                  </a:cubicBezTo>
                  <a:cubicBezTo>
                    <a:pt x="7719" y="6144"/>
                    <a:pt x="8192" y="5671"/>
                    <a:pt x="8192" y="5136"/>
                  </a:cubicBezTo>
                  <a:lnTo>
                    <a:pt x="8192" y="4442"/>
                  </a:lnTo>
                  <a:cubicBezTo>
                    <a:pt x="8192" y="4033"/>
                    <a:pt x="7908" y="3623"/>
                    <a:pt x="7530" y="3497"/>
                  </a:cubicBezTo>
                  <a:lnTo>
                    <a:pt x="7530" y="3434"/>
                  </a:lnTo>
                  <a:cubicBezTo>
                    <a:pt x="7467" y="1576"/>
                    <a:pt x="5986" y="0"/>
                    <a:pt x="40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14678;p136">
              <a:extLst>
                <a:ext uri="{FF2B5EF4-FFF2-40B4-BE49-F238E27FC236}">
                  <a16:creationId xmlns:a16="http://schemas.microsoft.com/office/drawing/2014/main" id="{623E007C-9A5F-4A68-F302-D34CDE3505AA}"/>
                </a:ext>
              </a:extLst>
            </p:cNvPr>
            <p:cNvSpPr/>
            <p:nvPr/>
          </p:nvSpPr>
          <p:spPr>
            <a:xfrm>
              <a:off x="-31715000" y="3244600"/>
              <a:ext cx="101625" cy="52450"/>
            </a:xfrm>
            <a:custGeom>
              <a:avLst/>
              <a:gdLst/>
              <a:ahLst/>
              <a:cxnLst/>
              <a:rect l="l" t="t" r="r" b="b"/>
              <a:pathLst>
                <a:path w="4065" h="2098" extrusionOk="0">
                  <a:moveTo>
                    <a:pt x="1702" y="1"/>
                  </a:moveTo>
                  <a:cubicBezTo>
                    <a:pt x="756" y="1"/>
                    <a:pt x="0" y="757"/>
                    <a:pt x="0" y="1702"/>
                  </a:cubicBezTo>
                  <a:lnTo>
                    <a:pt x="0" y="2080"/>
                  </a:lnTo>
                  <a:lnTo>
                    <a:pt x="1229" y="2080"/>
                  </a:lnTo>
                  <a:cubicBezTo>
                    <a:pt x="1418" y="2080"/>
                    <a:pt x="1765" y="2080"/>
                    <a:pt x="1891" y="1985"/>
                  </a:cubicBezTo>
                  <a:cubicBezTo>
                    <a:pt x="1922" y="1954"/>
                    <a:pt x="1985" y="1828"/>
                    <a:pt x="1985" y="1765"/>
                  </a:cubicBezTo>
                  <a:cubicBezTo>
                    <a:pt x="1985" y="1544"/>
                    <a:pt x="2143" y="1387"/>
                    <a:pt x="2332" y="1387"/>
                  </a:cubicBezTo>
                  <a:cubicBezTo>
                    <a:pt x="2521" y="1387"/>
                    <a:pt x="2678" y="1544"/>
                    <a:pt x="2678" y="1765"/>
                  </a:cubicBezTo>
                  <a:cubicBezTo>
                    <a:pt x="2678" y="1828"/>
                    <a:pt x="2678" y="1954"/>
                    <a:pt x="2773" y="1985"/>
                  </a:cubicBezTo>
                  <a:cubicBezTo>
                    <a:pt x="2836" y="2069"/>
                    <a:pt x="3025" y="2097"/>
                    <a:pt x="3237" y="2097"/>
                  </a:cubicBezTo>
                  <a:cubicBezTo>
                    <a:pt x="3343" y="2097"/>
                    <a:pt x="3455" y="2090"/>
                    <a:pt x="3560" y="2080"/>
                  </a:cubicBezTo>
                  <a:lnTo>
                    <a:pt x="4064" y="2080"/>
                  </a:lnTo>
                  <a:lnTo>
                    <a:pt x="4064" y="1702"/>
                  </a:lnTo>
                  <a:cubicBezTo>
                    <a:pt x="4064" y="757"/>
                    <a:pt x="3308" y="1"/>
                    <a:pt x="23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14679;p136">
              <a:extLst>
                <a:ext uri="{FF2B5EF4-FFF2-40B4-BE49-F238E27FC236}">
                  <a16:creationId xmlns:a16="http://schemas.microsoft.com/office/drawing/2014/main" id="{460EC5B8-5D09-2AF8-9F64-F485B2DAE802}"/>
                </a:ext>
              </a:extLst>
            </p:cNvPr>
            <p:cNvSpPr/>
            <p:nvPr/>
          </p:nvSpPr>
          <p:spPr>
            <a:xfrm>
              <a:off x="-31716575" y="3308400"/>
              <a:ext cx="102400" cy="73275"/>
            </a:xfrm>
            <a:custGeom>
              <a:avLst/>
              <a:gdLst/>
              <a:ahLst/>
              <a:cxnLst/>
              <a:rect l="l" t="t" r="r" b="b"/>
              <a:pathLst>
                <a:path w="4096" h="2931" extrusionOk="0">
                  <a:moveTo>
                    <a:pt x="2395" y="1"/>
                  </a:moveTo>
                  <a:cubicBezTo>
                    <a:pt x="2080" y="221"/>
                    <a:pt x="1639" y="221"/>
                    <a:pt x="1197" y="221"/>
                  </a:cubicBezTo>
                  <a:lnTo>
                    <a:pt x="0" y="221"/>
                  </a:lnTo>
                  <a:lnTo>
                    <a:pt x="0" y="883"/>
                  </a:lnTo>
                  <a:cubicBezTo>
                    <a:pt x="0" y="2048"/>
                    <a:pt x="914" y="2930"/>
                    <a:pt x="2048" y="2930"/>
                  </a:cubicBezTo>
                  <a:cubicBezTo>
                    <a:pt x="3182" y="2930"/>
                    <a:pt x="4096" y="2048"/>
                    <a:pt x="4096" y="883"/>
                  </a:cubicBezTo>
                  <a:lnTo>
                    <a:pt x="4096" y="221"/>
                  </a:lnTo>
                  <a:lnTo>
                    <a:pt x="3403" y="221"/>
                  </a:lnTo>
                  <a:cubicBezTo>
                    <a:pt x="3025" y="221"/>
                    <a:pt x="2678" y="190"/>
                    <a:pt x="239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14680;p136">
              <a:extLst>
                <a:ext uri="{FF2B5EF4-FFF2-40B4-BE49-F238E27FC236}">
                  <a16:creationId xmlns:a16="http://schemas.microsoft.com/office/drawing/2014/main" id="{5A56AA74-53AA-53F0-64E7-4FA8E8DF346A}"/>
                </a:ext>
              </a:extLst>
            </p:cNvPr>
            <p:cNvSpPr/>
            <p:nvPr/>
          </p:nvSpPr>
          <p:spPr>
            <a:xfrm>
              <a:off x="-31809525" y="3386375"/>
              <a:ext cx="290650" cy="99125"/>
            </a:xfrm>
            <a:custGeom>
              <a:avLst/>
              <a:gdLst/>
              <a:ahLst/>
              <a:cxnLst/>
              <a:rect l="l" t="t" r="r" b="b"/>
              <a:pathLst>
                <a:path w="11626" h="3965" extrusionOk="0">
                  <a:moveTo>
                    <a:pt x="2092" y="0"/>
                  </a:moveTo>
                  <a:cubicBezTo>
                    <a:pt x="1962" y="0"/>
                    <a:pt x="1828" y="63"/>
                    <a:pt x="1765" y="190"/>
                  </a:cubicBezTo>
                  <a:lnTo>
                    <a:pt x="1355" y="1072"/>
                  </a:lnTo>
                  <a:lnTo>
                    <a:pt x="316" y="1229"/>
                  </a:lnTo>
                  <a:cubicBezTo>
                    <a:pt x="190" y="1229"/>
                    <a:pt x="95" y="1355"/>
                    <a:pt x="64" y="1481"/>
                  </a:cubicBezTo>
                  <a:cubicBezTo>
                    <a:pt x="1" y="1607"/>
                    <a:pt x="64" y="1765"/>
                    <a:pt x="127" y="1828"/>
                  </a:cubicBezTo>
                  <a:lnTo>
                    <a:pt x="883" y="2552"/>
                  </a:lnTo>
                  <a:lnTo>
                    <a:pt x="725" y="3561"/>
                  </a:lnTo>
                  <a:cubicBezTo>
                    <a:pt x="694" y="3687"/>
                    <a:pt x="757" y="3844"/>
                    <a:pt x="851" y="3876"/>
                  </a:cubicBezTo>
                  <a:cubicBezTo>
                    <a:pt x="903" y="3928"/>
                    <a:pt x="965" y="3951"/>
                    <a:pt x="1031" y="3951"/>
                  </a:cubicBezTo>
                  <a:cubicBezTo>
                    <a:pt x="1085" y="3951"/>
                    <a:pt x="1141" y="3935"/>
                    <a:pt x="1198" y="3907"/>
                  </a:cubicBezTo>
                  <a:lnTo>
                    <a:pt x="2112" y="3435"/>
                  </a:lnTo>
                  <a:lnTo>
                    <a:pt x="2994" y="3907"/>
                  </a:lnTo>
                  <a:cubicBezTo>
                    <a:pt x="3046" y="3947"/>
                    <a:pt x="3099" y="3964"/>
                    <a:pt x="3152" y="3964"/>
                  </a:cubicBezTo>
                  <a:cubicBezTo>
                    <a:pt x="3225" y="3964"/>
                    <a:pt x="3298" y="3930"/>
                    <a:pt x="3372" y="3876"/>
                  </a:cubicBezTo>
                  <a:cubicBezTo>
                    <a:pt x="3466" y="3813"/>
                    <a:pt x="3529" y="3687"/>
                    <a:pt x="3466" y="3561"/>
                  </a:cubicBezTo>
                  <a:lnTo>
                    <a:pt x="3309" y="2552"/>
                  </a:lnTo>
                  <a:lnTo>
                    <a:pt x="4002" y="1891"/>
                  </a:lnTo>
                  <a:lnTo>
                    <a:pt x="4663" y="2552"/>
                  </a:lnTo>
                  <a:lnTo>
                    <a:pt x="4506" y="3561"/>
                  </a:lnTo>
                  <a:cubicBezTo>
                    <a:pt x="4474" y="3687"/>
                    <a:pt x="4537" y="3844"/>
                    <a:pt x="4632" y="3876"/>
                  </a:cubicBezTo>
                  <a:cubicBezTo>
                    <a:pt x="4684" y="3928"/>
                    <a:pt x="4746" y="3951"/>
                    <a:pt x="4811" y="3951"/>
                  </a:cubicBezTo>
                  <a:cubicBezTo>
                    <a:pt x="4865" y="3951"/>
                    <a:pt x="4922" y="3935"/>
                    <a:pt x="4978" y="3907"/>
                  </a:cubicBezTo>
                  <a:lnTo>
                    <a:pt x="5892" y="3435"/>
                  </a:lnTo>
                  <a:lnTo>
                    <a:pt x="6774" y="3907"/>
                  </a:lnTo>
                  <a:cubicBezTo>
                    <a:pt x="6827" y="3947"/>
                    <a:pt x="6880" y="3964"/>
                    <a:pt x="6933" y="3964"/>
                  </a:cubicBezTo>
                  <a:cubicBezTo>
                    <a:pt x="7006" y="3964"/>
                    <a:pt x="7079" y="3930"/>
                    <a:pt x="7152" y="3876"/>
                  </a:cubicBezTo>
                  <a:cubicBezTo>
                    <a:pt x="7247" y="3813"/>
                    <a:pt x="7310" y="3687"/>
                    <a:pt x="7247" y="3561"/>
                  </a:cubicBezTo>
                  <a:lnTo>
                    <a:pt x="7089" y="2552"/>
                  </a:lnTo>
                  <a:lnTo>
                    <a:pt x="7782" y="1891"/>
                  </a:lnTo>
                  <a:lnTo>
                    <a:pt x="8444" y="2552"/>
                  </a:lnTo>
                  <a:lnTo>
                    <a:pt x="8286" y="3561"/>
                  </a:lnTo>
                  <a:cubicBezTo>
                    <a:pt x="8255" y="3687"/>
                    <a:pt x="8318" y="3844"/>
                    <a:pt x="8413" y="3876"/>
                  </a:cubicBezTo>
                  <a:cubicBezTo>
                    <a:pt x="8465" y="3928"/>
                    <a:pt x="8526" y="3951"/>
                    <a:pt x="8592" y="3951"/>
                  </a:cubicBezTo>
                  <a:cubicBezTo>
                    <a:pt x="8646" y="3951"/>
                    <a:pt x="8702" y="3935"/>
                    <a:pt x="8759" y="3907"/>
                  </a:cubicBezTo>
                  <a:lnTo>
                    <a:pt x="9673" y="3435"/>
                  </a:lnTo>
                  <a:lnTo>
                    <a:pt x="10555" y="3907"/>
                  </a:lnTo>
                  <a:cubicBezTo>
                    <a:pt x="10608" y="3947"/>
                    <a:pt x="10660" y="3964"/>
                    <a:pt x="10713" y="3964"/>
                  </a:cubicBezTo>
                  <a:cubicBezTo>
                    <a:pt x="10786" y="3964"/>
                    <a:pt x="10860" y="3930"/>
                    <a:pt x="10933" y="3876"/>
                  </a:cubicBezTo>
                  <a:cubicBezTo>
                    <a:pt x="11027" y="3813"/>
                    <a:pt x="11090" y="3687"/>
                    <a:pt x="11027" y="3561"/>
                  </a:cubicBezTo>
                  <a:lnTo>
                    <a:pt x="10870" y="2552"/>
                  </a:lnTo>
                  <a:lnTo>
                    <a:pt x="11626" y="1828"/>
                  </a:lnTo>
                  <a:cubicBezTo>
                    <a:pt x="11532" y="1702"/>
                    <a:pt x="11595" y="1607"/>
                    <a:pt x="11532" y="1481"/>
                  </a:cubicBezTo>
                  <a:cubicBezTo>
                    <a:pt x="11500" y="1355"/>
                    <a:pt x="11374" y="1292"/>
                    <a:pt x="11279" y="1229"/>
                  </a:cubicBezTo>
                  <a:lnTo>
                    <a:pt x="10240" y="1072"/>
                  </a:lnTo>
                  <a:lnTo>
                    <a:pt x="9799" y="190"/>
                  </a:lnTo>
                  <a:cubicBezTo>
                    <a:pt x="9751" y="63"/>
                    <a:pt x="9625" y="0"/>
                    <a:pt x="9495" y="0"/>
                  </a:cubicBezTo>
                  <a:cubicBezTo>
                    <a:pt x="9366" y="0"/>
                    <a:pt x="9232" y="63"/>
                    <a:pt x="9169" y="190"/>
                  </a:cubicBezTo>
                  <a:lnTo>
                    <a:pt x="8759" y="1072"/>
                  </a:lnTo>
                  <a:lnTo>
                    <a:pt x="7782" y="1229"/>
                  </a:lnTo>
                  <a:cubicBezTo>
                    <a:pt x="7719" y="1229"/>
                    <a:pt x="7688" y="1292"/>
                    <a:pt x="7656" y="1292"/>
                  </a:cubicBezTo>
                  <a:cubicBezTo>
                    <a:pt x="7593" y="1229"/>
                    <a:pt x="7562" y="1229"/>
                    <a:pt x="7530" y="1229"/>
                  </a:cubicBezTo>
                  <a:lnTo>
                    <a:pt x="6554" y="1072"/>
                  </a:lnTo>
                  <a:lnTo>
                    <a:pt x="6113" y="190"/>
                  </a:lnTo>
                  <a:cubicBezTo>
                    <a:pt x="6050" y="63"/>
                    <a:pt x="5924" y="0"/>
                    <a:pt x="5798" y="0"/>
                  </a:cubicBezTo>
                  <a:cubicBezTo>
                    <a:pt x="5672" y="0"/>
                    <a:pt x="5546" y="63"/>
                    <a:pt x="5483" y="190"/>
                  </a:cubicBezTo>
                  <a:lnTo>
                    <a:pt x="5041" y="1072"/>
                  </a:lnTo>
                  <a:lnTo>
                    <a:pt x="4065" y="1229"/>
                  </a:lnTo>
                  <a:cubicBezTo>
                    <a:pt x="4033" y="1229"/>
                    <a:pt x="4002" y="1292"/>
                    <a:pt x="3939" y="1292"/>
                  </a:cubicBezTo>
                  <a:cubicBezTo>
                    <a:pt x="3907" y="1229"/>
                    <a:pt x="3876" y="1229"/>
                    <a:pt x="3813" y="1229"/>
                  </a:cubicBezTo>
                  <a:lnTo>
                    <a:pt x="2836" y="1072"/>
                  </a:lnTo>
                  <a:lnTo>
                    <a:pt x="2395" y="190"/>
                  </a:lnTo>
                  <a:cubicBezTo>
                    <a:pt x="2348" y="63"/>
                    <a:pt x="2222" y="0"/>
                    <a:pt x="20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5" name="Google Shape;14681;p136">
            <a:extLst>
              <a:ext uri="{FF2B5EF4-FFF2-40B4-BE49-F238E27FC236}">
                <a16:creationId xmlns:a16="http://schemas.microsoft.com/office/drawing/2014/main" id="{51D88BDA-BDF0-4C89-B1F3-6D2C53710660}"/>
              </a:ext>
            </a:extLst>
          </p:cNvPr>
          <p:cNvGrpSpPr/>
          <p:nvPr/>
        </p:nvGrpSpPr>
        <p:grpSpPr>
          <a:xfrm>
            <a:off x="3330938" y="4371887"/>
            <a:ext cx="354318" cy="356234"/>
            <a:chOff x="-31811100" y="3550975"/>
            <a:chExt cx="291450" cy="293025"/>
          </a:xfrm>
          <a:solidFill>
            <a:schemeClr val="accent1">
              <a:lumMod val="75000"/>
            </a:schemeClr>
          </a:solidFill>
        </p:grpSpPr>
        <p:sp>
          <p:nvSpPr>
            <p:cNvPr id="356" name="Google Shape;14682;p136">
              <a:extLst>
                <a:ext uri="{FF2B5EF4-FFF2-40B4-BE49-F238E27FC236}">
                  <a16:creationId xmlns:a16="http://schemas.microsoft.com/office/drawing/2014/main" id="{994D6551-7DC5-A030-7850-118E3810F367}"/>
                </a:ext>
              </a:extLst>
            </p:cNvPr>
            <p:cNvSpPr/>
            <p:nvPr/>
          </p:nvSpPr>
          <p:spPr>
            <a:xfrm>
              <a:off x="-31554325" y="3595875"/>
              <a:ext cx="34675" cy="33900"/>
            </a:xfrm>
            <a:custGeom>
              <a:avLst/>
              <a:gdLst/>
              <a:ahLst/>
              <a:cxnLst/>
              <a:rect l="l" t="t" r="r" b="b"/>
              <a:pathLst>
                <a:path w="1387" h="1356" extrusionOk="0">
                  <a:moveTo>
                    <a:pt x="0" y="1"/>
                  </a:moveTo>
                  <a:lnTo>
                    <a:pt x="0" y="1355"/>
                  </a:lnTo>
                  <a:lnTo>
                    <a:pt x="662" y="1355"/>
                  </a:lnTo>
                  <a:cubicBezTo>
                    <a:pt x="1071" y="1355"/>
                    <a:pt x="1324" y="1040"/>
                    <a:pt x="1324" y="694"/>
                  </a:cubicBezTo>
                  <a:cubicBezTo>
                    <a:pt x="1387" y="316"/>
                    <a:pt x="1071" y="1"/>
                    <a:pt x="6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14683;p136">
              <a:extLst>
                <a:ext uri="{FF2B5EF4-FFF2-40B4-BE49-F238E27FC236}">
                  <a16:creationId xmlns:a16="http://schemas.microsoft.com/office/drawing/2014/main" id="{9A49AF93-CA90-E7CF-9605-B39CAD057FB2}"/>
                </a:ext>
              </a:extLst>
            </p:cNvPr>
            <p:cNvSpPr/>
            <p:nvPr/>
          </p:nvSpPr>
          <p:spPr>
            <a:xfrm>
              <a:off x="-31659075" y="3628650"/>
              <a:ext cx="139425" cy="71650"/>
            </a:xfrm>
            <a:custGeom>
              <a:avLst/>
              <a:gdLst/>
              <a:ahLst/>
              <a:cxnLst/>
              <a:rect l="l" t="t" r="r" b="b"/>
              <a:pathLst>
                <a:path w="5577" h="2866" extrusionOk="0">
                  <a:moveTo>
                    <a:pt x="1438" y="1"/>
                  </a:moveTo>
                  <a:cubicBezTo>
                    <a:pt x="1338" y="1"/>
                    <a:pt x="1235" y="30"/>
                    <a:pt x="1166" y="76"/>
                  </a:cubicBezTo>
                  <a:lnTo>
                    <a:pt x="126" y="1179"/>
                  </a:lnTo>
                  <a:cubicBezTo>
                    <a:pt x="0" y="1305"/>
                    <a:pt x="0" y="1525"/>
                    <a:pt x="126" y="1651"/>
                  </a:cubicBezTo>
                  <a:lnTo>
                    <a:pt x="1166" y="2754"/>
                  </a:lnTo>
                  <a:cubicBezTo>
                    <a:pt x="1208" y="2838"/>
                    <a:pt x="1292" y="2866"/>
                    <a:pt x="1390" y="2866"/>
                  </a:cubicBezTo>
                  <a:cubicBezTo>
                    <a:pt x="1439" y="2866"/>
                    <a:pt x="1491" y="2859"/>
                    <a:pt x="1544" y="2848"/>
                  </a:cubicBezTo>
                  <a:cubicBezTo>
                    <a:pt x="1670" y="2817"/>
                    <a:pt x="1796" y="2659"/>
                    <a:pt x="1796" y="2533"/>
                  </a:cubicBezTo>
                  <a:lnTo>
                    <a:pt x="1796" y="2124"/>
                  </a:lnTo>
                  <a:lnTo>
                    <a:pt x="4190" y="2124"/>
                  </a:lnTo>
                  <a:cubicBezTo>
                    <a:pt x="4946" y="2124"/>
                    <a:pt x="5577" y="1494"/>
                    <a:pt x="5577" y="769"/>
                  </a:cubicBezTo>
                  <a:lnTo>
                    <a:pt x="5577" y="549"/>
                  </a:lnTo>
                  <a:cubicBezTo>
                    <a:pt x="5356" y="675"/>
                    <a:pt x="5135" y="769"/>
                    <a:pt x="4883" y="769"/>
                  </a:cubicBezTo>
                  <a:cubicBezTo>
                    <a:pt x="3686" y="738"/>
                    <a:pt x="2930" y="738"/>
                    <a:pt x="1796" y="738"/>
                  </a:cubicBezTo>
                  <a:lnTo>
                    <a:pt x="1796" y="328"/>
                  </a:lnTo>
                  <a:cubicBezTo>
                    <a:pt x="1796" y="170"/>
                    <a:pt x="1701" y="44"/>
                    <a:pt x="1544" y="13"/>
                  </a:cubicBezTo>
                  <a:cubicBezTo>
                    <a:pt x="1510" y="5"/>
                    <a:pt x="1474" y="1"/>
                    <a:pt x="143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14684;p136">
              <a:extLst>
                <a:ext uri="{FF2B5EF4-FFF2-40B4-BE49-F238E27FC236}">
                  <a16:creationId xmlns:a16="http://schemas.microsoft.com/office/drawing/2014/main" id="{C86E3064-3728-6F4E-F2AF-205418FF0A11}"/>
                </a:ext>
              </a:extLst>
            </p:cNvPr>
            <p:cNvSpPr/>
            <p:nvPr/>
          </p:nvSpPr>
          <p:spPr>
            <a:xfrm>
              <a:off x="-31811100" y="3647075"/>
              <a:ext cx="33100" cy="33100"/>
            </a:xfrm>
            <a:custGeom>
              <a:avLst/>
              <a:gdLst/>
              <a:ahLst/>
              <a:cxnLst/>
              <a:rect l="l" t="t" r="r" b="b"/>
              <a:pathLst>
                <a:path w="1324" h="1324" extrusionOk="0">
                  <a:moveTo>
                    <a:pt x="662" y="1"/>
                  </a:moveTo>
                  <a:cubicBezTo>
                    <a:pt x="253" y="1"/>
                    <a:pt x="1" y="316"/>
                    <a:pt x="1" y="662"/>
                  </a:cubicBezTo>
                  <a:cubicBezTo>
                    <a:pt x="1" y="1040"/>
                    <a:pt x="316" y="1324"/>
                    <a:pt x="662" y="1324"/>
                  </a:cubicBezTo>
                  <a:lnTo>
                    <a:pt x="1324" y="1324"/>
                  </a:lnTo>
                  <a:lnTo>
                    <a:pt x="132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14685;p136">
              <a:extLst>
                <a:ext uri="{FF2B5EF4-FFF2-40B4-BE49-F238E27FC236}">
                  <a16:creationId xmlns:a16="http://schemas.microsoft.com/office/drawing/2014/main" id="{D319B44C-9AD7-F592-CD27-BAC4E403AC58}"/>
                </a:ext>
              </a:extLst>
            </p:cNvPr>
            <p:cNvSpPr/>
            <p:nvPr/>
          </p:nvSpPr>
          <p:spPr>
            <a:xfrm>
              <a:off x="-31811100" y="3678325"/>
              <a:ext cx="138650" cy="72250"/>
            </a:xfrm>
            <a:custGeom>
              <a:avLst/>
              <a:gdLst/>
              <a:ahLst/>
              <a:cxnLst/>
              <a:rect l="l" t="t" r="r" b="b"/>
              <a:pathLst>
                <a:path w="5546" h="2890" extrusionOk="0">
                  <a:moveTo>
                    <a:pt x="4193" y="1"/>
                  </a:moveTo>
                  <a:cubicBezTo>
                    <a:pt x="4132" y="1"/>
                    <a:pt x="4067" y="16"/>
                    <a:pt x="4002" y="42"/>
                  </a:cubicBezTo>
                  <a:cubicBezTo>
                    <a:pt x="3876" y="74"/>
                    <a:pt x="3781" y="231"/>
                    <a:pt x="3781" y="357"/>
                  </a:cubicBezTo>
                  <a:lnTo>
                    <a:pt x="3781" y="735"/>
                  </a:lnTo>
                  <a:lnTo>
                    <a:pt x="662" y="735"/>
                  </a:lnTo>
                  <a:cubicBezTo>
                    <a:pt x="410" y="735"/>
                    <a:pt x="190" y="672"/>
                    <a:pt x="1" y="546"/>
                  </a:cubicBezTo>
                  <a:lnTo>
                    <a:pt x="1" y="767"/>
                  </a:lnTo>
                  <a:cubicBezTo>
                    <a:pt x="1" y="1523"/>
                    <a:pt x="631" y="2153"/>
                    <a:pt x="1355" y="2153"/>
                  </a:cubicBezTo>
                  <a:lnTo>
                    <a:pt x="3781" y="2153"/>
                  </a:lnTo>
                  <a:lnTo>
                    <a:pt x="3781" y="2563"/>
                  </a:lnTo>
                  <a:cubicBezTo>
                    <a:pt x="3781" y="2720"/>
                    <a:pt x="3844" y="2815"/>
                    <a:pt x="4002" y="2878"/>
                  </a:cubicBezTo>
                  <a:cubicBezTo>
                    <a:pt x="4033" y="2886"/>
                    <a:pt x="4067" y="2890"/>
                    <a:pt x="4101" y="2890"/>
                  </a:cubicBezTo>
                  <a:cubicBezTo>
                    <a:pt x="4205" y="2890"/>
                    <a:pt x="4317" y="2854"/>
                    <a:pt x="4411" y="2783"/>
                  </a:cubicBezTo>
                  <a:lnTo>
                    <a:pt x="5420" y="1681"/>
                  </a:lnTo>
                  <a:cubicBezTo>
                    <a:pt x="5546" y="1555"/>
                    <a:pt x="5546" y="1365"/>
                    <a:pt x="5420" y="1208"/>
                  </a:cubicBezTo>
                  <a:lnTo>
                    <a:pt x="4411" y="105"/>
                  </a:lnTo>
                  <a:cubicBezTo>
                    <a:pt x="4356" y="31"/>
                    <a:pt x="4279" y="1"/>
                    <a:pt x="419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14686;p136">
              <a:extLst>
                <a:ext uri="{FF2B5EF4-FFF2-40B4-BE49-F238E27FC236}">
                  <a16:creationId xmlns:a16="http://schemas.microsoft.com/office/drawing/2014/main" id="{36392431-E855-B29A-5723-16F737A9EB9E}"/>
                </a:ext>
              </a:extLst>
            </p:cNvPr>
            <p:cNvSpPr/>
            <p:nvPr/>
          </p:nvSpPr>
          <p:spPr>
            <a:xfrm>
              <a:off x="-31759900" y="3791200"/>
              <a:ext cx="187475" cy="52800"/>
            </a:xfrm>
            <a:custGeom>
              <a:avLst/>
              <a:gdLst/>
              <a:ahLst/>
              <a:cxnLst/>
              <a:rect l="l" t="t" r="r" b="b"/>
              <a:pathLst>
                <a:path w="7499" h="2112" extrusionOk="0">
                  <a:moveTo>
                    <a:pt x="1" y="1"/>
                  </a:moveTo>
                  <a:lnTo>
                    <a:pt x="1" y="1072"/>
                  </a:lnTo>
                  <a:cubicBezTo>
                    <a:pt x="1" y="1639"/>
                    <a:pt x="473" y="2112"/>
                    <a:pt x="1009" y="2112"/>
                  </a:cubicBezTo>
                  <a:lnTo>
                    <a:pt x="6491" y="2112"/>
                  </a:lnTo>
                  <a:cubicBezTo>
                    <a:pt x="7026" y="2112"/>
                    <a:pt x="7499" y="1639"/>
                    <a:pt x="7499" y="1072"/>
                  </a:cubicBezTo>
                  <a:lnTo>
                    <a:pt x="749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14687;p136">
              <a:extLst>
                <a:ext uri="{FF2B5EF4-FFF2-40B4-BE49-F238E27FC236}">
                  <a16:creationId xmlns:a16="http://schemas.microsoft.com/office/drawing/2014/main" id="{3DAEC005-F330-D0A6-3A96-3E1B18E17FCE}"/>
                </a:ext>
              </a:extLst>
            </p:cNvPr>
            <p:cNvSpPr/>
            <p:nvPr/>
          </p:nvSpPr>
          <p:spPr>
            <a:xfrm>
              <a:off x="-31759900" y="3550975"/>
              <a:ext cx="187475" cy="35475"/>
            </a:xfrm>
            <a:custGeom>
              <a:avLst/>
              <a:gdLst/>
              <a:ahLst/>
              <a:cxnLst/>
              <a:rect l="l" t="t" r="r" b="b"/>
              <a:pathLst>
                <a:path w="7499" h="1419" extrusionOk="0">
                  <a:moveTo>
                    <a:pt x="1009" y="1"/>
                  </a:moveTo>
                  <a:cubicBezTo>
                    <a:pt x="473" y="1"/>
                    <a:pt x="1" y="474"/>
                    <a:pt x="1" y="1072"/>
                  </a:cubicBezTo>
                  <a:lnTo>
                    <a:pt x="1" y="1419"/>
                  </a:lnTo>
                  <a:lnTo>
                    <a:pt x="7499" y="1419"/>
                  </a:lnTo>
                  <a:lnTo>
                    <a:pt x="7499" y="1072"/>
                  </a:lnTo>
                  <a:cubicBezTo>
                    <a:pt x="7499" y="537"/>
                    <a:pt x="7026" y="1"/>
                    <a:pt x="64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14688;p136">
              <a:extLst>
                <a:ext uri="{FF2B5EF4-FFF2-40B4-BE49-F238E27FC236}">
                  <a16:creationId xmlns:a16="http://schemas.microsoft.com/office/drawing/2014/main" id="{3659EA95-85F3-A2BA-A7EB-1789D98C4A70}"/>
                </a:ext>
              </a:extLst>
            </p:cNvPr>
            <p:cNvSpPr/>
            <p:nvPr/>
          </p:nvSpPr>
          <p:spPr>
            <a:xfrm>
              <a:off x="-31759100" y="3602975"/>
              <a:ext cx="188250" cy="172500"/>
            </a:xfrm>
            <a:custGeom>
              <a:avLst/>
              <a:gdLst/>
              <a:ahLst/>
              <a:cxnLst/>
              <a:rect l="l" t="t" r="r" b="b"/>
              <a:pathLst>
                <a:path w="7530" h="6900" extrusionOk="0">
                  <a:moveTo>
                    <a:pt x="0" y="0"/>
                  </a:moveTo>
                  <a:lnTo>
                    <a:pt x="0" y="3088"/>
                  </a:lnTo>
                  <a:lnTo>
                    <a:pt x="1071" y="3088"/>
                  </a:lnTo>
                  <a:cubicBezTo>
                    <a:pt x="1134" y="2773"/>
                    <a:pt x="1386" y="2552"/>
                    <a:pt x="1701" y="2426"/>
                  </a:cubicBezTo>
                  <a:cubicBezTo>
                    <a:pt x="1822" y="2376"/>
                    <a:pt x="1952" y="2351"/>
                    <a:pt x="2083" y="2351"/>
                  </a:cubicBezTo>
                  <a:cubicBezTo>
                    <a:pt x="2361" y="2351"/>
                    <a:pt x="2642" y="2464"/>
                    <a:pt x="2835" y="2678"/>
                  </a:cubicBezTo>
                  <a:lnTo>
                    <a:pt x="3844" y="3781"/>
                  </a:lnTo>
                  <a:cubicBezTo>
                    <a:pt x="4222" y="4190"/>
                    <a:pt x="4222" y="4789"/>
                    <a:pt x="3844" y="5167"/>
                  </a:cubicBezTo>
                  <a:lnTo>
                    <a:pt x="2835" y="6270"/>
                  </a:lnTo>
                  <a:cubicBezTo>
                    <a:pt x="2635" y="6493"/>
                    <a:pt x="2339" y="6621"/>
                    <a:pt x="2050" y="6621"/>
                  </a:cubicBezTo>
                  <a:cubicBezTo>
                    <a:pt x="1930" y="6621"/>
                    <a:pt x="1812" y="6599"/>
                    <a:pt x="1701" y="6553"/>
                  </a:cubicBezTo>
                  <a:cubicBezTo>
                    <a:pt x="1386" y="6427"/>
                    <a:pt x="1134" y="6144"/>
                    <a:pt x="1071" y="5892"/>
                  </a:cubicBezTo>
                  <a:lnTo>
                    <a:pt x="0" y="5892"/>
                  </a:lnTo>
                  <a:lnTo>
                    <a:pt x="0" y="6900"/>
                  </a:lnTo>
                  <a:lnTo>
                    <a:pt x="7530" y="6900"/>
                  </a:lnTo>
                  <a:lnTo>
                    <a:pt x="7530" y="3844"/>
                  </a:lnTo>
                  <a:lnTo>
                    <a:pt x="6459" y="3844"/>
                  </a:lnTo>
                  <a:cubicBezTo>
                    <a:pt x="6364" y="4159"/>
                    <a:pt x="6143" y="4379"/>
                    <a:pt x="5828" y="4505"/>
                  </a:cubicBezTo>
                  <a:cubicBezTo>
                    <a:pt x="5709" y="4551"/>
                    <a:pt x="5589" y="4573"/>
                    <a:pt x="5472" y="4573"/>
                  </a:cubicBezTo>
                  <a:cubicBezTo>
                    <a:pt x="5188" y="4573"/>
                    <a:pt x="4917" y="4445"/>
                    <a:pt x="4694" y="4222"/>
                  </a:cubicBezTo>
                  <a:lnTo>
                    <a:pt x="3655" y="3119"/>
                  </a:lnTo>
                  <a:cubicBezTo>
                    <a:pt x="3308" y="2741"/>
                    <a:pt x="3308" y="2143"/>
                    <a:pt x="3655" y="1765"/>
                  </a:cubicBezTo>
                  <a:lnTo>
                    <a:pt x="4694" y="630"/>
                  </a:lnTo>
                  <a:cubicBezTo>
                    <a:pt x="4866" y="416"/>
                    <a:pt x="5140" y="304"/>
                    <a:pt x="5427" y="304"/>
                  </a:cubicBezTo>
                  <a:cubicBezTo>
                    <a:pt x="5561" y="304"/>
                    <a:pt x="5698" y="328"/>
                    <a:pt x="5828" y="378"/>
                  </a:cubicBezTo>
                  <a:cubicBezTo>
                    <a:pt x="6143" y="504"/>
                    <a:pt x="6364" y="756"/>
                    <a:pt x="6459" y="1040"/>
                  </a:cubicBezTo>
                  <a:lnTo>
                    <a:pt x="7530" y="1040"/>
                  </a:lnTo>
                  <a:lnTo>
                    <a:pt x="753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3" name="Google Shape;14689;p136">
            <a:extLst>
              <a:ext uri="{FF2B5EF4-FFF2-40B4-BE49-F238E27FC236}">
                <a16:creationId xmlns:a16="http://schemas.microsoft.com/office/drawing/2014/main" id="{98CCF8DA-9FB8-AF34-2457-CF8AA6A2B57A}"/>
              </a:ext>
            </a:extLst>
          </p:cNvPr>
          <p:cNvGrpSpPr/>
          <p:nvPr/>
        </p:nvGrpSpPr>
        <p:grpSpPr>
          <a:xfrm>
            <a:off x="3324722" y="4837075"/>
            <a:ext cx="366748" cy="357510"/>
            <a:chOff x="-31817400" y="3910025"/>
            <a:chExt cx="301675" cy="294075"/>
          </a:xfrm>
          <a:solidFill>
            <a:schemeClr val="accent1">
              <a:lumMod val="75000"/>
            </a:schemeClr>
          </a:solidFill>
        </p:grpSpPr>
        <p:sp>
          <p:nvSpPr>
            <p:cNvPr id="364" name="Google Shape;14690;p136">
              <a:extLst>
                <a:ext uri="{FF2B5EF4-FFF2-40B4-BE49-F238E27FC236}">
                  <a16:creationId xmlns:a16="http://schemas.microsoft.com/office/drawing/2014/main" id="{5BDA2DCF-9B3C-74CD-1971-474C409707B0}"/>
                </a:ext>
              </a:extLst>
            </p:cNvPr>
            <p:cNvSpPr/>
            <p:nvPr/>
          </p:nvSpPr>
          <p:spPr>
            <a:xfrm>
              <a:off x="-31817400" y="3911550"/>
              <a:ext cx="301675" cy="292550"/>
            </a:xfrm>
            <a:custGeom>
              <a:avLst/>
              <a:gdLst/>
              <a:ahLst/>
              <a:cxnLst/>
              <a:rect l="l" t="t" r="r" b="b"/>
              <a:pathLst>
                <a:path w="12067" h="11702" extrusionOk="0">
                  <a:moveTo>
                    <a:pt x="2558" y="0"/>
                  </a:moveTo>
                  <a:cubicBezTo>
                    <a:pt x="2357" y="0"/>
                    <a:pt x="2155" y="24"/>
                    <a:pt x="1954" y="70"/>
                  </a:cubicBezTo>
                  <a:cubicBezTo>
                    <a:pt x="1828" y="102"/>
                    <a:pt x="1733" y="196"/>
                    <a:pt x="1702" y="322"/>
                  </a:cubicBezTo>
                  <a:cubicBezTo>
                    <a:pt x="1670" y="448"/>
                    <a:pt x="1702" y="543"/>
                    <a:pt x="1796" y="637"/>
                  </a:cubicBezTo>
                  <a:lnTo>
                    <a:pt x="2679" y="1551"/>
                  </a:lnTo>
                  <a:cubicBezTo>
                    <a:pt x="2962" y="1803"/>
                    <a:pt x="2962" y="2244"/>
                    <a:pt x="2679" y="2528"/>
                  </a:cubicBezTo>
                  <a:cubicBezTo>
                    <a:pt x="2553" y="2669"/>
                    <a:pt x="2379" y="2740"/>
                    <a:pt x="2202" y="2740"/>
                  </a:cubicBezTo>
                  <a:cubicBezTo>
                    <a:pt x="2025" y="2740"/>
                    <a:pt x="1844" y="2669"/>
                    <a:pt x="1702" y="2528"/>
                  </a:cubicBezTo>
                  <a:lnTo>
                    <a:pt x="788" y="1614"/>
                  </a:lnTo>
                  <a:cubicBezTo>
                    <a:pt x="744" y="1569"/>
                    <a:pt x="668" y="1525"/>
                    <a:pt x="582" y="1525"/>
                  </a:cubicBezTo>
                  <a:cubicBezTo>
                    <a:pt x="547" y="1525"/>
                    <a:pt x="510" y="1532"/>
                    <a:pt x="473" y="1551"/>
                  </a:cubicBezTo>
                  <a:cubicBezTo>
                    <a:pt x="347" y="1582"/>
                    <a:pt x="284" y="1645"/>
                    <a:pt x="253" y="1771"/>
                  </a:cubicBezTo>
                  <a:cubicBezTo>
                    <a:pt x="1" y="2591"/>
                    <a:pt x="253" y="3473"/>
                    <a:pt x="883" y="4103"/>
                  </a:cubicBezTo>
                  <a:cubicBezTo>
                    <a:pt x="1366" y="4494"/>
                    <a:pt x="1932" y="4750"/>
                    <a:pt x="2619" y="4750"/>
                  </a:cubicBezTo>
                  <a:cubicBezTo>
                    <a:pt x="2874" y="4750"/>
                    <a:pt x="3145" y="4715"/>
                    <a:pt x="3435" y="4638"/>
                  </a:cubicBezTo>
                  <a:lnTo>
                    <a:pt x="7247" y="8482"/>
                  </a:lnTo>
                  <a:cubicBezTo>
                    <a:pt x="6963" y="9522"/>
                    <a:pt x="7215" y="10372"/>
                    <a:pt x="7814" y="10971"/>
                  </a:cubicBezTo>
                  <a:cubicBezTo>
                    <a:pt x="8291" y="11472"/>
                    <a:pt x="8895" y="11702"/>
                    <a:pt x="9516" y="11702"/>
                  </a:cubicBezTo>
                  <a:cubicBezTo>
                    <a:pt x="9714" y="11702"/>
                    <a:pt x="9915" y="11678"/>
                    <a:pt x="10114" y="11632"/>
                  </a:cubicBezTo>
                  <a:cubicBezTo>
                    <a:pt x="10240" y="11569"/>
                    <a:pt x="10334" y="11506"/>
                    <a:pt x="10366" y="11380"/>
                  </a:cubicBezTo>
                  <a:cubicBezTo>
                    <a:pt x="10397" y="11254"/>
                    <a:pt x="10366" y="11128"/>
                    <a:pt x="10271" y="11065"/>
                  </a:cubicBezTo>
                  <a:lnTo>
                    <a:pt x="9389" y="10152"/>
                  </a:lnTo>
                  <a:cubicBezTo>
                    <a:pt x="9106" y="9868"/>
                    <a:pt x="9106" y="9459"/>
                    <a:pt x="9389" y="9175"/>
                  </a:cubicBezTo>
                  <a:cubicBezTo>
                    <a:pt x="9515" y="9033"/>
                    <a:pt x="9688" y="8962"/>
                    <a:pt x="9866" y="8962"/>
                  </a:cubicBezTo>
                  <a:cubicBezTo>
                    <a:pt x="10043" y="8962"/>
                    <a:pt x="10224" y="9033"/>
                    <a:pt x="10366" y="9175"/>
                  </a:cubicBezTo>
                  <a:lnTo>
                    <a:pt x="11279" y="10089"/>
                  </a:lnTo>
                  <a:cubicBezTo>
                    <a:pt x="11326" y="10135"/>
                    <a:pt x="11405" y="10164"/>
                    <a:pt x="11494" y="10164"/>
                  </a:cubicBezTo>
                  <a:cubicBezTo>
                    <a:pt x="11527" y="10164"/>
                    <a:pt x="11561" y="10160"/>
                    <a:pt x="11594" y="10152"/>
                  </a:cubicBezTo>
                  <a:cubicBezTo>
                    <a:pt x="11720" y="10120"/>
                    <a:pt x="11783" y="10026"/>
                    <a:pt x="11815" y="9931"/>
                  </a:cubicBezTo>
                  <a:cubicBezTo>
                    <a:pt x="12067" y="9081"/>
                    <a:pt x="11815" y="8230"/>
                    <a:pt x="11185" y="7600"/>
                  </a:cubicBezTo>
                  <a:cubicBezTo>
                    <a:pt x="10778" y="7170"/>
                    <a:pt x="10224" y="6903"/>
                    <a:pt x="9537" y="6903"/>
                  </a:cubicBezTo>
                  <a:cubicBezTo>
                    <a:pt x="9266" y="6903"/>
                    <a:pt x="8975" y="6944"/>
                    <a:pt x="8665" y="7033"/>
                  </a:cubicBezTo>
                  <a:lnTo>
                    <a:pt x="4852" y="3221"/>
                  </a:lnTo>
                  <a:lnTo>
                    <a:pt x="4884" y="3032"/>
                  </a:lnTo>
                  <a:cubicBezTo>
                    <a:pt x="5136" y="2213"/>
                    <a:pt x="4884" y="1330"/>
                    <a:pt x="4254" y="700"/>
                  </a:cubicBezTo>
                  <a:cubicBezTo>
                    <a:pt x="3778" y="225"/>
                    <a:pt x="3177" y="0"/>
                    <a:pt x="255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14691;p136">
              <a:extLst>
                <a:ext uri="{FF2B5EF4-FFF2-40B4-BE49-F238E27FC236}">
                  <a16:creationId xmlns:a16="http://schemas.microsoft.com/office/drawing/2014/main" id="{BA6854DA-C00A-558C-1993-6FAB73088863}"/>
                </a:ext>
              </a:extLst>
            </p:cNvPr>
            <p:cNvSpPr/>
            <p:nvPr/>
          </p:nvSpPr>
          <p:spPr>
            <a:xfrm>
              <a:off x="-31816600" y="4062950"/>
              <a:ext cx="144150" cy="140600"/>
            </a:xfrm>
            <a:custGeom>
              <a:avLst/>
              <a:gdLst/>
              <a:ahLst/>
              <a:cxnLst/>
              <a:rect l="l" t="t" r="r" b="b"/>
              <a:pathLst>
                <a:path w="5766" h="5624" extrusionOk="0">
                  <a:moveTo>
                    <a:pt x="4080" y="1504"/>
                  </a:moveTo>
                  <a:cubicBezTo>
                    <a:pt x="4167" y="1504"/>
                    <a:pt x="4253" y="1528"/>
                    <a:pt x="4316" y="1575"/>
                  </a:cubicBezTo>
                  <a:cubicBezTo>
                    <a:pt x="4442" y="1701"/>
                    <a:pt x="4442" y="1953"/>
                    <a:pt x="4316" y="2048"/>
                  </a:cubicBezTo>
                  <a:lnTo>
                    <a:pt x="2205" y="4159"/>
                  </a:lnTo>
                  <a:cubicBezTo>
                    <a:pt x="2158" y="4206"/>
                    <a:pt x="2072" y="4230"/>
                    <a:pt x="1985" y="4230"/>
                  </a:cubicBezTo>
                  <a:cubicBezTo>
                    <a:pt x="1898" y="4230"/>
                    <a:pt x="1812" y="4206"/>
                    <a:pt x="1764" y="4159"/>
                  </a:cubicBezTo>
                  <a:cubicBezTo>
                    <a:pt x="1638" y="4033"/>
                    <a:pt x="1638" y="3781"/>
                    <a:pt x="1764" y="3686"/>
                  </a:cubicBezTo>
                  <a:lnTo>
                    <a:pt x="3844" y="1575"/>
                  </a:lnTo>
                  <a:cubicBezTo>
                    <a:pt x="3907" y="1528"/>
                    <a:pt x="3993" y="1504"/>
                    <a:pt x="4080" y="1504"/>
                  </a:cubicBezTo>
                  <a:close/>
                  <a:moveTo>
                    <a:pt x="3844" y="0"/>
                  </a:moveTo>
                  <a:lnTo>
                    <a:pt x="567" y="3277"/>
                  </a:lnTo>
                  <a:cubicBezTo>
                    <a:pt x="0" y="3844"/>
                    <a:pt x="0" y="4694"/>
                    <a:pt x="567" y="5198"/>
                  </a:cubicBezTo>
                  <a:cubicBezTo>
                    <a:pt x="835" y="5482"/>
                    <a:pt x="1189" y="5624"/>
                    <a:pt x="1540" y="5624"/>
                  </a:cubicBezTo>
                  <a:cubicBezTo>
                    <a:pt x="1890" y="5624"/>
                    <a:pt x="2237" y="5482"/>
                    <a:pt x="2489" y="5198"/>
                  </a:cubicBezTo>
                  <a:lnTo>
                    <a:pt x="5766" y="1953"/>
                  </a:lnTo>
                  <a:lnTo>
                    <a:pt x="384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14692;p136">
              <a:extLst>
                <a:ext uri="{FF2B5EF4-FFF2-40B4-BE49-F238E27FC236}">
                  <a16:creationId xmlns:a16="http://schemas.microsoft.com/office/drawing/2014/main" id="{94378BD1-DC1A-3E3E-2481-8D8EBDE3ED33}"/>
                </a:ext>
              </a:extLst>
            </p:cNvPr>
            <p:cNvSpPr/>
            <p:nvPr/>
          </p:nvSpPr>
          <p:spPr>
            <a:xfrm>
              <a:off x="-31648050" y="3910025"/>
              <a:ext cx="129175" cy="127725"/>
            </a:xfrm>
            <a:custGeom>
              <a:avLst/>
              <a:gdLst/>
              <a:ahLst/>
              <a:cxnLst/>
              <a:rect l="l" t="t" r="r" b="b"/>
              <a:pathLst>
                <a:path w="5167" h="5109" extrusionOk="0">
                  <a:moveTo>
                    <a:pt x="4249" y="1"/>
                  </a:moveTo>
                  <a:cubicBezTo>
                    <a:pt x="4179" y="1"/>
                    <a:pt x="4106" y="24"/>
                    <a:pt x="4033" y="68"/>
                  </a:cubicBezTo>
                  <a:lnTo>
                    <a:pt x="2206" y="1171"/>
                  </a:lnTo>
                  <a:cubicBezTo>
                    <a:pt x="2017" y="1265"/>
                    <a:pt x="1985" y="1549"/>
                    <a:pt x="2143" y="1706"/>
                  </a:cubicBezTo>
                  <a:lnTo>
                    <a:pt x="2300" y="1864"/>
                  </a:lnTo>
                  <a:lnTo>
                    <a:pt x="0" y="4164"/>
                  </a:lnTo>
                  <a:lnTo>
                    <a:pt x="945" y="5109"/>
                  </a:lnTo>
                  <a:lnTo>
                    <a:pt x="3245" y="2809"/>
                  </a:lnTo>
                  <a:lnTo>
                    <a:pt x="3434" y="2998"/>
                  </a:lnTo>
                  <a:cubicBezTo>
                    <a:pt x="3502" y="3066"/>
                    <a:pt x="3594" y="3099"/>
                    <a:pt x="3684" y="3099"/>
                  </a:cubicBezTo>
                  <a:cubicBezTo>
                    <a:pt x="3802" y="3099"/>
                    <a:pt x="3916" y="3042"/>
                    <a:pt x="3970" y="2935"/>
                  </a:cubicBezTo>
                  <a:lnTo>
                    <a:pt x="5073" y="1108"/>
                  </a:lnTo>
                  <a:cubicBezTo>
                    <a:pt x="5167" y="1013"/>
                    <a:pt x="5167" y="793"/>
                    <a:pt x="5041" y="698"/>
                  </a:cubicBezTo>
                  <a:lnTo>
                    <a:pt x="4474" y="100"/>
                  </a:lnTo>
                  <a:cubicBezTo>
                    <a:pt x="4406" y="32"/>
                    <a:pt x="4330" y="1"/>
                    <a:pt x="42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7" name="Google Shape;14693;p136">
            <a:extLst>
              <a:ext uri="{FF2B5EF4-FFF2-40B4-BE49-F238E27FC236}">
                <a16:creationId xmlns:a16="http://schemas.microsoft.com/office/drawing/2014/main" id="{E3FCBE0B-5A5F-BD39-B13F-8A72335C38E9}"/>
              </a:ext>
            </a:extLst>
          </p:cNvPr>
          <p:cNvGrpSpPr/>
          <p:nvPr/>
        </p:nvGrpSpPr>
        <p:grpSpPr>
          <a:xfrm>
            <a:off x="5119758" y="4372373"/>
            <a:ext cx="355290" cy="355260"/>
            <a:chOff x="-30354000" y="3569100"/>
            <a:chExt cx="292250" cy="292225"/>
          </a:xfrm>
          <a:solidFill>
            <a:schemeClr val="accent1">
              <a:lumMod val="75000"/>
            </a:schemeClr>
          </a:solidFill>
        </p:grpSpPr>
        <p:sp>
          <p:nvSpPr>
            <p:cNvPr id="368" name="Google Shape;14694;p136">
              <a:extLst>
                <a:ext uri="{FF2B5EF4-FFF2-40B4-BE49-F238E27FC236}">
                  <a16:creationId xmlns:a16="http://schemas.microsoft.com/office/drawing/2014/main" id="{F8C5CB87-70E3-1546-A8EB-4452C9B082F9}"/>
                </a:ext>
              </a:extLst>
            </p:cNvPr>
            <p:cNvSpPr/>
            <p:nvPr/>
          </p:nvSpPr>
          <p:spPr>
            <a:xfrm>
              <a:off x="-30354000" y="3604550"/>
              <a:ext cx="137875" cy="256000"/>
            </a:xfrm>
            <a:custGeom>
              <a:avLst/>
              <a:gdLst/>
              <a:ahLst/>
              <a:cxnLst/>
              <a:rect l="l" t="t" r="r" b="b"/>
              <a:pathLst>
                <a:path w="5515" h="10240" extrusionOk="0">
                  <a:moveTo>
                    <a:pt x="662" y="0"/>
                  </a:moveTo>
                  <a:cubicBezTo>
                    <a:pt x="284" y="0"/>
                    <a:pt x="1" y="315"/>
                    <a:pt x="1" y="662"/>
                  </a:cubicBezTo>
                  <a:lnTo>
                    <a:pt x="1" y="4411"/>
                  </a:lnTo>
                  <a:cubicBezTo>
                    <a:pt x="1" y="4632"/>
                    <a:pt x="64" y="4884"/>
                    <a:pt x="190" y="5073"/>
                  </a:cubicBezTo>
                  <a:lnTo>
                    <a:pt x="1639" y="7467"/>
                  </a:lnTo>
                  <a:cubicBezTo>
                    <a:pt x="1891" y="7877"/>
                    <a:pt x="2049" y="8097"/>
                    <a:pt x="2049" y="8538"/>
                  </a:cubicBezTo>
                  <a:lnTo>
                    <a:pt x="2049" y="9861"/>
                  </a:lnTo>
                  <a:cubicBezTo>
                    <a:pt x="2049" y="10082"/>
                    <a:pt x="2206" y="10239"/>
                    <a:pt x="2395" y="10239"/>
                  </a:cubicBezTo>
                  <a:lnTo>
                    <a:pt x="5514" y="10239"/>
                  </a:lnTo>
                  <a:lnTo>
                    <a:pt x="5514" y="6364"/>
                  </a:lnTo>
                  <a:cubicBezTo>
                    <a:pt x="5514" y="5986"/>
                    <a:pt x="5357" y="5671"/>
                    <a:pt x="5168" y="5419"/>
                  </a:cubicBezTo>
                  <a:cubicBezTo>
                    <a:pt x="5167" y="5420"/>
                    <a:pt x="5165" y="5421"/>
                    <a:pt x="5163" y="5421"/>
                  </a:cubicBezTo>
                  <a:cubicBezTo>
                    <a:pt x="5042" y="5421"/>
                    <a:pt x="3214" y="3623"/>
                    <a:pt x="3183" y="3592"/>
                  </a:cubicBezTo>
                  <a:cubicBezTo>
                    <a:pt x="3041" y="3432"/>
                    <a:pt x="2828" y="3332"/>
                    <a:pt x="2613" y="3332"/>
                  </a:cubicBezTo>
                  <a:cubicBezTo>
                    <a:pt x="2448" y="3332"/>
                    <a:pt x="2280" y="3392"/>
                    <a:pt x="2143" y="3529"/>
                  </a:cubicBezTo>
                  <a:cubicBezTo>
                    <a:pt x="1891" y="3812"/>
                    <a:pt x="1923" y="4285"/>
                    <a:pt x="2112" y="4442"/>
                  </a:cubicBezTo>
                  <a:lnTo>
                    <a:pt x="3970" y="6301"/>
                  </a:lnTo>
                  <a:cubicBezTo>
                    <a:pt x="4097" y="6427"/>
                    <a:pt x="4097" y="6648"/>
                    <a:pt x="3970" y="6774"/>
                  </a:cubicBezTo>
                  <a:cubicBezTo>
                    <a:pt x="3907" y="6821"/>
                    <a:pt x="3821" y="6845"/>
                    <a:pt x="3734" y="6845"/>
                  </a:cubicBezTo>
                  <a:cubicBezTo>
                    <a:pt x="3648" y="6845"/>
                    <a:pt x="3561" y="6821"/>
                    <a:pt x="3498" y="6774"/>
                  </a:cubicBezTo>
                  <a:lnTo>
                    <a:pt x="1639" y="4915"/>
                  </a:lnTo>
                  <a:cubicBezTo>
                    <a:pt x="1450" y="4726"/>
                    <a:pt x="1324" y="4442"/>
                    <a:pt x="1324" y="4190"/>
                  </a:cubicBezTo>
                  <a:lnTo>
                    <a:pt x="1324" y="662"/>
                  </a:lnTo>
                  <a:cubicBezTo>
                    <a:pt x="1324" y="252"/>
                    <a:pt x="1009" y="0"/>
                    <a:pt x="6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14695;p136">
              <a:extLst>
                <a:ext uri="{FF2B5EF4-FFF2-40B4-BE49-F238E27FC236}">
                  <a16:creationId xmlns:a16="http://schemas.microsoft.com/office/drawing/2014/main" id="{D1CE4130-F716-B7F4-D1D5-ED4ACD84554F}"/>
                </a:ext>
              </a:extLst>
            </p:cNvPr>
            <p:cNvSpPr/>
            <p:nvPr/>
          </p:nvSpPr>
          <p:spPr>
            <a:xfrm>
              <a:off x="-30198825" y="3604550"/>
              <a:ext cx="137075" cy="256775"/>
            </a:xfrm>
            <a:custGeom>
              <a:avLst/>
              <a:gdLst/>
              <a:ahLst/>
              <a:cxnLst/>
              <a:rect l="l" t="t" r="r" b="b"/>
              <a:pathLst>
                <a:path w="5483" h="10271" extrusionOk="0">
                  <a:moveTo>
                    <a:pt x="4758" y="0"/>
                  </a:moveTo>
                  <a:cubicBezTo>
                    <a:pt x="4380" y="0"/>
                    <a:pt x="4096" y="315"/>
                    <a:pt x="4096" y="662"/>
                  </a:cubicBezTo>
                  <a:lnTo>
                    <a:pt x="4096" y="4190"/>
                  </a:lnTo>
                  <a:cubicBezTo>
                    <a:pt x="4096" y="4474"/>
                    <a:pt x="3970" y="4758"/>
                    <a:pt x="3781" y="4915"/>
                  </a:cubicBezTo>
                  <a:lnTo>
                    <a:pt x="1922" y="6774"/>
                  </a:lnTo>
                  <a:cubicBezTo>
                    <a:pt x="1875" y="6821"/>
                    <a:pt x="1788" y="6845"/>
                    <a:pt x="1698" y="6845"/>
                  </a:cubicBezTo>
                  <a:cubicBezTo>
                    <a:pt x="1607" y="6845"/>
                    <a:pt x="1513" y="6821"/>
                    <a:pt x="1450" y="6774"/>
                  </a:cubicBezTo>
                  <a:cubicBezTo>
                    <a:pt x="1355" y="6648"/>
                    <a:pt x="1355" y="6427"/>
                    <a:pt x="1450" y="6301"/>
                  </a:cubicBezTo>
                  <a:lnTo>
                    <a:pt x="3308" y="4442"/>
                  </a:lnTo>
                  <a:cubicBezTo>
                    <a:pt x="3497" y="4285"/>
                    <a:pt x="3560" y="3812"/>
                    <a:pt x="3277" y="3529"/>
                  </a:cubicBezTo>
                  <a:cubicBezTo>
                    <a:pt x="3140" y="3392"/>
                    <a:pt x="2972" y="3332"/>
                    <a:pt x="2807" y="3332"/>
                  </a:cubicBezTo>
                  <a:cubicBezTo>
                    <a:pt x="2592" y="3332"/>
                    <a:pt x="2379" y="3432"/>
                    <a:pt x="2237" y="3592"/>
                  </a:cubicBezTo>
                  <a:cubicBezTo>
                    <a:pt x="2237" y="3592"/>
                    <a:pt x="347" y="5419"/>
                    <a:pt x="347" y="5482"/>
                  </a:cubicBezTo>
                  <a:cubicBezTo>
                    <a:pt x="158" y="5671"/>
                    <a:pt x="0" y="6018"/>
                    <a:pt x="0" y="6427"/>
                  </a:cubicBezTo>
                  <a:lnTo>
                    <a:pt x="0" y="8129"/>
                  </a:lnTo>
                  <a:lnTo>
                    <a:pt x="0" y="8412"/>
                  </a:lnTo>
                  <a:lnTo>
                    <a:pt x="0" y="10271"/>
                  </a:lnTo>
                  <a:lnTo>
                    <a:pt x="3088" y="10271"/>
                  </a:lnTo>
                  <a:cubicBezTo>
                    <a:pt x="3277" y="10271"/>
                    <a:pt x="3434" y="10113"/>
                    <a:pt x="3434" y="9924"/>
                  </a:cubicBezTo>
                  <a:lnTo>
                    <a:pt x="3434" y="8570"/>
                  </a:lnTo>
                  <a:cubicBezTo>
                    <a:pt x="3434" y="8129"/>
                    <a:pt x="3623" y="7908"/>
                    <a:pt x="3812" y="7530"/>
                  </a:cubicBezTo>
                  <a:lnTo>
                    <a:pt x="5293" y="5104"/>
                  </a:lnTo>
                  <a:cubicBezTo>
                    <a:pt x="5388" y="4915"/>
                    <a:pt x="5482" y="4663"/>
                    <a:pt x="5482" y="4411"/>
                  </a:cubicBezTo>
                  <a:lnTo>
                    <a:pt x="5482" y="662"/>
                  </a:lnTo>
                  <a:cubicBezTo>
                    <a:pt x="5451" y="284"/>
                    <a:pt x="5136" y="0"/>
                    <a:pt x="475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14696;p136">
              <a:extLst>
                <a:ext uri="{FF2B5EF4-FFF2-40B4-BE49-F238E27FC236}">
                  <a16:creationId xmlns:a16="http://schemas.microsoft.com/office/drawing/2014/main" id="{DFBE1679-863D-BA42-DCFE-DC8895EC6A73}"/>
                </a:ext>
              </a:extLst>
            </p:cNvPr>
            <p:cNvSpPr/>
            <p:nvPr/>
          </p:nvSpPr>
          <p:spPr>
            <a:xfrm>
              <a:off x="-30139750" y="3636850"/>
              <a:ext cx="26000" cy="37825"/>
            </a:xfrm>
            <a:custGeom>
              <a:avLst/>
              <a:gdLst/>
              <a:ahLst/>
              <a:cxnLst/>
              <a:rect l="l" t="t" r="r" b="b"/>
              <a:pathLst>
                <a:path w="1040" h="1513" extrusionOk="0">
                  <a:moveTo>
                    <a:pt x="504" y="0"/>
                  </a:moveTo>
                  <a:cubicBezTo>
                    <a:pt x="252" y="32"/>
                    <a:pt x="0" y="284"/>
                    <a:pt x="0" y="567"/>
                  </a:cubicBezTo>
                  <a:lnTo>
                    <a:pt x="0" y="1418"/>
                  </a:lnTo>
                  <a:cubicBezTo>
                    <a:pt x="126" y="1386"/>
                    <a:pt x="252" y="1355"/>
                    <a:pt x="410" y="1355"/>
                  </a:cubicBezTo>
                  <a:cubicBezTo>
                    <a:pt x="630" y="1355"/>
                    <a:pt x="819" y="1386"/>
                    <a:pt x="1040" y="1512"/>
                  </a:cubicBezTo>
                  <a:lnTo>
                    <a:pt x="1040" y="504"/>
                  </a:lnTo>
                  <a:cubicBezTo>
                    <a:pt x="1040" y="252"/>
                    <a:pt x="788" y="0"/>
                    <a:pt x="50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14697;p136">
              <a:extLst>
                <a:ext uri="{FF2B5EF4-FFF2-40B4-BE49-F238E27FC236}">
                  <a16:creationId xmlns:a16="http://schemas.microsoft.com/office/drawing/2014/main" id="{E9866158-859D-8FC4-E6A2-0C3A4BABB0FB}"/>
                </a:ext>
              </a:extLst>
            </p:cNvPr>
            <p:cNvSpPr/>
            <p:nvPr/>
          </p:nvSpPr>
          <p:spPr>
            <a:xfrm>
              <a:off x="-30302800" y="3638950"/>
              <a:ext cx="25225" cy="36500"/>
            </a:xfrm>
            <a:custGeom>
              <a:avLst/>
              <a:gdLst/>
              <a:ahLst/>
              <a:cxnLst/>
              <a:rect l="l" t="t" r="r" b="b"/>
              <a:pathLst>
                <a:path w="1009" h="1460" extrusionOk="0">
                  <a:moveTo>
                    <a:pt x="418" y="1"/>
                  </a:moveTo>
                  <a:cubicBezTo>
                    <a:pt x="177" y="1"/>
                    <a:pt x="1" y="229"/>
                    <a:pt x="1" y="483"/>
                  </a:cubicBezTo>
                  <a:lnTo>
                    <a:pt x="1" y="1460"/>
                  </a:lnTo>
                  <a:cubicBezTo>
                    <a:pt x="190" y="1334"/>
                    <a:pt x="379" y="1302"/>
                    <a:pt x="631" y="1302"/>
                  </a:cubicBezTo>
                  <a:cubicBezTo>
                    <a:pt x="725" y="1302"/>
                    <a:pt x="883" y="1334"/>
                    <a:pt x="1009" y="1365"/>
                  </a:cubicBezTo>
                  <a:lnTo>
                    <a:pt x="1009" y="515"/>
                  </a:lnTo>
                  <a:cubicBezTo>
                    <a:pt x="1009" y="231"/>
                    <a:pt x="788" y="11"/>
                    <a:pt x="505" y="11"/>
                  </a:cubicBezTo>
                  <a:cubicBezTo>
                    <a:pt x="475" y="4"/>
                    <a:pt x="446" y="1"/>
                    <a:pt x="41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14698;p136">
              <a:extLst>
                <a:ext uri="{FF2B5EF4-FFF2-40B4-BE49-F238E27FC236}">
                  <a16:creationId xmlns:a16="http://schemas.microsoft.com/office/drawing/2014/main" id="{8F74C386-9459-9E83-F309-7B7B20E6E23D}"/>
                </a:ext>
              </a:extLst>
            </p:cNvPr>
            <p:cNvSpPr/>
            <p:nvPr/>
          </p:nvSpPr>
          <p:spPr>
            <a:xfrm>
              <a:off x="-30242925" y="3569100"/>
              <a:ext cx="68525" cy="68550"/>
            </a:xfrm>
            <a:custGeom>
              <a:avLst/>
              <a:gdLst/>
              <a:ahLst/>
              <a:cxnLst/>
              <a:rect l="l" t="t" r="r" b="b"/>
              <a:pathLst>
                <a:path w="2741" h="2742" extrusionOk="0">
                  <a:moveTo>
                    <a:pt x="1386" y="1"/>
                  </a:moveTo>
                  <a:cubicBezTo>
                    <a:pt x="630" y="1"/>
                    <a:pt x="0" y="631"/>
                    <a:pt x="0" y="1387"/>
                  </a:cubicBezTo>
                  <a:cubicBezTo>
                    <a:pt x="0" y="2174"/>
                    <a:pt x="630" y="2742"/>
                    <a:pt x="1386" y="2742"/>
                  </a:cubicBezTo>
                  <a:cubicBezTo>
                    <a:pt x="2111" y="2742"/>
                    <a:pt x="2741" y="2111"/>
                    <a:pt x="2741" y="1387"/>
                  </a:cubicBezTo>
                  <a:cubicBezTo>
                    <a:pt x="2741" y="631"/>
                    <a:pt x="2111" y="1"/>
                    <a:pt x="138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14699;p136">
              <a:extLst>
                <a:ext uri="{FF2B5EF4-FFF2-40B4-BE49-F238E27FC236}">
                  <a16:creationId xmlns:a16="http://schemas.microsoft.com/office/drawing/2014/main" id="{8857E5B7-4309-F461-4B07-2C5EC3C7E545}"/>
                </a:ext>
              </a:extLst>
            </p:cNvPr>
            <p:cNvSpPr/>
            <p:nvPr/>
          </p:nvSpPr>
          <p:spPr>
            <a:xfrm>
              <a:off x="-30262625" y="3654950"/>
              <a:ext cx="107925" cy="68550"/>
            </a:xfrm>
            <a:custGeom>
              <a:avLst/>
              <a:gdLst/>
              <a:ahLst/>
              <a:cxnLst/>
              <a:rect l="l" t="t" r="r" b="b"/>
              <a:pathLst>
                <a:path w="4317" h="2742" extrusionOk="0">
                  <a:moveTo>
                    <a:pt x="2174" y="1"/>
                  </a:moveTo>
                  <a:cubicBezTo>
                    <a:pt x="1292" y="1"/>
                    <a:pt x="505" y="379"/>
                    <a:pt x="0" y="1040"/>
                  </a:cubicBezTo>
                  <a:lnTo>
                    <a:pt x="32" y="1103"/>
                  </a:lnTo>
                  <a:cubicBezTo>
                    <a:pt x="946" y="1985"/>
                    <a:pt x="1450" y="2458"/>
                    <a:pt x="1702" y="2742"/>
                  </a:cubicBezTo>
                  <a:lnTo>
                    <a:pt x="2647" y="2742"/>
                  </a:lnTo>
                  <a:lnTo>
                    <a:pt x="4254" y="1135"/>
                  </a:lnTo>
                  <a:lnTo>
                    <a:pt x="4317" y="1040"/>
                  </a:lnTo>
                  <a:cubicBezTo>
                    <a:pt x="3813" y="410"/>
                    <a:pt x="3025" y="1"/>
                    <a:pt x="21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4" name="Google Shape;14700;p136">
            <a:extLst>
              <a:ext uri="{FF2B5EF4-FFF2-40B4-BE49-F238E27FC236}">
                <a16:creationId xmlns:a16="http://schemas.microsoft.com/office/drawing/2014/main" id="{0259F8F7-B8DF-7C1D-9256-7F64B1D4CD2B}"/>
              </a:ext>
            </a:extLst>
          </p:cNvPr>
          <p:cNvGrpSpPr/>
          <p:nvPr/>
        </p:nvGrpSpPr>
        <p:grpSpPr>
          <a:xfrm>
            <a:off x="2894111" y="2548714"/>
            <a:ext cx="342799" cy="354318"/>
            <a:chOff x="-35118325" y="3202075"/>
            <a:chExt cx="281975" cy="291450"/>
          </a:xfrm>
          <a:solidFill>
            <a:schemeClr val="accent1">
              <a:lumMod val="75000"/>
            </a:schemeClr>
          </a:solidFill>
        </p:grpSpPr>
        <p:sp>
          <p:nvSpPr>
            <p:cNvPr id="375" name="Google Shape;14701;p136">
              <a:extLst>
                <a:ext uri="{FF2B5EF4-FFF2-40B4-BE49-F238E27FC236}">
                  <a16:creationId xmlns:a16="http://schemas.microsoft.com/office/drawing/2014/main" id="{CF2341CC-3F71-E74B-B074-E80871AD97E1}"/>
                </a:ext>
              </a:extLst>
            </p:cNvPr>
            <p:cNvSpPr/>
            <p:nvPr/>
          </p:nvSpPr>
          <p:spPr>
            <a:xfrm>
              <a:off x="-35008050" y="3202075"/>
              <a:ext cx="171700" cy="171250"/>
            </a:xfrm>
            <a:custGeom>
              <a:avLst/>
              <a:gdLst/>
              <a:ahLst/>
              <a:cxnLst/>
              <a:rect l="l" t="t" r="r" b="b"/>
              <a:pathLst>
                <a:path w="6868" h="6850" extrusionOk="0">
                  <a:moveTo>
                    <a:pt x="3466" y="1355"/>
                  </a:moveTo>
                  <a:cubicBezTo>
                    <a:pt x="4222" y="1355"/>
                    <a:pt x="4852" y="1985"/>
                    <a:pt x="4852" y="2741"/>
                  </a:cubicBezTo>
                  <a:lnTo>
                    <a:pt x="4852" y="4127"/>
                  </a:lnTo>
                  <a:cubicBezTo>
                    <a:pt x="4852" y="4348"/>
                    <a:pt x="4757" y="4600"/>
                    <a:pt x="4631" y="4821"/>
                  </a:cubicBezTo>
                  <a:lnTo>
                    <a:pt x="4726" y="4915"/>
                  </a:lnTo>
                  <a:cubicBezTo>
                    <a:pt x="4852" y="5041"/>
                    <a:pt x="4852" y="5262"/>
                    <a:pt x="4726" y="5388"/>
                  </a:cubicBezTo>
                  <a:cubicBezTo>
                    <a:pt x="4663" y="5451"/>
                    <a:pt x="4576" y="5482"/>
                    <a:pt x="4489" y="5482"/>
                  </a:cubicBezTo>
                  <a:cubicBezTo>
                    <a:pt x="4403" y="5482"/>
                    <a:pt x="4316" y="5451"/>
                    <a:pt x="4253" y="5388"/>
                  </a:cubicBezTo>
                  <a:lnTo>
                    <a:pt x="4190" y="5293"/>
                  </a:lnTo>
                  <a:cubicBezTo>
                    <a:pt x="3970" y="5419"/>
                    <a:pt x="3749" y="5514"/>
                    <a:pt x="3466" y="5514"/>
                  </a:cubicBezTo>
                  <a:cubicBezTo>
                    <a:pt x="2709" y="5514"/>
                    <a:pt x="2079" y="4884"/>
                    <a:pt x="2079" y="4127"/>
                  </a:cubicBezTo>
                  <a:lnTo>
                    <a:pt x="2079" y="2741"/>
                  </a:lnTo>
                  <a:cubicBezTo>
                    <a:pt x="2079" y="1985"/>
                    <a:pt x="2709" y="1355"/>
                    <a:pt x="3466" y="1355"/>
                  </a:cubicBezTo>
                  <a:close/>
                  <a:moveTo>
                    <a:pt x="3466" y="0"/>
                  </a:moveTo>
                  <a:cubicBezTo>
                    <a:pt x="1575" y="0"/>
                    <a:pt x="32" y="1576"/>
                    <a:pt x="32" y="3403"/>
                  </a:cubicBezTo>
                  <a:cubicBezTo>
                    <a:pt x="32" y="4001"/>
                    <a:pt x="189" y="4569"/>
                    <a:pt x="473" y="5104"/>
                  </a:cubicBezTo>
                  <a:lnTo>
                    <a:pt x="32" y="6396"/>
                  </a:lnTo>
                  <a:cubicBezTo>
                    <a:pt x="0" y="6522"/>
                    <a:pt x="32" y="6679"/>
                    <a:pt x="126" y="6774"/>
                  </a:cubicBezTo>
                  <a:cubicBezTo>
                    <a:pt x="172" y="6820"/>
                    <a:pt x="269" y="6849"/>
                    <a:pt x="367" y="6849"/>
                  </a:cubicBezTo>
                  <a:cubicBezTo>
                    <a:pt x="403" y="6849"/>
                    <a:pt x="439" y="6845"/>
                    <a:pt x="473" y="6837"/>
                  </a:cubicBezTo>
                  <a:lnTo>
                    <a:pt x="1764" y="6396"/>
                  </a:lnTo>
                  <a:cubicBezTo>
                    <a:pt x="2300" y="6679"/>
                    <a:pt x="2867" y="6837"/>
                    <a:pt x="3466" y="6837"/>
                  </a:cubicBezTo>
                  <a:cubicBezTo>
                    <a:pt x="5356" y="6837"/>
                    <a:pt x="6868" y="5293"/>
                    <a:pt x="6868" y="3403"/>
                  </a:cubicBezTo>
                  <a:cubicBezTo>
                    <a:pt x="6868" y="1513"/>
                    <a:pt x="5356" y="0"/>
                    <a:pt x="34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14702;p136">
              <a:extLst>
                <a:ext uri="{FF2B5EF4-FFF2-40B4-BE49-F238E27FC236}">
                  <a16:creationId xmlns:a16="http://schemas.microsoft.com/office/drawing/2014/main" id="{AC9A168E-A74F-D73E-6770-FB9DB9927EC2}"/>
                </a:ext>
              </a:extLst>
            </p:cNvPr>
            <p:cNvSpPr/>
            <p:nvPr/>
          </p:nvSpPr>
          <p:spPr>
            <a:xfrm>
              <a:off x="-34937975" y="3254050"/>
              <a:ext cx="33125" cy="67775"/>
            </a:xfrm>
            <a:custGeom>
              <a:avLst/>
              <a:gdLst/>
              <a:ahLst/>
              <a:cxnLst/>
              <a:rect l="l" t="t" r="r" b="b"/>
              <a:pathLst>
                <a:path w="1325" h="2711" extrusionOk="0">
                  <a:moveTo>
                    <a:pt x="663" y="1"/>
                  </a:moveTo>
                  <a:cubicBezTo>
                    <a:pt x="253" y="1"/>
                    <a:pt x="1" y="316"/>
                    <a:pt x="1" y="662"/>
                  </a:cubicBezTo>
                  <a:lnTo>
                    <a:pt x="1" y="2048"/>
                  </a:lnTo>
                  <a:cubicBezTo>
                    <a:pt x="1" y="2427"/>
                    <a:pt x="316" y="2710"/>
                    <a:pt x="663" y="2710"/>
                  </a:cubicBezTo>
                  <a:cubicBezTo>
                    <a:pt x="694" y="2710"/>
                    <a:pt x="789" y="2710"/>
                    <a:pt x="820" y="2679"/>
                  </a:cubicBezTo>
                  <a:lnTo>
                    <a:pt x="757" y="2584"/>
                  </a:lnTo>
                  <a:cubicBezTo>
                    <a:pt x="631" y="2490"/>
                    <a:pt x="631" y="2238"/>
                    <a:pt x="757" y="2111"/>
                  </a:cubicBezTo>
                  <a:cubicBezTo>
                    <a:pt x="804" y="2064"/>
                    <a:pt x="891" y="2041"/>
                    <a:pt x="978" y="2041"/>
                  </a:cubicBezTo>
                  <a:cubicBezTo>
                    <a:pt x="1064" y="2041"/>
                    <a:pt x="1151" y="2064"/>
                    <a:pt x="1198" y="2111"/>
                  </a:cubicBezTo>
                  <a:lnTo>
                    <a:pt x="1293" y="2206"/>
                  </a:lnTo>
                  <a:cubicBezTo>
                    <a:pt x="1293" y="2175"/>
                    <a:pt x="1324" y="2080"/>
                    <a:pt x="1324" y="2048"/>
                  </a:cubicBezTo>
                  <a:lnTo>
                    <a:pt x="1324" y="662"/>
                  </a:lnTo>
                  <a:cubicBezTo>
                    <a:pt x="1324" y="284"/>
                    <a:pt x="1041" y="1"/>
                    <a:pt x="6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14703;p136">
              <a:extLst>
                <a:ext uri="{FF2B5EF4-FFF2-40B4-BE49-F238E27FC236}">
                  <a16:creationId xmlns:a16="http://schemas.microsoft.com/office/drawing/2014/main" id="{1895DE9E-3EB1-00DE-303F-6BCD814996F7}"/>
                </a:ext>
              </a:extLst>
            </p:cNvPr>
            <p:cNvSpPr/>
            <p:nvPr/>
          </p:nvSpPr>
          <p:spPr>
            <a:xfrm>
              <a:off x="-35085250" y="3338325"/>
              <a:ext cx="69325" cy="69350"/>
            </a:xfrm>
            <a:custGeom>
              <a:avLst/>
              <a:gdLst/>
              <a:ahLst/>
              <a:cxnLst/>
              <a:rect l="l" t="t" r="r" b="b"/>
              <a:pathLst>
                <a:path w="2773" h="2774" extrusionOk="0">
                  <a:moveTo>
                    <a:pt x="1387" y="1"/>
                  </a:moveTo>
                  <a:cubicBezTo>
                    <a:pt x="631" y="1"/>
                    <a:pt x="1" y="631"/>
                    <a:pt x="1" y="1387"/>
                  </a:cubicBezTo>
                  <a:cubicBezTo>
                    <a:pt x="64" y="2143"/>
                    <a:pt x="631" y="2773"/>
                    <a:pt x="1387" y="2773"/>
                  </a:cubicBezTo>
                  <a:cubicBezTo>
                    <a:pt x="2143" y="2773"/>
                    <a:pt x="2773" y="2143"/>
                    <a:pt x="2773" y="1387"/>
                  </a:cubicBezTo>
                  <a:cubicBezTo>
                    <a:pt x="2773" y="631"/>
                    <a:pt x="2143" y="1"/>
                    <a:pt x="13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14704;p136">
              <a:extLst>
                <a:ext uri="{FF2B5EF4-FFF2-40B4-BE49-F238E27FC236}">
                  <a16:creationId xmlns:a16="http://schemas.microsoft.com/office/drawing/2014/main" id="{5319BB3B-C431-55E5-AF54-CE2F1D7B2763}"/>
                </a:ext>
              </a:extLst>
            </p:cNvPr>
            <p:cNvSpPr/>
            <p:nvPr/>
          </p:nvSpPr>
          <p:spPr>
            <a:xfrm>
              <a:off x="-35118325" y="3424175"/>
              <a:ext cx="137075" cy="69350"/>
            </a:xfrm>
            <a:custGeom>
              <a:avLst/>
              <a:gdLst/>
              <a:ahLst/>
              <a:cxnLst/>
              <a:rect l="l" t="t" r="r" b="b"/>
              <a:pathLst>
                <a:path w="5483" h="2774" extrusionOk="0">
                  <a:moveTo>
                    <a:pt x="2741" y="1"/>
                  </a:moveTo>
                  <a:cubicBezTo>
                    <a:pt x="1387" y="1"/>
                    <a:pt x="221" y="1040"/>
                    <a:pt x="32" y="2364"/>
                  </a:cubicBezTo>
                  <a:cubicBezTo>
                    <a:pt x="0" y="2553"/>
                    <a:pt x="158" y="2773"/>
                    <a:pt x="347" y="2773"/>
                  </a:cubicBezTo>
                  <a:lnTo>
                    <a:pt x="5104" y="2773"/>
                  </a:lnTo>
                  <a:cubicBezTo>
                    <a:pt x="5325" y="2773"/>
                    <a:pt x="5482" y="2553"/>
                    <a:pt x="5482" y="2364"/>
                  </a:cubicBezTo>
                  <a:cubicBezTo>
                    <a:pt x="5262" y="1040"/>
                    <a:pt x="4127" y="1"/>
                    <a:pt x="27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9" name="Google Shape;14705;p136">
            <a:extLst>
              <a:ext uri="{FF2B5EF4-FFF2-40B4-BE49-F238E27FC236}">
                <a16:creationId xmlns:a16="http://schemas.microsoft.com/office/drawing/2014/main" id="{C3B7363D-F871-1DBC-9E13-111623106D79}"/>
              </a:ext>
            </a:extLst>
          </p:cNvPr>
          <p:cNvGrpSpPr/>
          <p:nvPr/>
        </p:nvGrpSpPr>
        <p:grpSpPr>
          <a:xfrm>
            <a:off x="2887880" y="2990807"/>
            <a:ext cx="355260" cy="353893"/>
            <a:chOff x="-35123050" y="3561225"/>
            <a:chExt cx="292225" cy="291100"/>
          </a:xfrm>
          <a:solidFill>
            <a:schemeClr val="accent1">
              <a:lumMod val="75000"/>
            </a:schemeClr>
          </a:solidFill>
        </p:grpSpPr>
        <p:sp>
          <p:nvSpPr>
            <p:cNvPr id="380" name="Google Shape;14706;p136">
              <a:extLst>
                <a:ext uri="{FF2B5EF4-FFF2-40B4-BE49-F238E27FC236}">
                  <a16:creationId xmlns:a16="http://schemas.microsoft.com/office/drawing/2014/main" id="{F500CA97-C72D-A9A0-6492-F571E85A1F24}"/>
                </a:ext>
              </a:extLst>
            </p:cNvPr>
            <p:cNvSpPr/>
            <p:nvPr/>
          </p:nvSpPr>
          <p:spPr>
            <a:xfrm>
              <a:off x="-35123050" y="3629750"/>
              <a:ext cx="205575" cy="222575"/>
            </a:xfrm>
            <a:custGeom>
              <a:avLst/>
              <a:gdLst/>
              <a:ahLst/>
              <a:cxnLst/>
              <a:rect l="l" t="t" r="r" b="b"/>
              <a:pathLst>
                <a:path w="8223" h="8903" extrusionOk="0">
                  <a:moveTo>
                    <a:pt x="2080" y="2710"/>
                  </a:moveTo>
                  <a:cubicBezTo>
                    <a:pt x="2458" y="2710"/>
                    <a:pt x="2741" y="3056"/>
                    <a:pt x="2741" y="3403"/>
                  </a:cubicBezTo>
                  <a:cubicBezTo>
                    <a:pt x="2741" y="3781"/>
                    <a:pt x="2426" y="4065"/>
                    <a:pt x="2080" y="4065"/>
                  </a:cubicBezTo>
                  <a:cubicBezTo>
                    <a:pt x="1733" y="4065"/>
                    <a:pt x="1418" y="3750"/>
                    <a:pt x="1418" y="3403"/>
                  </a:cubicBezTo>
                  <a:cubicBezTo>
                    <a:pt x="1418" y="3056"/>
                    <a:pt x="1670" y="2710"/>
                    <a:pt x="2080" y="2710"/>
                  </a:cubicBezTo>
                  <a:close/>
                  <a:moveTo>
                    <a:pt x="4127" y="2710"/>
                  </a:moveTo>
                  <a:cubicBezTo>
                    <a:pt x="4506" y="2710"/>
                    <a:pt x="4789" y="3056"/>
                    <a:pt x="4789" y="3403"/>
                  </a:cubicBezTo>
                  <a:cubicBezTo>
                    <a:pt x="4789" y="3781"/>
                    <a:pt x="4474" y="4065"/>
                    <a:pt x="4127" y="4065"/>
                  </a:cubicBezTo>
                  <a:cubicBezTo>
                    <a:pt x="3718" y="4065"/>
                    <a:pt x="3466" y="3750"/>
                    <a:pt x="3466" y="3403"/>
                  </a:cubicBezTo>
                  <a:cubicBezTo>
                    <a:pt x="3466" y="3056"/>
                    <a:pt x="3718" y="2710"/>
                    <a:pt x="4127" y="2710"/>
                  </a:cubicBezTo>
                  <a:close/>
                  <a:moveTo>
                    <a:pt x="6207" y="2710"/>
                  </a:moveTo>
                  <a:cubicBezTo>
                    <a:pt x="6616" y="2710"/>
                    <a:pt x="6868" y="3056"/>
                    <a:pt x="6868" y="3403"/>
                  </a:cubicBezTo>
                  <a:cubicBezTo>
                    <a:pt x="6868" y="3781"/>
                    <a:pt x="6553" y="4065"/>
                    <a:pt x="6207" y="4065"/>
                  </a:cubicBezTo>
                  <a:cubicBezTo>
                    <a:pt x="5829" y="4065"/>
                    <a:pt x="5545" y="3750"/>
                    <a:pt x="5545" y="3403"/>
                  </a:cubicBezTo>
                  <a:cubicBezTo>
                    <a:pt x="5514" y="3056"/>
                    <a:pt x="5829" y="2710"/>
                    <a:pt x="6207" y="2710"/>
                  </a:cubicBezTo>
                  <a:close/>
                  <a:moveTo>
                    <a:pt x="1733" y="0"/>
                  </a:moveTo>
                  <a:cubicBezTo>
                    <a:pt x="788" y="0"/>
                    <a:pt x="0" y="757"/>
                    <a:pt x="0" y="1702"/>
                  </a:cubicBezTo>
                  <a:lnTo>
                    <a:pt x="0" y="5136"/>
                  </a:lnTo>
                  <a:cubicBezTo>
                    <a:pt x="0" y="5955"/>
                    <a:pt x="630" y="6616"/>
                    <a:pt x="1418" y="6774"/>
                  </a:cubicBezTo>
                  <a:lnTo>
                    <a:pt x="1418" y="8570"/>
                  </a:lnTo>
                  <a:cubicBezTo>
                    <a:pt x="1418" y="8696"/>
                    <a:pt x="1481" y="8822"/>
                    <a:pt x="1607" y="8885"/>
                  </a:cubicBezTo>
                  <a:cubicBezTo>
                    <a:pt x="1649" y="8895"/>
                    <a:pt x="1695" y="8902"/>
                    <a:pt x="1739" y="8902"/>
                  </a:cubicBezTo>
                  <a:cubicBezTo>
                    <a:pt x="1828" y="8902"/>
                    <a:pt x="1912" y="8874"/>
                    <a:pt x="1954" y="8790"/>
                  </a:cubicBezTo>
                  <a:lnTo>
                    <a:pt x="3938" y="6837"/>
                  </a:lnTo>
                  <a:lnTo>
                    <a:pt x="6522" y="6837"/>
                  </a:lnTo>
                  <a:cubicBezTo>
                    <a:pt x="7467" y="6837"/>
                    <a:pt x="8223" y="6081"/>
                    <a:pt x="8223" y="5136"/>
                  </a:cubicBezTo>
                  <a:lnTo>
                    <a:pt x="8223" y="1702"/>
                  </a:lnTo>
                  <a:cubicBezTo>
                    <a:pt x="8223" y="757"/>
                    <a:pt x="7467" y="0"/>
                    <a:pt x="65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14707;p136">
              <a:extLst>
                <a:ext uri="{FF2B5EF4-FFF2-40B4-BE49-F238E27FC236}">
                  <a16:creationId xmlns:a16="http://schemas.microsoft.com/office/drawing/2014/main" id="{885B6E90-B655-782D-8B05-D6E6F6E889AD}"/>
                </a:ext>
              </a:extLst>
            </p:cNvPr>
            <p:cNvSpPr/>
            <p:nvPr/>
          </p:nvSpPr>
          <p:spPr>
            <a:xfrm>
              <a:off x="-35053750" y="3561225"/>
              <a:ext cx="222925" cy="221825"/>
            </a:xfrm>
            <a:custGeom>
              <a:avLst/>
              <a:gdLst/>
              <a:ahLst/>
              <a:cxnLst/>
              <a:rect l="l" t="t" r="r" b="b"/>
              <a:pathLst>
                <a:path w="8917" h="8873" extrusionOk="0">
                  <a:moveTo>
                    <a:pt x="1702" y="1"/>
                  </a:moveTo>
                  <a:cubicBezTo>
                    <a:pt x="757" y="1"/>
                    <a:pt x="1" y="725"/>
                    <a:pt x="1" y="1702"/>
                  </a:cubicBezTo>
                  <a:lnTo>
                    <a:pt x="1" y="2048"/>
                  </a:lnTo>
                  <a:lnTo>
                    <a:pt x="3781" y="2048"/>
                  </a:lnTo>
                  <a:cubicBezTo>
                    <a:pt x="5136" y="2048"/>
                    <a:pt x="6207" y="3088"/>
                    <a:pt x="6207" y="4443"/>
                  </a:cubicBezTo>
                  <a:lnTo>
                    <a:pt x="6207" y="7877"/>
                  </a:lnTo>
                  <a:lnTo>
                    <a:pt x="6207" y="8003"/>
                  </a:lnTo>
                  <a:lnTo>
                    <a:pt x="6995" y="8790"/>
                  </a:lnTo>
                  <a:cubicBezTo>
                    <a:pt x="7055" y="8850"/>
                    <a:pt x="7127" y="8872"/>
                    <a:pt x="7205" y="8872"/>
                  </a:cubicBezTo>
                  <a:cubicBezTo>
                    <a:pt x="7249" y="8872"/>
                    <a:pt x="7295" y="8865"/>
                    <a:pt x="7341" y="8853"/>
                  </a:cubicBezTo>
                  <a:cubicBezTo>
                    <a:pt x="7467" y="8822"/>
                    <a:pt x="7530" y="8664"/>
                    <a:pt x="7530" y="8538"/>
                  </a:cubicBezTo>
                  <a:lnTo>
                    <a:pt x="7530" y="6806"/>
                  </a:lnTo>
                  <a:cubicBezTo>
                    <a:pt x="8318" y="6648"/>
                    <a:pt x="8917" y="5955"/>
                    <a:pt x="8917" y="5104"/>
                  </a:cubicBezTo>
                  <a:lnTo>
                    <a:pt x="8917" y="1702"/>
                  </a:lnTo>
                  <a:cubicBezTo>
                    <a:pt x="8917" y="725"/>
                    <a:pt x="8129" y="1"/>
                    <a:pt x="71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2" name="Google Shape;14708;p136">
            <a:extLst>
              <a:ext uri="{FF2B5EF4-FFF2-40B4-BE49-F238E27FC236}">
                <a16:creationId xmlns:a16="http://schemas.microsoft.com/office/drawing/2014/main" id="{5890E594-0683-C4B3-C644-58DF568F84BC}"/>
              </a:ext>
            </a:extLst>
          </p:cNvPr>
          <p:cNvGrpSpPr/>
          <p:nvPr/>
        </p:nvGrpSpPr>
        <p:grpSpPr>
          <a:xfrm>
            <a:off x="2930019" y="3426775"/>
            <a:ext cx="270982" cy="354288"/>
            <a:chOff x="-35089175" y="3919600"/>
            <a:chExt cx="222900" cy="291425"/>
          </a:xfrm>
          <a:solidFill>
            <a:schemeClr val="accent1">
              <a:lumMod val="75000"/>
            </a:schemeClr>
          </a:solidFill>
        </p:grpSpPr>
        <p:sp>
          <p:nvSpPr>
            <p:cNvPr id="383" name="Google Shape;14709;p136">
              <a:extLst>
                <a:ext uri="{FF2B5EF4-FFF2-40B4-BE49-F238E27FC236}">
                  <a16:creationId xmlns:a16="http://schemas.microsoft.com/office/drawing/2014/main" id="{B5BF0B8F-38FB-32B9-2C11-3BE038B4EAB8}"/>
                </a:ext>
              </a:extLst>
            </p:cNvPr>
            <p:cNvSpPr/>
            <p:nvPr/>
          </p:nvSpPr>
          <p:spPr>
            <a:xfrm>
              <a:off x="-35089175" y="3919600"/>
              <a:ext cx="222900" cy="291425"/>
            </a:xfrm>
            <a:custGeom>
              <a:avLst/>
              <a:gdLst/>
              <a:ahLst/>
              <a:cxnLst/>
              <a:rect l="l" t="t" r="r" b="b"/>
              <a:pathLst>
                <a:path w="8916" h="11657" extrusionOk="0">
                  <a:moveTo>
                    <a:pt x="4474" y="1418"/>
                  </a:moveTo>
                  <a:cubicBezTo>
                    <a:pt x="6143" y="1418"/>
                    <a:pt x="7530" y="2804"/>
                    <a:pt x="7530" y="4474"/>
                  </a:cubicBezTo>
                  <a:cubicBezTo>
                    <a:pt x="7561" y="6175"/>
                    <a:pt x="6143" y="7561"/>
                    <a:pt x="4474" y="7561"/>
                  </a:cubicBezTo>
                  <a:cubicBezTo>
                    <a:pt x="2772" y="7561"/>
                    <a:pt x="1386" y="6175"/>
                    <a:pt x="1386" y="4474"/>
                  </a:cubicBezTo>
                  <a:cubicBezTo>
                    <a:pt x="1386" y="2804"/>
                    <a:pt x="2772" y="1418"/>
                    <a:pt x="4474" y="1418"/>
                  </a:cubicBezTo>
                  <a:close/>
                  <a:moveTo>
                    <a:pt x="4474" y="0"/>
                  </a:moveTo>
                  <a:cubicBezTo>
                    <a:pt x="2016" y="0"/>
                    <a:pt x="0" y="2017"/>
                    <a:pt x="0" y="4442"/>
                  </a:cubicBezTo>
                  <a:cubicBezTo>
                    <a:pt x="0" y="5419"/>
                    <a:pt x="315" y="6333"/>
                    <a:pt x="914" y="7120"/>
                  </a:cubicBezTo>
                  <a:lnTo>
                    <a:pt x="4190" y="11531"/>
                  </a:lnTo>
                  <a:cubicBezTo>
                    <a:pt x="4253" y="11626"/>
                    <a:pt x="4348" y="11657"/>
                    <a:pt x="4474" y="11657"/>
                  </a:cubicBezTo>
                  <a:cubicBezTo>
                    <a:pt x="4568" y="11657"/>
                    <a:pt x="4663" y="11626"/>
                    <a:pt x="4726" y="11531"/>
                  </a:cubicBezTo>
                  <a:lnTo>
                    <a:pt x="8002" y="7120"/>
                  </a:lnTo>
                  <a:cubicBezTo>
                    <a:pt x="8601" y="6333"/>
                    <a:pt x="8916" y="5419"/>
                    <a:pt x="8916" y="4442"/>
                  </a:cubicBezTo>
                  <a:cubicBezTo>
                    <a:pt x="8916" y="2017"/>
                    <a:pt x="6931" y="0"/>
                    <a:pt x="44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14710;p136">
              <a:extLst>
                <a:ext uri="{FF2B5EF4-FFF2-40B4-BE49-F238E27FC236}">
                  <a16:creationId xmlns:a16="http://schemas.microsoft.com/office/drawing/2014/main" id="{EE100994-36CE-5032-992E-C3B04143D08D}"/>
                </a:ext>
              </a:extLst>
            </p:cNvPr>
            <p:cNvSpPr/>
            <p:nvPr/>
          </p:nvSpPr>
          <p:spPr>
            <a:xfrm>
              <a:off x="-35038000" y="3971575"/>
              <a:ext cx="120525" cy="120525"/>
            </a:xfrm>
            <a:custGeom>
              <a:avLst/>
              <a:gdLst/>
              <a:ahLst/>
              <a:cxnLst/>
              <a:rect l="l" t="t" r="r" b="b"/>
              <a:pathLst>
                <a:path w="4821" h="4821" extrusionOk="0">
                  <a:moveTo>
                    <a:pt x="2427" y="662"/>
                  </a:moveTo>
                  <a:cubicBezTo>
                    <a:pt x="2616" y="662"/>
                    <a:pt x="2773" y="820"/>
                    <a:pt x="2773" y="1040"/>
                  </a:cubicBezTo>
                  <a:cubicBezTo>
                    <a:pt x="2773" y="1229"/>
                    <a:pt x="2616" y="1387"/>
                    <a:pt x="2427" y="1387"/>
                  </a:cubicBezTo>
                  <a:cubicBezTo>
                    <a:pt x="2206" y="1387"/>
                    <a:pt x="2049" y="1229"/>
                    <a:pt x="2049" y="1040"/>
                  </a:cubicBezTo>
                  <a:cubicBezTo>
                    <a:pt x="2049" y="820"/>
                    <a:pt x="2206" y="662"/>
                    <a:pt x="2427" y="662"/>
                  </a:cubicBezTo>
                  <a:close/>
                  <a:moveTo>
                    <a:pt x="2427" y="2017"/>
                  </a:moveTo>
                  <a:cubicBezTo>
                    <a:pt x="2616" y="2017"/>
                    <a:pt x="2773" y="2174"/>
                    <a:pt x="2773" y="2363"/>
                  </a:cubicBezTo>
                  <a:lnTo>
                    <a:pt x="2773" y="3750"/>
                  </a:lnTo>
                  <a:cubicBezTo>
                    <a:pt x="2773" y="3939"/>
                    <a:pt x="2616" y="4096"/>
                    <a:pt x="2427" y="4096"/>
                  </a:cubicBezTo>
                  <a:cubicBezTo>
                    <a:pt x="2206" y="4096"/>
                    <a:pt x="2049" y="3939"/>
                    <a:pt x="2049" y="3750"/>
                  </a:cubicBezTo>
                  <a:lnTo>
                    <a:pt x="2049" y="2363"/>
                  </a:lnTo>
                  <a:cubicBezTo>
                    <a:pt x="2049" y="2174"/>
                    <a:pt x="2206" y="2017"/>
                    <a:pt x="2427" y="2017"/>
                  </a:cubicBezTo>
                  <a:close/>
                  <a:moveTo>
                    <a:pt x="2427" y="1"/>
                  </a:moveTo>
                  <a:cubicBezTo>
                    <a:pt x="1072" y="1"/>
                    <a:pt x="1" y="1072"/>
                    <a:pt x="1" y="2395"/>
                  </a:cubicBezTo>
                  <a:cubicBezTo>
                    <a:pt x="1" y="3750"/>
                    <a:pt x="1072" y="4821"/>
                    <a:pt x="2427" y="4821"/>
                  </a:cubicBezTo>
                  <a:cubicBezTo>
                    <a:pt x="3750" y="4821"/>
                    <a:pt x="4821" y="3750"/>
                    <a:pt x="4821" y="2395"/>
                  </a:cubicBezTo>
                  <a:cubicBezTo>
                    <a:pt x="4821" y="1072"/>
                    <a:pt x="3750" y="1"/>
                    <a:pt x="24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5" name="Google Shape;14711;p136">
            <a:extLst>
              <a:ext uri="{FF2B5EF4-FFF2-40B4-BE49-F238E27FC236}">
                <a16:creationId xmlns:a16="http://schemas.microsoft.com/office/drawing/2014/main" id="{0ECE3D19-CD3C-E413-132E-832B7F4D80DD}"/>
              </a:ext>
            </a:extLst>
          </p:cNvPr>
          <p:cNvGrpSpPr/>
          <p:nvPr/>
        </p:nvGrpSpPr>
        <p:grpSpPr>
          <a:xfrm>
            <a:off x="5131193" y="2548471"/>
            <a:ext cx="337085" cy="354805"/>
            <a:chOff x="-33277650" y="3226875"/>
            <a:chExt cx="277275" cy="291850"/>
          </a:xfrm>
          <a:solidFill>
            <a:schemeClr val="accent1">
              <a:lumMod val="75000"/>
            </a:schemeClr>
          </a:solidFill>
        </p:grpSpPr>
        <p:sp>
          <p:nvSpPr>
            <p:cNvPr id="386" name="Google Shape;14712;p136">
              <a:extLst>
                <a:ext uri="{FF2B5EF4-FFF2-40B4-BE49-F238E27FC236}">
                  <a16:creationId xmlns:a16="http://schemas.microsoft.com/office/drawing/2014/main" id="{305860A6-2CE1-0486-41E8-2D0C63AF769E}"/>
                </a:ext>
              </a:extLst>
            </p:cNvPr>
            <p:cNvSpPr/>
            <p:nvPr/>
          </p:nvSpPr>
          <p:spPr>
            <a:xfrm>
              <a:off x="-33071300" y="3440725"/>
              <a:ext cx="33100" cy="33900"/>
            </a:xfrm>
            <a:custGeom>
              <a:avLst/>
              <a:gdLst/>
              <a:ahLst/>
              <a:cxnLst/>
              <a:rect l="l" t="t" r="r" b="b"/>
              <a:pathLst>
                <a:path w="1324" h="1356" extrusionOk="0">
                  <a:moveTo>
                    <a:pt x="662" y="0"/>
                  </a:moveTo>
                  <a:cubicBezTo>
                    <a:pt x="284" y="0"/>
                    <a:pt x="1" y="315"/>
                    <a:pt x="1" y="693"/>
                  </a:cubicBezTo>
                  <a:cubicBezTo>
                    <a:pt x="1" y="1040"/>
                    <a:pt x="284" y="1355"/>
                    <a:pt x="662" y="1355"/>
                  </a:cubicBezTo>
                  <a:cubicBezTo>
                    <a:pt x="1040" y="1355"/>
                    <a:pt x="1324" y="1040"/>
                    <a:pt x="1324" y="693"/>
                  </a:cubicBezTo>
                  <a:cubicBezTo>
                    <a:pt x="1324" y="315"/>
                    <a:pt x="1040" y="0"/>
                    <a:pt x="6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14713;p136">
              <a:extLst>
                <a:ext uri="{FF2B5EF4-FFF2-40B4-BE49-F238E27FC236}">
                  <a16:creationId xmlns:a16="http://schemas.microsoft.com/office/drawing/2014/main" id="{53A24609-0532-67A3-228C-8545DEB8EE6D}"/>
                </a:ext>
              </a:extLst>
            </p:cNvPr>
            <p:cNvSpPr/>
            <p:nvPr/>
          </p:nvSpPr>
          <p:spPr>
            <a:xfrm>
              <a:off x="-33157925" y="3227275"/>
              <a:ext cx="17350" cy="103200"/>
            </a:xfrm>
            <a:custGeom>
              <a:avLst/>
              <a:gdLst/>
              <a:ahLst/>
              <a:cxnLst/>
              <a:rect l="l" t="t" r="r" b="b"/>
              <a:pathLst>
                <a:path w="694" h="4128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4128"/>
                  </a:lnTo>
                  <a:cubicBezTo>
                    <a:pt x="95" y="4096"/>
                    <a:pt x="221" y="4096"/>
                    <a:pt x="347" y="4096"/>
                  </a:cubicBezTo>
                  <a:cubicBezTo>
                    <a:pt x="473" y="4096"/>
                    <a:pt x="567" y="4096"/>
                    <a:pt x="693" y="4128"/>
                  </a:cubicBezTo>
                  <a:lnTo>
                    <a:pt x="693" y="347"/>
                  </a:ln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14714;p136">
              <a:extLst>
                <a:ext uri="{FF2B5EF4-FFF2-40B4-BE49-F238E27FC236}">
                  <a16:creationId xmlns:a16="http://schemas.microsoft.com/office/drawing/2014/main" id="{A765092F-0CEC-9843-1850-32F76AC600FE}"/>
                </a:ext>
              </a:extLst>
            </p:cNvPr>
            <p:cNvSpPr/>
            <p:nvPr/>
          </p:nvSpPr>
          <p:spPr>
            <a:xfrm>
              <a:off x="-33175250" y="3347650"/>
              <a:ext cx="51200" cy="51350"/>
            </a:xfrm>
            <a:custGeom>
              <a:avLst/>
              <a:gdLst/>
              <a:ahLst/>
              <a:cxnLst/>
              <a:rect l="l" t="t" r="r" b="b"/>
              <a:pathLst>
                <a:path w="2048" h="2054" extrusionOk="0">
                  <a:moveTo>
                    <a:pt x="938" y="0"/>
                  </a:moveTo>
                  <a:cubicBezTo>
                    <a:pt x="417" y="0"/>
                    <a:pt x="0" y="451"/>
                    <a:pt x="0" y="1014"/>
                  </a:cubicBezTo>
                  <a:cubicBezTo>
                    <a:pt x="0" y="1549"/>
                    <a:pt x="473" y="2054"/>
                    <a:pt x="1040" y="2054"/>
                  </a:cubicBezTo>
                  <a:cubicBezTo>
                    <a:pt x="1575" y="2054"/>
                    <a:pt x="2048" y="1581"/>
                    <a:pt x="2048" y="1014"/>
                  </a:cubicBezTo>
                  <a:cubicBezTo>
                    <a:pt x="2048" y="447"/>
                    <a:pt x="1575" y="6"/>
                    <a:pt x="1040" y="6"/>
                  </a:cubicBezTo>
                  <a:cubicBezTo>
                    <a:pt x="1006" y="2"/>
                    <a:pt x="972" y="0"/>
                    <a:pt x="9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14715;p136">
              <a:extLst>
                <a:ext uri="{FF2B5EF4-FFF2-40B4-BE49-F238E27FC236}">
                  <a16:creationId xmlns:a16="http://schemas.microsoft.com/office/drawing/2014/main" id="{D98063B4-4B91-98C7-B4AF-97F04F635B34}"/>
                </a:ext>
              </a:extLst>
            </p:cNvPr>
            <p:cNvSpPr/>
            <p:nvPr/>
          </p:nvSpPr>
          <p:spPr>
            <a:xfrm>
              <a:off x="-33224875" y="3404500"/>
              <a:ext cx="159900" cy="114225"/>
            </a:xfrm>
            <a:custGeom>
              <a:avLst/>
              <a:gdLst/>
              <a:ahLst/>
              <a:cxnLst/>
              <a:rect l="l" t="t" r="r" b="b"/>
              <a:pathLst>
                <a:path w="6396" h="4569" extrusionOk="0">
                  <a:moveTo>
                    <a:pt x="1954" y="0"/>
                  </a:moveTo>
                  <a:lnTo>
                    <a:pt x="0" y="2520"/>
                  </a:lnTo>
                  <a:lnTo>
                    <a:pt x="0" y="4222"/>
                  </a:lnTo>
                  <a:cubicBezTo>
                    <a:pt x="0" y="4411"/>
                    <a:pt x="158" y="4568"/>
                    <a:pt x="347" y="4568"/>
                  </a:cubicBezTo>
                  <a:lnTo>
                    <a:pt x="3781" y="4568"/>
                  </a:lnTo>
                  <a:cubicBezTo>
                    <a:pt x="3970" y="4568"/>
                    <a:pt x="4127" y="4411"/>
                    <a:pt x="4127" y="4222"/>
                  </a:cubicBezTo>
                  <a:lnTo>
                    <a:pt x="4127" y="3875"/>
                  </a:lnTo>
                  <a:lnTo>
                    <a:pt x="5136" y="3875"/>
                  </a:lnTo>
                  <a:cubicBezTo>
                    <a:pt x="5577" y="3844"/>
                    <a:pt x="6018" y="3718"/>
                    <a:pt x="6396" y="3434"/>
                  </a:cubicBezTo>
                  <a:cubicBezTo>
                    <a:pt x="5986" y="3277"/>
                    <a:pt x="5608" y="2930"/>
                    <a:pt x="5514" y="2489"/>
                  </a:cubicBezTo>
                  <a:lnTo>
                    <a:pt x="4442" y="2489"/>
                  </a:lnTo>
                  <a:cubicBezTo>
                    <a:pt x="3497" y="2489"/>
                    <a:pt x="2741" y="1733"/>
                    <a:pt x="2741" y="788"/>
                  </a:cubicBezTo>
                  <a:lnTo>
                    <a:pt x="2741" y="410"/>
                  </a:lnTo>
                  <a:cubicBezTo>
                    <a:pt x="2426" y="315"/>
                    <a:pt x="2206" y="189"/>
                    <a:pt x="195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14716;p136">
              <a:extLst>
                <a:ext uri="{FF2B5EF4-FFF2-40B4-BE49-F238E27FC236}">
                  <a16:creationId xmlns:a16="http://schemas.microsoft.com/office/drawing/2014/main" id="{01D6ED99-1C92-A053-FD8E-E7C639143574}"/>
                </a:ext>
              </a:extLst>
            </p:cNvPr>
            <p:cNvSpPr/>
            <p:nvPr/>
          </p:nvSpPr>
          <p:spPr>
            <a:xfrm>
              <a:off x="-33141400" y="3312350"/>
              <a:ext cx="127625" cy="138625"/>
            </a:xfrm>
            <a:custGeom>
              <a:avLst/>
              <a:gdLst/>
              <a:ahLst/>
              <a:cxnLst/>
              <a:rect l="l" t="t" r="r" b="b"/>
              <a:pathLst>
                <a:path w="5105" h="5545" extrusionOk="0">
                  <a:moveTo>
                    <a:pt x="4128" y="0"/>
                  </a:moveTo>
                  <a:lnTo>
                    <a:pt x="694" y="662"/>
                  </a:lnTo>
                  <a:lnTo>
                    <a:pt x="694" y="1040"/>
                  </a:lnTo>
                  <a:cubicBezTo>
                    <a:pt x="1103" y="1355"/>
                    <a:pt x="1387" y="1827"/>
                    <a:pt x="1387" y="2426"/>
                  </a:cubicBezTo>
                  <a:cubicBezTo>
                    <a:pt x="1387" y="3245"/>
                    <a:pt x="788" y="3938"/>
                    <a:pt x="1" y="4127"/>
                  </a:cubicBezTo>
                  <a:lnTo>
                    <a:pt x="1" y="4505"/>
                  </a:lnTo>
                  <a:cubicBezTo>
                    <a:pt x="1" y="5072"/>
                    <a:pt x="473" y="5545"/>
                    <a:pt x="1009" y="5545"/>
                  </a:cubicBezTo>
                  <a:lnTo>
                    <a:pt x="2080" y="5545"/>
                  </a:lnTo>
                  <a:cubicBezTo>
                    <a:pt x="2238" y="4946"/>
                    <a:pt x="2742" y="4505"/>
                    <a:pt x="3372" y="4505"/>
                  </a:cubicBezTo>
                  <a:cubicBezTo>
                    <a:pt x="3624" y="4505"/>
                    <a:pt x="3844" y="4600"/>
                    <a:pt x="4065" y="4726"/>
                  </a:cubicBezTo>
                  <a:lnTo>
                    <a:pt x="4065" y="4127"/>
                  </a:lnTo>
                  <a:lnTo>
                    <a:pt x="4128" y="4127"/>
                  </a:lnTo>
                  <a:cubicBezTo>
                    <a:pt x="4443" y="4064"/>
                    <a:pt x="4758" y="3938"/>
                    <a:pt x="4916" y="3655"/>
                  </a:cubicBezTo>
                  <a:cubicBezTo>
                    <a:pt x="5105" y="3340"/>
                    <a:pt x="5105" y="2993"/>
                    <a:pt x="4947" y="2678"/>
                  </a:cubicBezTo>
                  <a:lnTo>
                    <a:pt x="4128" y="1008"/>
                  </a:lnTo>
                  <a:lnTo>
                    <a:pt x="412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14717;p136">
              <a:extLst>
                <a:ext uri="{FF2B5EF4-FFF2-40B4-BE49-F238E27FC236}">
                  <a16:creationId xmlns:a16="http://schemas.microsoft.com/office/drawing/2014/main" id="{80A6028A-3189-3A8E-0131-4994158E19FC}"/>
                </a:ext>
              </a:extLst>
            </p:cNvPr>
            <p:cNvSpPr/>
            <p:nvPr/>
          </p:nvSpPr>
          <p:spPr>
            <a:xfrm>
              <a:off x="-33122500" y="3226875"/>
              <a:ext cx="122125" cy="83925"/>
            </a:xfrm>
            <a:custGeom>
              <a:avLst/>
              <a:gdLst/>
              <a:ahLst/>
              <a:cxnLst/>
              <a:rect l="l" t="t" r="r" b="b"/>
              <a:pathLst>
                <a:path w="4885" h="3357" extrusionOk="0">
                  <a:moveTo>
                    <a:pt x="3376" y="1"/>
                  </a:moveTo>
                  <a:cubicBezTo>
                    <a:pt x="3025" y="1"/>
                    <a:pt x="2679" y="143"/>
                    <a:pt x="2427" y="426"/>
                  </a:cubicBezTo>
                  <a:lnTo>
                    <a:pt x="2143" y="678"/>
                  </a:lnTo>
                  <a:lnTo>
                    <a:pt x="1" y="678"/>
                  </a:lnTo>
                  <a:lnTo>
                    <a:pt x="1" y="3356"/>
                  </a:lnTo>
                  <a:lnTo>
                    <a:pt x="4191" y="2537"/>
                  </a:lnTo>
                  <a:lnTo>
                    <a:pt x="4349" y="2379"/>
                  </a:lnTo>
                  <a:cubicBezTo>
                    <a:pt x="4884" y="1844"/>
                    <a:pt x="4884" y="962"/>
                    <a:pt x="4349" y="426"/>
                  </a:cubicBezTo>
                  <a:cubicBezTo>
                    <a:pt x="4081" y="143"/>
                    <a:pt x="3726" y="1"/>
                    <a:pt x="33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14718;p136">
              <a:extLst>
                <a:ext uri="{FF2B5EF4-FFF2-40B4-BE49-F238E27FC236}">
                  <a16:creationId xmlns:a16="http://schemas.microsoft.com/office/drawing/2014/main" id="{D8A73667-82B6-4485-8046-28F1D8D5B0D9}"/>
                </a:ext>
              </a:extLst>
            </p:cNvPr>
            <p:cNvSpPr/>
            <p:nvPr/>
          </p:nvSpPr>
          <p:spPr>
            <a:xfrm>
              <a:off x="-33277650" y="3245400"/>
              <a:ext cx="102400" cy="198500"/>
            </a:xfrm>
            <a:custGeom>
              <a:avLst/>
              <a:gdLst/>
              <a:ahLst/>
              <a:cxnLst/>
              <a:rect l="l" t="t" r="r" b="b"/>
              <a:pathLst>
                <a:path w="4096" h="7940" extrusionOk="0">
                  <a:moveTo>
                    <a:pt x="4096" y="0"/>
                  </a:moveTo>
                  <a:cubicBezTo>
                    <a:pt x="1828" y="95"/>
                    <a:pt x="0" y="1985"/>
                    <a:pt x="0" y="4316"/>
                  </a:cubicBezTo>
                  <a:cubicBezTo>
                    <a:pt x="0" y="5766"/>
                    <a:pt x="757" y="7120"/>
                    <a:pt x="1954" y="7939"/>
                  </a:cubicBezTo>
                  <a:lnTo>
                    <a:pt x="3592" y="5829"/>
                  </a:lnTo>
                  <a:cubicBezTo>
                    <a:pt x="3466" y="5576"/>
                    <a:pt x="3434" y="5356"/>
                    <a:pt x="3434" y="5104"/>
                  </a:cubicBezTo>
                  <a:cubicBezTo>
                    <a:pt x="3434" y="4568"/>
                    <a:pt x="3718" y="4033"/>
                    <a:pt x="4096" y="3718"/>
                  </a:cubicBezTo>
                  <a:lnTo>
                    <a:pt x="409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3" name="Google Shape;14719;p136">
            <a:extLst>
              <a:ext uri="{FF2B5EF4-FFF2-40B4-BE49-F238E27FC236}">
                <a16:creationId xmlns:a16="http://schemas.microsoft.com/office/drawing/2014/main" id="{99782564-3926-73CE-EE0E-566AB1024D52}"/>
              </a:ext>
            </a:extLst>
          </p:cNvPr>
          <p:cNvGrpSpPr/>
          <p:nvPr/>
        </p:nvGrpSpPr>
        <p:grpSpPr>
          <a:xfrm>
            <a:off x="5122577" y="2990594"/>
            <a:ext cx="354318" cy="354318"/>
            <a:chOff x="-33286325" y="3586425"/>
            <a:chExt cx="291450" cy="291450"/>
          </a:xfrm>
          <a:solidFill>
            <a:schemeClr val="accent1">
              <a:lumMod val="75000"/>
            </a:schemeClr>
          </a:solidFill>
        </p:grpSpPr>
        <p:sp>
          <p:nvSpPr>
            <p:cNvPr id="394" name="Google Shape;14720;p136">
              <a:extLst>
                <a:ext uri="{FF2B5EF4-FFF2-40B4-BE49-F238E27FC236}">
                  <a16:creationId xmlns:a16="http://schemas.microsoft.com/office/drawing/2014/main" id="{A253E1BA-4B69-7DB8-2310-4B24CED8DB17}"/>
                </a:ext>
              </a:extLst>
            </p:cNvPr>
            <p:cNvSpPr/>
            <p:nvPr/>
          </p:nvSpPr>
          <p:spPr>
            <a:xfrm>
              <a:off x="-33114625" y="3586425"/>
              <a:ext cx="119750" cy="120525"/>
            </a:xfrm>
            <a:custGeom>
              <a:avLst/>
              <a:gdLst/>
              <a:ahLst/>
              <a:cxnLst/>
              <a:rect l="l" t="t" r="r" b="b"/>
              <a:pathLst>
                <a:path w="4790" h="4821" extrusionOk="0">
                  <a:moveTo>
                    <a:pt x="2395" y="631"/>
                  </a:moveTo>
                  <a:cubicBezTo>
                    <a:pt x="2584" y="631"/>
                    <a:pt x="2742" y="788"/>
                    <a:pt x="2742" y="1009"/>
                  </a:cubicBezTo>
                  <a:lnTo>
                    <a:pt x="2742" y="2017"/>
                  </a:lnTo>
                  <a:lnTo>
                    <a:pt x="3782" y="2017"/>
                  </a:lnTo>
                  <a:cubicBezTo>
                    <a:pt x="3971" y="2017"/>
                    <a:pt x="4128" y="2175"/>
                    <a:pt x="4128" y="2364"/>
                  </a:cubicBezTo>
                  <a:cubicBezTo>
                    <a:pt x="4128" y="2584"/>
                    <a:pt x="3971" y="2742"/>
                    <a:pt x="3782" y="2742"/>
                  </a:cubicBezTo>
                  <a:lnTo>
                    <a:pt x="2395" y="2742"/>
                  </a:lnTo>
                  <a:cubicBezTo>
                    <a:pt x="2206" y="2742"/>
                    <a:pt x="2049" y="2584"/>
                    <a:pt x="2049" y="2364"/>
                  </a:cubicBezTo>
                  <a:lnTo>
                    <a:pt x="2049" y="1009"/>
                  </a:lnTo>
                  <a:cubicBezTo>
                    <a:pt x="2049" y="788"/>
                    <a:pt x="2206" y="631"/>
                    <a:pt x="2395" y="631"/>
                  </a:cubicBezTo>
                  <a:close/>
                  <a:moveTo>
                    <a:pt x="2395" y="1"/>
                  </a:moveTo>
                  <a:cubicBezTo>
                    <a:pt x="1041" y="1"/>
                    <a:pt x="1" y="1072"/>
                    <a:pt x="1" y="2427"/>
                  </a:cubicBezTo>
                  <a:cubicBezTo>
                    <a:pt x="1" y="3750"/>
                    <a:pt x="1041" y="4821"/>
                    <a:pt x="2395" y="4821"/>
                  </a:cubicBezTo>
                  <a:cubicBezTo>
                    <a:pt x="3719" y="4821"/>
                    <a:pt x="4790" y="3750"/>
                    <a:pt x="4790" y="2427"/>
                  </a:cubicBezTo>
                  <a:cubicBezTo>
                    <a:pt x="4790" y="1072"/>
                    <a:pt x="3719" y="1"/>
                    <a:pt x="239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14721;p136">
              <a:extLst>
                <a:ext uri="{FF2B5EF4-FFF2-40B4-BE49-F238E27FC236}">
                  <a16:creationId xmlns:a16="http://schemas.microsoft.com/office/drawing/2014/main" id="{1D20B775-DB31-0B11-23E6-5545BC0072CD}"/>
                </a:ext>
              </a:extLst>
            </p:cNvPr>
            <p:cNvSpPr/>
            <p:nvPr/>
          </p:nvSpPr>
          <p:spPr>
            <a:xfrm>
              <a:off x="-33286325" y="3825875"/>
              <a:ext cx="241050" cy="52000"/>
            </a:xfrm>
            <a:custGeom>
              <a:avLst/>
              <a:gdLst/>
              <a:ahLst/>
              <a:cxnLst/>
              <a:rect l="l" t="t" r="r" b="b"/>
              <a:pathLst>
                <a:path w="9642" h="2080" extrusionOk="0">
                  <a:moveTo>
                    <a:pt x="32" y="0"/>
                  </a:moveTo>
                  <a:lnTo>
                    <a:pt x="32" y="1764"/>
                  </a:lnTo>
                  <a:cubicBezTo>
                    <a:pt x="1" y="1922"/>
                    <a:pt x="158" y="2079"/>
                    <a:pt x="347" y="2079"/>
                  </a:cubicBezTo>
                  <a:lnTo>
                    <a:pt x="9295" y="2079"/>
                  </a:lnTo>
                  <a:cubicBezTo>
                    <a:pt x="9484" y="2079"/>
                    <a:pt x="9641" y="1922"/>
                    <a:pt x="9641" y="1733"/>
                  </a:cubicBezTo>
                  <a:lnTo>
                    <a:pt x="9641" y="1040"/>
                  </a:lnTo>
                  <a:cubicBezTo>
                    <a:pt x="9641" y="473"/>
                    <a:pt x="9169" y="0"/>
                    <a:pt x="86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14722;p136">
              <a:extLst>
                <a:ext uri="{FF2B5EF4-FFF2-40B4-BE49-F238E27FC236}">
                  <a16:creationId xmlns:a16="http://schemas.microsoft.com/office/drawing/2014/main" id="{968FD453-BA3A-A132-238C-43BA180E8285}"/>
                </a:ext>
              </a:extLst>
            </p:cNvPr>
            <p:cNvSpPr/>
            <p:nvPr/>
          </p:nvSpPr>
          <p:spPr>
            <a:xfrm>
              <a:off x="-33183925" y="3756550"/>
              <a:ext cx="103200" cy="52025"/>
            </a:xfrm>
            <a:custGeom>
              <a:avLst/>
              <a:gdLst/>
              <a:ahLst/>
              <a:cxnLst/>
              <a:rect l="l" t="t" r="r" b="b"/>
              <a:pathLst>
                <a:path w="4128" h="2081" extrusionOk="0">
                  <a:moveTo>
                    <a:pt x="1040" y="1"/>
                  </a:moveTo>
                  <a:cubicBezTo>
                    <a:pt x="473" y="1"/>
                    <a:pt x="1" y="505"/>
                    <a:pt x="1" y="1040"/>
                  </a:cubicBezTo>
                  <a:lnTo>
                    <a:pt x="1" y="2080"/>
                  </a:lnTo>
                  <a:lnTo>
                    <a:pt x="4128" y="2080"/>
                  </a:lnTo>
                  <a:lnTo>
                    <a:pt x="4128" y="1040"/>
                  </a:lnTo>
                  <a:cubicBezTo>
                    <a:pt x="4128" y="505"/>
                    <a:pt x="3687" y="1"/>
                    <a:pt x="31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14723;p136">
              <a:extLst>
                <a:ext uri="{FF2B5EF4-FFF2-40B4-BE49-F238E27FC236}">
                  <a16:creationId xmlns:a16="http://schemas.microsoft.com/office/drawing/2014/main" id="{0FD1FCEB-B69F-B9A3-EEF1-CA62DEB8DDC9}"/>
                </a:ext>
              </a:extLst>
            </p:cNvPr>
            <p:cNvSpPr/>
            <p:nvPr/>
          </p:nvSpPr>
          <p:spPr>
            <a:xfrm>
              <a:off x="-33252450" y="3636850"/>
              <a:ext cx="68550" cy="69325"/>
            </a:xfrm>
            <a:custGeom>
              <a:avLst/>
              <a:gdLst/>
              <a:ahLst/>
              <a:cxnLst/>
              <a:rect l="l" t="t" r="r" b="b"/>
              <a:pathLst>
                <a:path w="2742" h="2773" extrusionOk="0">
                  <a:moveTo>
                    <a:pt x="1387" y="0"/>
                  </a:moveTo>
                  <a:cubicBezTo>
                    <a:pt x="599" y="0"/>
                    <a:pt x="1" y="630"/>
                    <a:pt x="1" y="1386"/>
                  </a:cubicBezTo>
                  <a:cubicBezTo>
                    <a:pt x="1" y="2142"/>
                    <a:pt x="599" y="2772"/>
                    <a:pt x="1387" y="2772"/>
                  </a:cubicBezTo>
                  <a:cubicBezTo>
                    <a:pt x="2143" y="2772"/>
                    <a:pt x="2742" y="2142"/>
                    <a:pt x="2742" y="1386"/>
                  </a:cubicBezTo>
                  <a:cubicBezTo>
                    <a:pt x="2742" y="630"/>
                    <a:pt x="2143" y="0"/>
                    <a:pt x="13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14724;p136">
              <a:extLst>
                <a:ext uri="{FF2B5EF4-FFF2-40B4-BE49-F238E27FC236}">
                  <a16:creationId xmlns:a16="http://schemas.microsoft.com/office/drawing/2014/main" id="{C78E2DC1-9348-B836-0860-0FDF6800AEB5}"/>
                </a:ext>
              </a:extLst>
            </p:cNvPr>
            <p:cNvSpPr/>
            <p:nvPr/>
          </p:nvSpPr>
          <p:spPr>
            <a:xfrm>
              <a:off x="-33286325" y="3723050"/>
              <a:ext cx="116600" cy="85525"/>
            </a:xfrm>
            <a:custGeom>
              <a:avLst/>
              <a:gdLst/>
              <a:ahLst/>
              <a:cxnLst/>
              <a:rect l="l" t="t" r="r" b="b"/>
              <a:pathLst>
                <a:path w="4664" h="3421" extrusionOk="0">
                  <a:moveTo>
                    <a:pt x="2788" y="1"/>
                  </a:moveTo>
                  <a:cubicBezTo>
                    <a:pt x="2690" y="1"/>
                    <a:pt x="2591" y="6"/>
                    <a:pt x="2490" y="18"/>
                  </a:cubicBezTo>
                  <a:cubicBezTo>
                    <a:pt x="1072" y="144"/>
                    <a:pt x="1" y="1435"/>
                    <a:pt x="1" y="2853"/>
                  </a:cubicBezTo>
                  <a:lnTo>
                    <a:pt x="1" y="3105"/>
                  </a:lnTo>
                  <a:cubicBezTo>
                    <a:pt x="1" y="3263"/>
                    <a:pt x="158" y="3420"/>
                    <a:pt x="347" y="3420"/>
                  </a:cubicBezTo>
                  <a:lnTo>
                    <a:pt x="3435" y="3420"/>
                  </a:lnTo>
                  <a:lnTo>
                    <a:pt x="3435" y="2380"/>
                  </a:lnTo>
                  <a:cubicBezTo>
                    <a:pt x="3435" y="1624"/>
                    <a:pt x="3939" y="963"/>
                    <a:pt x="4664" y="774"/>
                  </a:cubicBezTo>
                  <a:cubicBezTo>
                    <a:pt x="4164" y="302"/>
                    <a:pt x="3517" y="1"/>
                    <a:pt x="27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9" name="Google Shape;14725;p136">
            <a:extLst>
              <a:ext uri="{FF2B5EF4-FFF2-40B4-BE49-F238E27FC236}">
                <a16:creationId xmlns:a16="http://schemas.microsoft.com/office/drawing/2014/main" id="{E4A9AB0F-840F-1DAC-A6E8-96B8AE17E358}"/>
              </a:ext>
            </a:extLst>
          </p:cNvPr>
          <p:cNvGrpSpPr/>
          <p:nvPr/>
        </p:nvGrpSpPr>
        <p:grpSpPr>
          <a:xfrm>
            <a:off x="5122577" y="3425802"/>
            <a:ext cx="354318" cy="356234"/>
            <a:chOff x="-33286325" y="3944800"/>
            <a:chExt cx="291450" cy="293025"/>
          </a:xfrm>
          <a:solidFill>
            <a:schemeClr val="accent1">
              <a:lumMod val="75000"/>
            </a:schemeClr>
          </a:solidFill>
        </p:grpSpPr>
        <p:sp>
          <p:nvSpPr>
            <p:cNvPr id="400" name="Google Shape;14726;p136">
              <a:extLst>
                <a:ext uri="{FF2B5EF4-FFF2-40B4-BE49-F238E27FC236}">
                  <a16:creationId xmlns:a16="http://schemas.microsoft.com/office/drawing/2014/main" id="{70C34751-3DA4-2431-B39C-19EC08DD3AE8}"/>
                </a:ext>
              </a:extLst>
            </p:cNvPr>
            <p:cNvSpPr/>
            <p:nvPr/>
          </p:nvSpPr>
          <p:spPr>
            <a:xfrm>
              <a:off x="-33194950" y="3996000"/>
              <a:ext cx="200075" cy="241825"/>
            </a:xfrm>
            <a:custGeom>
              <a:avLst/>
              <a:gdLst/>
              <a:ahLst/>
              <a:cxnLst/>
              <a:rect l="l" t="t" r="r" b="b"/>
              <a:pathLst>
                <a:path w="8003" h="9673" extrusionOk="0">
                  <a:moveTo>
                    <a:pt x="2300" y="0"/>
                  </a:moveTo>
                  <a:cubicBezTo>
                    <a:pt x="2017" y="0"/>
                    <a:pt x="1796" y="252"/>
                    <a:pt x="1796" y="536"/>
                  </a:cubicBezTo>
                  <a:lnTo>
                    <a:pt x="1796" y="2962"/>
                  </a:lnTo>
                  <a:lnTo>
                    <a:pt x="694" y="4064"/>
                  </a:lnTo>
                  <a:cubicBezTo>
                    <a:pt x="95" y="4663"/>
                    <a:pt x="0" y="5640"/>
                    <a:pt x="536" y="6301"/>
                  </a:cubicBezTo>
                  <a:lnTo>
                    <a:pt x="1576" y="7719"/>
                  </a:lnTo>
                  <a:cubicBezTo>
                    <a:pt x="1702" y="7876"/>
                    <a:pt x="1796" y="8128"/>
                    <a:pt x="1796" y="8349"/>
                  </a:cubicBezTo>
                  <a:lnTo>
                    <a:pt x="1796" y="9294"/>
                  </a:lnTo>
                  <a:cubicBezTo>
                    <a:pt x="1796" y="9515"/>
                    <a:pt x="1954" y="9672"/>
                    <a:pt x="2143" y="9672"/>
                  </a:cubicBezTo>
                  <a:lnTo>
                    <a:pt x="6932" y="9672"/>
                  </a:lnTo>
                  <a:cubicBezTo>
                    <a:pt x="7152" y="9672"/>
                    <a:pt x="7310" y="9515"/>
                    <a:pt x="7310" y="9294"/>
                  </a:cubicBezTo>
                  <a:lnTo>
                    <a:pt x="7310" y="8349"/>
                  </a:lnTo>
                  <a:cubicBezTo>
                    <a:pt x="7310" y="8128"/>
                    <a:pt x="7373" y="7939"/>
                    <a:pt x="7530" y="7782"/>
                  </a:cubicBezTo>
                  <a:cubicBezTo>
                    <a:pt x="7814" y="7498"/>
                    <a:pt x="7971" y="7089"/>
                    <a:pt x="7971" y="6711"/>
                  </a:cubicBezTo>
                  <a:lnTo>
                    <a:pt x="7971" y="3938"/>
                  </a:lnTo>
                  <a:cubicBezTo>
                    <a:pt x="8003" y="3686"/>
                    <a:pt x="7782" y="3434"/>
                    <a:pt x="7499" y="3434"/>
                  </a:cubicBezTo>
                  <a:cubicBezTo>
                    <a:pt x="7215" y="3434"/>
                    <a:pt x="6995" y="3686"/>
                    <a:pt x="6995" y="3938"/>
                  </a:cubicBezTo>
                  <a:lnTo>
                    <a:pt x="6995" y="4474"/>
                  </a:lnTo>
                  <a:cubicBezTo>
                    <a:pt x="6995" y="4663"/>
                    <a:pt x="6837" y="4820"/>
                    <a:pt x="6617" y="4820"/>
                  </a:cubicBezTo>
                  <a:cubicBezTo>
                    <a:pt x="6427" y="4820"/>
                    <a:pt x="6270" y="4663"/>
                    <a:pt x="6270" y="4474"/>
                  </a:cubicBezTo>
                  <a:lnTo>
                    <a:pt x="6270" y="3277"/>
                  </a:lnTo>
                  <a:cubicBezTo>
                    <a:pt x="6270" y="2993"/>
                    <a:pt x="6049" y="2773"/>
                    <a:pt x="5766" y="2773"/>
                  </a:cubicBezTo>
                  <a:cubicBezTo>
                    <a:pt x="5482" y="2773"/>
                    <a:pt x="5262" y="2993"/>
                    <a:pt x="5262" y="3277"/>
                  </a:cubicBezTo>
                  <a:lnTo>
                    <a:pt x="5262" y="4474"/>
                  </a:lnTo>
                  <a:cubicBezTo>
                    <a:pt x="5262" y="4663"/>
                    <a:pt x="5104" y="4820"/>
                    <a:pt x="4884" y="4820"/>
                  </a:cubicBezTo>
                  <a:cubicBezTo>
                    <a:pt x="4695" y="4820"/>
                    <a:pt x="4537" y="4663"/>
                    <a:pt x="4537" y="4474"/>
                  </a:cubicBezTo>
                  <a:lnTo>
                    <a:pt x="4537" y="1890"/>
                  </a:lnTo>
                  <a:cubicBezTo>
                    <a:pt x="4537" y="1638"/>
                    <a:pt x="4317" y="1386"/>
                    <a:pt x="4033" y="1386"/>
                  </a:cubicBezTo>
                  <a:cubicBezTo>
                    <a:pt x="3750" y="1386"/>
                    <a:pt x="3529" y="1638"/>
                    <a:pt x="3529" y="1890"/>
                  </a:cubicBezTo>
                  <a:lnTo>
                    <a:pt x="3529" y="4474"/>
                  </a:lnTo>
                  <a:cubicBezTo>
                    <a:pt x="3529" y="4663"/>
                    <a:pt x="3371" y="4820"/>
                    <a:pt x="3151" y="4820"/>
                  </a:cubicBezTo>
                  <a:cubicBezTo>
                    <a:pt x="2962" y="4820"/>
                    <a:pt x="2804" y="4663"/>
                    <a:pt x="2804" y="4474"/>
                  </a:cubicBezTo>
                  <a:lnTo>
                    <a:pt x="2804" y="4159"/>
                  </a:lnTo>
                  <a:lnTo>
                    <a:pt x="2804" y="536"/>
                  </a:lnTo>
                  <a:cubicBezTo>
                    <a:pt x="2804" y="252"/>
                    <a:pt x="2584" y="0"/>
                    <a:pt x="23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14727;p136">
              <a:extLst>
                <a:ext uri="{FF2B5EF4-FFF2-40B4-BE49-F238E27FC236}">
                  <a16:creationId xmlns:a16="http://schemas.microsoft.com/office/drawing/2014/main" id="{8D184D35-CC0A-8EE7-AD30-E18F17FE2C1D}"/>
                </a:ext>
              </a:extLst>
            </p:cNvPr>
            <p:cNvSpPr/>
            <p:nvPr/>
          </p:nvSpPr>
          <p:spPr>
            <a:xfrm>
              <a:off x="-33027975" y="3962900"/>
              <a:ext cx="33100" cy="105575"/>
            </a:xfrm>
            <a:custGeom>
              <a:avLst/>
              <a:gdLst/>
              <a:ahLst/>
              <a:cxnLst/>
              <a:rect l="l" t="t" r="r" b="b"/>
              <a:pathLst>
                <a:path w="1324" h="4223" extrusionOk="0">
                  <a:moveTo>
                    <a:pt x="1" y="1"/>
                  </a:moveTo>
                  <a:lnTo>
                    <a:pt x="1" y="3782"/>
                  </a:lnTo>
                  <a:cubicBezTo>
                    <a:pt x="95" y="3908"/>
                    <a:pt x="221" y="4065"/>
                    <a:pt x="253" y="4223"/>
                  </a:cubicBezTo>
                  <a:cubicBezTo>
                    <a:pt x="410" y="4128"/>
                    <a:pt x="631" y="4065"/>
                    <a:pt x="820" y="4065"/>
                  </a:cubicBezTo>
                  <a:cubicBezTo>
                    <a:pt x="1009" y="4065"/>
                    <a:pt x="1166" y="4097"/>
                    <a:pt x="1324" y="4160"/>
                  </a:cubicBezTo>
                  <a:lnTo>
                    <a:pt x="1324" y="285"/>
                  </a:lnTo>
                  <a:cubicBezTo>
                    <a:pt x="1324" y="127"/>
                    <a:pt x="1166" y="1"/>
                    <a:pt x="10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14728;p136">
              <a:extLst>
                <a:ext uri="{FF2B5EF4-FFF2-40B4-BE49-F238E27FC236}">
                  <a16:creationId xmlns:a16="http://schemas.microsoft.com/office/drawing/2014/main" id="{05749731-117C-D8B1-DA87-2F2E04E0608A}"/>
                </a:ext>
              </a:extLst>
            </p:cNvPr>
            <p:cNvSpPr/>
            <p:nvPr/>
          </p:nvSpPr>
          <p:spPr>
            <a:xfrm>
              <a:off x="-33286325" y="3962125"/>
              <a:ext cx="96125" cy="205600"/>
            </a:xfrm>
            <a:custGeom>
              <a:avLst/>
              <a:gdLst/>
              <a:ahLst/>
              <a:cxnLst/>
              <a:rect l="l" t="t" r="r" b="b"/>
              <a:pathLst>
                <a:path w="3845" h="8224" extrusionOk="0">
                  <a:moveTo>
                    <a:pt x="379" y="0"/>
                  </a:moveTo>
                  <a:cubicBezTo>
                    <a:pt x="158" y="0"/>
                    <a:pt x="1" y="127"/>
                    <a:pt x="1" y="347"/>
                  </a:cubicBezTo>
                  <a:lnTo>
                    <a:pt x="1" y="7877"/>
                  </a:lnTo>
                  <a:cubicBezTo>
                    <a:pt x="1" y="8066"/>
                    <a:pt x="158" y="8223"/>
                    <a:pt x="347" y="8223"/>
                  </a:cubicBezTo>
                  <a:lnTo>
                    <a:pt x="3844" y="8223"/>
                  </a:lnTo>
                  <a:lnTo>
                    <a:pt x="3718" y="8066"/>
                  </a:lnTo>
                  <a:cubicBezTo>
                    <a:pt x="3435" y="7719"/>
                    <a:pt x="3277" y="7278"/>
                    <a:pt x="3246" y="6837"/>
                  </a:cubicBezTo>
                  <a:lnTo>
                    <a:pt x="2458" y="6837"/>
                  </a:lnTo>
                  <a:cubicBezTo>
                    <a:pt x="1891" y="6837"/>
                    <a:pt x="1419" y="6364"/>
                    <a:pt x="1419" y="5829"/>
                  </a:cubicBezTo>
                  <a:lnTo>
                    <a:pt x="1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14729;p136">
              <a:extLst>
                <a:ext uri="{FF2B5EF4-FFF2-40B4-BE49-F238E27FC236}">
                  <a16:creationId xmlns:a16="http://schemas.microsoft.com/office/drawing/2014/main" id="{D306E2B9-56C1-9DA8-C85D-24A5D3F359B2}"/>
                </a:ext>
              </a:extLst>
            </p:cNvPr>
            <p:cNvSpPr/>
            <p:nvPr/>
          </p:nvSpPr>
          <p:spPr>
            <a:xfrm>
              <a:off x="-33235125" y="3944800"/>
              <a:ext cx="189050" cy="171725"/>
            </a:xfrm>
            <a:custGeom>
              <a:avLst/>
              <a:gdLst/>
              <a:ahLst/>
              <a:cxnLst/>
              <a:rect l="l" t="t" r="r" b="b"/>
              <a:pathLst>
                <a:path w="7562" h="6869" extrusionOk="0">
                  <a:moveTo>
                    <a:pt x="379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6522"/>
                  </a:lnTo>
                  <a:cubicBezTo>
                    <a:pt x="1" y="6711"/>
                    <a:pt x="158" y="6868"/>
                    <a:pt x="379" y="6868"/>
                  </a:cubicBezTo>
                  <a:lnTo>
                    <a:pt x="1198" y="6868"/>
                  </a:lnTo>
                  <a:cubicBezTo>
                    <a:pt x="1261" y="6427"/>
                    <a:pt x="1513" y="5986"/>
                    <a:pt x="1828" y="5640"/>
                  </a:cubicBezTo>
                  <a:lnTo>
                    <a:pt x="2742" y="4726"/>
                  </a:lnTo>
                  <a:lnTo>
                    <a:pt x="2742" y="2584"/>
                  </a:lnTo>
                  <a:cubicBezTo>
                    <a:pt x="2742" y="1891"/>
                    <a:pt x="3277" y="1387"/>
                    <a:pt x="3907" y="1387"/>
                  </a:cubicBezTo>
                  <a:cubicBezTo>
                    <a:pt x="4537" y="1387"/>
                    <a:pt x="5105" y="1922"/>
                    <a:pt x="5105" y="2584"/>
                  </a:cubicBezTo>
                  <a:lnTo>
                    <a:pt x="5105" y="2836"/>
                  </a:lnTo>
                  <a:cubicBezTo>
                    <a:pt x="5262" y="2773"/>
                    <a:pt x="5420" y="2710"/>
                    <a:pt x="5609" y="2710"/>
                  </a:cubicBezTo>
                  <a:cubicBezTo>
                    <a:pt x="6270" y="2710"/>
                    <a:pt x="6774" y="3277"/>
                    <a:pt x="6774" y="3907"/>
                  </a:cubicBezTo>
                  <a:lnTo>
                    <a:pt x="6774" y="4191"/>
                  </a:lnTo>
                  <a:cubicBezTo>
                    <a:pt x="7058" y="4159"/>
                    <a:pt x="7215" y="4096"/>
                    <a:pt x="7404" y="4096"/>
                  </a:cubicBezTo>
                  <a:cubicBezTo>
                    <a:pt x="7499" y="4096"/>
                    <a:pt x="7530" y="4096"/>
                    <a:pt x="7562" y="4159"/>
                  </a:cubicBezTo>
                  <a:lnTo>
                    <a:pt x="7562" y="347"/>
                  </a:lnTo>
                  <a:cubicBezTo>
                    <a:pt x="7562" y="158"/>
                    <a:pt x="7404" y="0"/>
                    <a:pt x="7215" y="0"/>
                  </a:cubicBezTo>
                  <a:lnTo>
                    <a:pt x="5168" y="0"/>
                  </a:lnTo>
                  <a:cubicBezTo>
                    <a:pt x="4600" y="0"/>
                    <a:pt x="4096" y="284"/>
                    <a:pt x="3781" y="725"/>
                  </a:cubicBezTo>
                  <a:cubicBezTo>
                    <a:pt x="3466" y="284"/>
                    <a:pt x="2994" y="0"/>
                    <a:pt x="239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4" name="Google Shape;14730;p136">
            <a:extLst>
              <a:ext uri="{FF2B5EF4-FFF2-40B4-BE49-F238E27FC236}">
                <a16:creationId xmlns:a16="http://schemas.microsoft.com/office/drawing/2014/main" id="{F5FD6308-9803-B802-2399-C1309026E9B9}"/>
              </a:ext>
            </a:extLst>
          </p:cNvPr>
          <p:cNvGrpSpPr/>
          <p:nvPr/>
        </p:nvGrpSpPr>
        <p:grpSpPr>
          <a:xfrm>
            <a:off x="3778422" y="3899863"/>
            <a:ext cx="354318" cy="357205"/>
            <a:chOff x="-31452725" y="3191825"/>
            <a:chExt cx="291450" cy="293825"/>
          </a:xfrm>
          <a:solidFill>
            <a:schemeClr val="accent1">
              <a:lumMod val="75000"/>
            </a:schemeClr>
          </a:solidFill>
        </p:grpSpPr>
        <p:sp>
          <p:nvSpPr>
            <p:cNvPr id="405" name="Google Shape;14731;p136">
              <a:extLst>
                <a:ext uri="{FF2B5EF4-FFF2-40B4-BE49-F238E27FC236}">
                  <a16:creationId xmlns:a16="http://schemas.microsoft.com/office/drawing/2014/main" id="{A297E14F-D107-0C7D-25CF-BC6669AFDFB9}"/>
                </a:ext>
              </a:extLst>
            </p:cNvPr>
            <p:cNvSpPr/>
            <p:nvPr/>
          </p:nvSpPr>
          <p:spPr>
            <a:xfrm>
              <a:off x="-31314900" y="3278475"/>
              <a:ext cx="103200" cy="18125"/>
            </a:xfrm>
            <a:custGeom>
              <a:avLst/>
              <a:gdLst/>
              <a:ahLst/>
              <a:cxnLst/>
              <a:rect l="l" t="t" r="r" b="b"/>
              <a:pathLst>
                <a:path w="4128" h="725" extrusionOk="0">
                  <a:moveTo>
                    <a:pt x="1" y="0"/>
                  </a:moveTo>
                  <a:lnTo>
                    <a:pt x="1" y="725"/>
                  </a:lnTo>
                  <a:lnTo>
                    <a:pt x="4128" y="725"/>
                  </a:lnTo>
                  <a:lnTo>
                    <a:pt x="412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14732;p136">
              <a:extLst>
                <a:ext uri="{FF2B5EF4-FFF2-40B4-BE49-F238E27FC236}">
                  <a16:creationId xmlns:a16="http://schemas.microsoft.com/office/drawing/2014/main" id="{9DBCEC7C-524D-DD54-A328-F910CEF4A877}"/>
                </a:ext>
              </a:extLst>
            </p:cNvPr>
            <p:cNvSpPr/>
            <p:nvPr/>
          </p:nvSpPr>
          <p:spPr>
            <a:xfrm>
              <a:off x="-31367675" y="3227275"/>
              <a:ext cx="206400" cy="221350"/>
            </a:xfrm>
            <a:custGeom>
              <a:avLst/>
              <a:gdLst/>
              <a:ahLst/>
              <a:cxnLst/>
              <a:rect l="l" t="t" r="r" b="b"/>
              <a:pathLst>
                <a:path w="8256" h="8854" extrusionOk="0">
                  <a:moveTo>
                    <a:pt x="6554" y="1387"/>
                  </a:moveTo>
                  <a:cubicBezTo>
                    <a:pt x="6743" y="1387"/>
                    <a:pt x="6901" y="1544"/>
                    <a:pt x="6901" y="1733"/>
                  </a:cubicBezTo>
                  <a:lnTo>
                    <a:pt x="6901" y="3119"/>
                  </a:lnTo>
                  <a:cubicBezTo>
                    <a:pt x="6901" y="3309"/>
                    <a:pt x="6743" y="3466"/>
                    <a:pt x="6554" y="3466"/>
                  </a:cubicBezTo>
                  <a:lnTo>
                    <a:pt x="1734" y="3466"/>
                  </a:lnTo>
                  <a:cubicBezTo>
                    <a:pt x="1545" y="3466"/>
                    <a:pt x="1387" y="3309"/>
                    <a:pt x="1387" y="3119"/>
                  </a:cubicBezTo>
                  <a:lnTo>
                    <a:pt x="1387" y="1733"/>
                  </a:lnTo>
                  <a:cubicBezTo>
                    <a:pt x="1387" y="1544"/>
                    <a:pt x="1545" y="1387"/>
                    <a:pt x="1734" y="1387"/>
                  </a:cubicBezTo>
                  <a:close/>
                  <a:moveTo>
                    <a:pt x="2427" y="4096"/>
                  </a:moveTo>
                  <a:cubicBezTo>
                    <a:pt x="2616" y="4096"/>
                    <a:pt x="2773" y="4254"/>
                    <a:pt x="2773" y="4443"/>
                  </a:cubicBezTo>
                  <a:cubicBezTo>
                    <a:pt x="2773" y="4663"/>
                    <a:pt x="2616" y="4821"/>
                    <a:pt x="2427" y="4821"/>
                  </a:cubicBezTo>
                  <a:lnTo>
                    <a:pt x="1734" y="4821"/>
                  </a:lnTo>
                  <a:cubicBezTo>
                    <a:pt x="1545" y="4821"/>
                    <a:pt x="1387" y="4663"/>
                    <a:pt x="1387" y="4443"/>
                  </a:cubicBezTo>
                  <a:cubicBezTo>
                    <a:pt x="1387" y="4254"/>
                    <a:pt x="1545" y="4096"/>
                    <a:pt x="1734" y="4096"/>
                  </a:cubicBezTo>
                  <a:close/>
                  <a:moveTo>
                    <a:pt x="4475" y="4096"/>
                  </a:moveTo>
                  <a:cubicBezTo>
                    <a:pt x="4664" y="4096"/>
                    <a:pt x="4821" y="4254"/>
                    <a:pt x="4821" y="4443"/>
                  </a:cubicBezTo>
                  <a:cubicBezTo>
                    <a:pt x="4821" y="4663"/>
                    <a:pt x="4664" y="4821"/>
                    <a:pt x="4475" y="4821"/>
                  </a:cubicBezTo>
                  <a:lnTo>
                    <a:pt x="3782" y="4821"/>
                  </a:lnTo>
                  <a:cubicBezTo>
                    <a:pt x="3593" y="4821"/>
                    <a:pt x="3435" y="4663"/>
                    <a:pt x="3435" y="4443"/>
                  </a:cubicBezTo>
                  <a:cubicBezTo>
                    <a:pt x="3435" y="4254"/>
                    <a:pt x="3593" y="4096"/>
                    <a:pt x="3782" y="4096"/>
                  </a:cubicBezTo>
                  <a:close/>
                  <a:moveTo>
                    <a:pt x="6554" y="4096"/>
                  </a:moveTo>
                  <a:cubicBezTo>
                    <a:pt x="6743" y="4096"/>
                    <a:pt x="6901" y="4254"/>
                    <a:pt x="6901" y="4443"/>
                  </a:cubicBezTo>
                  <a:cubicBezTo>
                    <a:pt x="6901" y="4663"/>
                    <a:pt x="6743" y="4821"/>
                    <a:pt x="6554" y="4821"/>
                  </a:cubicBezTo>
                  <a:lnTo>
                    <a:pt x="5892" y="4821"/>
                  </a:lnTo>
                  <a:cubicBezTo>
                    <a:pt x="5672" y="4821"/>
                    <a:pt x="5514" y="4663"/>
                    <a:pt x="5514" y="4443"/>
                  </a:cubicBezTo>
                  <a:cubicBezTo>
                    <a:pt x="5514" y="4254"/>
                    <a:pt x="5672" y="4096"/>
                    <a:pt x="5892" y="4096"/>
                  </a:cubicBezTo>
                  <a:close/>
                  <a:moveTo>
                    <a:pt x="2427" y="5482"/>
                  </a:moveTo>
                  <a:cubicBezTo>
                    <a:pt x="2616" y="5482"/>
                    <a:pt x="2773" y="5640"/>
                    <a:pt x="2773" y="5829"/>
                  </a:cubicBezTo>
                  <a:cubicBezTo>
                    <a:pt x="2773" y="6018"/>
                    <a:pt x="2616" y="6175"/>
                    <a:pt x="2427" y="6175"/>
                  </a:cubicBezTo>
                  <a:lnTo>
                    <a:pt x="1734" y="6175"/>
                  </a:lnTo>
                  <a:cubicBezTo>
                    <a:pt x="1545" y="6175"/>
                    <a:pt x="1387" y="6018"/>
                    <a:pt x="1387" y="5829"/>
                  </a:cubicBezTo>
                  <a:cubicBezTo>
                    <a:pt x="1387" y="5640"/>
                    <a:pt x="1545" y="5482"/>
                    <a:pt x="1734" y="5482"/>
                  </a:cubicBezTo>
                  <a:close/>
                  <a:moveTo>
                    <a:pt x="4475" y="5482"/>
                  </a:moveTo>
                  <a:cubicBezTo>
                    <a:pt x="4664" y="5482"/>
                    <a:pt x="4821" y="5640"/>
                    <a:pt x="4821" y="5829"/>
                  </a:cubicBezTo>
                  <a:cubicBezTo>
                    <a:pt x="4821" y="6018"/>
                    <a:pt x="4664" y="6175"/>
                    <a:pt x="4475" y="6175"/>
                  </a:cubicBezTo>
                  <a:lnTo>
                    <a:pt x="3782" y="6175"/>
                  </a:lnTo>
                  <a:cubicBezTo>
                    <a:pt x="3593" y="6175"/>
                    <a:pt x="3435" y="6018"/>
                    <a:pt x="3435" y="5829"/>
                  </a:cubicBezTo>
                  <a:cubicBezTo>
                    <a:pt x="3435" y="5640"/>
                    <a:pt x="3593" y="5482"/>
                    <a:pt x="3782" y="5482"/>
                  </a:cubicBezTo>
                  <a:close/>
                  <a:moveTo>
                    <a:pt x="6554" y="5482"/>
                  </a:moveTo>
                  <a:cubicBezTo>
                    <a:pt x="6743" y="5482"/>
                    <a:pt x="6901" y="5640"/>
                    <a:pt x="6901" y="5829"/>
                  </a:cubicBezTo>
                  <a:cubicBezTo>
                    <a:pt x="6901" y="6018"/>
                    <a:pt x="6743" y="6175"/>
                    <a:pt x="6554" y="6175"/>
                  </a:cubicBezTo>
                  <a:lnTo>
                    <a:pt x="5892" y="6175"/>
                  </a:lnTo>
                  <a:cubicBezTo>
                    <a:pt x="5672" y="6175"/>
                    <a:pt x="5514" y="6018"/>
                    <a:pt x="5514" y="5829"/>
                  </a:cubicBezTo>
                  <a:cubicBezTo>
                    <a:pt x="5514" y="5640"/>
                    <a:pt x="5672" y="5482"/>
                    <a:pt x="5892" y="5482"/>
                  </a:cubicBezTo>
                  <a:close/>
                  <a:moveTo>
                    <a:pt x="2427" y="6869"/>
                  </a:moveTo>
                  <a:cubicBezTo>
                    <a:pt x="2616" y="6869"/>
                    <a:pt x="2773" y="7026"/>
                    <a:pt x="2773" y="7215"/>
                  </a:cubicBezTo>
                  <a:cubicBezTo>
                    <a:pt x="2773" y="7404"/>
                    <a:pt x="2616" y="7562"/>
                    <a:pt x="2427" y="7562"/>
                  </a:cubicBezTo>
                  <a:lnTo>
                    <a:pt x="1734" y="7562"/>
                  </a:lnTo>
                  <a:cubicBezTo>
                    <a:pt x="1545" y="7562"/>
                    <a:pt x="1387" y="7404"/>
                    <a:pt x="1387" y="7215"/>
                  </a:cubicBezTo>
                  <a:cubicBezTo>
                    <a:pt x="1387" y="7026"/>
                    <a:pt x="1545" y="6869"/>
                    <a:pt x="1734" y="6869"/>
                  </a:cubicBezTo>
                  <a:close/>
                  <a:moveTo>
                    <a:pt x="4475" y="6869"/>
                  </a:moveTo>
                  <a:cubicBezTo>
                    <a:pt x="4664" y="6869"/>
                    <a:pt x="4821" y="7026"/>
                    <a:pt x="4821" y="7215"/>
                  </a:cubicBezTo>
                  <a:cubicBezTo>
                    <a:pt x="4821" y="7404"/>
                    <a:pt x="4664" y="7562"/>
                    <a:pt x="4475" y="7562"/>
                  </a:cubicBezTo>
                  <a:lnTo>
                    <a:pt x="3782" y="7562"/>
                  </a:lnTo>
                  <a:cubicBezTo>
                    <a:pt x="3593" y="7562"/>
                    <a:pt x="3435" y="7404"/>
                    <a:pt x="3435" y="7215"/>
                  </a:cubicBezTo>
                  <a:cubicBezTo>
                    <a:pt x="3435" y="7026"/>
                    <a:pt x="3593" y="6869"/>
                    <a:pt x="3782" y="6869"/>
                  </a:cubicBezTo>
                  <a:close/>
                  <a:moveTo>
                    <a:pt x="6554" y="6869"/>
                  </a:moveTo>
                  <a:cubicBezTo>
                    <a:pt x="6743" y="6869"/>
                    <a:pt x="6901" y="7026"/>
                    <a:pt x="6901" y="7215"/>
                  </a:cubicBezTo>
                  <a:cubicBezTo>
                    <a:pt x="6901" y="7404"/>
                    <a:pt x="6743" y="7562"/>
                    <a:pt x="6554" y="7562"/>
                  </a:cubicBezTo>
                  <a:lnTo>
                    <a:pt x="5892" y="7562"/>
                  </a:lnTo>
                  <a:cubicBezTo>
                    <a:pt x="5672" y="7562"/>
                    <a:pt x="5514" y="7404"/>
                    <a:pt x="5514" y="7215"/>
                  </a:cubicBezTo>
                  <a:cubicBezTo>
                    <a:pt x="5514" y="7026"/>
                    <a:pt x="5672" y="6869"/>
                    <a:pt x="5892" y="6869"/>
                  </a:cubicBezTo>
                  <a:close/>
                  <a:moveTo>
                    <a:pt x="694" y="1"/>
                  </a:moveTo>
                  <a:lnTo>
                    <a:pt x="694" y="95"/>
                  </a:lnTo>
                  <a:cubicBezTo>
                    <a:pt x="694" y="631"/>
                    <a:pt x="442" y="1198"/>
                    <a:pt x="64" y="1576"/>
                  </a:cubicBezTo>
                  <a:lnTo>
                    <a:pt x="1" y="1607"/>
                  </a:lnTo>
                  <a:lnTo>
                    <a:pt x="1" y="5860"/>
                  </a:lnTo>
                  <a:lnTo>
                    <a:pt x="64" y="5923"/>
                  </a:lnTo>
                  <a:cubicBezTo>
                    <a:pt x="442" y="6301"/>
                    <a:pt x="694" y="6869"/>
                    <a:pt x="694" y="7404"/>
                  </a:cubicBezTo>
                  <a:cubicBezTo>
                    <a:pt x="694" y="7971"/>
                    <a:pt x="442" y="8475"/>
                    <a:pt x="95" y="8853"/>
                  </a:cubicBezTo>
                  <a:lnTo>
                    <a:pt x="7184" y="8853"/>
                  </a:lnTo>
                  <a:cubicBezTo>
                    <a:pt x="7720" y="8853"/>
                    <a:pt x="8192" y="8381"/>
                    <a:pt x="8192" y="7845"/>
                  </a:cubicBezTo>
                  <a:lnTo>
                    <a:pt x="8192" y="946"/>
                  </a:lnTo>
                  <a:cubicBezTo>
                    <a:pt x="8255" y="473"/>
                    <a:pt x="7814" y="1"/>
                    <a:pt x="72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14733;p136">
              <a:extLst>
                <a:ext uri="{FF2B5EF4-FFF2-40B4-BE49-F238E27FC236}">
                  <a16:creationId xmlns:a16="http://schemas.microsoft.com/office/drawing/2014/main" id="{ADD85535-EFE6-A9E7-B15E-3E6996246C17}"/>
                </a:ext>
              </a:extLst>
            </p:cNvPr>
            <p:cNvSpPr/>
            <p:nvPr/>
          </p:nvSpPr>
          <p:spPr>
            <a:xfrm>
              <a:off x="-31452725" y="3191825"/>
              <a:ext cx="86650" cy="259150"/>
            </a:xfrm>
            <a:custGeom>
              <a:avLst/>
              <a:gdLst/>
              <a:ahLst/>
              <a:cxnLst/>
              <a:rect l="l" t="t" r="r" b="b"/>
              <a:pathLst>
                <a:path w="3466" h="10366" extrusionOk="0">
                  <a:moveTo>
                    <a:pt x="1450" y="1"/>
                  </a:moveTo>
                  <a:cubicBezTo>
                    <a:pt x="662" y="1"/>
                    <a:pt x="0" y="662"/>
                    <a:pt x="0" y="1450"/>
                  </a:cubicBezTo>
                  <a:cubicBezTo>
                    <a:pt x="0" y="1860"/>
                    <a:pt x="158" y="2206"/>
                    <a:pt x="410" y="2490"/>
                  </a:cubicBezTo>
                  <a:lnTo>
                    <a:pt x="694" y="2773"/>
                  </a:lnTo>
                  <a:lnTo>
                    <a:pt x="694" y="7593"/>
                  </a:lnTo>
                  <a:lnTo>
                    <a:pt x="410" y="7877"/>
                  </a:lnTo>
                  <a:cubicBezTo>
                    <a:pt x="158" y="8161"/>
                    <a:pt x="0" y="8507"/>
                    <a:pt x="0" y="8917"/>
                  </a:cubicBezTo>
                  <a:cubicBezTo>
                    <a:pt x="0" y="9704"/>
                    <a:pt x="662" y="10366"/>
                    <a:pt x="1450" y="10366"/>
                  </a:cubicBezTo>
                  <a:lnTo>
                    <a:pt x="1985" y="10366"/>
                  </a:lnTo>
                  <a:cubicBezTo>
                    <a:pt x="2773" y="10366"/>
                    <a:pt x="3466" y="9704"/>
                    <a:pt x="3466" y="8917"/>
                  </a:cubicBezTo>
                  <a:cubicBezTo>
                    <a:pt x="3466" y="8507"/>
                    <a:pt x="3308" y="8161"/>
                    <a:pt x="3025" y="7877"/>
                  </a:cubicBezTo>
                  <a:lnTo>
                    <a:pt x="2741" y="7593"/>
                  </a:lnTo>
                  <a:lnTo>
                    <a:pt x="2741" y="2773"/>
                  </a:lnTo>
                  <a:lnTo>
                    <a:pt x="3025" y="2490"/>
                  </a:lnTo>
                  <a:cubicBezTo>
                    <a:pt x="3308" y="2206"/>
                    <a:pt x="3466" y="1860"/>
                    <a:pt x="3466" y="1450"/>
                  </a:cubicBezTo>
                  <a:cubicBezTo>
                    <a:pt x="3466" y="662"/>
                    <a:pt x="2773" y="1"/>
                    <a:pt x="198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14734;p136">
              <a:extLst>
                <a:ext uri="{FF2B5EF4-FFF2-40B4-BE49-F238E27FC236}">
                  <a16:creationId xmlns:a16="http://schemas.microsoft.com/office/drawing/2014/main" id="{527EB244-E5F7-9474-5F6D-09A724222FE6}"/>
                </a:ext>
              </a:extLst>
            </p:cNvPr>
            <p:cNvSpPr/>
            <p:nvPr/>
          </p:nvSpPr>
          <p:spPr>
            <a:xfrm>
              <a:off x="-31409400" y="3468275"/>
              <a:ext cx="92950" cy="17375"/>
            </a:xfrm>
            <a:custGeom>
              <a:avLst/>
              <a:gdLst/>
              <a:ahLst/>
              <a:cxnLst/>
              <a:rect l="l" t="t" r="r" b="b"/>
              <a:pathLst>
                <a:path w="3718" h="695" extrusionOk="0">
                  <a:moveTo>
                    <a:pt x="0" y="1"/>
                  </a:moveTo>
                  <a:cubicBezTo>
                    <a:pt x="0" y="379"/>
                    <a:pt x="315" y="694"/>
                    <a:pt x="662" y="694"/>
                  </a:cubicBezTo>
                  <a:lnTo>
                    <a:pt x="3056" y="694"/>
                  </a:lnTo>
                  <a:cubicBezTo>
                    <a:pt x="3466" y="694"/>
                    <a:pt x="3718" y="379"/>
                    <a:pt x="371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9" name="Google Shape;14735;p136">
            <a:extLst>
              <a:ext uri="{FF2B5EF4-FFF2-40B4-BE49-F238E27FC236}">
                <a16:creationId xmlns:a16="http://schemas.microsoft.com/office/drawing/2014/main" id="{39EA1C50-F0FA-CE75-6A43-7813D8C1BDE9}"/>
              </a:ext>
            </a:extLst>
          </p:cNvPr>
          <p:cNvGrpSpPr/>
          <p:nvPr/>
        </p:nvGrpSpPr>
        <p:grpSpPr>
          <a:xfrm>
            <a:off x="3777952" y="4372374"/>
            <a:ext cx="355260" cy="355260"/>
            <a:chOff x="-31452725" y="3551775"/>
            <a:chExt cx="292225" cy="292225"/>
          </a:xfrm>
          <a:solidFill>
            <a:schemeClr val="accent1">
              <a:lumMod val="75000"/>
            </a:schemeClr>
          </a:solidFill>
        </p:grpSpPr>
        <p:sp>
          <p:nvSpPr>
            <p:cNvPr id="410" name="Google Shape;14736;p136">
              <a:extLst>
                <a:ext uri="{FF2B5EF4-FFF2-40B4-BE49-F238E27FC236}">
                  <a16:creationId xmlns:a16="http://schemas.microsoft.com/office/drawing/2014/main" id="{343A85BA-3137-51DA-F7C5-45F4A73BDBD0}"/>
                </a:ext>
              </a:extLst>
            </p:cNvPr>
            <p:cNvSpPr/>
            <p:nvPr/>
          </p:nvSpPr>
          <p:spPr>
            <a:xfrm>
              <a:off x="-31452725" y="3756550"/>
              <a:ext cx="155175" cy="34675"/>
            </a:xfrm>
            <a:custGeom>
              <a:avLst/>
              <a:gdLst/>
              <a:ahLst/>
              <a:cxnLst/>
              <a:rect l="l" t="t" r="r" b="b"/>
              <a:pathLst>
                <a:path w="6207" h="1387" extrusionOk="0">
                  <a:moveTo>
                    <a:pt x="32" y="1"/>
                  </a:moveTo>
                  <a:lnTo>
                    <a:pt x="32" y="1040"/>
                  </a:lnTo>
                  <a:cubicBezTo>
                    <a:pt x="0" y="1292"/>
                    <a:pt x="158" y="1387"/>
                    <a:pt x="347" y="1387"/>
                  </a:cubicBezTo>
                  <a:lnTo>
                    <a:pt x="6207" y="1387"/>
                  </a:lnTo>
                  <a:lnTo>
                    <a:pt x="62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14737;p136">
              <a:extLst>
                <a:ext uri="{FF2B5EF4-FFF2-40B4-BE49-F238E27FC236}">
                  <a16:creationId xmlns:a16="http://schemas.microsoft.com/office/drawing/2014/main" id="{ACF067D2-9681-4375-EC0F-1757F171FFD4}"/>
                </a:ext>
              </a:extLst>
            </p:cNvPr>
            <p:cNvSpPr/>
            <p:nvPr/>
          </p:nvSpPr>
          <p:spPr>
            <a:xfrm>
              <a:off x="-31452725" y="3551775"/>
              <a:ext cx="183525" cy="188275"/>
            </a:xfrm>
            <a:custGeom>
              <a:avLst/>
              <a:gdLst/>
              <a:ahLst/>
              <a:cxnLst/>
              <a:rect l="l" t="t" r="r" b="b"/>
              <a:pathLst>
                <a:path w="7341" h="7531" extrusionOk="0">
                  <a:moveTo>
                    <a:pt x="4474" y="0"/>
                  </a:moveTo>
                  <a:cubicBezTo>
                    <a:pt x="3939" y="0"/>
                    <a:pt x="3466" y="473"/>
                    <a:pt x="3466" y="1040"/>
                  </a:cubicBezTo>
                  <a:cubicBezTo>
                    <a:pt x="3466" y="1576"/>
                    <a:pt x="3939" y="2080"/>
                    <a:pt x="4474" y="2080"/>
                  </a:cubicBezTo>
                  <a:cubicBezTo>
                    <a:pt x="4600" y="2080"/>
                    <a:pt x="4726" y="2017"/>
                    <a:pt x="4852" y="1985"/>
                  </a:cubicBezTo>
                  <a:lnTo>
                    <a:pt x="4852" y="2773"/>
                  </a:lnTo>
                  <a:lnTo>
                    <a:pt x="2741" y="2773"/>
                  </a:lnTo>
                  <a:cubicBezTo>
                    <a:pt x="1261" y="2773"/>
                    <a:pt x="0" y="4002"/>
                    <a:pt x="0" y="5482"/>
                  </a:cubicBezTo>
                  <a:lnTo>
                    <a:pt x="0" y="7530"/>
                  </a:lnTo>
                  <a:lnTo>
                    <a:pt x="6175" y="7530"/>
                  </a:lnTo>
                  <a:lnTo>
                    <a:pt x="6175" y="5167"/>
                  </a:lnTo>
                  <a:cubicBezTo>
                    <a:pt x="6175" y="4191"/>
                    <a:pt x="6648" y="3372"/>
                    <a:pt x="7341" y="2773"/>
                  </a:cubicBezTo>
                  <a:lnTo>
                    <a:pt x="5514" y="2773"/>
                  </a:lnTo>
                  <a:lnTo>
                    <a:pt x="5514" y="1040"/>
                  </a:lnTo>
                  <a:cubicBezTo>
                    <a:pt x="5514" y="505"/>
                    <a:pt x="5041" y="0"/>
                    <a:pt x="44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14738;p136">
              <a:extLst>
                <a:ext uri="{FF2B5EF4-FFF2-40B4-BE49-F238E27FC236}">
                  <a16:creationId xmlns:a16="http://schemas.microsoft.com/office/drawing/2014/main" id="{6F9DE28A-20EE-7442-D78D-F1F39263F934}"/>
                </a:ext>
              </a:extLst>
            </p:cNvPr>
            <p:cNvSpPr/>
            <p:nvPr/>
          </p:nvSpPr>
          <p:spPr>
            <a:xfrm>
              <a:off x="-31366100" y="3808550"/>
              <a:ext cx="52025" cy="35450"/>
            </a:xfrm>
            <a:custGeom>
              <a:avLst/>
              <a:gdLst/>
              <a:ahLst/>
              <a:cxnLst/>
              <a:rect l="l" t="t" r="r" b="b"/>
              <a:pathLst>
                <a:path w="2081" h="1418" extrusionOk="0">
                  <a:moveTo>
                    <a:pt x="32" y="0"/>
                  </a:moveTo>
                  <a:lnTo>
                    <a:pt x="32" y="1040"/>
                  </a:lnTo>
                  <a:lnTo>
                    <a:pt x="1" y="1040"/>
                  </a:lnTo>
                  <a:cubicBezTo>
                    <a:pt x="1" y="1260"/>
                    <a:pt x="159" y="1418"/>
                    <a:pt x="348" y="1418"/>
                  </a:cubicBezTo>
                  <a:lnTo>
                    <a:pt x="1734" y="1418"/>
                  </a:lnTo>
                  <a:cubicBezTo>
                    <a:pt x="1923" y="1418"/>
                    <a:pt x="2080" y="1260"/>
                    <a:pt x="2080" y="1040"/>
                  </a:cubicBezTo>
                  <a:lnTo>
                    <a:pt x="20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14739;p136">
              <a:extLst>
                <a:ext uri="{FF2B5EF4-FFF2-40B4-BE49-F238E27FC236}">
                  <a16:creationId xmlns:a16="http://schemas.microsoft.com/office/drawing/2014/main" id="{A7717609-DC03-66B2-AA0D-A484944AC566}"/>
                </a:ext>
              </a:extLst>
            </p:cNvPr>
            <p:cNvSpPr/>
            <p:nvPr/>
          </p:nvSpPr>
          <p:spPr>
            <a:xfrm>
              <a:off x="-31281025" y="3621075"/>
              <a:ext cx="120525" cy="171725"/>
            </a:xfrm>
            <a:custGeom>
              <a:avLst/>
              <a:gdLst/>
              <a:ahLst/>
              <a:cxnLst/>
              <a:rect l="l" t="t" r="r" b="b"/>
              <a:pathLst>
                <a:path w="4821" h="6869" extrusionOk="0">
                  <a:moveTo>
                    <a:pt x="3435" y="2017"/>
                  </a:moveTo>
                  <a:cubicBezTo>
                    <a:pt x="3624" y="2017"/>
                    <a:pt x="3781" y="2175"/>
                    <a:pt x="3781" y="2364"/>
                  </a:cubicBezTo>
                  <a:cubicBezTo>
                    <a:pt x="3750" y="2553"/>
                    <a:pt x="3592" y="2710"/>
                    <a:pt x="3435" y="2710"/>
                  </a:cubicBezTo>
                  <a:lnTo>
                    <a:pt x="1387" y="2710"/>
                  </a:lnTo>
                  <a:cubicBezTo>
                    <a:pt x="1198" y="2710"/>
                    <a:pt x="1040" y="2553"/>
                    <a:pt x="1040" y="2364"/>
                  </a:cubicBezTo>
                  <a:cubicBezTo>
                    <a:pt x="1040" y="2175"/>
                    <a:pt x="1198" y="2017"/>
                    <a:pt x="1387" y="2017"/>
                  </a:cubicBezTo>
                  <a:close/>
                  <a:moveTo>
                    <a:pt x="3088" y="4128"/>
                  </a:moveTo>
                  <a:cubicBezTo>
                    <a:pt x="3466" y="4128"/>
                    <a:pt x="3750" y="4443"/>
                    <a:pt x="3750" y="4821"/>
                  </a:cubicBezTo>
                  <a:cubicBezTo>
                    <a:pt x="3750" y="5168"/>
                    <a:pt x="3466" y="5483"/>
                    <a:pt x="3088" y="5483"/>
                  </a:cubicBezTo>
                  <a:lnTo>
                    <a:pt x="1702" y="5483"/>
                  </a:lnTo>
                  <a:cubicBezTo>
                    <a:pt x="1324" y="5483"/>
                    <a:pt x="1040" y="5168"/>
                    <a:pt x="1040" y="4821"/>
                  </a:cubicBezTo>
                  <a:cubicBezTo>
                    <a:pt x="1040" y="4412"/>
                    <a:pt x="1355" y="4128"/>
                    <a:pt x="1702" y="4128"/>
                  </a:cubicBezTo>
                  <a:close/>
                  <a:moveTo>
                    <a:pt x="2426" y="1"/>
                  </a:moveTo>
                  <a:cubicBezTo>
                    <a:pt x="1072" y="1"/>
                    <a:pt x="1" y="1072"/>
                    <a:pt x="1" y="2395"/>
                  </a:cubicBezTo>
                  <a:lnTo>
                    <a:pt x="1" y="6869"/>
                  </a:lnTo>
                  <a:lnTo>
                    <a:pt x="4474" y="6869"/>
                  </a:lnTo>
                  <a:cubicBezTo>
                    <a:pt x="4663" y="6869"/>
                    <a:pt x="4821" y="6711"/>
                    <a:pt x="4821" y="6491"/>
                  </a:cubicBezTo>
                  <a:lnTo>
                    <a:pt x="4821" y="2395"/>
                  </a:lnTo>
                  <a:cubicBezTo>
                    <a:pt x="4789" y="1072"/>
                    <a:pt x="3718" y="1"/>
                    <a:pt x="24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4" name="Google Shape;14740;p136">
            <a:extLst>
              <a:ext uri="{FF2B5EF4-FFF2-40B4-BE49-F238E27FC236}">
                <a16:creationId xmlns:a16="http://schemas.microsoft.com/office/drawing/2014/main" id="{2A2A7CED-557D-874C-14F3-0387D0E5B08F}"/>
              </a:ext>
            </a:extLst>
          </p:cNvPr>
          <p:cNvGrpSpPr/>
          <p:nvPr/>
        </p:nvGrpSpPr>
        <p:grpSpPr>
          <a:xfrm>
            <a:off x="3776508" y="4837242"/>
            <a:ext cx="358148" cy="357175"/>
            <a:chOff x="-31455100" y="3909350"/>
            <a:chExt cx="294600" cy="293800"/>
          </a:xfrm>
          <a:solidFill>
            <a:schemeClr val="accent1">
              <a:lumMod val="75000"/>
            </a:schemeClr>
          </a:solidFill>
        </p:grpSpPr>
        <p:sp>
          <p:nvSpPr>
            <p:cNvPr id="415" name="Google Shape;14741;p136">
              <a:extLst>
                <a:ext uri="{FF2B5EF4-FFF2-40B4-BE49-F238E27FC236}">
                  <a16:creationId xmlns:a16="http://schemas.microsoft.com/office/drawing/2014/main" id="{62AB9C36-B137-8725-D6FF-19A2D3C71E0F}"/>
                </a:ext>
              </a:extLst>
            </p:cNvPr>
            <p:cNvSpPr/>
            <p:nvPr/>
          </p:nvSpPr>
          <p:spPr>
            <a:xfrm>
              <a:off x="-31455100" y="3909350"/>
              <a:ext cx="294600" cy="293800"/>
            </a:xfrm>
            <a:custGeom>
              <a:avLst/>
              <a:gdLst/>
              <a:ahLst/>
              <a:cxnLst/>
              <a:rect l="l" t="t" r="r" b="b"/>
              <a:pathLst>
                <a:path w="11784" h="11752" extrusionOk="0">
                  <a:moveTo>
                    <a:pt x="5199" y="1"/>
                  </a:moveTo>
                  <a:cubicBezTo>
                    <a:pt x="5042" y="1"/>
                    <a:pt x="4916" y="127"/>
                    <a:pt x="4884" y="284"/>
                  </a:cubicBezTo>
                  <a:lnTo>
                    <a:pt x="4727" y="883"/>
                  </a:lnTo>
                  <a:cubicBezTo>
                    <a:pt x="4191" y="977"/>
                    <a:pt x="3655" y="1229"/>
                    <a:pt x="3151" y="1513"/>
                  </a:cubicBezTo>
                  <a:lnTo>
                    <a:pt x="2647" y="1229"/>
                  </a:lnTo>
                  <a:cubicBezTo>
                    <a:pt x="2599" y="1205"/>
                    <a:pt x="2542" y="1195"/>
                    <a:pt x="2482" y="1195"/>
                  </a:cubicBezTo>
                  <a:cubicBezTo>
                    <a:pt x="2386" y="1195"/>
                    <a:pt x="2284" y="1222"/>
                    <a:pt x="2206" y="1261"/>
                  </a:cubicBezTo>
                  <a:lnTo>
                    <a:pt x="1261" y="2206"/>
                  </a:lnTo>
                  <a:cubicBezTo>
                    <a:pt x="1135" y="2332"/>
                    <a:pt x="1135" y="2490"/>
                    <a:pt x="1230" y="2647"/>
                  </a:cubicBezTo>
                  <a:lnTo>
                    <a:pt x="1513" y="3151"/>
                  </a:lnTo>
                  <a:cubicBezTo>
                    <a:pt x="1198" y="3624"/>
                    <a:pt x="978" y="4191"/>
                    <a:pt x="883" y="4726"/>
                  </a:cubicBezTo>
                  <a:lnTo>
                    <a:pt x="284" y="4884"/>
                  </a:lnTo>
                  <a:cubicBezTo>
                    <a:pt x="127" y="4947"/>
                    <a:pt x="1" y="5041"/>
                    <a:pt x="1" y="5199"/>
                  </a:cubicBezTo>
                  <a:lnTo>
                    <a:pt x="1" y="6585"/>
                  </a:lnTo>
                  <a:cubicBezTo>
                    <a:pt x="1" y="6743"/>
                    <a:pt x="127" y="6869"/>
                    <a:pt x="284" y="6900"/>
                  </a:cubicBezTo>
                  <a:lnTo>
                    <a:pt x="883" y="7058"/>
                  </a:lnTo>
                  <a:cubicBezTo>
                    <a:pt x="946" y="7404"/>
                    <a:pt x="1072" y="7782"/>
                    <a:pt x="1230" y="8129"/>
                  </a:cubicBezTo>
                  <a:cubicBezTo>
                    <a:pt x="1504" y="7854"/>
                    <a:pt x="2843" y="6486"/>
                    <a:pt x="2841" y="6486"/>
                  </a:cubicBezTo>
                  <a:lnTo>
                    <a:pt x="2841" y="6486"/>
                  </a:lnTo>
                  <a:cubicBezTo>
                    <a:pt x="2841" y="6486"/>
                    <a:pt x="2839" y="6488"/>
                    <a:pt x="2836" y="6491"/>
                  </a:cubicBezTo>
                  <a:cubicBezTo>
                    <a:pt x="2836" y="6459"/>
                    <a:pt x="2805" y="6050"/>
                    <a:pt x="2805" y="5955"/>
                  </a:cubicBezTo>
                  <a:cubicBezTo>
                    <a:pt x="2773" y="4222"/>
                    <a:pt x="4191" y="2836"/>
                    <a:pt x="5861" y="2836"/>
                  </a:cubicBezTo>
                  <a:cubicBezTo>
                    <a:pt x="7562" y="2836"/>
                    <a:pt x="8948" y="4222"/>
                    <a:pt x="8948" y="5924"/>
                  </a:cubicBezTo>
                  <a:cubicBezTo>
                    <a:pt x="8948" y="7499"/>
                    <a:pt x="7751" y="8822"/>
                    <a:pt x="6113" y="8948"/>
                  </a:cubicBezTo>
                  <a:cubicBezTo>
                    <a:pt x="6066" y="8948"/>
                    <a:pt x="5963" y="8956"/>
                    <a:pt x="5821" y="8956"/>
                  </a:cubicBezTo>
                  <a:cubicBezTo>
                    <a:pt x="5680" y="8956"/>
                    <a:pt x="5499" y="8948"/>
                    <a:pt x="5294" y="8917"/>
                  </a:cubicBezTo>
                  <a:lnTo>
                    <a:pt x="3655" y="10523"/>
                  </a:lnTo>
                  <a:cubicBezTo>
                    <a:pt x="4034" y="10681"/>
                    <a:pt x="4349" y="10807"/>
                    <a:pt x="4727" y="10870"/>
                  </a:cubicBezTo>
                  <a:lnTo>
                    <a:pt x="4884" y="11468"/>
                  </a:lnTo>
                  <a:cubicBezTo>
                    <a:pt x="4916" y="11626"/>
                    <a:pt x="5042" y="11752"/>
                    <a:pt x="5199" y="11752"/>
                  </a:cubicBezTo>
                  <a:lnTo>
                    <a:pt x="6585" y="11752"/>
                  </a:lnTo>
                  <a:cubicBezTo>
                    <a:pt x="6743" y="11752"/>
                    <a:pt x="6869" y="11626"/>
                    <a:pt x="6901" y="11468"/>
                  </a:cubicBezTo>
                  <a:lnTo>
                    <a:pt x="7058" y="10870"/>
                  </a:lnTo>
                  <a:cubicBezTo>
                    <a:pt x="7594" y="10775"/>
                    <a:pt x="8129" y="10523"/>
                    <a:pt x="8633" y="10240"/>
                  </a:cubicBezTo>
                  <a:lnTo>
                    <a:pt x="9137" y="10523"/>
                  </a:lnTo>
                  <a:cubicBezTo>
                    <a:pt x="9185" y="10547"/>
                    <a:pt x="9243" y="10558"/>
                    <a:pt x="9302" y="10558"/>
                  </a:cubicBezTo>
                  <a:cubicBezTo>
                    <a:pt x="9399" y="10558"/>
                    <a:pt x="9501" y="10531"/>
                    <a:pt x="9578" y="10492"/>
                  </a:cubicBezTo>
                  <a:lnTo>
                    <a:pt x="10524" y="9547"/>
                  </a:lnTo>
                  <a:cubicBezTo>
                    <a:pt x="10650" y="9421"/>
                    <a:pt x="10650" y="9263"/>
                    <a:pt x="10555" y="9106"/>
                  </a:cubicBezTo>
                  <a:lnTo>
                    <a:pt x="10303" y="8601"/>
                  </a:lnTo>
                  <a:cubicBezTo>
                    <a:pt x="10618" y="8129"/>
                    <a:pt x="10807" y="7562"/>
                    <a:pt x="10933" y="7026"/>
                  </a:cubicBezTo>
                  <a:lnTo>
                    <a:pt x="11500" y="6869"/>
                  </a:lnTo>
                  <a:cubicBezTo>
                    <a:pt x="11658" y="6806"/>
                    <a:pt x="11784" y="6711"/>
                    <a:pt x="11784" y="6554"/>
                  </a:cubicBezTo>
                  <a:lnTo>
                    <a:pt x="11784" y="5167"/>
                  </a:lnTo>
                  <a:cubicBezTo>
                    <a:pt x="11752" y="5041"/>
                    <a:pt x="11658" y="4915"/>
                    <a:pt x="11500" y="4884"/>
                  </a:cubicBezTo>
                  <a:lnTo>
                    <a:pt x="10902" y="4726"/>
                  </a:lnTo>
                  <a:cubicBezTo>
                    <a:pt x="10807" y="4191"/>
                    <a:pt x="10555" y="3687"/>
                    <a:pt x="10272" y="3151"/>
                  </a:cubicBezTo>
                  <a:lnTo>
                    <a:pt x="10555" y="2647"/>
                  </a:lnTo>
                  <a:cubicBezTo>
                    <a:pt x="10650" y="2521"/>
                    <a:pt x="10587" y="2332"/>
                    <a:pt x="10524" y="2206"/>
                  </a:cubicBezTo>
                  <a:lnTo>
                    <a:pt x="9578" y="1261"/>
                  </a:lnTo>
                  <a:cubicBezTo>
                    <a:pt x="9509" y="1209"/>
                    <a:pt x="9430" y="1185"/>
                    <a:pt x="9347" y="1185"/>
                  </a:cubicBezTo>
                  <a:cubicBezTo>
                    <a:pt x="9279" y="1185"/>
                    <a:pt x="9208" y="1201"/>
                    <a:pt x="9137" y="1229"/>
                  </a:cubicBezTo>
                  <a:lnTo>
                    <a:pt x="8633" y="1513"/>
                  </a:lnTo>
                  <a:cubicBezTo>
                    <a:pt x="8161" y="1198"/>
                    <a:pt x="7594" y="977"/>
                    <a:pt x="7058" y="883"/>
                  </a:cubicBezTo>
                  <a:lnTo>
                    <a:pt x="6901" y="284"/>
                  </a:lnTo>
                  <a:cubicBezTo>
                    <a:pt x="6869" y="127"/>
                    <a:pt x="6743" y="1"/>
                    <a:pt x="658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14742;p136">
              <a:extLst>
                <a:ext uri="{FF2B5EF4-FFF2-40B4-BE49-F238E27FC236}">
                  <a16:creationId xmlns:a16="http://schemas.microsoft.com/office/drawing/2014/main" id="{097576E9-D2C7-CAE9-EEE8-49B049A13AA9}"/>
                </a:ext>
              </a:extLst>
            </p:cNvPr>
            <p:cNvSpPr/>
            <p:nvPr/>
          </p:nvSpPr>
          <p:spPr>
            <a:xfrm>
              <a:off x="-31455100" y="3997350"/>
              <a:ext cx="215050" cy="205025"/>
            </a:xfrm>
            <a:custGeom>
              <a:avLst/>
              <a:gdLst/>
              <a:ahLst/>
              <a:cxnLst/>
              <a:rect l="l" t="t" r="r" b="b"/>
              <a:pathLst>
                <a:path w="8602" h="8201" extrusionOk="0">
                  <a:moveTo>
                    <a:pt x="5939" y="0"/>
                  </a:moveTo>
                  <a:cubicBezTo>
                    <a:pt x="4729" y="0"/>
                    <a:pt x="3750" y="854"/>
                    <a:pt x="3561" y="1963"/>
                  </a:cubicBezTo>
                  <a:cubicBezTo>
                    <a:pt x="3466" y="2404"/>
                    <a:pt x="3498" y="2813"/>
                    <a:pt x="3624" y="3223"/>
                  </a:cubicBezTo>
                  <a:lnTo>
                    <a:pt x="410" y="6468"/>
                  </a:lnTo>
                  <a:cubicBezTo>
                    <a:pt x="1" y="6846"/>
                    <a:pt x="1" y="7507"/>
                    <a:pt x="410" y="7917"/>
                  </a:cubicBezTo>
                  <a:cubicBezTo>
                    <a:pt x="600" y="8106"/>
                    <a:pt x="852" y="8200"/>
                    <a:pt x="1111" y="8200"/>
                  </a:cubicBezTo>
                  <a:cubicBezTo>
                    <a:pt x="1371" y="8200"/>
                    <a:pt x="1639" y="8106"/>
                    <a:pt x="1860" y="7917"/>
                  </a:cubicBezTo>
                  <a:lnTo>
                    <a:pt x="5136" y="4640"/>
                  </a:lnTo>
                  <a:cubicBezTo>
                    <a:pt x="5388" y="4735"/>
                    <a:pt x="5664" y="4782"/>
                    <a:pt x="5947" y="4782"/>
                  </a:cubicBezTo>
                  <a:cubicBezTo>
                    <a:pt x="6231" y="4782"/>
                    <a:pt x="6522" y="4735"/>
                    <a:pt x="6806" y="4640"/>
                  </a:cubicBezTo>
                  <a:cubicBezTo>
                    <a:pt x="7846" y="4294"/>
                    <a:pt x="8602" y="3065"/>
                    <a:pt x="8224" y="1773"/>
                  </a:cubicBezTo>
                  <a:cubicBezTo>
                    <a:pt x="8192" y="1647"/>
                    <a:pt x="8129" y="1553"/>
                    <a:pt x="8003" y="1521"/>
                  </a:cubicBezTo>
                  <a:cubicBezTo>
                    <a:pt x="7972" y="1514"/>
                    <a:pt x="7942" y="1510"/>
                    <a:pt x="7914" y="1510"/>
                  </a:cubicBezTo>
                  <a:cubicBezTo>
                    <a:pt x="7830" y="1510"/>
                    <a:pt x="7759" y="1545"/>
                    <a:pt x="7688" y="1616"/>
                  </a:cubicBezTo>
                  <a:lnTo>
                    <a:pt x="6901" y="2404"/>
                  </a:lnTo>
                  <a:cubicBezTo>
                    <a:pt x="6759" y="2530"/>
                    <a:pt x="6578" y="2593"/>
                    <a:pt x="6400" y="2593"/>
                  </a:cubicBezTo>
                  <a:cubicBezTo>
                    <a:pt x="6223" y="2593"/>
                    <a:pt x="6050" y="2530"/>
                    <a:pt x="5924" y="2404"/>
                  </a:cubicBezTo>
                  <a:cubicBezTo>
                    <a:pt x="5640" y="2120"/>
                    <a:pt x="5640" y="1679"/>
                    <a:pt x="5924" y="1395"/>
                  </a:cubicBezTo>
                  <a:lnTo>
                    <a:pt x="6711" y="608"/>
                  </a:lnTo>
                  <a:cubicBezTo>
                    <a:pt x="6774" y="545"/>
                    <a:pt x="6806" y="419"/>
                    <a:pt x="6774" y="293"/>
                  </a:cubicBezTo>
                  <a:cubicBezTo>
                    <a:pt x="6743" y="198"/>
                    <a:pt x="6648" y="104"/>
                    <a:pt x="6554" y="72"/>
                  </a:cubicBezTo>
                  <a:cubicBezTo>
                    <a:pt x="6344" y="23"/>
                    <a:pt x="6139" y="0"/>
                    <a:pt x="59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7" name="Google Shape;14743;p136">
            <a:extLst>
              <a:ext uri="{FF2B5EF4-FFF2-40B4-BE49-F238E27FC236}">
                <a16:creationId xmlns:a16="http://schemas.microsoft.com/office/drawing/2014/main" id="{10C30894-A0C6-8BAE-F0F8-3DF5A94F0E9E}"/>
              </a:ext>
            </a:extLst>
          </p:cNvPr>
          <p:cNvGrpSpPr/>
          <p:nvPr/>
        </p:nvGrpSpPr>
        <p:grpSpPr>
          <a:xfrm>
            <a:off x="5120244" y="4838199"/>
            <a:ext cx="354318" cy="355260"/>
            <a:chOff x="-30345325" y="3918800"/>
            <a:chExt cx="291450" cy="292225"/>
          </a:xfrm>
          <a:solidFill>
            <a:schemeClr val="accent1">
              <a:lumMod val="75000"/>
            </a:schemeClr>
          </a:solidFill>
        </p:grpSpPr>
        <p:sp>
          <p:nvSpPr>
            <p:cNvPr id="418" name="Google Shape;14744;p136">
              <a:extLst>
                <a:ext uri="{FF2B5EF4-FFF2-40B4-BE49-F238E27FC236}">
                  <a16:creationId xmlns:a16="http://schemas.microsoft.com/office/drawing/2014/main" id="{A87DEC6C-31E7-FB34-B76A-A0881EFE7814}"/>
                </a:ext>
              </a:extLst>
            </p:cNvPr>
            <p:cNvSpPr/>
            <p:nvPr/>
          </p:nvSpPr>
          <p:spPr>
            <a:xfrm>
              <a:off x="-30174425" y="3988125"/>
              <a:ext cx="120550" cy="120175"/>
            </a:xfrm>
            <a:custGeom>
              <a:avLst/>
              <a:gdLst/>
              <a:ahLst/>
              <a:cxnLst/>
              <a:rect l="l" t="t" r="r" b="b"/>
              <a:pathLst>
                <a:path w="4822" h="4807" extrusionOk="0">
                  <a:moveTo>
                    <a:pt x="1041" y="0"/>
                  </a:moveTo>
                  <a:cubicBezTo>
                    <a:pt x="474" y="0"/>
                    <a:pt x="1" y="473"/>
                    <a:pt x="1" y="1040"/>
                  </a:cubicBezTo>
                  <a:lnTo>
                    <a:pt x="1" y="2426"/>
                  </a:lnTo>
                  <a:cubicBezTo>
                    <a:pt x="1" y="2962"/>
                    <a:pt x="474" y="3434"/>
                    <a:pt x="1041" y="3434"/>
                  </a:cubicBezTo>
                  <a:lnTo>
                    <a:pt x="1387" y="3434"/>
                  </a:lnTo>
                  <a:lnTo>
                    <a:pt x="1387" y="4474"/>
                  </a:lnTo>
                  <a:cubicBezTo>
                    <a:pt x="1387" y="4631"/>
                    <a:pt x="1482" y="4726"/>
                    <a:pt x="1576" y="4789"/>
                  </a:cubicBezTo>
                  <a:cubicBezTo>
                    <a:pt x="1618" y="4799"/>
                    <a:pt x="1664" y="4806"/>
                    <a:pt x="1709" y="4806"/>
                  </a:cubicBezTo>
                  <a:cubicBezTo>
                    <a:pt x="1800" y="4806"/>
                    <a:pt x="1891" y="4778"/>
                    <a:pt x="1954" y="4694"/>
                  </a:cubicBezTo>
                  <a:lnTo>
                    <a:pt x="3214" y="3434"/>
                  </a:lnTo>
                  <a:lnTo>
                    <a:pt x="3750" y="3434"/>
                  </a:lnTo>
                  <a:cubicBezTo>
                    <a:pt x="4317" y="3434"/>
                    <a:pt x="4790" y="2962"/>
                    <a:pt x="4790" y="2426"/>
                  </a:cubicBezTo>
                  <a:lnTo>
                    <a:pt x="4790" y="1040"/>
                  </a:lnTo>
                  <a:cubicBezTo>
                    <a:pt x="4821" y="473"/>
                    <a:pt x="4380" y="0"/>
                    <a:pt x="378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14745;p136">
              <a:extLst>
                <a:ext uri="{FF2B5EF4-FFF2-40B4-BE49-F238E27FC236}">
                  <a16:creationId xmlns:a16="http://schemas.microsoft.com/office/drawing/2014/main" id="{2B1BB7B1-7B59-5054-E461-F327D1DF3853}"/>
                </a:ext>
              </a:extLst>
            </p:cNvPr>
            <p:cNvSpPr/>
            <p:nvPr/>
          </p:nvSpPr>
          <p:spPr>
            <a:xfrm>
              <a:off x="-30345325" y="3988125"/>
              <a:ext cx="119750" cy="120175"/>
            </a:xfrm>
            <a:custGeom>
              <a:avLst/>
              <a:gdLst/>
              <a:ahLst/>
              <a:cxnLst/>
              <a:rect l="l" t="t" r="r" b="b"/>
              <a:pathLst>
                <a:path w="4790" h="4807" extrusionOk="0">
                  <a:moveTo>
                    <a:pt x="1009" y="0"/>
                  </a:moveTo>
                  <a:cubicBezTo>
                    <a:pt x="473" y="0"/>
                    <a:pt x="0" y="473"/>
                    <a:pt x="0" y="1040"/>
                  </a:cubicBezTo>
                  <a:lnTo>
                    <a:pt x="0" y="2395"/>
                  </a:lnTo>
                  <a:cubicBezTo>
                    <a:pt x="0" y="2962"/>
                    <a:pt x="473" y="3434"/>
                    <a:pt x="1009" y="3434"/>
                  </a:cubicBezTo>
                  <a:lnTo>
                    <a:pt x="1576" y="3434"/>
                  </a:lnTo>
                  <a:lnTo>
                    <a:pt x="2836" y="4694"/>
                  </a:lnTo>
                  <a:cubicBezTo>
                    <a:pt x="2920" y="4778"/>
                    <a:pt x="3018" y="4806"/>
                    <a:pt x="3102" y="4806"/>
                  </a:cubicBezTo>
                  <a:cubicBezTo>
                    <a:pt x="3144" y="4806"/>
                    <a:pt x="3182" y="4799"/>
                    <a:pt x="3214" y="4789"/>
                  </a:cubicBezTo>
                  <a:cubicBezTo>
                    <a:pt x="3340" y="4726"/>
                    <a:pt x="3434" y="4568"/>
                    <a:pt x="3434" y="4474"/>
                  </a:cubicBezTo>
                  <a:lnTo>
                    <a:pt x="3434" y="3434"/>
                  </a:lnTo>
                  <a:lnTo>
                    <a:pt x="3781" y="3434"/>
                  </a:lnTo>
                  <a:cubicBezTo>
                    <a:pt x="4348" y="3434"/>
                    <a:pt x="4789" y="2962"/>
                    <a:pt x="4789" y="2395"/>
                  </a:cubicBezTo>
                  <a:lnTo>
                    <a:pt x="4789" y="1040"/>
                  </a:lnTo>
                  <a:cubicBezTo>
                    <a:pt x="4789" y="473"/>
                    <a:pt x="4348" y="0"/>
                    <a:pt x="37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14746;p136">
              <a:extLst>
                <a:ext uri="{FF2B5EF4-FFF2-40B4-BE49-F238E27FC236}">
                  <a16:creationId xmlns:a16="http://schemas.microsoft.com/office/drawing/2014/main" id="{FECF3723-D57F-88BD-48A4-BF97333599F3}"/>
                </a:ext>
              </a:extLst>
            </p:cNvPr>
            <p:cNvSpPr/>
            <p:nvPr/>
          </p:nvSpPr>
          <p:spPr>
            <a:xfrm>
              <a:off x="-30293350" y="4159025"/>
              <a:ext cx="188275" cy="52000"/>
            </a:xfrm>
            <a:custGeom>
              <a:avLst/>
              <a:gdLst/>
              <a:ahLst/>
              <a:cxnLst/>
              <a:rect l="l" t="t" r="r" b="b"/>
              <a:pathLst>
                <a:path w="7531" h="2080" extrusionOk="0">
                  <a:moveTo>
                    <a:pt x="1" y="1"/>
                  </a:moveTo>
                  <a:lnTo>
                    <a:pt x="1" y="1040"/>
                  </a:lnTo>
                  <a:cubicBezTo>
                    <a:pt x="1" y="1607"/>
                    <a:pt x="473" y="2080"/>
                    <a:pt x="1040" y="2080"/>
                  </a:cubicBezTo>
                  <a:lnTo>
                    <a:pt x="6491" y="2080"/>
                  </a:lnTo>
                  <a:cubicBezTo>
                    <a:pt x="7058" y="2080"/>
                    <a:pt x="7530" y="1607"/>
                    <a:pt x="7530" y="1040"/>
                  </a:cubicBezTo>
                  <a:lnTo>
                    <a:pt x="753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14747;p136">
              <a:extLst>
                <a:ext uri="{FF2B5EF4-FFF2-40B4-BE49-F238E27FC236}">
                  <a16:creationId xmlns:a16="http://schemas.microsoft.com/office/drawing/2014/main" id="{BB7F4A13-0CFC-2982-62BD-CB1D370E27AD}"/>
                </a:ext>
              </a:extLst>
            </p:cNvPr>
            <p:cNvSpPr/>
            <p:nvPr/>
          </p:nvSpPr>
          <p:spPr>
            <a:xfrm>
              <a:off x="-30293350" y="3918800"/>
              <a:ext cx="188275" cy="34675"/>
            </a:xfrm>
            <a:custGeom>
              <a:avLst/>
              <a:gdLst/>
              <a:ahLst/>
              <a:cxnLst/>
              <a:rect l="l" t="t" r="r" b="b"/>
              <a:pathLst>
                <a:path w="7531" h="1387" extrusionOk="0">
                  <a:moveTo>
                    <a:pt x="1040" y="1"/>
                  </a:moveTo>
                  <a:cubicBezTo>
                    <a:pt x="473" y="1"/>
                    <a:pt x="1" y="473"/>
                    <a:pt x="1" y="1040"/>
                  </a:cubicBezTo>
                  <a:lnTo>
                    <a:pt x="1" y="1387"/>
                  </a:lnTo>
                  <a:lnTo>
                    <a:pt x="7530" y="1387"/>
                  </a:lnTo>
                  <a:lnTo>
                    <a:pt x="7530" y="1040"/>
                  </a:lnTo>
                  <a:cubicBezTo>
                    <a:pt x="7530" y="505"/>
                    <a:pt x="7058" y="1"/>
                    <a:pt x="64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14748;p136">
              <a:extLst>
                <a:ext uri="{FF2B5EF4-FFF2-40B4-BE49-F238E27FC236}">
                  <a16:creationId xmlns:a16="http://schemas.microsoft.com/office/drawing/2014/main" id="{50C2B849-1EE6-F5EB-2949-10EAD10C8D34}"/>
                </a:ext>
              </a:extLst>
            </p:cNvPr>
            <p:cNvSpPr/>
            <p:nvPr/>
          </p:nvSpPr>
          <p:spPr>
            <a:xfrm>
              <a:off x="-30294125" y="3970800"/>
              <a:ext cx="188250" cy="170925"/>
            </a:xfrm>
            <a:custGeom>
              <a:avLst/>
              <a:gdLst/>
              <a:ahLst/>
              <a:cxnLst/>
              <a:rect l="l" t="t" r="r" b="b"/>
              <a:pathLst>
                <a:path w="7530" h="6837" extrusionOk="0">
                  <a:moveTo>
                    <a:pt x="1733" y="0"/>
                  </a:moveTo>
                  <a:cubicBezTo>
                    <a:pt x="2678" y="0"/>
                    <a:pt x="3434" y="756"/>
                    <a:pt x="3434" y="1701"/>
                  </a:cubicBezTo>
                  <a:lnTo>
                    <a:pt x="3434" y="3056"/>
                  </a:lnTo>
                  <a:cubicBezTo>
                    <a:pt x="3434" y="3907"/>
                    <a:pt x="2836" y="4568"/>
                    <a:pt x="2048" y="4757"/>
                  </a:cubicBezTo>
                  <a:lnTo>
                    <a:pt x="2048" y="5167"/>
                  </a:lnTo>
                  <a:cubicBezTo>
                    <a:pt x="2048" y="5576"/>
                    <a:pt x="1828" y="5954"/>
                    <a:pt x="1418" y="6112"/>
                  </a:cubicBezTo>
                  <a:cubicBezTo>
                    <a:pt x="1307" y="6162"/>
                    <a:pt x="1184" y="6187"/>
                    <a:pt x="1058" y="6187"/>
                  </a:cubicBezTo>
                  <a:cubicBezTo>
                    <a:pt x="789" y="6187"/>
                    <a:pt x="508" y="6075"/>
                    <a:pt x="315" y="5860"/>
                  </a:cubicBezTo>
                  <a:lnTo>
                    <a:pt x="0" y="5545"/>
                  </a:lnTo>
                  <a:lnTo>
                    <a:pt x="0" y="6837"/>
                  </a:lnTo>
                  <a:lnTo>
                    <a:pt x="7530" y="6837"/>
                  </a:lnTo>
                  <a:lnTo>
                    <a:pt x="7530" y="5545"/>
                  </a:lnTo>
                  <a:lnTo>
                    <a:pt x="7215" y="5860"/>
                  </a:lnTo>
                  <a:cubicBezTo>
                    <a:pt x="7022" y="6075"/>
                    <a:pt x="6756" y="6187"/>
                    <a:pt x="6496" y="6187"/>
                  </a:cubicBezTo>
                  <a:cubicBezTo>
                    <a:pt x="6374" y="6187"/>
                    <a:pt x="6254" y="6162"/>
                    <a:pt x="6144" y="6112"/>
                  </a:cubicBezTo>
                  <a:cubicBezTo>
                    <a:pt x="5734" y="5954"/>
                    <a:pt x="5514" y="5576"/>
                    <a:pt x="5514" y="5167"/>
                  </a:cubicBezTo>
                  <a:lnTo>
                    <a:pt x="5514" y="4757"/>
                  </a:lnTo>
                  <a:cubicBezTo>
                    <a:pt x="4726" y="4600"/>
                    <a:pt x="4127" y="3907"/>
                    <a:pt x="4127" y="3056"/>
                  </a:cubicBezTo>
                  <a:lnTo>
                    <a:pt x="4127" y="1701"/>
                  </a:lnTo>
                  <a:cubicBezTo>
                    <a:pt x="4127" y="756"/>
                    <a:pt x="4884" y="0"/>
                    <a:pt x="58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3" name="Google Shape;14749;p136">
            <a:extLst>
              <a:ext uri="{FF2B5EF4-FFF2-40B4-BE49-F238E27FC236}">
                <a16:creationId xmlns:a16="http://schemas.microsoft.com/office/drawing/2014/main" id="{0A6B4519-96FF-0115-2580-23495D75B0DF}"/>
              </a:ext>
            </a:extLst>
          </p:cNvPr>
          <p:cNvGrpSpPr/>
          <p:nvPr/>
        </p:nvGrpSpPr>
        <p:grpSpPr>
          <a:xfrm>
            <a:off x="3346869" y="2548714"/>
            <a:ext cx="333225" cy="354318"/>
            <a:chOff x="-34755225" y="3202075"/>
            <a:chExt cx="274100" cy="291450"/>
          </a:xfrm>
          <a:solidFill>
            <a:schemeClr val="accent1">
              <a:lumMod val="75000"/>
            </a:schemeClr>
          </a:solidFill>
        </p:grpSpPr>
        <p:sp>
          <p:nvSpPr>
            <p:cNvPr id="424" name="Google Shape;14750;p136">
              <a:extLst>
                <a:ext uri="{FF2B5EF4-FFF2-40B4-BE49-F238E27FC236}">
                  <a16:creationId xmlns:a16="http://schemas.microsoft.com/office/drawing/2014/main" id="{100F2329-38C8-2615-6A89-53A793E381F3}"/>
                </a:ext>
              </a:extLst>
            </p:cNvPr>
            <p:cNvSpPr/>
            <p:nvPr/>
          </p:nvSpPr>
          <p:spPr>
            <a:xfrm>
              <a:off x="-34703250" y="3389525"/>
              <a:ext cx="84300" cy="34675"/>
            </a:xfrm>
            <a:custGeom>
              <a:avLst/>
              <a:gdLst/>
              <a:ahLst/>
              <a:cxnLst/>
              <a:rect l="l" t="t" r="r" b="b"/>
              <a:pathLst>
                <a:path w="3372" h="1387" extrusionOk="0">
                  <a:moveTo>
                    <a:pt x="1670" y="1"/>
                  </a:moveTo>
                  <a:cubicBezTo>
                    <a:pt x="883" y="1"/>
                    <a:pt x="158" y="599"/>
                    <a:pt x="0" y="1387"/>
                  </a:cubicBezTo>
                  <a:lnTo>
                    <a:pt x="3371" y="1387"/>
                  </a:lnTo>
                  <a:cubicBezTo>
                    <a:pt x="3214" y="599"/>
                    <a:pt x="2489" y="1"/>
                    <a:pt x="16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14751;p136">
              <a:extLst>
                <a:ext uri="{FF2B5EF4-FFF2-40B4-BE49-F238E27FC236}">
                  <a16:creationId xmlns:a16="http://schemas.microsoft.com/office/drawing/2014/main" id="{7466E9AA-66C3-2A1A-5C48-CBFE3EE925B9}"/>
                </a:ext>
              </a:extLst>
            </p:cNvPr>
            <p:cNvSpPr/>
            <p:nvPr/>
          </p:nvSpPr>
          <p:spPr>
            <a:xfrm>
              <a:off x="-34636300" y="3348575"/>
              <a:ext cx="69325" cy="75625"/>
            </a:xfrm>
            <a:custGeom>
              <a:avLst/>
              <a:gdLst/>
              <a:ahLst/>
              <a:cxnLst/>
              <a:rect l="l" t="t" r="r" b="b"/>
              <a:pathLst>
                <a:path w="2773" h="3025" extrusionOk="0">
                  <a:moveTo>
                    <a:pt x="2111" y="0"/>
                  </a:moveTo>
                  <a:lnTo>
                    <a:pt x="1387" y="221"/>
                  </a:lnTo>
                  <a:cubicBezTo>
                    <a:pt x="1298" y="265"/>
                    <a:pt x="1179" y="290"/>
                    <a:pt x="1049" y="290"/>
                  </a:cubicBezTo>
                  <a:cubicBezTo>
                    <a:pt x="808" y="290"/>
                    <a:pt x="531" y="205"/>
                    <a:pt x="347" y="0"/>
                  </a:cubicBezTo>
                  <a:lnTo>
                    <a:pt x="347" y="0"/>
                  </a:lnTo>
                  <a:cubicBezTo>
                    <a:pt x="378" y="63"/>
                    <a:pt x="378" y="189"/>
                    <a:pt x="378" y="315"/>
                  </a:cubicBezTo>
                  <a:cubicBezTo>
                    <a:pt x="378" y="662"/>
                    <a:pt x="221" y="977"/>
                    <a:pt x="0" y="1229"/>
                  </a:cubicBezTo>
                  <a:cubicBezTo>
                    <a:pt x="725" y="1575"/>
                    <a:pt x="1229" y="2237"/>
                    <a:pt x="1355" y="3025"/>
                  </a:cubicBezTo>
                  <a:lnTo>
                    <a:pt x="2773" y="3025"/>
                  </a:lnTo>
                  <a:lnTo>
                    <a:pt x="2773" y="221"/>
                  </a:lnTo>
                  <a:cubicBezTo>
                    <a:pt x="2521" y="189"/>
                    <a:pt x="2300" y="126"/>
                    <a:pt x="21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14752;p136">
              <a:extLst>
                <a:ext uri="{FF2B5EF4-FFF2-40B4-BE49-F238E27FC236}">
                  <a16:creationId xmlns:a16="http://schemas.microsoft.com/office/drawing/2014/main" id="{604D13BE-B6F8-92A1-E3DE-E154AAD30099}"/>
                </a:ext>
              </a:extLst>
            </p:cNvPr>
            <p:cNvSpPr/>
            <p:nvPr/>
          </p:nvSpPr>
          <p:spPr>
            <a:xfrm>
              <a:off x="-34752875" y="3253275"/>
              <a:ext cx="126050" cy="170925"/>
            </a:xfrm>
            <a:custGeom>
              <a:avLst/>
              <a:gdLst/>
              <a:ahLst/>
              <a:cxnLst/>
              <a:rect l="l" t="t" r="r" b="b"/>
              <a:pathLst>
                <a:path w="5042" h="6837" extrusionOk="0">
                  <a:moveTo>
                    <a:pt x="1" y="0"/>
                  </a:moveTo>
                  <a:lnTo>
                    <a:pt x="1" y="6837"/>
                  </a:lnTo>
                  <a:lnTo>
                    <a:pt x="1418" y="6837"/>
                  </a:lnTo>
                  <a:cubicBezTo>
                    <a:pt x="1450" y="6018"/>
                    <a:pt x="1954" y="5356"/>
                    <a:pt x="2679" y="4978"/>
                  </a:cubicBezTo>
                  <a:cubicBezTo>
                    <a:pt x="2427" y="4757"/>
                    <a:pt x="2301" y="4442"/>
                    <a:pt x="2301" y="4064"/>
                  </a:cubicBezTo>
                  <a:cubicBezTo>
                    <a:pt x="2301" y="3340"/>
                    <a:pt x="2931" y="2710"/>
                    <a:pt x="3687" y="2710"/>
                  </a:cubicBezTo>
                  <a:cubicBezTo>
                    <a:pt x="4128" y="2710"/>
                    <a:pt x="4474" y="2899"/>
                    <a:pt x="4758" y="3214"/>
                  </a:cubicBezTo>
                  <a:cubicBezTo>
                    <a:pt x="4726" y="3056"/>
                    <a:pt x="4758" y="2899"/>
                    <a:pt x="4789" y="2741"/>
                  </a:cubicBezTo>
                  <a:lnTo>
                    <a:pt x="5041" y="2016"/>
                  </a:lnTo>
                  <a:cubicBezTo>
                    <a:pt x="4821" y="1607"/>
                    <a:pt x="4758" y="1134"/>
                    <a:pt x="4758" y="662"/>
                  </a:cubicBezTo>
                  <a:cubicBezTo>
                    <a:pt x="4758" y="410"/>
                    <a:pt x="4789" y="189"/>
                    <a:pt x="482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14753;p136">
              <a:extLst>
                <a:ext uri="{FF2B5EF4-FFF2-40B4-BE49-F238E27FC236}">
                  <a16:creationId xmlns:a16="http://schemas.microsoft.com/office/drawing/2014/main" id="{5E58390A-1074-2973-8521-47A2B75DA68A}"/>
                </a:ext>
              </a:extLst>
            </p:cNvPr>
            <p:cNvSpPr/>
            <p:nvPr/>
          </p:nvSpPr>
          <p:spPr>
            <a:xfrm>
              <a:off x="-34677250" y="3338325"/>
              <a:ext cx="33875" cy="33900"/>
            </a:xfrm>
            <a:custGeom>
              <a:avLst/>
              <a:gdLst/>
              <a:ahLst/>
              <a:cxnLst/>
              <a:rect l="l" t="t" r="r" b="b"/>
              <a:pathLst>
                <a:path w="1355" h="1356" extrusionOk="0">
                  <a:moveTo>
                    <a:pt x="662" y="1"/>
                  </a:moveTo>
                  <a:cubicBezTo>
                    <a:pt x="315" y="1"/>
                    <a:pt x="0" y="316"/>
                    <a:pt x="0" y="694"/>
                  </a:cubicBezTo>
                  <a:cubicBezTo>
                    <a:pt x="0" y="1040"/>
                    <a:pt x="315" y="1355"/>
                    <a:pt x="662" y="1355"/>
                  </a:cubicBezTo>
                  <a:cubicBezTo>
                    <a:pt x="1040" y="1355"/>
                    <a:pt x="1355" y="1040"/>
                    <a:pt x="1355" y="694"/>
                  </a:cubicBezTo>
                  <a:cubicBezTo>
                    <a:pt x="1355" y="316"/>
                    <a:pt x="1040" y="1"/>
                    <a:pt x="6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14754;p136">
              <a:extLst>
                <a:ext uri="{FF2B5EF4-FFF2-40B4-BE49-F238E27FC236}">
                  <a16:creationId xmlns:a16="http://schemas.microsoft.com/office/drawing/2014/main" id="{B5ABD2FA-A14C-C0CA-412B-FFDC13B8FB8D}"/>
                </a:ext>
              </a:extLst>
            </p:cNvPr>
            <p:cNvSpPr/>
            <p:nvPr/>
          </p:nvSpPr>
          <p:spPr>
            <a:xfrm>
              <a:off x="-34618200" y="3202500"/>
              <a:ext cx="137075" cy="135850"/>
            </a:xfrm>
            <a:custGeom>
              <a:avLst/>
              <a:gdLst/>
              <a:ahLst/>
              <a:cxnLst/>
              <a:rect l="l" t="t" r="r" b="b"/>
              <a:pathLst>
                <a:path w="5483" h="5434" extrusionOk="0">
                  <a:moveTo>
                    <a:pt x="2710" y="992"/>
                  </a:moveTo>
                  <a:cubicBezTo>
                    <a:pt x="2899" y="992"/>
                    <a:pt x="3057" y="1149"/>
                    <a:pt x="3057" y="1338"/>
                  </a:cubicBezTo>
                  <a:cubicBezTo>
                    <a:pt x="3057" y="1559"/>
                    <a:pt x="2899" y="1716"/>
                    <a:pt x="2710" y="1716"/>
                  </a:cubicBezTo>
                  <a:cubicBezTo>
                    <a:pt x="2521" y="1716"/>
                    <a:pt x="2364" y="1559"/>
                    <a:pt x="2364" y="1338"/>
                  </a:cubicBezTo>
                  <a:cubicBezTo>
                    <a:pt x="2395" y="1149"/>
                    <a:pt x="2553" y="992"/>
                    <a:pt x="2710" y="992"/>
                  </a:cubicBezTo>
                  <a:close/>
                  <a:moveTo>
                    <a:pt x="2742" y="2346"/>
                  </a:moveTo>
                  <a:cubicBezTo>
                    <a:pt x="2962" y="2346"/>
                    <a:pt x="3120" y="2504"/>
                    <a:pt x="3120" y="2693"/>
                  </a:cubicBezTo>
                  <a:lnTo>
                    <a:pt x="3120" y="4079"/>
                  </a:lnTo>
                  <a:cubicBezTo>
                    <a:pt x="3120" y="4268"/>
                    <a:pt x="2962" y="4426"/>
                    <a:pt x="2742" y="4426"/>
                  </a:cubicBezTo>
                  <a:cubicBezTo>
                    <a:pt x="2553" y="4426"/>
                    <a:pt x="2395" y="4268"/>
                    <a:pt x="2395" y="4079"/>
                  </a:cubicBezTo>
                  <a:lnTo>
                    <a:pt x="2395" y="2693"/>
                  </a:lnTo>
                  <a:cubicBezTo>
                    <a:pt x="2395" y="2504"/>
                    <a:pt x="2553" y="2346"/>
                    <a:pt x="2742" y="2346"/>
                  </a:cubicBezTo>
                  <a:close/>
                  <a:moveTo>
                    <a:pt x="2646" y="0"/>
                  </a:moveTo>
                  <a:cubicBezTo>
                    <a:pt x="1359" y="0"/>
                    <a:pt x="1" y="1099"/>
                    <a:pt x="1" y="2724"/>
                  </a:cubicBezTo>
                  <a:cubicBezTo>
                    <a:pt x="1" y="3197"/>
                    <a:pt x="127" y="3638"/>
                    <a:pt x="348" y="4016"/>
                  </a:cubicBezTo>
                  <a:lnTo>
                    <a:pt x="33" y="4961"/>
                  </a:lnTo>
                  <a:cubicBezTo>
                    <a:pt x="1" y="5087"/>
                    <a:pt x="33" y="5245"/>
                    <a:pt x="127" y="5339"/>
                  </a:cubicBezTo>
                  <a:cubicBezTo>
                    <a:pt x="167" y="5399"/>
                    <a:pt x="245" y="5421"/>
                    <a:pt x="329" y="5421"/>
                  </a:cubicBezTo>
                  <a:cubicBezTo>
                    <a:pt x="377" y="5421"/>
                    <a:pt x="427" y="5414"/>
                    <a:pt x="474" y="5402"/>
                  </a:cubicBezTo>
                  <a:lnTo>
                    <a:pt x="1419" y="5087"/>
                  </a:lnTo>
                  <a:cubicBezTo>
                    <a:pt x="1797" y="5339"/>
                    <a:pt x="2238" y="5434"/>
                    <a:pt x="2742" y="5434"/>
                  </a:cubicBezTo>
                  <a:cubicBezTo>
                    <a:pt x="4254" y="5434"/>
                    <a:pt x="5483" y="4237"/>
                    <a:pt x="5483" y="2724"/>
                  </a:cubicBezTo>
                  <a:cubicBezTo>
                    <a:pt x="5483" y="1275"/>
                    <a:pt x="4317" y="78"/>
                    <a:pt x="2899" y="15"/>
                  </a:cubicBezTo>
                  <a:cubicBezTo>
                    <a:pt x="2815" y="5"/>
                    <a:pt x="2731" y="0"/>
                    <a:pt x="26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14755;p136">
              <a:extLst>
                <a:ext uri="{FF2B5EF4-FFF2-40B4-BE49-F238E27FC236}">
                  <a16:creationId xmlns:a16="http://schemas.microsoft.com/office/drawing/2014/main" id="{C0C10AB2-7928-4CE3-B5DD-5C25D83DC220}"/>
                </a:ext>
              </a:extLst>
            </p:cNvPr>
            <p:cNvSpPr/>
            <p:nvPr/>
          </p:nvSpPr>
          <p:spPr>
            <a:xfrm>
              <a:off x="-34755225" y="3440725"/>
              <a:ext cx="188250" cy="52800"/>
            </a:xfrm>
            <a:custGeom>
              <a:avLst/>
              <a:gdLst/>
              <a:ahLst/>
              <a:cxnLst/>
              <a:rect l="l" t="t" r="r" b="b"/>
              <a:pathLst>
                <a:path w="7530" h="2112" extrusionOk="0">
                  <a:moveTo>
                    <a:pt x="0" y="0"/>
                  </a:moveTo>
                  <a:lnTo>
                    <a:pt x="0" y="1071"/>
                  </a:lnTo>
                  <a:cubicBezTo>
                    <a:pt x="0" y="1670"/>
                    <a:pt x="473" y="2111"/>
                    <a:pt x="1040" y="2111"/>
                  </a:cubicBezTo>
                  <a:lnTo>
                    <a:pt x="6490" y="2111"/>
                  </a:lnTo>
                  <a:cubicBezTo>
                    <a:pt x="7057" y="2111"/>
                    <a:pt x="7530" y="1639"/>
                    <a:pt x="7530" y="1071"/>
                  </a:cubicBezTo>
                  <a:lnTo>
                    <a:pt x="753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14756;p136">
              <a:extLst>
                <a:ext uri="{FF2B5EF4-FFF2-40B4-BE49-F238E27FC236}">
                  <a16:creationId xmlns:a16="http://schemas.microsoft.com/office/drawing/2014/main" id="{4D27B0E6-C15C-8C53-1D82-CC266C6C3E3D}"/>
                </a:ext>
              </a:extLst>
            </p:cNvPr>
            <p:cNvSpPr/>
            <p:nvPr/>
          </p:nvSpPr>
          <p:spPr>
            <a:xfrm>
              <a:off x="-34754450" y="3202075"/>
              <a:ext cx="153600" cy="33900"/>
            </a:xfrm>
            <a:custGeom>
              <a:avLst/>
              <a:gdLst/>
              <a:ahLst/>
              <a:cxnLst/>
              <a:rect l="l" t="t" r="r" b="b"/>
              <a:pathLst>
                <a:path w="6144" h="1356" extrusionOk="0">
                  <a:moveTo>
                    <a:pt x="1040" y="0"/>
                  </a:moveTo>
                  <a:cubicBezTo>
                    <a:pt x="473" y="0"/>
                    <a:pt x="1" y="473"/>
                    <a:pt x="1" y="1009"/>
                  </a:cubicBezTo>
                  <a:lnTo>
                    <a:pt x="1" y="1355"/>
                  </a:lnTo>
                  <a:lnTo>
                    <a:pt x="5104" y="1355"/>
                  </a:lnTo>
                  <a:cubicBezTo>
                    <a:pt x="5293" y="819"/>
                    <a:pt x="5672" y="347"/>
                    <a:pt x="61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1" name="Google Shape;14757;p136">
            <a:extLst>
              <a:ext uri="{FF2B5EF4-FFF2-40B4-BE49-F238E27FC236}">
                <a16:creationId xmlns:a16="http://schemas.microsoft.com/office/drawing/2014/main" id="{D4638C3B-6135-3408-97E8-823DFD11DA8D}"/>
              </a:ext>
            </a:extLst>
          </p:cNvPr>
          <p:cNvGrpSpPr/>
          <p:nvPr/>
        </p:nvGrpSpPr>
        <p:grpSpPr>
          <a:xfrm>
            <a:off x="3336322" y="2990594"/>
            <a:ext cx="354318" cy="354318"/>
            <a:chOff x="-34763900" y="3561225"/>
            <a:chExt cx="291450" cy="291450"/>
          </a:xfrm>
          <a:solidFill>
            <a:schemeClr val="accent1">
              <a:lumMod val="75000"/>
            </a:schemeClr>
          </a:solidFill>
        </p:grpSpPr>
        <p:sp>
          <p:nvSpPr>
            <p:cNvPr id="432" name="Google Shape;14758;p136">
              <a:extLst>
                <a:ext uri="{FF2B5EF4-FFF2-40B4-BE49-F238E27FC236}">
                  <a16:creationId xmlns:a16="http://schemas.microsoft.com/office/drawing/2014/main" id="{824F96E2-92EE-CBF3-9981-5EC3613327B9}"/>
                </a:ext>
              </a:extLst>
            </p:cNvPr>
            <p:cNvSpPr/>
            <p:nvPr/>
          </p:nvSpPr>
          <p:spPr>
            <a:xfrm>
              <a:off x="-34693800" y="3629750"/>
              <a:ext cx="152025" cy="152825"/>
            </a:xfrm>
            <a:custGeom>
              <a:avLst/>
              <a:gdLst/>
              <a:ahLst/>
              <a:cxnLst/>
              <a:rect l="l" t="t" r="r" b="b"/>
              <a:pathLst>
                <a:path w="6081" h="6113" extrusionOk="0">
                  <a:moveTo>
                    <a:pt x="3025" y="1387"/>
                  </a:moveTo>
                  <a:cubicBezTo>
                    <a:pt x="3970" y="1387"/>
                    <a:pt x="4726" y="2143"/>
                    <a:pt x="4726" y="3088"/>
                  </a:cubicBezTo>
                  <a:cubicBezTo>
                    <a:pt x="4726" y="4033"/>
                    <a:pt x="3970" y="4789"/>
                    <a:pt x="3025" y="4789"/>
                  </a:cubicBezTo>
                  <a:cubicBezTo>
                    <a:pt x="2080" y="4789"/>
                    <a:pt x="1324" y="4033"/>
                    <a:pt x="1324" y="3088"/>
                  </a:cubicBezTo>
                  <a:cubicBezTo>
                    <a:pt x="1324" y="2143"/>
                    <a:pt x="2080" y="1387"/>
                    <a:pt x="3025" y="1387"/>
                  </a:cubicBezTo>
                  <a:close/>
                  <a:moveTo>
                    <a:pt x="2710" y="0"/>
                  </a:moveTo>
                  <a:lnTo>
                    <a:pt x="2710" y="442"/>
                  </a:lnTo>
                  <a:cubicBezTo>
                    <a:pt x="2710" y="599"/>
                    <a:pt x="2584" y="725"/>
                    <a:pt x="2426" y="757"/>
                  </a:cubicBezTo>
                  <a:cubicBezTo>
                    <a:pt x="2237" y="788"/>
                    <a:pt x="2017" y="914"/>
                    <a:pt x="1859" y="1009"/>
                  </a:cubicBezTo>
                  <a:cubicBezTo>
                    <a:pt x="1815" y="1031"/>
                    <a:pt x="1762" y="1041"/>
                    <a:pt x="1707" y="1041"/>
                  </a:cubicBezTo>
                  <a:cubicBezTo>
                    <a:pt x="1607" y="1041"/>
                    <a:pt x="1500" y="1007"/>
                    <a:pt x="1418" y="946"/>
                  </a:cubicBezTo>
                  <a:lnTo>
                    <a:pt x="1103" y="631"/>
                  </a:lnTo>
                  <a:lnTo>
                    <a:pt x="631" y="1103"/>
                  </a:lnTo>
                  <a:lnTo>
                    <a:pt x="946" y="1418"/>
                  </a:lnTo>
                  <a:cubicBezTo>
                    <a:pt x="1072" y="1544"/>
                    <a:pt x="1072" y="1702"/>
                    <a:pt x="977" y="1859"/>
                  </a:cubicBezTo>
                  <a:cubicBezTo>
                    <a:pt x="851" y="2048"/>
                    <a:pt x="788" y="2269"/>
                    <a:pt x="757" y="2458"/>
                  </a:cubicBezTo>
                  <a:cubicBezTo>
                    <a:pt x="694" y="2615"/>
                    <a:pt x="599" y="2710"/>
                    <a:pt x="442" y="2710"/>
                  </a:cubicBezTo>
                  <a:lnTo>
                    <a:pt x="1" y="2710"/>
                  </a:lnTo>
                  <a:lnTo>
                    <a:pt x="1" y="3403"/>
                  </a:lnTo>
                  <a:lnTo>
                    <a:pt x="442" y="3403"/>
                  </a:lnTo>
                  <a:cubicBezTo>
                    <a:pt x="599" y="3403"/>
                    <a:pt x="694" y="3498"/>
                    <a:pt x="757" y="3655"/>
                  </a:cubicBezTo>
                  <a:cubicBezTo>
                    <a:pt x="788" y="3876"/>
                    <a:pt x="914" y="4096"/>
                    <a:pt x="977" y="4254"/>
                  </a:cubicBezTo>
                  <a:cubicBezTo>
                    <a:pt x="1072" y="4380"/>
                    <a:pt x="1009" y="4569"/>
                    <a:pt x="946" y="4695"/>
                  </a:cubicBezTo>
                  <a:lnTo>
                    <a:pt x="631" y="5010"/>
                  </a:lnTo>
                  <a:lnTo>
                    <a:pt x="1103" y="5482"/>
                  </a:lnTo>
                  <a:lnTo>
                    <a:pt x="1418" y="5167"/>
                  </a:lnTo>
                  <a:cubicBezTo>
                    <a:pt x="1486" y="5100"/>
                    <a:pt x="1562" y="5068"/>
                    <a:pt x="1643" y="5068"/>
                  </a:cubicBezTo>
                  <a:cubicBezTo>
                    <a:pt x="1713" y="5068"/>
                    <a:pt x="1786" y="5092"/>
                    <a:pt x="1859" y="5136"/>
                  </a:cubicBezTo>
                  <a:cubicBezTo>
                    <a:pt x="2048" y="5230"/>
                    <a:pt x="2237" y="5325"/>
                    <a:pt x="2426" y="5356"/>
                  </a:cubicBezTo>
                  <a:cubicBezTo>
                    <a:pt x="2584" y="5419"/>
                    <a:pt x="2710" y="5514"/>
                    <a:pt x="2710" y="5671"/>
                  </a:cubicBezTo>
                  <a:lnTo>
                    <a:pt x="2710" y="6112"/>
                  </a:lnTo>
                  <a:lnTo>
                    <a:pt x="3372" y="6112"/>
                  </a:lnTo>
                  <a:lnTo>
                    <a:pt x="3372" y="5734"/>
                  </a:lnTo>
                  <a:cubicBezTo>
                    <a:pt x="3372" y="5577"/>
                    <a:pt x="3498" y="5451"/>
                    <a:pt x="3655" y="5419"/>
                  </a:cubicBezTo>
                  <a:cubicBezTo>
                    <a:pt x="3844" y="5356"/>
                    <a:pt x="4096" y="5262"/>
                    <a:pt x="4254" y="5167"/>
                  </a:cubicBezTo>
                  <a:cubicBezTo>
                    <a:pt x="4300" y="5133"/>
                    <a:pt x="4355" y="5119"/>
                    <a:pt x="4410" y="5119"/>
                  </a:cubicBezTo>
                  <a:cubicBezTo>
                    <a:pt x="4506" y="5119"/>
                    <a:pt x="4603" y="5159"/>
                    <a:pt x="4663" y="5199"/>
                  </a:cubicBezTo>
                  <a:lnTo>
                    <a:pt x="5010" y="5514"/>
                  </a:lnTo>
                  <a:lnTo>
                    <a:pt x="5451" y="5041"/>
                  </a:lnTo>
                  <a:lnTo>
                    <a:pt x="5136" y="4726"/>
                  </a:lnTo>
                  <a:cubicBezTo>
                    <a:pt x="5041" y="4632"/>
                    <a:pt x="5041" y="4474"/>
                    <a:pt x="5104" y="4285"/>
                  </a:cubicBezTo>
                  <a:cubicBezTo>
                    <a:pt x="5230" y="4096"/>
                    <a:pt x="5293" y="3907"/>
                    <a:pt x="5356" y="3718"/>
                  </a:cubicBezTo>
                  <a:cubicBezTo>
                    <a:pt x="5388" y="3561"/>
                    <a:pt x="5514" y="3434"/>
                    <a:pt x="5671" y="3434"/>
                  </a:cubicBezTo>
                  <a:lnTo>
                    <a:pt x="6081" y="3434"/>
                  </a:lnTo>
                  <a:lnTo>
                    <a:pt x="6081" y="2773"/>
                  </a:lnTo>
                  <a:lnTo>
                    <a:pt x="5671" y="2773"/>
                  </a:lnTo>
                  <a:cubicBezTo>
                    <a:pt x="5514" y="2710"/>
                    <a:pt x="5388" y="2615"/>
                    <a:pt x="5356" y="2458"/>
                  </a:cubicBezTo>
                  <a:cubicBezTo>
                    <a:pt x="5293" y="2269"/>
                    <a:pt x="5199" y="2017"/>
                    <a:pt x="5104" y="1859"/>
                  </a:cubicBezTo>
                  <a:cubicBezTo>
                    <a:pt x="5041" y="1733"/>
                    <a:pt x="5073" y="1544"/>
                    <a:pt x="5136" y="1418"/>
                  </a:cubicBezTo>
                  <a:lnTo>
                    <a:pt x="5451" y="1103"/>
                  </a:lnTo>
                  <a:lnTo>
                    <a:pt x="5010" y="631"/>
                  </a:lnTo>
                  <a:lnTo>
                    <a:pt x="4663" y="946"/>
                  </a:lnTo>
                  <a:cubicBezTo>
                    <a:pt x="4608" y="1019"/>
                    <a:pt x="4531" y="1050"/>
                    <a:pt x="4445" y="1050"/>
                  </a:cubicBezTo>
                  <a:cubicBezTo>
                    <a:pt x="4384" y="1050"/>
                    <a:pt x="4319" y="1035"/>
                    <a:pt x="4254" y="1009"/>
                  </a:cubicBezTo>
                  <a:cubicBezTo>
                    <a:pt x="4033" y="883"/>
                    <a:pt x="3844" y="788"/>
                    <a:pt x="3655" y="757"/>
                  </a:cubicBezTo>
                  <a:cubicBezTo>
                    <a:pt x="3498" y="725"/>
                    <a:pt x="3372" y="599"/>
                    <a:pt x="3372" y="442"/>
                  </a:cubicBezTo>
                  <a:lnTo>
                    <a:pt x="337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14759;p136">
              <a:extLst>
                <a:ext uri="{FF2B5EF4-FFF2-40B4-BE49-F238E27FC236}">
                  <a16:creationId xmlns:a16="http://schemas.microsoft.com/office/drawing/2014/main" id="{3F80E997-F5EE-DA1C-F081-4F9CF3739F34}"/>
                </a:ext>
              </a:extLst>
            </p:cNvPr>
            <p:cNvSpPr/>
            <p:nvPr/>
          </p:nvSpPr>
          <p:spPr>
            <a:xfrm>
              <a:off x="-34763900" y="3561225"/>
              <a:ext cx="291450" cy="291450"/>
            </a:xfrm>
            <a:custGeom>
              <a:avLst/>
              <a:gdLst/>
              <a:ahLst/>
              <a:cxnLst/>
              <a:rect l="l" t="t" r="r" b="b"/>
              <a:pathLst>
                <a:path w="11658" h="11658" extrusionOk="0">
                  <a:moveTo>
                    <a:pt x="6522" y="2048"/>
                  </a:moveTo>
                  <a:cubicBezTo>
                    <a:pt x="6743" y="2048"/>
                    <a:pt x="6900" y="2206"/>
                    <a:pt x="6900" y="2395"/>
                  </a:cubicBezTo>
                  <a:lnTo>
                    <a:pt x="6900" y="2899"/>
                  </a:lnTo>
                  <a:cubicBezTo>
                    <a:pt x="6995" y="2962"/>
                    <a:pt x="7089" y="2994"/>
                    <a:pt x="7152" y="3025"/>
                  </a:cubicBezTo>
                  <a:lnTo>
                    <a:pt x="7530" y="2678"/>
                  </a:lnTo>
                  <a:cubicBezTo>
                    <a:pt x="7578" y="2615"/>
                    <a:pt x="7664" y="2584"/>
                    <a:pt x="7755" y="2584"/>
                  </a:cubicBezTo>
                  <a:cubicBezTo>
                    <a:pt x="7845" y="2584"/>
                    <a:pt x="7940" y="2615"/>
                    <a:pt x="8003" y="2678"/>
                  </a:cubicBezTo>
                  <a:lnTo>
                    <a:pt x="8979" y="3655"/>
                  </a:lnTo>
                  <a:cubicBezTo>
                    <a:pt x="9106" y="3781"/>
                    <a:pt x="9106" y="4002"/>
                    <a:pt x="8979" y="4128"/>
                  </a:cubicBezTo>
                  <a:lnTo>
                    <a:pt x="8633" y="4474"/>
                  </a:lnTo>
                  <a:cubicBezTo>
                    <a:pt x="8664" y="4569"/>
                    <a:pt x="8696" y="4695"/>
                    <a:pt x="8727" y="4758"/>
                  </a:cubicBezTo>
                  <a:lnTo>
                    <a:pt x="9263" y="4758"/>
                  </a:lnTo>
                  <a:cubicBezTo>
                    <a:pt x="9452" y="4758"/>
                    <a:pt x="9610" y="4915"/>
                    <a:pt x="9610" y="5104"/>
                  </a:cubicBezTo>
                  <a:lnTo>
                    <a:pt x="9610" y="6491"/>
                  </a:lnTo>
                  <a:cubicBezTo>
                    <a:pt x="9610" y="6680"/>
                    <a:pt x="9452" y="6837"/>
                    <a:pt x="9263" y="6837"/>
                  </a:cubicBezTo>
                  <a:lnTo>
                    <a:pt x="8727" y="6837"/>
                  </a:lnTo>
                  <a:cubicBezTo>
                    <a:pt x="8696" y="6963"/>
                    <a:pt x="8664" y="7026"/>
                    <a:pt x="8633" y="7121"/>
                  </a:cubicBezTo>
                  <a:lnTo>
                    <a:pt x="8979" y="7467"/>
                  </a:lnTo>
                  <a:cubicBezTo>
                    <a:pt x="9106" y="7593"/>
                    <a:pt x="9106" y="7814"/>
                    <a:pt x="8979" y="7940"/>
                  </a:cubicBezTo>
                  <a:lnTo>
                    <a:pt x="8003" y="8916"/>
                  </a:lnTo>
                  <a:cubicBezTo>
                    <a:pt x="7940" y="8979"/>
                    <a:pt x="7845" y="9011"/>
                    <a:pt x="7755" y="9011"/>
                  </a:cubicBezTo>
                  <a:cubicBezTo>
                    <a:pt x="7664" y="9011"/>
                    <a:pt x="7578" y="8979"/>
                    <a:pt x="7530" y="8916"/>
                  </a:cubicBezTo>
                  <a:lnTo>
                    <a:pt x="7152" y="8570"/>
                  </a:lnTo>
                  <a:cubicBezTo>
                    <a:pt x="7089" y="8601"/>
                    <a:pt x="6963" y="8664"/>
                    <a:pt x="6900" y="8696"/>
                  </a:cubicBezTo>
                  <a:lnTo>
                    <a:pt x="6900" y="9200"/>
                  </a:lnTo>
                  <a:cubicBezTo>
                    <a:pt x="6900" y="9389"/>
                    <a:pt x="6743" y="9547"/>
                    <a:pt x="6522" y="9547"/>
                  </a:cubicBezTo>
                  <a:lnTo>
                    <a:pt x="5167" y="9547"/>
                  </a:lnTo>
                  <a:cubicBezTo>
                    <a:pt x="4947" y="9547"/>
                    <a:pt x="4789" y="9389"/>
                    <a:pt x="4789" y="9200"/>
                  </a:cubicBezTo>
                  <a:lnTo>
                    <a:pt x="4789" y="8696"/>
                  </a:lnTo>
                  <a:cubicBezTo>
                    <a:pt x="4695" y="8664"/>
                    <a:pt x="4600" y="8601"/>
                    <a:pt x="4537" y="8570"/>
                  </a:cubicBezTo>
                  <a:lnTo>
                    <a:pt x="4159" y="8916"/>
                  </a:lnTo>
                  <a:cubicBezTo>
                    <a:pt x="4112" y="8979"/>
                    <a:pt x="4025" y="9011"/>
                    <a:pt x="3935" y="9011"/>
                  </a:cubicBezTo>
                  <a:cubicBezTo>
                    <a:pt x="3844" y="9011"/>
                    <a:pt x="3750" y="8979"/>
                    <a:pt x="3687" y="8916"/>
                  </a:cubicBezTo>
                  <a:lnTo>
                    <a:pt x="2710" y="7940"/>
                  </a:lnTo>
                  <a:cubicBezTo>
                    <a:pt x="2584" y="7814"/>
                    <a:pt x="2584" y="7593"/>
                    <a:pt x="2710" y="7467"/>
                  </a:cubicBezTo>
                  <a:lnTo>
                    <a:pt x="3057" y="7121"/>
                  </a:lnTo>
                  <a:cubicBezTo>
                    <a:pt x="3025" y="7026"/>
                    <a:pt x="2994" y="6932"/>
                    <a:pt x="2962" y="6837"/>
                  </a:cubicBezTo>
                  <a:lnTo>
                    <a:pt x="2426" y="6837"/>
                  </a:lnTo>
                  <a:cubicBezTo>
                    <a:pt x="2237" y="6837"/>
                    <a:pt x="2080" y="6680"/>
                    <a:pt x="2080" y="6491"/>
                  </a:cubicBezTo>
                  <a:lnTo>
                    <a:pt x="2080" y="5104"/>
                  </a:lnTo>
                  <a:cubicBezTo>
                    <a:pt x="2080" y="4915"/>
                    <a:pt x="2237" y="4758"/>
                    <a:pt x="2426" y="4758"/>
                  </a:cubicBezTo>
                  <a:lnTo>
                    <a:pt x="2962" y="4758"/>
                  </a:lnTo>
                  <a:cubicBezTo>
                    <a:pt x="2994" y="4632"/>
                    <a:pt x="3025" y="4569"/>
                    <a:pt x="3057" y="4474"/>
                  </a:cubicBezTo>
                  <a:lnTo>
                    <a:pt x="2710" y="4128"/>
                  </a:lnTo>
                  <a:cubicBezTo>
                    <a:pt x="2584" y="4002"/>
                    <a:pt x="2584" y="3781"/>
                    <a:pt x="2710" y="3655"/>
                  </a:cubicBezTo>
                  <a:lnTo>
                    <a:pt x="3687" y="2678"/>
                  </a:lnTo>
                  <a:cubicBezTo>
                    <a:pt x="3750" y="2615"/>
                    <a:pt x="3844" y="2584"/>
                    <a:pt x="3935" y="2584"/>
                  </a:cubicBezTo>
                  <a:cubicBezTo>
                    <a:pt x="4025" y="2584"/>
                    <a:pt x="4112" y="2615"/>
                    <a:pt x="4159" y="2678"/>
                  </a:cubicBezTo>
                  <a:lnTo>
                    <a:pt x="4537" y="3025"/>
                  </a:lnTo>
                  <a:cubicBezTo>
                    <a:pt x="4600" y="2994"/>
                    <a:pt x="4726" y="2962"/>
                    <a:pt x="4789" y="2899"/>
                  </a:cubicBezTo>
                  <a:lnTo>
                    <a:pt x="4789" y="2395"/>
                  </a:lnTo>
                  <a:cubicBezTo>
                    <a:pt x="4789" y="2206"/>
                    <a:pt x="4947" y="2048"/>
                    <a:pt x="5167" y="2048"/>
                  </a:cubicBezTo>
                  <a:close/>
                  <a:moveTo>
                    <a:pt x="5829" y="1"/>
                  </a:moveTo>
                  <a:cubicBezTo>
                    <a:pt x="2647" y="1"/>
                    <a:pt x="1" y="2647"/>
                    <a:pt x="1" y="5829"/>
                  </a:cubicBezTo>
                  <a:cubicBezTo>
                    <a:pt x="1" y="6837"/>
                    <a:pt x="284" y="7877"/>
                    <a:pt x="820" y="8790"/>
                  </a:cubicBezTo>
                  <a:lnTo>
                    <a:pt x="32" y="11185"/>
                  </a:lnTo>
                  <a:cubicBezTo>
                    <a:pt x="1" y="11311"/>
                    <a:pt x="32" y="11468"/>
                    <a:pt x="127" y="11531"/>
                  </a:cubicBezTo>
                  <a:cubicBezTo>
                    <a:pt x="174" y="11602"/>
                    <a:pt x="274" y="11638"/>
                    <a:pt x="375" y="11638"/>
                  </a:cubicBezTo>
                  <a:cubicBezTo>
                    <a:pt x="408" y="11638"/>
                    <a:pt x="442" y="11634"/>
                    <a:pt x="473" y="11626"/>
                  </a:cubicBezTo>
                  <a:lnTo>
                    <a:pt x="2868" y="10838"/>
                  </a:lnTo>
                  <a:cubicBezTo>
                    <a:pt x="3781" y="11374"/>
                    <a:pt x="4789" y="11657"/>
                    <a:pt x="5829" y="11657"/>
                  </a:cubicBezTo>
                  <a:cubicBezTo>
                    <a:pt x="9011" y="11657"/>
                    <a:pt x="11657" y="9011"/>
                    <a:pt x="11657" y="5829"/>
                  </a:cubicBezTo>
                  <a:cubicBezTo>
                    <a:pt x="11657" y="2584"/>
                    <a:pt x="9011" y="1"/>
                    <a:pt x="582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14760;p136">
              <a:extLst>
                <a:ext uri="{FF2B5EF4-FFF2-40B4-BE49-F238E27FC236}">
                  <a16:creationId xmlns:a16="http://schemas.microsoft.com/office/drawing/2014/main" id="{44DA400A-2630-2673-20C4-31E695A53930}"/>
                </a:ext>
              </a:extLst>
            </p:cNvPr>
            <p:cNvSpPr/>
            <p:nvPr/>
          </p:nvSpPr>
          <p:spPr>
            <a:xfrm>
              <a:off x="-34644175" y="3680950"/>
              <a:ext cx="51225" cy="51225"/>
            </a:xfrm>
            <a:custGeom>
              <a:avLst/>
              <a:gdLst/>
              <a:ahLst/>
              <a:cxnLst/>
              <a:rect l="l" t="t" r="r" b="b"/>
              <a:pathLst>
                <a:path w="2049" h="2049" extrusionOk="0">
                  <a:moveTo>
                    <a:pt x="1040" y="0"/>
                  </a:moveTo>
                  <a:cubicBezTo>
                    <a:pt x="473" y="0"/>
                    <a:pt x="0" y="473"/>
                    <a:pt x="0" y="1040"/>
                  </a:cubicBezTo>
                  <a:cubicBezTo>
                    <a:pt x="0" y="1576"/>
                    <a:pt x="473" y="2048"/>
                    <a:pt x="1040" y="2048"/>
                  </a:cubicBezTo>
                  <a:cubicBezTo>
                    <a:pt x="1576" y="2048"/>
                    <a:pt x="2048" y="1576"/>
                    <a:pt x="2048" y="1040"/>
                  </a:cubicBezTo>
                  <a:cubicBezTo>
                    <a:pt x="2048" y="441"/>
                    <a:pt x="1576" y="0"/>
                    <a:pt x="10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5" name="Google Shape;14761;p136">
            <a:extLst>
              <a:ext uri="{FF2B5EF4-FFF2-40B4-BE49-F238E27FC236}">
                <a16:creationId xmlns:a16="http://schemas.microsoft.com/office/drawing/2014/main" id="{4685868D-E3D4-424A-087A-9681A9D4D87A}"/>
              </a:ext>
            </a:extLst>
          </p:cNvPr>
          <p:cNvSpPr/>
          <p:nvPr/>
        </p:nvSpPr>
        <p:spPr>
          <a:xfrm>
            <a:off x="3335720" y="3426854"/>
            <a:ext cx="354318" cy="354288"/>
          </a:xfrm>
          <a:custGeom>
            <a:avLst/>
            <a:gdLst/>
            <a:ahLst/>
            <a:cxnLst/>
            <a:rect l="l" t="t" r="r" b="b"/>
            <a:pathLst>
              <a:path w="11658" h="11657" extrusionOk="0">
                <a:moveTo>
                  <a:pt x="5955" y="1733"/>
                </a:moveTo>
                <a:cubicBezTo>
                  <a:pt x="7089" y="1733"/>
                  <a:pt x="8003" y="2647"/>
                  <a:pt x="8003" y="3781"/>
                </a:cubicBezTo>
                <a:cubicBezTo>
                  <a:pt x="7877" y="4442"/>
                  <a:pt x="7562" y="5041"/>
                  <a:pt x="7058" y="5419"/>
                </a:cubicBezTo>
                <a:cubicBezTo>
                  <a:pt x="6837" y="5577"/>
                  <a:pt x="6522" y="5892"/>
                  <a:pt x="6522" y="6333"/>
                </a:cubicBezTo>
                <a:lnTo>
                  <a:pt x="6522" y="6522"/>
                </a:lnTo>
                <a:cubicBezTo>
                  <a:pt x="6522" y="6931"/>
                  <a:pt x="6207" y="7215"/>
                  <a:pt x="5861" y="7215"/>
                </a:cubicBezTo>
                <a:cubicBezTo>
                  <a:pt x="5482" y="7215"/>
                  <a:pt x="5199" y="6900"/>
                  <a:pt x="5199" y="6522"/>
                </a:cubicBezTo>
                <a:lnTo>
                  <a:pt x="5199" y="6333"/>
                </a:lnTo>
                <a:cubicBezTo>
                  <a:pt x="5199" y="5577"/>
                  <a:pt x="5577" y="4852"/>
                  <a:pt x="6302" y="4316"/>
                </a:cubicBezTo>
                <a:cubicBezTo>
                  <a:pt x="6491" y="4190"/>
                  <a:pt x="6585" y="4001"/>
                  <a:pt x="6585" y="3781"/>
                </a:cubicBezTo>
                <a:cubicBezTo>
                  <a:pt x="6585" y="3371"/>
                  <a:pt x="6270" y="3119"/>
                  <a:pt x="5892" y="3119"/>
                </a:cubicBezTo>
                <a:cubicBezTo>
                  <a:pt x="5514" y="3119"/>
                  <a:pt x="5230" y="3434"/>
                  <a:pt x="5230" y="3781"/>
                </a:cubicBezTo>
                <a:cubicBezTo>
                  <a:pt x="5230" y="4159"/>
                  <a:pt x="4915" y="4442"/>
                  <a:pt x="4569" y="4442"/>
                </a:cubicBezTo>
                <a:cubicBezTo>
                  <a:pt x="4191" y="4442"/>
                  <a:pt x="3907" y="4127"/>
                  <a:pt x="3907" y="3781"/>
                </a:cubicBezTo>
                <a:cubicBezTo>
                  <a:pt x="3907" y="2647"/>
                  <a:pt x="4821" y="1733"/>
                  <a:pt x="5955" y="1733"/>
                </a:cubicBezTo>
                <a:close/>
                <a:moveTo>
                  <a:pt x="5829" y="8570"/>
                </a:moveTo>
                <a:cubicBezTo>
                  <a:pt x="6176" y="8570"/>
                  <a:pt x="6491" y="8885"/>
                  <a:pt x="6491" y="9263"/>
                </a:cubicBezTo>
                <a:cubicBezTo>
                  <a:pt x="6491" y="9641"/>
                  <a:pt x="6207" y="9924"/>
                  <a:pt x="5829" y="9924"/>
                </a:cubicBezTo>
                <a:cubicBezTo>
                  <a:pt x="5419" y="9924"/>
                  <a:pt x="5167" y="9609"/>
                  <a:pt x="5167" y="9263"/>
                </a:cubicBezTo>
                <a:cubicBezTo>
                  <a:pt x="5167" y="8853"/>
                  <a:pt x="5482" y="8570"/>
                  <a:pt x="5829" y="8570"/>
                </a:cubicBezTo>
                <a:close/>
                <a:moveTo>
                  <a:pt x="5829" y="0"/>
                </a:moveTo>
                <a:cubicBezTo>
                  <a:pt x="2647" y="0"/>
                  <a:pt x="1" y="2615"/>
                  <a:pt x="1" y="5829"/>
                </a:cubicBezTo>
                <a:cubicBezTo>
                  <a:pt x="1" y="9011"/>
                  <a:pt x="2647" y="11657"/>
                  <a:pt x="5829" y="11657"/>
                </a:cubicBezTo>
                <a:cubicBezTo>
                  <a:pt x="9011" y="11657"/>
                  <a:pt x="11657" y="9011"/>
                  <a:pt x="11657" y="5829"/>
                </a:cubicBezTo>
                <a:cubicBezTo>
                  <a:pt x="11657" y="2647"/>
                  <a:pt x="9011" y="0"/>
                  <a:pt x="5829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36" name="Google Shape;14762;p136">
            <a:extLst>
              <a:ext uri="{FF2B5EF4-FFF2-40B4-BE49-F238E27FC236}">
                <a16:creationId xmlns:a16="http://schemas.microsoft.com/office/drawing/2014/main" id="{25BC9723-B1C1-7FE2-E43F-5414EE7EF30F}"/>
              </a:ext>
            </a:extLst>
          </p:cNvPr>
          <p:cNvGrpSpPr/>
          <p:nvPr/>
        </p:nvGrpSpPr>
        <p:grpSpPr>
          <a:xfrm>
            <a:off x="1988661" y="3900834"/>
            <a:ext cx="355260" cy="355260"/>
            <a:chOff x="-32927950" y="3227275"/>
            <a:chExt cx="292225" cy="292225"/>
          </a:xfrm>
          <a:solidFill>
            <a:schemeClr val="accent1">
              <a:lumMod val="75000"/>
            </a:schemeClr>
          </a:solidFill>
        </p:grpSpPr>
        <p:sp>
          <p:nvSpPr>
            <p:cNvPr id="437" name="Google Shape;14763;p136">
              <a:extLst>
                <a:ext uri="{FF2B5EF4-FFF2-40B4-BE49-F238E27FC236}">
                  <a16:creationId xmlns:a16="http://schemas.microsoft.com/office/drawing/2014/main" id="{613AAF43-FBFE-EB8F-76BF-7E5594BAA6F2}"/>
                </a:ext>
              </a:extLst>
            </p:cNvPr>
            <p:cNvSpPr/>
            <p:nvPr/>
          </p:nvSpPr>
          <p:spPr>
            <a:xfrm>
              <a:off x="-32927950" y="3228075"/>
              <a:ext cx="69325" cy="291425"/>
            </a:xfrm>
            <a:custGeom>
              <a:avLst/>
              <a:gdLst/>
              <a:ahLst/>
              <a:cxnLst/>
              <a:rect l="l" t="t" r="r" b="b"/>
              <a:pathLst>
                <a:path w="2773" h="11657" extrusionOk="0">
                  <a:moveTo>
                    <a:pt x="1733" y="0"/>
                  </a:moveTo>
                  <a:cubicBezTo>
                    <a:pt x="1198" y="0"/>
                    <a:pt x="725" y="473"/>
                    <a:pt x="725" y="1040"/>
                  </a:cubicBezTo>
                  <a:lnTo>
                    <a:pt x="725" y="1386"/>
                  </a:lnTo>
                  <a:lnTo>
                    <a:pt x="347" y="1386"/>
                  </a:lnTo>
                  <a:cubicBezTo>
                    <a:pt x="158" y="1386"/>
                    <a:pt x="1" y="1544"/>
                    <a:pt x="1" y="1733"/>
                  </a:cubicBezTo>
                  <a:cubicBezTo>
                    <a:pt x="1" y="1922"/>
                    <a:pt x="158" y="2079"/>
                    <a:pt x="347" y="2079"/>
                  </a:cubicBezTo>
                  <a:lnTo>
                    <a:pt x="725" y="2079"/>
                  </a:lnTo>
                  <a:lnTo>
                    <a:pt x="725" y="3466"/>
                  </a:lnTo>
                  <a:lnTo>
                    <a:pt x="347" y="3466"/>
                  </a:lnTo>
                  <a:cubicBezTo>
                    <a:pt x="158" y="3466"/>
                    <a:pt x="1" y="3623"/>
                    <a:pt x="1" y="3812"/>
                  </a:cubicBezTo>
                  <a:cubicBezTo>
                    <a:pt x="1" y="4033"/>
                    <a:pt x="158" y="4190"/>
                    <a:pt x="347" y="4190"/>
                  </a:cubicBezTo>
                  <a:lnTo>
                    <a:pt x="725" y="4190"/>
                  </a:lnTo>
                  <a:lnTo>
                    <a:pt x="725" y="5608"/>
                  </a:lnTo>
                  <a:lnTo>
                    <a:pt x="347" y="5608"/>
                  </a:lnTo>
                  <a:cubicBezTo>
                    <a:pt x="158" y="5608"/>
                    <a:pt x="1" y="5765"/>
                    <a:pt x="1" y="5954"/>
                  </a:cubicBezTo>
                  <a:cubicBezTo>
                    <a:pt x="1" y="6143"/>
                    <a:pt x="158" y="6301"/>
                    <a:pt x="347" y="6301"/>
                  </a:cubicBezTo>
                  <a:lnTo>
                    <a:pt x="725" y="6301"/>
                  </a:lnTo>
                  <a:lnTo>
                    <a:pt x="725" y="7687"/>
                  </a:lnTo>
                  <a:lnTo>
                    <a:pt x="347" y="7687"/>
                  </a:lnTo>
                  <a:cubicBezTo>
                    <a:pt x="158" y="7687"/>
                    <a:pt x="1" y="7845"/>
                    <a:pt x="1" y="8034"/>
                  </a:cubicBezTo>
                  <a:cubicBezTo>
                    <a:pt x="1" y="8223"/>
                    <a:pt x="158" y="8380"/>
                    <a:pt x="347" y="8380"/>
                  </a:cubicBezTo>
                  <a:lnTo>
                    <a:pt x="725" y="8380"/>
                  </a:lnTo>
                  <a:lnTo>
                    <a:pt x="725" y="9767"/>
                  </a:lnTo>
                  <a:lnTo>
                    <a:pt x="347" y="9767"/>
                  </a:lnTo>
                  <a:lnTo>
                    <a:pt x="347" y="9577"/>
                  </a:lnTo>
                  <a:cubicBezTo>
                    <a:pt x="158" y="9577"/>
                    <a:pt x="1" y="9735"/>
                    <a:pt x="1" y="9924"/>
                  </a:cubicBezTo>
                  <a:cubicBezTo>
                    <a:pt x="1" y="10113"/>
                    <a:pt x="158" y="10271"/>
                    <a:pt x="347" y="10271"/>
                  </a:cubicBezTo>
                  <a:lnTo>
                    <a:pt x="725" y="10271"/>
                  </a:lnTo>
                  <a:lnTo>
                    <a:pt x="725" y="10649"/>
                  </a:lnTo>
                  <a:cubicBezTo>
                    <a:pt x="725" y="11184"/>
                    <a:pt x="1198" y="11657"/>
                    <a:pt x="1733" y="11657"/>
                  </a:cubicBezTo>
                  <a:lnTo>
                    <a:pt x="2773" y="11657"/>
                  </a:lnTo>
                  <a:lnTo>
                    <a:pt x="27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14764;p136">
              <a:extLst>
                <a:ext uri="{FF2B5EF4-FFF2-40B4-BE49-F238E27FC236}">
                  <a16:creationId xmlns:a16="http://schemas.microsoft.com/office/drawing/2014/main" id="{8E3BD599-B4DF-C3BF-6BA2-EDB805532A14}"/>
                </a:ext>
              </a:extLst>
            </p:cNvPr>
            <p:cNvSpPr/>
            <p:nvPr/>
          </p:nvSpPr>
          <p:spPr>
            <a:xfrm>
              <a:off x="-32841300" y="3227275"/>
              <a:ext cx="154400" cy="291450"/>
            </a:xfrm>
            <a:custGeom>
              <a:avLst/>
              <a:gdLst/>
              <a:ahLst/>
              <a:cxnLst/>
              <a:rect l="l" t="t" r="r" b="b"/>
              <a:pathLst>
                <a:path w="6176" h="11658" extrusionOk="0">
                  <a:moveTo>
                    <a:pt x="4096" y="2048"/>
                  </a:moveTo>
                  <a:cubicBezTo>
                    <a:pt x="4285" y="2048"/>
                    <a:pt x="4442" y="2206"/>
                    <a:pt x="4442" y="2395"/>
                  </a:cubicBezTo>
                  <a:lnTo>
                    <a:pt x="4442" y="3750"/>
                  </a:lnTo>
                  <a:cubicBezTo>
                    <a:pt x="4442" y="3939"/>
                    <a:pt x="4285" y="4096"/>
                    <a:pt x="4096" y="4096"/>
                  </a:cubicBezTo>
                  <a:lnTo>
                    <a:pt x="3088" y="4096"/>
                  </a:lnTo>
                  <a:lnTo>
                    <a:pt x="3088" y="7562"/>
                  </a:lnTo>
                  <a:lnTo>
                    <a:pt x="4096" y="7562"/>
                  </a:lnTo>
                  <a:cubicBezTo>
                    <a:pt x="4285" y="7562"/>
                    <a:pt x="4442" y="7719"/>
                    <a:pt x="4442" y="7908"/>
                  </a:cubicBezTo>
                  <a:lnTo>
                    <a:pt x="4442" y="9294"/>
                  </a:lnTo>
                  <a:cubicBezTo>
                    <a:pt x="4442" y="9483"/>
                    <a:pt x="4285" y="9641"/>
                    <a:pt x="4096" y="9641"/>
                  </a:cubicBezTo>
                  <a:lnTo>
                    <a:pt x="3088" y="9641"/>
                  </a:lnTo>
                  <a:cubicBezTo>
                    <a:pt x="2332" y="9641"/>
                    <a:pt x="1701" y="9011"/>
                    <a:pt x="1701" y="8255"/>
                  </a:cubicBezTo>
                  <a:lnTo>
                    <a:pt x="1701" y="3435"/>
                  </a:lnTo>
                  <a:cubicBezTo>
                    <a:pt x="1701" y="2678"/>
                    <a:pt x="2332" y="2048"/>
                    <a:pt x="3088" y="2048"/>
                  </a:cubicBezTo>
                  <a:close/>
                  <a:moveTo>
                    <a:pt x="0" y="1"/>
                  </a:moveTo>
                  <a:lnTo>
                    <a:pt x="0" y="11657"/>
                  </a:lnTo>
                  <a:lnTo>
                    <a:pt x="5167" y="11657"/>
                  </a:lnTo>
                  <a:cubicBezTo>
                    <a:pt x="5703" y="11657"/>
                    <a:pt x="6175" y="11185"/>
                    <a:pt x="6175" y="10618"/>
                  </a:cubicBezTo>
                  <a:lnTo>
                    <a:pt x="6175" y="1009"/>
                  </a:lnTo>
                  <a:cubicBezTo>
                    <a:pt x="6175" y="473"/>
                    <a:pt x="5703" y="1"/>
                    <a:pt x="51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14765;p136">
              <a:extLst>
                <a:ext uri="{FF2B5EF4-FFF2-40B4-BE49-F238E27FC236}">
                  <a16:creationId xmlns:a16="http://schemas.microsoft.com/office/drawing/2014/main" id="{52E230F9-B3AE-2AAC-E9F3-453A7953BA4C}"/>
                </a:ext>
              </a:extLst>
            </p:cNvPr>
            <p:cNvSpPr/>
            <p:nvPr/>
          </p:nvSpPr>
          <p:spPr>
            <a:xfrm>
              <a:off x="-32669600" y="3261925"/>
              <a:ext cx="33875" cy="51225"/>
            </a:xfrm>
            <a:custGeom>
              <a:avLst/>
              <a:gdLst/>
              <a:ahLst/>
              <a:cxnLst/>
              <a:rect l="l" t="t" r="r" b="b"/>
              <a:pathLst>
                <a:path w="1355" h="2049" extrusionOk="0">
                  <a:moveTo>
                    <a:pt x="0" y="1"/>
                  </a:moveTo>
                  <a:lnTo>
                    <a:pt x="0" y="2049"/>
                  </a:lnTo>
                  <a:lnTo>
                    <a:pt x="1355" y="2049"/>
                  </a:lnTo>
                  <a:lnTo>
                    <a:pt x="1355" y="347"/>
                  </a:lnTo>
                  <a:cubicBezTo>
                    <a:pt x="1355" y="158"/>
                    <a:pt x="1197" y="1"/>
                    <a:pt x="10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14766;p136">
              <a:extLst>
                <a:ext uri="{FF2B5EF4-FFF2-40B4-BE49-F238E27FC236}">
                  <a16:creationId xmlns:a16="http://schemas.microsoft.com/office/drawing/2014/main" id="{B6A92E56-A4CB-30D5-9B75-4B48696BAE82}"/>
                </a:ext>
              </a:extLst>
            </p:cNvPr>
            <p:cNvSpPr/>
            <p:nvPr/>
          </p:nvSpPr>
          <p:spPr>
            <a:xfrm>
              <a:off x="-32669600" y="3329675"/>
              <a:ext cx="33875" cy="35450"/>
            </a:xfrm>
            <a:custGeom>
              <a:avLst/>
              <a:gdLst/>
              <a:ahLst/>
              <a:cxnLst/>
              <a:rect l="l" t="t" r="r" b="b"/>
              <a:pathLst>
                <a:path w="1355" h="1418" extrusionOk="0">
                  <a:moveTo>
                    <a:pt x="0" y="0"/>
                  </a:moveTo>
                  <a:lnTo>
                    <a:pt x="0" y="1418"/>
                  </a:lnTo>
                  <a:lnTo>
                    <a:pt x="1355" y="1418"/>
                  </a:lnTo>
                  <a:lnTo>
                    <a:pt x="135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14767;p136">
              <a:extLst>
                <a:ext uri="{FF2B5EF4-FFF2-40B4-BE49-F238E27FC236}">
                  <a16:creationId xmlns:a16="http://schemas.microsoft.com/office/drawing/2014/main" id="{8817381F-7905-6BBA-DB79-ADE79EA41181}"/>
                </a:ext>
              </a:extLst>
            </p:cNvPr>
            <p:cNvSpPr/>
            <p:nvPr/>
          </p:nvSpPr>
          <p:spPr>
            <a:xfrm>
              <a:off x="-32669600" y="3381650"/>
              <a:ext cx="33875" cy="51225"/>
            </a:xfrm>
            <a:custGeom>
              <a:avLst/>
              <a:gdLst/>
              <a:ahLst/>
              <a:cxnLst/>
              <a:rect l="l" t="t" r="r" b="b"/>
              <a:pathLst>
                <a:path w="1355" h="2049" extrusionOk="0">
                  <a:moveTo>
                    <a:pt x="0" y="0"/>
                  </a:moveTo>
                  <a:lnTo>
                    <a:pt x="0" y="2048"/>
                  </a:lnTo>
                  <a:lnTo>
                    <a:pt x="1008" y="2048"/>
                  </a:lnTo>
                  <a:cubicBezTo>
                    <a:pt x="1197" y="2048"/>
                    <a:pt x="1355" y="1891"/>
                    <a:pt x="1355" y="1702"/>
                  </a:cubicBezTo>
                  <a:lnTo>
                    <a:pt x="135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2" name="Google Shape;14768;p136">
            <a:extLst>
              <a:ext uri="{FF2B5EF4-FFF2-40B4-BE49-F238E27FC236}">
                <a16:creationId xmlns:a16="http://schemas.microsoft.com/office/drawing/2014/main" id="{26C6A8F7-2ABB-3EE9-4958-C275AD3CD4E9}"/>
              </a:ext>
            </a:extLst>
          </p:cNvPr>
          <p:cNvGrpSpPr/>
          <p:nvPr/>
        </p:nvGrpSpPr>
        <p:grpSpPr>
          <a:xfrm>
            <a:off x="1988175" y="4372845"/>
            <a:ext cx="356233" cy="354318"/>
            <a:chOff x="-32927950" y="3586425"/>
            <a:chExt cx="293025" cy="291450"/>
          </a:xfrm>
          <a:solidFill>
            <a:schemeClr val="accent1">
              <a:lumMod val="75000"/>
            </a:schemeClr>
          </a:solidFill>
        </p:grpSpPr>
        <p:sp>
          <p:nvSpPr>
            <p:cNvPr id="443" name="Google Shape;14769;p136">
              <a:extLst>
                <a:ext uri="{FF2B5EF4-FFF2-40B4-BE49-F238E27FC236}">
                  <a16:creationId xmlns:a16="http://schemas.microsoft.com/office/drawing/2014/main" id="{8DE79FED-7179-0A53-C4CA-90A316616C5E}"/>
                </a:ext>
              </a:extLst>
            </p:cNvPr>
            <p:cNvSpPr/>
            <p:nvPr/>
          </p:nvSpPr>
          <p:spPr>
            <a:xfrm>
              <a:off x="-32927950" y="3843975"/>
              <a:ext cx="293025" cy="33900"/>
            </a:xfrm>
            <a:custGeom>
              <a:avLst/>
              <a:gdLst/>
              <a:ahLst/>
              <a:cxnLst/>
              <a:rect l="l" t="t" r="r" b="b"/>
              <a:pathLst>
                <a:path w="11721" h="1356" extrusionOk="0">
                  <a:moveTo>
                    <a:pt x="662" y="1"/>
                  </a:moveTo>
                  <a:cubicBezTo>
                    <a:pt x="284" y="1"/>
                    <a:pt x="1" y="316"/>
                    <a:pt x="1" y="662"/>
                  </a:cubicBezTo>
                  <a:lnTo>
                    <a:pt x="1" y="1009"/>
                  </a:lnTo>
                  <a:cubicBezTo>
                    <a:pt x="1" y="1198"/>
                    <a:pt x="158" y="1355"/>
                    <a:pt x="347" y="1355"/>
                  </a:cubicBezTo>
                  <a:lnTo>
                    <a:pt x="11342" y="1355"/>
                  </a:lnTo>
                  <a:cubicBezTo>
                    <a:pt x="11563" y="1355"/>
                    <a:pt x="11720" y="1198"/>
                    <a:pt x="11720" y="1009"/>
                  </a:cubicBezTo>
                  <a:lnTo>
                    <a:pt x="11720" y="694"/>
                  </a:lnTo>
                  <a:cubicBezTo>
                    <a:pt x="11689" y="316"/>
                    <a:pt x="11374" y="1"/>
                    <a:pt x="1099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14770;p136">
              <a:extLst>
                <a:ext uri="{FF2B5EF4-FFF2-40B4-BE49-F238E27FC236}">
                  <a16:creationId xmlns:a16="http://schemas.microsoft.com/office/drawing/2014/main" id="{3C753080-DA20-C141-46BE-C8B844DCE00E}"/>
                </a:ext>
              </a:extLst>
            </p:cNvPr>
            <p:cNvSpPr/>
            <p:nvPr/>
          </p:nvSpPr>
          <p:spPr>
            <a:xfrm>
              <a:off x="-32872025" y="3723475"/>
              <a:ext cx="180400" cy="52000"/>
            </a:xfrm>
            <a:custGeom>
              <a:avLst/>
              <a:gdLst/>
              <a:ahLst/>
              <a:cxnLst/>
              <a:rect l="l" t="t" r="r" b="b"/>
              <a:pathLst>
                <a:path w="7216" h="2080" extrusionOk="0">
                  <a:moveTo>
                    <a:pt x="757" y="1"/>
                  </a:moveTo>
                  <a:lnTo>
                    <a:pt x="0" y="2080"/>
                  </a:lnTo>
                  <a:lnTo>
                    <a:pt x="7215" y="2080"/>
                  </a:lnTo>
                  <a:lnTo>
                    <a:pt x="652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14771;p136">
              <a:extLst>
                <a:ext uri="{FF2B5EF4-FFF2-40B4-BE49-F238E27FC236}">
                  <a16:creationId xmlns:a16="http://schemas.microsoft.com/office/drawing/2014/main" id="{7986593E-B9B3-0CF3-F961-CBC450871E50}"/>
                </a:ext>
              </a:extLst>
            </p:cNvPr>
            <p:cNvSpPr/>
            <p:nvPr/>
          </p:nvSpPr>
          <p:spPr>
            <a:xfrm>
              <a:off x="-32890150" y="3792775"/>
              <a:ext cx="217425" cy="33900"/>
            </a:xfrm>
            <a:custGeom>
              <a:avLst/>
              <a:gdLst/>
              <a:ahLst/>
              <a:cxnLst/>
              <a:rect l="l" t="t" r="r" b="b"/>
              <a:pathLst>
                <a:path w="8697" h="1356" extrusionOk="0">
                  <a:moveTo>
                    <a:pt x="505" y="1"/>
                  </a:moveTo>
                  <a:lnTo>
                    <a:pt x="1" y="1356"/>
                  </a:lnTo>
                  <a:lnTo>
                    <a:pt x="8696" y="1356"/>
                  </a:lnTo>
                  <a:lnTo>
                    <a:pt x="822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14772;p136">
              <a:extLst>
                <a:ext uri="{FF2B5EF4-FFF2-40B4-BE49-F238E27FC236}">
                  <a16:creationId xmlns:a16="http://schemas.microsoft.com/office/drawing/2014/main" id="{4ECB9E1E-BD66-AB06-E8B4-9F3CCF421CE3}"/>
                </a:ext>
              </a:extLst>
            </p:cNvPr>
            <p:cNvSpPr/>
            <p:nvPr/>
          </p:nvSpPr>
          <p:spPr>
            <a:xfrm>
              <a:off x="-32822400" y="3586425"/>
              <a:ext cx="82725" cy="52800"/>
            </a:xfrm>
            <a:custGeom>
              <a:avLst/>
              <a:gdLst/>
              <a:ahLst/>
              <a:cxnLst/>
              <a:rect l="l" t="t" r="r" b="b"/>
              <a:pathLst>
                <a:path w="3309" h="2112" extrusionOk="0">
                  <a:moveTo>
                    <a:pt x="1639" y="1"/>
                  </a:moveTo>
                  <a:cubicBezTo>
                    <a:pt x="1103" y="1"/>
                    <a:pt x="599" y="379"/>
                    <a:pt x="441" y="883"/>
                  </a:cubicBezTo>
                  <a:lnTo>
                    <a:pt x="0" y="2112"/>
                  </a:lnTo>
                  <a:lnTo>
                    <a:pt x="3308" y="2112"/>
                  </a:lnTo>
                  <a:lnTo>
                    <a:pt x="2867" y="883"/>
                  </a:lnTo>
                  <a:cubicBezTo>
                    <a:pt x="2678" y="316"/>
                    <a:pt x="2206" y="1"/>
                    <a:pt x="16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14773;p136">
              <a:extLst>
                <a:ext uri="{FF2B5EF4-FFF2-40B4-BE49-F238E27FC236}">
                  <a16:creationId xmlns:a16="http://schemas.microsoft.com/office/drawing/2014/main" id="{0A3F62F0-DCB6-3697-86A9-B78BD16984C3}"/>
                </a:ext>
              </a:extLst>
            </p:cNvPr>
            <p:cNvSpPr/>
            <p:nvPr/>
          </p:nvSpPr>
          <p:spPr>
            <a:xfrm>
              <a:off x="-32846825" y="3655750"/>
              <a:ext cx="131550" cy="51200"/>
            </a:xfrm>
            <a:custGeom>
              <a:avLst/>
              <a:gdLst/>
              <a:ahLst/>
              <a:cxnLst/>
              <a:rect l="l" t="t" r="r" b="b"/>
              <a:pathLst>
                <a:path w="5262" h="2048" extrusionOk="0">
                  <a:moveTo>
                    <a:pt x="694" y="0"/>
                  </a:moveTo>
                  <a:lnTo>
                    <a:pt x="1" y="2048"/>
                  </a:lnTo>
                  <a:lnTo>
                    <a:pt x="5262" y="2048"/>
                  </a:lnTo>
                  <a:lnTo>
                    <a:pt x="450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8" name="Google Shape;14774;p136">
            <a:extLst>
              <a:ext uri="{FF2B5EF4-FFF2-40B4-BE49-F238E27FC236}">
                <a16:creationId xmlns:a16="http://schemas.microsoft.com/office/drawing/2014/main" id="{5E19C393-7B65-CEE7-E5AA-40B376B105CC}"/>
              </a:ext>
            </a:extLst>
          </p:cNvPr>
          <p:cNvGrpSpPr/>
          <p:nvPr/>
        </p:nvGrpSpPr>
        <p:grpSpPr>
          <a:xfrm>
            <a:off x="1988661" y="4837712"/>
            <a:ext cx="355260" cy="356234"/>
            <a:chOff x="-32927950" y="3944800"/>
            <a:chExt cx="292225" cy="293025"/>
          </a:xfrm>
          <a:solidFill>
            <a:schemeClr val="accent1">
              <a:lumMod val="75000"/>
            </a:schemeClr>
          </a:solidFill>
        </p:grpSpPr>
        <p:sp>
          <p:nvSpPr>
            <p:cNvPr id="449" name="Google Shape;14775;p136">
              <a:extLst>
                <a:ext uri="{FF2B5EF4-FFF2-40B4-BE49-F238E27FC236}">
                  <a16:creationId xmlns:a16="http://schemas.microsoft.com/office/drawing/2014/main" id="{5CC1974A-734A-462F-4E0E-68FE5DBBF922}"/>
                </a:ext>
              </a:extLst>
            </p:cNvPr>
            <p:cNvSpPr/>
            <p:nvPr/>
          </p:nvSpPr>
          <p:spPr>
            <a:xfrm>
              <a:off x="-32927950" y="3944800"/>
              <a:ext cx="69325" cy="292225"/>
            </a:xfrm>
            <a:custGeom>
              <a:avLst/>
              <a:gdLst/>
              <a:ahLst/>
              <a:cxnLst/>
              <a:rect l="l" t="t" r="r" b="b"/>
              <a:pathLst>
                <a:path w="2773" h="11689" extrusionOk="0">
                  <a:moveTo>
                    <a:pt x="1418" y="0"/>
                  </a:moveTo>
                  <a:cubicBezTo>
                    <a:pt x="1072" y="0"/>
                    <a:pt x="757" y="315"/>
                    <a:pt x="757" y="662"/>
                  </a:cubicBezTo>
                  <a:lnTo>
                    <a:pt x="757" y="9578"/>
                  </a:lnTo>
                  <a:cubicBezTo>
                    <a:pt x="757" y="9830"/>
                    <a:pt x="914" y="10050"/>
                    <a:pt x="1103" y="10176"/>
                  </a:cubicBezTo>
                  <a:lnTo>
                    <a:pt x="1103" y="10996"/>
                  </a:lnTo>
                  <a:lnTo>
                    <a:pt x="347" y="10996"/>
                  </a:lnTo>
                  <a:cubicBezTo>
                    <a:pt x="158" y="10996"/>
                    <a:pt x="1" y="11153"/>
                    <a:pt x="1" y="11342"/>
                  </a:cubicBezTo>
                  <a:cubicBezTo>
                    <a:pt x="1" y="11531"/>
                    <a:pt x="158" y="11689"/>
                    <a:pt x="347" y="11689"/>
                  </a:cubicBezTo>
                  <a:lnTo>
                    <a:pt x="2395" y="11689"/>
                  </a:lnTo>
                  <a:cubicBezTo>
                    <a:pt x="2616" y="11689"/>
                    <a:pt x="2773" y="11531"/>
                    <a:pt x="2773" y="11342"/>
                  </a:cubicBezTo>
                  <a:cubicBezTo>
                    <a:pt x="2773" y="11153"/>
                    <a:pt x="2616" y="10996"/>
                    <a:pt x="2395" y="10996"/>
                  </a:cubicBezTo>
                  <a:lnTo>
                    <a:pt x="1733" y="10996"/>
                  </a:lnTo>
                  <a:lnTo>
                    <a:pt x="1733" y="10176"/>
                  </a:lnTo>
                  <a:cubicBezTo>
                    <a:pt x="1922" y="10050"/>
                    <a:pt x="2080" y="9861"/>
                    <a:pt x="2080" y="9578"/>
                  </a:cubicBezTo>
                  <a:lnTo>
                    <a:pt x="2080" y="662"/>
                  </a:lnTo>
                  <a:cubicBezTo>
                    <a:pt x="2080" y="284"/>
                    <a:pt x="1765" y="0"/>
                    <a:pt x="14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14776;p136">
              <a:extLst>
                <a:ext uri="{FF2B5EF4-FFF2-40B4-BE49-F238E27FC236}">
                  <a16:creationId xmlns:a16="http://schemas.microsoft.com/office/drawing/2014/main" id="{DC3672FB-BE16-A5CD-EDD2-CEF0806A658B}"/>
                </a:ext>
              </a:extLst>
            </p:cNvPr>
            <p:cNvSpPr/>
            <p:nvPr/>
          </p:nvSpPr>
          <p:spPr>
            <a:xfrm>
              <a:off x="-32720800" y="4057425"/>
              <a:ext cx="85075" cy="25225"/>
            </a:xfrm>
            <a:custGeom>
              <a:avLst/>
              <a:gdLst/>
              <a:ahLst/>
              <a:cxnLst/>
              <a:rect l="l" t="t" r="r" b="b"/>
              <a:pathLst>
                <a:path w="3403" h="1009" extrusionOk="0">
                  <a:moveTo>
                    <a:pt x="505" y="1"/>
                  </a:moveTo>
                  <a:cubicBezTo>
                    <a:pt x="221" y="1"/>
                    <a:pt x="0" y="221"/>
                    <a:pt x="0" y="505"/>
                  </a:cubicBezTo>
                  <a:cubicBezTo>
                    <a:pt x="0" y="788"/>
                    <a:pt x="221" y="1009"/>
                    <a:pt x="505" y="1009"/>
                  </a:cubicBezTo>
                  <a:lnTo>
                    <a:pt x="2899" y="1009"/>
                  </a:lnTo>
                  <a:cubicBezTo>
                    <a:pt x="3182" y="1009"/>
                    <a:pt x="3403" y="788"/>
                    <a:pt x="3403" y="505"/>
                  </a:cubicBezTo>
                  <a:cubicBezTo>
                    <a:pt x="3403" y="190"/>
                    <a:pt x="3182" y="1"/>
                    <a:pt x="28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14777;p136">
              <a:extLst>
                <a:ext uri="{FF2B5EF4-FFF2-40B4-BE49-F238E27FC236}">
                  <a16:creationId xmlns:a16="http://schemas.microsoft.com/office/drawing/2014/main" id="{9EF7110F-330B-B455-8D78-6E8098C28177}"/>
                </a:ext>
              </a:extLst>
            </p:cNvPr>
            <p:cNvSpPr/>
            <p:nvPr/>
          </p:nvSpPr>
          <p:spPr>
            <a:xfrm>
              <a:off x="-32720800" y="4099950"/>
              <a:ext cx="85075" cy="25225"/>
            </a:xfrm>
            <a:custGeom>
              <a:avLst/>
              <a:gdLst/>
              <a:ahLst/>
              <a:cxnLst/>
              <a:rect l="l" t="t" r="r" b="b"/>
              <a:pathLst>
                <a:path w="3403" h="1009" extrusionOk="0">
                  <a:moveTo>
                    <a:pt x="505" y="1"/>
                  </a:moveTo>
                  <a:cubicBezTo>
                    <a:pt x="221" y="1"/>
                    <a:pt x="0" y="221"/>
                    <a:pt x="0" y="505"/>
                  </a:cubicBezTo>
                  <a:cubicBezTo>
                    <a:pt x="0" y="788"/>
                    <a:pt x="221" y="1009"/>
                    <a:pt x="505" y="1009"/>
                  </a:cubicBezTo>
                  <a:lnTo>
                    <a:pt x="2899" y="1009"/>
                  </a:lnTo>
                  <a:cubicBezTo>
                    <a:pt x="3182" y="1009"/>
                    <a:pt x="3403" y="788"/>
                    <a:pt x="3403" y="505"/>
                  </a:cubicBezTo>
                  <a:cubicBezTo>
                    <a:pt x="3403" y="221"/>
                    <a:pt x="3182" y="1"/>
                    <a:pt x="28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14778;p136">
              <a:extLst>
                <a:ext uri="{FF2B5EF4-FFF2-40B4-BE49-F238E27FC236}">
                  <a16:creationId xmlns:a16="http://schemas.microsoft.com/office/drawing/2014/main" id="{079892E7-E0CC-8FA9-44DD-E89C443CC3C2}"/>
                </a:ext>
              </a:extLst>
            </p:cNvPr>
            <p:cNvSpPr/>
            <p:nvPr/>
          </p:nvSpPr>
          <p:spPr>
            <a:xfrm>
              <a:off x="-32720800" y="4141700"/>
              <a:ext cx="67750" cy="26025"/>
            </a:xfrm>
            <a:custGeom>
              <a:avLst/>
              <a:gdLst/>
              <a:ahLst/>
              <a:cxnLst/>
              <a:rect l="l" t="t" r="r" b="b"/>
              <a:pathLst>
                <a:path w="2710" h="1041" extrusionOk="0">
                  <a:moveTo>
                    <a:pt x="505" y="1"/>
                  </a:moveTo>
                  <a:cubicBezTo>
                    <a:pt x="221" y="1"/>
                    <a:pt x="0" y="253"/>
                    <a:pt x="0" y="536"/>
                  </a:cubicBezTo>
                  <a:cubicBezTo>
                    <a:pt x="0" y="788"/>
                    <a:pt x="221" y="1040"/>
                    <a:pt x="505" y="1040"/>
                  </a:cubicBezTo>
                  <a:lnTo>
                    <a:pt x="2206" y="1040"/>
                  </a:lnTo>
                  <a:cubicBezTo>
                    <a:pt x="2458" y="1040"/>
                    <a:pt x="2710" y="788"/>
                    <a:pt x="2710" y="536"/>
                  </a:cubicBezTo>
                  <a:cubicBezTo>
                    <a:pt x="2710" y="253"/>
                    <a:pt x="2521" y="1"/>
                    <a:pt x="220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14779;p136">
              <a:extLst>
                <a:ext uri="{FF2B5EF4-FFF2-40B4-BE49-F238E27FC236}">
                  <a16:creationId xmlns:a16="http://schemas.microsoft.com/office/drawing/2014/main" id="{11E47FAB-CCC3-8A12-B832-75C0FF1F0229}"/>
                </a:ext>
              </a:extLst>
            </p:cNvPr>
            <p:cNvSpPr/>
            <p:nvPr/>
          </p:nvSpPr>
          <p:spPr>
            <a:xfrm>
              <a:off x="-32754675" y="3944800"/>
              <a:ext cx="51225" cy="52000"/>
            </a:xfrm>
            <a:custGeom>
              <a:avLst/>
              <a:gdLst/>
              <a:ahLst/>
              <a:cxnLst/>
              <a:rect l="l" t="t" r="r" b="b"/>
              <a:pathLst>
                <a:path w="2049" h="2080" extrusionOk="0">
                  <a:moveTo>
                    <a:pt x="1702" y="0"/>
                  </a:moveTo>
                  <a:cubicBezTo>
                    <a:pt x="757" y="0"/>
                    <a:pt x="1" y="788"/>
                    <a:pt x="1" y="1733"/>
                  </a:cubicBezTo>
                  <a:lnTo>
                    <a:pt x="1" y="2080"/>
                  </a:lnTo>
                  <a:lnTo>
                    <a:pt x="2049" y="2080"/>
                  </a:lnTo>
                  <a:lnTo>
                    <a:pt x="204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14780;p136">
              <a:extLst>
                <a:ext uri="{FF2B5EF4-FFF2-40B4-BE49-F238E27FC236}">
                  <a16:creationId xmlns:a16="http://schemas.microsoft.com/office/drawing/2014/main" id="{64C87A02-0FC1-D80E-CE93-4431E15AB923}"/>
                </a:ext>
              </a:extLst>
            </p:cNvPr>
            <p:cNvSpPr/>
            <p:nvPr/>
          </p:nvSpPr>
          <p:spPr>
            <a:xfrm>
              <a:off x="-32687725" y="3944800"/>
              <a:ext cx="34675" cy="55150"/>
            </a:xfrm>
            <a:custGeom>
              <a:avLst/>
              <a:gdLst/>
              <a:ahLst/>
              <a:cxnLst/>
              <a:rect l="l" t="t" r="r" b="b"/>
              <a:pathLst>
                <a:path w="1387" h="2206" extrusionOk="0">
                  <a:moveTo>
                    <a:pt x="1" y="0"/>
                  </a:moveTo>
                  <a:lnTo>
                    <a:pt x="1" y="2111"/>
                  </a:lnTo>
                  <a:lnTo>
                    <a:pt x="883" y="2111"/>
                  </a:lnTo>
                  <a:cubicBezTo>
                    <a:pt x="1072" y="2111"/>
                    <a:pt x="1261" y="2143"/>
                    <a:pt x="1387" y="2206"/>
                  </a:cubicBezTo>
                  <a:lnTo>
                    <a:pt x="1387" y="1040"/>
                  </a:lnTo>
                  <a:cubicBezTo>
                    <a:pt x="1387" y="473"/>
                    <a:pt x="914" y="0"/>
                    <a:pt x="3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14781;p136">
              <a:extLst>
                <a:ext uri="{FF2B5EF4-FFF2-40B4-BE49-F238E27FC236}">
                  <a16:creationId xmlns:a16="http://schemas.microsoft.com/office/drawing/2014/main" id="{4943CEFE-B93F-912E-94E8-499BD891F540}"/>
                </a:ext>
              </a:extLst>
            </p:cNvPr>
            <p:cNvSpPr/>
            <p:nvPr/>
          </p:nvSpPr>
          <p:spPr>
            <a:xfrm>
              <a:off x="-32860200" y="4014100"/>
              <a:ext cx="207150" cy="153625"/>
            </a:xfrm>
            <a:custGeom>
              <a:avLst/>
              <a:gdLst/>
              <a:ahLst/>
              <a:cxnLst/>
              <a:rect l="l" t="t" r="r" b="b"/>
              <a:pathLst>
                <a:path w="8286" h="6145" extrusionOk="0">
                  <a:moveTo>
                    <a:pt x="0" y="1"/>
                  </a:moveTo>
                  <a:lnTo>
                    <a:pt x="0" y="6144"/>
                  </a:lnTo>
                  <a:lnTo>
                    <a:pt x="378" y="6144"/>
                  </a:lnTo>
                  <a:cubicBezTo>
                    <a:pt x="756" y="6144"/>
                    <a:pt x="1071" y="5892"/>
                    <a:pt x="1260" y="5577"/>
                  </a:cubicBezTo>
                  <a:lnTo>
                    <a:pt x="2016" y="5955"/>
                  </a:lnTo>
                  <a:cubicBezTo>
                    <a:pt x="2268" y="6050"/>
                    <a:pt x="2552" y="6144"/>
                    <a:pt x="2773" y="6144"/>
                  </a:cubicBezTo>
                  <a:lnTo>
                    <a:pt x="3497" y="6144"/>
                  </a:lnTo>
                  <a:lnTo>
                    <a:pt x="3497" y="3057"/>
                  </a:lnTo>
                  <a:cubicBezTo>
                    <a:pt x="3214" y="3309"/>
                    <a:pt x="2867" y="3435"/>
                    <a:pt x="2457" y="3435"/>
                  </a:cubicBezTo>
                  <a:cubicBezTo>
                    <a:pt x="2268" y="3435"/>
                    <a:pt x="2111" y="3277"/>
                    <a:pt x="2111" y="3057"/>
                  </a:cubicBezTo>
                  <a:cubicBezTo>
                    <a:pt x="2111" y="2868"/>
                    <a:pt x="2268" y="2710"/>
                    <a:pt x="2457" y="2710"/>
                  </a:cubicBezTo>
                  <a:cubicBezTo>
                    <a:pt x="3025" y="2710"/>
                    <a:pt x="3497" y="2238"/>
                    <a:pt x="3497" y="1702"/>
                  </a:cubicBezTo>
                  <a:lnTo>
                    <a:pt x="3497" y="1009"/>
                  </a:lnTo>
                  <a:lnTo>
                    <a:pt x="7782" y="1009"/>
                  </a:lnTo>
                  <a:cubicBezTo>
                    <a:pt x="8065" y="1009"/>
                    <a:pt x="8286" y="788"/>
                    <a:pt x="8286" y="505"/>
                  </a:cubicBezTo>
                  <a:cubicBezTo>
                    <a:pt x="8286" y="221"/>
                    <a:pt x="8065" y="1"/>
                    <a:pt x="7782" y="1"/>
                  </a:cubicBezTo>
                  <a:lnTo>
                    <a:pt x="3560" y="1"/>
                  </a:lnTo>
                  <a:cubicBezTo>
                    <a:pt x="3308" y="1"/>
                    <a:pt x="2899" y="158"/>
                    <a:pt x="2583" y="442"/>
                  </a:cubicBezTo>
                  <a:cubicBezTo>
                    <a:pt x="2426" y="599"/>
                    <a:pt x="2205" y="662"/>
                    <a:pt x="1985" y="662"/>
                  </a:cubicBezTo>
                  <a:lnTo>
                    <a:pt x="1323" y="662"/>
                  </a:lnTo>
                  <a:cubicBezTo>
                    <a:pt x="1166" y="284"/>
                    <a:pt x="788" y="1"/>
                    <a:pt x="37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14782;p136">
              <a:extLst>
                <a:ext uri="{FF2B5EF4-FFF2-40B4-BE49-F238E27FC236}">
                  <a16:creationId xmlns:a16="http://schemas.microsoft.com/office/drawing/2014/main" id="{F5FB3A38-4221-FC22-7C70-C00135227DA3}"/>
                </a:ext>
              </a:extLst>
            </p:cNvPr>
            <p:cNvSpPr/>
            <p:nvPr/>
          </p:nvSpPr>
          <p:spPr>
            <a:xfrm>
              <a:off x="-32755450" y="4055850"/>
              <a:ext cx="51200" cy="181175"/>
            </a:xfrm>
            <a:custGeom>
              <a:avLst/>
              <a:gdLst/>
              <a:ahLst/>
              <a:cxnLst/>
              <a:rect l="l" t="t" r="r" b="b"/>
              <a:pathLst>
                <a:path w="2048" h="7247" extrusionOk="0">
                  <a:moveTo>
                    <a:pt x="0" y="1"/>
                  </a:moveTo>
                  <a:lnTo>
                    <a:pt x="0" y="64"/>
                  </a:lnTo>
                  <a:lnTo>
                    <a:pt x="0" y="5514"/>
                  </a:lnTo>
                  <a:cubicBezTo>
                    <a:pt x="0" y="6459"/>
                    <a:pt x="756" y="7247"/>
                    <a:pt x="1701" y="7247"/>
                  </a:cubicBezTo>
                  <a:lnTo>
                    <a:pt x="2048" y="7247"/>
                  </a:lnTo>
                  <a:lnTo>
                    <a:pt x="2048" y="5167"/>
                  </a:lnTo>
                  <a:lnTo>
                    <a:pt x="1891" y="5167"/>
                  </a:lnTo>
                  <a:cubicBezTo>
                    <a:pt x="1229" y="5167"/>
                    <a:pt x="725" y="4632"/>
                    <a:pt x="725" y="4002"/>
                  </a:cubicBezTo>
                  <a:cubicBezTo>
                    <a:pt x="725" y="3624"/>
                    <a:pt x="882" y="3372"/>
                    <a:pt x="1071" y="3120"/>
                  </a:cubicBezTo>
                  <a:cubicBezTo>
                    <a:pt x="819" y="2899"/>
                    <a:pt x="725" y="2615"/>
                    <a:pt x="725" y="2269"/>
                  </a:cubicBezTo>
                  <a:cubicBezTo>
                    <a:pt x="725" y="1922"/>
                    <a:pt x="882" y="1639"/>
                    <a:pt x="1071" y="1387"/>
                  </a:cubicBezTo>
                  <a:cubicBezTo>
                    <a:pt x="819" y="1166"/>
                    <a:pt x="725" y="883"/>
                    <a:pt x="725" y="536"/>
                  </a:cubicBezTo>
                  <a:cubicBezTo>
                    <a:pt x="725" y="316"/>
                    <a:pt x="756" y="190"/>
                    <a:pt x="81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14783;p136">
              <a:extLst>
                <a:ext uri="{FF2B5EF4-FFF2-40B4-BE49-F238E27FC236}">
                  <a16:creationId xmlns:a16="http://schemas.microsoft.com/office/drawing/2014/main" id="{BF3B7AD3-F586-7824-865A-EBE2A65A7F80}"/>
                </a:ext>
              </a:extLst>
            </p:cNvPr>
            <p:cNvSpPr/>
            <p:nvPr/>
          </p:nvSpPr>
          <p:spPr>
            <a:xfrm>
              <a:off x="-32686925" y="4182650"/>
              <a:ext cx="34675" cy="55175"/>
            </a:xfrm>
            <a:custGeom>
              <a:avLst/>
              <a:gdLst/>
              <a:ahLst/>
              <a:cxnLst/>
              <a:rect l="l" t="t" r="r" b="b"/>
              <a:pathLst>
                <a:path w="1387" h="2207" extrusionOk="0">
                  <a:moveTo>
                    <a:pt x="1386" y="1"/>
                  </a:moveTo>
                  <a:cubicBezTo>
                    <a:pt x="1229" y="64"/>
                    <a:pt x="1071" y="95"/>
                    <a:pt x="882" y="95"/>
                  </a:cubicBezTo>
                  <a:lnTo>
                    <a:pt x="0" y="95"/>
                  </a:lnTo>
                  <a:lnTo>
                    <a:pt x="0" y="2206"/>
                  </a:lnTo>
                  <a:lnTo>
                    <a:pt x="378" y="2206"/>
                  </a:lnTo>
                  <a:cubicBezTo>
                    <a:pt x="914" y="2206"/>
                    <a:pt x="1386" y="1734"/>
                    <a:pt x="1386" y="1167"/>
                  </a:cubicBezTo>
                  <a:lnTo>
                    <a:pt x="13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8" name="Google Shape;14784;p136">
            <a:extLst>
              <a:ext uri="{FF2B5EF4-FFF2-40B4-BE49-F238E27FC236}">
                <a16:creationId xmlns:a16="http://schemas.microsoft.com/office/drawing/2014/main" id="{CAC48D1C-ADDA-AE0F-17EA-ACA2DC1089F4}"/>
              </a:ext>
            </a:extLst>
          </p:cNvPr>
          <p:cNvGrpSpPr/>
          <p:nvPr/>
        </p:nvGrpSpPr>
        <p:grpSpPr>
          <a:xfrm>
            <a:off x="4221692" y="3901185"/>
            <a:ext cx="355260" cy="354561"/>
            <a:chOff x="-31094350" y="3194000"/>
            <a:chExt cx="292225" cy="291650"/>
          </a:xfrm>
          <a:solidFill>
            <a:schemeClr val="accent1">
              <a:lumMod val="75000"/>
            </a:schemeClr>
          </a:solidFill>
        </p:grpSpPr>
        <p:sp>
          <p:nvSpPr>
            <p:cNvPr id="459" name="Google Shape;14785;p136">
              <a:extLst>
                <a:ext uri="{FF2B5EF4-FFF2-40B4-BE49-F238E27FC236}">
                  <a16:creationId xmlns:a16="http://schemas.microsoft.com/office/drawing/2014/main" id="{928D4B02-7596-1641-6B29-65B1B7ED0D3D}"/>
                </a:ext>
              </a:extLst>
            </p:cNvPr>
            <p:cNvSpPr/>
            <p:nvPr/>
          </p:nvSpPr>
          <p:spPr>
            <a:xfrm>
              <a:off x="-31033700" y="3194000"/>
              <a:ext cx="103200" cy="34100"/>
            </a:xfrm>
            <a:custGeom>
              <a:avLst/>
              <a:gdLst/>
              <a:ahLst/>
              <a:cxnLst/>
              <a:rect l="l" t="t" r="r" b="b"/>
              <a:pathLst>
                <a:path w="4128" h="1364" extrusionOk="0">
                  <a:moveTo>
                    <a:pt x="645" y="0"/>
                  </a:moveTo>
                  <a:cubicBezTo>
                    <a:pt x="263" y="0"/>
                    <a:pt x="0" y="296"/>
                    <a:pt x="0" y="670"/>
                  </a:cubicBezTo>
                  <a:lnTo>
                    <a:pt x="0" y="1016"/>
                  </a:lnTo>
                  <a:cubicBezTo>
                    <a:pt x="0" y="1205"/>
                    <a:pt x="158" y="1363"/>
                    <a:pt x="347" y="1363"/>
                  </a:cubicBezTo>
                  <a:lnTo>
                    <a:pt x="3781" y="1363"/>
                  </a:lnTo>
                  <a:cubicBezTo>
                    <a:pt x="3970" y="1363"/>
                    <a:pt x="4127" y="1205"/>
                    <a:pt x="4127" y="1016"/>
                  </a:cubicBezTo>
                  <a:lnTo>
                    <a:pt x="4127" y="670"/>
                  </a:lnTo>
                  <a:cubicBezTo>
                    <a:pt x="4127" y="260"/>
                    <a:pt x="3812" y="8"/>
                    <a:pt x="3466" y="8"/>
                  </a:cubicBezTo>
                  <a:lnTo>
                    <a:pt x="756" y="8"/>
                  </a:lnTo>
                  <a:cubicBezTo>
                    <a:pt x="718" y="3"/>
                    <a:pt x="681" y="0"/>
                    <a:pt x="6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14786;p136">
              <a:extLst>
                <a:ext uri="{FF2B5EF4-FFF2-40B4-BE49-F238E27FC236}">
                  <a16:creationId xmlns:a16="http://schemas.microsoft.com/office/drawing/2014/main" id="{750F56B2-84DF-1C66-D733-351757F8A259}"/>
                </a:ext>
              </a:extLst>
            </p:cNvPr>
            <p:cNvSpPr/>
            <p:nvPr/>
          </p:nvSpPr>
          <p:spPr>
            <a:xfrm>
              <a:off x="-31042375" y="3346200"/>
              <a:ext cx="16550" cy="18150"/>
            </a:xfrm>
            <a:custGeom>
              <a:avLst/>
              <a:gdLst/>
              <a:ahLst/>
              <a:cxnLst/>
              <a:rect l="l" t="t" r="r" b="b"/>
              <a:pathLst>
                <a:path w="662" h="726" extrusionOk="0">
                  <a:moveTo>
                    <a:pt x="1" y="1"/>
                  </a:moveTo>
                  <a:lnTo>
                    <a:pt x="1" y="725"/>
                  </a:lnTo>
                  <a:lnTo>
                    <a:pt x="662" y="725"/>
                  </a:lnTo>
                  <a:lnTo>
                    <a:pt x="66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14787;p136">
              <a:extLst>
                <a:ext uri="{FF2B5EF4-FFF2-40B4-BE49-F238E27FC236}">
                  <a16:creationId xmlns:a16="http://schemas.microsoft.com/office/drawing/2014/main" id="{55B3FB3C-F965-E154-24FC-675B6A6B6E6B}"/>
                </a:ext>
              </a:extLst>
            </p:cNvPr>
            <p:cNvSpPr/>
            <p:nvPr/>
          </p:nvSpPr>
          <p:spPr>
            <a:xfrm>
              <a:off x="-31042375" y="3278475"/>
              <a:ext cx="16550" cy="16550"/>
            </a:xfrm>
            <a:custGeom>
              <a:avLst/>
              <a:gdLst/>
              <a:ahLst/>
              <a:cxnLst/>
              <a:rect l="l" t="t" r="r" b="b"/>
              <a:pathLst>
                <a:path w="662" h="662" extrusionOk="0">
                  <a:moveTo>
                    <a:pt x="1" y="0"/>
                  </a:moveTo>
                  <a:lnTo>
                    <a:pt x="1" y="662"/>
                  </a:lnTo>
                  <a:lnTo>
                    <a:pt x="662" y="662"/>
                  </a:lnTo>
                  <a:lnTo>
                    <a:pt x="66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14788;p136">
              <a:extLst>
                <a:ext uri="{FF2B5EF4-FFF2-40B4-BE49-F238E27FC236}">
                  <a16:creationId xmlns:a16="http://schemas.microsoft.com/office/drawing/2014/main" id="{77E3ABF6-8A20-138B-AB40-99562DB9BDA4}"/>
                </a:ext>
              </a:extLst>
            </p:cNvPr>
            <p:cNvSpPr/>
            <p:nvPr/>
          </p:nvSpPr>
          <p:spPr>
            <a:xfrm>
              <a:off x="-31042375" y="3416300"/>
              <a:ext cx="16550" cy="16575"/>
            </a:xfrm>
            <a:custGeom>
              <a:avLst/>
              <a:gdLst/>
              <a:ahLst/>
              <a:cxnLst/>
              <a:rect l="l" t="t" r="r" b="b"/>
              <a:pathLst>
                <a:path w="662" h="663" extrusionOk="0">
                  <a:moveTo>
                    <a:pt x="1" y="1"/>
                  </a:moveTo>
                  <a:lnTo>
                    <a:pt x="1" y="662"/>
                  </a:lnTo>
                  <a:lnTo>
                    <a:pt x="662" y="662"/>
                  </a:lnTo>
                  <a:lnTo>
                    <a:pt x="66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14789;p136">
              <a:extLst>
                <a:ext uri="{FF2B5EF4-FFF2-40B4-BE49-F238E27FC236}">
                  <a16:creationId xmlns:a16="http://schemas.microsoft.com/office/drawing/2014/main" id="{BA4E2A47-D1ED-F157-4279-F9FAF3B22B66}"/>
                </a:ext>
              </a:extLst>
            </p:cNvPr>
            <p:cNvSpPr/>
            <p:nvPr/>
          </p:nvSpPr>
          <p:spPr>
            <a:xfrm>
              <a:off x="-31094350" y="3210725"/>
              <a:ext cx="222900" cy="274925"/>
            </a:xfrm>
            <a:custGeom>
              <a:avLst/>
              <a:gdLst/>
              <a:ahLst/>
              <a:cxnLst/>
              <a:rect l="l" t="t" r="r" b="b"/>
              <a:pathLst>
                <a:path w="8916" h="10997" extrusionOk="0">
                  <a:moveTo>
                    <a:pt x="7183" y="2049"/>
                  </a:moveTo>
                  <a:cubicBezTo>
                    <a:pt x="7404" y="2049"/>
                    <a:pt x="7561" y="2206"/>
                    <a:pt x="7561" y="2395"/>
                  </a:cubicBezTo>
                  <a:cubicBezTo>
                    <a:pt x="7561" y="2584"/>
                    <a:pt x="7404" y="2742"/>
                    <a:pt x="7183" y="2742"/>
                  </a:cubicBezTo>
                  <a:lnTo>
                    <a:pt x="4474" y="2742"/>
                  </a:lnTo>
                  <a:cubicBezTo>
                    <a:pt x="4285" y="2742"/>
                    <a:pt x="4127" y="2584"/>
                    <a:pt x="4127" y="2395"/>
                  </a:cubicBezTo>
                  <a:cubicBezTo>
                    <a:pt x="4127" y="2206"/>
                    <a:pt x="4285" y="2049"/>
                    <a:pt x="4474" y="2049"/>
                  </a:cubicBezTo>
                  <a:close/>
                  <a:moveTo>
                    <a:pt x="3151" y="2017"/>
                  </a:moveTo>
                  <a:cubicBezTo>
                    <a:pt x="3340" y="2017"/>
                    <a:pt x="3497" y="2175"/>
                    <a:pt x="3497" y="2364"/>
                  </a:cubicBezTo>
                  <a:lnTo>
                    <a:pt x="3497" y="3750"/>
                  </a:lnTo>
                  <a:cubicBezTo>
                    <a:pt x="3497" y="3939"/>
                    <a:pt x="3340" y="4097"/>
                    <a:pt x="3151" y="4097"/>
                  </a:cubicBezTo>
                  <a:lnTo>
                    <a:pt x="1764" y="4097"/>
                  </a:lnTo>
                  <a:cubicBezTo>
                    <a:pt x="1575" y="4097"/>
                    <a:pt x="1418" y="3939"/>
                    <a:pt x="1418" y="3750"/>
                  </a:cubicBezTo>
                  <a:lnTo>
                    <a:pt x="1418" y="2364"/>
                  </a:lnTo>
                  <a:cubicBezTo>
                    <a:pt x="1418" y="2175"/>
                    <a:pt x="1575" y="2017"/>
                    <a:pt x="1764" y="2017"/>
                  </a:cubicBezTo>
                  <a:close/>
                  <a:moveTo>
                    <a:pt x="5860" y="3372"/>
                  </a:moveTo>
                  <a:cubicBezTo>
                    <a:pt x="6049" y="3372"/>
                    <a:pt x="6207" y="3529"/>
                    <a:pt x="6207" y="3750"/>
                  </a:cubicBezTo>
                  <a:cubicBezTo>
                    <a:pt x="6207" y="3939"/>
                    <a:pt x="6049" y="4097"/>
                    <a:pt x="5860" y="4097"/>
                  </a:cubicBezTo>
                  <a:lnTo>
                    <a:pt x="4474" y="4097"/>
                  </a:lnTo>
                  <a:cubicBezTo>
                    <a:pt x="4285" y="4097"/>
                    <a:pt x="4127" y="3939"/>
                    <a:pt x="4127" y="3750"/>
                  </a:cubicBezTo>
                  <a:cubicBezTo>
                    <a:pt x="4127" y="3529"/>
                    <a:pt x="4285" y="3372"/>
                    <a:pt x="4474" y="3372"/>
                  </a:cubicBezTo>
                  <a:close/>
                  <a:moveTo>
                    <a:pt x="7183" y="4758"/>
                  </a:moveTo>
                  <a:cubicBezTo>
                    <a:pt x="7404" y="4758"/>
                    <a:pt x="7561" y="4916"/>
                    <a:pt x="7561" y="5105"/>
                  </a:cubicBezTo>
                  <a:cubicBezTo>
                    <a:pt x="7561" y="5325"/>
                    <a:pt x="7404" y="5483"/>
                    <a:pt x="7183" y="5483"/>
                  </a:cubicBezTo>
                  <a:lnTo>
                    <a:pt x="4474" y="5483"/>
                  </a:lnTo>
                  <a:cubicBezTo>
                    <a:pt x="4285" y="5483"/>
                    <a:pt x="4127" y="5325"/>
                    <a:pt x="4127" y="5105"/>
                  </a:cubicBezTo>
                  <a:cubicBezTo>
                    <a:pt x="4127" y="4916"/>
                    <a:pt x="4285" y="4758"/>
                    <a:pt x="4474" y="4758"/>
                  </a:cubicBezTo>
                  <a:close/>
                  <a:moveTo>
                    <a:pt x="3151" y="4758"/>
                  </a:moveTo>
                  <a:cubicBezTo>
                    <a:pt x="3340" y="4758"/>
                    <a:pt x="3497" y="4916"/>
                    <a:pt x="3497" y="5105"/>
                  </a:cubicBezTo>
                  <a:lnTo>
                    <a:pt x="3497" y="6491"/>
                  </a:lnTo>
                  <a:cubicBezTo>
                    <a:pt x="3497" y="6680"/>
                    <a:pt x="3340" y="6837"/>
                    <a:pt x="3151" y="6837"/>
                  </a:cubicBezTo>
                  <a:lnTo>
                    <a:pt x="1764" y="6837"/>
                  </a:lnTo>
                  <a:cubicBezTo>
                    <a:pt x="1575" y="6837"/>
                    <a:pt x="1418" y="6680"/>
                    <a:pt x="1418" y="6491"/>
                  </a:cubicBezTo>
                  <a:lnTo>
                    <a:pt x="1418" y="5105"/>
                  </a:lnTo>
                  <a:cubicBezTo>
                    <a:pt x="1418" y="4916"/>
                    <a:pt x="1575" y="4758"/>
                    <a:pt x="1764" y="4758"/>
                  </a:cubicBezTo>
                  <a:close/>
                  <a:moveTo>
                    <a:pt x="5860" y="6144"/>
                  </a:moveTo>
                  <a:cubicBezTo>
                    <a:pt x="6049" y="6144"/>
                    <a:pt x="6207" y="6302"/>
                    <a:pt x="6207" y="6491"/>
                  </a:cubicBezTo>
                  <a:cubicBezTo>
                    <a:pt x="6207" y="6680"/>
                    <a:pt x="6049" y="6837"/>
                    <a:pt x="5860" y="6837"/>
                  </a:cubicBezTo>
                  <a:lnTo>
                    <a:pt x="4474" y="6837"/>
                  </a:lnTo>
                  <a:cubicBezTo>
                    <a:pt x="4285" y="6837"/>
                    <a:pt x="4127" y="6680"/>
                    <a:pt x="4127" y="6491"/>
                  </a:cubicBezTo>
                  <a:cubicBezTo>
                    <a:pt x="4127" y="6302"/>
                    <a:pt x="4285" y="6144"/>
                    <a:pt x="4474" y="6144"/>
                  </a:cubicBezTo>
                  <a:close/>
                  <a:moveTo>
                    <a:pt x="7183" y="7562"/>
                  </a:moveTo>
                  <a:cubicBezTo>
                    <a:pt x="7404" y="7562"/>
                    <a:pt x="7561" y="7720"/>
                    <a:pt x="7561" y="7909"/>
                  </a:cubicBezTo>
                  <a:cubicBezTo>
                    <a:pt x="7561" y="8098"/>
                    <a:pt x="7404" y="8255"/>
                    <a:pt x="7183" y="8255"/>
                  </a:cubicBezTo>
                  <a:lnTo>
                    <a:pt x="4474" y="8255"/>
                  </a:lnTo>
                  <a:cubicBezTo>
                    <a:pt x="4285" y="8255"/>
                    <a:pt x="4127" y="8098"/>
                    <a:pt x="4127" y="7909"/>
                  </a:cubicBezTo>
                  <a:cubicBezTo>
                    <a:pt x="4127" y="7720"/>
                    <a:pt x="4285" y="7562"/>
                    <a:pt x="4474" y="7562"/>
                  </a:cubicBezTo>
                  <a:close/>
                  <a:moveTo>
                    <a:pt x="3151" y="7531"/>
                  </a:moveTo>
                  <a:cubicBezTo>
                    <a:pt x="3340" y="7531"/>
                    <a:pt x="3497" y="7657"/>
                    <a:pt x="3497" y="7877"/>
                  </a:cubicBezTo>
                  <a:lnTo>
                    <a:pt x="3497" y="9232"/>
                  </a:lnTo>
                  <a:cubicBezTo>
                    <a:pt x="3497" y="9452"/>
                    <a:pt x="3340" y="9610"/>
                    <a:pt x="3151" y="9610"/>
                  </a:cubicBezTo>
                  <a:lnTo>
                    <a:pt x="1764" y="9610"/>
                  </a:lnTo>
                  <a:cubicBezTo>
                    <a:pt x="1575" y="9610"/>
                    <a:pt x="1418" y="9452"/>
                    <a:pt x="1418" y="9232"/>
                  </a:cubicBezTo>
                  <a:lnTo>
                    <a:pt x="1418" y="7877"/>
                  </a:lnTo>
                  <a:cubicBezTo>
                    <a:pt x="1418" y="7657"/>
                    <a:pt x="1575" y="7531"/>
                    <a:pt x="1764" y="7531"/>
                  </a:cubicBezTo>
                  <a:close/>
                  <a:moveTo>
                    <a:pt x="5860" y="8885"/>
                  </a:moveTo>
                  <a:cubicBezTo>
                    <a:pt x="6049" y="8885"/>
                    <a:pt x="6207" y="9043"/>
                    <a:pt x="6207" y="9232"/>
                  </a:cubicBezTo>
                  <a:cubicBezTo>
                    <a:pt x="6207" y="9452"/>
                    <a:pt x="6049" y="9610"/>
                    <a:pt x="5860" y="9610"/>
                  </a:cubicBezTo>
                  <a:lnTo>
                    <a:pt x="4474" y="9610"/>
                  </a:lnTo>
                  <a:cubicBezTo>
                    <a:pt x="4285" y="9610"/>
                    <a:pt x="4127" y="9452"/>
                    <a:pt x="4127" y="9232"/>
                  </a:cubicBezTo>
                  <a:cubicBezTo>
                    <a:pt x="4127" y="9043"/>
                    <a:pt x="4285" y="8885"/>
                    <a:pt x="4474" y="8885"/>
                  </a:cubicBezTo>
                  <a:close/>
                  <a:moveTo>
                    <a:pt x="1040" y="1"/>
                  </a:moveTo>
                  <a:cubicBezTo>
                    <a:pt x="504" y="1"/>
                    <a:pt x="0" y="473"/>
                    <a:pt x="0" y="1009"/>
                  </a:cubicBezTo>
                  <a:lnTo>
                    <a:pt x="0" y="9956"/>
                  </a:lnTo>
                  <a:cubicBezTo>
                    <a:pt x="32" y="10524"/>
                    <a:pt x="504" y="10996"/>
                    <a:pt x="1040" y="10996"/>
                  </a:cubicBezTo>
                  <a:lnTo>
                    <a:pt x="7908" y="10996"/>
                  </a:lnTo>
                  <a:cubicBezTo>
                    <a:pt x="8444" y="10996"/>
                    <a:pt x="8916" y="10524"/>
                    <a:pt x="8916" y="9956"/>
                  </a:cubicBezTo>
                  <a:lnTo>
                    <a:pt x="8916" y="1009"/>
                  </a:lnTo>
                  <a:cubicBezTo>
                    <a:pt x="8916" y="473"/>
                    <a:pt x="8444" y="1"/>
                    <a:pt x="7908" y="1"/>
                  </a:cubicBezTo>
                  <a:lnTo>
                    <a:pt x="7183" y="1"/>
                  </a:lnTo>
                  <a:lnTo>
                    <a:pt x="7183" y="347"/>
                  </a:lnTo>
                  <a:cubicBezTo>
                    <a:pt x="7183" y="915"/>
                    <a:pt x="6711" y="1387"/>
                    <a:pt x="6175" y="1387"/>
                  </a:cubicBezTo>
                  <a:lnTo>
                    <a:pt x="2741" y="1387"/>
                  </a:lnTo>
                  <a:cubicBezTo>
                    <a:pt x="2206" y="1387"/>
                    <a:pt x="1733" y="915"/>
                    <a:pt x="1733" y="347"/>
                  </a:cubicBezTo>
                  <a:lnTo>
                    <a:pt x="173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14790;p136">
              <a:extLst>
                <a:ext uri="{FF2B5EF4-FFF2-40B4-BE49-F238E27FC236}">
                  <a16:creationId xmlns:a16="http://schemas.microsoft.com/office/drawing/2014/main" id="{C05CE5E5-19B7-5C5E-2C5F-EEA77220DAD9}"/>
                </a:ext>
              </a:extLst>
            </p:cNvPr>
            <p:cNvSpPr/>
            <p:nvPr/>
          </p:nvSpPr>
          <p:spPr>
            <a:xfrm>
              <a:off x="-30853350" y="3295000"/>
              <a:ext cx="51225" cy="104000"/>
            </a:xfrm>
            <a:custGeom>
              <a:avLst/>
              <a:gdLst/>
              <a:ahLst/>
              <a:cxnLst/>
              <a:rect l="l" t="t" r="r" b="b"/>
              <a:pathLst>
                <a:path w="2049" h="4160" extrusionOk="0">
                  <a:moveTo>
                    <a:pt x="1" y="1"/>
                  </a:moveTo>
                  <a:lnTo>
                    <a:pt x="1" y="4160"/>
                  </a:lnTo>
                  <a:lnTo>
                    <a:pt x="2049" y="4160"/>
                  </a:lnTo>
                  <a:lnTo>
                    <a:pt x="204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14791;p136">
              <a:extLst>
                <a:ext uri="{FF2B5EF4-FFF2-40B4-BE49-F238E27FC236}">
                  <a16:creationId xmlns:a16="http://schemas.microsoft.com/office/drawing/2014/main" id="{4703A734-29CF-E3C0-72FB-DB5EC9002232}"/>
                </a:ext>
              </a:extLst>
            </p:cNvPr>
            <p:cNvSpPr/>
            <p:nvPr/>
          </p:nvSpPr>
          <p:spPr>
            <a:xfrm>
              <a:off x="-30853350" y="3227275"/>
              <a:ext cx="51225" cy="51225"/>
            </a:xfrm>
            <a:custGeom>
              <a:avLst/>
              <a:gdLst/>
              <a:ahLst/>
              <a:cxnLst/>
              <a:rect l="l" t="t" r="r" b="b"/>
              <a:pathLst>
                <a:path w="2049" h="2049" extrusionOk="0">
                  <a:moveTo>
                    <a:pt x="1009" y="1"/>
                  </a:moveTo>
                  <a:cubicBezTo>
                    <a:pt x="473" y="1"/>
                    <a:pt x="1" y="473"/>
                    <a:pt x="1" y="1040"/>
                  </a:cubicBezTo>
                  <a:lnTo>
                    <a:pt x="1" y="2048"/>
                  </a:lnTo>
                  <a:lnTo>
                    <a:pt x="2049" y="2048"/>
                  </a:lnTo>
                  <a:lnTo>
                    <a:pt x="2049" y="1040"/>
                  </a:lnTo>
                  <a:cubicBezTo>
                    <a:pt x="2049" y="473"/>
                    <a:pt x="1576" y="1"/>
                    <a:pt x="10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14792;p136">
              <a:extLst>
                <a:ext uri="{FF2B5EF4-FFF2-40B4-BE49-F238E27FC236}">
                  <a16:creationId xmlns:a16="http://schemas.microsoft.com/office/drawing/2014/main" id="{E198AA2F-85AF-E92A-4013-E98B400A220B}"/>
                </a:ext>
              </a:extLst>
            </p:cNvPr>
            <p:cNvSpPr/>
            <p:nvPr/>
          </p:nvSpPr>
          <p:spPr>
            <a:xfrm>
              <a:off x="-30851775" y="3416300"/>
              <a:ext cx="46500" cy="51225"/>
            </a:xfrm>
            <a:custGeom>
              <a:avLst/>
              <a:gdLst/>
              <a:ahLst/>
              <a:cxnLst/>
              <a:rect l="l" t="t" r="r" b="b"/>
              <a:pathLst>
                <a:path w="1860" h="2049" extrusionOk="0">
                  <a:moveTo>
                    <a:pt x="1" y="1"/>
                  </a:moveTo>
                  <a:lnTo>
                    <a:pt x="599" y="1796"/>
                  </a:lnTo>
                  <a:cubicBezTo>
                    <a:pt x="694" y="1985"/>
                    <a:pt x="788" y="2048"/>
                    <a:pt x="946" y="2048"/>
                  </a:cubicBezTo>
                  <a:cubicBezTo>
                    <a:pt x="1103" y="2048"/>
                    <a:pt x="1229" y="1985"/>
                    <a:pt x="1261" y="1796"/>
                  </a:cubicBezTo>
                  <a:lnTo>
                    <a:pt x="186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7" name="Google Shape;14793;p136">
            <a:extLst>
              <a:ext uri="{FF2B5EF4-FFF2-40B4-BE49-F238E27FC236}">
                <a16:creationId xmlns:a16="http://schemas.microsoft.com/office/drawing/2014/main" id="{F78C2530-03C5-B2BF-F9E5-A1C8D4F1D9CA}"/>
              </a:ext>
            </a:extLst>
          </p:cNvPr>
          <p:cNvGrpSpPr/>
          <p:nvPr/>
        </p:nvGrpSpPr>
        <p:grpSpPr>
          <a:xfrm>
            <a:off x="4222163" y="4372572"/>
            <a:ext cx="354318" cy="354865"/>
            <a:chOff x="-31093575" y="3552550"/>
            <a:chExt cx="291450" cy="291900"/>
          </a:xfrm>
          <a:solidFill>
            <a:schemeClr val="accent1">
              <a:lumMod val="75000"/>
            </a:schemeClr>
          </a:solidFill>
        </p:grpSpPr>
        <p:sp>
          <p:nvSpPr>
            <p:cNvPr id="468" name="Google Shape;14794;p136">
              <a:extLst>
                <a:ext uri="{FF2B5EF4-FFF2-40B4-BE49-F238E27FC236}">
                  <a16:creationId xmlns:a16="http://schemas.microsoft.com/office/drawing/2014/main" id="{932BB2CD-1519-B9C4-8DD2-D6A6B39F7FDB}"/>
                </a:ext>
              </a:extLst>
            </p:cNvPr>
            <p:cNvSpPr/>
            <p:nvPr/>
          </p:nvSpPr>
          <p:spPr>
            <a:xfrm>
              <a:off x="-31011650" y="3745525"/>
              <a:ext cx="7900" cy="12625"/>
            </a:xfrm>
            <a:custGeom>
              <a:avLst/>
              <a:gdLst/>
              <a:ahLst/>
              <a:cxnLst/>
              <a:rect l="l" t="t" r="r" b="b"/>
              <a:pathLst>
                <a:path w="316" h="505" extrusionOk="0">
                  <a:moveTo>
                    <a:pt x="158" y="1"/>
                  </a:moveTo>
                  <a:lnTo>
                    <a:pt x="0" y="505"/>
                  </a:lnTo>
                  <a:lnTo>
                    <a:pt x="315" y="505"/>
                  </a:lnTo>
                  <a:lnTo>
                    <a:pt x="15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14795;p136">
              <a:extLst>
                <a:ext uri="{FF2B5EF4-FFF2-40B4-BE49-F238E27FC236}">
                  <a16:creationId xmlns:a16="http://schemas.microsoft.com/office/drawing/2014/main" id="{01A28AB1-8EC0-A000-1D0D-C1DE4ED92A39}"/>
                </a:ext>
              </a:extLst>
            </p:cNvPr>
            <p:cNvSpPr/>
            <p:nvPr/>
          </p:nvSpPr>
          <p:spPr>
            <a:xfrm>
              <a:off x="-31093575" y="3671500"/>
              <a:ext cx="171725" cy="172950"/>
            </a:xfrm>
            <a:custGeom>
              <a:avLst/>
              <a:gdLst/>
              <a:ahLst/>
              <a:cxnLst/>
              <a:rect l="l" t="t" r="r" b="b"/>
              <a:pathLst>
                <a:path w="6869" h="6918" extrusionOk="0">
                  <a:moveTo>
                    <a:pt x="3427" y="1449"/>
                  </a:moveTo>
                  <a:cubicBezTo>
                    <a:pt x="3569" y="1449"/>
                    <a:pt x="3718" y="1512"/>
                    <a:pt x="3781" y="1638"/>
                  </a:cubicBezTo>
                  <a:lnTo>
                    <a:pt x="4317" y="3466"/>
                  </a:lnTo>
                  <a:lnTo>
                    <a:pt x="4474" y="3466"/>
                  </a:lnTo>
                  <a:cubicBezTo>
                    <a:pt x="4695" y="3466"/>
                    <a:pt x="4852" y="3623"/>
                    <a:pt x="4852" y="3812"/>
                  </a:cubicBezTo>
                  <a:cubicBezTo>
                    <a:pt x="4852" y="3970"/>
                    <a:pt x="4726" y="4127"/>
                    <a:pt x="4537" y="4127"/>
                  </a:cubicBezTo>
                  <a:lnTo>
                    <a:pt x="4789" y="5072"/>
                  </a:lnTo>
                  <a:cubicBezTo>
                    <a:pt x="4852" y="5262"/>
                    <a:pt x="4758" y="5419"/>
                    <a:pt x="4569" y="5514"/>
                  </a:cubicBezTo>
                  <a:cubicBezTo>
                    <a:pt x="4545" y="5518"/>
                    <a:pt x="4521" y="5520"/>
                    <a:pt x="4498" y="5520"/>
                  </a:cubicBezTo>
                  <a:cubicBezTo>
                    <a:pt x="4341" y="5520"/>
                    <a:pt x="4210" y="5427"/>
                    <a:pt x="4128" y="5262"/>
                  </a:cubicBezTo>
                  <a:lnTo>
                    <a:pt x="3781" y="4127"/>
                  </a:lnTo>
                  <a:lnTo>
                    <a:pt x="3057" y="4127"/>
                  </a:lnTo>
                  <a:lnTo>
                    <a:pt x="2710" y="5262"/>
                  </a:lnTo>
                  <a:cubicBezTo>
                    <a:pt x="2683" y="5427"/>
                    <a:pt x="2535" y="5520"/>
                    <a:pt x="2351" y="5520"/>
                  </a:cubicBezTo>
                  <a:cubicBezTo>
                    <a:pt x="2325" y="5520"/>
                    <a:pt x="2297" y="5518"/>
                    <a:pt x="2269" y="5514"/>
                  </a:cubicBezTo>
                  <a:cubicBezTo>
                    <a:pt x="2080" y="5451"/>
                    <a:pt x="2017" y="5262"/>
                    <a:pt x="2049" y="5072"/>
                  </a:cubicBezTo>
                  <a:lnTo>
                    <a:pt x="2332" y="4127"/>
                  </a:lnTo>
                  <a:cubicBezTo>
                    <a:pt x="2175" y="4096"/>
                    <a:pt x="2017" y="3970"/>
                    <a:pt x="2017" y="3812"/>
                  </a:cubicBezTo>
                  <a:cubicBezTo>
                    <a:pt x="2049" y="3623"/>
                    <a:pt x="2206" y="3466"/>
                    <a:pt x="2395" y="3466"/>
                  </a:cubicBezTo>
                  <a:lnTo>
                    <a:pt x="2553" y="3466"/>
                  </a:lnTo>
                  <a:lnTo>
                    <a:pt x="3120" y="1638"/>
                  </a:lnTo>
                  <a:cubicBezTo>
                    <a:pt x="3151" y="1512"/>
                    <a:pt x="3285" y="1449"/>
                    <a:pt x="3427" y="1449"/>
                  </a:cubicBezTo>
                  <a:close/>
                  <a:moveTo>
                    <a:pt x="3435" y="0"/>
                  </a:moveTo>
                  <a:cubicBezTo>
                    <a:pt x="1544" y="0"/>
                    <a:pt x="1" y="1544"/>
                    <a:pt x="1" y="3434"/>
                  </a:cubicBezTo>
                  <a:cubicBezTo>
                    <a:pt x="1" y="5356"/>
                    <a:pt x="1544" y="6900"/>
                    <a:pt x="3435" y="6900"/>
                  </a:cubicBezTo>
                  <a:cubicBezTo>
                    <a:pt x="4065" y="6900"/>
                    <a:pt x="4632" y="6742"/>
                    <a:pt x="5168" y="6427"/>
                  </a:cubicBezTo>
                  <a:lnTo>
                    <a:pt x="6365" y="6900"/>
                  </a:lnTo>
                  <a:cubicBezTo>
                    <a:pt x="6407" y="6910"/>
                    <a:pt x="6449" y="6917"/>
                    <a:pt x="6491" y="6917"/>
                  </a:cubicBezTo>
                  <a:cubicBezTo>
                    <a:pt x="6575" y="6917"/>
                    <a:pt x="6659" y="6889"/>
                    <a:pt x="6743" y="6805"/>
                  </a:cubicBezTo>
                  <a:cubicBezTo>
                    <a:pt x="6806" y="6742"/>
                    <a:pt x="6869" y="6616"/>
                    <a:pt x="6869" y="6459"/>
                  </a:cubicBezTo>
                  <a:lnTo>
                    <a:pt x="6491" y="5009"/>
                  </a:lnTo>
                  <a:cubicBezTo>
                    <a:pt x="6743" y="4537"/>
                    <a:pt x="6869" y="4001"/>
                    <a:pt x="6869" y="3466"/>
                  </a:cubicBezTo>
                  <a:cubicBezTo>
                    <a:pt x="6869" y="3119"/>
                    <a:pt x="6774" y="2804"/>
                    <a:pt x="6711" y="2489"/>
                  </a:cubicBezTo>
                  <a:cubicBezTo>
                    <a:pt x="6617" y="2426"/>
                    <a:pt x="6491" y="2395"/>
                    <a:pt x="6428" y="2363"/>
                  </a:cubicBezTo>
                  <a:lnTo>
                    <a:pt x="5514" y="2710"/>
                  </a:lnTo>
                  <a:cubicBezTo>
                    <a:pt x="5389" y="2755"/>
                    <a:pt x="5256" y="2780"/>
                    <a:pt x="5125" y="2780"/>
                  </a:cubicBezTo>
                  <a:cubicBezTo>
                    <a:pt x="4892" y="2780"/>
                    <a:pt x="4667" y="2702"/>
                    <a:pt x="4506" y="2521"/>
                  </a:cubicBezTo>
                  <a:cubicBezTo>
                    <a:pt x="4222" y="2269"/>
                    <a:pt x="4096" y="1891"/>
                    <a:pt x="4159" y="1481"/>
                  </a:cubicBezTo>
                  <a:lnTo>
                    <a:pt x="4443" y="221"/>
                  </a:lnTo>
                  <a:cubicBezTo>
                    <a:pt x="4443" y="189"/>
                    <a:pt x="4443" y="189"/>
                    <a:pt x="4411" y="158"/>
                  </a:cubicBezTo>
                  <a:cubicBezTo>
                    <a:pt x="4096" y="63"/>
                    <a:pt x="3781" y="0"/>
                    <a:pt x="34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14796;p136">
              <a:extLst>
                <a:ext uri="{FF2B5EF4-FFF2-40B4-BE49-F238E27FC236}">
                  <a16:creationId xmlns:a16="http://schemas.microsoft.com/office/drawing/2014/main" id="{BE637157-C5A6-A88F-D652-6D3642D1494A}"/>
                </a:ext>
              </a:extLst>
            </p:cNvPr>
            <p:cNvSpPr/>
            <p:nvPr/>
          </p:nvSpPr>
          <p:spPr>
            <a:xfrm>
              <a:off x="-30895875" y="3621075"/>
              <a:ext cx="15775" cy="26025"/>
            </a:xfrm>
            <a:custGeom>
              <a:avLst/>
              <a:gdLst/>
              <a:ahLst/>
              <a:cxnLst/>
              <a:rect l="l" t="t" r="r" b="b"/>
              <a:pathLst>
                <a:path w="631" h="1041" extrusionOk="0">
                  <a:moveTo>
                    <a:pt x="0" y="1"/>
                  </a:moveTo>
                  <a:cubicBezTo>
                    <a:pt x="32" y="410"/>
                    <a:pt x="126" y="694"/>
                    <a:pt x="315" y="1041"/>
                  </a:cubicBezTo>
                  <a:cubicBezTo>
                    <a:pt x="473" y="694"/>
                    <a:pt x="599" y="347"/>
                    <a:pt x="6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14797;p136">
              <a:extLst>
                <a:ext uri="{FF2B5EF4-FFF2-40B4-BE49-F238E27FC236}">
                  <a16:creationId xmlns:a16="http://schemas.microsoft.com/office/drawing/2014/main" id="{2EA1B169-4554-53A0-3E28-86D303D6611E}"/>
                </a:ext>
              </a:extLst>
            </p:cNvPr>
            <p:cNvSpPr/>
            <p:nvPr/>
          </p:nvSpPr>
          <p:spPr>
            <a:xfrm>
              <a:off x="-30974650" y="3552550"/>
              <a:ext cx="172525" cy="172400"/>
            </a:xfrm>
            <a:custGeom>
              <a:avLst/>
              <a:gdLst/>
              <a:ahLst/>
              <a:cxnLst/>
              <a:rect l="l" t="t" r="r" b="b"/>
              <a:pathLst>
                <a:path w="6901" h="6896" extrusionOk="0">
                  <a:moveTo>
                    <a:pt x="3435" y="1356"/>
                  </a:moveTo>
                  <a:cubicBezTo>
                    <a:pt x="3624" y="1356"/>
                    <a:pt x="3782" y="1513"/>
                    <a:pt x="3782" y="1734"/>
                  </a:cubicBezTo>
                  <a:lnTo>
                    <a:pt x="3782" y="2080"/>
                  </a:lnTo>
                  <a:lnTo>
                    <a:pt x="4821" y="2080"/>
                  </a:lnTo>
                  <a:cubicBezTo>
                    <a:pt x="5010" y="2080"/>
                    <a:pt x="5168" y="2238"/>
                    <a:pt x="5168" y="2427"/>
                  </a:cubicBezTo>
                  <a:cubicBezTo>
                    <a:pt x="5168" y="2616"/>
                    <a:pt x="5010" y="2742"/>
                    <a:pt x="4821" y="2742"/>
                  </a:cubicBezTo>
                  <a:lnTo>
                    <a:pt x="4412" y="2742"/>
                  </a:lnTo>
                  <a:cubicBezTo>
                    <a:pt x="4380" y="3341"/>
                    <a:pt x="4191" y="3876"/>
                    <a:pt x="3876" y="4412"/>
                  </a:cubicBezTo>
                  <a:cubicBezTo>
                    <a:pt x="3908" y="4443"/>
                    <a:pt x="3908" y="4475"/>
                    <a:pt x="3939" y="4506"/>
                  </a:cubicBezTo>
                  <a:lnTo>
                    <a:pt x="4349" y="4916"/>
                  </a:lnTo>
                  <a:cubicBezTo>
                    <a:pt x="4443" y="5042"/>
                    <a:pt x="4443" y="5262"/>
                    <a:pt x="4349" y="5388"/>
                  </a:cubicBezTo>
                  <a:cubicBezTo>
                    <a:pt x="4286" y="5451"/>
                    <a:pt x="4191" y="5483"/>
                    <a:pt x="4101" y="5483"/>
                  </a:cubicBezTo>
                  <a:cubicBezTo>
                    <a:pt x="4010" y="5483"/>
                    <a:pt x="3923" y="5451"/>
                    <a:pt x="3876" y="5388"/>
                  </a:cubicBezTo>
                  <a:lnTo>
                    <a:pt x="3466" y="4979"/>
                  </a:lnTo>
                  <a:lnTo>
                    <a:pt x="3435" y="4947"/>
                  </a:lnTo>
                  <a:lnTo>
                    <a:pt x="3403" y="4979"/>
                  </a:lnTo>
                  <a:lnTo>
                    <a:pt x="2994" y="5388"/>
                  </a:lnTo>
                  <a:cubicBezTo>
                    <a:pt x="2931" y="5451"/>
                    <a:pt x="2844" y="5483"/>
                    <a:pt x="2758" y="5483"/>
                  </a:cubicBezTo>
                  <a:cubicBezTo>
                    <a:pt x="2671" y="5483"/>
                    <a:pt x="2584" y="5451"/>
                    <a:pt x="2521" y="5388"/>
                  </a:cubicBezTo>
                  <a:cubicBezTo>
                    <a:pt x="2395" y="5262"/>
                    <a:pt x="2395" y="5042"/>
                    <a:pt x="2521" y="4916"/>
                  </a:cubicBezTo>
                  <a:lnTo>
                    <a:pt x="2931" y="4506"/>
                  </a:lnTo>
                  <a:cubicBezTo>
                    <a:pt x="2962" y="4475"/>
                    <a:pt x="2962" y="4443"/>
                    <a:pt x="2994" y="4412"/>
                  </a:cubicBezTo>
                  <a:cubicBezTo>
                    <a:pt x="2679" y="3939"/>
                    <a:pt x="2490" y="3341"/>
                    <a:pt x="2458" y="2742"/>
                  </a:cubicBezTo>
                  <a:lnTo>
                    <a:pt x="2049" y="2742"/>
                  </a:lnTo>
                  <a:cubicBezTo>
                    <a:pt x="1860" y="2742"/>
                    <a:pt x="1702" y="2584"/>
                    <a:pt x="1702" y="2395"/>
                  </a:cubicBezTo>
                  <a:cubicBezTo>
                    <a:pt x="1702" y="2206"/>
                    <a:pt x="1860" y="2049"/>
                    <a:pt x="2049" y="2049"/>
                  </a:cubicBezTo>
                  <a:lnTo>
                    <a:pt x="3088" y="2049"/>
                  </a:lnTo>
                  <a:lnTo>
                    <a:pt x="3088" y="1734"/>
                  </a:lnTo>
                  <a:cubicBezTo>
                    <a:pt x="3088" y="1513"/>
                    <a:pt x="3246" y="1356"/>
                    <a:pt x="3435" y="1356"/>
                  </a:cubicBezTo>
                  <a:close/>
                  <a:moveTo>
                    <a:pt x="3466" y="1"/>
                  </a:moveTo>
                  <a:cubicBezTo>
                    <a:pt x="1576" y="1"/>
                    <a:pt x="32" y="1576"/>
                    <a:pt x="32" y="3467"/>
                  </a:cubicBezTo>
                  <a:cubicBezTo>
                    <a:pt x="32" y="3971"/>
                    <a:pt x="158" y="4506"/>
                    <a:pt x="411" y="4979"/>
                  </a:cubicBezTo>
                  <a:lnTo>
                    <a:pt x="32" y="6459"/>
                  </a:lnTo>
                  <a:cubicBezTo>
                    <a:pt x="1" y="6554"/>
                    <a:pt x="32" y="6680"/>
                    <a:pt x="158" y="6806"/>
                  </a:cubicBezTo>
                  <a:cubicBezTo>
                    <a:pt x="225" y="6851"/>
                    <a:pt x="324" y="6895"/>
                    <a:pt x="420" y="6895"/>
                  </a:cubicBezTo>
                  <a:cubicBezTo>
                    <a:pt x="460" y="6895"/>
                    <a:pt x="500" y="6887"/>
                    <a:pt x="537" y="6869"/>
                  </a:cubicBezTo>
                  <a:lnTo>
                    <a:pt x="1734" y="6396"/>
                  </a:lnTo>
                  <a:cubicBezTo>
                    <a:pt x="2269" y="6712"/>
                    <a:pt x="2899" y="6869"/>
                    <a:pt x="3466" y="6869"/>
                  </a:cubicBezTo>
                  <a:cubicBezTo>
                    <a:pt x="5357" y="6869"/>
                    <a:pt x="6901" y="5357"/>
                    <a:pt x="6901" y="3435"/>
                  </a:cubicBezTo>
                  <a:cubicBezTo>
                    <a:pt x="6901" y="1576"/>
                    <a:pt x="5325" y="1"/>
                    <a:pt x="34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2" name="Google Shape;14798;p136">
            <a:extLst>
              <a:ext uri="{FF2B5EF4-FFF2-40B4-BE49-F238E27FC236}">
                <a16:creationId xmlns:a16="http://schemas.microsoft.com/office/drawing/2014/main" id="{DA7A6B50-0353-29FB-E006-B456EE4601F8}"/>
              </a:ext>
            </a:extLst>
          </p:cNvPr>
          <p:cNvGrpSpPr/>
          <p:nvPr/>
        </p:nvGrpSpPr>
        <p:grpSpPr>
          <a:xfrm>
            <a:off x="4222163" y="4838684"/>
            <a:ext cx="354318" cy="354288"/>
            <a:chOff x="-31093575" y="3911725"/>
            <a:chExt cx="291450" cy="291425"/>
          </a:xfrm>
          <a:solidFill>
            <a:schemeClr val="accent1">
              <a:lumMod val="75000"/>
            </a:schemeClr>
          </a:solidFill>
        </p:grpSpPr>
        <p:sp>
          <p:nvSpPr>
            <p:cNvPr id="473" name="Google Shape;14799;p136">
              <a:extLst>
                <a:ext uri="{FF2B5EF4-FFF2-40B4-BE49-F238E27FC236}">
                  <a16:creationId xmlns:a16="http://schemas.microsoft.com/office/drawing/2014/main" id="{42885271-86BE-AFC6-0FA4-2193D8612E38}"/>
                </a:ext>
              </a:extLst>
            </p:cNvPr>
            <p:cNvSpPr/>
            <p:nvPr/>
          </p:nvSpPr>
          <p:spPr>
            <a:xfrm>
              <a:off x="-31093575" y="3911725"/>
              <a:ext cx="291450" cy="291425"/>
            </a:xfrm>
            <a:custGeom>
              <a:avLst/>
              <a:gdLst/>
              <a:ahLst/>
              <a:cxnLst/>
              <a:rect l="l" t="t" r="r" b="b"/>
              <a:pathLst>
                <a:path w="11658" h="11657" extrusionOk="0">
                  <a:moveTo>
                    <a:pt x="5829" y="0"/>
                  </a:moveTo>
                  <a:cubicBezTo>
                    <a:pt x="3372" y="0"/>
                    <a:pt x="1261" y="1796"/>
                    <a:pt x="788" y="4159"/>
                  </a:cubicBezTo>
                  <a:cubicBezTo>
                    <a:pt x="347" y="4285"/>
                    <a:pt x="1" y="4694"/>
                    <a:pt x="1" y="5167"/>
                  </a:cubicBezTo>
                  <a:lnTo>
                    <a:pt x="1" y="7876"/>
                  </a:lnTo>
                  <a:cubicBezTo>
                    <a:pt x="1" y="8412"/>
                    <a:pt x="473" y="8885"/>
                    <a:pt x="1009" y="8885"/>
                  </a:cubicBezTo>
                  <a:lnTo>
                    <a:pt x="1702" y="8885"/>
                  </a:lnTo>
                  <a:cubicBezTo>
                    <a:pt x="1891" y="8885"/>
                    <a:pt x="2049" y="8727"/>
                    <a:pt x="2049" y="8538"/>
                  </a:cubicBezTo>
                  <a:lnTo>
                    <a:pt x="2049" y="4442"/>
                  </a:lnTo>
                  <a:cubicBezTo>
                    <a:pt x="2049" y="4253"/>
                    <a:pt x="1891" y="4096"/>
                    <a:pt x="1702" y="4096"/>
                  </a:cubicBezTo>
                  <a:lnTo>
                    <a:pt x="1481" y="4096"/>
                  </a:lnTo>
                  <a:cubicBezTo>
                    <a:pt x="1954" y="2111"/>
                    <a:pt x="3781" y="630"/>
                    <a:pt x="5829" y="630"/>
                  </a:cubicBezTo>
                  <a:cubicBezTo>
                    <a:pt x="7877" y="630"/>
                    <a:pt x="9673" y="2111"/>
                    <a:pt x="10145" y="4096"/>
                  </a:cubicBezTo>
                  <a:lnTo>
                    <a:pt x="9956" y="4096"/>
                  </a:lnTo>
                  <a:cubicBezTo>
                    <a:pt x="9767" y="4096"/>
                    <a:pt x="9610" y="4253"/>
                    <a:pt x="9610" y="4442"/>
                  </a:cubicBezTo>
                  <a:lnTo>
                    <a:pt x="9610" y="8538"/>
                  </a:lnTo>
                  <a:cubicBezTo>
                    <a:pt x="9610" y="8727"/>
                    <a:pt x="9767" y="8885"/>
                    <a:pt x="9956" y="8885"/>
                  </a:cubicBezTo>
                  <a:lnTo>
                    <a:pt x="10271" y="8885"/>
                  </a:lnTo>
                  <a:cubicBezTo>
                    <a:pt x="10114" y="9672"/>
                    <a:pt x="9421" y="10271"/>
                    <a:pt x="8570" y="10271"/>
                  </a:cubicBezTo>
                  <a:lnTo>
                    <a:pt x="6774" y="10271"/>
                  </a:lnTo>
                  <a:cubicBezTo>
                    <a:pt x="6617" y="9893"/>
                    <a:pt x="6270" y="9609"/>
                    <a:pt x="5829" y="9609"/>
                  </a:cubicBezTo>
                  <a:cubicBezTo>
                    <a:pt x="5262" y="9609"/>
                    <a:pt x="4789" y="10082"/>
                    <a:pt x="4789" y="10617"/>
                  </a:cubicBezTo>
                  <a:cubicBezTo>
                    <a:pt x="4789" y="11184"/>
                    <a:pt x="5262" y="11657"/>
                    <a:pt x="5829" y="11657"/>
                  </a:cubicBezTo>
                  <a:cubicBezTo>
                    <a:pt x="6270" y="11657"/>
                    <a:pt x="6648" y="11373"/>
                    <a:pt x="6774" y="10995"/>
                  </a:cubicBezTo>
                  <a:lnTo>
                    <a:pt x="8570" y="10995"/>
                  </a:lnTo>
                  <a:cubicBezTo>
                    <a:pt x="9799" y="10995"/>
                    <a:pt x="10775" y="10082"/>
                    <a:pt x="10933" y="8885"/>
                  </a:cubicBezTo>
                  <a:cubicBezTo>
                    <a:pt x="11342" y="8790"/>
                    <a:pt x="11658" y="8380"/>
                    <a:pt x="11658" y="7908"/>
                  </a:cubicBezTo>
                  <a:lnTo>
                    <a:pt x="11658" y="5198"/>
                  </a:lnTo>
                  <a:cubicBezTo>
                    <a:pt x="11658" y="4694"/>
                    <a:pt x="11311" y="4253"/>
                    <a:pt x="10870" y="4159"/>
                  </a:cubicBezTo>
                  <a:cubicBezTo>
                    <a:pt x="10397" y="1796"/>
                    <a:pt x="8255" y="0"/>
                    <a:pt x="58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14800;p136">
              <a:extLst>
                <a:ext uri="{FF2B5EF4-FFF2-40B4-BE49-F238E27FC236}">
                  <a16:creationId xmlns:a16="http://schemas.microsoft.com/office/drawing/2014/main" id="{A7C08CB2-3099-D09D-2E2B-1CBA580D6615}"/>
                </a:ext>
              </a:extLst>
            </p:cNvPr>
            <p:cNvSpPr/>
            <p:nvPr/>
          </p:nvSpPr>
          <p:spPr>
            <a:xfrm>
              <a:off x="-31025825" y="3980250"/>
              <a:ext cx="156750" cy="154250"/>
            </a:xfrm>
            <a:custGeom>
              <a:avLst/>
              <a:gdLst/>
              <a:ahLst/>
              <a:cxnLst/>
              <a:rect l="l" t="t" r="r" b="b"/>
              <a:pathLst>
                <a:path w="6270" h="6170" extrusionOk="0">
                  <a:moveTo>
                    <a:pt x="3119" y="1386"/>
                  </a:moveTo>
                  <a:cubicBezTo>
                    <a:pt x="3308" y="1386"/>
                    <a:pt x="3466" y="1544"/>
                    <a:pt x="3466" y="1733"/>
                  </a:cubicBezTo>
                  <a:cubicBezTo>
                    <a:pt x="3466" y="1953"/>
                    <a:pt x="3308" y="2079"/>
                    <a:pt x="3119" y="2079"/>
                  </a:cubicBezTo>
                  <a:cubicBezTo>
                    <a:pt x="2930" y="2079"/>
                    <a:pt x="2773" y="1953"/>
                    <a:pt x="2773" y="1733"/>
                  </a:cubicBezTo>
                  <a:cubicBezTo>
                    <a:pt x="2773" y="1544"/>
                    <a:pt x="2930" y="1386"/>
                    <a:pt x="3119" y="1386"/>
                  </a:cubicBezTo>
                  <a:close/>
                  <a:moveTo>
                    <a:pt x="3119" y="2741"/>
                  </a:moveTo>
                  <a:cubicBezTo>
                    <a:pt x="3308" y="2741"/>
                    <a:pt x="3466" y="2867"/>
                    <a:pt x="3466" y="3088"/>
                  </a:cubicBezTo>
                  <a:lnTo>
                    <a:pt x="3466" y="4474"/>
                  </a:lnTo>
                  <a:cubicBezTo>
                    <a:pt x="3466" y="4663"/>
                    <a:pt x="3308" y="4820"/>
                    <a:pt x="3119" y="4820"/>
                  </a:cubicBezTo>
                  <a:cubicBezTo>
                    <a:pt x="2930" y="4820"/>
                    <a:pt x="2773" y="4663"/>
                    <a:pt x="2773" y="4474"/>
                  </a:cubicBezTo>
                  <a:lnTo>
                    <a:pt x="2773" y="3088"/>
                  </a:lnTo>
                  <a:cubicBezTo>
                    <a:pt x="2773" y="2867"/>
                    <a:pt x="2930" y="2741"/>
                    <a:pt x="3119" y="2741"/>
                  </a:cubicBezTo>
                  <a:close/>
                  <a:moveTo>
                    <a:pt x="3151" y="0"/>
                  </a:moveTo>
                  <a:cubicBezTo>
                    <a:pt x="1449" y="0"/>
                    <a:pt x="63" y="1386"/>
                    <a:pt x="63" y="3088"/>
                  </a:cubicBezTo>
                  <a:cubicBezTo>
                    <a:pt x="63" y="3592"/>
                    <a:pt x="158" y="4096"/>
                    <a:pt x="441" y="4568"/>
                  </a:cubicBezTo>
                  <a:lnTo>
                    <a:pt x="63" y="5734"/>
                  </a:lnTo>
                  <a:cubicBezTo>
                    <a:pt x="0" y="5828"/>
                    <a:pt x="0" y="5955"/>
                    <a:pt x="126" y="6081"/>
                  </a:cubicBezTo>
                  <a:cubicBezTo>
                    <a:pt x="171" y="6125"/>
                    <a:pt x="263" y="6170"/>
                    <a:pt x="357" y="6170"/>
                  </a:cubicBezTo>
                  <a:cubicBezTo>
                    <a:pt x="396" y="6170"/>
                    <a:pt x="436" y="6162"/>
                    <a:pt x="473" y="6144"/>
                  </a:cubicBezTo>
                  <a:lnTo>
                    <a:pt x="1638" y="5765"/>
                  </a:lnTo>
                  <a:cubicBezTo>
                    <a:pt x="2079" y="6049"/>
                    <a:pt x="2615" y="6144"/>
                    <a:pt x="3151" y="6144"/>
                  </a:cubicBezTo>
                  <a:cubicBezTo>
                    <a:pt x="4852" y="6144"/>
                    <a:pt x="6270" y="4789"/>
                    <a:pt x="6270" y="3088"/>
                  </a:cubicBezTo>
                  <a:cubicBezTo>
                    <a:pt x="6270" y="1386"/>
                    <a:pt x="4852" y="0"/>
                    <a:pt x="31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5" name="Google Shape;14801;p136">
            <a:extLst>
              <a:ext uri="{FF2B5EF4-FFF2-40B4-BE49-F238E27FC236}">
                <a16:creationId xmlns:a16="http://schemas.microsoft.com/office/drawing/2014/main" id="{18C9E598-66B2-3588-CAD5-A83DC3A0E865}"/>
              </a:ext>
            </a:extLst>
          </p:cNvPr>
          <p:cNvGrpSpPr/>
          <p:nvPr/>
        </p:nvGrpSpPr>
        <p:grpSpPr>
          <a:xfrm>
            <a:off x="3329899" y="5296521"/>
            <a:ext cx="357175" cy="355260"/>
            <a:chOff x="-29946000" y="3183175"/>
            <a:chExt cx="293800" cy="292225"/>
          </a:xfrm>
          <a:solidFill>
            <a:schemeClr val="accent1">
              <a:lumMod val="75000"/>
            </a:schemeClr>
          </a:solidFill>
        </p:grpSpPr>
        <p:sp>
          <p:nvSpPr>
            <p:cNvPr id="476" name="Google Shape;14802;p136">
              <a:extLst>
                <a:ext uri="{FF2B5EF4-FFF2-40B4-BE49-F238E27FC236}">
                  <a16:creationId xmlns:a16="http://schemas.microsoft.com/office/drawing/2014/main" id="{3E6A7946-F8BC-90CF-0F1E-BD327F1B3EA6}"/>
                </a:ext>
              </a:extLst>
            </p:cNvPr>
            <p:cNvSpPr/>
            <p:nvPr/>
          </p:nvSpPr>
          <p:spPr>
            <a:xfrm>
              <a:off x="-29839675" y="3355650"/>
              <a:ext cx="186700" cy="33900"/>
            </a:xfrm>
            <a:custGeom>
              <a:avLst/>
              <a:gdLst/>
              <a:ahLst/>
              <a:cxnLst/>
              <a:rect l="l" t="t" r="r" b="b"/>
              <a:pathLst>
                <a:path w="7468" h="1356" extrusionOk="0">
                  <a:moveTo>
                    <a:pt x="568" y="1"/>
                  </a:moveTo>
                  <a:cubicBezTo>
                    <a:pt x="568" y="505"/>
                    <a:pt x="379" y="977"/>
                    <a:pt x="1" y="1356"/>
                  </a:cubicBezTo>
                  <a:lnTo>
                    <a:pt x="7467" y="1356"/>
                  </a:lnTo>
                  <a:lnTo>
                    <a:pt x="746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14803;p136">
              <a:extLst>
                <a:ext uri="{FF2B5EF4-FFF2-40B4-BE49-F238E27FC236}">
                  <a16:creationId xmlns:a16="http://schemas.microsoft.com/office/drawing/2014/main" id="{60DF2DAF-3EAA-9EC6-5F82-36E79A9F531B}"/>
                </a:ext>
              </a:extLst>
            </p:cNvPr>
            <p:cNvSpPr/>
            <p:nvPr/>
          </p:nvSpPr>
          <p:spPr>
            <a:xfrm>
              <a:off x="-29824700" y="3406850"/>
              <a:ext cx="172500" cy="68550"/>
            </a:xfrm>
            <a:custGeom>
              <a:avLst/>
              <a:gdLst/>
              <a:ahLst/>
              <a:cxnLst/>
              <a:rect l="l" t="t" r="r" b="b"/>
              <a:pathLst>
                <a:path w="6900" h="2742" extrusionOk="0">
                  <a:moveTo>
                    <a:pt x="0" y="1"/>
                  </a:moveTo>
                  <a:cubicBezTo>
                    <a:pt x="662" y="505"/>
                    <a:pt x="1134" y="1292"/>
                    <a:pt x="1292" y="2237"/>
                  </a:cubicBezTo>
                  <a:cubicBezTo>
                    <a:pt x="1355" y="2395"/>
                    <a:pt x="1292" y="2584"/>
                    <a:pt x="1260" y="2742"/>
                  </a:cubicBezTo>
                  <a:lnTo>
                    <a:pt x="6553" y="2742"/>
                  </a:lnTo>
                  <a:cubicBezTo>
                    <a:pt x="6742" y="2742"/>
                    <a:pt x="6900" y="2584"/>
                    <a:pt x="6900" y="2395"/>
                  </a:cubicBezTo>
                  <a:lnTo>
                    <a:pt x="69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14804;p136">
              <a:extLst>
                <a:ext uri="{FF2B5EF4-FFF2-40B4-BE49-F238E27FC236}">
                  <a16:creationId xmlns:a16="http://schemas.microsoft.com/office/drawing/2014/main" id="{6CAB6A43-FEBC-11A7-A5EF-39576BEE60C8}"/>
                </a:ext>
              </a:extLst>
            </p:cNvPr>
            <p:cNvSpPr/>
            <p:nvPr/>
          </p:nvSpPr>
          <p:spPr>
            <a:xfrm>
              <a:off x="-29756975" y="3183175"/>
              <a:ext cx="69325" cy="68550"/>
            </a:xfrm>
            <a:custGeom>
              <a:avLst/>
              <a:gdLst/>
              <a:ahLst/>
              <a:cxnLst/>
              <a:rect l="l" t="t" r="r" b="b"/>
              <a:pathLst>
                <a:path w="2773" h="2742" extrusionOk="0">
                  <a:moveTo>
                    <a:pt x="1387" y="0"/>
                  </a:moveTo>
                  <a:cubicBezTo>
                    <a:pt x="631" y="0"/>
                    <a:pt x="1" y="630"/>
                    <a:pt x="1" y="1386"/>
                  </a:cubicBezTo>
                  <a:cubicBezTo>
                    <a:pt x="1" y="2111"/>
                    <a:pt x="631" y="2741"/>
                    <a:pt x="1387" y="2741"/>
                  </a:cubicBezTo>
                  <a:cubicBezTo>
                    <a:pt x="2143" y="2741"/>
                    <a:pt x="2773" y="2174"/>
                    <a:pt x="2773" y="1386"/>
                  </a:cubicBezTo>
                  <a:cubicBezTo>
                    <a:pt x="2773" y="630"/>
                    <a:pt x="2143" y="0"/>
                    <a:pt x="13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14805;p136">
              <a:extLst>
                <a:ext uri="{FF2B5EF4-FFF2-40B4-BE49-F238E27FC236}">
                  <a16:creationId xmlns:a16="http://schemas.microsoft.com/office/drawing/2014/main" id="{BE1544AA-FF1C-AF2C-7FFD-057676922D58}"/>
                </a:ext>
              </a:extLst>
            </p:cNvPr>
            <p:cNvSpPr/>
            <p:nvPr/>
          </p:nvSpPr>
          <p:spPr>
            <a:xfrm>
              <a:off x="-29790850" y="3269025"/>
              <a:ext cx="137875" cy="68550"/>
            </a:xfrm>
            <a:custGeom>
              <a:avLst/>
              <a:gdLst/>
              <a:ahLst/>
              <a:cxnLst/>
              <a:rect l="l" t="t" r="r" b="b"/>
              <a:pathLst>
                <a:path w="5515" h="2742" extrusionOk="0">
                  <a:moveTo>
                    <a:pt x="2773" y="0"/>
                  </a:moveTo>
                  <a:cubicBezTo>
                    <a:pt x="1419" y="0"/>
                    <a:pt x="221" y="1040"/>
                    <a:pt x="32" y="2363"/>
                  </a:cubicBezTo>
                  <a:cubicBezTo>
                    <a:pt x="1" y="2552"/>
                    <a:pt x="158" y="2741"/>
                    <a:pt x="379" y="2741"/>
                  </a:cubicBezTo>
                  <a:lnTo>
                    <a:pt x="5136" y="2741"/>
                  </a:lnTo>
                  <a:cubicBezTo>
                    <a:pt x="5357" y="2741"/>
                    <a:pt x="5514" y="2552"/>
                    <a:pt x="5514" y="2363"/>
                  </a:cubicBezTo>
                  <a:cubicBezTo>
                    <a:pt x="5294" y="1008"/>
                    <a:pt x="4160" y="0"/>
                    <a:pt x="27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14806;p136">
              <a:extLst>
                <a:ext uri="{FF2B5EF4-FFF2-40B4-BE49-F238E27FC236}">
                  <a16:creationId xmlns:a16="http://schemas.microsoft.com/office/drawing/2014/main" id="{58C5E67B-E362-395D-C8D6-9B72D0A0E000}"/>
                </a:ext>
              </a:extLst>
            </p:cNvPr>
            <p:cNvSpPr/>
            <p:nvPr/>
          </p:nvSpPr>
          <p:spPr>
            <a:xfrm>
              <a:off x="-29911350" y="3321000"/>
              <a:ext cx="69325" cy="68550"/>
            </a:xfrm>
            <a:custGeom>
              <a:avLst/>
              <a:gdLst/>
              <a:ahLst/>
              <a:cxnLst/>
              <a:rect l="l" t="t" r="r" b="b"/>
              <a:pathLst>
                <a:path w="2773" h="2742" extrusionOk="0">
                  <a:moveTo>
                    <a:pt x="1387" y="1"/>
                  </a:moveTo>
                  <a:cubicBezTo>
                    <a:pt x="631" y="1"/>
                    <a:pt x="1" y="599"/>
                    <a:pt x="1" y="1387"/>
                  </a:cubicBezTo>
                  <a:cubicBezTo>
                    <a:pt x="1" y="2143"/>
                    <a:pt x="631" y="2742"/>
                    <a:pt x="1387" y="2742"/>
                  </a:cubicBezTo>
                  <a:cubicBezTo>
                    <a:pt x="2143" y="2742"/>
                    <a:pt x="2773" y="2143"/>
                    <a:pt x="2773" y="1387"/>
                  </a:cubicBezTo>
                  <a:cubicBezTo>
                    <a:pt x="2773" y="599"/>
                    <a:pt x="2143" y="1"/>
                    <a:pt x="13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14807;p136">
              <a:extLst>
                <a:ext uri="{FF2B5EF4-FFF2-40B4-BE49-F238E27FC236}">
                  <a16:creationId xmlns:a16="http://schemas.microsoft.com/office/drawing/2014/main" id="{5DA036FD-4A4E-014E-2544-2866ADB167FB}"/>
                </a:ext>
              </a:extLst>
            </p:cNvPr>
            <p:cNvSpPr/>
            <p:nvPr/>
          </p:nvSpPr>
          <p:spPr>
            <a:xfrm>
              <a:off x="-29946000" y="3406850"/>
              <a:ext cx="137075" cy="67775"/>
            </a:xfrm>
            <a:custGeom>
              <a:avLst/>
              <a:gdLst/>
              <a:ahLst/>
              <a:cxnLst/>
              <a:rect l="l" t="t" r="r" b="b"/>
              <a:pathLst>
                <a:path w="5483" h="2711" extrusionOk="0">
                  <a:moveTo>
                    <a:pt x="2773" y="1"/>
                  </a:moveTo>
                  <a:cubicBezTo>
                    <a:pt x="1387" y="1"/>
                    <a:pt x="252" y="1009"/>
                    <a:pt x="63" y="2300"/>
                  </a:cubicBezTo>
                  <a:cubicBezTo>
                    <a:pt x="0" y="2521"/>
                    <a:pt x="158" y="2710"/>
                    <a:pt x="410" y="2710"/>
                  </a:cubicBezTo>
                  <a:lnTo>
                    <a:pt x="5136" y="2710"/>
                  </a:lnTo>
                  <a:cubicBezTo>
                    <a:pt x="5325" y="2710"/>
                    <a:pt x="5482" y="2521"/>
                    <a:pt x="5482" y="2300"/>
                  </a:cubicBezTo>
                  <a:cubicBezTo>
                    <a:pt x="5293" y="1009"/>
                    <a:pt x="4159" y="1"/>
                    <a:pt x="27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2" name="Google Shape;14808;p136">
            <a:extLst>
              <a:ext uri="{FF2B5EF4-FFF2-40B4-BE49-F238E27FC236}">
                <a16:creationId xmlns:a16="http://schemas.microsoft.com/office/drawing/2014/main" id="{B55F0C51-92C8-79DE-0194-AD22A09112B3}"/>
              </a:ext>
            </a:extLst>
          </p:cNvPr>
          <p:cNvGrpSpPr/>
          <p:nvPr/>
        </p:nvGrpSpPr>
        <p:grpSpPr>
          <a:xfrm>
            <a:off x="3775277" y="2548457"/>
            <a:ext cx="359090" cy="354835"/>
            <a:chOff x="-34408675" y="3202075"/>
            <a:chExt cx="295375" cy="291875"/>
          </a:xfrm>
          <a:solidFill>
            <a:schemeClr val="accent1">
              <a:lumMod val="75000"/>
            </a:schemeClr>
          </a:solidFill>
        </p:grpSpPr>
        <p:sp>
          <p:nvSpPr>
            <p:cNvPr id="483" name="Google Shape;14809;p136">
              <a:extLst>
                <a:ext uri="{FF2B5EF4-FFF2-40B4-BE49-F238E27FC236}">
                  <a16:creationId xmlns:a16="http://schemas.microsoft.com/office/drawing/2014/main" id="{F7A17075-CB7E-D2FC-E418-0B8DBBF8E53A}"/>
                </a:ext>
              </a:extLst>
            </p:cNvPr>
            <p:cNvSpPr/>
            <p:nvPr/>
          </p:nvSpPr>
          <p:spPr>
            <a:xfrm>
              <a:off x="-34274775" y="3202075"/>
              <a:ext cx="161475" cy="161475"/>
            </a:xfrm>
            <a:custGeom>
              <a:avLst/>
              <a:gdLst/>
              <a:ahLst/>
              <a:cxnLst/>
              <a:rect l="l" t="t" r="r" b="b"/>
              <a:pathLst>
                <a:path w="6459" h="6459" extrusionOk="0">
                  <a:moveTo>
                    <a:pt x="3718" y="0"/>
                  </a:moveTo>
                  <a:cubicBezTo>
                    <a:pt x="3560" y="0"/>
                    <a:pt x="3434" y="63"/>
                    <a:pt x="3403" y="189"/>
                  </a:cubicBezTo>
                  <a:cubicBezTo>
                    <a:pt x="3340" y="315"/>
                    <a:pt x="3340" y="473"/>
                    <a:pt x="3466" y="536"/>
                  </a:cubicBezTo>
                  <a:lnTo>
                    <a:pt x="4190" y="1261"/>
                  </a:lnTo>
                  <a:lnTo>
                    <a:pt x="1260" y="4159"/>
                  </a:lnTo>
                  <a:lnTo>
                    <a:pt x="567" y="3466"/>
                  </a:lnTo>
                  <a:cubicBezTo>
                    <a:pt x="496" y="3395"/>
                    <a:pt x="390" y="3360"/>
                    <a:pt x="288" y="3360"/>
                  </a:cubicBezTo>
                  <a:cubicBezTo>
                    <a:pt x="254" y="3360"/>
                    <a:pt x="221" y="3363"/>
                    <a:pt x="189" y="3371"/>
                  </a:cubicBezTo>
                  <a:cubicBezTo>
                    <a:pt x="95" y="3403"/>
                    <a:pt x="0" y="3560"/>
                    <a:pt x="0" y="3686"/>
                  </a:cubicBezTo>
                  <a:lnTo>
                    <a:pt x="0" y="6081"/>
                  </a:lnTo>
                  <a:cubicBezTo>
                    <a:pt x="0" y="6301"/>
                    <a:pt x="158" y="6459"/>
                    <a:pt x="347" y="6459"/>
                  </a:cubicBezTo>
                  <a:lnTo>
                    <a:pt x="2773" y="6459"/>
                  </a:lnTo>
                  <a:cubicBezTo>
                    <a:pt x="2930" y="6459"/>
                    <a:pt x="3025" y="6364"/>
                    <a:pt x="3088" y="6238"/>
                  </a:cubicBezTo>
                  <a:cubicBezTo>
                    <a:pt x="3119" y="6144"/>
                    <a:pt x="3119" y="5986"/>
                    <a:pt x="2993" y="5892"/>
                  </a:cubicBezTo>
                  <a:lnTo>
                    <a:pt x="2300" y="5199"/>
                  </a:lnTo>
                  <a:lnTo>
                    <a:pt x="5198" y="2269"/>
                  </a:lnTo>
                  <a:lnTo>
                    <a:pt x="5923" y="2993"/>
                  </a:lnTo>
                  <a:cubicBezTo>
                    <a:pt x="5969" y="3039"/>
                    <a:pt x="6066" y="3069"/>
                    <a:pt x="6164" y="3069"/>
                  </a:cubicBezTo>
                  <a:cubicBezTo>
                    <a:pt x="6200" y="3069"/>
                    <a:pt x="6236" y="3065"/>
                    <a:pt x="6270" y="3056"/>
                  </a:cubicBezTo>
                  <a:cubicBezTo>
                    <a:pt x="6396" y="3025"/>
                    <a:pt x="6459" y="2867"/>
                    <a:pt x="6459" y="2741"/>
                  </a:cubicBezTo>
                  <a:lnTo>
                    <a:pt x="6459" y="347"/>
                  </a:lnTo>
                  <a:cubicBezTo>
                    <a:pt x="6459" y="158"/>
                    <a:pt x="6301" y="0"/>
                    <a:pt x="61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14810;p136">
              <a:extLst>
                <a:ext uri="{FF2B5EF4-FFF2-40B4-BE49-F238E27FC236}">
                  <a16:creationId xmlns:a16="http://schemas.microsoft.com/office/drawing/2014/main" id="{372A011E-7232-F5CE-4F7E-C7BCFA216035}"/>
                </a:ext>
              </a:extLst>
            </p:cNvPr>
            <p:cNvSpPr/>
            <p:nvPr/>
          </p:nvSpPr>
          <p:spPr>
            <a:xfrm>
              <a:off x="-34378750" y="3263175"/>
              <a:ext cx="76425" cy="73600"/>
            </a:xfrm>
            <a:custGeom>
              <a:avLst/>
              <a:gdLst/>
              <a:ahLst/>
              <a:cxnLst/>
              <a:rect l="l" t="t" r="r" b="b"/>
              <a:pathLst>
                <a:path w="3057" h="2944" extrusionOk="0">
                  <a:moveTo>
                    <a:pt x="970" y="1"/>
                  </a:moveTo>
                  <a:cubicBezTo>
                    <a:pt x="685" y="1"/>
                    <a:pt x="405" y="114"/>
                    <a:pt x="221" y="297"/>
                  </a:cubicBezTo>
                  <a:lnTo>
                    <a:pt x="1" y="549"/>
                  </a:lnTo>
                  <a:lnTo>
                    <a:pt x="2395" y="2944"/>
                  </a:lnTo>
                  <a:lnTo>
                    <a:pt x="2678" y="2755"/>
                  </a:lnTo>
                  <a:cubicBezTo>
                    <a:pt x="3056" y="2345"/>
                    <a:pt x="3056" y="1683"/>
                    <a:pt x="2678" y="1274"/>
                  </a:cubicBezTo>
                  <a:lnTo>
                    <a:pt x="1670" y="297"/>
                  </a:lnTo>
                  <a:cubicBezTo>
                    <a:pt x="1478" y="90"/>
                    <a:pt x="1222" y="1"/>
                    <a:pt x="9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14811;p136">
              <a:extLst>
                <a:ext uri="{FF2B5EF4-FFF2-40B4-BE49-F238E27FC236}">
                  <a16:creationId xmlns:a16="http://schemas.microsoft.com/office/drawing/2014/main" id="{5C10C1C5-E7DB-C393-A6D9-66DBE447F3AA}"/>
                </a:ext>
              </a:extLst>
            </p:cNvPr>
            <p:cNvSpPr/>
            <p:nvPr/>
          </p:nvSpPr>
          <p:spPr>
            <a:xfrm>
              <a:off x="-34250375" y="3392300"/>
              <a:ext cx="77225" cy="74425"/>
            </a:xfrm>
            <a:custGeom>
              <a:avLst/>
              <a:gdLst/>
              <a:ahLst/>
              <a:cxnLst/>
              <a:rect l="l" t="t" r="r" b="b"/>
              <a:pathLst>
                <a:path w="3089" h="2977" extrusionOk="0">
                  <a:moveTo>
                    <a:pt x="999" y="0"/>
                  </a:moveTo>
                  <a:cubicBezTo>
                    <a:pt x="787" y="0"/>
                    <a:pt x="577" y="66"/>
                    <a:pt x="410" y="205"/>
                  </a:cubicBezTo>
                  <a:cubicBezTo>
                    <a:pt x="379" y="205"/>
                    <a:pt x="316" y="268"/>
                    <a:pt x="284" y="299"/>
                  </a:cubicBezTo>
                  <a:lnTo>
                    <a:pt x="1" y="583"/>
                  </a:lnTo>
                  <a:lnTo>
                    <a:pt x="2427" y="2977"/>
                  </a:lnTo>
                  <a:lnTo>
                    <a:pt x="2679" y="2693"/>
                  </a:lnTo>
                  <a:cubicBezTo>
                    <a:pt x="3088" y="2315"/>
                    <a:pt x="3088" y="1622"/>
                    <a:pt x="2679" y="1244"/>
                  </a:cubicBezTo>
                  <a:lnTo>
                    <a:pt x="1734" y="299"/>
                  </a:lnTo>
                  <a:cubicBezTo>
                    <a:pt x="1540" y="105"/>
                    <a:pt x="1267" y="0"/>
                    <a:pt x="9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14812;p136">
              <a:extLst>
                <a:ext uri="{FF2B5EF4-FFF2-40B4-BE49-F238E27FC236}">
                  <a16:creationId xmlns:a16="http://schemas.microsoft.com/office/drawing/2014/main" id="{6ED5AE2F-A6D7-D8B6-6CA7-196F3CFF2E9A}"/>
                </a:ext>
              </a:extLst>
            </p:cNvPr>
            <p:cNvSpPr/>
            <p:nvPr/>
          </p:nvSpPr>
          <p:spPr>
            <a:xfrm>
              <a:off x="-34408675" y="3290275"/>
              <a:ext cx="207150" cy="203675"/>
            </a:xfrm>
            <a:custGeom>
              <a:avLst/>
              <a:gdLst/>
              <a:ahLst/>
              <a:cxnLst/>
              <a:rect l="l" t="t" r="r" b="b"/>
              <a:pathLst>
                <a:path w="8286" h="8147" extrusionOk="0">
                  <a:moveTo>
                    <a:pt x="725" y="1"/>
                  </a:moveTo>
                  <a:cubicBezTo>
                    <a:pt x="95" y="631"/>
                    <a:pt x="0" y="1387"/>
                    <a:pt x="284" y="2017"/>
                  </a:cubicBezTo>
                  <a:cubicBezTo>
                    <a:pt x="1387" y="4223"/>
                    <a:pt x="3938" y="6774"/>
                    <a:pt x="6270" y="7972"/>
                  </a:cubicBezTo>
                  <a:cubicBezTo>
                    <a:pt x="6499" y="8086"/>
                    <a:pt x="6745" y="8147"/>
                    <a:pt x="6996" y="8147"/>
                  </a:cubicBezTo>
                  <a:cubicBezTo>
                    <a:pt x="7434" y="8147"/>
                    <a:pt x="7886" y="7963"/>
                    <a:pt x="8286" y="7562"/>
                  </a:cubicBezTo>
                  <a:lnTo>
                    <a:pt x="72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7" name="Google Shape;14813;p136">
            <a:extLst>
              <a:ext uri="{FF2B5EF4-FFF2-40B4-BE49-F238E27FC236}">
                <a16:creationId xmlns:a16="http://schemas.microsoft.com/office/drawing/2014/main" id="{0B9DC323-7098-25B8-4E56-7FF6211E5F4F}"/>
              </a:ext>
            </a:extLst>
          </p:cNvPr>
          <p:cNvGrpSpPr/>
          <p:nvPr/>
        </p:nvGrpSpPr>
        <p:grpSpPr>
          <a:xfrm>
            <a:off x="3777191" y="2989288"/>
            <a:ext cx="355260" cy="356932"/>
            <a:chOff x="-34405525" y="3558075"/>
            <a:chExt cx="292225" cy="293600"/>
          </a:xfrm>
          <a:solidFill>
            <a:schemeClr val="accent1">
              <a:lumMod val="75000"/>
            </a:schemeClr>
          </a:solidFill>
        </p:grpSpPr>
        <p:sp>
          <p:nvSpPr>
            <p:cNvPr id="488" name="Google Shape;14814;p136">
              <a:extLst>
                <a:ext uri="{FF2B5EF4-FFF2-40B4-BE49-F238E27FC236}">
                  <a16:creationId xmlns:a16="http://schemas.microsoft.com/office/drawing/2014/main" id="{205988B7-E545-3657-D14E-CC91A6483CC6}"/>
                </a:ext>
              </a:extLst>
            </p:cNvPr>
            <p:cNvSpPr/>
            <p:nvPr/>
          </p:nvSpPr>
          <p:spPr>
            <a:xfrm>
              <a:off x="-34303150" y="3663825"/>
              <a:ext cx="189850" cy="187850"/>
            </a:xfrm>
            <a:custGeom>
              <a:avLst/>
              <a:gdLst/>
              <a:ahLst/>
              <a:cxnLst/>
              <a:rect l="l" t="t" r="r" b="b"/>
              <a:pathLst>
                <a:path w="7594" h="7514" extrusionOk="0">
                  <a:moveTo>
                    <a:pt x="5487" y="0"/>
                  </a:moveTo>
                  <a:cubicBezTo>
                    <a:pt x="5380" y="0"/>
                    <a:pt x="5278" y="8"/>
                    <a:pt x="5168" y="24"/>
                  </a:cubicBezTo>
                  <a:cubicBezTo>
                    <a:pt x="4349" y="181"/>
                    <a:pt x="3656" y="843"/>
                    <a:pt x="3561" y="1630"/>
                  </a:cubicBezTo>
                  <a:cubicBezTo>
                    <a:pt x="3467" y="2198"/>
                    <a:pt x="3561" y="2513"/>
                    <a:pt x="3719" y="2891"/>
                  </a:cubicBezTo>
                  <a:lnTo>
                    <a:pt x="285" y="6325"/>
                  </a:lnTo>
                  <a:cubicBezTo>
                    <a:pt x="1" y="6608"/>
                    <a:pt x="1" y="7049"/>
                    <a:pt x="285" y="7301"/>
                  </a:cubicBezTo>
                  <a:cubicBezTo>
                    <a:pt x="426" y="7443"/>
                    <a:pt x="600" y="7514"/>
                    <a:pt x="773" y="7514"/>
                  </a:cubicBezTo>
                  <a:cubicBezTo>
                    <a:pt x="946" y="7514"/>
                    <a:pt x="1119" y="7443"/>
                    <a:pt x="1261" y="7301"/>
                  </a:cubicBezTo>
                  <a:lnTo>
                    <a:pt x="4695" y="3899"/>
                  </a:lnTo>
                  <a:cubicBezTo>
                    <a:pt x="5022" y="4016"/>
                    <a:pt x="5280" y="4080"/>
                    <a:pt x="5597" y="4080"/>
                  </a:cubicBezTo>
                  <a:cubicBezTo>
                    <a:pt x="5708" y="4080"/>
                    <a:pt x="5825" y="4073"/>
                    <a:pt x="5955" y="4056"/>
                  </a:cubicBezTo>
                  <a:cubicBezTo>
                    <a:pt x="6775" y="3899"/>
                    <a:pt x="7436" y="3206"/>
                    <a:pt x="7562" y="2418"/>
                  </a:cubicBezTo>
                  <a:cubicBezTo>
                    <a:pt x="7594" y="2198"/>
                    <a:pt x="7594" y="1945"/>
                    <a:pt x="7562" y="1756"/>
                  </a:cubicBezTo>
                  <a:cubicBezTo>
                    <a:pt x="7562" y="1630"/>
                    <a:pt x="7436" y="1504"/>
                    <a:pt x="7310" y="1473"/>
                  </a:cubicBezTo>
                  <a:cubicBezTo>
                    <a:pt x="7287" y="1465"/>
                    <a:pt x="7259" y="1461"/>
                    <a:pt x="7229" y="1461"/>
                  </a:cubicBezTo>
                  <a:cubicBezTo>
                    <a:pt x="7141" y="1461"/>
                    <a:pt x="7034" y="1497"/>
                    <a:pt x="6964" y="1567"/>
                  </a:cubicBezTo>
                  <a:lnTo>
                    <a:pt x="6491" y="2040"/>
                  </a:lnTo>
                  <a:cubicBezTo>
                    <a:pt x="6365" y="2166"/>
                    <a:pt x="6192" y="2229"/>
                    <a:pt x="6014" y="2229"/>
                  </a:cubicBezTo>
                  <a:cubicBezTo>
                    <a:pt x="5837" y="2229"/>
                    <a:pt x="5656" y="2166"/>
                    <a:pt x="5514" y="2040"/>
                  </a:cubicBezTo>
                  <a:cubicBezTo>
                    <a:pt x="5231" y="1756"/>
                    <a:pt x="5231" y="1315"/>
                    <a:pt x="5514" y="1032"/>
                  </a:cubicBezTo>
                  <a:lnTo>
                    <a:pt x="6018" y="622"/>
                  </a:lnTo>
                  <a:cubicBezTo>
                    <a:pt x="6113" y="528"/>
                    <a:pt x="6144" y="370"/>
                    <a:pt x="6113" y="276"/>
                  </a:cubicBezTo>
                  <a:cubicBezTo>
                    <a:pt x="6050" y="150"/>
                    <a:pt x="5955" y="55"/>
                    <a:pt x="5829" y="24"/>
                  </a:cubicBezTo>
                  <a:cubicBezTo>
                    <a:pt x="5703" y="8"/>
                    <a:pt x="5593" y="0"/>
                    <a:pt x="54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14815;p136">
              <a:extLst>
                <a:ext uri="{FF2B5EF4-FFF2-40B4-BE49-F238E27FC236}">
                  <a16:creationId xmlns:a16="http://schemas.microsoft.com/office/drawing/2014/main" id="{4673DAB4-7EA1-076C-0A86-19BEFD908D9D}"/>
                </a:ext>
              </a:extLst>
            </p:cNvPr>
            <p:cNvSpPr/>
            <p:nvPr/>
          </p:nvSpPr>
          <p:spPr>
            <a:xfrm>
              <a:off x="-34250375" y="3565950"/>
              <a:ext cx="46500" cy="46500"/>
            </a:xfrm>
            <a:custGeom>
              <a:avLst/>
              <a:gdLst/>
              <a:ahLst/>
              <a:cxnLst/>
              <a:rect l="l" t="t" r="r" b="b"/>
              <a:pathLst>
                <a:path w="1860" h="1860" extrusionOk="0">
                  <a:moveTo>
                    <a:pt x="1" y="1"/>
                  </a:moveTo>
                  <a:lnTo>
                    <a:pt x="1" y="1859"/>
                  </a:lnTo>
                  <a:lnTo>
                    <a:pt x="1860" y="1859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14816;p136">
              <a:extLst>
                <a:ext uri="{FF2B5EF4-FFF2-40B4-BE49-F238E27FC236}">
                  <a16:creationId xmlns:a16="http://schemas.microsoft.com/office/drawing/2014/main" id="{7A32927A-48D2-C5D8-EF1E-9C23AB7657F7}"/>
                </a:ext>
              </a:extLst>
            </p:cNvPr>
            <p:cNvSpPr/>
            <p:nvPr/>
          </p:nvSpPr>
          <p:spPr>
            <a:xfrm>
              <a:off x="-34405525" y="3558075"/>
              <a:ext cx="206375" cy="276475"/>
            </a:xfrm>
            <a:custGeom>
              <a:avLst/>
              <a:gdLst/>
              <a:ahLst/>
              <a:cxnLst/>
              <a:rect l="l" t="t" r="r" b="b"/>
              <a:pathLst>
                <a:path w="8255" h="11059" extrusionOk="0">
                  <a:moveTo>
                    <a:pt x="3812" y="1450"/>
                  </a:moveTo>
                  <a:cubicBezTo>
                    <a:pt x="4001" y="1450"/>
                    <a:pt x="4159" y="1607"/>
                    <a:pt x="4159" y="1796"/>
                  </a:cubicBezTo>
                  <a:cubicBezTo>
                    <a:pt x="4159" y="2017"/>
                    <a:pt x="4001" y="2174"/>
                    <a:pt x="3812" y="2174"/>
                  </a:cubicBezTo>
                  <a:cubicBezTo>
                    <a:pt x="3623" y="2174"/>
                    <a:pt x="3466" y="2017"/>
                    <a:pt x="3466" y="1796"/>
                  </a:cubicBezTo>
                  <a:cubicBezTo>
                    <a:pt x="3466" y="1607"/>
                    <a:pt x="3623" y="1450"/>
                    <a:pt x="3812" y="1450"/>
                  </a:cubicBezTo>
                  <a:close/>
                  <a:moveTo>
                    <a:pt x="3812" y="2836"/>
                  </a:moveTo>
                  <a:cubicBezTo>
                    <a:pt x="4001" y="2836"/>
                    <a:pt x="4159" y="2993"/>
                    <a:pt x="4159" y="3183"/>
                  </a:cubicBezTo>
                  <a:lnTo>
                    <a:pt x="4159" y="5293"/>
                  </a:lnTo>
                  <a:cubicBezTo>
                    <a:pt x="4159" y="5482"/>
                    <a:pt x="4001" y="5640"/>
                    <a:pt x="3812" y="5640"/>
                  </a:cubicBezTo>
                  <a:cubicBezTo>
                    <a:pt x="3623" y="5640"/>
                    <a:pt x="3466" y="5482"/>
                    <a:pt x="3466" y="5293"/>
                  </a:cubicBezTo>
                  <a:lnTo>
                    <a:pt x="3466" y="3183"/>
                  </a:lnTo>
                  <a:cubicBezTo>
                    <a:pt x="3466" y="2993"/>
                    <a:pt x="3623" y="2836"/>
                    <a:pt x="3812" y="2836"/>
                  </a:cubicBezTo>
                  <a:close/>
                  <a:moveTo>
                    <a:pt x="5860" y="6301"/>
                  </a:moveTo>
                  <a:cubicBezTo>
                    <a:pt x="6049" y="6301"/>
                    <a:pt x="6207" y="6459"/>
                    <a:pt x="6207" y="6648"/>
                  </a:cubicBezTo>
                  <a:cubicBezTo>
                    <a:pt x="6207" y="6837"/>
                    <a:pt x="6049" y="6995"/>
                    <a:pt x="5860" y="6995"/>
                  </a:cubicBezTo>
                  <a:lnTo>
                    <a:pt x="1733" y="6995"/>
                  </a:lnTo>
                  <a:cubicBezTo>
                    <a:pt x="1544" y="6995"/>
                    <a:pt x="1387" y="6837"/>
                    <a:pt x="1387" y="6648"/>
                  </a:cubicBezTo>
                  <a:cubicBezTo>
                    <a:pt x="1387" y="6459"/>
                    <a:pt x="1544" y="6301"/>
                    <a:pt x="1733" y="6301"/>
                  </a:cubicBezTo>
                  <a:close/>
                  <a:moveTo>
                    <a:pt x="4537" y="7688"/>
                  </a:moveTo>
                  <a:cubicBezTo>
                    <a:pt x="4726" y="7688"/>
                    <a:pt x="4884" y="7845"/>
                    <a:pt x="4884" y="8034"/>
                  </a:cubicBezTo>
                  <a:cubicBezTo>
                    <a:pt x="4884" y="8223"/>
                    <a:pt x="4726" y="8381"/>
                    <a:pt x="4537" y="8381"/>
                  </a:cubicBezTo>
                  <a:lnTo>
                    <a:pt x="1733" y="8381"/>
                  </a:lnTo>
                  <a:cubicBezTo>
                    <a:pt x="1544" y="8381"/>
                    <a:pt x="1387" y="8223"/>
                    <a:pt x="1387" y="8034"/>
                  </a:cubicBezTo>
                  <a:cubicBezTo>
                    <a:pt x="1387" y="7845"/>
                    <a:pt x="1544" y="7688"/>
                    <a:pt x="1733" y="7688"/>
                  </a:cubicBezTo>
                  <a:close/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10681"/>
                  </a:lnTo>
                  <a:cubicBezTo>
                    <a:pt x="0" y="10964"/>
                    <a:pt x="158" y="11059"/>
                    <a:pt x="347" y="11059"/>
                  </a:cubicBezTo>
                  <a:lnTo>
                    <a:pt x="3466" y="11059"/>
                  </a:lnTo>
                  <a:cubicBezTo>
                    <a:pt x="3466" y="10712"/>
                    <a:pt x="3592" y="10366"/>
                    <a:pt x="3844" y="10082"/>
                  </a:cubicBezTo>
                  <a:lnTo>
                    <a:pt x="4254" y="9704"/>
                  </a:lnTo>
                  <a:lnTo>
                    <a:pt x="1702" y="9704"/>
                  </a:lnTo>
                  <a:cubicBezTo>
                    <a:pt x="1481" y="9704"/>
                    <a:pt x="1324" y="9546"/>
                    <a:pt x="1324" y="9326"/>
                  </a:cubicBezTo>
                  <a:cubicBezTo>
                    <a:pt x="1324" y="9137"/>
                    <a:pt x="1481" y="8979"/>
                    <a:pt x="1702" y="8979"/>
                  </a:cubicBezTo>
                  <a:lnTo>
                    <a:pt x="4915" y="8979"/>
                  </a:lnTo>
                  <a:lnTo>
                    <a:pt x="6963" y="6932"/>
                  </a:lnTo>
                  <a:cubicBezTo>
                    <a:pt x="6900" y="6585"/>
                    <a:pt x="6805" y="6238"/>
                    <a:pt x="6931" y="5703"/>
                  </a:cubicBezTo>
                  <a:cubicBezTo>
                    <a:pt x="7089" y="4915"/>
                    <a:pt x="7562" y="4254"/>
                    <a:pt x="8255" y="3876"/>
                  </a:cubicBezTo>
                  <a:lnTo>
                    <a:pt x="8255" y="2773"/>
                  </a:lnTo>
                  <a:lnTo>
                    <a:pt x="5860" y="2773"/>
                  </a:lnTo>
                  <a:cubicBezTo>
                    <a:pt x="5671" y="2773"/>
                    <a:pt x="5514" y="2615"/>
                    <a:pt x="5514" y="2395"/>
                  </a:cubicBezTo>
                  <a:lnTo>
                    <a:pt x="55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1" name="Google Shape;14817;p136">
            <a:extLst>
              <a:ext uri="{FF2B5EF4-FFF2-40B4-BE49-F238E27FC236}">
                <a16:creationId xmlns:a16="http://schemas.microsoft.com/office/drawing/2014/main" id="{3171A19A-A367-409D-F0EA-13F0D3DDB0BF}"/>
              </a:ext>
            </a:extLst>
          </p:cNvPr>
          <p:cNvGrpSpPr/>
          <p:nvPr/>
        </p:nvGrpSpPr>
        <p:grpSpPr>
          <a:xfrm>
            <a:off x="3776704" y="3426775"/>
            <a:ext cx="356233" cy="354288"/>
            <a:chOff x="-34406325" y="3919600"/>
            <a:chExt cx="293025" cy="291425"/>
          </a:xfrm>
          <a:solidFill>
            <a:schemeClr val="accent1">
              <a:lumMod val="75000"/>
            </a:schemeClr>
          </a:solidFill>
        </p:grpSpPr>
        <p:sp>
          <p:nvSpPr>
            <p:cNvPr id="492" name="Google Shape;14818;p136">
              <a:extLst>
                <a:ext uri="{FF2B5EF4-FFF2-40B4-BE49-F238E27FC236}">
                  <a16:creationId xmlns:a16="http://schemas.microsoft.com/office/drawing/2014/main" id="{60E32050-3887-B99E-2F81-23741D7C834E}"/>
                </a:ext>
              </a:extLst>
            </p:cNvPr>
            <p:cNvSpPr/>
            <p:nvPr/>
          </p:nvSpPr>
          <p:spPr>
            <a:xfrm>
              <a:off x="-34167675" y="3932000"/>
              <a:ext cx="42550" cy="40575"/>
            </a:xfrm>
            <a:custGeom>
              <a:avLst/>
              <a:gdLst/>
              <a:ahLst/>
              <a:cxnLst/>
              <a:rect l="l" t="t" r="r" b="b"/>
              <a:pathLst>
                <a:path w="1702" h="1623" extrusionOk="0">
                  <a:moveTo>
                    <a:pt x="1352" y="0"/>
                  </a:moveTo>
                  <a:cubicBezTo>
                    <a:pt x="1261" y="0"/>
                    <a:pt x="1167" y="24"/>
                    <a:pt x="1104" y="71"/>
                  </a:cubicBezTo>
                  <a:lnTo>
                    <a:pt x="127" y="1079"/>
                  </a:lnTo>
                  <a:cubicBezTo>
                    <a:pt x="1" y="1205"/>
                    <a:pt x="1" y="1426"/>
                    <a:pt x="127" y="1552"/>
                  </a:cubicBezTo>
                  <a:cubicBezTo>
                    <a:pt x="190" y="1599"/>
                    <a:pt x="284" y="1623"/>
                    <a:pt x="375" y="1623"/>
                  </a:cubicBezTo>
                  <a:cubicBezTo>
                    <a:pt x="466" y="1623"/>
                    <a:pt x="552" y="1599"/>
                    <a:pt x="599" y="1552"/>
                  </a:cubicBezTo>
                  <a:lnTo>
                    <a:pt x="1576" y="544"/>
                  </a:lnTo>
                  <a:cubicBezTo>
                    <a:pt x="1702" y="449"/>
                    <a:pt x="1702" y="260"/>
                    <a:pt x="1576" y="71"/>
                  </a:cubicBezTo>
                  <a:cubicBezTo>
                    <a:pt x="1529" y="24"/>
                    <a:pt x="1442" y="0"/>
                    <a:pt x="13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14819;p136">
              <a:extLst>
                <a:ext uri="{FF2B5EF4-FFF2-40B4-BE49-F238E27FC236}">
                  <a16:creationId xmlns:a16="http://schemas.microsoft.com/office/drawing/2014/main" id="{41548474-15FC-FFAE-6432-0FE878D7ED7D}"/>
                </a:ext>
              </a:extLst>
            </p:cNvPr>
            <p:cNvSpPr/>
            <p:nvPr/>
          </p:nvSpPr>
          <p:spPr>
            <a:xfrm>
              <a:off x="-34286600" y="3922950"/>
              <a:ext cx="171725" cy="167575"/>
            </a:xfrm>
            <a:custGeom>
              <a:avLst/>
              <a:gdLst/>
              <a:ahLst/>
              <a:cxnLst/>
              <a:rect l="l" t="t" r="r" b="b"/>
              <a:pathLst>
                <a:path w="6869" h="6703" extrusionOk="0">
                  <a:moveTo>
                    <a:pt x="772" y="0"/>
                  </a:moveTo>
                  <a:cubicBezTo>
                    <a:pt x="599" y="0"/>
                    <a:pt x="426" y="71"/>
                    <a:pt x="284" y="213"/>
                  </a:cubicBezTo>
                  <a:cubicBezTo>
                    <a:pt x="1" y="496"/>
                    <a:pt x="1" y="937"/>
                    <a:pt x="284" y="1189"/>
                  </a:cubicBezTo>
                  <a:lnTo>
                    <a:pt x="5608" y="6514"/>
                  </a:lnTo>
                  <a:cubicBezTo>
                    <a:pt x="5734" y="6640"/>
                    <a:pt x="5908" y="6703"/>
                    <a:pt x="6085" y="6703"/>
                  </a:cubicBezTo>
                  <a:cubicBezTo>
                    <a:pt x="6262" y="6703"/>
                    <a:pt x="6443" y="6640"/>
                    <a:pt x="6585" y="6514"/>
                  </a:cubicBezTo>
                  <a:cubicBezTo>
                    <a:pt x="6869" y="6230"/>
                    <a:pt x="6869" y="5821"/>
                    <a:pt x="6585" y="5537"/>
                  </a:cubicBezTo>
                  <a:lnTo>
                    <a:pt x="1261" y="213"/>
                  </a:lnTo>
                  <a:cubicBezTo>
                    <a:pt x="1119" y="71"/>
                    <a:pt x="946" y="0"/>
                    <a:pt x="7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14820;p136">
              <a:extLst>
                <a:ext uri="{FF2B5EF4-FFF2-40B4-BE49-F238E27FC236}">
                  <a16:creationId xmlns:a16="http://schemas.microsoft.com/office/drawing/2014/main" id="{C2BA7E06-3D9B-5F1B-4E5A-C34C9E1B50B8}"/>
                </a:ext>
              </a:extLst>
            </p:cNvPr>
            <p:cNvSpPr/>
            <p:nvPr/>
          </p:nvSpPr>
          <p:spPr>
            <a:xfrm>
              <a:off x="-34406325" y="4115900"/>
              <a:ext cx="98475" cy="95125"/>
            </a:xfrm>
            <a:custGeom>
              <a:avLst/>
              <a:gdLst/>
              <a:ahLst/>
              <a:cxnLst/>
              <a:rect l="l" t="t" r="r" b="b"/>
              <a:pathLst>
                <a:path w="3939" h="3805" extrusionOk="0">
                  <a:moveTo>
                    <a:pt x="757" y="1"/>
                  </a:moveTo>
                  <a:cubicBezTo>
                    <a:pt x="576" y="1"/>
                    <a:pt x="395" y="72"/>
                    <a:pt x="253" y="213"/>
                  </a:cubicBezTo>
                  <a:cubicBezTo>
                    <a:pt x="1" y="497"/>
                    <a:pt x="1" y="938"/>
                    <a:pt x="253" y="1190"/>
                  </a:cubicBezTo>
                  <a:lnTo>
                    <a:pt x="2679" y="3616"/>
                  </a:lnTo>
                  <a:cubicBezTo>
                    <a:pt x="2805" y="3742"/>
                    <a:pt x="2978" y="3805"/>
                    <a:pt x="3155" y="3805"/>
                  </a:cubicBezTo>
                  <a:cubicBezTo>
                    <a:pt x="3332" y="3805"/>
                    <a:pt x="3514" y="3742"/>
                    <a:pt x="3655" y="3616"/>
                  </a:cubicBezTo>
                  <a:cubicBezTo>
                    <a:pt x="3939" y="3332"/>
                    <a:pt x="3939" y="2891"/>
                    <a:pt x="3655" y="2608"/>
                  </a:cubicBezTo>
                  <a:lnTo>
                    <a:pt x="1261" y="213"/>
                  </a:lnTo>
                  <a:cubicBezTo>
                    <a:pt x="1119" y="72"/>
                    <a:pt x="938" y="1"/>
                    <a:pt x="7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14821;p136">
              <a:extLst>
                <a:ext uri="{FF2B5EF4-FFF2-40B4-BE49-F238E27FC236}">
                  <a16:creationId xmlns:a16="http://schemas.microsoft.com/office/drawing/2014/main" id="{909D5778-B794-991E-C1C7-1AB908E8D701}"/>
                </a:ext>
              </a:extLst>
            </p:cNvPr>
            <p:cNvSpPr/>
            <p:nvPr/>
          </p:nvSpPr>
          <p:spPr>
            <a:xfrm>
              <a:off x="-34364575" y="3966850"/>
              <a:ext cx="204025" cy="204025"/>
            </a:xfrm>
            <a:custGeom>
              <a:avLst/>
              <a:gdLst/>
              <a:ahLst/>
              <a:cxnLst/>
              <a:rect l="l" t="t" r="r" b="b"/>
              <a:pathLst>
                <a:path w="8161" h="8161" extrusionOk="0">
                  <a:moveTo>
                    <a:pt x="2994" y="1"/>
                  </a:moveTo>
                  <a:lnTo>
                    <a:pt x="2489" y="1576"/>
                  </a:lnTo>
                  <a:cubicBezTo>
                    <a:pt x="1985" y="3088"/>
                    <a:pt x="1166" y="4474"/>
                    <a:pt x="1" y="5703"/>
                  </a:cubicBezTo>
                  <a:lnTo>
                    <a:pt x="2458" y="8160"/>
                  </a:lnTo>
                  <a:cubicBezTo>
                    <a:pt x="3687" y="6995"/>
                    <a:pt x="5104" y="6175"/>
                    <a:pt x="6585" y="5671"/>
                  </a:cubicBezTo>
                  <a:lnTo>
                    <a:pt x="8160" y="5136"/>
                  </a:lnTo>
                  <a:lnTo>
                    <a:pt x="299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14822;p136">
              <a:extLst>
                <a:ext uri="{FF2B5EF4-FFF2-40B4-BE49-F238E27FC236}">
                  <a16:creationId xmlns:a16="http://schemas.microsoft.com/office/drawing/2014/main" id="{712A07E5-9653-43E6-CD26-40E4F4FA56B6}"/>
                </a:ext>
              </a:extLst>
            </p:cNvPr>
            <p:cNvSpPr/>
            <p:nvPr/>
          </p:nvSpPr>
          <p:spPr>
            <a:xfrm>
              <a:off x="-34200750" y="3919600"/>
              <a:ext cx="17350" cy="33875"/>
            </a:xfrm>
            <a:custGeom>
              <a:avLst/>
              <a:gdLst/>
              <a:ahLst/>
              <a:cxnLst/>
              <a:rect l="l" t="t" r="r" b="b"/>
              <a:pathLst>
                <a:path w="694" h="1355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1008"/>
                  </a:lnTo>
                  <a:cubicBezTo>
                    <a:pt x="1" y="1229"/>
                    <a:pt x="158" y="1355"/>
                    <a:pt x="347" y="1355"/>
                  </a:cubicBezTo>
                  <a:cubicBezTo>
                    <a:pt x="536" y="1355"/>
                    <a:pt x="694" y="1229"/>
                    <a:pt x="694" y="1008"/>
                  </a:cubicBezTo>
                  <a:lnTo>
                    <a:pt x="694" y="347"/>
                  </a:lnTo>
                  <a:cubicBezTo>
                    <a:pt x="694" y="158"/>
                    <a:pt x="536" y="0"/>
                    <a:pt x="3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14823;p136">
              <a:extLst>
                <a:ext uri="{FF2B5EF4-FFF2-40B4-BE49-F238E27FC236}">
                  <a16:creationId xmlns:a16="http://schemas.microsoft.com/office/drawing/2014/main" id="{48AAA4AE-496E-459A-012C-1B289E4E09F3}"/>
                </a:ext>
              </a:extLst>
            </p:cNvPr>
            <p:cNvSpPr/>
            <p:nvPr/>
          </p:nvSpPr>
          <p:spPr>
            <a:xfrm>
              <a:off x="-34147975" y="3989700"/>
              <a:ext cx="34675" cy="17350"/>
            </a:xfrm>
            <a:custGeom>
              <a:avLst/>
              <a:gdLst/>
              <a:ahLst/>
              <a:cxnLst/>
              <a:rect l="l" t="t" r="r" b="b"/>
              <a:pathLst>
                <a:path w="1387" h="694" extrusionOk="0">
                  <a:moveTo>
                    <a:pt x="379" y="0"/>
                  </a:moveTo>
                  <a:cubicBezTo>
                    <a:pt x="158" y="0"/>
                    <a:pt x="0" y="126"/>
                    <a:pt x="0" y="347"/>
                  </a:cubicBezTo>
                  <a:cubicBezTo>
                    <a:pt x="0" y="536"/>
                    <a:pt x="158" y="693"/>
                    <a:pt x="379" y="693"/>
                  </a:cubicBezTo>
                  <a:lnTo>
                    <a:pt x="1040" y="693"/>
                  </a:lnTo>
                  <a:cubicBezTo>
                    <a:pt x="1229" y="693"/>
                    <a:pt x="1387" y="536"/>
                    <a:pt x="1387" y="347"/>
                  </a:cubicBezTo>
                  <a:cubicBezTo>
                    <a:pt x="1387" y="126"/>
                    <a:pt x="1229" y="0"/>
                    <a:pt x="10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14824;p136">
              <a:extLst>
                <a:ext uri="{FF2B5EF4-FFF2-40B4-BE49-F238E27FC236}">
                  <a16:creationId xmlns:a16="http://schemas.microsoft.com/office/drawing/2014/main" id="{FA88F2F9-B3BD-6449-FC3E-653911CDC0AB}"/>
                </a:ext>
              </a:extLst>
            </p:cNvPr>
            <p:cNvSpPr/>
            <p:nvPr/>
          </p:nvSpPr>
          <p:spPr>
            <a:xfrm>
              <a:off x="-34278725" y="4116500"/>
              <a:ext cx="116600" cy="68600"/>
            </a:xfrm>
            <a:custGeom>
              <a:avLst/>
              <a:gdLst/>
              <a:ahLst/>
              <a:cxnLst/>
              <a:rect l="l" t="t" r="r" b="b"/>
              <a:pathLst>
                <a:path w="4664" h="2744" extrusionOk="0">
                  <a:moveTo>
                    <a:pt x="4411" y="0"/>
                  </a:moveTo>
                  <a:lnTo>
                    <a:pt x="3750" y="221"/>
                  </a:lnTo>
                  <a:cubicBezTo>
                    <a:pt x="3907" y="378"/>
                    <a:pt x="3813" y="631"/>
                    <a:pt x="3624" y="694"/>
                  </a:cubicBezTo>
                  <a:lnTo>
                    <a:pt x="1072" y="2017"/>
                  </a:lnTo>
                  <a:cubicBezTo>
                    <a:pt x="1030" y="2038"/>
                    <a:pt x="984" y="2048"/>
                    <a:pt x="938" y="2048"/>
                  </a:cubicBezTo>
                  <a:cubicBezTo>
                    <a:pt x="844" y="2048"/>
                    <a:pt x="746" y="2006"/>
                    <a:pt x="662" y="1922"/>
                  </a:cubicBezTo>
                  <a:lnTo>
                    <a:pt x="568" y="1796"/>
                  </a:lnTo>
                  <a:cubicBezTo>
                    <a:pt x="347" y="1922"/>
                    <a:pt x="190" y="2080"/>
                    <a:pt x="1" y="2237"/>
                  </a:cubicBezTo>
                  <a:lnTo>
                    <a:pt x="190" y="2426"/>
                  </a:lnTo>
                  <a:cubicBezTo>
                    <a:pt x="395" y="2632"/>
                    <a:pt x="669" y="2744"/>
                    <a:pt x="947" y="2744"/>
                  </a:cubicBezTo>
                  <a:cubicBezTo>
                    <a:pt x="1095" y="2744"/>
                    <a:pt x="1245" y="2712"/>
                    <a:pt x="1387" y="2647"/>
                  </a:cubicBezTo>
                  <a:lnTo>
                    <a:pt x="3939" y="1324"/>
                  </a:lnTo>
                  <a:cubicBezTo>
                    <a:pt x="4411" y="1103"/>
                    <a:pt x="4663" y="505"/>
                    <a:pt x="44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9" name="Google Shape;14825;p136">
            <a:extLst>
              <a:ext uri="{FF2B5EF4-FFF2-40B4-BE49-F238E27FC236}">
                <a16:creationId xmlns:a16="http://schemas.microsoft.com/office/drawing/2014/main" id="{C6C6B736-4D3B-5CBB-393D-6ED4BA50E566}"/>
              </a:ext>
            </a:extLst>
          </p:cNvPr>
          <p:cNvGrpSpPr/>
          <p:nvPr/>
        </p:nvGrpSpPr>
        <p:grpSpPr>
          <a:xfrm>
            <a:off x="2438061" y="3907050"/>
            <a:ext cx="354318" cy="342830"/>
            <a:chOff x="-32568800" y="3232000"/>
            <a:chExt cx="291450" cy="282000"/>
          </a:xfrm>
          <a:solidFill>
            <a:schemeClr val="accent1">
              <a:lumMod val="75000"/>
            </a:schemeClr>
          </a:solidFill>
        </p:grpSpPr>
        <p:sp>
          <p:nvSpPr>
            <p:cNvPr id="500" name="Google Shape;14826;p136">
              <a:extLst>
                <a:ext uri="{FF2B5EF4-FFF2-40B4-BE49-F238E27FC236}">
                  <a16:creationId xmlns:a16="http://schemas.microsoft.com/office/drawing/2014/main" id="{F789555E-92CC-ABDE-1B47-108EB8CD0262}"/>
                </a:ext>
              </a:extLst>
            </p:cNvPr>
            <p:cNvSpPr/>
            <p:nvPr/>
          </p:nvSpPr>
          <p:spPr>
            <a:xfrm>
              <a:off x="-32545150" y="3232000"/>
              <a:ext cx="244175" cy="246550"/>
            </a:xfrm>
            <a:custGeom>
              <a:avLst/>
              <a:gdLst/>
              <a:ahLst/>
              <a:cxnLst/>
              <a:rect l="l" t="t" r="r" b="b"/>
              <a:pathLst>
                <a:path w="9767" h="9862" extrusionOk="0">
                  <a:moveTo>
                    <a:pt x="4883" y="1"/>
                  </a:moveTo>
                  <a:cubicBezTo>
                    <a:pt x="4505" y="1"/>
                    <a:pt x="4222" y="316"/>
                    <a:pt x="4222" y="662"/>
                  </a:cubicBezTo>
                  <a:lnTo>
                    <a:pt x="4222" y="4128"/>
                  </a:lnTo>
                  <a:cubicBezTo>
                    <a:pt x="4159" y="4033"/>
                    <a:pt x="2899" y="1859"/>
                    <a:pt x="2772" y="1702"/>
                  </a:cubicBezTo>
                  <a:cubicBezTo>
                    <a:pt x="2639" y="1479"/>
                    <a:pt x="2394" y="1350"/>
                    <a:pt x="2151" y="1350"/>
                  </a:cubicBezTo>
                  <a:cubicBezTo>
                    <a:pt x="2051" y="1350"/>
                    <a:pt x="1951" y="1372"/>
                    <a:pt x="1859" y="1418"/>
                  </a:cubicBezTo>
                  <a:cubicBezTo>
                    <a:pt x="1512" y="1576"/>
                    <a:pt x="1386" y="2017"/>
                    <a:pt x="1544" y="2332"/>
                  </a:cubicBezTo>
                  <a:cubicBezTo>
                    <a:pt x="1544" y="2363"/>
                    <a:pt x="2804" y="4947"/>
                    <a:pt x="2836" y="4947"/>
                  </a:cubicBezTo>
                  <a:cubicBezTo>
                    <a:pt x="3434" y="4947"/>
                    <a:pt x="5261" y="4947"/>
                    <a:pt x="5261" y="6617"/>
                  </a:cubicBezTo>
                  <a:cubicBezTo>
                    <a:pt x="5261" y="6806"/>
                    <a:pt x="5104" y="6963"/>
                    <a:pt x="4883" y="6963"/>
                  </a:cubicBezTo>
                  <a:cubicBezTo>
                    <a:pt x="4694" y="6963"/>
                    <a:pt x="4537" y="6806"/>
                    <a:pt x="4537" y="6617"/>
                  </a:cubicBezTo>
                  <a:cubicBezTo>
                    <a:pt x="4537" y="6018"/>
                    <a:pt x="4253" y="5640"/>
                    <a:pt x="3056" y="5608"/>
                  </a:cubicBezTo>
                  <a:cubicBezTo>
                    <a:pt x="3056" y="5608"/>
                    <a:pt x="1260" y="4254"/>
                    <a:pt x="1197" y="4191"/>
                  </a:cubicBezTo>
                  <a:cubicBezTo>
                    <a:pt x="1060" y="4084"/>
                    <a:pt x="901" y="4029"/>
                    <a:pt x="745" y="4029"/>
                  </a:cubicBezTo>
                  <a:cubicBezTo>
                    <a:pt x="578" y="4029"/>
                    <a:pt x="414" y="4092"/>
                    <a:pt x="284" y="4222"/>
                  </a:cubicBezTo>
                  <a:cubicBezTo>
                    <a:pt x="0" y="4506"/>
                    <a:pt x="0" y="4915"/>
                    <a:pt x="284" y="5199"/>
                  </a:cubicBezTo>
                  <a:lnTo>
                    <a:pt x="1859" y="6774"/>
                  </a:lnTo>
                  <a:cubicBezTo>
                    <a:pt x="2048" y="6963"/>
                    <a:pt x="2142" y="7215"/>
                    <a:pt x="2142" y="7436"/>
                  </a:cubicBezTo>
                  <a:cubicBezTo>
                    <a:pt x="2142" y="8034"/>
                    <a:pt x="2520" y="8538"/>
                    <a:pt x="3088" y="8759"/>
                  </a:cubicBezTo>
                  <a:cubicBezTo>
                    <a:pt x="3245" y="8790"/>
                    <a:pt x="3371" y="8948"/>
                    <a:pt x="3434" y="9074"/>
                  </a:cubicBezTo>
                  <a:cubicBezTo>
                    <a:pt x="2426" y="8979"/>
                    <a:pt x="1260" y="8790"/>
                    <a:pt x="1103" y="8475"/>
                  </a:cubicBezTo>
                  <a:cubicBezTo>
                    <a:pt x="1103" y="8475"/>
                    <a:pt x="1197" y="8349"/>
                    <a:pt x="1638" y="8192"/>
                  </a:cubicBezTo>
                  <a:cubicBezTo>
                    <a:pt x="1544" y="8003"/>
                    <a:pt x="1481" y="7751"/>
                    <a:pt x="1481" y="7530"/>
                  </a:cubicBezTo>
                  <a:cubicBezTo>
                    <a:pt x="756" y="7782"/>
                    <a:pt x="441" y="8066"/>
                    <a:pt x="441" y="8475"/>
                  </a:cubicBezTo>
                  <a:cubicBezTo>
                    <a:pt x="441" y="9641"/>
                    <a:pt x="3718" y="9862"/>
                    <a:pt x="4883" y="9862"/>
                  </a:cubicBezTo>
                  <a:cubicBezTo>
                    <a:pt x="6081" y="9862"/>
                    <a:pt x="9357" y="9641"/>
                    <a:pt x="9357" y="8475"/>
                  </a:cubicBezTo>
                  <a:cubicBezTo>
                    <a:pt x="9357" y="8066"/>
                    <a:pt x="8979" y="7751"/>
                    <a:pt x="8317" y="7530"/>
                  </a:cubicBezTo>
                  <a:cubicBezTo>
                    <a:pt x="8317" y="7782"/>
                    <a:pt x="8286" y="8003"/>
                    <a:pt x="8160" y="8192"/>
                  </a:cubicBezTo>
                  <a:cubicBezTo>
                    <a:pt x="8286" y="8255"/>
                    <a:pt x="8349" y="8286"/>
                    <a:pt x="8443" y="8318"/>
                  </a:cubicBezTo>
                  <a:lnTo>
                    <a:pt x="8664" y="8444"/>
                  </a:lnTo>
                  <a:cubicBezTo>
                    <a:pt x="8475" y="8790"/>
                    <a:pt x="7372" y="8948"/>
                    <a:pt x="6364" y="9074"/>
                  </a:cubicBezTo>
                  <a:cubicBezTo>
                    <a:pt x="6427" y="8979"/>
                    <a:pt x="6553" y="8885"/>
                    <a:pt x="6711" y="8822"/>
                  </a:cubicBezTo>
                  <a:cubicBezTo>
                    <a:pt x="7246" y="8633"/>
                    <a:pt x="7656" y="8129"/>
                    <a:pt x="7656" y="7530"/>
                  </a:cubicBezTo>
                  <a:lnTo>
                    <a:pt x="7656" y="6428"/>
                  </a:lnTo>
                  <a:lnTo>
                    <a:pt x="9515" y="4569"/>
                  </a:lnTo>
                  <a:cubicBezTo>
                    <a:pt x="9767" y="4317"/>
                    <a:pt x="9767" y="3876"/>
                    <a:pt x="9515" y="3592"/>
                  </a:cubicBezTo>
                  <a:cubicBezTo>
                    <a:pt x="9373" y="3450"/>
                    <a:pt x="9192" y="3379"/>
                    <a:pt x="9010" y="3379"/>
                  </a:cubicBezTo>
                  <a:cubicBezTo>
                    <a:pt x="8829" y="3379"/>
                    <a:pt x="8648" y="3450"/>
                    <a:pt x="8506" y="3592"/>
                  </a:cubicBezTo>
                  <a:cubicBezTo>
                    <a:pt x="8191" y="3876"/>
                    <a:pt x="7498" y="4411"/>
                    <a:pt x="7026" y="4789"/>
                  </a:cubicBezTo>
                  <a:cubicBezTo>
                    <a:pt x="7089" y="4663"/>
                    <a:pt x="8191" y="2426"/>
                    <a:pt x="8254" y="2332"/>
                  </a:cubicBezTo>
                  <a:cubicBezTo>
                    <a:pt x="8412" y="1985"/>
                    <a:pt x="8286" y="1576"/>
                    <a:pt x="7939" y="1418"/>
                  </a:cubicBezTo>
                  <a:cubicBezTo>
                    <a:pt x="7847" y="1372"/>
                    <a:pt x="7747" y="1350"/>
                    <a:pt x="7647" y="1350"/>
                  </a:cubicBezTo>
                  <a:cubicBezTo>
                    <a:pt x="7404" y="1350"/>
                    <a:pt x="7159" y="1479"/>
                    <a:pt x="7026" y="1702"/>
                  </a:cubicBezTo>
                  <a:cubicBezTo>
                    <a:pt x="6900" y="1859"/>
                    <a:pt x="5639" y="4033"/>
                    <a:pt x="5576" y="4128"/>
                  </a:cubicBezTo>
                  <a:lnTo>
                    <a:pt x="5576" y="662"/>
                  </a:lnTo>
                  <a:cubicBezTo>
                    <a:pt x="5576" y="284"/>
                    <a:pt x="5261" y="1"/>
                    <a:pt x="48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14827;p136">
              <a:extLst>
                <a:ext uri="{FF2B5EF4-FFF2-40B4-BE49-F238E27FC236}">
                  <a16:creationId xmlns:a16="http://schemas.microsoft.com/office/drawing/2014/main" id="{DB95C643-6CF6-D8A9-5AA6-852B7E511B25}"/>
                </a:ext>
              </a:extLst>
            </p:cNvPr>
            <p:cNvSpPr/>
            <p:nvPr/>
          </p:nvSpPr>
          <p:spPr>
            <a:xfrm>
              <a:off x="-32568800" y="3392675"/>
              <a:ext cx="291450" cy="121325"/>
            </a:xfrm>
            <a:custGeom>
              <a:avLst/>
              <a:gdLst/>
              <a:ahLst/>
              <a:cxnLst/>
              <a:rect l="l" t="t" r="r" b="b"/>
              <a:pathLst>
                <a:path w="11658" h="4853" extrusionOk="0">
                  <a:moveTo>
                    <a:pt x="9578" y="1"/>
                  </a:moveTo>
                  <a:lnTo>
                    <a:pt x="9263" y="316"/>
                  </a:lnTo>
                  <a:lnTo>
                    <a:pt x="9263" y="631"/>
                  </a:lnTo>
                  <a:cubicBezTo>
                    <a:pt x="10335" y="1040"/>
                    <a:pt x="10965" y="1576"/>
                    <a:pt x="10965" y="2143"/>
                  </a:cubicBezTo>
                  <a:cubicBezTo>
                    <a:pt x="10965" y="3119"/>
                    <a:pt x="8885" y="4191"/>
                    <a:pt x="5829" y="4191"/>
                  </a:cubicBezTo>
                  <a:cubicBezTo>
                    <a:pt x="2805" y="4191"/>
                    <a:pt x="726" y="3119"/>
                    <a:pt x="726" y="2143"/>
                  </a:cubicBezTo>
                  <a:cubicBezTo>
                    <a:pt x="726" y="1607"/>
                    <a:pt x="1261" y="1103"/>
                    <a:pt x="2175" y="725"/>
                  </a:cubicBezTo>
                  <a:lnTo>
                    <a:pt x="1671" y="190"/>
                  </a:lnTo>
                  <a:cubicBezTo>
                    <a:pt x="631" y="725"/>
                    <a:pt x="1" y="1387"/>
                    <a:pt x="1" y="2111"/>
                  </a:cubicBezTo>
                  <a:cubicBezTo>
                    <a:pt x="1" y="3655"/>
                    <a:pt x="2584" y="4852"/>
                    <a:pt x="5829" y="4852"/>
                  </a:cubicBezTo>
                  <a:cubicBezTo>
                    <a:pt x="9106" y="4852"/>
                    <a:pt x="11658" y="3624"/>
                    <a:pt x="11658" y="2111"/>
                  </a:cubicBezTo>
                  <a:cubicBezTo>
                    <a:pt x="11658" y="1261"/>
                    <a:pt x="10870" y="505"/>
                    <a:pt x="957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2" name="Google Shape;14828;p136">
            <a:extLst>
              <a:ext uri="{FF2B5EF4-FFF2-40B4-BE49-F238E27FC236}">
                <a16:creationId xmlns:a16="http://schemas.microsoft.com/office/drawing/2014/main" id="{908D1A5F-7F4A-86A9-A597-CAA15550036C}"/>
              </a:ext>
            </a:extLst>
          </p:cNvPr>
          <p:cNvGrpSpPr/>
          <p:nvPr/>
        </p:nvGrpSpPr>
        <p:grpSpPr>
          <a:xfrm>
            <a:off x="2437590" y="4372845"/>
            <a:ext cx="355260" cy="354318"/>
            <a:chOff x="-32569575" y="3586425"/>
            <a:chExt cx="292225" cy="291450"/>
          </a:xfrm>
          <a:solidFill>
            <a:schemeClr val="accent1">
              <a:lumMod val="75000"/>
            </a:schemeClr>
          </a:solidFill>
        </p:grpSpPr>
        <p:sp>
          <p:nvSpPr>
            <p:cNvPr id="503" name="Google Shape;14829;p136">
              <a:extLst>
                <a:ext uri="{FF2B5EF4-FFF2-40B4-BE49-F238E27FC236}">
                  <a16:creationId xmlns:a16="http://schemas.microsoft.com/office/drawing/2014/main" id="{624ED430-BC96-3858-7E11-DE1BA11B22ED}"/>
                </a:ext>
              </a:extLst>
            </p:cNvPr>
            <p:cNvSpPr/>
            <p:nvPr/>
          </p:nvSpPr>
          <p:spPr>
            <a:xfrm>
              <a:off x="-32569575" y="3672275"/>
              <a:ext cx="292225" cy="205600"/>
            </a:xfrm>
            <a:custGeom>
              <a:avLst/>
              <a:gdLst/>
              <a:ahLst/>
              <a:cxnLst/>
              <a:rect l="l" t="t" r="r" b="b"/>
              <a:pathLst>
                <a:path w="11689" h="8224" extrusionOk="0">
                  <a:moveTo>
                    <a:pt x="5860" y="1"/>
                  </a:moveTo>
                  <a:cubicBezTo>
                    <a:pt x="4506" y="1"/>
                    <a:pt x="3340" y="1040"/>
                    <a:pt x="3151" y="2332"/>
                  </a:cubicBezTo>
                  <a:cubicBezTo>
                    <a:pt x="3119" y="2521"/>
                    <a:pt x="3277" y="2710"/>
                    <a:pt x="3497" y="2710"/>
                  </a:cubicBezTo>
                  <a:lnTo>
                    <a:pt x="5514" y="2710"/>
                  </a:lnTo>
                  <a:lnTo>
                    <a:pt x="5514" y="3435"/>
                  </a:lnTo>
                  <a:lnTo>
                    <a:pt x="2395" y="3435"/>
                  </a:lnTo>
                  <a:cubicBezTo>
                    <a:pt x="1859" y="3435"/>
                    <a:pt x="1387" y="3907"/>
                    <a:pt x="1387" y="4443"/>
                  </a:cubicBezTo>
                  <a:lnTo>
                    <a:pt x="1387" y="4852"/>
                  </a:lnTo>
                  <a:cubicBezTo>
                    <a:pt x="599" y="5010"/>
                    <a:pt x="0" y="5703"/>
                    <a:pt x="0" y="6554"/>
                  </a:cubicBezTo>
                  <a:cubicBezTo>
                    <a:pt x="0" y="7499"/>
                    <a:pt x="757" y="8223"/>
                    <a:pt x="1702" y="8223"/>
                  </a:cubicBezTo>
                  <a:cubicBezTo>
                    <a:pt x="2647" y="8223"/>
                    <a:pt x="3403" y="7499"/>
                    <a:pt x="3403" y="6554"/>
                  </a:cubicBezTo>
                  <a:cubicBezTo>
                    <a:pt x="3403" y="5703"/>
                    <a:pt x="2804" y="5041"/>
                    <a:pt x="2017" y="4852"/>
                  </a:cubicBezTo>
                  <a:lnTo>
                    <a:pt x="2017" y="4443"/>
                  </a:lnTo>
                  <a:cubicBezTo>
                    <a:pt x="2017" y="4254"/>
                    <a:pt x="2174" y="4096"/>
                    <a:pt x="2363" y="4096"/>
                  </a:cubicBezTo>
                  <a:lnTo>
                    <a:pt x="5482" y="4096"/>
                  </a:lnTo>
                  <a:lnTo>
                    <a:pt x="5482" y="4821"/>
                  </a:lnTo>
                  <a:cubicBezTo>
                    <a:pt x="4695" y="4978"/>
                    <a:pt x="4096" y="5672"/>
                    <a:pt x="4096" y="6491"/>
                  </a:cubicBezTo>
                  <a:cubicBezTo>
                    <a:pt x="4096" y="7436"/>
                    <a:pt x="4852" y="8192"/>
                    <a:pt x="5797" y="8192"/>
                  </a:cubicBezTo>
                  <a:cubicBezTo>
                    <a:pt x="6742" y="8192"/>
                    <a:pt x="7499" y="7436"/>
                    <a:pt x="7499" y="6491"/>
                  </a:cubicBezTo>
                  <a:cubicBezTo>
                    <a:pt x="7499" y="5672"/>
                    <a:pt x="6900" y="5010"/>
                    <a:pt x="6112" y="4821"/>
                  </a:cubicBezTo>
                  <a:lnTo>
                    <a:pt x="6112" y="4096"/>
                  </a:lnTo>
                  <a:lnTo>
                    <a:pt x="9231" y="4096"/>
                  </a:lnTo>
                  <a:cubicBezTo>
                    <a:pt x="9420" y="4096"/>
                    <a:pt x="9578" y="4254"/>
                    <a:pt x="9578" y="4443"/>
                  </a:cubicBezTo>
                  <a:lnTo>
                    <a:pt x="9578" y="4852"/>
                  </a:lnTo>
                  <a:cubicBezTo>
                    <a:pt x="8790" y="5010"/>
                    <a:pt x="8192" y="5703"/>
                    <a:pt x="8192" y="6554"/>
                  </a:cubicBezTo>
                  <a:cubicBezTo>
                    <a:pt x="8192" y="7499"/>
                    <a:pt x="8948" y="8223"/>
                    <a:pt x="9893" y="8223"/>
                  </a:cubicBezTo>
                  <a:cubicBezTo>
                    <a:pt x="10838" y="8223"/>
                    <a:pt x="11594" y="7499"/>
                    <a:pt x="11594" y="6554"/>
                  </a:cubicBezTo>
                  <a:cubicBezTo>
                    <a:pt x="11689" y="5703"/>
                    <a:pt x="11153" y="5010"/>
                    <a:pt x="10366" y="4852"/>
                  </a:cubicBezTo>
                  <a:lnTo>
                    <a:pt x="10366" y="4443"/>
                  </a:lnTo>
                  <a:cubicBezTo>
                    <a:pt x="10366" y="3907"/>
                    <a:pt x="9893" y="3435"/>
                    <a:pt x="9326" y="3435"/>
                  </a:cubicBezTo>
                  <a:lnTo>
                    <a:pt x="6238" y="3435"/>
                  </a:lnTo>
                  <a:lnTo>
                    <a:pt x="6238" y="2710"/>
                  </a:lnTo>
                  <a:lnTo>
                    <a:pt x="8223" y="2710"/>
                  </a:lnTo>
                  <a:cubicBezTo>
                    <a:pt x="8444" y="2710"/>
                    <a:pt x="8601" y="2521"/>
                    <a:pt x="8601" y="2332"/>
                  </a:cubicBezTo>
                  <a:cubicBezTo>
                    <a:pt x="8381" y="977"/>
                    <a:pt x="7247" y="1"/>
                    <a:pt x="586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14830;p136">
              <a:extLst>
                <a:ext uri="{FF2B5EF4-FFF2-40B4-BE49-F238E27FC236}">
                  <a16:creationId xmlns:a16="http://schemas.microsoft.com/office/drawing/2014/main" id="{E8100243-7553-3B22-E244-599FCDA24F68}"/>
                </a:ext>
              </a:extLst>
            </p:cNvPr>
            <p:cNvSpPr/>
            <p:nvPr/>
          </p:nvSpPr>
          <p:spPr>
            <a:xfrm>
              <a:off x="-32456950" y="3586425"/>
              <a:ext cx="68550" cy="69350"/>
            </a:xfrm>
            <a:custGeom>
              <a:avLst/>
              <a:gdLst/>
              <a:ahLst/>
              <a:cxnLst/>
              <a:rect l="l" t="t" r="r" b="b"/>
              <a:pathLst>
                <a:path w="2742" h="2774" extrusionOk="0">
                  <a:moveTo>
                    <a:pt x="1355" y="1"/>
                  </a:moveTo>
                  <a:cubicBezTo>
                    <a:pt x="631" y="1"/>
                    <a:pt x="1" y="631"/>
                    <a:pt x="1" y="1387"/>
                  </a:cubicBezTo>
                  <a:cubicBezTo>
                    <a:pt x="1" y="2143"/>
                    <a:pt x="631" y="2773"/>
                    <a:pt x="1355" y="2773"/>
                  </a:cubicBezTo>
                  <a:cubicBezTo>
                    <a:pt x="2111" y="2773"/>
                    <a:pt x="2742" y="2143"/>
                    <a:pt x="2742" y="1387"/>
                  </a:cubicBezTo>
                  <a:cubicBezTo>
                    <a:pt x="2742" y="631"/>
                    <a:pt x="2111" y="1"/>
                    <a:pt x="135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5" name="Google Shape;14831;p136">
            <a:extLst>
              <a:ext uri="{FF2B5EF4-FFF2-40B4-BE49-F238E27FC236}">
                <a16:creationId xmlns:a16="http://schemas.microsoft.com/office/drawing/2014/main" id="{6CD67F79-643B-C4EA-3D48-FF1F45CFEDA6}"/>
              </a:ext>
            </a:extLst>
          </p:cNvPr>
          <p:cNvGrpSpPr/>
          <p:nvPr/>
        </p:nvGrpSpPr>
        <p:grpSpPr>
          <a:xfrm>
            <a:off x="2428488" y="4838320"/>
            <a:ext cx="373465" cy="355017"/>
            <a:chOff x="-32576675" y="3944600"/>
            <a:chExt cx="307200" cy="292025"/>
          </a:xfrm>
          <a:solidFill>
            <a:schemeClr val="accent1">
              <a:lumMod val="75000"/>
            </a:schemeClr>
          </a:solidFill>
        </p:grpSpPr>
        <p:sp>
          <p:nvSpPr>
            <p:cNvPr id="506" name="Google Shape;14832;p136">
              <a:extLst>
                <a:ext uri="{FF2B5EF4-FFF2-40B4-BE49-F238E27FC236}">
                  <a16:creationId xmlns:a16="http://schemas.microsoft.com/office/drawing/2014/main" id="{F040BA5D-5C07-7DB7-BEAE-0BDA86080EAE}"/>
                </a:ext>
              </a:extLst>
            </p:cNvPr>
            <p:cNvSpPr/>
            <p:nvPr/>
          </p:nvSpPr>
          <p:spPr>
            <a:xfrm>
              <a:off x="-32482950" y="3944600"/>
              <a:ext cx="213475" cy="214650"/>
            </a:xfrm>
            <a:custGeom>
              <a:avLst/>
              <a:gdLst/>
              <a:ahLst/>
              <a:cxnLst/>
              <a:rect l="l" t="t" r="r" b="b"/>
              <a:pathLst>
                <a:path w="8539" h="8586" extrusionOk="0">
                  <a:moveTo>
                    <a:pt x="5156" y="1"/>
                  </a:moveTo>
                  <a:cubicBezTo>
                    <a:pt x="4372" y="1"/>
                    <a:pt x="3593" y="308"/>
                    <a:pt x="2994" y="922"/>
                  </a:cubicBezTo>
                  <a:lnTo>
                    <a:pt x="1450" y="2466"/>
                  </a:lnTo>
                  <a:cubicBezTo>
                    <a:pt x="1681" y="2417"/>
                    <a:pt x="1916" y="2392"/>
                    <a:pt x="2152" y="2392"/>
                  </a:cubicBezTo>
                  <a:cubicBezTo>
                    <a:pt x="2529" y="2392"/>
                    <a:pt x="2909" y="2456"/>
                    <a:pt x="3277" y="2592"/>
                  </a:cubicBezTo>
                  <a:lnTo>
                    <a:pt x="3939" y="1899"/>
                  </a:lnTo>
                  <a:cubicBezTo>
                    <a:pt x="4270" y="1568"/>
                    <a:pt x="4703" y="1402"/>
                    <a:pt x="5136" y="1402"/>
                  </a:cubicBezTo>
                  <a:cubicBezTo>
                    <a:pt x="5569" y="1402"/>
                    <a:pt x="6003" y="1568"/>
                    <a:pt x="6333" y="1899"/>
                  </a:cubicBezTo>
                  <a:cubicBezTo>
                    <a:pt x="7027" y="2592"/>
                    <a:pt x="7027" y="3631"/>
                    <a:pt x="6333" y="4325"/>
                  </a:cubicBezTo>
                  <a:lnTo>
                    <a:pt x="3939" y="6719"/>
                  </a:lnTo>
                  <a:cubicBezTo>
                    <a:pt x="3608" y="7050"/>
                    <a:pt x="3175" y="7215"/>
                    <a:pt x="2742" y="7215"/>
                  </a:cubicBezTo>
                  <a:cubicBezTo>
                    <a:pt x="2309" y="7215"/>
                    <a:pt x="1875" y="7050"/>
                    <a:pt x="1545" y="6719"/>
                  </a:cubicBezTo>
                  <a:cubicBezTo>
                    <a:pt x="1261" y="6435"/>
                    <a:pt x="1104" y="6089"/>
                    <a:pt x="1072" y="5742"/>
                  </a:cubicBezTo>
                  <a:lnTo>
                    <a:pt x="1" y="6782"/>
                  </a:lnTo>
                  <a:cubicBezTo>
                    <a:pt x="158" y="7097"/>
                    <a:pt x="348" y="7381"/>
                    <a:pt x="600" y="7664"/>
                  </a:cubicBezTo>
                  <a:cubicBezTo>
                    <a:pt x="1214" y="8278"/>
                    <a:pt x="2002" y="8586"/>
                    <a:pt x="2781" y="8586"/>
                  </a:cubicBezTo>
                  <a:cubicBezTo>
                    <a:pt x="3561" y="8586"/>
                    <a:pt x="4333" y="8278"/>
                    <a:pt x="4916" y="7664"/>
                  </a:cubicBezTo>
                  <a:lnTo>
                    <a:pt x="7342" y="5270"/>
                  </a:lnTo>
                  <a:cubicBezTo>
                    <a:pt x="8539" y="4073"/>
                    <a:pt x="8539" y="2151"/>
                    <a:pt x="7342" y="922"/>
                  </a:cubicBezTo>
                  <a:cubicBezTo>
                    <a:pt x="6727" y="308"/>
                    <a:pt x="5940" y="1"/>
                    <a:pt x="515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14833;p136">
              <a:extLst>
                <a:ext uri="{FF2B5EF4-FFF2-40B4-BE49-F238E27FC236}">
                  <a16:creationId xmlns:a16="http://schemas.microsoft.com/office/drawing/2014/main" id="{ADC5664F-007B-7652-1564-8612B609566F}"/>
                </a:ext>
              </a:extLst>
            </p:cNvPr>
            <p:cNvSpPr/>
            <p:nvPr/>
          </p:nvSpPr>
          <p:spPr>
            <a:xfrm>
              <a:off x="-32576675" y="4020200"/>
              <a:ext cx="215850" cy="216425"/>
            </a:xfrm>
            <a:custGeom>
              <a:avLst/>
              <a:gdLst/>
              <a:ahLst/>
              <a:cxnLst/>
              <a:rect l="l" t="t" r="r" b="b"/>
              <a:pathLst>
                <a:path w="8634" h="8657" extrusionOk="0">
                  <a:moveTo>
                    <a:pt x="5865" y="1"/>
                  </a:moveTo>
                  <a:cubicBezTo>
                    <a:pt x="5081" y="1"/>
                    <a:pt x="4301" y="308"/>
                    <a:pt x="3718" y="922"/>
                  </a:cubicBezTo>
                  <a:lnTo>
                    <a:pt x="1230" y="3411"/>
                  </a:lnTo>
                  <a:cubicBezTo>
                    <a:pt x="1" y="4640"/>
                    <a:pt x="1" y="6562"/>
                    <a:pt x="1230" y="7759"/>
                  </a:cubicBezTo>
                  <a:cubicBezTo>
                    <a:pt x="1844" y="8358"/>
                    <a:pt x="2632" y="8657"/>
                    <a:pt x="3415" y="8657"/>
                  </a:cubicBezTo>
                  <a:cubicBezTo>
                    <a:pt x="4199" y="8657"/>
                    <a:pt x="4979" y="8358"/>
                    <a:pt x="5577" y="7759"/>
                  </a:cubicBezTo>
                  <a:lnTo>
                    <a:pt x="7152" y="6184"/>
                  </a:lnTo>
                  <a:lnTo>
                    <a:pt x="7152" y="6184"/>
                  </a:lnTo>
                  <a:cubicBezTo>
                    <a:pt x="6938" y="6218"/>
                    <a:pt x="6719" y="6235"/>
                    <a:pt x="6499" y="6235"/>
                  </a:cubicBezTo>
                  <a:cubicBezTo>
                    <a:pt x="6106" y="6235"/>
                    <a:pt x="5709" y="6179"/>
                    <a:pt x="5325" y="6058"/>
                  </a:cubicBezTo>
                  <a:lnTo>
                    <a:pt x="4569" y="6814"/>
                  </a:lnTo>
                  <a:cubicBezTo>
                    <a:pt x="4238" y="7145"/>
                    <a:pt x="3805" y="7310"/>
                    <a:pt x="3372" y="7310"/>
                  </a:cubicBezTo>
                  <a:cubicBezTo>
                    <a:pt x="2939" y="7310"/>
                    <a:pt x="2505" y="7145"/>
                    <a:pt x="2175" y="6814"/>
                  </a:cubicBezTo>
                  <a:cubicBezTo>
                    <a:pt x="1513" y="6121"/>
                    <a:pt x="1513" y="5081"/>
                    <a:pt x="2175" y="4388"/>
                  </a:cubicBezTo>
                  <a:lnTo>
                    <a:pt x="4664" y="1899"/>
                  </a:lnTo>
                  <a:cubicBezTo>
                    <a:pt x="4994" y="1568"/>
                    <a:pt x="5428" y="1403"/>
                    <a:pt x="5861" y="1403"/>
                  </a:cubicBezTo>
                  <a:cubicBezTo>
                    <a:pt x="6294" y="1403"/>
                    <a:pt x="6727" y="1568"/>
                    <a:pt x="7058" y="1899"/>
                  </a:cubicBezTo>
                  <a:cubicBezTo>
                    <a:pt x="7342" y="2183"/>
                    <a:pt x="7499" y="2561"/>
                    <a:pt x="7531" y="2907"/>
                  </a:cubicBezTo>
                  <a:lnTo>
                    <a:pt x="8287" y="2151"/>
                  </a:lnTo>
                  <a:lnTo>
                    <a:pt x="8633" y="1805"/>
                  </a:lnTo>
                  <a:cubicBezTo>
                    <a:pt x="8476" y="1490"/>
                    <a:pt x="8287" y="1206"/>
                    <a:pt x="8035" y="922"/>
                  </a:cubicBezTo>
                  <a:cubicBezTo>
                    <a:pt x="7436" y="308"/>
                    <a:pt x="6648" y="1"/>
                    <a:pt x="58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8" name="Google Shape;14834;p136">
            <a:extLst>
              <a:ext uri="{FF2B5EF4-FFF2-40B4-BE49-F238E27FC236}">
                <a16:creationId xmlns:a16="http://schemas.microsoft.com/office/drawing/2014/main" id="{35A6CF39-410D-AE27-2E8D-8CEC6C254522}"/>
              </a:ext>
            </a:extLst>
          </p:cNvPr>
          <p:cNvGrpSpPr/>
          <p:nvPr/>
        </p:nvGrpSpPr>
        <p:grpSpPr>
          <a:xfrm>
            <a:off x="4677724" y="3900835"/>
            <a:ext cx="355260" cy="355260"/>
            <a:chOff x="-30735200" y="3192625"/>
            <a:chExt cx="292225" cy="292225"/>
          </a:xfrm>
          <a:solidFill>
            <a:schemeClr val="accent1">
              <a:lumMod val="75000"/>
            </a:schemeClr>
          </a:solidFill>
        </p:grpSpPr>
        <p:sp>
          <p:nvSpPr>
            <p:cNvPr id="509" name="Google Shape;14835;p136">
              <a:extLst>
                <a:ext uri="{FF2B5EF4-FFF2-40B4-BE49-F238E27FC236}">
                  <a16:creationId xmlns:a16="http://schemas.microsoft.com/office/drawing/2014/main" id="{DF50A17F-8148-83AF-E3BD-E3680116DFAF}"/>
                </a:ext>
              </a:extLst>
            </p:cNvPr>
            <p:cNvSpPr/>
            <p:nvPr/>
          </p:nvSpPr>
          <p:spPr>
            <a:xfrm>
              <a:off x="-30665100" y="3192625"/>
              <a:ext cx="175650" cy="223700"/>
            </a:xfrm>
            <a:custGeom>
              <a:avLst/>
              <a:gdLst/>
              <a:ahLst/>
              <a:cxnLst/>
              <a:rect l="l" t="t" r="r" b="b"/>
              <a:pathLst>
                <a:path w="7026" h="8948" extrusionOk="0">
                  <a:moveTo>
                    <a:pt x="2363" y="0"/>
                  </a:moveTo>
                  <a:cubicBezTo>
                    <a:pt x="2143" y="0"/>
                    <a:pt x="1985" y="158"/>
                    <a:pt x="1985" y="378"/>
                  </a:cubicBezTo>
                  <a:cubicBezTo>
                    <a:pt x="1985" y="567"/>
                    <a:pt x="2143" y="725"/>
                    <a:pt x="2363" y="725"/>
                  </a:cubicBezTo>
                  <a:lnTo>
                    <a:pt x="2710" y="725"/>
                  </a:lnTo>
                  <a:lnTo>
                    <a:pt x="2710" y="1576"/>
                  </a:lnTo>
                  <a:cubicBezTo>
                    <a:pt x="1135" y="2017"/>
                    <a:pt x="0" y="3466"/>
                    <a:pt x="0" y="5199"/>
                  </a:cubicBezTo>
                  <a:cubicBezTo>
                    <a:pt x="0" y="7278"/>
                    <a:pt x="1670" y="8948"/>
                    <a:pt x="3718" y="8948"/>
                  </a:cubicBezTo>
                  <a:cubicBezTo>
                    <a:pt x="3970" y="8948"/>
                    <a:pt x="4159" y="8916"/>
                    <a:pt x="4348" y="8853"/>
                  </a:cubicBezTo>
                  <a:cubicBezTo>
                    <a:pt x="4159" y="8664"/>
                    <a:pt x="4033" y="8381"/>
                    <a:pt x="4033" y="8066"/>
                  </a:cubicBezTo>
                  <a:cubicBezTo>
                    <a:pt x="4033" y="7877"/>
                    <a:pt x="4096" y="7687"/>
                    <a:pt x="4191" y="7530"/>
                  </a:cubicBezTo>
                  <a:lnTo>
                    <a:pt x="4191" y="7530"/>
                  </a:lnTo>
                  <a:cubicBezTo>
                    <a:pt x="4033" y="7561"/>
                    <a:pt x="3876" y="7561"/>
                    <a:pt x="3686" y="7561"/>
                  </a:cubicBezTo>
                  <a:cubicBezTo>
                    <a:pt x="2363" y="7561"/>
                    <a:pt x="1292" y="6522"/>
                    <a:pt x="1292" y="5167"/>
                  </a:cubicBezTo>
                  <a:cubicBezTo>
                    <a:pt x="1292" y="3844"/>
                    <a:pt x="2363" y="2773"/>
                    <a:pt x="3686" y="2773"/>
                  </a:cubicBezTo>
                  <a:cubicBezTo>
                    <a:pt x="4348" y="2773"/>
                    <a:pt x="4978" y="3088"/>
                    <a:pt x="5451" y="3560"/>
                  </a:cubicBezTo>
                  <a:cubicBezTo>
                    <a:pt x="5608" y="3466"/>
                    <a:pt x="5766" y="3466"/>
                    <a:pt x="5923" y="3466"/>
                  </a:cubicBezTo>
                  <a:lnTo>
                    <a:pt x="7026" y="3466"/>
                  </a:lnTo>
                  <a:cubicBezTo>
                    <a:pt x="6553" y="2584"/>
                    <a:pt x="5734" y="1859"/>
                    <a:pt x="4726" y="1576"/>
                  </a:cubicBezTo>
                  <a:lnTo>
                    <a:pt x="4726" y="725"/>
                  </a:lnTo>
                  <a:lnTo>
                    <a:pt x="5073" y="725"/>
                  </a:lnTo>
                  <a:cubicBezTo>
                    <a:pt x="5262" y="725"/>
                    <a:pt x="5419" y="567"/>
                    <a:pt x="5419" y="378"/>
                  </a:cubicBezTo>
                  <a:cubicBezTo>
                    <a:pt x="5419" y="158"/>
                    <a:pt x="5262" y="0"/>
                    <a:pt x="5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14836;p136">
              <a:extLst>
                <a:ext uri="{FF2B5EF4-FFF2-40B4-BE49-F238E27FC236}">
                  <a16:creationId xmlns:a16="http://schemas.microsoft.com/office/drawing/2014/main" id="{9BFEA6DE-DA03-1A15-9DCB-042CDF6197B6}"/>
                </a:ext>
              </a:extLst>
            </p:cNvPr>
            <p:cNvSpPr/>
            <p:nvPr/>
          </p:nvSpPr>
          <p:spPr>
            <a:xfrm>
              <a:off x="-30615475" y="3278475"/>
              <a:ext cx="52775" cy="52000"/>
            </a:xfrm>
            <a:custGeom>
              <a:avLst/>
              <a:gdLst/>
              <a:ahLst/>
              <a:cxnLst/>
              <a:rect l="l" t="t" r="r" b="b"/>
              <a:pathLst>
                <a:path w="2111" h="2080" extrusionOk="0">
                  <a:moveTo>
                    <a:pt x="1733" y="0"/>
                  </a:moveTo>
                  <a:cubicBezTo>
                    <a:pt x="1544" y="32"/>
                    <a:pt x="1386" y="158"/>
                    <a:pt x="1386" y="347"/>
                  </a:cubicBezTo>
                  <a:lnTo>
                    <a:pt x="1386" y="1387"/>
                  </a:lnTo>
                  <a:lnTo>
                    <a:pt x="378" y="1387"/>
                  </a:lnTo>
                  <a:cubicBezTo>
                    <a:pt x="158" y="1387"/>
                    <a:pt x="0" y="1544"/>
                    <a:pt x="0" y="1733"/>
                  </a:cubicBezTo>
                  <a:cubicBezTo>
                    <a:pt x="0" y="1922"/>
                    <a:pt x="158" y="2080"/>
                    <a:pt x="378" y="2080"/>
                  </a:cubicBezTo>
                  <a:lnTo>
                    <a:pt x="1733" y="2080"/>
                  </a:lnTo>
                  <a:cubicBezTo>
                    <a:pt x="1954" y="2080"/>
                    <a:pt x="2111" y="1922"/>
                    <a:pt x="2111" y="1733"/>
                  </a:cubicBezTo>
                  <a:lnTo>
                    <a:pt x="2111" y="347"/>
                  </a:lnTo>
                  <a:cubicBezTo>
                    <a:pt x="2111" y="158"/>
                    <a:pt x="1954" y="0"/>
                    <a:pt x="17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14837;p136">
              <a:extLst>
                <a:ext uri="{FF2B5EF4-FFF2-40B4-BE49-F238E27FC236}">
                  <a16:creationId xmlns:a16="http://schemas.microsoft.com/office/drawing/2014/main" id="{D02093F6-3571-D34F-E50B-2CBDCEB6596E}"/>
                </a:ext>
              </a:extLst>
            </p:cNvPr>
            <p:cNvSpPr/>
            <p:nvPr/>
          </p:nvSpPr>
          <p:spPr>
            <a:xfrm>
              <a:off x="-30528850" y="3296575"/>
              <a:ext cx="85875" cy="25250"/>
            </a:xfrm>
            <a:custGeom>
              <a:avLst/>
              <a:gdLst/>
              <a:ahLst/>
              <a:cxnLst/>
              <a:rect l="l" t="t" r="r" b="b"/>
              <a:pathLst>
                <a:path w="3435" h="1010" extrusionOk="0">
                  <a:moveTo>
                    <a:pt x="536" y="1"/>
                  </a:moveTo>
                  <a:cubicBezTo>
                    <a:pt x="253" y="1"/>
                    <a:pt x="1" y="221"/>
                    <a:pt x="1" y="505"/>
                  </a:cubicBezTo>
                  <a:cubicBezTo>
                    <a:pt x="1" y="789"/>
                    <a:pt x="253" y="1009"/>
                    <a:pt x="536" y="1009"/>
                  </a:cubicBezTo>
                  <a:lnTo>
                    <a:pt x="2931" y="1009"/>
                  </a:lnTo>
                  <a:cubicBezTo>
                    <a:pt x="3214" y="1009"/>
                    <a:pt x="3435" y="789"/>
                    <a:pt x="3435" y="505"/>
                  </a:cubicBezTo>
                  <a:cubicBezTo>
                    <a:pt x="3435" y="221"/>
                    <a:pt x="3214" y="1"/>
                    <a:pt x="29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14838;p136">
              <a:extLst>
                <a:ext uri="{FF2B5EF4-FFF2-40B4-BE49-F238E27FC236}">
                  <a16:creationId xmlns:a16="http://schemas.microsoft.com/office/drawing/2014/main" id="{B4D591D0-4B0A-E4AA-0022-D63FF3614597}"/>
                </a:ext>
              </a:extLst>
            </p:cNvPr>
            <p:cNvSpPr/>
            <p:nvPr/>
          </p:nvSpPr>
          <p:spPr>
            <a:xfrm>
              <a:off x="-30546175" y="3338325"/>
              <a:ext cx="85875" cy="26025"/>
            </a:xfrm>
            <a:custGeom>
              <a:avLst/>
              <a:gdLst/>
              <a:ahLst/>
              <a:cxnLst/>
              <a:rect l="l" t="t" r="r" b="b"/>
              <a:pathLst>
                <a:path w="3435" h="1041" extrusionOk="0">
                  <a:moveTo>
                    <a:pt x="505" y="1"/>
                  </a:moveTo>
                  <a:cubicBezTo>
                    <a:pt x="221" y="1"/>
                    <a:pt x="1" y="253"/>
                    <a:pt x="1" y="536"/>
                  </a:cubicBezTo>
                  <a:cubicBezTo>
                    <a:pt x="1" y="788"/>
                    <a:pt x="221" y="1040"/>
                    <a:pt x="505" y="1040"/>
                  </a:cubicBezTo>
                  <a:lnTo>
                    <a:pt x="2899" y="1040"/>
                  </a:lnTo>
                  <a:cubicBezTo>
                    <a:pt x="3183" y="1040"/>
                    <a:pt x="3435" y="851"/>
                    <a:pt x="3435" y="536"/>
                  </a:cubicBezTo>
                  <a:cubicBezTo>
                    <a:pt x="3435" y="253"/>
                    <a:pt x="3183" y="1"/>
                    <a:pt x="28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14839;p136">
              <a:extLst>
                <a:ext uri="{FF2B5EF4-FFF2-40B4-BE49-F238E27FC236}">
                  <a16:creationId xmlns:a16="http://schemas.microsoft.com/office/drawing/2014/main" id="{CA852632-686B-70DB-37D2-5DF86D95FB8A}"/>
                </a:ext>
              </a:extLst>
            </p:cNvPr>
            <p:cNvSpPr/>
            <p:nvPr/>
          </p:nvSpPr>
          <p:spPr>
            <a:xfrm>
              <a:off x="-30546175" y="3381650"/>
              <a:ext cx="67750" cy="26025"/>
            </a:xfrm>
            <a:custGeom>
              <a:avLst/>
              <a:gdLst/>
              <a:ahLst/>
              <a:cxnLst/>
              <a:rect l="l" t="t" r="r" b="b"/>
              <a:pathLst>
                <a:path w="2710" h="1041" extrusionOk="0">
                  <a:moveTo>
                    <a:pt x="505" y="0"/>
                  </a:moveTo>
                  <a:cubicBezTo>
                    <a:pt x="221" y="0"/>
                    <a:pt x="1" y="252"/>
                    <a:pt x="1" y="536"/>
                  </a:cubicBezTo>
                  <a:cubicBezTo>
                    <a:pt x="1" y="788"/>
                    <a:pt x="221" y="1040"/>
                    <a:pt x="505" y="1040"/>
                  </a:cubicBezTo>
                  <a:lnTo>
                    <a:pt x="2206" y="1040"/>
                  </a:lnTo>
                  <a:cubicBezTo>
                    <a:pt x="2490" y="1040"/>
                    <a:pt x="2710" y="788"/>
                    <a:pt x="2710" y="536"/>
                  </a:cubicBezTo>
                  <a:cubicBezTo>
                    <a:pt x="2710" y="252"/>
                    <a:pt x="2490" y="0"/>
                    <a:pt x="220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14840;p136">
              <a:extLst>
                <a:ext uri="{FF2B5EF4-FFF2-40B4-BE49-F238E27FC236}">
                  <a16:creationId xmlns:a16="http://schemas.microsoft.com/office/drawing/2014/main" id="{108337D1-1297-9632-503D-C370A170AD95}"/>
                </a:ext>
              </a:extLst>
            </p:cNvPr>
            <p:cNvSpPr/>
            <p:nvPr/>
          </p:nvSpPr>
          <p:spPr>
            <a:xfrm>
              <a:off x="-30546175" y="3424175"/>
              <a:ext cx="51225" cy="26025"/>
            </a:xfrm>
            <a:custGeom>
              <a:avLst/>
              <a:gdLst/>
              <a:ahLst/>
              <a:cxnLst/>
              <a:rect l="l" t="t" r="r" b="b"/>
              <a:pathLst>
                <a:path w="2049" h="1041" extrusionOk="0">
                  <a:moveTo>
                    <a:pt x="505" y="1"/>
                  </a:moveTo>
                  <a:cubicBezTo>
                    <a:pt x="221" y="1"/>
                    <a:pt x="1" y="253"/>
                    <a:pt x="1" y="505"/>
                  </a:cubicBezTo>
                  <a:cubicBezTo>
                    <a:pt x="1" y="788"/>
                    <a:pt x="221" y="1040"/>
                    <a:pt x="505" y="1040"/>
                  </a:cubicBezTo>
                  <a:lnTo>
                    <a:pt x="1544" y="1040"/>
                  </a:lnTo>
                  <a:cubicBezTo>
                    <a:pt x="1796" y="1040"/>
                    <a:pt x="2048" y="788"/>
                    <a:pt x="2048" y="505"/>
                  </a:cubicBezTo>
                  <a:cubicBezTo>
                    <a:pt x="2048" y="253"/>
                    <a:pt x="1796" y="1"/>
                    <a:pt x="15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14841;p136">
              <a:extLst>
                <a:ext uri="{FF2B5EF4-FFF2-40B4-BE49-F238E27FC236}">
                  <a16:creationId xmlns:a16="http://schemas.microsoft.com/office/drawing/2014/main" id="{42DC2D16-3D67-BBEA-64D8-2CF436A5A372}"/>
                </a:ext>
              </a:extLst>
            </p:cNvPr>
            <p:cNvSpPr/>
            <p:nvPr/>
          </p:nvSpPr>
          <p:spPr>
            <a:xfrm>
              <a:off x="-30735200" y="3209325"/>
              <a:ext cx="174075" cy="275525"/>
            </a:xfrm>
            <a:custGeom>
              <a:avLst/>
              <a:gdLst/>
              <a:ahLst/>
              <a:cxnLst/>
              <a:rect l="l" t="t" r="r" b="b"/>
              <a:pathLst>
                <a:path w="6963" h="11021" extrusionOk="0">
                  <a:moveTo>
                    <a:pt x="3803" y="0"/>
                  </a:moveTo>
                  <a:cubicBezTo>
                    <a:pt x="3716" y="0"/>
                    <a:pt x="3637" y="52"/>
                    <a:pt x="3592" y="120"/>
                  </a:cubicBezTo>
                  <a:lnTo>
                    <a:pt x="1702" y="2231"/>
                  </a:lnTo>
                  <a:cubicBezTo>
                    <a:pt x="1544" y="2420"/>
                    <a:pt x="1418" y="2640"/>
                    <a:pt x="1418" y="2892"/>
                  </a:cubicBezTo>
                  <a:lnTo>
                    <a:pt x="1418" y="5917"/>
                  </a:lnTo>
                  <a:cubicBezTo>
                    <a:pt x="1418" y="6200"/>
                    <a:pt x="1292" y="6421"/>
                    <a:pt x="1103" y="6641"/>
                  </a:cubicBezTo>
                  <a:lnTo>
                    <a:pt x="126" y="7618"/>
                  </a:lnTo>
                  <a:cubicBezTo>
                    <a:pt x="0" y="7744"/>
                    <a:pt x="0" y="7965"/>
                    <a:pt x="126" y="8091"/>
                  </a:cubicBezTo>
                  <a:lnTo>
                    <a:pt x="2867" y="10926"/>
                  </a:lnTo>
                  <a:cubicBezTo>
                    <a:pt x="2930" y="10989"/>
                    <a:pt x="3017" y="11021"/>
                    <a:pt x="3104" y="11021"/>
                  </a:cubicBezTo>
                  <a:cubicBezTo>
                    <a:pt x="3190" y="11021"/>
                    <a:pt x="3277" y="10989"/>
                    <a:pt x="3340" y="10926"/>
                  </a:cubicBezTo>
                  <a:lnTo>
                    <a:pt x="4317" y="9949"/>
                  </a:lnTo>
                  <a:cubicBezTo>
                    <a:pt x="4537" y="9729"/>
                    <a:pt x="4758" y="9634"/>
                    <a:pt x="5041" y="9634"/>
                  </a:cubicBezTo>
                  <a:lnTo>
                    <a:pt x="6963" y="9634"/>
                  </a:lnTo>
                  <a:cubicBezTo>
                    <a:pt x="6900" y="9477"/>
                    <a:pt x="6837" y="9288"/>
                    <a:pt x="6837" y="9099"/>
                  </a:cubicBezTo>
                  <a:cubicBezTo>
                    <a:pt x="6837" y="9036"/>
                    <a:pt x="6837" y="8973"/>
                    <a:pt x="6900" y="8910"/>
                  </a:cubicBezTo>
                  <a:cubicBezTo>
                    <a:pt x="6774" y="8910"/>
                    <a:pt x="6648" y="8941"/>
                    <a:pt x="6522" y="8941"/>
                  </a:cubicBezTo>
                  <a:cubicBezTo>
                    <a:pt x="4096" y="8941"/>
                    <a:pt x="2080" y="6925"/>
                    <a:pt x="2080" y="4499"/>
                  </a:cubicBezTo>
                  <a:cubicBezTo>
                    <a:pt x="2080" y="2892"/>
                    <a:pt x="2962" y="1475"/>
                    <a:pt x="4254" y="687"/>
                  </a:cubicBezTo>
                  <a:cubicBezTo>
                    <a:pt x="4254" y="592"/>
                    <a:pt x="4222" y="529"/>
                    <a:pt x="4222" y="498"/>
                  </a:cubicBezTo>
                  <a:lnTo>
                    <a:pt x="4128" y="246"/>
                  </a:lnTo>
                  <a:cubicBezTo>
                    <a:pt x="4096" y="120"/>
                    <a:pt x="4002" y="57"/>
                    <a:pt x="3907" y="25"/>
                  </a:cubicBezTo>
                  <a:cubicBezTo>
                    <a:pt x="3872" y="8"/>
                    <a:pt x="3837" y="0"/>
                    <a:pt x="38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6" name="Google Shape;14842;p136">
            <a:extLst>
              <a:ext uri="{FF2B5EF4-FFF2-40B4-BE49-F238E27FC236}">
                <a16:creationId xmlns:a16="http://schemas.microsoft.com/office/drawing/2014/main" id="{C178364B-B81E-C266-0F73-8803A8B736F7}"/>
              </a:ext>
            </a:extLst>
          </p:cNvPr>
          <p:cNvGrpSpPr/>
          <p:nvPr/>
        </p:nvGrpSpPr>
        <p:grpSpPr>
          <a:xfrm>
            <a:off x="4677724" y="4373164"/>
            <a:ext cx="355260" cy="353679"/>
            <a:chOff x="-30735200" y="3552550"/>
            <a:chExt cx="292225" cy="290925"/>
          </a:xfrm>
          <a:solidFill>
            <a:schemeClr val="accent1">
              <a:lumMod val="75000"/>
            </a:schemeClr>
          </a:solidFill>
        </p:grpSpPr>
        <p:sp>
          <p:nvSpPr>
            <p:cNvPr id="517" name="Google Shape;14843;p136">
              <a:extLst>
                <a:ext uri="{FF2B5EF4-FFF2-40B4-BE49-F238E27FC236}">
                  <a16:creationId xmlns:a16="http://schemas.microsoft.com/office/drawing/2014/main" id="{FAE23BEC-0847-DCE0-0BC7-2C1112528D9C}"/>
                </a:ext>
              </a:extLst>
            </p:cNvPr>
            <p:cNvSpPr/>
            <p:nvPr/>
          </p:nvSpPr>
          <p:spPr>
            <a:xfrm>
              <a:off x="-30613900" y="3655750"/>
              <a:ext cx="170925" cy="187725"/>
            </a:xfrm>
            <a:custGeom>
              <a:avLst/>
              <a:gdLst/>
              <a:ahLst/>
              <a:cxnLst/>
              <a:rect l="l" t="t" r="r" b="b"/>
              <a:pathLst>
                <a:path w="6837" h="7509" extrusionOk="0">
                  <a:moveTo>
                    <a:pt x="5120" y="2079"/>
                  </a:moveTo>
                  <a:cubicBezTo>
                    <a:pt x="5206" y="2079"/>
                    <a:pt x="5293" y="2111"/>
                    <a:pt x="5356" y="2174"/>
                  </a:cubicBezTo>
                  <a:cubicBezTo>
                    <a:pt x="5451" y="2268"/>
                    <a:pt x="5451" y="2458"/>
                    <a:pt x="5356" y="2647"/>
                  </a:cubicBezTo>
                  <a:lnTo>
                    <a:pt x="3308" y="4694"/>
                  </a:lnTo>
                  <a:cubicBezTo>
                    <a:pt x="3214" y="4757"/>
                    <a:pt x="3151" y="4789"/>
                    <a:pt x="3056" y="4789"/>
                  </a:cubicBezTo>
                  <a:cubicBezTo>
                    <a:pt x="2993" y="4789"/>
                    <a:pt x="2899" y="4757"/>
                    <a:pt x="2836" y="4694"/>
                  </a:cubicBezTo>
                  <a:lnTo>
                    <a:pt x="2174" y="4001"/>
                  </a:lnTo>
                  <a:cubicBezTo>
                    <a:pt x="2048" y="3907"/>
                    <a:pt x="2048" y="3655"/>
                    <a:pt x="2174" y="3529"/>
                  </a:cubicBezTo>
                  <a:cubicBezTo>
                    <a:pt x="2221" y="3481"/>
                    <a:pt x="2308" y="3458"/>
                    <a:pt x="2399" y="3458"/>
                  </a:cubicBezTo>
                  <a:cubicBezTo>
                    <a:pt x="2489" y="3458"/>
                    <a:pt x="2584" y="3481"/>
                    <a:pt x="2647" y="3529"/>
                  </a:cubicBezTo>
                  <a:lnTo>
                    <a:pt x="3056" y="3970"/>
                  </a:lnTo>
                  <a:lnTo>
                    <a:pt x="4883" y="2174"/>
                  </a:lnTo>
                  <a:cubicBezTo>
                    <a:pt x="4946" y="2111"/>
                    <a:pt x="5033" y="2079"/>
                    <a:pt x="5120" y="2079"/>
                  </a:cubicBezTo>
                  <a:close/>
                  <a:moveTo>
                    <a:pt x="1701" y="0"/>
                  </a:moveTo>
                  <a:cubicBezTo>
                    <a:pt x="725" y="0"/>
                    <a:pt x="0" y="756"/>
                    <a:pt x="0" y="1701"/>
                  </a:cubicBezTo>
                  <a:lnTo>
                    <a:pt x="0" y="4411"/>
                  </a:lnTo>
                  <a:cubicBezTo>
                    <a:pt x="0" y="5356"/>
                    <a:pt x="725" y="6112"/>
                    <a:pt x="1701" y="6112"/>
                  </a:cubicBezTo>
                  <a:lnTo>
                    <a:pt x="2048" y="6112"/>
                  </a:lnTo>
                  <a:lnTo>
                    <a:pt x="2048" y="7152"/>
                  </a:lnTo>
                  <a:cubicBezTo>
                    <a:pt x="2048" y="7309"/>
                    <a:pt x="2111" y="7435"/>
                    <a:pt x="2237" y="7467"/>
                  </a:cubicBezTo>
                  <a:cubicBezTo>
                    <a:pt x="2289" y="7493"/>
                    <a:pt x="2347" y="7508"/>
                    <a:pt x="2401" y="7508"/>
                  </a:cubicBezTo>
                  <a:cubicBezTo>
                    <a:pt x="2477" y="7508"/>
                    <a:pt x="2547" y="7478"/>
                    <a:pt x="2584" y="7404"/>
                  </a:cubicBezTo>
                  <a:lnTo>
                    <a:pt x="3844" y="6112"/>
                  </a:lnTo>
                  <a:lnTo>
                    <a:pt x="5073" y="6112"/>
                  </a:lnTo>
                  <a:cubicBezTo>
                    <a:pt x="6018" y="6112"/>
                    <a:pt x="6805" y="5356"/>
                    <a:pt x="6805" y="4411"/>
                  </a:cubicBezTo>
                  <a:lnTo>
                    <a:pt x="6805" y="1701"/>
                  </a:lnTo>
                  <a:cubicBezTo>
                    <a:pt x="6837" y="756"/>
                    <a:pt x="6049" y="0"/>
                    <a:pt x="510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14844;p136">
              <a:extLst>
                <a:ext uri="{FF2B5EF4-FFF2-40B4-BE49-F238E27FC236}">
                  <a16:creationId xmlns:a16="http://schemas.microsoft.com/office/drawing/2014/main" id="{455FB53F-A4BB-FF24-81BD-424715EB975A}"/>
                </a:ext>
              </a:extLst>
            </p:cNvPr>
            <p:cNvSpPr/>
            <p:nvPr/>
          </p:nvSpPr>
          <p:spPr>
            <a:xfrm>
              <a:off x="-30735200" y="3552550"/>
              <a:ext cx="188275" cy="205075"/>
            </a:xfrm>
            <a:custGeom>
              <a:avLst/>
              <a:gdLst/>
              <a:ahLst/>
              <a:cxnLst/>
              <a:rect l="l" t="t" r="r" b="b"/>
              <a:pathLst>
                <a:path w="7531" h="8203" extrusionOk="0">
                  <a:moveTo>
                    <a:pt x="3781" y="1356"/>
                  </a:moveTo>
                  <a:cubicBezTo>
                    <a:pt x="4317" y="1356"/>
                    <a:pt x="4789" y="1828"/>
                    <a:pt x="4789" y="2395"/>
                  </a:cubicBezTo>
                  <a:cubicBezTo>
                    <a:pt x="4789" y="2710"/>
                    <a:pt x="4632" y="3025"/>
                    <a:pt x="4411" y="3214"/>
                  </a:cubicBezTo>
                  <a:cubicBezTo>
                    <a:pt x="4254" y="3341"/>
                    <a:pt x="4128" y="3530"/>
                    <a:pt x="4128" y="3782"/>
                  </a:cubicBezTo>
                  <a:cubicBezTo>
                    <a:pt x="4128" y="3971"/>
                    <a:pt x="3970" y="4128"/>
                    <a:pt x="3781" y="4128"/>
                  </a:cubicBezTo>
                  <a:cubicBezTo>
                    <a:pt x="3592" y="4128"/>
                    <a:pt x="3434" y="3971"/>
                    <a:pt x="3434" y="3782"/>
                  </a:cubicBezTo>
                  <a:cubicBezTo>
                    <a:pt x="3434" y="3341"/>
                    <a:pt x="3624" y="2931"/>
                    <a:pt x="3970" y="2679"/>
                  </a:cubicBezTo>
                  <a:cubicBezTo>
                    <a:pt x="4065" y="2584"/>
                    <a:pt x="4096" y="2521"/>
                    <a:pt x="4096" y="2395"/>
                  </a:cubicBezTo>
                  <a:cubicBezTo>
                    <a:pt x="4096" y="2206"/>
                    <a:pt x="3939" y="2049"/>
                    <a:pt x="3750" y="2049"/>
                  </a:cubicBezTo>
                  <a:cubicBezTo>
                    <a:pt x="3529" y="2049"/>
                    <a:pt x="3371" y="2206"/>
                    <a:pt x="3371" y="2395"/>
                  </a:cubicBezTo>
                  <a:cubicBezTo>
                    <a:pt x="3371" y="2584"/>
                    <a:pt x="3214" y="2742"/>
                    <a:pt x="3025" y="2742"/>
                  </a:cubicBezTo>
                  <a:cubicBezTo>
                    <a:pt x="2836" y="2742"/>
                    <a:pt x="2678" y="2584"/>
                    <a:pt x="2678" y="2395"/>
                  </a:cubicBezTo>
                  <a:cubicBezTo>
                    <a:pt x="2741" y="1828"/>
                    <a:pt x="3214" y="1356"/>
                    <a:pt x="3781" y="1356"/>
                  </a:cubicBezTo>
                  <a:close/>
                  <a:moveTo>
                    <a:pt x="3781" y="4758"/>
                  </a:moveTo>
                  <a:cubicBezTo>
                    <a:pt x="3970" y="4758"/>
                    <a:pt x="4128" y="4916"/>
                    <a:pt x="4128" y="5105"/>
                  </a:cubicBezTo>
                  <a:cubicBezTo>
                    <a:pt x="4128" y="5294"/>
                    <a:pt x="3970" y="5451"/>
                    <a:pt x="3781" y="5451"/>
                  </a:cubicBezTo>
                  <a:cubicBezTo>
                    <a:pt x="3592" y="5451"/>
                    <a:pt x="3434" y="5294"/>
                    <a:pt x="3434" y="5105"/>
                  </a:cubicBezTo>
                  <a:cubicBezTo>
                    <a:pt x="3434" y="4916"/>
                    <a:pt x="3592" y="4758"/>
                    <a:pt x="3781" y="4758"/>
                  </a:cubicBezTo>
                  <a:close/>
                  <a:moveTo>
                    <a:pt x="1733" y="1"/>
                  </a:moveTo>
                  <a:cubicBezTo>
                    <a:pt x="788" y="1"/>
                    <a:pt x="0" y="789"/>
                    <a:pt x="0" y="1734"/>
                  </a:cubicBezTo>
                  <a:lnTo>
                    <a:pt x="0" y="5136"/>
                  </a:lnTo>
                  <a:cubicBezTo>
                    <a:pt x="0" y="5987"/>
                    <a:pt x="631" y="6649"/>
                    <a:pt x="1418" y="6806"/>
                  </a:cubicBezTo>
                  <a:lnTo>
                    <a:pt x="1418" y="7846"/>
                  </a:lnTo>
                  <a:cubicBezTo>
                    <a:pt x="1418" y="8003"/>
                    <a:pt x="1481" y="8129"/>
                    <a:pt x="1607" y="8161"/>
                  </a:cubicBezTo>
                  <a:cubicBezTo>
                    <a:pt x="1659" y="8187"/>
                    <a:pt x="1717" y="8202"/>
                    <a:pt x="1771" y="8202"/>
                  </a:cubicBezTo>
                  <a:cubicBezTo>
                    <a:pt x="1848" y="8202"/>
                    <a:pt x="1917" y="8172"/>
                    <a:pt x="1954" y="8098"/>
                  </a:cubicBezTo>
                  <a:lnTo>
                    <a:pt x="3214" y="6838"/>
                  </a:lnTo>
                  <a:lnTo>
                    <a:pt x="4096" y="6838"/>
                  </a:lnTo>
                  <a:lnTo>
                    <a:pt x="4096" y="5798"/>
                  </a:lnTo>
                  <a:cubicBezTo>
                    <a:pt x="4096" y="4475"/>
                    <a:pt x="5167" y="3404"/>
                    <a:pt x="6490" y="3404"/>
                  </a:cubicBezTo>
                  <a:lnTo>
                    <a:pt x="7530" y="3404"/>
                  </a:lnTo>
                  <a:lnTo>
                    <a:pt x="7530" y="1734"/>
                  </a:lnTo>
                  <a:cubicBezTo>
                    <a:pt x="7530" y="789"/>
                    <a:pt x="6774" y="1"/>
                    <a:pt x="582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9" name="Google Shape;14845;p136">
            <a:extLst>
              <a:ext uri="{FF2B5EF4-FFF2-40B4-BE49-F238E27FC236}">
                <a16:creationId xmlns:a16="http://schemas.microsoft.com/office/drawing/2014/main" id="{5E23EEDF-4E37-1C92-799E-71E134446EC2}"/>
              </a:ext>
            </a:extLst>
          </p:cNvPr>
          <p:cNvGrpSpPr/>
          <p:nvPr/>
        </p:nvGrpSpPr>
        <p:grpSpPr>
          <a:xfrm>
            <a:off x="4677724" y="4838670"/>
            <a:ext cx="355260" cy="354318"/>
            <a:chOff x="-30735200" y="3910925"/>
            <a:chExt cx="292225" cy="291450"/>
          </a:xfrm>
          <a:solidFill>
            <a:schemeClr val="accent1">
              <a:lumMod val="75000"/>
            </a:schemeClr>
          </a:solidFill>
        </p:grpSpPr>
        <p:sp>
          <p:nvSpPr>
            <p:cNvPr id="520" name="Google Shape;14846;p136">
              <a:extLst>
                <a:ext uri="{FF2B5EF4-FFF2-40B4-BE49-F238E27FC236}">
                  <a16:creationId xmlns:a16="http://schemas.microsoft.com/office/drawing/2014/main" id="{225AFE3F-7030-B0B7-B3DB-AF31B93309B2}"/>
                </a:ext>
              </a:extLst>
            </p:cNvPr>
            <p:cNvSpPr/>
            <p:nvPr/>
          </p:nvSpPr>
          <p:spPr>
            <a:xfrm>
              <a:off x="-30683225" y="3962900"/>
              <a:ext cx="188275" cy="186700"/>
            </a:xfrm>
            <a:custGeom>
              <a:avLst/>
              <a:gdLst/>
              <a:ahLst/>
              <a:cxnLst/>
              <a:rect l="l" t="t" r="r" b="b"/>
              <a:pathLst>
                <a:path w="7531" h="7468" extrusionOk="0">
                  <a:moveTo>
                    <a:pt x="3750" y="663"/>
                  </a:moveTo>
                  <a:cubicBezTo>
                    <a:pt x="3939" y="663"/>
                    <a:pt x="4096" y="820"/>
                    <a:pt x="4096" y="1009"/>
                  </a:cubicBezTo>
                  <a:lnTo>
                    <a:pt x="4096" y="3624"/>
                  </a:lnTo>
                  <a:lnTo>
                    <a:pt x="5357" y="4884"/>
                  </a:lnTo>
                  <a:cubicBezTo>
                    <a:pt x="5514" y="5042"/>
                    <a:pt x="5514" y="5231"/>
                    <a:pt x="5357" y="5357"/>
                  </a:cubicBezTo>
                  <a:cubicBezTo>
                    <a:pt x="5294" y="5420"/>
                    <a:pt x="5207" y="5451"/>
                    <a:pt x="5120" y="5451"/>
                  </a:cubicBezTo>
                  <a:cubicBezTo>
                    <a:pt x="5034" y="5451"/>
                    <a:pt x="4947" y="5420"/>
                    <a:pt x="4884" y="5357"/>
                  </a:cubicBezTo>
                  <a:lnTo>
                    <a:pt x="3498" y="3971"/>
                  </a:lnTo>
                  <a:cubicBezTo>
                    <a:pt x="3435" y="3908"/>
                    <a:pt x="3403" y="3813"/>
                    <a:pt x="3403" y="3719"/>
                  </a:cubicBezTo>
                  <a:lnTo>
                    <a:pt x="3403" y="1009"/>
                  </a:lnTo>
                  <a:cubicBezTo>
                    <a:pt x="3403" y="820"/>
                    <a:pt x="3561" y="663"/>
                    <a:pt x="3750" y="663"/>
                  </a:cubicBezTo>
                  <a:close/>
                  <a:moveTo>
                    <a:pt x="3750" y="1"/>
                  </a:moveTo>
                  <a:cubicBezTo>
                    <a:pt x="1671" y="1"/>
                    <a:pt x="1" y="1702"/>
                    <a:pt x="1" y="3750"/>
                  </a:cubicBezTo>
                  <a:cubicBezTo>
                    <a:pt x="1" y="5829"/>
                    <a:pt x="1702" y="7468"/>
                    <a:pt x="3750" y="7468"/>
                  </a:cubicBezTo>
                  <a:cubicBezTo>
                    <a:pt x="5798" y="7468"/>
                    <a:pt x="7499" y="5798"/>
                    <a:pt x="7499" y="3750"/>
                  </a:cubicBezTo>
                  <a:cubicBezTo>
                    <a:pt x="7530" y="1702"/>
                    <a:pt x="5829" y="1"/>
                    <a:pt x="37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14847;p136">
              <a:extLst>
                <a:ext uri="{FF2B5EF4-FFF2-40B4-BE49-F238E27FC236}">
                  <a16:creationId xmlns:a16="http://schemas.microsoft.com/office/drawing/2014/main" id="{94AC2691-4987-B99C-6338-277E5925590E}"/>
                </a:ext>
              </a:extLst>
            </p:cNvPr>
            <p:cNvSpPr/>
            <p:nvPr/>
          </p:nvSpPr>
          <p:spPr>
            <a:xfrm>
              <a:off x="-30735200" y="3910925"/>
              <a:ext cx="292225" cy="291450"/>
            </a:xfrm>
            <a:custGeom>
              <a:avLst/>
              <a:gdLst/>
              <a:ahLst/>
              <a:cxnLst/>
              <a:rect l="l" t="t" r="r" b="b"/>
              <a:pathLst>
                <a:path w="11689" h="11658" extrusionOk="0">
                  <a:moveTo>
                    <a:pt x="5829" y="1355"/>
                  </a:moveTo>
                  <a:cubicBezTo>
                    <a:pt x="8286" y="1355"/>
                    <a:pt x="10271" y="3372"/>
                    <a:pt x="10271" y="5829"/>
                  </a:cubicBezTo>
                  <a:cubicBezTo>
                    <a:pt x="10271" y="8286"/>
                    <a:pt x="8318" y="10271"/>
                    <a:pt x="5829" y="10271"/>
                  </a:cubicBezTo>
                  <a:cubicBezTo>
                    <a:pt x="3403" y="10271"/>
                    <a:pt x="1387" y="8255"/>
                    <a:pt x="1387" y="5829"/>
                  </a:cubicBezTo>
                  <a:cubicBezTo>
                    <a:pt x="1387" y="3372"/>
                    <a:pt x="3371" y="1355"/>
                    <a:pt x="5829" y="1355"/>
                  </a:cubicBezTo>
                  <a:close/>
                  <a:moveTo>
                    <a:pt x="5829" y="1"/>
                  </a:moveTo>
                  <a:cubicBezTo>
                    <a:pt x="2647" y="1"/>
                    <a:pt x="0" y="2616"/>
                    <a:pt x="0" y="5829"/>
                  </a:cubicBezTo>
                  <a:cubicBezTo>
                    <a:pt x="0" y="9011"/>
                    <a:pt x="2647" y="11657"/>
                    <a:pt x="5829" y="11657"/>
                  </a:cubicBezTo>
                  <a:cubicBezTo>
                    <a:pt x="9011" y="11657"/>
                    <a:pt x="11657" y="9011"/>
                    <a:pt x="11657" y="5829"/>
                  </a:cubicBezTo>
                  <a:cubicBezTo>
                    <a:pt x="11689" y="2616"/>
                    <a:pt x="9042" y="1"/>
                    <a:pt x="582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2" name="Google Shape;14848;p136">
            <a:extLst>
              <a:ext uri="{FF2B5EF4-FFF2-40B4-BE49-F238E27FC236}">
                <a16:creationId xmlns:a16="http://schemas.microsoft.com/office/drawing/2014/main" id="{7198F8C5-9EE1-AA90-9783-4939EBFB645D}"/>
              </a:ext>
            </a:extLst>
          </p:cNvPr>
          <p:cNvSpPr/>
          <p:nvPr/>
        </p:nvSpPr>
        <p:spPr>
          <a:xfrm>
            <a:off x="3779134" y="5296627"/>
            <a:ext cx="355260" cy="354318"/>
          </a:xfrm>
          <a:custGeom>
            <a:avLst/>
            <a:gdLst/>
            <a:ahLst/>
            <a:cxnLst/>
            <a:rect l="l" t="t" r="r" b="b"/>
            <a:pathLst>
              <a:path w="11689" h="11658" extrusionOk="0">
                <a:moveTo>
                  <a:pt x="5829" y="2458"/>
                </a:moveTo>
                <a:cubicBezTo>
                  <a:pt x="6207" y="2458"/>
                  <a:pt x="6491" y="2773"/>
                  <a:pt x="6491" y="3120"/>
                </a:cubicBezTo>
                <a:cubicBezTo>
                  <a:pt x="6522" y="3466"/>
                  <a:pt x="6207" y="3781"/>
                  <a:pt x="5829" y="3781"/>
                </a:cubicBezTo>
                <a:cubicBezTo>
                  <a:pt x="5419" y="3781"/>
                  <a:pt x="5136" y="3466"/>
                  <a:pt x="5136" y="3120"/>
                </a:cubicBezTo>
                <a:cubicBezTo>
                  <a:pt x="5136" y="2742"/>
                  <a:pt x="5482" y="2458"/>
                  <a:pt x="5829" y="2458"/>
                </a:cubicBezTo>
                <a:close/>
                <a:moveTo>
                  <a:pt x="5860" y="4474"/>
                </a:moveTo>
                <a:cubicBezTo>
                  <a:pt x="6238" y="4474"/>
                  <a:pt x="6522" y="4789"/>
                  <a:pt x="6522" y="5136"/>
                </a:cubicBezTo>
                <a:lnTo>
                  <a:pt x="6522" y="8570"/>
                </a:lnTo>
                <a:cubicBezTo>
                  <a:pt x="6522" y="8948"/>
                  <a:pt x="6207" y="9232"/>
                  <a:pt x="5860" y="9232"/>
                </a:cubicBezTo>
                <a:cubicBezTo>
                  <a:pt x="5451" y="9232"/>
                  <a:pt x="5199" y="8917"/>
                  <a:pt x="5199" y="8570"/>
                </a:cubicBezTo>
                <a:lnTo>
                  <a:pt x="5199" y="5136"/>
                </a:lnTo>
                <a:cubicBezTo>
                  <a:pt x="5199" y="4726"/>
                  <a:pt x="5514" y="4474"/>
                  <a:pt x="5860" y="4474"/>
                </a:cubicBezTo>
                <a:close/>
                <a:moveTo>
                  <a:pt x="5829" y="1"/>
                </a:moveTo>
                <a:cubicBezTo>
                  <a:pt x="2615" y="1"/>
                  <a:pt x="0" y="2647"/>
                  <a:pt x="0" y="5829"/>
                </a:cubicBezTo>
                <a:cubicBezTo>
                  <a:pt x="0" y="9043"/>
                  <a:pt x="2615" y="11657"/>
                  <a:pt x="5829" y="11657"/>
                </a:cubicBezTo>
                <a:cubicBezTo>
                  <a:pt x="9011" y="11657"/>
                  <a:pt x="11657" y="9043"/>
                  <a:pt x="11657" y="5829"/>
                </a:cubicBezTo>
                <a:cubicBezTo>
                  <a:pt x="11689" y="2647"/>
                  <a:pt x="9042" y="1"/>
                  <a:pt x="5829" y="1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23" name="Google Shape;14849;p136">
            <a:extLst>
              <a:ext uri="{FF2B5EF4-FFF2-40B4-BE49-F238E27FC236}">
                <a16:creationId xmlns:a16="http://schemas.microsoft.com/office/drawing/2014/main" id="{39F44752-390C-2880-3096-E297E9E2BAD9}"/>
              </a:ext>
            </a:extLst>
          </p:cNvPr>
          <p:cNvGrpSpPr/>
          <p:nvPr/>
        </p:nvGrpSpPr>
        <p:grpSpPr>
          <a:xfrm>
            <a:off x="7550427" y="2547186"/>
            <a:ext cx="359654" cy="359907"/>
            <a:chOff x="-57956275" y="3197925"/>
            <a:chExt cx="319000" cy="319225"/>
          </a:xfrm>
          <a:solidFill>
            <a:schemeClr val="accent1">
              <a:lumMod val="75000"/>
            </a:schemeClr>
          </a:solidFill>
        </p:grpSpPr>
        <p:sp>
          <p:nvSpPr>
            <p:cNvPr id="524" name="Google Shape;14850;p136">
              <a:extLst>
                <a:ext uri="{FF2B5EF4-FFF2-40B4-BE49-F238E27FC236}">
                  <a16:creationId xmlns:a16="http://schemas.microsoft.com/office/drawing/2014/main" id="{DBF187E6-D7C5-926E-E06F-9B0CC57E0BDA}"/>
                </a:ext>
              </a:extLst>
            </p:cNvPr>
            <p:cNvSpPr/>
            <p:nvPr/>
          </p:nvSpPr>
          <p:spPr>
            <a:xfrm>
              <a:off x="-57940525" y="3353300"/>
              <a:ext cx="18150" cy="65400"/>
            </a:xfrm>
            <a:custGeom>
              <a:avLst/>
              <a:gdLst/>
              <a:ahLst/>
              <a:cxnLst/>
              <a:rect l="l" t="t" r="r" b="b"/>
              <a:pathLst>
                <a:path w="726" h="2616" extrusionOk="0">
                  <a:moveTo>
                    <a:pt x="725" y="0"/>
                  </a:moveTo>
                  <a:cubicBezTo>
                    <a:pt x="316" y="284"/>
                    <a:pt x="1" y="756"/>
                    <a:pt x="1" y="1292"/>
                  </a:cubicBezTo>
                  <a:cubicBezTo>
                    <a:pt x="1" y="1859"/>
                    <a:pt x="316" y="2332"/>
                    <a:pt x="725" y="2615"/>
                  </a:cubicBezTo>
                  <a:lnTo>
                    <a:pt x="725" y="2395"/>
                  </a:lnTo>
                  <a:lnTo>
                    <a:pt x="7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14851;p136">
              <a:extLst>
                <a:ext uri="{FF2B5EF4-FFF2-40B4-BE49-F238E27FC236}">
                  <a16:creationId xmlns:a16="http://schemas.microsoft.com/office/drawing/2014/main" id="{DE8136BB-A0BB-01FA-3221-453A2FA4A65C}"/>
                </a:ext>
              </a:extLst>
            </p:cNvPr>
            <p:cNvSpPr/>
            <p:nvPr/>
          </p:nvSpPr>
          <p:spPr>
            <a:xfrm>
              <a:off x="-57679825" y="3353300"/>
              <a:ext cx="18925" cy="65400"/>
            </a:xfrm>
            <a:custGeom>
              <a:avLst/>
              <a:gdLst/>
              <a:ahLst/>
              <a:cxnLst/>
              <a:rect l="l" t="t" r="r" b="b"/>
              <a:pathLst>
                <a:path w="757" h="2616" extrusionOk="0">
                  <a:moveTo>
                    <a:pt x="1" y="0"/>
                  </a:moveTo>
                  <a:lnTo>
                    <a:pt x="1" y="2395"/>
                  </a:lnTo>
                  <a:lnTo>
                    <a:pt x="1" y="2615"/>
                  </a:lnTo>
                  <a:cubicBezTo>
                    <a:pt x="442" y="2332"/>
                    <a:pt x="757" y="1859"/>
                    <a:pt x="757" y="1292"/>
                  </a:cubicBezTo>
                  <a:cubicBezTo>
                    <a:pt x="757" y="756"/>
                    <a:pt x="442" y="284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14852;p136">
              <a:extLst>
                <a:ext uri="{FF2B5EF4-FFF2-40B4-BE49-F238E27FC236}">
                  <a16:creationId xmlns:a16="http://schemas.microsoft.com/office/drawing/2014/main" id="{C2846ECC-9CCC-6D3C-7236-8206A4900581}"/>
                </a:ext>
              </a:extLst>
            </p:cNvPr>
            <p:cNvSpPr/>
            <p:nvPr/>
          </p:nvSpPr>
          <p:spPr>
            <a:xfrm>
              <a:off x="-57956275" y="3255625"/>
              <a:ext cx="319000" cy="55175"/>
            </a:xfrm>
            <a:custGeom>
              <a:avLst/>
              <a:gdLst/>
              <a:ahLst/>
              <a:cxnLst/>
              <a:rect l="l" t="t" r="r" b="b"/>
              <a:pathLst>
                <a:path w="12760" h="2207" extrusionOk="0">
                  <a:moveTo>
                    <a:pt x="442" y="1"/>
                  </a:moveTo>
                  <a:cubicBezTo>
                    <a:pt x="190" y="1"/>
                    <a:pt x="1" y="253"/>
                    <a:pt x="64" y="442"/>
                  </a:cubicBezTo>
                  <a:cubicBezTo>
                    <a:pt x="284" y="1481"/>
                    <a:pt x="1261" y="2206"/>
                    <a:pt x="2332" y="2206"/>
                  </a:cubicBezTo>
                  <a:lnTo>
                    <a:pt x="10523" y="2206"/>
                  </a:lnTo>
                  <a:cubicBezTo>
                    <a:pt x="11563" y="2206"/>
                    <a:pt x="12571" y="1418"/>
                    <a:pt x="12760" y="442"/>
                  </a:cubicBezTo>
                  <a:cubicBezTo>
                    <a:pt x="12603" y="221"/>
                    <a:pt x="12445" y="1"/>
                    <a:pt x="12193" y="1"/>
                  </a:cubicBezTo>
                  <a:lnTo>
                    <a:pt x="10303" y="1"/>
                  </a:lnTo>
                  <a:lnTo>
                    <a:pt x="10303" y="757"/>
                  </a:lnTo>
                  <a:cubicBezTo>
                    <a:pt x="10303" y="946"/>
                    <a:pt x="10145" y="1103"/>
                    <a:pt x="9956" y="1103"/>
                  </a:cubicBezTo>
                  <a:cubicBezTo>
                    <a:pt x="9767" y="1103"/>
                    <a:pt x="9610" y="946"/>
                    <a:pt x="9610" y="757"/>
                  </a:cubicBezTo>
                  <a:lnTo>
                    <a:pt x="9610" y="1"/>
                  </a:lnTo>
                  <a:lnTo>
                    <a:pt x="8853" y="1"/>
                  </a:lnTo>
                  <a:lnTo>
                    <a:pt x="8853" y="757"/>
                  </a:lnTo>
                  <a:cubicBezTo>
                    <a:pt x="8853" y="946"/>
                    <a:pt x="8696" y="1103"/>
                    <a:pt x="8507" y="1103"/>
                  </a:cubicBezTo>
                  <a:cubicBezTo>
                    <a:pt x="8318" y="1103"/>
                    <a:pt x="8160" y="946"/>
                    <a:pt x="8160" y="757"/>
                  </a:cubicBezTo>
                  <a:lnTo>
                    <a:pt x="8160" y="1"/>
                  </a:lnTo>
                  <a:lnTo>
                    <a:pt x="7404" y="1"/>
                  </a:lnTo>
                  <a:lnTo>
                    <a:pt x="7404" y="757"/>
                  </a:lnTo>
                  <a:cubicBezTo>
                    <a:pt x="7404" y="946"/>
                    <a:pt x="7247" y="1103"/>
                    <a:pt x="7058" y="1103"/>
                  </a:cubicBezTo>
                  <a:cubicBezTo>
                    <a:pt x="6837" y="1103"/>
                    <a:pt x="6680" y="946"/>
                    <a:pt x="6680" y="757"/>
                  </a:cubicBezTo>
                  <a:lnTo>
                    <a:pt x="6680" y="1"/>
                  </a:lnTo>
                  <a:lnTo>
                    <a:pt x="5955" y="1"/>
                  </a:lnTo>
                  <a:lnTo>
                    <a:pt x="5955" y="757"/>
                  </a:lnTo>
                  <a:cubicBezTo>
                    <a:pt x="5955" y="946"/>
                    <a:pt x="5797" y="1103"/>
                    <a:pt x="5577" y="1103"/>
                  </a:cubicBezTo>
                  <a:cubicBezTo>
                    <a:pt x="5388" y="1103"/>
                    <a:pt x="5230" y="946"/>
                    <a:pt x="5230" y="757"/>
                  </a:cubicBezTo>
                  <a:lnTo>
                    <a:pt x="5230" y="1"/>
                  </a:lnTo>
                  <a:lnTo>
                    <a:pt x="4474" y="1"/>
                  </a:lnTo>
                  <a:lnTo>
                    <a:pt x="4474" y="757"/>
                  </a:lnTo>
                  <a:cubicBezTo>
                    <a:pt x="4474" y="946"/>
                    <a:pt x="4317" y="1103"/>
                    <a:pt x="4128" y="1103"/>
                  </a:cubicBezTo>
                  <a:cubicBezTo>
                    <a:pt x="3939" y="1103"/>
                    <a:pt x="3781" y="946"/>
                    <a:pt x="3781" y="757"/>
                  </a:cubicBezTo>
                  <a:lnTo>
                    <a:pt x="3781" y="1"/>
                  </a:lnTo>
                  <a:lnTo>
                    <a:pt x="3025" y="1"/>
                  </a:lnTo>
                  <a:lnTo>
                    <a:pt x="3025" y="757"/>
                  </a:lnTo>
                  <a:cubicBezTo>
                    <a:pt x="3025" y="946"/>
                    <a:pt x="2867" y="1103"/>
                    <a:pt x="2678" y="1103"/>
                  </a:cubicBezTo>
                  <a:cubicBezTo>
                    <a:pt x="2489" y="1103"/>
                    <a:pt x="2332" y="946"/>
                    <a:pt x="2332" y="757"/>
                  </a:cubicBezTo>
                  <a:lnTo>
                    <a:pt x="233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14853;p136">
              <a:extLst>
                <a:ext uri="{FF2B5EF4-FFF2-40B4-BE49-F238E27FC236}">
                  <a16:creationId xmlns:a16="http://schemas.microsoft.com/office/drawing/2014/main" id="{FF020C46-DC9F-C4AB-87D5-293743489494}"/>
                </a:ext>
              </a:extLst>
            </p:cNvPr>
            <p:cNvSpPr/>
            <p:nvPr/>
          </p:nvSpPr>
          <p:spPr>
            <a:xfrm>
              <a:off x="-57868050" y="3494275"/>
              <a:ext cx="18900" cy="22875"/>
            </a:xfrm>
            <a:custGeom>
              <a:avLst/>
              <a:gdLst/>
              <a:ahLst/>
              <a:cxnLst/>
              <a:rect l="l" t="t" r="r" b="b"/>
              <a:pathLst>
                <a:path w="756" h="915" extrusionOk="0">
                  <a:moveTo>
                    <a:pt x="0" y="1"/>
                  </a:moveTo>
                  <a:lnTo>
                    <a:pt x="0" y="536"/>
                  </a:lnTo>
                  <a:lnTo>
                    <a:pt x="32" y="536"/>
                  </a:lnTo>
                  <a:cubicBezTo>
                    <a:pt x="32" y="757"/>
                    <a:pt x="189" y="914"/>
                    <a:pt x="410" y="914"/>
                  </a:cubicBezTo>
                  <a:cubicBezTo>
                    <a:pt x="599" y="914"/>
                    <a:pt x="756" y="757"/>
                    <a:pt x="756" y="536"/>
                  </a:cubicBezTo>
                  <a:lnTo>
                    <a:pt x="756" y="473"/>
                  </a:lnTo>
                  <a:cubicBezTo>
                    <a:pt x="473" y="347"/>
                    <a:pt x="252" y="158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14854;p136">
              <a:extLst>
                <a:ext uri="{FF2B5EF4-FFF2-40B4-BE49-F238E27FC236}">
                  <a16:creationId xmlns:a16="http://schemas.microsoft.com/office/drawing/2014/main" id="{6F001C1D-C93C-C90D-C911-1D17C21C1EFC}"/>
                </a:ext>
              </a:extLst>
            </p:cNvPr>
            <p:cNvSpPr/>
            <p:nvPr/>
          </p:nvSpPr>
          <p:spPr>
            <a:xfrm>
              <a:off x="-57755425" y="3494275"/>
              <a:ext cx="18125" cy="22875"/>
            </a:xfrm>
            <a:custGeom>
              <a:avLst/>
              <a:gdLst/>
              <a:ahLst/>
              <a:cxnLst/>
              <a:rect l="l" t="t" r="r" b="b"/>
              <a:pathLst>
                <a:path w="725" h="915" extrusionOk="0">
                  <a:moveTo>
                    <a:pt x="725" y="1"/>
                  </a:moveTo>
                  <a:cubicBezTo>
                    <a:pt x="504" y="190"/>
                    <a:pt x="252" y="347"/>
                    <a:pt x="0" y="473"/>
                  </a:cubicBezTo>
                  <a:lnTo>
                    <a:pt x="0" y="536"/>
                  </a:lnTo>
                  <a:lnTo>
                    <a:pt x="32" y="536"/>
                  </a:lnTo>
                  <a:cubicBezTo>
                    <a:pt x="32" y="757"/>
                    <a:pt x="189" y="914"/>
                    <a:pt x="378" y="914"/>
                  </a:cubicBezTo>
                  <a:cubicBezTo>
                    <a:pt x="567" y="914"/>
                    <a:pt x="725" y="757"/>
                    <a:pt x="725" y="536"/>
                  </a:cubicBezTo>
                  <a:lnTo>
                    <a:pt x="72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14855;p136">
              <a:extLst>
                <a:ext uri="{FF2B5EF4-FFF2-40B4-BE49-F238E27FC236}">
                  <a16:creationId xmlns:a16="http://schemas.microsoft.com/office/drawing/2014/main" id="{C6D54BF0-5E22-10A4-B546-B99DB4CC09F2}"/>
                </a:ext>
              </a:extLst>
            </p:cNvPr>
            <p:cNvSpPr/>
            <p:nvPr/>
          </p:nvSpPr>
          <p:spPr>
            <a:xfrm>
              <a:off x="-57903500" y="3329675"/>
              <a:ext cx="204800" cy="187475"/>
            </a:xfrm>
            <a:custGeom>
              <a:avLst/>
              <a:gdLst/>
              <a:ahLst/>
              <a:cxnLst/>
              <a:rect l="l" t="t" r="r" b="b"/>
              <a:pathLst>
                <a:path w="8192" h="7499" extrusionOk="0">
                  <a:moveTo>
                    <a:pt x="2615" y="756"/>
                  </a:moveTo>
                  <a:cubicBezTo>
                    <a:pt x="2804" y="756"/>
                    <a:pt x="2962" y="914"/>
                    <a:pt x="2962" y="1103"/>
                  </a:cubicBezTo>
                  <a:cubicBezTo>
                    <a:pt x="2962" y="1292"/>
                    <a:pt x="2804" y="1449"/>
                    <a:pt x="2615" y="1449"/>
                  </a:cubicBezTo>
                  <a:cubicBezTo>
                    <a:pt x="2395" y="1449"/>
                    <a:pt x="2269" y="1292"/>
                    <a:pt x="2269" y="1103"/>
                  </a:cubicBezTo>
                  <a:cubicBezTo>
                    <a:pt x="2206" y="945"/>
                    <a:pt x="2395" y="756"/>
                    <a:pt x="2615" y="756"/>
                  </a:cubicBezTo>
                  <a:close/>
                  <a:moveTo>
                    <a:pt x="5608" y="756"/>
                  </a:moveTo>
                  <a:cubicBezTo>
                    <a:pt x="5797" y="756"/>
                    <a:pt x="5955" y="914"/>
                    <a:pt x="5955" y="1103"/>
                  </a:cubicBezTo>
                  <a:cubicBezTo>
                    <a:pt x="5955" y="1292"/>
                    <a:pt x="5797" y="1449"/>
                    <a:pt x="5608" y="1449"/>
                  </a:cubicBezTo>
                  <a:cubicBezTo>
                    <a:pt x="5388" y="1449"/>
                    <a:pt x="5230" y="1292"/>
                    <a:pt x="5230" y="1103"/>
                  </a:cubicBezTo>
                  <a:cubicBezTo>
                    <a:pt x="5199" y="945"/>
                    <a:pt x="5356" y="756"/>
                    <a:pt x="5608" y="756"/>
                  </a:cubicBezTo>
                  <a:close/>
                  <a:moveTo>
                    <a:pt x="5159" y="4072"/>
                  </a:moveTo>
                  <a:cubicBezTo>
                    <a:pt x="5254" y="4072"/>
                    <a:pt x="5340" y="4112"/>
                    <a:pt x="5388" y="4190"/>
                  </a:cubicBezTo>
                  <a:cubicBezTo>
                    <a:pt x="5545" y="4348"/>
                    <a:pt x="5545" y="4568"/>
                    <a:pt x="5388" y="4694"/>
                  </a:cubicBezTo>
                  <a:cubicBezTo>
                    <a:pt x="5041" y="5041"/>
                    <a:pt x="4569" y="5230"/>
                    <a:pt x="4096" y="5230"/>
                  </a:cubicBezTo>
                  <a:cubicBezTo>
                    <a:pt x="3623" y="5230"/>
                    <a:pt x="3119" y="5041"/>
                    <a:pt x="2804" y="4694"/>
                  </a:cubicBezTo>
                  <a:cubicBezTo>
                    <a:pt x="2647" y="4537"/>
                    <a:pt x="2647" y="4285"/>
                    <a:pt x="2804" y="4190"/>
                  </a:cubicBezTo>
                  <a:cubicBezTo>
                    <a:pt x="2883" y="4112"/>
                    <a:pt x="2978" y="4072"/>
                    <a:pt x="3068" y="4072"/>
                  </a:cubicBezTo>
                  <a:cubicBezTo>
                    <a:pt x="3159" y="4072"/>
                    <a:pt x="3245" y="4112"/>
                    <a:pt x="3308" y="4190"/>
                  </a:cubicBezTo>
                  <a:cubicBezTo>
                    <a:pt x="3513" y="4379"/>
                    <a:pt x="3797" y="4474"/>
                    <a:pt x="4084" y="4474"/>
                  </a:cubicBezTo>
                  <a:cubicBezTo>
                    <a:pt x="4372" y="4474"/>
                    <a:pt x="4663" y="4379"/>
                    <a:pt x="4884" y="4190"/>
                  </a:cubicBezTo>
                  <a:cubicBezTo>
                    <a:pt x="4962" y="4112"/>
                    <a:pt x="5065" y="4072"/>
                    <a:pt x="5159" y="4072"/>
                  </a:cubicBezTo>
                  <a:close/>
                  <a:moveTo>
                    <a:pt x="0" y="0"/>
                  </a:moveTo>
                  <a:lnTo>
                    <a:pt x="0" y="3403"/>
                  </a:lnTo>
                  <a:cubicBezTo>
                    <a:pt x="0" y="4663"/>
                    <a:pt x="599" y="5829"/>
                    <a:pt x="1513" y="6585"/>
                  </a:cubicBezTo>
                  <a:lnTo>
                    <a:pt x="1513" y="4127"/>
                  </a:lnTo>
                  <a:cubicBezTo>
                    <a:pt x="1513" y="3119"/>
                    <a:pt x="2332" y="2300"/>
                    <a:pt x="3340" y="2300"/>
                  </a:cubicBezTo>
                  <a:cubicBezTo>
                    <a:pt x="3560" y="2300"/>
                    <a:pt x="3718" y="2458"/>
                    <a:pt x="3718" y="2647"/>
                  </a:cubicBezTo>
                  <a:cubicBezTo>
                    <a:pt x="3718" y="2836"/>
                    <a:pt x="3560" y="2993"/>
                    <a:pt x="3340" y="2993"/>
                  </a:cubicBezTo>
                  <a:cubicBezTo>
                    <a:pt x="2710" y="2993"/>
                    <a:pt x="2237" y="3497"/>
                    <a:pt x="2237" y="4096"/>
                  </a:cubicBezTo>
                  <a:lnTo>
                    <a:pt x="2237" y="7026"/>
                  </a:lnTo>
                  <a:cubicBezTo>
                    <a:pt x="2804" y="7278"/>
                    <a:pt x="3434" y="7498"/>
                    <a:pt x="4096" y="7498"/>
                  </a:cubicBezTo>
                  <a:cubicBezTo>
                    <a:pt x="4758" y="7498"/>
                    <a:pt x="5388" y="7341"/>
                    <a:pt x="5955" y="7026"/>
                  </a:cubicBezTo>
                  <a:lnTo>
                    <a:pt x="5955" y="4096"/>
                  </a:lnTo>
                  <a:cubicBezTo>
                    <a:pt x="5955" y="3466"/>
                    <a:pt x="5451" y="2993"/>
                    <a:pt x="4852" y="2993"/>
                  </a:cubicBezTo>
                  <a:cubicBezTo>
                    <a:pt x="4663" y="2993"/>
                    <a:pt x="4506" y="2836"/>
                    <a:pt x="4506" y="2647"/>
                  </a:cubicBezTo>
                  <a:cubicBezTo>
                    <a:pt x="4506" y="2458"/>
                    <a:pt x="4663" y="2300"/>
                    <a:pt x="4852" y="2300"/>
                  </a:cubicBezTo>
                  <a:cubicBezTo>
                    <a:pt x="5860" y="2300"/>
                    <a:pt x="6711" y="3119"/>
                    <a:pt x="6711" y="4127"/>
                  </a:cubicBezTo>
                  <a:lnTo>
                    <a:pt x="6711" y="6585"/>
                  </a:lnTo>
                  <a:cubicBezTo>
                    <a:pt x="7593" y="5829"/>
                    <a:pt x="8192" y="4663"/>
                    <a:pt x="8192" y="3403"/>
                  </a:cubicBezTo>
                  <a:lnTo>
                    <a:pt x="819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14856;p136">
              <a:extLst>
                <a:ext uri="{FF2B5EF4-FFF2-40B4-BE49-F238E27FC236}">
                  <a16:creationId xmlns:a16="http://schemas.microsoft.com/office/drawing/2014/main" id="{78040CE0-77B0-94D9-ECAF-D47F6861EA72}"/>
                </a:ext>
              </a:extLst>
            </p:cNvPr>
            <p:cNvSpPr/>
            <p:nvPr/>
          </p:nvSpPr>
          <p:spPr>
            <a:xfrm>
              <a:off x="-57860975" y="3197925"/>
              <a:ext cx="119750" cy="37250"/>
            </a:xfrm>
            <a:custGeom>
              <a:avLst/>
              <a:gdLst/>
              <a:ahLst/>
              <a:cxnLst/>
              <a:rect l="l" t="t" r="r" b="b"/>
              <a:pathLst>
                <a:path w="4790" h="1490" extrusionOk="0">
                  <a:moveTo>
                    <a:pt x="2383" y="1"/>
                  </a:moveTo>
                  <a:cubicBezTo>
                    <a:pt x="1812" y="1"/>
                    <a:pt x="1245" y="214"/>
                    <a:pt x="851" y="639"/>
                  </a:cubicBezTo>
                  <a:lnTo>
                    <a:pt x="1" y="1490"/>
                  </a:lnTo>
                  <a:lnTo>
                    <a:pt x="4789" y="1490"/>
                  </a:lnTo>
                  <a:lnTo>
                    <a:pt x="3939" y="639"/>
                  </a:lnTo>
                  <a:cubicBezTo>
                    <a:pt x="3529" y="214"/>
                    <a:pt x="2954" y="1"/>
                    <a:pt x="23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1" name="Google Shape;14857;p136">
            <a:extLst>
              <a:ext uri="{FF2B5EF4-FFF2-40B4-BE49-F238E27FC236}">
                <a16:creationId xmlns:a16="http://schemas.microsoft.com/office/drawing/2014/main" id="{58A7A750-F04E-216E-5D91-D27798032D36}"/>
              </a:ext>
            </a:extLst>
          </p:cNvPr>
          <p:cNvGrpSpPr/>
          <p:nvPr/>
        </p:nvGrpSpPr>
        <p:grpSpPr>
          <a:xfrm>
            <a:off x="7572623" y="3004479"/>
            <a:ext cx="315261" cy="359654"/>
            <a:chOff x="-57940525" y="3590375"/>
            <a:chExt cx="279625" cy="319000"/>
          </a:xfrm>
          <a:solidFill>
            <a:schemeClr val="accent1">
              <a:lumMod val="75000"/>
            </a:schemeClr>
          </a:solidFill>
        </p:grpSpPr>
        <p:sp>
          <p:nvSpPr>
            <p:cNvPr id="532" name="Google Shape;14858;p136">
              <a:extLst>
                <a:ext uri="{FF2B5EF4-FFF2-40B4-BE49-F238E27FC236}">
                  <a16:creationId xmlns:a16="http://schemas.microsoft.com/office/drawing/2014/main" id="{19A95B4C-6E1D-A3C8-7192-650E40EE422F}"/>
                </a:ext>
              </a:extLst>
            </p:cNvPr>
            <p:cNvSpPr/>
            <p:nvPr/>
          </p:nvSpPr>
          <p:spPr>
            <a:xfrm>
              <a:off x="-57940525" y="3727425"/>
              <a:ext cx="18150" cy="63800"/>
            </a:xfrm>
            <a:custGeom>
              <a:avLst/>
              <a:gdLst/>
              <a:ahLst/>
              <a:cxnLst/>
              <a:rect l="l" t="t" r="r" b="b"/>
              <a:pathLst>
                <a:path w="726" h="2552" extrusionOk="0">
                  <a:moveTo>
                    <a:pt x="725" y="0"/>
                  </a:moveTo>
                  <a:cubicBezTo>
                    <a:pt x="253" y="252"/>
                    <a:pt x="1" y="725"/>
                    <a:pt x="1" y="1260"/>
                  </a:cubicBezTo>
                  <a:cubicBezTo>
                    <a:pt x="1" y="1827"/>
                    <a:pt x="316" y="2300"/>
                    <a:pt x="725" y="2552"/>
                  </a:cubicBezTo>
                  <a:lnTo>
                    <a:pt x="7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14859;p136">
              <a:extLst>
                <a:ext uri="{FF2B5EF4-FFF2-40B4-BE49-F238E27FC236}">
                  <a16:creationId xmlns:a16="http://schemas.microsoft.com/office/drawing/2014/main" id="{37AD5D54-4116-F592-2E49-F28F5D25FEF9}"/>
                </a:ext>
              </a:extLst>
            </p:cNvPr>
            <p:cNvSpPr/>
            <p:nvPr/>
          </p:nvSpPr>
          <p:spPr>
            <a:xfrm>
              <a:off x="-57904300" y="3686450"/>
              <a:ext cx="205600" cy="111075"/>
            </a:xfrm>
            <a:custGeom>
              <a:avLst/>
              <a:gdLst/>
              <a:ahLst/>
              <a:cxnLst/>
              <a:rect l="l" t="t" r="r" b="b"/>
              <a:pathLst>
                <a:path w="8224" h="4443" extrusionOk="0">
                  <a:moveTo>
                    <a:pt x="2647" y="2143"/>
                  </a:moveTo>
                  <a:cubicBezTo>
                    <a:pt x="2836" y="2143"/>
                    <a:pt x="2994" y="2301"/>
                    <a:pt x="2994" y="2521"/>
                  </a:cubicBezTo>
                  <a:cubicBezTo>
                    <a:pt x="2994" y="2710"/>
                    <a:pt x="2836" y="2868"/>
                    <a:pt x="2647" y="2868"/>
                  </a:cubicBezTo>
                  <a:cubicBezTo>
                    <a:pt x="2427" y="2868"/>
                    <a:pt x="2301" y="2710"/>
                    <a:pt x="2301" y="2521"/>
                  </a:cubicBezTo>
                  <a:cubicBezTo>
                    <a:pt x="2301" y="2301"/>
                    <a:pt x="2427" y="2143"/>
                    <a:pt x="2647" y="2143"/>
                  </a:cubicBezTo>
                  <a:close/>
                  <a:moveTo>
                    <a:pt x="5640" y="2143"/>
                  </a:moveTo>
                  <a:cubicBezTo>
                    <a:pt x="5829" y="2143"/>
                    <a:pt x="5987" y="2301"/>
                    <a:pt x="5987" y="2521"/>
                  </a:cubicBezTo>
                  <a:cubicBezTo>
                    <a:pt x="5987" y="2710"/>
                    <a:pt x="5829" y="2868"/>
                    <a:pt x="5640" y="2868"/>
                  </a:cubicBezTo>
                  <a:cubicBezTo>
                    <a:pt x="5420" y="2868"/>
                    <a:pt x="5262" y="2710"/>
                    <a:pt x="5262" y="2521"/>
                  </a:cubicBezTo>
                  <a:cubicBezTo>
                    <a:pt x="5262" y="2301"/>
                    <a:pt x="5420" y="2143"/>
                    <a:pt x="5640" y="2143"/>
                  </a:cubicBezTo>
                  <a:close/>
                  <a:moveTo>
                    <a:pt x="1923" y="1"/>
                  </a:moveTo>
                  <a:lnTo>
                    <a:pt x="1" y="1923"/>
                  </a:lnTo>
                  <a:lnTo>
                    <a:pt x="1" y="4443"/>
                  </a:lnTo>
                  <a:lnTo>
                    <a:pt x="1765" y="4443"/>
                  </a:lnTo>
                  <a:cubicBezTo>
                    <a:pt x="2490" y="3986"/>
                    <a:pt x="3309" y="3758"/>
                    <a:pt x="4124" y="3758"/>
                  </a:cubicBezTo>
                  <a:cubicBezTo>
                    <a:pt x="4939" y="3758"/>
                    <a:pt x="5751" y="3986"/>
                    <a:pt x="6459" y="4443"/>
                  </a:cubicBezTo>
                  <a:lnTo>
                    <a:pt x="8224" y="4443"/>
                  </a:lnTo>
                  <a:lnTo>
                    <a:pt x="8224" y="1923"/>
                  </a:lnTo>
                  <a:lnTo>
                    <a:pt x="6302" y="1"/>
                  </a:lnTo>
                  <a:cubicBezTo>
                    <a:pt x="5625" y="395"/>
                    <a:pt x="4876" y="592"/>
                    <a:pt x="4124" y="592"/>
                  </a:cubicBezTo>
                  <a:cubicBezTo>
                    <a:pt x="3372" y="592"/>
                    <a:pt x="2616" y="395"/>
                    <a:pt x="19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14860;p136">
              <a:extLst>
                <a:ext uri="{FF2B5EF4-FFF2-40B4-BE49-F238E27FC236}">
                  <a16:creationId xmlns:a16="http://schemas.microsoft.com/office/drawing/2014/main" id="{70D5D691-4606-814A-EE3B-53955F2027D8}"/>
                </a:ext>
              </a:extLst>
            </p:cNvPr>
            <p:cNvSpPr/>
            <p:nvPr/>
          </p:nvSpPr>
          <p:spPr>
            <a:xfrm>
              <a:off x="-57903500" y="3590375"/>
              <a:ext cx="205575" cy="117375"/>
            </a:xfrm>
            <a:custGeom>
              <a:avLst/>
              <a:gdLst/>
              <a:ahLst/>
              <a:cxnLst/>
              <a:rect l="l" t="t" r="r" b="b"/>
              <a:pathLst>
                <a:path w="8223" h="4695" extrusionOk="0">
                  <a:moveTo>
                    <a:pt x="4096" y="0"/>
                  </a:moveTo>
                  <a:cubicBezTo>
                    <a:pt x="3560" y="0"/>
                    <a:pt x="3088" y="315"/>
                    <a:pt x="2804" y="756"/>
                  </a:cubicBezTo>
                  <a:cubicBezTo>
                    <a:pt x="2753" y="751"/>
                    <a:pt x="2702" y="748"/>
                    <a:pt x="2651" y="748"/>
                  </a:cubicBezTo>
                  <a:cubicBezTo>
                    <a:pt x="2101" y="748"/>
                    <a:pt x="1551" y="1051"/>
                    <a:pt x="1292" y="1512"/>
                  </a:cubicBezTo>
                  <a:cubicBezTo>
                    <a:pt x="567" y="1638"/>
                    <a:pt x="0" y="2269"/>
                    <a:pt x="0" y="3056"/>
                  </a:cubicBezTo>
                  <a:lnTo>
                    <a:pt x="0" y="4694"/>
                  </a:lnTo>
                  <a:lnTo>
                    <a:pt x="1607" y="3088"/>
                  </a:lnTo>
                  <a:cubicBezTo>
                    <a:pt x="1683" y="3011"/>
                    <a:pt x="1783" y="2970"/>
                    <a:pt x="1884" y="2970"/>
                  </a:cubicBezTo>
                  <a:cubicBezTo>
                    <a:pt x="1951" y="2970"/>
                    <a:pt x="2018" y="2987"/>
                    <a:pt x="2080" y="3025"/>
                  </a:cubicBezTo>
                  <a:cubicBezTo>
                    <a:pt x="2694" y="3450"/>
                    <a:pt x="3403" y="3663"/>
                    <a:pt x="4112" y="3663"/>
                  </a:cubicBezTo>
                  <a:cubicBezTo>
                    <a:pt x="4821" y="3663"/>
                    <a:pt x="5529" y="3450"/>
                    <a:pt x="6144" y="3025"/>
                  </a:cubicBezTo>
                  <a:cubicBezTo>
                    <a:pt x="6206" y="2987"/>
                    <a:pt x="6273" y="2970"/>
                    <a:pt x="6339" y="2970"/>
                  </a:cubicBezTo>
                  <a:cubicBezTo>
                    <a:pt x="6441" y="2970"/>
                    <a:pt x="6540" y="3011"/>
                    <a:pt x="6616" y="3088"/>
                  </a:cubicBezTo>
                  <a:lnTo>
                    <a:pt x="8223" y="4694"/>
                  </a:lnTo>
                  <a:lnTo>
                    <a:pt x="8223" y="3056"/>
                  </a:lnTo>
                  <a:cubicBezTo>
                    <a:pt x="8192" y="2300"/>
                    <a:pt x="7656" y="1638"/>
                    <a:pt x="6900" y="1512"/>
                  </a:cubicBezTo>
                  <a:cubicBezTo>
                    <a:pt x="6641" y="1051"/>
                    <a:pt x="6091" y="748"/>
                    <a:pt x="5541" y="748"/>
                  </a:cubicBezTo>
                  <a:cubicBezTo>
                    <a:pt x="5490" y="748"/>
                    <a:pt x="5439" y="751"/>
                    <a:pt x="5388" y="756"/>
                  </a:cubicBezTo>
                  <a:cubicBezTo>
                    <a:pt x="5136" y="284"/>
                    <a:pt x="4663" y="0"/>
                    <a:pt x="40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14861;p136">
              <a:extLst>
                <a:ext uri="{FF2B5EF4-FFF2-40B4-BE49-F238E27FC236}">
                  <a16:creationId xmlns:a16="http://schemas.microsoft.com/office/drawing/2014/main" id="{4648BBF8-1A14-8769-702F-21736C415B67}"/>
                </a:ext>
              </a:extLst>
            </p:cNvPr>
            <p:cNvSpPr/>
            <p:nvPr/>
          </p:nvSpPr>
          <p:spPr>
            <a:xfrm>
              <a:off x="-57903500" y="3798700"/>
              <a:ext cx="204800" cy="110675"/>
            </a:xfrm>
            <a:custGeom>
              <a:avLst/>
              <a:gdLst/>
              <a:ahLst/>
              <a:cxnLst/>
              <a:rect l="l" t="t" r="r" b="b"/>
              <a:pathLst>
                <a:path w="8192" h="4427" extrusionOk="0">
                  <a:moveTo>
                    <a:pt x="5159" y="1001"/>
                  </a:moveTo>
                  <a:cubicBezTo>
                    <a:pt x="5254" y="1001"/>
                    <a:pt x="5340" y="1040"/>
                    <a:pt x="5388" y="1119"/>
                  </a:cubicBezTo>
                  <a:cubicBezTo>
                    <a:pt x="5545" y="1245"/>
                    <a:pt x="5545" y="1465"/>
                    <a:pt x="5388" y="1654"/>
                  </a:cubicBezTo>
                  <a:cubicBezTo>
                    <a:pt x="5041" y="2001"/>
                    <a:pt x="4569" y="2190"/>
                    <a:pt x="4096" y="2190"/>
                  </a:cubicBezTo>
                  <a:cubicBezTo>
                    <a:pt x="3623" y="2190"/>
                    <a:pt x="3119" y="2001"/>
                    <a:pt x="2804" y="1654"/>
                  </a:cubicBezTo>
                  <a:cubicBezTo>
                    <a:pt x="2647" y="1497"/>
                    <a:pt x="2647" y="1245"/>
                    <a:pt x="2804" y="1119"/>
                  </a:cubicBezTo>
                  <a:cubicBezTo>
                    <a:pt x="2883" y="1040"/>
                    <a:pt x="2978" y="1001"/>
                    <a:pt x="3068" y="1001"/>
                  </a:cubicBezTo>
                  <a:cubicBezTo>
                    <a:pt x="3159" y="1001"/>
                    <a:pt x="3245" y="1040"/>
                    <a:pt x="3308" y="1119"/>
                  </a:cubicBezTo>
                  <a:cubicBezTo>
                    <a:pt x="3529" y="1339"/>
                    <a:pt x="3812" y="1449"/>
                    <a:pt x="4096" y="1449"/>
                  </a:cubicBezTo>
                  <a:cubicBezTo>
                    <a:pt x="4380" y="1449"/>
                    <a:pt x="4663" y="1339"/>
                    <a:pt x="4884" y="1119"/>
                  </a:cubicBezTo>
                  <a:cubicBezTo>
                    <a:pt x="4962" y="1040"/>
                    <a:pt x="5065" y="1001"/>
                    <a:pt x="5159" y="1001"/>
                  </a:cubicBezTo>
                  <a:close/>
                  <a:moveTo>
                    <a:pt x="4080" y="0"/>
                  </a:moveTo>
                  <a:cubicBezTo>
                    <a:pt x="3371" y="0"/>
                    <a:pt x="2663" y="205"/>
                    <a:pt x="2048" y="615"/>
                  </a:cubicBezTo>
                  <a:cubicBezTo>
                    <a:pt x="1985" y="646"/>
                    <a:pt x="1922" y="678"/>
                    <a:pt x="1859" y="678"/>
                  </a:cubicBezTo>
                  <a:lnTo>
                    <a:pt x="0" y="678"/>
                  </a:lnTo>
                  <a:cubicBezTo>
                    <a:pt x="189" y="2788"/>
                    <a:pt x="1922" y="4427"/>
                    <a:pt x="4096" y="4427"/>
                  </a:cubicBezTo>
                  <a:cubicBezTo>
                    <a:pt x="6270" y="4427"/>
                    <a:pt x="8003" y="2788"/>
                    <a:pt x="8192" y="678"/>
                  </a:cubicBezTo>
                  <a:lnTo>
                    <a:pt x="6333" y="678"/>
                  </a:lnTo>
                  <a:cubicBezTo>
                    <a:pt x="6270" y="678"/>
                    <a:pt x="6175" y="646"/>
                    <a:pt x="6112" y="615"/>
                  </a:cubicBezTo>
                  <a:cubicBezTo>
                    <a:pt x="5498" y="205"/>
                    <a:pt x="4789" y="0"/>
                    <a:pt x="40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14862;p136">
              <a:extLst>
                <a:ext uri="{FF2B5EF4-FFF2-40B4-BE49-F238E27FC236}">
                  <a16:creationId xmlns:a16="http://schemas.microsoft.com/office/drawing/2014/main" id="{51F9FA67-92D0-6924-C372-A6BC7B72C0BF}"/>
                </a:ext>
              </a:extLst>
            </p:cNvPr>
            <p:cNvSpPr/>
            <p:nvPr/>
          </p:nvSpPr>
          <p:spPr>
            <a:xfrm>
              <a:off x="-57679825" y="3726625"/>
              <a:ext cx="18925" cy="63825"/>
            </a:xfrm>
            <a:custGeom>
              <a:avLst/>
              <a:gdLst/>
              <a:ahLst/>
              <a:cxnLst/>
              <a:rect l="l" t="t" r="r" b="b"/>
              <a:pathLst>
                <a:path w="757" h="2553" extrusionOk="0">
                  <a:moveTo>
                    <a:pt x="1" y="1"/>
                  </a:moveTo>
                  <a:lnTo>
                    <a:pt x="1" y="2552"/>
                  </a:lnTo>
                  <a:cubicBezTo>
                    <a:pt x="442" y="2269"/>
                    <a:pt x="757" y="1796"/>
                    <a:pt x="757" y="1261"/>
                  </a:cubicBezTo>
                  <a:cubicBezTo>
                    <a:pt x="757" y="757"/>
                    <a:pt x="442" y="284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7" name="Google Shape;14863;p136">
            <a:extLst>
              <a:ext uri="{FF2B5EF4-FFF2-40B4-BE49-F238E27FC236}">
                <a16:creationId xmlns:a16="http://schemas.microsoft.com/office/drawing/2014/main" id="{E691E743-F48C-4E45-8952-6F10E5B960D3}"/>
              </a:ext>
            </a:extLst>
          </p:cNvPr>
          <p:cNvGrpSpPr/>
          <p:nvPr/>
        </p:nvGrpSpPr>
        <p:grpSpPr>
          <a:xfrm>
            <a:off x="7543448" y="3446690"/>
            <a:ext cx="358780" cy="359682"/>
            <a:chOff x="-57959425" y="3982600"/>
            <a:chExt cx="318225" cy="319025"/>
          </a:xfrm>
          <a:solidFill>
            <a:schemeClr val="accent1">
              <a:lumMod val="75000"/>
            </a:schemeClr>
          </a:solidFill>
        </p:grpSpPr>
        <p:sp>
          <p:nvSpPr>
            <p:cNvPr id="538" name="Google Shape;14864;p136">
              <a:extLst>
                <a:ext uri="{FF2B5EF4-FFF2-40B4-BE49-F238E27FC236}">
                  <a16:creationId xmlns:a16="http://schemas.microsoft.com/office/drawing/2014/main" id="{B95746D0-7ACE-628B-6D0F-2155630E7D20}"/>
                </a:ext>
              </a:extLst>
            </p:cNvPr>
            <p:cNvSpPr/>
            <p:nvPr/>
          </p:nvSpPr>
          <p:spPr>
            <a:xfrm>
              <a:off x="-57771975" y="4150375"/>
              <a:ext cx="17350" cy="18125"/>
            </a:xfrm>
            <a:custGeom>
              <a:avLst/>
              <a:gdLst/>
              <a:ahLst/>
              <a:cxnLst/>
              <a:rect l="l" t="t" r="r" b="b"/>
              <a:pathLst>
                <a:path w="694" h="725" extrusionOk="0">
                  <a:moveTo>
                    <a:pt x="347" y="0"/>
                  </a:moveTo>
                  <a:cubicBezTo>
                    <a:pt x="158" y="0"/>
                    <a:pt x="1" y="189"/>
                    <a:pt x="1" y="378"/>
                  </a:cubicBezTo>
                  <a:cubicBezTo>
                    <a:pt x="1" y="567"/>
                    <a:pt x="158" y="725"/>
                    <a:pt x="347" y="725"/>
                  </a:cubicBezTo>
                  <a:cubicBezTo>
                    <a:pt x="536" y="725"/>
                    <a:pt x="694" y="567"/>
                    <a:pt x="694" y="378"/>
                  </a:cubicBezTo>
                  <a:cubicBezTo>
                    <a:pt x="694" y="189"/>
                    <a:pt x="536" y="0"/>
                    <a:pt x="3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14865;p136">
              <a:extLst>
                <a:ext uri="{FF2B5EF4-FFF2-40B4-BE49-F238E27FC236}">
                  <a16:creationId xmlns:a16="http://schemas.microsoft.com/office/drawing/2014/main" id="{399FC1D3-C54E-7370-8AEE-F2B13FDD412C}"/>
                </a:ext>
              </a:extLst>
            </p:cNvPr>
            <p:cNvSpPr/>
            <p:nvPr/>
          </p:nvSpPr>
          <p:spPr>
            <a:xfrm>
              <a:off x="-57959425" y="3982600"/>
              <a:ext cx="318225" cy="130775"/>
            </a:xfrm>
            <a:custGeom>
              <a:avLst/>
              <a:gdLst/>
              <a:ahLst/>
              <a:cxnLst/>
              <a:rect l="l" t="t" r="r" b="b"/>
              <a:pathLst>
                <a:path w="12729" h="5231" extrusionOk="0">
                  <a:moveTo>
                    <a:pt x="7081" y="1521"/>
                  </a:moveTo>
                  <a:cubicBezTo>
                    <a:pt x="7176" y="1521"/>
                    <a:pt x="7262" y="1560"/>
                    <a:pt x="7310" y="1639"/>
                  </a:cubicBezTo>
                  <a:cubicBezTo>
                    <a:pt x="7436" y="1796"/>
                    <a:pt x="7467" y="2048"/>
                    <a:pt x="7310" y="2174"/>
                  </a:cubicBezTo>
                  <a:lnTo>
                    <a:pt x="6837" y="2647"/>
                  </a:lnTo>
                  <a:lnTo>
                    <a:pt x="7310" y="3120"/>
                  </a:lnTo>
                  <a:cubicBezTo>
                    <a:pt x="7467" y="3246"/>
                    <a:pt x="7467" y="3498"/>
                    <a:pt x="7310" y="3624"/>
                  </a:cubicBezTo>
                  <a:cubicBezTo>
                    <a:pt x="7231" y="3702"/>
                    <a:pt x="7136" y="3742"/>
                    <a:pt x="7046" y="3742"/>
                  </a:cubicBezTo>
                  <a:cubicBezTo>
                    <a:pt x="6955" y="3742"/>
                    <a:pt x="6869" y="3702"/>
                    <a:pt x="6806" y="3624"/>
                  </a:cubicBezTo>
                  <a:lnTo>
                    <a:pt x="6333" y="3151"/>
                  </a:lnTo>
                  <a:lnTo>
                    <a:pt x="5860" y="3624"/>
                  </a:lnTo>
                  <a:cubicBezTo>
                    <a:pt x="5782" y="3702"/>
                    <a:pt x="5687" y="3742"/>
                    <a:pt x="5597" y="3742"/>
                  </a:cubicBezTo>
                  <a:cubicBezTo>
                    <a:pt x="5506" y="3742"/>
                    <a:pt x="5419" y="3702"/>
                    <a:pt x="5356" y="3624"/>
                  </a:cubicBezTo>
                  <a:cubicBezTo>
                    <a:pt x="5199" y="3466"/>
                    <a:pt x="5199" y="3214"/>
                    <a:pt x="5356" y="3120"/>
                  </a:cubicBezTo>
                  <a:lnTo>
                    <a:pt x="5829" y="2647"/>
                  </a:lnTo>
                  <a:lnTo>
                    <a:pt x="5356" y="2174"/>
                  </a:lnTo>
                  <a:cubicBezTo>
                    <a:pt x="5199" y="2017"/>
                    <a:pt x="5199" y="1765"/>
                    <a:pt x="5356" y="1639"/>
                  </a:cubicBezTo>
                  <a:cubicBezTo>
                    <a:pt x="5435" y="1560"/>
                    <a:pt x="5530" y="1521"/>
                    <a:pt x="5620" y="1521"/>
                  </a:cubicBezTo>
                  <a:cubicBezTo>
                    <a:pt x="5711" y="1521"/>
                    <a:pt x="5797" y="1560"/>
                    <a:pt x="5860" y="1639"/>
                  </a:cubicBezTo>
                  <a:lnTo>
                    <a:pt x="6333" y="2111"/>
                  </a:lnTo>
                  <a:lnTo>
                    <a:pt x="6806" y="1639"/>
                  </a:lnTo>
                  <a:cubicBezTo>
                    <a:pt x="6884" y="1560"/>
                    <a:pt x="6987" y="1521"/>
                    <a:pt x="7081" y="1521"/>
                  </a:cubicBezTo>
                  <a:close/>
                  <a:moveTo>
                    <a:pt x="6333" y="1"/>
                  </a:moveTo>
                  <a:cubicBezTo>
                    <a:pt x="5388" y="1"/>
                    <a:pt x="4506" y="379"/>
                    <a:pt x="3907" y="1072"/>
                  </a:cubicBezTo>
                  <a:cubicBezTo>
                    <a:pt x="3389" y="1628"/>
                    <a:pt x="2673" y="1927"/>
                    <a:pt x="1944" y="1927"/>
                  </a:cubicBezTo>
                  <a:cubicBezTo>
                    <a:pt x="1474" y="1927"/>
                    <a:pt x="999" y="1803"/>
                    <a:pt x="568" y="1544"/>
                  </a:cubicBezTo>
                  <a:cubicBezTo>
                    <a:pt x="505" y="1505"/>
                    <a:pt x="438" y="1487"/>
                    <a:pt x="373" y="1487"/>
                  </a:cubicBezTo>
                  <a:cubicBezTo>
                    <a:pt x="178" y="1487"/>
                    <a:pt x="1" y="1647"/>
                    <a:pt x="1" y="1859"/>
                  </a:cubicBezTo>
                  <a:lnTo>
                    <a:pt x="1" y="2426"/>
                  </a:lnTo>
                  <a:cubicBezTo>
                    <a:pt x="1" y="3970"/>
                    <a:pt x="1261" y="5230"/>
                    <a:pt x="2804" y="5230"/>
                  </a:cubicBezTo>
                  <a:cubicBezTo>
                    <a:pt x="3624" y="5230"/>
                    <a:pt x="4096" y="4915"/>
                    <a:pt x="4884" y="4537"/>
                  </a:cubicBezTo>
                  <a:cubicBezTo>
                    <a:pt x="4915" y="4474"/>
                    <a:pt x="5010" y="4474"/>
                    <a:pt x="5041" y="4474"/>
                  </a:cubicBezTo>
                  <a:lnTo>
                    <a:pt x="7688" y="4474"/>
                  </a:lnTo>
                  <a:cubicBezTo>
                    <a:pt x="7719" y="4474"/>
                    <a:pt x="7782" y="4474"/>
                    <a:pt x="7845" y="4537"/>
                  </a:cubicBezTo>
                  <a:cubicBezTo>
                    <a:pt x="8664" y="4915"/>
                    <a:pt x="9105" y="5230"/>
                    <a:pt x="9925" y="5230"/>
                  </a:cubicBezTo>
                  <a:cubicBezTo>
                    <a:pt x="11468" y="5230"/>
                    <a:pt x="12729" y="3970"/>
                    <a:pt x="12729" y="2426"/>
                  </a:cubicBezTo>
                  <a:lnTo>
                    <a:pt x="12729" y="1891"/>
                  </a:lnTo>
                  <a:cubicBezTo>
                    <a:pt x="12729" y="1698"/>
                    <a:pt x="12543" y="1523"/>
                    <a:pt x="12329" y="1523"/>
                  </a:cubicBezTo>
                  <a:cubicBezTo>
                    <a:pt x="12264" y="1523"/>
                    <a:pt x="12196" y="1539"/>
                    <a:pt x="12130" y="1576"/>
                  </a:cubicBezTo>
                  <a:cubicBezTo>
                    <a:pt x="11708" y="1824"/>
                    <a:pt x="11233" y="1945"/>
                    <a:pt x="10762" y="1945"/>
                  </a:cubicBezTo>
                  <a:cubicBezTo>
                    <a:pt x="10036" y="1945"/>
                    <a:pt x="9319" y="1657"/>
                    <a:pt x="8822" y="1103"/>
                  </a:cubicBezTo>
                  <a:cubicBezTo>
                    <a:pt x="8192" y="442"/>
                    <a:pt x="7310" y="1"/>
                    <a:pt x="63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14866;p136">
              <a:extLst>
                <a:ext uri="{FF2B5EF4-FFF2-40B4-BE49-F238E27FC236}">
                  <a16:creationId xmlns:a16="http://schemas.microsoft.com/office/drawing/2014/main" id="{ED813E88-0E22-E167-D4C5-A5E2A8F18C8E}"/>
                </a:ext>
              </a:extLst>
            </p:cNvPr>
            <p:cNvSpPr/>
            <p:nvPr/>
          </p:nvSpPr>
          <p:spPr>
            <a:xfrm>
              <a:off x="-57903500" y="4125950"/>
              <a:ext cx="204800" cy="175675"/>
            </a:xfrm>
            <a:custGeom>
              <a:avLst/>
              <a:gdLst/>
              <a:ahLst/>
              <a:cxnLst/>
              <a:rect l="l" t="t" r="r" b="b"/>
              <a:pathLst>
                <a:path w="8192" h="7027" extrusionOk="0">
                  <a:moveTo>
                    <a:pt x="2615" y="1009"/>
                  </a:moveTo>
                  <a:cubicBezTo>
                    <a:pt x="2804" y="1009"/>
                    <a:pt x="2962" y="1166"/>
                    <a:pt x="2962" y="1355"/>
                  </a:cubicBezTo>
                  <a:cubicBezTo>
                    <a:pt x="2962" y="1544"/>
                    <a:pt x="2804" y="1702"/>
                    <a:pt x="2615" y="1702"/>
                  </a:cubicBezTo>
                  <a:cubicBezTo>
                    <a:pt x="2395" y="1702"/>
                    <a:pt x="2237" y="1576"/>
                    <a:pt x="2237" y="1355"/>
                  </a:cubicBezTo>
                  <a:cubicBezTo>
                    <a:pt x="2237" y="1166"/>
                    <a:pt x="2395" y="1009"/>
                    <a:pt x="2615" y="1009"/>
                  </a:cubicBezTo>
                  <a:close/>
                  <a:moveTo>
                    <a:pt x="5163" y="3600"/>
                  </a:moveTo>
                  <a:cubicBezTo>
                    <a:pt x="5262" y="3600"/>
                    <a:pt x="5356" y="3639"/>
                    <a:pt x="5419" y="3718"/>
                  </a:cubicBezTo>
                  <a:cubicBezTo>
                    <a:pt x="5608" y="3844"/>
                    <a:pt x="5608" y="4065"/>
                    <a:pt x="5451" y="4222"/>
                  </a:cubicBezTo>
                  <a:cubicBezTo>
                    <a:pt x="5073" y="4569"/>
                    <a:pt x="4600" y="4789"/>
                    <a:pt x="4096" y="4789"/>
                  </a:cubicBezTo>
                  <a:cubicBezTo>
                    <a:pt x="3592" y="4789"/>
                    <a:pt x="3119" y="4569"/>
                    <a:pt x="2804" y="4222"/>
                  </a:cubicBezTo>
                  <a:cubicBezTo>
                    <a:pt x="2647" y="4065"/>
                    <a:pt x="2647" y="3844"/>
                    <a:pt x="2804" y="3718"/>
                  </a:cubicBezTo>
                  <a:cubicBezTo>
                    <a:pt x="2883" y="3639"/>
                    <a:pt x="2978" y="3600"/>
                    <a:pt x="3068" y="3600"/>
                  </a:cubicBezTo>
                  <a:cubicBezTo>
                    <a:pt x="3159" y="3600"/>
                    <a:pt x="3245" y="3639"/>
                    <a:pt x="3308" y="3718"/>
                  </a:cubicBezTo>
                  <a:cubicBezTo>
                    <a:pt x="3529" y="3939"/>
                    <a:pt x="3812" y="4049"/>
                    <a:pt x="4096" y="4049"/>
                  </a:cubicBezTo>
                  <a:cubicBezTo>
                    <a:pt x="4380" y="4049"/>
                    <a:pt x="4663" y="3939"/>
                    <a:pt x="4884" y="3718"/>
                  </a:cubicBezTo>
                  <a:cubicBezTo>
                    <a:pt x="4962" y="3639"/>
                    <a:pt x="5065" y="3600"/>
                    <a:pt x="5163" y="3600"/>
                  </a:cubicBezTo>
                  <a:close/>
                  <a:moveTo>
                    <a:pt x="1828" y="0"/>
                  </a:moveTo>
                  <a:cubicBezTo>
                    <a:pt x="1418" y="158"/>
                    <a:pt x="977" y="253"/>
                    <a:pt x="567" y="253"/>
                  </a:cubicBezTo>
                  <a:cubicBezTo>
                    <a:pt x="347" y="253"/>
                    <a:pt x="221" y="221"/>
                    <a:pt x="0" y="221"/>
                  </a:cubicBezTo>
                  <a:lnTo>
                    <a:pt x="0" y="2899"/>
                  </a:lnTo>
                  <a:cubicBezTo>
                    <a:pt x="0" y="5136"/>
                    <a:pt x="1859" y="7026"/>
                    <a:pt x="4096" y="7026"/>
                  </a:cubicBezTo>
                  <a:cubicBezTo>
                    <a:pt x="6270" y="7026"/>
                    <a:pt x="8097" y="5262"/>
                    <a:pt x="8192" y="3119"/>
                  </a:cubicBezTo>
                  <a:lnTo>
                    <a:pt x="6333" y="2206"/>
                  </a:lnTo>
                  <a:cubicBezTo>
                    <a:pt x="6144" y="2363"/>
                    <a:pt x="5860" y="2489"/>
                    <a:pt x="5608" y="2489"/>
                  </a:cubicBezTo>
                  <a:cubicBezTo>
                    <a:pt x="4978" y="2489"/>
                    <a:pt x="4474" y="1985"/>
                    <a:pt x="4506" y="1324"/>
                  </a:cubicBezTo>
                  <a:lnTo>
                    <a:pt x="182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14867;p136">
              <a:extLst>
                <a:ext uri="{FF2B5EF4-FFF2-40B4-BE49-F238E27FC236}">
                  <a16:creationId xmlns:a16="http://schemas.microsoft.com/office/drawing/2014/main" id="{CF98AD5A-3C73-71C1-5B85-BAB83AF62977}"/>
                </a:ext>
              </a:extLst>
            </p:cNvPr>
            <p:cNvSpPr/>
            <p:nvPr/>
          </p:nvSpPr>
          <p:spPr>
            <a:xfrm>
              <a:off x="-57835775" y="4113350"/>
              <a:ext cx="138650" cy="70125"/>
            </a:xfrm>
            <a:custGeom>
              <a:avLst/>
              <a:gdLst/>
              <a:ahLst/>
              <a:cxnLst/>
              <a:rect l="l" t="t" r="r" b="b"/>
              <a:pathLst>
                <a:path w="5546" h="2805" extrusionOk="0">
                  <a:moveTo>
                    <a:pt x="221" y="0"/>
                  </a:moveTo>
                  <a:lnTo>
                    <a:pt x="1" y="95"/>
                  </a:lnTo>
                  <a:lnTo>
                    <a:pt x="2112" y="1103"/>
                  </a:lnTo>
                  <a:cubicBezTo>
                    <a:pt x="2301" y="883"/>
                    <a:pt x="2616" y="757"/>
                    <a:pt x="2931" y="757"/>
                  </a:cubicBezTo>
                  <a:cubicBezTo>
                    <a:pt x="3592" y="757"/>
                    <a:pt x="4159" y="1355"/>
                    <a:pt x="4033" y="2048"/>
                  </a:cubicBezTo>
                  <a:lnTo>
                    <a:pt x="5546" y="2804"/>
                  </a:lnTo>
                  <a:lnTo>
                    <a:pt x="5546" y="725"/>
                  </a:lnTo>
                  <a:cubicBezTo>
                    <a:pt x="5325" y="725"/>
                    <a:pt x="5136" y="757"/>
                    <a:pt x="4979" y="757"/>
                  </a:cubicBezTo>
                  <a:cubicBezTo>
                    <a:pt x="4033" y="757"/>
                    <a:pt x="3435" y="410"/>
                    <a:pt x="26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2" name="Google Shape;14868;p136">
            <a:extLst>
              <a:ext uri="{FF2B5EF4-FFF2-40B4-BE49-F238E27FC236}">
                <a16:creationId xmlns:a16="http://schemas.microsoft.com/office/drawing/2014/main" id="{A55F9143-3950-07CE-6829-2B9BE38EFD60}"/>
              </a:ext>
            </a:extLst>
          </p:cNvPr>
          <p:cNvGrpSpPr/>
          <p:nvPr/>
        </p:nvGrpSpPr>
        <p:grpSpPr>
          <a:xfrm>
            <a:off x="9747801" y="2548313"/>
            <a:ext cx="357905" cy="357905"/>
            <a:chOff x="-55987225" y="3198925"/>
            <a:chExt cx="317450" cy="317450"/>
          </a:xfrm>
          <a:solidFill>
            <a:schemeClr val="accent1">
              <a:lumMod val="75000"/>
            </a:schemeClr>
          </a:solidFill>
        </p:grpSpPr>
        <p:sp>
          <p:nvSpPr>
            <p:cNvPr id="543" name="Google Shape;14869;p136">
              <a:extLst>
                <a:ext uri="{FF2B5EF4-FFF2-40B4-BE49-F238E27FC236}">
                  <a16:creationId xmlns:a16="http://schemas.microsoft.com/office/drawing/2014/main" id="{0E5BF70D-23B2-D407-7903-8164FBCEC4E0}"/>
                </a:ext>
              </a:extLst>
            </p:cNvPr>
            <p:cNvSpPr/>
            <p:nvPr/>
          </p:nvSpPr>
          <p:spPr>
            <a:xfrm>
              <a:off x="-55987225" y="3261925"/>
              <a:ext cx="173300" cy="198500"/>
            </a:xfrm>
            <a:custGeom>
              <a:avLst/>
              <a:gdLst/>
              <a:ahLst/>
              <a:cxnLst/>
              <a:rect l="l" t="t" r="r" b="b"/>
              <a:pathLst>
                <a:path w="6932" h="7940" extrusionOk="0">
                  <a:moveTo>
                    <a:pt x="4821" y="1954"/>
                  </a:moveTo>
                  <a:cubicBezTo>
                    <a:pt x="5042" y="1954"/>
                    <a:pt x="5199" y="2112"/>
                    <a:pt x="5199" y="2332"/>
                  </a:cubicBezTo>
                  <a:cubicBezTo>
                    <a:pt x="5199" y="2521"/>
                    <a:pt x="5042" y="2679"/>
                    <a:pt x="4821" y="2679"/>
                  </a:cubicBezTo>
                  <a:cubicBezTo>
                    <a:pt x="4632" y="2679"/>
                    <a:pt x="4475" y="2521"/>
                    <a:pt x="4475" y="2332"/>
                  </a:cubicBezTo>
                  <a:cubicBezTo>
                    <a:pt x="4475" y="2175"/>
                    <a:pt x="4632" y="1954"/>
                    <a:pt x="4821" y="1954"/>
                  </a:cubicBezTo>
                  <a:close/>
                  <a:moveTo>
                    <a:pt x="1041" y="4380"/>
                  </a:moveTo>
                  <a:cubicBezTo>
                    <a:pt x="1324" y="4726"/>
                    <a:pt x="1765" y="4947"/>
                    <a:pt x="2269" y="4947"/>
                  </a:cubicBezTo>
                  <a:cubicBezTo>
                    <a:pt x="2238" y="5388"/>
                    <a:pt x="1891" y="5703"/>
                    <a:pt x="1482" y="5703"/>
                  </a:cubicBezTo>
                  <a:cubicBezTo>
                    <a:pt x="1104" y="5703"/>
                    <a:pt x="726" y="5357"/>
                    <a:pt x="726" y="4947"/>
                  </a:cubicBezTo>
                  <a:cubicBezTo>
                    <a:pt x="726" y="4726"/>
                    <a:pt x="852" y="4474"/>
                    <a:pt x="1041" y="4380"/>
                  </a:cubicBezTo>
                  <a:close/>
                  <a:moveTo>
                    <a:pt x="5262" y="1"/>
                  </a:moveTo>
                  <a:cubicBezTo>
                    <a:pt x="4916" y="473"/>
                    <a:pt x="4412" y="820"/>
                    <a:pt x="3845" y="1009"/>
                  </a:cubicBezTo>
                  <a:cubicBezTo>
                    <a:pt x="3466" y="1166"/>
                    <a:pt x="3057" y="1229"/>
                    <a:pt x="2679" y="1229"/>
                  </a:cubicBezTo>
                  <a:cubicBezTo>
                    <a:pt x="2553" y="1229"/>
                    <a:pt x="2427" y="1229"/>
                    <a:pt x="2301" y="1166"/>
                  </a:cubicBezTo>
                  <a:cubicBezTo>
                    <a:pt x="2301" y="1292"/>
                    <a:pt x="2269" y="1450"/>
                    <a:pt x="2269" y="1576"/>
                  </a:cubicBezTo>
                  <a:lnTo>
                    <a:pt x="2269" y="1923"/>
                  </a:lnTo>
                  <a:cubicBezTo>
                    <a:pt x="1450" y="1923"/>
                    <a:pt x="726" y="2584"/>
                    <a:pt x="726" y="3435"/>
                  </a:cubicBezTo>
                  <a:lnTo>
                    <a:pt x="726" y="3624"/>
                  </a:lnTo>
                  <a:cubicBezTo>
                    <a:pt x="253" y="3907"/>
                    <a:pt x="1" y="4380"/>
                    <a:pt x="1" y="4915"/>
                  </a:cubicBezTo>
                  <a:cubicBezTo>
                    <a:pt x="1" y="5735"/>
                    <a:pt x="663" y="6428"/>
                    <a:pt x="1482" y="6428"/>
                  </a:cubicBezTo>
                  <a:cubicBezTo>
                    <a:pt x="1507" y="6429"/>
                    <a:pt x="1533" y="6430"/>
                    <a:pt x="1558" y="6430"/>
                  </a:cubicBezTo>
                  <a:cubicBezTo>
                    <a:pt x="2033" y="6430"/>
                    <a:pt x="2473" y="6156"/>
                    <a:pt x="2742" y="5798"/>
                  </a:cubicBezTo>
                  <a:cubicBezTo>
                    <a:pt x="3466" y="7089"/>
                    <a:pt x="4790" y="7940"/>
                    <a:pt x="6365" y="7940"/>
                  </a:cubicBezTo>
                  <a:cubicBezTo>
                    <a:pt x="6554" y="7940"/>
                    <a:pt x="6775" y="7940"/>
                    <a:pt x="6932" y="7908"/>
                  </a:cubicBezTo>
                  <a:cubicBezTo>
                    <a:pt x="6806" y="7562"/>
                    <a:pt x="6712" y="7184"/>
                    <a:pt x="6712" y="6837"/>
                  </a:cubicBezTo>
                  <a:lnTo>
                    <a:pt x="6712" y="5672"/>
                  </a:lnTo>
                  <a:cubicBezTo>
                    <a:pt x="6617" y="5703"/>
                    <a:pt x="6491" y="5703"/>
                    <a:pt x="6365" y="5703"/>
                  </a:cubicBezTo>
                  <a:cubicBezTo>
                    <a:pt x="5861" y="5703"/>
                    <a:pt x="5388" y="5514"/>
                    <a:pt x="5073" y="5168"/>
                  </a:cubicBezTo>
                  <a:cubicBezTo>
                    <a:pt x="4916" y="5010"/>
                    <a:pt x="4916" y="4758"/>
                    <a:pt x="5073" y="4632"/>
                  </a:cubicBezTo>
                  <a:cubicBezTo>
                    <a:pt x="5152" y="4553"/>
                    <a:pt x="5247" y="4514"/>
                    <a:pt x="5337" y="4514"/>
                  </a:cubicBezTo>
                  <a:cubicBezTo>
                    <a:pt x="5428" y="4514"/>
                    <a:pt x="5514" y="4553"/>
                    <a:pt x="5577" y="4632"/>
                  </a:cubicBezTo>
                  <a:cubicBezTo>
                    <a:pt x="5792" y="4847"/>
                    <a:pt x="6080" y="4959"/>
                    <a:pt x="6371" y="4959"/>
                  </a:cubicBezTo>
                  <a:cubicBezTo>
                    <a:pt x="6507" y="4959"/>
                    <a:pt x="6644" y="4934"/>
                    <a:pt x="6775" y="4884"/>
                  </a:cubicBezTo>
                  <a:lnTo>
                    <a:pt x="6775" y="1923"/>
                  </a:lnTo>
                  <a:cubicBezTo>
                    <a:pt x="5892" y="1765"/>
                    <a:pt x="5262" y="977"/>
                    <a:pt x="5262" y="127"/>
                  </a:cubicBezTo>
                  <a:lnTo>
                    <a:pt x="526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14870;p136">
              <a:extLst>
                <a:ext uri="{FF2B5EF4-FFF2-40B4-BE49-F238E27FC236}">
                  <a16:creationId xmlns:a16="http://schemas.microsoft.com/office/drawing/2014/main" id="{F3EB7438-5CAC-EE40-6012-3EDB21C676A8}"/>
                </a:ext>
              </a:extLst>
            </p:cNvPr>
            <p:cNvSpPr/>
            <p:nvPr/>
          </p:nvSpPr>
          <p:spPr>
            <a:xfrm>
              <a:off x="-55837575" y="3198925"/>
              <a:ext cx="167800" cy="298525"/>
            </a:xfrm>
            <a:custGeom>
              <a:avLst/>
              <a:gdLst/>
              <a:ahLst/>
              <a:cxnLst/>
              <a:rect l="l" t="t" r="r" b="b"/>
              <a:pathLst>
                <a:path w="6712" h="11941" extrusionOk="0">
                  <a:moveTo>
                    <a:pt x="5672" y="6900"/>
                  </a:moveTo>
                  <a:cubicBezTo>
                    <a:pt x="5861" y="6994"/>
                    <a:pt x="5987" y="7246"/>
                    <a:pt x="5987" y="7467"/>
                  </a:cubicBezTo>
                  <a:cubicBezTo>
                    <a:pt x="5987" y="7908"/>
                    <a:pt x="5672" y="8223"/>
                    <a:pt x="5231" y="8223"/>
                  </a:cubicBezTo>
                  <a:cubicBezTo>
                    <a:pt x="4821" y="8223"/>
                    <a:pt x="4443" y="7877"/>
                    <a:pt x="4443" y="7467"/>
                  </a:cubicBezTo>
                  <a:cubicBezTo>
                    <a:pt x="4916" y="7467"/>
                    <a:pt x="5388" y="7246"/>
                    <a:pt x="5672" y="6900"/>
                  </a:cubicBezTo>
                  <a:close/>
                  <a:moveTo>
                    <a:pt x="1" y="0"/>
                  </a:moveTo>
                  <a:lnTo>
                    <a:pt x="1" y="2584"/>
                  </a:lnTo>
                  <a:cubicBezTo>
                    <a:pt x="1" y="3214"/>
                    <a:pt x="505" y="3686"/>
                    <a:pt x="1104" y="3686"/>
                  </a:cubicBezTo>
                  <a:cubicBezTo>
                    <a:pt x="1293" y="3686"/>
                    <a:pt x="1450" y="3844"/>
                    <a:pt x="1450" y="4064"/>
                  </a:cubicBezTo>
                  <a:lnTo>
                    <a:pt x="1450" y="9294"/>
                  </a:lnTo>
                  <a:cubicBezTo>
                    <a:pt x="1450" y="10743"/>
                    <a:pt x="2647" y="11941"/>
                    <a:pt x="4065" y="11941"/>
                  </a:cubicBezTo>
                  <a:lnTo>
                    <a:pt x="4412" y="11941"/>
                  </a:lnTo>
                  <a:lnTo>
                    <a:pt x="4412" y="8790"/>
                  </a:lnTo>
                  <a:cubicBezTo>
                    <a:pt x="4632" y="8885"/>
                    <a:pt x="4916" y="8979"/>
                    <a:pt x="5199" y="8979"/>
                  </a:cubicBezTo>
                  <a:cubicBezTo>
                    <a:pt x="6018" y="8979"/>
                    <a:pt x="6680" y="8318"/>
                    <a:pt x="6680" y="7467"/>
                  </a:cubicBezTo>
                  <a:cubicBezTo>
                    <a:pt x="6711" y="6931"/>
                    <a:pt x="6396" y="6459"/>
                    <a:pt x="5987" y="6175"/>
                  </a:cubicBezTo>
                  <a:lnTo>
                    <a:pt x="5987" y="5986"/>
                  </a:lnTo>
                  <a:cubicBezTo>
                    <a:pt x="5987" y="5167"/>
                    <a:pt x="5262" y="4474"/>
                    <a:pt x="4443" y="4474"/>
                  </a:cubicBezTo>
                  <a:lnTo>
                    <a:pt x="4443" y="4127"/>
                  </a:lnTo>
                  <a:cubicBezTo>
                    <a:pt x="4443" y="1891"/>
                    <a:pt x="2584" y="0"/>
                    <a:pt x="3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14871;p136">
              <a:extLst>
                <a:ext uri="{FF2B5EF4-FFF2-40B4-BE49-F238E27FC236}">
                  <a16:creationId xmlns:a16="http://schemas.microsoft.com/office/drawing/2014/main" id="{B2A93D96-8E86-9BF1-70C5-2553D3A4B876}"/>
                </a:ext>
              </a:extLst>
            </p:cNvPr>
            <p:cNvSpPr/>
            <p:nvPr/>
          </p:nvSpPr>
          <p:spPr>
            <a:xfrm>
              <a:off x="-55931300" y="3435200"/>
              <a:ext cx="194575" cy="81175"/>
            </a:xfrm>
            <a:custGeom>
              <a:avLst/>
              <a:gdLst/>
              <a:ahLst/>
              <a:cxnLst/>
              <a:rect l="l" t="t" r="r" b="b"/>
              <a:pathLst>
                <a:path w="7783" h="3247" extrusionOk="0">
                  <a:moveTo>
                    <a:pt x="347" y="1"/>
                  </a:moveTo>
                  <a:cubicBezTo>
                    <a:pt x="221" y="64"/>
                    <a:pt x="127" y="127"/>
                    <a:pt x="1" y="158"/>
                  </a:cubicBezTo>
                  <a:lnTo>
                    <a:pt x="1" y="2899"/>
                  </a:lnTo>
                  <a:cubicBezTo>
                    <a:pt x="1" y="3088"/>
                    <a:pt x="158" y="3246"/>
                    <a:pt x="347" y="3246"/>
                  </a:cubicBezTo>
                  <a:lnTo>
                    <a:pt x="7627" y="3246"/>
                  </a:lnTo>
                  <a:cubicBezTo>
                    <a:pt x="6551" y="3216"/>
                    <a:pt x="5551" y="2574"/>
                    <a:pt x="5010" y="1702"/>
                  </a:cubicBezTo>
                  <a:cubicBezTo>
                    <a:pt x="4727" y="1734"/>
                    <a:pt x="4411" y="1765"/>
                    <a:pt x="4096" y="1765"/>
                  </a:cubicBezTo>
                  <a:cubicBezTo>
                    <a:pt x="2584" y="1765"/>
                    <a:pt x="1229" y="1040"/>
                    <a:pt x="347" y="1"/>
                  </a:cubicBezTo>
                  <a:close/>
                  <a:moveTo>
                    <a:pt x="7627" y="3246"/>
                  </a:moveTo>
                  <a:cubicBezTo>
                    <a:pt x="7653" y="3246"/>
                    <a:pt x="7679" y="3247"/>
                    <a:pt x="7705" y="3247"/>
                  </a:cubicBezTo>
                  <a:cubicBezTo>
                    <a:pt x="7731" y="3247"/>
                    <a:pt x="7757" y="3246"/>
                    <a:pt x="7783" y="324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14872;p136">
              <a:extLst>
                <a:ext uri="{FF2B5EF4-FFF2-40B4-BE49-F238E27FC236}">
                  <a16:creationId xmlns:a16="http://schemas.microsoft.com/office/drawing/2014/main" id="{33AD33C9-245A-4161-3BAA-F4A0BDDA5354}"/>
                </a:ext>
              </a:extLst>
            </p:cNvPr>
            <p:cNvSpPr/>
            <p:nvPr/>
          </p:nvSpPr>
          <p:spPr>
            <a:xfrm>
              <a:off x="-55927350" y="3202850"/>
              <a:ext cx="70900" cy="71200"/>
            </a:xfrm>
            <a:custGeom>
              <a:avLst/>
              <a:gdLst/>
              <a:ahLst/>
              <a:cxnLst/>
              <a:rect l="l" t="t" r="r" b="b"/>
              <a:pathLst>
                <a:path w="2836" h="2848" extrusionOk="0">
                  <a:moveTo>
                    <a:pt x="2836" y="1"/>
                  </a:moveTo>
                  <a:cubicBezTo>
                    <a:pt x="1450" y="379"/>
                    <a:pt x="378" y="1482"/>
                    <a:pt x="0" y="2836"/>
                  </a:cubicBezTo>
                  <a:cubicBezTo>
                    <a:pt x="85" y="2843"/>
                    <a:pt x="170" y="2847"/>
                    <a:pt x="255" y="2847"/>
                  </a:cubicBezTo>
                  <a:cubicBezTo>
                    <a:pt x="548" y="2847"/>
                    <a:pt x="841" y="2801"/>
                    <a:pt x="1135" y="2679"/>
                  </a:cubicBezTo>
                  <a:cubicBezTo>
                    <a:pt x="2111" y="2332"/>
                    <a:pt x="2804" y="1324"/>
                    <a:pt x="2836" y="284"/>
                  </a:cubicBezTo>
                  <a:lnTo>
                    <a:pt x="283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7" name="Google Shape;14873;p136">
            <a:extLst>
              <a:ext uri="{FF2B5EF4-FFF2-40B4-BE49-F238E27FC236}">
                <a16:creationId xmlns:a16="http://schemas.microsoft.com/office/drawing/2014/main" id="{E854F7C0-C0A5-B8CC-1328-31634185E908}"/>
              </a:ext>
            </a:extLst>
          </p:cNvPr>
          <p:cNvGrpSpPr/>
          <p:nvPr/>
        </p:nvGrpSpPr>
        <p:grpSpPr>
          <a:xfrm>
            <a:off x="9747801" y="3005213"/>
            <a:ext cx="357905" cy="358047"/>
            <a:chOff x="-55987225" y="3591025"/>
            <a:chExt cx="317450" cy="317575"/>
          </a:xfrm>
          <a:solidFill>
            <a:schemeClr val="accent1">
              <a:lumMod val="75000"/>
            </a:schemeClr>
          </a:solidFill>
        </p:grpSpPr>
        <p:sp>
          <p:nvSpPr>
            <p:cNvPr id="548" name="Google Shape;14874;p136">
              <a:extLst>
                <a:ext uri="{FF2B5EF4-FFF2-40B4-BE49-F238E27FC236}">
                  <a16:creationId xmlns:a16="http://schemas.microsoft.com/office/drawing/2014/main" id="{DFE086FE-602D-00E7-05C7-E686E872EB3C}"/>
                </a:ext>
              </a:extLst>
            </p:cNvPr>
            <p:cNvSpPr/>
            <p:nvPr/>
          </p:nvSpPr>
          <p:spPr>
            <a:xfrm>
              <a:off x="-55950200" y="3740025"/>
              <a:ext cx="204800" cy="168575"/>
            </a:xfrm>
            <a:custGeom>
              <a:avLst/>
              <a:gdLst/>
              <a:ahLst/>
              <a:cxnLst/>
              <a:rect l="l" t="t" r="r" b="b"/>
              <a:pathLst>
                <a:path w="8192" h="6743" extrusionOk="0">
                  <a:moveTo>
                    <a:pt x="2647" y="756"/>
                  </a:moveTo>
                  <a:cubicBezTo>
                    <a:pt x="2836" y="756"/>
                    <a:pt x="2994" y="914"/>
                    <a:pt x="2994" y="1103"/>
                  </a:cubicBezTo>
                  <a:cubicBezTo>
                    <a:pt x="2994" y="1323"/>
                    <a:pt x="2836" y="1449"/>
                    <a:pt x="2647" y="1449"/>
                  </a:cubicBezTo>
                  <a:cubicBezTo>
                    <a:pt x="2458" y="1449"/>
                    <a:pt x="2301" y="1323"/>
                    <a:pt x="2301" y="1103"/>
                  </a:cubicBezTo>
                  <a:cubicBezTo>
                    <a:pt x="2238" y="914"/>
                    <a:pt x="2395" y="756"/>
                    <a:pt x="2647" y="756"/>
                  </a:cubicBezTo>
                  <a:close/>
                  <a:moveTo>
                    <a:pt x="5609" y="756"/>
                  </a:moveTo>
                  <a:cubicBezTo>
                    <a:pt x="5798" y="756"/>
                    <a:pt x="5955" y="914"/>
                    <a:pt x="5955" y="1103"/>
                  </a:cubicBezTo>
                  <a:cubicBezTo>
                    <a:pt x="5955" y="1323"/>
                    <a:pt x="5798" y="1449"/>
                    <a:pt x="5609" y="1449"/>
                  </a:cubicBezTo>
                  <a:cubicBezTo>
                    <a:pt x="5388" y="1449"/>
                    <a:pt x="5262" y="1323"/>
                    <a:pt x="5262" y="1103"/>
                  </a:cubicBezTo>
                  <a:cubicBezTo>
                    <a:pt x="5231" y="914"/>
                    <a:pt x="5388" y="756"/>
                    <a:pt x="5609" y="756"/>
                  </a:cubicBezTo>
                  <a:close/>
                  <a:moveTo>
                    <a:pt x="5160" y="3316"/>
                  </a:moveTo>
                  <a:cubicBezTo>
                    <a:pt x="5254" y="3316"/>
                    <a:pt x="5341" y="3355"/>
                    <a:pt x="5388" y="3434"/>
                  </a:cubicBezTo>
                  <a:cubicBezTo>
                    <a:pt x="5546" y="3592"/>
                    <a:pt x="5546" y="3812"/>
                    <a:pt x="5388" y="3938"/>
                  </a:cubicBezTo>
                  <a:cubicBezTo>
                    <a:pt x="5041" y="4285"/>
                    <a:pt x="4569" y="4505"/>
                    <a:pt x="4065" y="4505"/>
                  </a:cubicBezTo>
                  <a:cubicBezTo>
                    <a:pt x="3561" y="4505"/>
                    <a:pt x="3088" y="4285"/>
                    <a:pt x="2773" y="3938"/>
                  </a:cubicBezTo>
                  <a:cubicBezTo>
                    <a:pt x="2616" y="3781"/>
                    <a:pt x="2616" y="3560"/>
                    <a:pt x="2773" y="3434"/>
                  </a:cubicBezTo>
                  <a:cubicBezTo>
                    <a:pt x="2868" y="3355"/>
                    <a:pt x="2970" y="3316"/>
                    <a:pt x="3065" y="3316"/>
                  </a:cubicBezTo>
                  <a:cubicBezTo>
                    <a:pt x="3159" y="3316"/>
                    <a:pt x="3246" y="3355"/>
                    <a:pt x="3309" y="3434"/>
                  </a:cubicBezTo>
                  <a:cubicBezTo>
                    <a:pt x="3529" y="3655"/>
                    <a:pt x="3813" y="3765"/>
                    <a:pt x="4096" y="3765"/>
                  </a:cubicBezTo>
                  <a:cubicBezTo>
                    <a:pt x="4380" y="3765"/>
                    <a:pt x="4663" y="3655"/>
                    <a:pt x="4884" y="3434"/>
                  </a:cubicBezTo>
                  <a:cubicBezTo>
                    <a:pt x="4963" y="3355"/>
                    <a:pt x="5065" y="3316"/>
                    <a:pt x="5160" y="3316"/>
                  </a:cubicBezTo>
                  <a:close/>
                  <a:moveTo>
                    <a:pt x="1" y="0"/>
                  </a:moveTo>
                  <a:lnTo>
                    <a:pt x="1" y="2615"/>
                  </a:lnTo>
                  <a:cubicBezTo>
                    <a:pt x="1" y="4852"/>
                    <a:pt x="1859" y="6742"/>
                    <a:pt x="4096" y="6742"/>
                  </a:cubicBezTo>
                  <a:cubicBezTo>
                    <a:pt x="6333" y="6742"/>
                    <a:pt x="8192" y="4883"/>
                    <a:pt x="8192" y="2615"/>
                  </a:cubicBezTo>
                  <a:lnTo>
                    <a:pt x="819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14875;p136">
              <a:extLst>
                <a:ext uri="{FF2B5EF4-FFF2-40B4-BE49-F238E27FC236}">
                  <a16:creationId xmlns:a16="http://schemas.microsoft.com/office/drawing/2014/main" id="{32323E43-6D3E-1FEE-87F9-CF0B7AACD67E}"/>
                </a:ext>
              </a:extLst>
            </p:cNvPr>
            <p:cNvSpPr/>
            <p:nvPr/>
          </p:nvSpPr>
          <p:spPr>
            <a:xfrm>
              <a:off x="-55967525" y="3591025"/>
              <a:ext cx="297750" cy="131700"/>
            </a:xfrm>
            <a:custGeom>
              <a:avLst/>
              <a:gdLst/>
              <a:ahLst/>
              <a:cxnLst/>
              <a:rect l="l" t="t" r="r" b="b"/>
              <a:pathLst>
                <a:path w="11910" h="5268" extrusionOk="0">
                  <a:moveTo>
                    <a:pt x="4810" y="0"/>
                  </a:moveTo>
                  <a:cubicBezTo>
                    <a:pt x="4730" y="0"/>
                    <a:pt x="4650" y="2"/>
                    <a:pt x="4569" y="6"/>
                  </a:cubicBezTo>
                  <a:cubicBezTo>
                    <a:pt x="1954" y="163"/>
                    <a:pt x="1" y="2463"/>
                    <a:pt x="1" y="5047"/>
                  </a:cubicBezTo>
                  <a:cubicBezTo>
                    <a:pt x="1" y="5173"/>
                    <a:pt x="64" y="5267"/>
                    <a:pt x="190" y="5267"/>
                  </a:cubicBezTo>
                  <a:lnTo>
                    <a:pt x="2994" y="5267"/>
                  </a:lnTo>
                  <a:lnTo>
                    <a:pt x="2994" y="4920"/>
                  </a:lnTo>
                  <a:cubicBezTo>
                    <a:pt x="2994" y="4259"/>
                    <a:pt x="3498" y="3818"/>
                    <a:pt x="4096" y="3818"/>
                  </a:cubicBezTo>
                  <a:lnTo>
                    <a:pt x="5577" y="3818"/>
                  </a:lnTo>
                  <a:cubicBezTo>
                    <a:pt x="6207" y="3818"/>
                    <a:pt x="6680" y="4322"/>
                    <a:pt x="6680" y="4920"/>
                  </a:cubicBezTo>
                  <a:lnTo>
                    <a:pt x="6680" y="5267"/>
                  </a:lnTo>
                  <a:lnTo>
                    <a:pt x="11563" y="5267"/>
                  </a:lnTo>
                  <a:cubicBezTo>
                    <a:pt x="11752" y="5267"/>
                    <a:pt x="11909" y="5110"/>
                    <a:pt x="11909" y="4920"/>
                  </a:cubicBezTo>
                  <a:cubicBezTo>
                    <a:pt x="11909" y="4637"/>
                    <a:pt x="11752" y="4479"/>
                    <a:pt x="11563" y="4479"/>
                  </a:cubicBezTo>
                  <a:lnTo>
                    <a:pt x="9673" y="4479"/>
                  </a:lnTo>
                  <a:cubicBezTo>
                    <a:pt x="9489" y="1943"/>
                    <a:pt x="7380" y="0"/>
                    <a:pt x="48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14876;p136">
              <a:extLst>
                <a:ext uri="{FF2B5EF4-FFF2-40B4-BE49-F238E27FC236}">
                  <a16:creationId xmlns:a16="http://schemas.microsoft.com/office/drawing/2014/main" id="{2E0DCC14-1E6D-6E35-44E7-6FB9E60E564C}"/>
                </a:ext>
              </a:extLst>
            </p:cNvPr>
            <p:cNvSpPr/>
            <p:nvPr/>
          </p:nvSpPr>
          <p:spPr>
            <a:xfrm>
              <a:off x="-55875375" y="3703000"/>
              <a:ext cx="55950" cy="17350"/>
            </a:xfrm>
            <a:custGeom>
              <a:avLst/>
              <a:gdLst/>
              <a:ahLst/>
              <a:cxnLst/>
              <a:rect l="l" t="t" r="r" b="b"/>
              <a:pathLst>
                <a:path w="2238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694"/>
                  </a:lnTo>
                  <a:lnTo>
                    <a:pt x="2238" y="694"/>
                  </a:lnTo>
                  <a:lnTo>
                    <a:pt x="2238" y="347"/>
                  </a:lnTo>
                  <a:cubicBezTo>
                    <a:pt x="2238" y="158"/>
                    <a:pt x="2080" y="0"/>
                    <a:pt x="185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14877;p136">
              <a:extLst>
                <a:ext uri="{FF2B5EF4-FFF2-40B4-BE49-F238E27FC236}">
                  <a16:creationId xmlns:a16="http://schemas.microsoft.com/office/drawing/2014/main" id="{CEFCFDB7-E7A7-13A6-C202-FF7F4FA58152}"/>
                </a:ext>
              </a:extLst>
            </p:cNvPr>
            <p:cNvSpPr/>
            <p:nvPr/>
          </p:nvSpPr>
          <p:spPr>
            <a:xfrm>
              <a:off x="-55987225" y="3746325"/>
              <a:ext cx="18150" cy="63825"/>
            </a:xfrm>
            <a:custGeom>
              <a:avLst/>
              <a:gdLst/>
              <a:ahLst/>
              <a:cxnLst/>
              <a:rect l="l" t="t" r="r" b="b"/>
              <a:pathLst>
                <a:path w="726" h="2553" extrusionOk="0">
                  <a:moveTo>
                    <a:pt x="726" y="0"/>
                  </a:moveTo>
                  <a:cubicBezTo>
                    <a:pt x="253" y="221"/>
                    <a:pt x="1" y="693"/>
                    <a:pt x="1" y="1260"/>
                  </a:cubicBezTo>
                  <a:cubicBezTo>
                    <a:pt x="1" y="1796"/>
                    <a:pt x="316" y="2269"/>
                    <a:pt x="726" y="2552"/>
                  </a:cubicBezTo>
                  <a:lnTo>
                    <a:pt x="7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14878;p136">
              <a:extLst>
                <a:ext uri="{FF2B5EF4-FFF2-40B4-BE49-F238E27FC236}">
                  <a16:creationId xmlns:a16="http://schemas.microsoft.com/office/drawing/2014/main" id="{E7F15495-35E4-D025-B2FC-5615535D5CC0}"/>
                </a:ext>
              </a:extLst>
            </p:cNvPr>
            <p:cNvSpPr/>
            <p:nvPr/>
          </p:nvSpPr>
          <p:spPr>
            <a:xfrm>
              <a:off x="-55725725" y="3745525"/>
              <a:ext cx="18925" cy="63825"/>
            </a:xfrm>
            <a:custGeom>
              <a:avLst/>
              <a:gdLst/>
              <a:ahLst/>
              <a:cxnLst/>
              <a:rect l="l" t="t" r="r" b="b"/>
              <a:pathLst>
                <a:path w="757" h="2553" extrusionOk="0">
                  <a:moveTo>
                    <a:pt x="1" y="1"/>
                  </a:moveTo>
                  <a:lnTo>
                    <a:pt x="1" y="2553"/>
                  </a:lnTo>
                  <a:cubicBezTo>
                    <a:pt x="442" y="2269"/>
                    <a:pt x="757" y="1796"/>
                    <a:pt x="757" y="1229"/>
                  </a:cubicBezTo>
                  <a:cubicBezTo>
                    <a:pt x="757" y="725"/>
                    <a:pt x="442" y="253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3" name="Google Shape;14879;p136">
            <a:extLst>
              <a:ext uri="{FF2B5EF4-FFF2-40B4-BE49-F238E27FC236}">
                <a16:creationId xmlns:a16="http://schemas.microsoft.com/office/drawing/2014/main" id="{0D4D9D1C-FEA9-5335-5DC0-C8029294D56D}"/>
              </a:ext>
            </a:extLst>
          </p:cNvPr>
          <p:cNvGrpSpPr/>
          <p:nvPr/>
        </p:nvGrpSpPr>
        <p:grpSpPr>
          <a:xfrm>
            <a:off x="9761741" y="3446690"/>
            <a:ext cx="359682" cy="359682"/>
            <a:chOff x="-55988800" y="3982600"/>
            <a:chExt cx="319025" cy="319025"/>
          </a:xfrm>
          <a:solidFill>
            <a:schemeClr val="accent1">
              <a:lumMod val="75000"/>
            </a:schemeClr>
          </a:solidFill>
        </p:grpSpPr>
        <p:sp>
          <p:nvSpPr>
            <p:cNvPr id="554" name="Google Shape;14880;p136">
              <a:extLst>
                <a:ext uri="{FF2B5EF4-FFF2-40B4-BE49-F238E27FC236}">
                  <a16:creationId xmlns:a16="http://schemas.microsoft.com/office/drawing/2014/main" id="{3B8FE3A6-2E8D-4D93-63E6-5C6BB43DC572}"/>
                </a:ext>
              </a:extLst>
            </p:cNvPr>
            <p:cNvSpPr/>
            <p:nvPr/>
          </p:nvSpPr>
          <p:spPr>
            <a:xfrm>
              <a:off x="-55791875" y="3982600"/>
              <a:ext cx="102400" cy="102425"/>
            </a:xfrm>
            <a:custGeom>
              <a:avLst/>
              <a:gdLst/>
              <a:ahLst/>
              <a:cxnLst/>
              <a:rect l="l" t="t" r="r" b="b"/>
              <a:pathLst>
                <a:path w="4096" h="4097" extrusionOk="0">
                  <a:moveTo>
                    <a:pt x="1859" y="1"/>
                  </a:moveTo>
                  <a:cubicBezTo>
                    <a:pt x="1071" y="1"/>
                    <a:pt x="410" y="379"/>
                    <a:pt x="0" y="977"/>
                  </a:cubicBezTo>
                  <a:cubicBezTo>
                    <a:pt x="1512" y="1450"/>
                    <a:pt x="2647" y="2647"/>
                    <a:pt x="3119" y="4096"/>
                  </a:cubicBezTo>
                  <a:cubicBezTo>
                    <a:pt x="3718" y="3687"/>
                    <a:pt x="4096" y="3025"/>
                    <a:pt x="4096" y="2237"/>
                  </a:cubicBezTo>
                  <a:cubicBezTo>
                    <a:pt x="4096" y="1009"/>
                    <a:pt x="3119" y="1"/>
                    <a:pt x="18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14881;p136">
              <a:extLst>
                <a:ext uri="{FF2B5EF4-FFF2-40B4-BE49-F238E27FC236}">
                  <a16:creationId xmlns:a16="http://schemas.microsoft.com/office/drawing/2014/main" id="{D9980B58-F927-8716-C44E-3E9A13B5AAA0}"/>
                </a:ext>
              </a:extLst>
            </p:cNvPr>
            <p:cNvSpPr/>
            <p:nvPr/>
          </p:nvSpPr>
          <p:spPr>
            <a:xfrm>
              <a:off x="-55969100" y="3982600"/>
              <a:ext cx="102400" cy="102425"/>
            </a:xfrm>
            <a:custGeom>
              <a:avLst/>
              <a:gdLst/>
              <a:ahLst/>
              <a:cxnLst/>
              <a:rect l="l" t="t" r="r" b="b"/>
              <a:pathLst>
                <a:path w="4096" h="4097" extrusionOk="0">
                  <a:moveTo>
                    <a:pt x="2269" y="1"/>
                  </a:moveTo>
                  <a:cubicBezTo>
                    <a:pt x="1040" y="1"/>
                    <a:pt x="1" y="977"/>
                    <a:pt x="1" y="2237"/>
                  </a:cubicBezTo>
                  <a:cubicBezTo>
                    <a:pt x="1" y="2994"/>
                    <a:pt x="410" y="3687"/>
                    <a:pt x="1009" y="4096"/>
                  </a:cubicBezTo>
                  <a:cubicBezTo>
                    <a:pt x="1481" y="2647"/>
                    <a:pt x="2647" y="1450"/>
                    <a:pt x="4096" y="977"/>
                  </a:cubicBezTo>
                  <a:cubicBezTo>
                    <a:pt x="3718" y="379"/>
                    <a:pt x="3057" y="1"/>
                    <a:pt x="22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14882;p136">
              <a:extLst>
                <a:ext uri="{FF2B5EF4-FFF2-40B4-BE49-F238E27FC236}">
                  <a16:creationId xmlns:a16="http://schemas.microsoft.com/office/drawing/2014/main" id="{D9825E02-E6F5-BD3C-2779-6AEB2B3FE5B6}"/>
                </a:ext>
              </a:extLst>
            </p:cNvPr>
            <p:cNvSpPr/>
            <p:nvPr/>
          </p:nvSpPr>
          <p:spPr>
            <a:xfrm>
              <a:off x="-55819450" y="4021200"/>
              <a:ext cx="92950" cy="92175"/>
            </a:xfrm>
            <a:custGeom>
              <a:avLst/>
              <a:gdLst/>
              <a:ahLst/>
              <a:cxnLst/>
              <a:rect l="l" t="t" r="r" b="b"/>
              <a:pathLst>
                <a:path w="3718" h="3687" extrusionOk="0">
                  <a:moveTo>
                    <a:pt x="32" y="0"/>
                  </a:moveTo>
                  <a:lnTo>
                    <a:pt x="32" y="1103"/>
                  </a:lnTo>
                  <a:cubicBezTo>
                    <a:pt x="1" y="2521"/>
                    <a:pt x="1198" y="3686"/>
                    <a:pt x="2615" y="3686"/>
                  </a:cubicBezTo>
                  <a:lnTo>
                    <a:pt x="3718" y="3686"/>
                  </a:lnTo>
                  <a:cubicBezTo>
                    <a:pt x="3529" y="1733"/>
                    <a:pt x="1985" y="158"/>
                    <a:pt x="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14883;p136">
              <a:extLst>
                <a:ext uri="{FF2B5EF4-FFF2-40B4-BE49-F238E27FC236}">
                  <a16:creationId xmlns:a16="http://schemas.microsoft.com/office/drawing/2014/main" id="{38A9649E-7FCD-8CF6-D60A-134A1A1D9DED}"/>
                </a:ext>
              </a:extLst>
            </p:cNvPr>
            <p:cNvSpPr/>
            <p:nvPr/>
          </p:nvSpPr>
          <p:spPr>
            <a:xfrm>
              <a:off x="-55930500" y="4021200"/>
              <a:ext cx="92950" cy="92175"/>
            </a:xfrm>
            <a:custGeom>
              <a:avLst/>
              <a:gdLst/>
              <a:ahLst/>
              <a:cxnLst/>
              <a:rect l="l" t="t" r="r" b="b"/>
              <a:pathLst>
                <a:path w="3718" h="3687" extrusionOk="0">
                  <a:moveTo>
                    <a:pt x="3718" y="0"/>
                  </a:moveTo>
                  <a:cubicBezTo>
                    <a:pt x="1733" y="158"/>
                    <a:pt x="158" y="1733"/>
                    <a:pt x="0" y="3686"/>
                  </a:cubicBezTo>
                  <a:lnTo>
                    <a:pt x="1103" y="3686"/>
                  </a:lnTo>
                  <a:cubicBezTo>
                    <a:pt x="2552" y="3686"/>
                    <a:pt x="3718" y="2521"/>
                    <a:pt x="3718" y="1103"/>
                  </a:cubicBezTo>
                  <a:lnTo>
                    <a:pt x="371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14884;p136">
              <a:extLst>
                <a:ext uri="{FF2B5EF4-FFF2-40B4-BE49-F238E27FC236}">
                  <a16:creationId xmlns:a16="http://schemas.microsoft.com/office/drawing/2014/main" id="{C616A218-D848-1FD2-B6D5-5CE5E0BA6F99}"/>
                </a:ext>
              </a:extLst>
            </p:cNvPr>
            <p:cNvSpPr/>
            <p:nvPr/>
          </p:nvSpPr>
          <p:spPr>
            <a:xfrm>
              <a:off x="-55988800" y="4086575"/>
              <a:ext cx="319025" cy="215050"/>
            </a:xfrm>
            <a:custGeom>
              <a:avLst/>
              <a:gdLst/>
              <a:ahLst/>
              <a:cxnLst/>
              <a:rect l="l" t="t" r="r" b="b"/>
              <a:pathLst>
                <a:path w="12761" h="8602" extrusionOk="0">
                  <a:moveTo>
                    <a:pt x="4884" y="2584"/>
                  </a:moveTo>
                  <a:cubicBezTo>
                    <a:pt x="5105" y="2584"/>
                    <a:pt x="5262" y="2741"/>
                    <a:pt x="5262" y="2930"/>
                  </a:cubicBezTo>
                  <a:cubicBezTo>
                    <a:pt x="5262" y="3119"/>
                    <a:pt x="5105" y="3277"/>
                    <a:pt x="4884" y="3277"/>
                  </a:cubicBezTo>
                  <a:cubicBezTo>
                    <a:pt x="4695" y="3277"/>
                    <a:pt x="4538" y="3151"/>
                    <a:pt x="4538" y="2930"/>
                  </a:cubicBezTo>
                  <a:cubicBezTo>
                    <a:pt x="4538" y="2741"/>
                    <a:pt x="4695" y="2584"/>
                    <a:pt x="4884" y="2584"/>
                  </a:cubicBezTo>
                  <a:close/>
                  <a:moveTo>
                    <a:pt x="7877" y="2615"/>
                  </a:moveTo>
                  <a:cubicBezTo>
                    <a:pt x="8098" y="2615"/>
                    <a:pt x="8255" y="2773"/>
                    <a:pt x="8255" y="2962"/>
                  </a:cubicBezTo>
                  <a:cubicBezTo>
                    <a:pt x="8287" y="3151"/>
                    <a:pt x="8129" y="3308"/>
                    <a:pt x="7877" y="3308"/>
                  </a:cubicBezTo>
                  <a:cubicBezTo>
                    <a:pt x="7688" y="3308"/>
                    <a:pt x="7531" y="3151"/>
                    <a:pt x="7531" y="2962"/>
                  </a:cubicBezTo>
                  <a:cubicBezTo>
                    <a:pt x="7531" y="2773"/>
                    <a:pt x="7688" y="2615"/>
                    <a:pt x="7877" y="2615"/>
                  </a:cubicBezTo>
                  <a:close/>
                  <a:moveTo>
                    <a:pt x="1104" y="4222"/>
                  </a:moveTo>
                  <a:cubicBezTo>
                    <a:pt x="1387" y="4568"/>
                    <a:pt x="1828" y="4820"/>
                    <a:pt x="2332" y="4820"/>
                  </a:cubicBezTo>
                  <a:cubicBezTo>
                    <a:pt x="2301" y="5199"/>
                    <a:pt x="1954" y="5577"/>
                    <a:pt x="1545" y="5577"/>
                  </a:cubicBezTo>
                  <a:cubicBezTo>
                    <a:pt x="1167" y="5577"/>
                    <a:pt x="789" y="5199"/>
                    <a:pt x="789" y="4820"/>
                  </a:cubicBezTo>
                  <a:cubicBezTo>
                    <a:pt x="789" y="4568"/>
                    <a:pt x="915" y="4348"/>
                    <a:pt x="1104" y="4222"/>
                  </a:cubicBezTo>
                  <a:close/>
                  <a:moveTo>
                    <a:pt x="11721" y="4222"/>
                  </a:moveTo>
                  <a:cubicBezTo>
                    <a:pt x="11910" y="4348"/>
                    <a:pt x="12036" y="4568"/>
                    <a:pt x="12036" y="4820"/>
                  </a:cubicBezTo>
                  <a:cubicBezTo>
                    <a:pt x="12036" y="5199"/>
                    <a:pt x="11721" y="5577"/>
                    <a:pt x="11280" y="5577"/>
                  </a:cubicBezTo>
                  <a:cubicBezTo>
                    <a:pt x="10870" y="5577"/>
                    <a:pt x="10492" y="5199"/>
                    <a:pt x="10492" y="4820"/>
                  </a:cubicBezTo>
                  <a:cubicBezTo>
                    <a:pt x="10965" y="4820"/>
                    <a:pt x="11437" y="4568"/>
                    <a:pt x="11721" y="4222"/>
                  </a:cubicBezTo>
                  <a:close/>
                  <a:moveTo>
                    <a:pt x="7460" y="5143"/>
                  </a:moveTo>
                  <a:cubicBezTo>
                    <a:pt x="7554" y="5143"/>
                    <a:pt x="7641" y="5183"/>
                    <a:pt x="7688" y="5262"/>
                  </a:cubicBezTo>
                  <a:cubicBezTo>
                    <a:pt x="7877" y="5356"/>
                    <a:pt x="7877" y="5608"/>
                    <a:pt x="7720" y="5766"/>
                  </a:cubicBezTo>
                  <a:cubicBezTo>
                    <a:pt x="7373" y="6112"/>
                    <a:pt x="6901" y="6301"/>
                    <a:pt x="6396" y="6301"/>
                  </a:cubicBezTo>
                  <a:cubicBezTo>
                    <a:pt x="5892" y="6301"/>
                    <a:pt x="5420" y="6112"/>
                    <a:pt x="5105" y="5766"/>
                  </a:cubicBezTo>
                  <a:cubicBezTo>
                    <a:pt x="4947" y="5608"/>
                    <a:pt x="4947" y="5356"/>
                    <a:pt x="5105" y="5262"/>
                  </a:cubicBezTo>
                  <a:cubicBezTo>
                    <a:pt x="5184" y="5183"/>
                    <a:pt x="5278" y="5143"/>
                    <a:pt x="5369" y="5143"/>
                  </a:cubicBezTo>
                  <a:cubicBezTo>
                    <a:pt x="5459" y="5143"/>
                    <a:pt x="5546" y="5183"/>
                    <a:pt x="5609" y="5262"/>
                  </a:cubicBezTo>
                  <a:cubicBezTo>
                    <a:pt x="5829" y="5466"/>
                    <a:pt x="6113" y="5569"/>
                    <a:pt x="6396" y="5569"/>
                  </a:cubicBezTo>
                  <a:cubicBezTo>
                    <a:pt x="6680" y="5569"/>
                    <a:pt x="6964" y="5466"/>
                    <a:pt x="7184" y="5262"/>
                  </a:cubicBezTo>
                  <a:cubicBezTo>
                    <a:pt x="7263" y="5183"/>
                    <a:pt x="7365" y="5143"/>
                    <a:pt x="7460" y="5143"/>
                  </a:cubicBezTo>
                  <a:close/>
                  <a:moveTo>
                    <a:pt x="6396" y="0"/>
                  </a:moveTo>
                  <a:cubicBezTo>
                    <a:pt x="5829" y="1071"/>
                    <a:pt x="4695" y="1828"/>
                    <a:pt x="3403" y="1828"/>
                  </a:cubicBezTo>
                  <a:lnTo>
                    <a:pt x="2301" y="1828"/>
                  </a:lnTo>
                  <a:cubicBezTo>
                    <a:pt x="1482" y="1828"/>
                    <a:pt x="757" y="2489"/>
                    <a:pt x="757" y="3308"/>
                  </a:cubicBezTo>
                  <a:lnTo>
                    <a:pt x="757" y="3529"/>
                  </a:lnTo>
                  <a:cubicBezTo>
                    <a:pt x="284" y="3781"/>
                    <a:pt x="1" y="4253"/>
                    <a:pt x="1" y="4820"/>
                  </a:cubicBezTo>
                  <a:cubicBezTo>
                    <a:pt x="1" y="5640"/>
                    <a:pt x="694" y="6301"/>
                    <a:pt x="1513" y="6301"/>
                  </a:cubicBezTo>
                  <a:cubicBezTo>
                    <a:pt x="1891" y="6301"/>
                    <a:pt x="2301" y="6144"/>
                    <a:pt x="2521" y="5923"/>
                  </a:cubicBezTo>
                  <a:cubicBezTo>
                    <a:pt x="3120" y="7467"/>
                    <a:pt x="4632" y="8601"/>
                    <a:pt x="6365" y="8601"/>
                  </a:cubicBezTo>
                  <a:cubicBezTo>
                    <a:pt x="8098" y="8601"/>
                    <a:pt x="9578" y="7467"/>
                    <a:pt x="10177" y="5923"/>
                  </a:cubicBezTo>
                  <a:cubicBezTo>
                    <a:pt x="10461" y="6144"/>
                    <a:pt x="10807" y="6301"/>
                    <a:pt x="11185" y="6301"/>
                  </a:cubicBezTo>
                  <a:cubicBezTo>
                    <a:pt x="12036" y="6301"/>
                    <a:pt x="12697" y="5640"/>
                    <a:pt x="12697" y="4820"/>
                  </a:cubicBezTo>
                  <a:cubicBezTo>
                    <a:pt x="12760" y="4253"/>
                    <a:pt x="12445" y="3749"/>
                    <a:pt x="12036" y="3529"/>
                  </a:cubicBezTo>
                  <a:lnTo>
                    <a:pt x="12036" y="3308"/>
                  </a:lnTo>
                  <a:cubicBezTo>
                    <a:pt x="12036" y="2489"/>
                    <a:pt x="11311" y="1828"/>
                    <a:pt x="10492" y="1828"/>
                  </a:cubicBezTo>
                  <a:lnTo>
                    <a:pt x="9389" y="1828"/>
                  </a:lnTo>
                  <a:cubicBezTo>
                    <a:pt x="8098" y="1828"/>
                    <a:pt x="6932" y="1071"/>
                    <a:pt x="63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9" name="Google Shape;14885;p136">
            <a:extLst>
              <a:ext uri="{FF2B5EF4-FFF2-40B4-BE49-F238E27FC236}">
                <a16:creationId xmlns:a16="http://schemas.microsoft.com/office/drawing/2014/main" id="{0D31383F-F60E-C80F-2E41-4460450BCB5B}"/>
              </a:ext>
            </a:extLst>
          </p:cNvPr>
          <p:cNvGrpSpPr/>
          <p:nvPr/>
        </p:nvGrpSpPr>
        <p:grpSpPr>
          <a:xfrm>
            <a:off x="8417709" y="3905518"/>
            <a:ext cx="357004" cy="359654"/>
            <a:chOff x="-54026025" y="3192625"/>
            <a:chExt cx="316650" cy="319000"/>
          </a:xfrm>
          <a:solidFill>
            <a:schemeClr val="accent1">
              <a:lumMod val="75000"/>
            </a:schemeClr>
          </a:solidFill>
        </p:grpSpPr>
        <p:sp>
          <p:nvSpPr>
            <p:cNvPr id="560" name="Google Shape;14886;p136">
              <a:extLst>
                <a:ext uri="{FF2B5EF4-FFF2-40B4-BE49-F238E27FC236}">
                  <a16:creationId xmlns:a16="http://schemas.microsoft.com/office/drawing/2014/main" id="{4669FF39-098E-9A15-F0F4-43EBBED6C15C}"/>
                </a:ext>
              </a:extLst>
            </p:cNvPr>
            <p:cNvSpPr/>
            <p:nvPr/>
          </p:nvSpPr>
          <p:spPr>
            <a:xfrm>
              <a:off x="-54026025" y="3312350"/>
              <a:ext cx="18125" cy="63800"/>
            </a:xfrm>
            <a:custGeom>
              <a:avLst/>
              <a:gdLst/>
              <a:ahLst/>
              <a:cxnLst/>
              <a:rect l="l" t="t" r="r" b="b"/>
              <a:pathLst>
                <a:path w="725" h="2552" extrusionOk="0">
                  <a:moveTo>
                    <a:pt x="725" y="0"/>
                  </a:moveTo>
                  <a:cubicBezTo>
                    <a:pt x="315" y="189"/>
                    <a:pt x="0" y="693"/>
                    <a:pt x="0" y="1260"/>
                  </a:cubicBezTo>
                  <a:cubicBezTo>
                    <a:pt x="0" y="1796"/>
                    <a:pt x="315" y="2268"/>
                    <a:pt x="725" y="2552"/>
                  </a:cubicBezTo>
                  <a:lnTo>
                    <a:pt x="725" y="158"/>
                  </a:lnTo>
                  <a:lnTo>
                    <a:pt x="7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14887;p136">
              <a:extLst>
                <a:ext uri="{FF2B5EF4-FFF2-40B4-BE49-F238E27FC236}">
                  <a16:creationId xmlns:a16="http://schemas.microsoft.com/office/drawing/2014/main" id="{CE08E773-1123-7858-DC72-07781F7E1A9F}"/>
                </a:ext>
              </a:extLst>
            </p:cNvPr>
            <p:cNvSpPr/>
            <p:nvPr/>
          </p:nvSpPr>
          <p:spPr>
            <a:xfrm>
              <a:off x="-53890550" y="3192625"/>
              <a:ext cx="125250" cy="56725"/>
            </a:xfrm>
            <a:custGeom>
              <a:avLst/>
              <a:gdLst/>
              <a:ahLst/>
              <a:cxnLst/>
              <a:rect l="l" t="t" r="r" b="b"/>
              <a:pathLst>
                <a:path w="5010" h="2269" extrusionOk="0">
                  <a:moveTo>
                    <a:pt x="914" y="0"/>
                  </a:moveTo>
                  <a:cubicBezTo>
                    <a:pt x="599" y="0"/>
                    <a:pt x="315" y="63"/>
                    <a:pt x="0" y="95"/>
                  </a:cubicBezTo>
                  <a:cubicBezTo>
                    <a:pt x="158" y="536"/>
                    <a:pt x="441" y="914"/>
                    <a:pt x="756" y="1260"/>
                  </a:cubicBezTo>
                  <a:cubicBezTo>
                    <a:pt x="1418" y="1891"/>
                    <a:pt x="2237" y="2269"/>
                    <a:pt x="3151" y="2269"/>
                  </a:cubicBezTo>
                  <a:lnTo>
                    <a:pt x="5009" y="2269"/>
                  </a:lnTo>
                  <a:cubicBezTo>
                    <a:pt x="4127" y="914"/>
                    <a:pt x="2647" y="0"/>
                    <a:pt x="9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14888;p136">
              <a:extLst>
                <a:ext uri="{FF2B5EF4-FFF2-40B4-BE49-F238E27FC236}">
                  <a16:creationId xmlns:a16="http://schemas.microsoft.com/office/drawing/2014/main" id="{1383AD80-8972-5AD1-ED51-1090A4989BEE}"/>
                </a:ext>
              </a:extLst>
            </p:cNvPr>
            <p:cNvSpPr/>
            <p:nvPr/>
          </p:nvSpPr>
          <p:spPr>
            <a:xfrm>
              <a:off x="-53839375" y="3306025"/>
              <a:ext cx="55175" cy="55175"/>
            </a:xfrm>
            <a:custGeom>
              <a:avLst/>
              <a:gdLst/>
              <a:ahLst/>
              <a:cxnLst/>
              <a:rect l="l" t="t" r="r" b="b"/>
              <a:pathLst>
                <a:path w="2207" h="2207" extrusionOk="0">
                  <a:moveTo>
                    <a:pt x="1104" y="1"/>
                  </a:moveTo>
                  <a:cubicBezTo>
                    <a:pt x="505" y="1"/>
                    <a:pt x="1" y="505"/>
                    <a:pt x="1" y="1104"/>
                  </a:cubicBezTo>
                  <a:cubicBezTo>
                    <a:pt x="1" y="1702"/>
                    <a:pt x="505" y="2206"/>
                    <a:pt x="1104" y="2206"/>
                  </a:cubicBezTo>
                  <a:cubicBezTo>
                    <a:pt x="1734" y="2206"/>
                    <a:pt x="2206" y="1702"/>
                    <a:pt x="2206" y="1104"/>
                  </a:cubicBezTo>
                  <a:cubicBezTo>
                    <a:pt x="2206" y="505"/>
                    <a:pt x="1734" y="1"/>
                    <a:pt x="110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14889;p136">
              <a:extLst>
                <a:ext uri="{FF2B5EF4-FFF2-40B4-BE49-F238E27FC236}">
                  <a16:creationId xmlns:a16="http://schemas.microsoft.com/office/drawing/2014/main" id="{E3689470-B3C8-AAEC-BA78-7B3A67296CF9}"/>
                </a:ext>
              </a:extLst>
            </p:cNvPr>
            <p:cNvSpPr/>
            <p:nvPr/>
          </p:nvSpPr>
          <p:spPr>
            <a:xfrm>
              <a:off x="-53950425" y="3306025"/>
              <a:ext cx="55150" cy="55175"/>
            </a:xfrm>
            <a:custGeom>
              <a:avLst/>
              <a:gdLst/>
              <a:ahLst/>
              <a:cxnLst/>
              <a:rect l="l" t="t" r="r" b="b"/>
              <a:pathLst>
                <a:path w="2206" h="2207" extrusionOk="0">
                  <a:moveTo>
                    <a:pt x="1103" y="1"/>
                  </a:moveTo>
                  <a:cubicBezTo>
                    <a:pt x="505" y="1"/>
                    <a:pt x="1" y="505"/>
                    <a:pt x="1" y="1104"/>
                  </a:cubicBezTo>
                  <a:cubicBezTo>
                    <a:pt x="1" y="1702"/>
                    <a:pt x="505" y="2206"/>
                    <a:pt x="1103" y="2206"/>
                  </a:cubicBezTo>
                  <a:cubicBezTo>
                    <a:pt x="1702" y="2206"/>
                    <a:pt x="2206" y="1702"/>
                    <a:pt x="2206" y="1104"/>
                  </a:cubicBezTo>
                  <a:cubicBezTo>
                    <a:pt x="2206" y="505"/>
                    <a:pt x="1702" y="1"/>
                    <a:pt x="110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14890;p136">
              <a:extLst>
                <a:ext uri="{FF2B5EF4-FFF2-40B4-BE49-F238E27FC236}">
                  <a16:creationId xmlns:a16="http://schemas.microsoft.com/office/drawing/2014/main" id="{47503248-8419-F231-B6AA-8C6110518690}"/>
                </a:ext>
              </a:extLst>
            </p:cNvPr>
            <p:cNvSpPr/>
            <p:nvPr/>
          </p:nvSpPr>
          <p:spPr>
            <a:xfrm>
              <a:off x="-53985075" y="3400950"/>
              <a:ext cx="236300" cy="110675"/>
            </a:xfrm>
            <a:custGeom>
              <a:avLst/>
              <a:gdLst/>
              <a:ahLst/>
              <a:cxnLst/>
              <a:rect l="l" t="t" r="r" b="b"/>
              <a:pathLst>
                <a:path w="9452" h="4427" extrusionOk="0">
                  <a:moveTo>
                    <a:pt x="5790" y="969"/>
                  </a:moveTo>
                  <a:cubicBezTo>
                    <a:pt x="5884" y="969"/>
                    <a:pt x="5971" y="1008"/>
                    <a:pt x="6018" y="1087"/>
                  </a:cubicBezTo>
                  <a:cubicBezTo>
                    <a:pt x="6176" y="1245"/>
                    <a:pt x="6176" y="1497"/>
                    <a:pt x="6018" y="1591"/>
                  </a:cubicBezTo>
                  <a:cubicBezTo>
                    <a:pt x="5671" y="1969"/>
                    <a:pt x="5199" y="2158"/>
                    <a:pt x="4726" y="2158"/>
                  </a:cubicBezTo>
                  <a:cubicBezTo>
                    <a:pt x="4254" y="2158"/>
                    <a:pt x="3750" y="1969"/>
                    <a:pt x="3435" y="1591"/>
                  </a:cubicBezTo>
                  <a:cubicBezTo>
                    <a:pt x="3277" y="1434"/>
                    <a:pt x="3277" y="1213"/>
                    <a:pt x="3435" y="1087"/>
                  </a:cubicBezTo>
                  <a:cubicBezTo>
                    <a:pt x="3513" y="1008"/>
                    <a:pt x="3608" y="969"/>
                    <a:pt x="3698" y="969"/>
                  </a:cubicBezTo>
                  <a:cubicBezTo>
                    <a:pt x="3789" y="969"/>
                    <a:pt x="3876" y="1008"/>
                    <a:pt x="3939" y="1087"/>
                  </a:cubicBezTo>
                  <a:cubicBezTo>
                    <a:pt x="4159" y="1308"/>
                    <a:pt x="4443" y="1418"/>
                    <a:pt x="4726" y="1418"/>
                  </a:cubicBezTo>
                  <a:cubicBezTo>
                    <a:pt x="5010" y="1418"/>
                    <a:pt x="5293" y="1308"/>
                    <a:pt x="5514" y="1087"/>
                  </a:cubicBezTo>
                  <a:cubicBezTo>
                    <a:pt x="5593" y="1008"/>
                    <a:pt x="5695" y="969"/>
                    <a:pt x="5790" y="969"/>
                  </a:cubicBezTo>
                  <a:close/>
                  <a:moveTo>
                    <a:pt x="4711" y="0"/>
                  </a:moveTo>
                  <a:cubicBezTo>
                    <a:pt x="4002" y="0"/>
                    <a:pt x="3293" y="205"/>
                    <a:pt x="2678" y="615"/>
                  </a:cubicBezTo>
                  <a:cubicBezTo>
                    <a:pt x="2615" y="646"/>
                    <a:pt x="2552" y="709"/>
                    <a:pt x="2489" y="709"/>
                  </a:cubicBezTo>
                  <a:lnTo>
                    <a:pt x="1" y="709"/>
                  </a:lnTo>
                  <a:cubicBezTo>
                    <a:pt x="505" y="2820"/>
                    <a:pt x="2458" y="4427"/>
                    <a:pt x="4726" y="4427"/>
                  </a:cubicBezTo>
                  <a:cubicBezTo>
                    <a:pt x="7026" y="4427"/>
                    <a:pt x="8948" y="2820"/>
                    <a:pt x="9452" y="709"/>
                  </a:cubicBezTo>
                  <a:lnTo>
                    <a:pt x="6963" y="709"/>
                  </a:lnTo>
                  <a:cubicBezTo>
                    <a:pt x="6869" y="646"/>
                    <a:pt x="6774" y="646"/>
                    <a:pt x="6743" y="615"/>
                  </a:cubicBezTo>
                  <a:cubicBezTo>
                    <a:pt x="6128" y="205"/>
                    <a:pt x="5419" y="0"/>
                    <a:pt x="47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14891;p136">
              <a:extLst>
                <a:ext uri="{FF2B5EF4-FFF2-40B4-BE49-F238E27FC236}">
                  <a16:creationId xmlns:a16="http://schemas.microsoft.com/office/drawing/2014/main" id="{DDE660C9-FE61-4650-7D07-163EE61875FF}"/>
                </a:ext>
              </a:extLst>
            </p:cNvPr>
            <p:cNvSpPr/>
            <p:nvPr/>
          </p:nvSpPr>
          <p:spPr>
            <a:xfrm>
              <a:off x="-53986650" y="3342275"/>
              <a:ext cx="241025" cy="55150"/>
            </a:xfrm>
            <a:custGeom>
              <a:avLst/>
              <a:gdLst/>
              <a:ahLst/>
              <a:cxnLst/>
              <a:rect l="l" t="t" r="r" b="b"/>
              <a:pathLst>
                <a:path w="9641" h="2206" extrusionOk="0">
                  <a:moveTo>
                    <a:pt x="1" y="0"/>
                  </a:moveTo>
                  <a:lnTo>
                    <a:pt x="1" y="1859"/>
                  </a:lnTo>
                  <a:lnTo>
                    <a:pt x="1" y="2206"/>
                  </a:lnTo>
                  <a:lnTo>
                    <a:pt x="2458" y="2206"/>
                  </a:lnTo>
                  <a:cubicBezTo>
                    <a:pt x="3198" y="1749"/>
                    <a:pt x="4017" y="1520"/>
                    <a:pt x="4829" y="1520"/>
                  </a:cubicBezTo>
                  <a:cubicBezTo>
                    <a:pt x="5640" y="1520"/>
                    <a:pt x="6443" y="1749"/>
                    <a:pt x="7152" y="2206"/>
                  </a:cubicBezTo>
                  <a:lnTo>
                    <a:pt x="9641" y="2206"/>
                  </a:lnTo>
                  <a:lnTo>
                    <a:pt x="9641" y="1859"/>
                  </a:lnTo>
                  <a:lnTo>
                    <a:pt x="9641" y="0"/>
                  </a:lnTo>
                  <a:lnTo>
                    <a:pt x="8853" y="0"/>
                  </a:lnTo>
                  <a:cubicBezTo>
                    <a:pt x="8696" y="882"/>
                    <a:pt x="7940" y="1512"/>
                    <a:pt x="7026" y="1512"/>
                  </a:cubicBezTo>
                  <a:cubicBezTo>
                    <a:pt x="6144" y="1512"/>
                    <a:pt x="5388" y="882"/>
                    <a:pt x="5230" y="0"/>
                  </a:cubicBezTo>
                  <a:lnTo>
                    <a:pt x="4411" y="0"/>
                  </a:lnTo>
                  <a:cubicBezTo>
                    <a:pt x="4254" y="882"/>
                    <a:pt x="3466" y="1512"/>
                    <a:pt x="2584" y="1512"/>
                  </a:cubicBezTo>
                  <a:cubicBezTo>
                    <a:pt x="1670" y="1512"/>
                    <a:pt x="946" y="882"/>
                    <a:pt x="78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14892;p136">
              <a:extLst>
                <a:ext uri="{FF2B5EF4-FFF2-40B4-BE49-F238E27FC236}">
                  <a16:creationId xmlns:a16="http://schemas.microsoft.com/office/drawing/2014/main" id="{01D4ACD2-FE2A-5B1C-BA1E-03E19B59040C}"/>
                </a:ext>
              </a:extLst>
            </p:cNvPr>
            <p:cNvSpPr/>
            <p:nvPr/>
          </p:nvSpPr>
          <p:spPr>
            <a:xfrm>
              <a:off x="-53989000" y="3199700"/>
              <a:ext cx="241800" cy="123700"/>
            </a:xfrm>
            <a:custGeom>
              <a:avLst/>
              <a:gdLst/>
              <a:ahLst/>
              <a:cxnLst/>
              <a:rect l="l" t="t" r="r" b="b"/>
              <a:pathLst>
                <a:path w="9672" h="4948" extrusionOk="0">
                  <a:moveTo>
                    <a:pt x="3245" y="1"/>
                  </a:moveTo>
                  <a:cubicBezTo>
                    <a:pt x="1355" y="662"/>
                    <a:pt x="0" y="2490"/>
                    <a:pt x="0" y="4601"/>
                  </a:cubicBezTo>
                  <a:lnTo>
                    <a:pt x="0" y="4947"/>
                  </a:lnTo>
                  <a:lnTo>
                    <a:pt x="788" y="4947"/>
                  </a:lnTo>
                  <a:cubicBezTo>
                    <a:pt x="945" y="4096"/>
                    <a:pt x="1701" y="3466"/>
                    <a:pt x="2615" y="3466"/>
                  </a:cubicBezTo>
                  <a:cubicBezTo>
                    <a:pt x="3529" y="3466"/>
                    <a:pt x="4253" y="4096"/>
                    <a:pt x="4411" y="4947"/>
                  </a:cubicBezTo>
                  <a:lnTo>
                    <a:pt x="5261" y="4947"/>
                  </a:lnTo>
                  <a:cubicBezTo>
                    <a:pt x="5419" y="4096"/>
                    <a:pt x="6207" y="3466"/>
                    <a:pt x="7057" y="3466"/>
                  </a:cubicBezTo>
                  <a:cubicBezTo>
                    <a:pt x="7971" y="3466"/>
                    <a:pt x="8727" y="4096"/>
                    <a:pt x="8884" y="4947"/>
                  </a:cubicBezTo>
                  <a:lnTo>
                    <a:pt x="9672" y="4947"/>
                  </a:lnTo>
                  <a:lnTo>
                    <a:pt x="9672" y="4601"/>
                  </a:lnTo>
                  <a:cubicBezTo>
                    <a:pt x="9672" y="3939"/>
                    <a:pt x="9546" y="3309"/>
                    <a:pt x="9262" y="2710"/>
                  </a:cubicBezTo>
                  <a:lnTo>
                    <a:pt x="7089" y="2710"/>
                  </a:lnTo>
                  <a:cubicBezTo>
                    <a:pt x="5986" y="2710"/>
                    <a:pt x="4978" y="2301"/>
                    <a:pt x="4190" y="1513"/>
                  </a:cubicBezTo>
                  <a:cubicBezTo>
                    <a:pt x="3749" y="1072"/>
                    <a:pt x="3434" y="568"/>
                    <a:pt x="324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14893;p136">
              <a:extLst>
                <a:ext uri="{FF2B5EF4-FFF2-40B4-BE49-F238E27FC236}">
                  <a16:creationId xmlns:a16="http://schemas.microsoft.com/office/drawing/2014/main" id="{0C5BB511-6C71-CA3A-6DE4-A301D1036048}"/>
                </a:ext>
              </a:extLst>
            </p:cNvPr>
            <p:cNvSpPr/>
            <p:nvPr/>
          </p:nvSpPr>
          <p:spPr>
            <a:xfrm>
              <a:off x="-53728300" y="3310775"/>
              <a:ext cx="18925" cy="64600"/>
            </a:xfrm>
            <a:custGeom>
              <a:avLst/>
              <a:gdLst/>
              <a:ahLst/>
              <a:cxnLst/>
              <a:rect l="l" t="t" r="r" b="b"/>
              <a:pathLst>
                <a:path w="757" h="2584" extrusionOk="0">
                  <a:moveTo>
                    <a:pt x="0" y="0"/>
                  </a:moveTo>
                  <a:lnTo>
                    <a:pt x="0" y="158"/>
                  </a:lnTo>
                  <a:lnTo>
                    <a:pt x="0" y="2583"/>
                  </a:lnTo>
                  <a:cubicBezTo>
                    <a:pt x="441" y="2300"/>
                    <a:pt x="756" y="1827"/>
                    <a:pt x="756" y="1260"/>
                  </a:cubicBezTo>
                  <a:cubicBezTo>
                    <a:pt x="756" y="756"/>
                    <a:pt x="473" y="252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8" name="Google Shape;14894;p136">
            <a:extLst>
              <a:ext uri="{FF2B5EF4-FFF2-40B4-BE49-F238E27FC236}">
                <a16:creationId xmlns:a16="http://schemas.microsoft.com/office/drawing/2014/main" id="{B7726095-4027-CE4F-D54E-6E17824E45DD}"/>
              </a:ext>
            </a:extLst>
          </p:cNvPr>
          <p:cNvGrpSpPr/>
          <p:nvPr/>
        </p:nvGrpSpPr>
        <p:grpSpPr>
          <a:xfrm>
            <a:off x="8437693" y="4377388"/>
            <a:ext cx="317036" cy="358780"/>
            <a:chOff x="-54007925" y="3584850"/>
            <a:chExt cx="281200" cy="318225"/>
          </a:xfrm>
          <a:solidFill>
            <a:schemeClr val="accent1">
              <a:lumMod val="75000"/>
            </a:schemeClr>
          </a:solidFill>
        </p:grpSpPr>
        <p:sp>
          <p:nvSpPr>
            <p:cNvPr id="569" name="Google Shape;14895;p136">
              <a:extLst>
                <a:ext uri="{FF2B5EF4-FFF2-40B4-BE49-F238E27FC236}">
                  <a16:creationId xmlns:a16="http://schemas.microsoft.com/office/drawing/2014/main" id="{3460706F-C825-5D53-DFA6-829EF057A1C8}"/>
                </a:ext>
              </a:extLst>
            </p:cNvPr>
            <p:cNvSpPr/>
            <p:nvPr/>
          </p:nvSpPr>
          <p:spPr>
            <a:xfrm>
              <a:off x="-53943325" y="3716375"/>
              <a:ext cx="151250" cy="18950"/>
            </a:xfrm>
            <a:custGeom>
              <a:avLst/>
              <a:gdLst/>
              <a:ahLst/>
              <a:cxnLst/>
              <a:rect l="l" t="t" r="r" b="b"/>
              <a:pathLst>
                <a:path w="6050" h="758" extrusionOk="0">
                  <a:moveTo>
                    <a:pt x="0" y="1"/>
                  </a:moveTo>
                  <a:cubicBezTo>
                    <a:pt x="441" y="474"/>
                    <a:pt x="1040" y="757"/>
                    <a:pt x="1702" y="757"/>
                  </a:cubicBezTo>
                  <a:lnTo>
                    <a:pt x="4348" y="757"/>
                  </a:lnTo>
                  <a:cubicBezTo>
                    <a:pt x="5041" y="757"/>
                    <a:pt x="5608" y="474"/>
                    <a:pt x="60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14896;p136">
              <a:extLst>
                <a:ext uri="{FF2B5EF4-FFF2-40B4-BE49-F238E27FC236}">
                  <a16:creationId xmlns:a16="http://schemas.microsoft.com/office/drawing/2014/main" id="{00082861-F72F-AA22-2E30-3B6EF8AD429B}"/>
                </a:ext>
              </a:extLst>
            </p:cNvPr>
            <p:cNvSpPr/>
            <p:nvPr/>
          </p:nvSpPr>
          <p:spPr>
            <a:xfrm>
              <a:off x="-53970100" y="3679375"/>
              <a:ext cx="205575" cy="18125"/>
            </a:xfrm>
            <a:custGeom>
              <a:avLst/>
              <a:gdLst/>
              <a:ahLst/>
              <a:cxnLst/>
              <a:rect l="l" t="t" r="r" b="b"/>
              <a:pathLst>
                <a:path w="8223" h="725" extrusionOk="0">
                  <a:moveTo>
                    <a:pt x="0" y="0"/>
                  </a:moveTo>
                  <a:lnTo>
                    <a:pt x="0" y="725"/>
                  </a:lnTo>
                  <a:lnTo>
                    <a:pt x="8223" y="725"/>
                  </a:lnTo>
                  <a:lnTo>
                    <a:pt x="82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14897;p136">
              <a:extLst>
                <a:ext uri="{FF2B5EF4-FFF2-40B4-BE49-F238E27FC236}">
                  <a16:creationId xmlns:a16="http://schemas.microsoft.com/office/drawing/2014/main" id="{1AA5853E-53D3-EA06-C52A-265D9BD8EFEE}"/>
                </a:ext>
              </a:extLst>
            </p:cNvPr>
            <p:cNvSpPr/>
            <p:nvPr/>
          </p:nvSpPr>
          <p:spPr>
            <a:xfrm>
              <a:off x="-53970100" y="3715600"/>
              <a:ext cx="204800" cy="187475"/>
            </a:xfrm>
            <a:custGeom>
              <a:avLst/>
              <a:gdLst/>
              <a:ahLst/>
              <a:cxnLst/>
              <a:rect l="l" t="t" r="r" b="b"/>
              <a:pathLst>
                <a:path w="8192" h="7499" extrusionOk="0">
                  <a:moveTo>
                    <a:pt x="2584" y="2300"/>
                  </a:moveTo>
                  <a:cubicBezTo>
                    <a:pt x="2804" y="2300"/>
                    <a:pt x="2962" y="2426"/>
                    <a:pt x="2962" y="2647"/>
                  </a:cubicBezTo>
                  <a:cubicBezTo>
                    <a:pt x="2962" y="2836"/>
                    <a:pt x="2804" y="2993"/>
                    <a:pt x="2584" y="2993"/>
                  </a:cubicBezTo>
                  <a:cubicBezTo>
                    <a:pt x="2395" y="2993"/>
                    <a:pt x="2237" y="2836"/>
                    <a:pt x="2237" y="2647"/>
                  </a:cubicBezTo>
                  <a:cubicBezTo>
                    <a:pt x="2237" y="2426"/>
                    <a:pt x="2395" y="2300"/>
                    <a:pt x="2584" y="2300"/>
                  </a:cubicBezTo>
                  <a:close/>
                  <a:moveTo>
                    <a:pt x="5577" y="2300"/>
                  </a:moveTo>
                  <a:cubicBezTo>
                    <a:pt x="5797" y="2300"/>
                    <a:pt x="5955" y="2458"/>
                    <a:pt x="5955" y="2647"/>
                  </a:cubicBezTo>
                  <a:cubicBezTo>
                    <a:pt x="5955" y="2836"/>
                    <a:pt x="5797" y="2993"/>
                    <a:pt x="5577" y="2993"/>
                  </a:cubicBezTo>
                  <a:cubicBezTo>
                    <a:pt x="5388" y="2993"/>
                    <a:pt x="5230" y="2836"/>
                    <a:pt x="5230" y="2647"/>
                  </a:cubicBezTo>
                  <a:cubicBezTo>
                    <a:pt x="5230" y="2458"/>
                    <a:pt x="5388" y="2300"/>
                    <a:pt x="5577" y="2300"/>
                  </a:cubicBezTo>
                  <a:close/>
                  <a:moveTo>
                    <a:pt x="5191" y="4072"/>
                  </a:moveTo>
                  <a:cubicBezTo>
                    <a:pt x="5285" y="4072"/>
                    <a:pt x="5372" y="4112"/>
                    <a:pt x="5419" y="4191"/>
                  </a:cubicBezTo>
                  <a:cubicBezTo>
                    <a:pt x="5577" y="4348"/>
                    <a:pt x="5577" y="4569"/>
                    <a:pt x="5419" y="4695"/>
                  </a:cubicBezTo>
                  <a:cubicBezTo>
                    <a:pt x="5072" y="5041"/>
                    <a:pt x="4600" y="5230"/>
                    <a:pt x="4127" y="5230"/>
                  </a:cubicBezTo>
                  <a:cubicBezTo>
                    <a:pt x="3655" y="5230"/>
                    <a:pt x="3151" y="5041"/>
                    <a:pt x="2836" y="4695"/>
                  </a:cubicBezTo>
                  <a:cubicBezTo>
                    <a:pt x="2678" y="4537"/>
                    <a:pt x="2678" y="4285"/>
                    <a:pt x="2836" y="4191"/>
                  </a:cubicBezTo>
                  <a:cubicBezTo>
                    <a:pt x="2914" y="4112"/>
                    <a:pt x="3009" y="4072"/>
                    <a:pt x="3099" y="4072"/>
                  </a:cubicBezTo>
                  <a:cubicBezTo>
                    <a:pt x="3190" y="4072"/>
                    <a:pt x="3277" y="4112"/>
                    <a:pt x="3340" y="4191"/>
                  </a:cubicBezTo>
                  <a:cubicBezTo>
                    <a:pt x="3560" y="4395"/>
                    <a:pt x="3844" y="4498"/>
                    <a:pt x="4127" y="4498"/>
                  </a:cubicBezTo>
                  <a:cubicBezTo>
                    <a:pt x="4411" y="4498"/>
                    <a:pt x="4694" y="4395"/>
                    <a:pt x="4915" y="4191"/>
                  </a:cubicBezTo>
                  <a:cubicBezTo>
                    <a:pt x="4994" y="4112"/>
                    <a:pt x="5096" y="4072"/>
                    <a:pt x="5191" y="4072"/>
                  </a:cubicBezTo>
                  <a:close/>
                  <a:moveTo>
                    <a:pt x="0" y="0"/>
                  </a:moveTo>
                  <a:lnTo>
                    <a:pt x="0" y="3340"/>
                  </a:lnTo>
                  <a:cubicBezTo>
                    <a:pt x="0" y="5577"/>
                    <a:pt x="1859" y="7499"/>
                    <a:pt x="4096" y="7499"/>
                  </a:cubicBezTo>
                  <a:cubicBezTo>
                    <a:pt x="6333" y="7499"/>
                    <a:pt x="8191" y="5640"/>
                    <a:pt x="8191" y="3340"/>
                  </a:cubicBezTo>
                  <a:lnTo>
                    <a:pt x="8191" y="0"/>
                  </a:lnTo>
                  <a:lnTo>
                    <a:pt x="8034" y="0"/>
                  </a:lnTo>
                  <a:cubicBezTo>
                    <a:pt x="7467" y="946"/>
                    <a:pt x="6490" y="1513"/>
                    <a:pt x="5419" y="1513"/>
                  </a:cubicBezTo>
                  <a:lnTo>
                    <a:pt x="2804" y="1513"/>
                  </a:lnTo>
                  <a:cubicBezTo>
                    <a:pt x="1701" y="1513"/>
                    <a:pt x="693" y="946"/>
                    <a:pt x="15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14898;p136">
              <a:extLst>
                <a:ext uri="{FF2B5EF4-FFF2-40B4-BE49-F238E27FC236}">
                  <a16:creationId xmlns:a16="http://schemas.microsoft.com/office/drawing/2014/main" id="{DFE012D0-4846-957A-B30A-CAC22A8F91AE}"/>
                </a:ext>
              </a:extLst>
            </p:cNvPr>
            <p:cNvSpPr/>
            <p:nvPr/>
          </p:nvSpPr>
          <p:spPr>
            <a:xfrm>
              <a:off x="-54007125" y="3584850"/>
              <a:ext cx="278825" cy="74850"/>
            </a:xfrm>
            <a:custGeom>
              <a:avLst/>
              <a:gdLst/>
              <a:ahLst/>
              <a:cxnLst/>
              <a:rect l="l" t="t" r="r" b="b"/>
              <a:pathLst>
                <a:path w="11153" h="2994" extrusionOk="0">
                  <a:moveTo>
                    <a:pt x="5577" y="1"/>
                  </a:moveTo>
                  <a:cubicBezTo>
                    <a:pt x="2867" y="1"/>
                    <a:pt x="0" y="788"/>
                    <a:pt x="0" y="2238"/>
                  </a:cubicBezTo>
                  <a:cubicBezTo>
                    <a:pt x="0" y="2647"/>
                    <a:pt x="315" y="2994"/>
                    <a:pt x="725" y="2994"/>
                  </a:cubicBezTo>
                  <a:lnTo>
                    <a:pt x="10429" y="2994"/>
                  </a:lnTo>
                  <a:cubicBezTo>
                    <a:pt x="10838" y="2994"/>
                    <a:pt x="11153" y="2679"/>
                    <a:pt x="11153" y="2238"/>
                  </a:cubicBezTo>
                  <a:cubicBezTo>
                    <a:pt x="11153" y="788"/>
                    <a:pt x="8286" y="1"/>
                    <a:pt x="557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14899;p136">
              <a:extLst>
                <a:ext uri="{FF2B5EF4-FFF2-40B4-BE49-F238E27FC236}">
                  <a16:creationId xmlns:a16="http://schemas.microsoft.com/office/drawing/2014/main" id="{9D3B1521-879F-BEE8-A38B-D2F3FCADC219}"/>
                </a:ext>
              </a:extLst>
            </p:cNvPr>
            <p:cNvSpPr/>
            <p:nvPr/>
          </p:nvSpPr>
          <p:spPr>
            <a:xfrm>
              <a:off x="-54007925" y="3740025"/>
              <a:ext cx="18925" cy="64600"/>
            </a:xfrm>
            <a:custGeom>
              <a:avLst/>
              <a:gdLst/>
              <a:ahLst/>
              <a:cxnLst/>
              <a:rect l="l" t="t" r="r" b="b"/>
              <a:pathLst>
                <a:path w="757" h="2584" extrusionOk="0">
                  <a:moveTo>
                    <a:pt x="757" y="0"/>
                  </a:moveTo>
                  <a:cubicBezTo>
                    <a:pt x="316" y="252"/>
                    <a:pt x="1" y="725"/>
                    <a:pt x="1" y="1260"/>
                  </a:cubicBezTo>
                  <a:cubicBezTo>
                    <a:pt x="1" y="1827"/>
                    <a:pt x="316" y="2300"/>
                    <a:pt x="757" y="2584"/>
                  </a:cubicBezTo>
                  <a:lnTo>
                    <a:pt x="75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14900;p136">
              <a:extLst>
                <a:ext uri="{FF2B5EF4-FFF2-40B4-BE49-F238E27FC236}">
                  <a16:creationId xmlns:a16="http://schemas.microsoft.com/office/drawing/2014/main" id="{8011DF51-3D4B-F759-A2B2-1E7E7442B5BF}"/>
                </a:ext>
              </a:extLst>
            </p:cNvPr>
            <p:cNvSpPr/>
            <p:nvPr/>
          </p:nvSpPr>
          <p:spPr>
            <a:xfrm>
              <a:off x="-53745625" y="3740025"/>
              <a:ext cx="18900" cy="64600"/>
            </a:xfrm>
            <a:custGeom>
              <a:avLst/>
              <a:gdLst/>
              <a:ahLst/>
              <a:cxnLst/>
              <a:rect l="l" t="t" r="r" b="b"/>
              <a:pathLst>
                <a:path w="756" h="2584" extrusionOk="0">
                  <a:moveTo>
                    <a:pt x="0" y="0"/>
                  </a:moveTo>
                  <a:lnTo>
                    <a:pt x="0" y="2584"/>
                  </a:lnTo>
                  <a:cubicBezTo>
                    <a:pt x="441" y="2300"/>
                    <a:pt x="756" y="1827"/>
                    <a:pt x="756" y="1260"/>
                  </a:cubicBezTo>
                  <a:cubicBezTo>
                    <a:pt x="693" y="725"/>
                    <a:pt x="441" y="252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5" name="Google Shape;14901;p136">
            <a:extLst>
              <a:ext uri="{FF2B5EF4-FFF2-40B4-BE49-F238E27FC236}">
                <a16:creationId xmlns:a16="http://schemas.microsoft.com/office/drawing/2014/main" id="{6BBD3772-FA29-3E3D-AECC-6CE6F326A052}"/>
              </a:ext>
            </a:extLst>
          </p:cNvPr>
          <p:cNvGrpSpPr/>
          <p:nvPr/>
        </p:nvGrpSpPr>
        <p:grpSpPr>
          <a:xfrm>
            <a:off x="8437693" y="4840152"/>
            <a:ext cx="317036" cy="359597"/>
            <a:chOff x="-54007925" y="3975575"/>
            <a:chExt cx="281200" cy="318950"/>
          </a:xfrm>
          <a:solidFill>
            <a:schemeClr val="accent1">
              <a:lumMod val="75000"/>
            </a:schemeClr>
          </a:solidFill>
        </p:grpSpPr>
        <p:sp>
          <p:nvSpPr>
            <p:cNvPr id="576" name="Google Shape;14902;p136">
              <a:extLst>
                <a:ext uri="{FF2B5EF4-FFF2-40B4-BE49-F238E27FC236}">
                  <a16:creationId xmlns:a16="http://schemas.microsoft.com/office/drawing/2014/main" id="{B84B3A38-FF40-6B14-4C18-CA4D2E233A87}"/>
                </a:ext>
              </a:extLst>
            </p:cNvPr>
            <p:cNvSpPr/>
            <p:nvPr/>
          </p:nvSpPr>
          <p:spPr>
            <a:xfrm>
              <a:off x="-53988225" y="3975575"/>
              <a:ext cx="244175" cy="142825"/>
            </a:xfrm>
            <a:custGeom>
              <a:avLst/>
              <a:gdLst/>
              <a:ahLst/>
              <a:cxnLst/>
              <a:rect l="l" t="t" r="r" b="b"/>
              <a:pathLst>
                <a:path w="9767" h="5713" extrusionOk="0">
                  <a:moveTo>
                    <a:pt x="5161" y="1329"/>
                  </a:moveTo>
                  <a:cubicBezTo>
                    <a:pt x="5247" y="1329"/>
                    <a:pt x="5333" y="1337"/>
                    <a:pt x="5419" y="1353"/>
                  </a:cubicBezTo>
                  <a:cubicBezTo>
                    <a:pt x="5577" y="1384"/>
                    <a:pt x="5671" y="1416"/>
                    <a:pt x="5797" y="1479"/>
                  </a:cubicBezTo>
                  <a:cubicBezTo>
                    <a:pt x="6617" y="1857"/>
                    <a:pt x="7026" y="2960"/>
                    <a:pt x="6837" y="4220"/>
                  </a:cubicBezTo>
                  <a:cubicBezTo>
                    <a:pt x="6774" y="4409"/>
                    <a:pt x="6617" y="4535"/>
                    <a:pt x="6459" y="4535"/>
                  </a:cubicBezTo>
                  <a:lnTo>
                    <a:pt x="6396" y="4535"/>
                  </a:lnTo>
                  <a:cubicBezTo>
                    <a:pt x="6207" y="4503"/>
                    <a:pt x="6049" y="4283"/>
                    <a:pt x="6081" y="4094"/>
                  </a:cubicBezTo>
                  <a:cubicBezTo>
                    <a:pt x="6239" y="3117"/>
                    <a:pt x="5892" y="2172"/>
                    <a:pt x="5293" y="2046"/>
                  </a:cubicBezTo>
                  <a:cubicBezTo>
                    <a:pt x="5250" y="2037"/>
                    <a:pt x="5205" y="2032"/>
                    <a:pt x="5161" y="2032"/>
                  </a:cubicBezTo>
                  <a:cubicBezTo>
                    <a:pt x="4601" y="2032"/>
                    <a:pt x="4022" y="2752"/>
                    <a:pt x="3876" y="3716"/>
                  </a:cubicBezTo>
                  <a:cubicBezTo>
                    <a:pt x="3847" y="3888"/>
                    <a:pt x="3660" y="4035"/>
                    <a:pt x="3484" y="4035"/>
                  </a:cubicBezTo>
                  <a:cubicBezTo>
                    <a:pt x="3468" y="4035"/>
                    <a:pt x="3451" y="4033"/>
                    <a:pt x="3435" y="4031"/>
                  </a:cubicBezTo>
                  <a:cubicBezTo>
                    <a:pt x="3246" y="3968"/>
                    <a:pt x="3088" y="3779"/>
                    <a:pt x="3120" y="3590"/>
                  </a:cubicBezTo>
                  <a:cubicBezTo>
                    <a:pt x="3351" y="2261"/>
                    <a:pt x="4217" y="1329"/>
                    <a:pt x="5161" y="1329"/>
                  </a:cubicBezTo>
                  <a:close/>
                  <a:moveTo>
                    <a:pt x="6821" y="1"/>
                  </a:moveTo>
                  <a:cubicBezTo>
                    <a:pt x="6045" y="1"/>
                    <a:pt x="5381" y="480"/>
                    <a:pt x="5104" y="1227"/>
                  </a:cubicBezTo>
                  <a:lnTo>
                    <a:pt x="3939" y="1038"/>
                  </a:lnTo>
                  <a:cubicBezTo>
                    <a:pt x="3734" y="998"/>
                    <a:pt x="3530" y="979"/>
                    <a:pt x="3328" y="979"/>
                  </a:cubicBezTo>
                  <a:cubicBezTo>
                    <a:pt x="1759" y="979"/>
                    <a:pt x="343" y="2128"/>
                    <a:pt x="64" y="3747"/>
                  </a:cubicBezTo>
                  <a:cubicBezTo>
                    <a:pt x="1" y="3936"/>
                    <a:pt x="158" y="4125"/>
                    <a:pt x="379" y="4188"/>
                  </a:cubicBezTo>
                  <a:lnTo>
                    <a:pt x="9200" y="5700"/>
                  </a:lnTo>
                  <a:cubicBezTo>
                    <a:pt x="9225" y="5709"/>
                    <a:pt x="9251" y="5713"/>
                    <a:pt x="9276" y="5713"/>
                  </a:cubicBezTo>
                  <a:cubicBezTo>
                    <a:pt x="9437" y="5713"/>
                    <a:pt x="9582" y="5549"/>
                    <a:pt x="9610" y="5385"/>
                  </a:cubicBezTo>
                  <a:cubicBezTo>
                    <a:pt x="9767" y="4535"/>
                    <a:pt x="9578" y="3621"/>
                    <a:pt x="9074" y="2865"/>
                  </a:cubicBezTo>
                  <a:cubicBezTo>
                    <a:pt x="8570" y="2203"/>
                    <a:pt x="7782" y="1731"/>
                    <a:pt x="6900" y="1573"/>
                  </a:cubicBezTo>
                  <a:lnTo>
                    <a:pt x="5892" y="1384"/>
                  </a:lnTo>
                  <a:cubicBezTo>
                    <a:pt x="6090" y="1017"/>
                    <a:pt x="6465" y="776"/>
                    <a:pt x="6882" y="776"/>
                  </a:cubicBezTo>
                  <a:cubicBezTo>
                    <a:pt x="6929" y="776"/>
                    <a:pt x="6978" y="779"/>
                    <a:pt x="7026" y="786"/>
                  </a:cubicBezTo>
                  <a:cubicBezTo>
                    <a:pt x="7042" y="788"/>
                    <a:pt x="7059" y="790"/>
                    <a:pt x="7075" y="790"/>
                  </a:cubicBezTo>
                  <a:cubicBezTo>
                    <a:pt x="7247" y="790"/>
                    <a:pt x="7410" y="643"/>
                    <a:pt x="7467" y="471"/>
                  </a:cubicBezTo>
                  <a:cubicBezTo>
                    <a:pt x="7499" y="282"/>
                    <a:pt x="7341" y="93"/>
                    <a:pt x="7152" y="30"/>
                  </a:cubicBezTo>
                  <a:cubicBezTo>
                    <a:pt x="7040" y="10"/>
                    <a:pt x="6930" y="1"/>
                    <a:pt x="68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14903;p136">
              <a:extLst>
                <a:ext uri="{FF2B5EF4-FFF2-40B4-BE49-F238E27FC236}">
                  <a16:creationId xmlns:a16="http://schemas.microsoft.com/office/drawing/2014/main" id="{9A6D18BB-FAFC-4097-FB97-A95C55529556}"/>
                </a:ext>
              </a:extLst>
            </p:cNvPr>
            <p:cNvSpPr/>
            <p:nvPr/>
          </p:nvSpPr>
          <p:spPr>
            <a:xfrm>
              <a:off x="-53970100" y="4100750"/>
              <a:ext cx="204800" cy="193775"/>
            </a:xfrm>
            <a:custGeom>
              <a:avLst/>
              <a:gdLst/>
              <a:ahLst/>
              <a:cxnLst/>
              <a:rect l="l" t="t" r="r" b="b"/>
              <a:pathLst>
                <a:path w="8192" h="7751" extrusionOk="0">
                  <a:moveTo>
                    <a:pt x="2584" y="1796"/>
                  </a:moveTo>
                  <a:cubicBezTo>
                    <a:pt x="2804" y="1796"/>
                    <a:pt x="2962" y="1954"/>
                    <a:pt x="2962" y="2143"/>
                  </a:cubicBezTo>
                  <a:cubicBezTo>
                    <a:pt x="2962" y="2363"/>
                    <a:pt x="2804" y="2521"/>
                    <a:pt x="2584" y="2521"/>
                  </a:cubicBezTo>
                  <a:cubicBezTo>
                    <a:pt x="2395" y="2521"/>
                    <a:pt x="2237" y="2363"/>
                    <a:pt x="2237" y="2143"/>
                  </a:cubicBezTo>
                  <a:cubicBezTo>
                    <a:pt x="2237" y="1954"/>
                    <a:pt x="2395" y="1796"/>
                    <a:pt x="2584" y="1796"/>
                  </a:cubicBezTo>
                  <a:close/>
                  <a:moveTo>
                    <a:pt x="5577" y="1796"/>
                  </a:moveTo>
                  <a:cubicBezTo>
                    <a:pt x="5797" y="1796"/>
                    <a:pt x="5955" y="1954"/>
                    <a:pt x="5955" y="2143"/>
                  </a:cubicBezTo>
                  <a:cubicBezTo>
                    <a:pt x="5955" y="2363"/>
                    <a:pt x="5797" y="2521"/>
                    <a:pt x="5577" y="2521"/>
                  </a:cubicBezTo>
                  <a:cubicBezTo>
                    <a:pt x="5388" y="2521"/>
                    <a:pt x="5230" y="2363"/>
                    <a:pt x="5230" y="2143"/>
                  </a:cubicBezTo>
                  <a:cubicBezTo>
                    <a:pt x="5230" y="1954"/>
                    <a:pt x="5388" y="1796"/>
                    <a:pt x="5577" y="1796"/>
                  </a:cubicBezTo>
                  <a:close/>
                  <a:moveTo>
                    <a:pt x="5147" y="4324"/>
                  </a:moveTo>
                  <a:cubicBezTo>
                    <a:pt x="5238" y="4324"/>
                    <a:pt x="5324" y="4364"/>
                    <a:pt x="5388" y="4443"/>
                  </a:cubicBezTo>
                  <a:cubicBezTo>
                    <a:pt x="5545" y="4600"/>
                    <a:pt x="5545" y="4852"/>
                    <a:pt x="5388" y="4947"/>
                  </a:cubicBezTo>
                  <a:cubicBezTo>
                    <a:pt x="5041" y="5325"/>
                    <a:pt x="4568" y="5514"/>
                    <a:pt x="4096" y="5514"/>
                  </a:cubicBezTo>
                  <a:cubicBezTo>
                    <a:pt x="3623" y="5514"/>
                    <a:pt x="3119" y="5325"/>
                    <a:pt x="2804" y="4947"/>
                  </a:cubicBezTo>
                  <a:cubicBezTo>
                    <a:pt x="2647" y="4789"/>
                    <a:pt x="2647" y="4569"/>
                    <a:pt x="2804" y="4443"/>
                  </a:cubicBezTo>
                  <a:cubicBezTo>
                    <a:pt x="2883" y="4380"/>
                    <a:pt x="2977" y="4348"/>
                    <a:pt x="3068" y="4348"/>
                  </a:cubicBezTo>
                  <a:cubicBezTo>
                    <a:pt x="3159" y="4348"/>
                    <a:pt x="3245" y="4380"/>
                    <a:pt x="3308" y="4443"/>
                  </a:cubicBezTo>
                  <a:cubicBezTo>
                    <a:pt x="3529" y="4663"/>
                    <a:pt x="3812" y="4773"/>
                    <a:pt x="4096" y="4773"/>
                  </a:cubicBezTo>
                  <a:cubicBezTo>
                    <a:pt x="4379" y="4773"/>
                    <a:pt x="4663" y="4663"/>
                    <a:pt x="4883" y="4443"/>
                  </a:cubicBezTo>
                  <a:cubicBezTo>
                    <a:pt x="4962" y="4364"/>
                    <a:pt x="5057" y="4324"/>
                    <a:pt x="5147" y="4324"/>
                  </a:cubicBezTo>
                  <a:close/>
                  <a:moveTo>
                    <a:pt x="0" y="0"/>
                  </a:moveTo>
                  <a:lnTo>
                    <a:pt x="0" y="3655"/>
                  </a:lnTo>
                  <a:cubicBezTo>
                    <a:pt x="0" y="5892"/>
                    <a:pt x="1859" y="7751"/>
                    <a:pt x="4096" y="7751"/>
                  </a:cubicBezTo>
                  <a:cubicBezTo>
                    <a:pt x="6333" y="7751"/>
                    <a:pt x="8191" y="5892"/>
                    <a:pt x="8191" y="3655"/>
                  </a:cubicBezTo>
                  <a:lnTo>
                    <a:pt x="8191" y="145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14904;p136">
              <a:extLst>
                <a:ext uri="{FF2B5EF4-FFF2-40B4-BE49-F238E27FC236}">
                  <a16:creationId xmlns:a16="http://schemas.microsoft.com/office/drawing/2014/main" id="{0CBAB50B-FAAF-0A24-65A0-352CBFE81798}"/>
                </a:ext>
              </a:extLst>
            </p:cNvPr>
            <p:cNvSpPr/>
            <p:nvPr/>
          </p:nvSpPr>
          <p:spPr>
            <a:xfrm>
              <a:off x="-53745625" y="4132250"/>
              <a:ext cx="18900" cy="63825"/>
            </a:xfrm>
            <a:custGeom>
              <a:avLst/>
              <a:gdLst/>
              <a:ahLst/>
              <a:cxnLst/>
              <a:rect l="l" t="t" r="r" b="b"/>
              <a:pathLst>
                <a:path w="756" h="2553" extrusionOk="0">
                  <a:moveTo>
                    <a:pt x="0" y="1"/>
                  </a:moveTo>
                  <a:lnTo>
                    <a:pt x="0" y="2552"/>
                  </a:lnTo>
                  <a:cubicBezTo>
                    <a:pt x="441" y="2269"/>
                    <a:pt x="756" y="1796"/>
                    <a:pt x="756" y="1261"/>
                  </a:cubicBezTo>
                  <a:cubicBezTo>
                    <a:pt x="693" y="694"/>
                    <a:pt x="441" y="221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14905;p136">
              <a:extLst>
                <a:ext uri="{FF2B5EF4-FFF2-40B4-BE49-F238E27FC236}">
                  <a16:creationId xmlns:a16="http://schemas.microsoft.com/office/drawing/2014/main" id="{418ED810-BD5A-12F5-F28A-4190EDB63EBA}"/>
                </a:ext>
              </a:extLst>
            </p:cNvPr>
            <p:cNvSpPr/>
            <p:nvPr/>
          </p:nvSpPr>
          <p:spPr>
            <a:xfrm>
              <a:off x="-54007925" y="4132250"/>
              <a:ext cx="18925" cy="63825"/>
            </a:xfrm>
            <a:custGeom>
              <a:avLst/>
              <a:gdLst/>
              <a:ahLst/>
              <a:cxnLst/>
              <a:rect l="l" t="t" r="r" b="b"/>
              <a:pathLst>
                <a:path w="757" h="2553" extrusionOk="0">
                  <a:moveTo>
                    <a:pt x="757" y="1"/>
                  </a:moveTo>
                  <a:cubicBezTo>
                    <a:pt x="316" y="221"/>
                    <a:pt x="1" y="694"/>
                    <a:pt x="1" y="1261"/>
                  </a:cubicBezTo>
                  <a:cubicBezTo>
                    <a:pt x="1" y="1796"/>
                    <a:pt x="316" y="2269"/>
                    <a:pt x="757" y="2552"/>
                  </a:cubicBezTo>
                  <a:lnTo>
                    <a:pt x="75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0" name="Google Shape;14906;p136">
            <a:extLst>
              <a:ext uri="{FF2B5EF4-FFF2-40B4-BE49-F238E27FC236}">
                <a16:creationId xmlns:a16="http://schemas.microsoft.com/office/drawing/2014/main" id="{948A079C-0FCC-0403-C35A-7ADC5170177A}"/>
              </a:ext>
            </a:extLst>
          </p:cNvPr>
          <p:cNvGrpSpPr/>
          <p:nvPr/>
        </p:nvGrpSpPr>
        <p:grpSpPr>
          <a:xfrm>
            <a:off x="10676811" y="3922881"/>
            <a:ext cx="275293" cy="359174"/>
            <a:chOff x="-52005775" y="3208025"/>
            <a:chExt cx="244175" cy="318575"/>
          </a:xfrm>
          <a:solidFill>
            <a:schemeClr val="accent1">
              <a:lumMod val="75000"/>
            </a:schemeClr>
          </a:solidFill>
        </p:grpSpPr>
        <p:sp>
          <p:nvSpPr>
            <p:cNvPr id="581" name="Google Shape;14907;p136">
              <a:extLst>
                <a:ext uri="{FF2B5EF4-FFF2-40B4-BE49-F238E27FC236}">
                  <a16:creationId xmlns:a16="http://schemas.microsoft.com/office/drawing/2014/main" id="{B66666CE-A397-87BA-87BD-3D9E8F0861E6}"/>
                </a:ext>
              </a:extLst>
            </p:cNvPr>
            <p:cNvSpPr/>
            <p:nvPr/>
          </p:nvSpPr>
          <p:spPr>
            <a:xfrm>
              <a:off x="-51800200" y="3469850"/>
              <a:ext cx="38600" cy="56750"/>
            </a:xfrm>
            <a:custGeom>
              <a:avLst/>
              <a:gdLst/>
              <a:ahLst/>
              <a:cxnLst/>
              <a:rect l="l" t="t" r="r" b="b"/>
              <a:pathLst>
                <a:path w="1544" h="2270" extrusionOk="0">
                  <a:moveTo>
                    <a:pt x="756" y="1"/>
                  </a:moveTo>
                  <a:cubicBezTo>
                    <a:pt x="347" y="1"/>
                    <a:pt x="0" y="348"/>
                    <a:pt x="0" y="726"/>
                  </a:cubicBezTo>
                  <a:cubicBezTo>
                    <a:pt x="0" y="852"/>
                    <a:pt x="32" y="915"/>
                    <a:pt x="63" y="1041"/>
                  </a:cubicBezTo>
                  <a:lnTo>
                    <a:pt x="630" y="2175"/>
                  </a:lnTo>
                  <a:cubicBezTo>
                    <a:pt x="662" y="2238"/>
                    <a:pt x="717" y="2269"/>
                    <a:pt x="776" y="2269"/>
                  </a:cubicBezTo>
                  <a:cubicBezTo>
                    <a:pt x="835" y="2269"/>
                    <a:pt x="898" y="2238"/>
                    <a:pt x="945" y="2175"/>
                  </a:cubicBezTo>
                  <a:lnTo>
                    <a:pt x="1449" y="1135"/>
                  </a:lnTo>
                  <a:cubicBezTo>
                    <a:pt x="1513" y="1009"/>
                    <a:pt x="1544" y="883"/>
                    <a:pt x="1544" y="789"/>
                  </a:cubicBezTo>
                  <a:cubicBezTo>
                    <a:pt x="1481" y="348"/>
                    <a:pt x="1166" y="1"/>
                    <a:pt x="75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14908;p136">
              <a:extLst>
                <a:ext uri="{FF2B5EF4-FFF2-40B4-BE49-F238E27FC236}">
                  <a16:creationId xmlns:a16="http://schemas.microsoft.com/office/drawing/2014/main" id="{E59E048C-AACD-3BBD-F2B2-59ACEB1B7F64}"/>
                </a:ext>
              </a:extLst>
            </p:cNvPr>
            <p:cNvSpPr/>
            <p:nvPr/>
          </p:nvSpPr>
          <p:spPr>
            <a:xfrm>
              <a:off x="-52005775" y="3208025"/>
              <a:ext cx="111875" cy="131900"/>
            </a:xfrm>
            <a:custGeom>
              <a:avLst/>
              <a:gdLst/>
              <a:ahLst/>
              <a:cxnLst/>
              <a:rect l="l" t="t" r="r" b="b"/>
              <a:pathLst>
                <a:path w="4475" h="5276" extrusionOk="0">
                  <a:moveTo>
                    <a:pt x="2915" y="1"/>
                  </a:moveTo>
                  <a:cubicBezTo>
                    <a:pt x="2816" y="1"/>
                    <a:pt x="2717" y="5"/>
                    <a:pt x="2615" y="14"/>
                  </a:cubicBezTo>
                  <a:cubicBezTo>
                    <a:pt x="1103" y="235"/>
                    <a:pt x="0" y="1590"/>
                    <a:pt x="0" y="3133"/>
                  </a:cubicBezTo>
                  <a:lnTo>
                    <a:pt x="0" y="4866"/>
                  </a:lnTo>
                  <a:cubicBezTo>
                    <a:pt x="32" y="5055"/>
                    <a:pt x="189" y="5276"/>
                    <a:pt x="379" y="5276"/>
                  </a:cubicBezTo>
                  <a:lnTo>
                    <a:pt x="1135" y="5276"/>
                  </a:lnTo>
                  <a:cubicBezTo>
                    <a:pt x="2993" y="5276"/>
                    <a:pt x="4474" y="3732"/>
                    <a:pt x="4474" y="1873"/>
                  </a:cubicBezTo>
                  <a:lnTo>
                    <a:pt x="4474" y="424"/>
                  </a:lnTo>
                  <a:cubicBezTo>
                    <a:pt x="4017" y="155"/>
                    <a:pt x="3490" y="1"/>
                    <a:pt x="291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14909;p136">
              <a:extLst>
                <a:ext uri="{FF2B5EF4-FFF2-40B4-BE49-F238E27FC236}">
                  <a16:creationId xmlns:a16="http://schemas.microsoft.com/office/drawing/2014/main" id="{7DB8B697-64F4-A43A-D11C-317761BBB3F9}"/>
                </a:ext>
              </a:extLst>
            </p:cNvPr>
            <p:cNvSpPr/>
            <p:nvPr/>
          </p:nvSpPr>
          <p:spPr>
            <a:xfrm>
              <a:off x="-51800200" y="3385575"/>
              <a:ext cx="37025" cy="37850"/>
            </a:xfrm>
            <a:custGeom>
              <a:avLst/>
              <a:gdLst/>
              <a:ahLst/>
              <a:cxnLst/>
              <a:rect l="l" t="t" r="r" b="b"/>
              <a:pathLst>
                <a:path w="1481" h="1514" extrusionOk="0">
                  <a:moveTo>
                    <a:pt x="756" y="1"/>
                  </a:moveTo>
                  <a:cubicBezTo>
                    <a:pt x="347" y="1"/>
                    <a:pt x="0" y="348"/>
                    <a:pt x="0" y="757"/>
                  </a:cubicBezTo>
                  <a:cubicBezTo>
                    <a:pt x="0" y="1167"/>
                    <a:pt x="347" y="1513"/>
                    <a:pt x="756" y="1513"/>
                  </a:cubicBezTo>
                  <a:cubicBezTo>
                    <a:pt x="1166" y="1513"/>
                    <a:pt x="1481" y="1167"/>
                    <a:pt x="1481" y="757"/>
                  </a:cubicBezTo>
                  <a:cubicBezTo>
                    <a:pt x="1481" y="348"/>
                    <a:pt x="1166" y="1"/>
                    <a:pt x="75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14910;p136">
              <a:extLst>
                <a:ext uri="{FF2B5EF4-FFF2-40B4-BE49-F238E27FC236}">
                  <a16:creationId xmlns:a16="http://schemas.microsoft.com/office/drawing/2014/main" id="{108447D4-6A75-0184-7750-6785D1D06559}"/>
                </a:ext>
              </a:extLst>
            </p:cNvPr>
            <p:cNvSpPr/>
            <p:nvPr/>
          </p:nvSpPr>
          <p:spPr>
            <a:xfrm>
              <a:off x="-51800200" y="3348575"/>
              <a:ext cx="37025" cy="37025"/>
            </a:xfrm>
            <a:custGeom>
              <a:avLst/>
              <a:gdLst/>
              <a:ahLst/>
              <a:cxnLst/>
              <a:rect l="l" t="t" r="r" b="b"/>
              <a:pathLst>
                <a:path w="1481" h="1481" extrusionOk="0">
                  <a:moveTo>
                    <a:pt x="756" y="0"/>
                  </a:moveTo>
                  <a:cubicBezTo>
                    <a:pt x="347" y="0"/>
                    <a:pt x="0" y="315"/>
                    <a:pt x="0" y="756"/>
                  </a:cubicBezTo>
                  <a:cubicBezTo>
                    <a:pt x="0" y="1166"/>
                    <a:pt x="347" y="1481"/>
                    <a:pt x="756" y="1481"/>
                  </a:cubicBezTo>
                  <a:cubicBezTo>
                    <a:pt x="1166" y="1481"/>
                    <a:pt x="1481" y="1166"/>
                    <a:pt x="1481" y="756"/>
                  </a:cubicBezTo>
                  <a:cubicBezTo>
                    <a:pt x="1481" y="315"/>
                    <a:pt x="1166" y="0"/>
                    <a:pt x="7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14911;p136">
              <a:extLst>
                <a:ext uri="{FF2B5EF4-FFF2-40B4-BE49-F238E27FC236}">
                  <a16:creationId xmlns:a16="http://schemas.microsoft.com/office/drawing/2014/main" id="{06DF9973-7481-AD11-7729-CA1095EA052A}"/>
                </a:ext>
              </a:extLst>
            </p:cNvPr>
            <p:cNvSpPr/>
            <p:nvPr/>
          </p:nvSpPr>
          <p:spPr>
            <a:xfrm>
              <a:off x="-51800200" y="3423400"/>
              <a:ext cx="37025" cy="37025"/>
            </a:xfrm>
            <a:custGeom>
              <a:avLst/>
              <a:gdLst/>
              <a:ahLst/>
              <a:cxnLst/>
              <a:rect l="l" t="t" r="r" b="b"/>
              <a:pathLst>
                <a:path w="1481" h="1481" extrusionOk="0">
                  <a:moveTo>
                    <a:pt x="756" y="0"/>
                  </a:moveTo>
                  <a:cubicBezTo>
                    <a:pt x="347" y="0"/>
                    <a:pt x="0" y="315"/>
                    <a:pt x="0" y="725"/>
                  </a:cubicBezTo>
                  <a:cubicBezTo>
                    <a:pt x="0" y="1166"/>
                    <a:pt x="347" y="1481"/>
                    <a:pt x="756" y="1481"/>
                  </a:cubicBezTo>
                  <a:cubicBezTo>
                    <a:pt x="1166" y="1481"/>
                    <a:pt x="1481" y="1166"/>
                    <a:pt x="1481" y="725"/>
                  </a:cubicBezTo>
                  <a:cubicBezTo>
                    <a:pt x="1481" y="315"/>
                    <a:pt x="1166" y="0"/>
                    <a:pt x="7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14912;p136">
              <a:extLst>
                <a:ext uri="{FF2B5EF4-FFF2-40B4-BE49-F238E27FC236}">
                  <a16:creationId xmlns:a16="http://schemas.microsoft.com/office/drawing/2014/main" id="{AE44D616-61CC-238A-A703-E64A189ED343}"/>
                </a:ext>
              </a:extLst>
            </p:cNvPr>
            <p:cNvSpPr/>
            <p:nvPr/>
          </p:nvSpPr>
          <p:spPr>
            <a:xfrm>
              <a:off x="-51875025" y="3208025"/>
              <a:ext cx="111850" cy="131125"/>
            </a:xfrm>
            <a:custGeom>
              <a:avLst/>
              <a:gdLst/>
              <a:ahLst/>
              <a:cxnLst/>
              <a:rect l="l" t="t" r="r" b="b"/>
              <a:pathLst>
                <a:path w="4474" h="5245" extrusionOk="0">
                  <a:moveTo>
                    <a:pt x="1560" y="1"/>
                  </a:moveTo>
                  <a:cubicBezTo>
                    <a:pt x="984" y="1"/>
                    <a:pt x="458" y="155"/>
                    <a:pt x="0" y="424"/>
                  </a:cubicBezTo>
                  <a:lnTo>
                    <a:pt x="0" y="1873"/>
                  </a:lnTo>
                  <a:cubicBezTo>
                    <a:pt x="0" y="3732"/>
                    <a:pt x="1481" y="5244"/>
                    <a:pt x="3340" y="5244"/>
                  </a:cubicBezTo>
                  <a:lnTo>
                    <a:pt x="4096" y="5244"/>
                  </a:lnTo>
                  <a:cubicBezTo>
                    <a:pt x="4285" y="5244"/>
                    <a:pt x="4442" y="5087"/>
                    <a:pt x="4442" y="4898"/>
                  </a:cubicBezTo>
                  <a:lnTo>
                    <a:pt x="4442" y="3165"/>
                  </a:lnTo>
                  <a:cubicBezTo>
                    <a:pt x="4474" y="1590"/>
                    <a:pt x="3371" y="235"/>
                    <a:pt x="1859" y="14"/>
                  </a:cubicBezTo>
                  <a:cubicBezTo>
                    <a:pt x="1758" y="5"/>
                    <a:pt x="1658" y="1"/>
                    <a:pt x="156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14913;p136">
              <a:extLst>
                <a:ext uri="{FF2B5EF4-FFF2-40B4-BE49-F238E27FC236}">
                  <a16:creationId xmlns:a16="http://schemas.microsoft.com/office/drawing/2014/main" id="{CFF4912B-2BFA-052C-7B5A-44A3D727259A}"/>
                </a:ext>
              </a:extLst>
            </p:cNvPr>
            <p:cNvSpPr/>
            <p:nvPr/>
          </p:nvSpPr>
          <p:spPr>
            <a:xfrm>
              <a:off x="-52005000" y="3469850"/>
              <a:ext cx="38625" cy="56750"/>
            </a:xfrm>
            <a:custGeom>
              <a:avLst/>
              <a:gdLst/>
              <a:ahLst/>
              <a:cxnLst/>
              <a:rect l="l" t="t" r="r" b="b"/>
              <a:pathLst>
                <a:path w="1545" h="2270" extrusionOk="0">
                  <a:moveTo>
                    <a:pt x="757" y="1"/>
                  </a:moveTo>
                  <a:cubicBezTo>
                    <a:pt x="348" y="1"/>
                    <a:pt x="1" y="348"/>
                    <a:pt x="1" y="726"/>
                  </a:cubicBezTo>
                  <a:cubicBezTo>
                    <a:pt x="1" y="852"/>
                    <a:pt x="32" y="915"/>
                    <a:pt x="64" y="1041"/>
                  </a:cubicBezTo>
                  <a:lnTo>
                    <a:pt x="631" y="2175"/>
                  </a:lnTo>
                  <a:cubicBezTo>
                    <a:pt x="663" y="2238"/>
                    <a:pt x="718" y="2269"/>
                    <a:pt x="777" y="2269"/>
                  </a:cubicBezTo>
                  <a:cubicBezTo>
                    <a:pt x="836" y="2269"/>
                    <a:pt x="899" y="2238"/>
                    <a:pt x="946" y="2175"/>
                  </a:cubicBezTo>
                  <a:lnTo>
                    <a:pt x="1450" y="1135"/>
                  </a:lnTo>
                  <a:cubicBezTo>
                    <a:pt x="1482" y="1009"/>
                    <a:pt x="1545" y="883"/>
                    <a:pt x="1545" y="789"/>
                  </a:cubicBezTo>
                  <a:cubicBezTo>
                    <a:pt x="1482" y="348"/>
                    <a:pt x="1135" y="1"/>
                    <a:pt x="7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14914;p136">
              <a:extLst>
                <a:ext uri="{FF2B5EF4-FFF2-40B4-BE49-F238E27FC236}">
                  <a16:creationId xmlns:a16="http://schemas.microsoft.com/office/drawing/2014/main" id="{C1E11971-0785-F3F2-E428-CA72D3EE70B4}"/>
                </a:ext>
              </a:extLst>
            </p:cNvPr>
            <p:cNvSpPr/>
            <p:nvPr/>
          </p:nvSpPr>
          <p:spPr>
            <a:xfrm>
              <a:off x="-52005000" y="3423400"/>
              <a:ext cx="37050" cy="37025"/>
            </a:xfrm>
            <a:custGeom>
              <a:avLst/>
              <a:gdLst/>
              <a:ahLst/>
              <a:cxnLst/>
              <a:rect l="l" t="t" r="r" b="b"/>
              <a:pathLst>
                <a:path w="1482" h="1481" extrusionOk="0">
                  <a:moveTo>
                    <a:pt x="757" y="0"/>
                  </a:moveTo>
                  <a:cubicBezTo>
                    <a:pt x="348" y="0"/>
                    <a:pt x="1" y="315"/>
                    <a:pt x="1" y="725"/>
                  </a:cubicBezTo>
                  <a:cubicBezTo>
                    <a:pt x="1" y="1166"/>
                    <a:pt x="348" y="1481"/>
                    <a:pt x="757" y="1481"/>
                  </a:cubicBezTo>
                  <a:cubicBezTo>
                    <a:pt x="1167" y="1481"/>
                    <a:pt x="1482" y="1166"/>
                    <a:pt x="1482" y="725"/>
                  </a:cubicBezTo>
                  <a:cubicBezTo>
                    <a:pt x="1482" y="315"/>
                    <a:pt x="1167" y="0"/>
                    <a:pt x="7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14915;p136">
              <a:extLst>
                <a:ext uri="{FF2B5EF4-FFF2-40B4-BE49-F238E27FC236}">
                  <a16:creationId xmlns:a16="http://schemas.microsoft.com/office/drawing/2014/main" id="{9F585AB2-2031-FC9E-4104-F44B9684BB65}"/>
                </a:ext>
              </a:extLst>
            </p:cNvPr>
            <p:cNvSpPr/>
            <p:nvPr/>
          </p:nvSpPr>
          <p:spPr>
            <a:xfrm>
              <a:off x="-52005000" y="3385575"/>
              <a:ext cx="37050" cy="37850"/>
            </a:xfrm>
            <a:custGeom>
              <a:avLst/>
              <a:gdLst/>
              <a:ahLst/>
              <a:cxnLst/>
              <a:rect l="l" t="t" r="r" b="b"/>
              <a:pathLst>
                <a:path w="1482" h="1514" extrusionOk="0">
                  <a:moveTo>
                    <a:pt x="757" y="1"/>
                  </a:moveTo>
                  <a:cubicBezTo>
                    <a:pt x="348" y="1"/>
                    <a:pt x="1" y="348"/>
                    <a:pt x="1" y="757"/>
                  </a:cubicBezTo>
                  <a:cubicBezTo>
                    <a:pt x="1" y="1167"/>
                    <a:pt x="348" y="1513"/>
                    <a:pt x="757" y="1513"/>
                  </a:cubicBezTo>
                  <a:cubicBezTo>
                    <a:pt x="1167" y="1513"/>
                    <a:pt x="1482" y="1167"/>
                    <a:pt x="1482" y="757"/>
                  </a:cubicBezTo>
                  <a:cubicBezTo>
                    <a:pt x="1482" y="348"/>
                    <a:pt x="1167" y="1"/>
                    <a:pt x="7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14916;p136">
              <a:extLst>
                <a:ext uri="{FF2B5EF4-FFF2-40B4-BE49-F238E27FC236}">
                  <a16:creationId xmlns:a16="http://schemas.microsoft.com/office/drawing/2014/main" id="{B639EAF8-F7A6-F303-B75F-7610CFDAA3F3}"/>
                </a:ext>
              </a:extLst>
            </p:cNvPr>
            <p:cNvSpPr/>
            <p:nvPr/>
          </p:nvSpPr>
          <p:spPr>
            <a:xfrm>
              <a:off x="-51957725" y="3298150"/>
              <a:ext cx="148100" cy="209550"/>
            </a:xfrm>
            <a:custGeom>
              <a:avLst/>
              <a:gdLst/>
              <a:ahLst/>
              <a:cxnLst/>
              <a:rect l="l" t="t" r="r" b="b"/>
              <a:pathLst>
                <a:path w="5924" h="8382" extrusionOk="0">
                  <a:moveTo>
                    <a:pt x="1449" y="3151"/>
                  </a:moveTo>
                  <a:cubicBezTo>
                    <a:pt x="1639" y="3151"/>
                    <a:pt x="1796" y="3309"/>
                    <a:pt x="1796" y="3498"/>
                  </a:cubicBezTo>
                  <a:cubicBezTo>
                    <a:pt x="1796" y="3719"/>
                    <a:pt x="1639" y="3845"/>
                    <a:pt x="1449" y="3845"/>
                  </a:cubicBezTo>
                  <a:cubicBezTo>
                    <a:pt x="1260" y="3845"/>
                    <a:pt x="1103" y="3719"/>
                    <a:pt x="1103" y="3498"/>
                  </a:cubicBezTo>
                  <a:cubicBezTo>
                    <a:pt x="1103" y="3309"/>
                    <a:pt x="1260" y="3151"/>
                    <a:pt x="1449" y="3151"/>
                  </a:cubicBezTo>
                  <a:close/>
                  <a:moveTo>
                    <a:pt x="4442" y="3183"/>
                  </a:moveTo>
                  <a:cubicBezTo>
                    <a:pt x="4631" y="3183"/>
                    <a:pt x="4789" y="3340"/>
                    <a:pt x="4789" y="3561"/>
                  </a:cubicBezTo>
                  <a:cubicBezTo>
                    <a:pt x="4789" y="3719"/>
                    <a:pt x="4631" y="3908"/>
                    <a:pt x="4442" y="3908"/>
                  </a:cubicBezTo>
                  <a:cubicBezTo>
                    <a:pt x="4253" y="3908"/>
                    <a:pt x="4096" y="3750"/>
                    <a:pt x="4096" y="3561"/>
                  </a:cubicBezTo>
                  <a:cubicBezTo>
                    <a:pt x="4096" y="3340"/>
                    <a:pt x="4253" y="3183"/>
                    <a:pt x="4442" y="3183"/>
                  </a:cubicBezTo>
                  <a:close/>
                  <a:moveTo>
                    <a:pt x="3966" y="5680"/>
                  </a:moveTo>
                  <a:cubicBezTo>
                    <a:pt x="4064" y="5680"/>
                    <a:pt x="4159" y="5719"/>
                    <a:pt x="4222" y="5798"/>
                  </a:cubicBezTo>
                  <a:cubicBezTo>
                    <a:pt x="4411" y="5955"/>
                    <a:pt x="4411" y="6176"/>
                    <a:pt x="4253" y="6302"/>
                  </a:cubicBezTo>
                  <a:cubicBezTo>
                    <a:pt x="3907" y="6648"/>
                    <a:pt x="3434" y="6869"/>
                    <a:pt x="2899" y="6869"/>
                  </a:cubicBezTo>
                  <a:cubicBezTo>
                    <a:pt x="2395" y="6869"/>
                    <a:pt x="1922" y="6648"/>
                    <a:pt x="1607" y="6302"/>
                  </a:cubicBezTo>
                  <a:cubicBezTo>
                    <a:pt x="1449" y="6144"/>
                    <a:pt x="1449" y="5924"/>
                    <a:pt x="1607" y="5798"/>
                  </a:cubicBezTo>
                  <a:cubicBezTo>
                    <a:pt x="1686" y="5719"/>
                    <a:pt x="1788" y="5680"/>
                    <a:pt x="1883" y="5680"/>
                  </a:cubicBezTo>
                  <a:cubicBezTo>
                    <a:pt x="1977" y="5680"/>
                    <a:pt x="2064" y="5719"/>
                    <a:pt x="2111" y="5798"/>
                  </a:cubicBezTo>
                  <a:cubicBezTo>
                    <a:pt x="2332" y="6018"/>
                    <a:pt x="2623" y="6129"/>
                    <a:pt x="2911" y="6129"/>
                  </a:cubicBezTo>
                  <a:cubicBezTo>
                    <a:pt x="3198" y="6129"/>
                    <a:pt x="3482" y="6018"/>
                    <a:pt x="3686" y="5798"/>
                  </a:cubicBezTo>
                  <a:cubicBezTo>
                    <a:pt x="3765" y="5719"/>
                    <a:pt x="3868" y="5680"/>
                    <a:pt x="3966" y="5680"/>
                  </a:cubicBezTo>
                  <a:close/>
                  <a:moveTo>
                    <a:pt x="2993" y="1"/>
                  </a:moveTo>
                  <a:cubicBezTo>
                    <a:pt x="2489" y="1104"/>
                    <a:pt x="1513" y="1923"/>
                    <a:pt x="284" y="2238"/>
                  </a:cubicBezTo>
                  <a:cubicBezTo>
                    <a:pt x="347" y="2395"/>
                    <a:pt x="347" y="2553"/>
                    <a:pt x="347" y="2773"/>
                  </a:cubicBezTo>
                  <a:cubicBezTo>
                    <a:pt x="347" y="3025"/>
                    <a:pt x="284" y="3277"/>
                    <a:pt x="158" y="3498"/>
                  </a:cubicBezTo>
                  <a:cubicBezTo>
                    <a:pt x="284" y="3750"/>
                    <a:pt x="347" y="3971"/>
                    <a:pt x="347" y="4254"/>
                  </a:cubicBezTo>
                  <a:cubicBezTo>
                    <a:pt x="347" y="4538"/>
                    <a:pt x="284" y="4758"/>
                    <a:pt x="158" y="5010"/>
                  </a:cubicBezTo>
                  <a:cubicBezTo>
                    <a:pt x="284" y="5231"/>
                    <a:pt x="347" y="5483"/>
                    <a:pt x="347" y="5735"/>
                  </a:cubicBezTo>
                  <a:cubicBezTo>
                    <a:pt x="347" y="6113"/>
                    <a:pt x="252" y="6428"/>
                    <a:pt x="0" y="6680"/>
                  </a:cubicBezTo>
                  <a:cubicBezTo>
                    <a:pt x="158" y="6900"/>
                    <a:pt x="284" y="7121"/>
                    <a:pt x="315" y="7405"/>
                  </a:cubicBezTo>
                  <a:cubicBezTo>
                    <a:pt x="1040" y="8035"/>
                    <a:pt x="1985" y="8381"/>
                    <a:pt x="2962" y="8381"/>
                  </a:cubicBezTo>
                  <a:cubicBezTo>
                    <a:pt x="3938" y="8381"/>
                    <a:pt x="4852" y="8035"/>
                    <a:pt x="5608" y="7436"/>
                  </a:cubicBezTo>
                  <a:cubicBezTo>
                    <a:pt x="5640" y="7184"/>
                    <a:pt x="5766" y="6932"/>
                    <a:pt x="5923" y="6743"/>
                  </a:cubicBezTo>
                  <a:cubicBezTo>
                    <a:pt x="5671" y="6459"/>
                    <a:pt x="5545" y="6113"/>
                    <a:pt x="5545" y="5798"/>
                  </a:cubicBezTo>
                  <a:cubicBezTo>
                    <a:pt x="5545" y="5483"/>
                    <a:pt x="5640" y="5231"/>
                    <a:pt x="5797" y="5010"/>
                  </a:cubicBezTo>
                  <a:cubicBezTo>
                    <a:pt x="5671" y="4758"/>
                    <a:pt x="5577" y="4538"/>
                    <a:pt x="5577" y="4254"/>
                  </a:cubicBezTo>
                  <a:cubicBezTo>
                    <a:pt x="5577" y="3971"/>
                    <a:pt x="5671" y="3750"/>
                    <a:pt x="5797" y="3498"/>
                  </a:cubicBezTo>
                  <a:cubicBezTo>
                    <a:pt x="5671" y="3277"/>
                    <a:pt x="5577" y="3025"/>
                    <a:pt x="5577" y="2773"/>
                  </a:cubicBezTo>
                  <a:cubicBezTo>
                    <a:pt x="5577" y="2679"/>
                    <a:pt x="5577" y="2553"/>
                    <a:pt x="5640" y="2490"/>
                  </a:cubicBezTo>
                  <a:cubicBezTo>
                    <a:pt x="5640" y="2395"/>
                    <a:pt x="5671" y="2332"/>
                    <a:pt x="5703" y="2238"/>
                  </a:cubicBezTo>
                  <a:cubicBezTo>
                    <a:pt x="4474" y="1923"/>
                    <a:pt x="3497" y="1104"/>
                    <a:pt x="299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14917;p136">
              <a:extLst>
                <a:ext uri="{FF2B5EF4-FFF2-40B4-BE49-F238E27FC236}">
                  <a16:creationId xmlns:a16="http://schemas.microsoft.com/office/drawing/2014/main" id="{F288267B-4E58-A492-6585-7D245A6DF537}"/>
                </a:ext>
              </a:extLst>
            </p:cNvPr>
            <p:cNvSpPr/>
            <p:nvPr/>
          </p:nvSpPr>
          <p:spPr>
            <a:xfrm>
              <a:off x="-52005000" y="3348575"/>
              <a:ext cx="37050" cy="37025"/>
            </a:xfrm>
            <a:custGeom>
              <a:avLst/>
              <a:gdLst/>
              <a:ahLst/>
              <a:cxnLst/>
              <a:rect l="l" t="t" r="r" b="b"/>
              <a:pathLst>
                <a:path w="1482" h="1481" extrusionOk="0">
                  <a:moveTo>
                    <a:pt x="757" y="0"/>
                  </a:moveTo>
                  <a:cubicBezTo>
                    <a:pt x="348" y="0"/>
                    <a:pt x="1" y="315"/>
                    <a:pt x="1" y="756"/>
                  </a:cubicBezTo>
                  <a:cubicBezTo>
                    <a:pt x="1" y="1166"/>
                    <a:pt x="348" y="1481"/>
                    <a:pt x="757" y="1481"/>
                  </a:cubicBezTo>
                  <a:cubicBezTo>
                    <a:pt x="1167" y="1481"/>
                    <a:pt x="1482" y="1166"/>
                    <a:pt x="1482" y="756"/>
                  </a:cubicBezTo>
                  <a:cubicBezTo>
                    <a:pt x="1482" y="315"/>
                    <a:pt x="1167" y="0"/>
                    <a:pt x="7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2" name="Google Shape;14918;p136">
            <a:extLst>
              <a:ext uri="{FF2B5EF4-FFF2-40B4-BE49-F238E27FC236}">
                <a16:creationId xmlns:a16="http://schemas.microsoft.com/office/drawing/2014/main" id="{F4AFBFD2-C680-6CAC-2B83-89971ACA0CE0}"/>
              </a:ext>
            </a:extLst>
          </p:cNvPr>
          <p:cNvGrpSpPr/>
          <p:nvPr/>
        </p:nvGrpSpPr>
        <p:grpSpPr>
          <a:xfrm>
            <a:off x="7978154" y="2548313"/>
            <a:ext cx="358780" cy="358780"/>
            <a:chOff x="-57568775" y="3198925"/>
            <a:chExt cx="318225" cy="318225"/>
          </a:xfrm>
          <a:solidFill>
            <a:schemeClr val="accent1">
              <a:lumMod val="75000"/>
            </a:schemeClr>
          </a:solidFill>
        </p:grpSpPr>
        <p:sp>
          <p:nvSpPr>
            <p:cNvPr id="593" name="Google Shape;14919;p136">
              <a:extLst>
                <a:ext uri="{FF2B5EF4-FFF2-40B4-BE49-F238E27FC236}">
                  <a16:creationId xmlns:a16="http://schemas.microsoft.com/office/drawing/2014/main" id="{74C22022-E22B-E752-53B0-439B453AAF22}"/>
                </a:ext>
              </a:extLst>
            </p:cNvPr>
            <p:cNvSpPr/>
            <p:nvPr/>
          </p:nvSpPr>
          <p:spPr>
            <a:xfrm>
              <a:off x="-57530950" y="3373775"/>
              <a:ext cx="18125" cy="64600"/>
            </a:xfrm>
            <a:custGeom>
              <a:avLst/>
              <a:gdLst/>
              <a:ahLst/>
              <a:cxnLst/>
              <a:rect l="l" t="t" r="r" b="b"/>
              <a:pathLst>
                <a:path w="725" h="2584" extrusionOk="0">
                  <a:moveTo>
                    <a:pt x="725" y="0"/>
                  </a:moveTo>
                  <a:cubicBezTo>
                    <a:pt x="315" y="284"/>
                    <a:pt x="0" y="725"/>
                    <a:pt x="0" y="1261"/>
                  </a:cubicBezTo>
                  <a:lnTo>
                    <a:pt x="0" y="1324"/>
                  </a:lnTo>
                  <a:cubicBezTo>
                    <a:pt x="0" y="1859"/>
                    <a:pt x="315" y="2332"/>
                    <a:pt x="725" y="2584"/>
                  </a:cubicBezTo>
                  <a:lnTo>
                    <a:pt x="725" y="1576"/>
                  </a:lnTo>
                  <a:lnTo>
                    <a:pt x="7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14920;p136">
              <a:extLst>
                <a:ext uri="{FF2B5EF4-FFF2-40B4-BE49-F238E27FC236}">
                  <a16:creationId xmlns:a16="http://schemas.microsoft.com/office/drawing/2014/main" id="{B2935145-463A-96CD-DECC-9BD3DD3BE33F}"/>
                </a:ext>
              </a:extLst>
            </p:cNvPr>
            <p:cNvSpPr/>
            <p:nvPr/>
          </p:nvSpPr>
          <p:spPr>
            <a:xfrm>
              <a:off x="-57568775" y="3406850"/>
              <a:ext cx="99275" cy="110300"/>
            </a:xfrm>
            <a:custGeom>
              <a:avLst/>
              <a:gdLst/>
              <a:ahLst/>
              <a:cxnLst/>
              <a:rect l="l" t="t" r="r" b="b"/>
              <a:pathLst>
                <a:path w="3971" h="4412" extrusionOk="0">
                  <a:moveTo>
                    <a:pt x="757" y="1"/>
                  </a:moveTo>
                  <a:cubicBezTo>
                    <a:pt x="285" y="473"/>
                    <a:pt x="1" y="1103"/>
                    <a:pt x="1" y="1796"/>
                  </a:cubicBezTo>
                  <a:cubicBezTo>
                    <a:pt x="1" y="3246"/>
                    <a:pt x="1198" y="4411"/>
                    <a:pt x="2616" y="4411"/>
                  </a:cubicBezTo>
                  <a:cubicBezTo>
                    <a:pt x="3120" y="4411"/>
                    <a:pt x="3561" y="4254"/>
                    <a:pt x="3971" y="4002"/>
                  </a:cubicBezTo>
                  <a:cubicBezTo>
                    <a:pt x="3435" y="3561"/>
                    <a:pt x="2994" y="2962"/>
                    <a:pt x="2710" y="2363"/>
                  </a:cubicBezTo>
                  <a:lnTo>
                    <a:pt x="1891" y="1891"/>
                  </a:lnTo>
                  <a:cubicBezTo>
                    <a:pt x="1230" y="1481"/>
                    <a:pt x="789" y="788"/>
                    <a:pt x="7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14921;p136">
              <a:extLst>
                <a:ext uri="{FF2B5EF4-FFF2-40B4-BE49-F238E27FC236}">
                  <a16:creationId xmlns:a16="http://schemas.microsoft.com/office/drawing/2014/main" id="{B8466C52-227A-41AE-914B-FFBD8598629B}"/>
                </a:ext>
              </a:extLst>
            </p:cNvPr>
            <p:cNvSpPr/>
            <p:nvPr/>
          </p:nvSpPr>
          <p:spPr>
            <a:xfrm>
              <a:off x="-57494725" y="3254850"/>
              <a:ext cx="207175" cy="262300"/>
            </a:xfrm>
            <a:custGeom>
              <a:avLst/>
              <a:gdLst/>
              <a:ahLst/>
              <a:cxnLst/>
              <a:rect l="l" t="t" r="r" b="b"/>
              <a:pathLst>
                <a:path w="8287" h="10492" extrusionOk="0">
                  <a:moveTo>
                    <a:pt x="2647" y="5293"/>
                  </a:moveTo>
                  <a:cubicBezTo>
                    <a:pt x="2836" y="5293"/>
                    <a:pt x="2993" y="5451"/>
                    <a:pt x="2993" y="5640"/>
                  </a:cubicBezTo>
                  <a:cubicBezTo>
                    <a:pt x="2993" y="5829"/>
                    <a:pt x="2836" y="5986"/>
                    <a:pt x="2647" y="5986"/>
                  </a:cubicBezTo>
                  <a:cubicBezTo>
                    <a:pt x="2628" y="5989"/>
                    <a:pt x="2609" y="5990"/>
                    <a:pt x="2592" y="5990"/>
                  </a:cubicBezTo>
                  <a:cubicBezTo>
                    <a:pt x="2400" y="5990"/>
                    <a:pt x="2269" y="5841"/>
                    <a:pt x="2269" y="5640"/>
                  </a:cubicBezTo>
                  <a:cubicBezTo>
                    <a:pt x="2269" y="5451"/>
                    <a:pt x="2426" y="5293"/>
                    <a:pt x="2647" y="5293"/>
                  </a:cubicBezTo>
                  <a:close/>
                  <a:moveTo>
                    <a:pt x="5640" y="5324"/>
                  </a:moveTo>
                  <a:cubicBezTo>
                    <a:pt x="5829" y="5324"/>
                    <a:pt x="5986" y="5482"/>
                    <a:pt x="5986" y="5671"/>
                  </a:cubicBezTo>
                  <a:cubicBezTo>
                    <a:pt x="6018" y="5860"/>
                    <a:pt x="5860" y="6018"/>
                    <a:pt x="5640" y="6018"/>
                  </a:cubicBezTo>
                  <a:cubicBezTo>
                    <a:pt x="5419" y="6018"/>
                    <a:pt x="5262" y="5860"/>
                    <a:pt x="5262" y="5671"/>
                  </a:cubicBezTo>
                  <a:cubicBezTo>
                    <a:pt x="5262" y="5482"/>
                    <a:pt x="5419" y="5324"/>
                    <a:pt x="5640" y="5324"/>
                  </a:cubicBezTo>
                  <a:close/>
                  <a:moveTo>
                    <a:pt x="5191" y="7845"/>
                  </a:moveTo>
                  <a:cubicBezTo>
                    <a:pt x="5285" y="7845"/>
                    <a:pt x="5372" y="7876"/>
                    <a:pt x="5419" y="7939"/>
                  </a:cubicBezTo>
                  <a:cubicBezTo>
                    <a:pt x="5640" y="8065"/>
                    <a:pt x="5640" y="8317"/>
                    <a:pt x="5482" y="8475"/>
                  </a:cubicBezTo>
                  <a:cubicBezTo>
                    <a:pt x="5104" y="8822"/>
                    <a:pt x="4632" y="9011"/>
                    <a:pt x="4128" y="9011"/>
                  </a:cubicBezTo>
                  <a:cubicBezTo>
                    <a:pt x="3624" y="9011"/>
                    <a:pt x="3151" y="8822"/>
                    <a:pt x="2836" y="8475"/>
                  </a:cubicBezTo>
                  <a:cubicBezTo>
                    <a:pt x="2678" y="8317"/>
                    <a:pt x="2678" y="8065"/>
                    <a:pt x="2836" y="7939"/>
                  </a:cubicBezTo>
                  <a:cubicBezTo>
                    <a:pt x="2915" y="7876"/>
                    <a:pt x="3009" y="7845"/>
                    <a:pt x="3100" y="7845"/>
                  </a:cubicBezTo>
                  <a:cubicBezTo>
                    <a:pt x="3190" y="7845"/>
                    <a:pt x="3277" y="7876"/>
                    <a:pt x="3340" y="7939"/>
                  </a:cubicBezTo>
                  <a:cubicBezTo>
                    <a:pt x="3561" y="8160"/>
                    <a:pt x="3844" y="8270"/>
                    <a:pt x="4128" y="8270"/>
                  </a:cubicBezTo>
                  <a:cubicBezTo>
                    <a:pt x="4411" y="8270"/>
                    <a:pt x="4695" y="8160"/>
                    <a:pt x="4915" y="7939"/>
                  </a:cubicBezTo>
                  <a:cubicBezTo>
                    <a:pt x="4994" y="7876"/>
                    <a:pt x="5096" y="7845"/>
                    <a:pt x="5191" y="7845"/>
                  </a:cubicBezTo>
                  <a:close/>
                  <a:moveTo>
                    <a:pt x="1796" y="0"/>
                  </a:moveTo>
                  <a:cubicBezTo>
                    <a:pt x="1670" y="126"/>
                    <a:pt x="1135" y="504"/>
                    <a:pt x="1072" y="630"/>
                  </a:cubicBezTo>
                  <a:cubicBezTo>
                    <a:pt x="442" y="1260"/>
                    <a:pt x="0" y="2363"/>
                    <a:pt x="0" y="3403"/>
                  </a:cubicBezTo>
                  <a:lnTo>
                    <a:pt x="0" y="6396"/>
                  </a:lnTo>
                  <a:cubicBezTo>
                    <a:pt x="0" y="8632"/>
                    <a:pt x="1859" y="10491"/>
                    <a:pt x="4128" y="10491"/>
                  </a:cubicBezTo>
                  <a:cubicBezTo>
                    <a:pt x="6427" y="10491"/>
                    <a:pt x="8286" y="8632"/>
                    <a:pt x="8286" y="6396"/>
                  </a:cubicBezTo>
                  <a:lnTo>
                    <a:pt x="8286" y="4505"/>
                  </a:lnTo>
                  <a:cubicBezTo>
                    <a:pt x="8157" y="4513"/>
                    <a:pt x="8028" y="4517"/>
                    <a:pt x="7899" y="4517"/>
                  </a:cubicBezTo>
                  <a:cubicBezTo>
                    <a:pt x="6396" y="4517"/>
                    <a:pt x="4939" y="4009"/>
                    <a:pt x="3750" y="2993"/>
                  </a:cubicBezTo>
                  <a:cubicBezTo>
                    <a:pt x="2804" y="2206"/>
                    <a:pt x="2174" y="1103"/>
                    <a:pt x="17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14922;p136">
              <a:extLst>
                <a:ext uri="{FF2B5EF4-FFF2-40B4-BE49-F238E27FC236}">
                  <a16:creationId xmlns:a16="http://schemas.microsoft.com/office/drawing/2014/main" id="{85EE5D5F-C21C-B782-6327-A3C9D1B99A13}"/>
                </a:ext>
              </a:extLst>
            </p:cNvPr>
            <p:cNvSpPr/>
            <p:nvPr/>
          </p:nvSpPr>
          <p:spPr>
            <a:xfrm>
              <a:off x="-57269475" y="3372975"/>
              <a:ext cx="18925" cy="63825"/>
            </a:xfrm>
            <a:custGeom>
              <a:avLst/>
              <a:gdLst/>
              <a:ahLst/>
              <a:cxnLst/>
              <a:rect l="l" t="t" r="r" b="b"/>
              <a:pathLst>
                <a:path w="757" h="2553" extrusionOk="0">
                  <a:moveTo>
                    <a:pt x="1" y="1"/>
                  </a:moveTo>
                  <a:lnTo>
                    <a:pt x="1" y="2553"/>
                  </a:lnTo>
                  <a:cubicBezTo>
                    <a:pt x="442" y="2301"/>
                    <a:pt x="757" y="1828"/>
                    <a:pt x="757" y="1261"/>
                  </a:cubicBezTo>
                  <a:cubicBezTo>
                    <a:pt x="757" y="757"/>
                    <a:pt x="473" y="284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14923;p136">
              <a:extLst>
                <a:ext uri="{FF2B5EF4-FFF2-40B4-BE49-F238E27FC236}">
                  <a16:creationId xmlns:a16="http://schemas.microsoft.com/office/drawing/2014/main" id="{D971BF04-A05D-C520-3656-405BA5F3DA81}"/>
                </a:ext>
              </a:extLst>
            </p:cNvPr>
            <p:cNvSpPr/>
            <p:nvPr/>
          </p:nvSpPr>
          <p:spPr>
            <a:xfrm>
              <a:off x="-57436450" y="3198925"/>
              <a:ext cx="185900" cy="154400"/>
            </a:xfrm>
            <a:custGeom>
              <a:avLst/>
              <a:gdLst/>
              <a:ahLst/>
              <a:cxnLst/>
              <a:rect l="l" t="t" r="r" b="b"/>
              <a:pathLst>
                <a:path w="7436" h="6176" extrusionOk="0">
                  <a:moveTo>
                    <a:pt x="1828" y="0"/>
                  </a:moveTo>
                  <a:cubicBezTo>
                    <a:pt x="1198" y="0"/>
                    <a:pt x="568" y="126"/>
                    <a:pt x="1" y="315"/>
                  </a:cubicBezTo>
                  <a:cubicBezTo>
                    <a:pt x="1" y="977"/>
                    <a:pt x="127" y="1639"/>
                    <a:pt x="316" y="2237"/>
                  </a:cubicBezTo>
                  <a:cubicBezTo>
                    <a:pt x="631" y="3151"/>
                    <a:pt x="1167" y="3970"/>
                    <a:pt x="1923" y="4600"/>
                  </a:cubicBezTo>
                  <a:cubicBezTo>
                    <a:pt x="2710" y="5262"/>
                    <a:pt x="3655" y="5734"/>
                    <a:pt x="4632" y="5892"/>
                  </a:cubicBezTo>
                  <a:cubicBezTo>
                    <a:pt x="5073" y="5976"/>
                    <a:pt x="5262" y="5976"/>
                    <a:pt x="5507" y="5976"/>
                  </a:cubicBezTo>
                  <a:lnTo>
                    <a:pt x="5507" y="5976"/>
                  </a:lnTo>
                  <a:cubicBezTo>
                    <a:pt x="5630" y="5976"/>
                    <a:pt x="5766" y="5976"/>
                    <a:pt x="5955" y="5986"/>
                  </a:cubicBezTo>
                  <a:lnTo>
                    <a:pt x="6680" y="5986"/>
                  </a:lnTo>
                  <a:cubicBezTo>
                    <a:pt x="6963" y="5986"/>
                    <a:pt x="7215" y="6049"/>
                    <a:pt x="7436" y="6175"/>
                  </a:cubicBezTo>
                  <a:lnTo>
                    <a:pt x="7436" y="5671"/>
                  </a:lnTo>
                  <a:lnTo>
                    <a:pt x="7436" y="5640"/>
                  </a:lnTo>
                  <a:cubicBezTo>
                    <a:pt x="7436" y="2552"/>
                    <a:pt x="4916" y="0"/>
                    <a:pt x="18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14924;p136">
              <a:extLst>
                <a:ext uri="{FF2B5EF4-FFF2-40B4-BE49-F238E27FC236}">
                  <a16:creationId xmlns:a16="http://schemas.microsoft.com/office/drawing/2014/main" id="{FC55E7CA-42FE-EC47-BF24-46762E6B9C05}"/>
                </a:ext>
              </a:extLst>
            </p:cNvPr>
            <p:cNvSpPr/>
            <p:nvPr/>
          </p:nvSpPr>
          <p:spPr>
            <a:xfrm>
              <a:off x="-57532525" y="3215450"/>
              <a:ext cx="77975" cy="148900"/>
            </a:xfrm>
            <a:custGeom>
              <a:avLst/>
              <a:gdLst/>
              <a:ahLst/>
              <a:cxnLst/>
              <a:rect l="l" t="t" r="r" b="b"/>
              <a:pathLst>
                <a:path w="3119" h="5956" extrusionOk="0">
                  <a:moveTo>
                    <a:pt x="3056" y="1"/>
                  </a:moveTo>
                  <a:cubicBezTo>
                    <a:pt x="1260" y="946"/>
                    <a:pt x="0" y="2836"/>
                    <a:pt x="0" y="5010"/>
                  </a:cubicBezTo>
                  <a:lnTo>
                    <a:pt x="0" y="5199"/>
                  </a:lnTo>
                  <a:lnTo>
                    <a:pt x="0" y="5955"/>
                  </a:lnTo>
                  <a:lnTo>
                    <a:pt x="63" y="5955"/>
                  </a:lnTo>
                  <a:cubicBezTo>
                    <a:pt x="158" y="5829"/>
                    <a:pt x="284" y="5766"/>
                    <a:pt x="410" y="5672"/>
                  </a:cubicBezTo>
                  <a:lnTo>
                    <a:pt x="788" y="5451"/>
                  </a:lnTo>
                  <a:lnTo>
                    <a:pt x="788" y="4601"/>
                  </a:lnTo>
                  <a:cubicBezTo>
                    <a:pt x="914" y="3088"/>
                    <a:pt x="1828" y="1576"/>
                    <a:pt x="3119" y="789"/>
                  </a:cubicBezTo>
                  <a:cubicBezTo>
                    <a:pt x="3088" y="505"/>
                    <a:pt x="3056" y="253"/>
                    <a:pt x="305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9" name="Google Shape;14925;p136">
            <a:extLst>
              <a:ext uri="{FF2B5EF4-FFF2-40B4-BE49-F238E27FC236}">
                <a16:creationId xmlns:a16="http://schemas.microsoft.com/office/drawing/2014/main" id="{627FC888-FDE4-A2F7-3E12-94C87154282C}"/>
              </a:ext>
            </a:extLst>
          </p:cNvPr>
          <p:cNvGrpSpPr/>
          <p:nvPr/>
        </p:nvGrpSpPr>
        <p:grpSpPr>
          <a:xfrm>
            <a:off x="7999913" y="3004479"/>
            <a:ext cx="315261" cy="358780"/>
            <a:chOff x="-57549075" y="3590375"/>
            <a:chExt cx="279625" cy="318225"/>
          </a:xfrm>
          <a:solidFill>
            <a:schemeClr val="accent1">
              <a:lumMod val="75000"/>
            </a:schemeClr>
          </a:solidFill>
        </p:grpSpPr>
        <p:sp>
          <p:nvSpPr>
            <p:cNvPr id="600" name="Google Shape;14926;p136">
              <a:extLst>
                <a:ext uri="{FF2B5EF4-FFF2-40B4-BE49-F238E27FC236}">
                  <a16:creationId xmlns:a16="http://schemas.microsoft.com/office/drawing/2014/main" id="{A538333A-8D1B-7224-F01C-D8BCEBDB8242}"/>
                </a:ext>
              </a:extLst>
            </p:cNvPr>
            <p:cNvSpPr/>
            <p:nvPr/>
          </p:nvSpPr>
          <p:spPr>
            <a:xfrm>
              <a:off x="-57493150" y="3777825"/>
              <a:ext cx="167000" cy="74850"/>
            </a:xfrm>
            <a:custGeom>
              <a:avLst/>
              <a:gdLst/>
              <a:ahLst/>
              <a:cxnLst/>
              <a:rect l="l" t="t" r="r" b="b"/>
              <a:pathLst>
                <a:path w="6680" h="2994" extrusionOk="0">
                  <a:moveTo>
                    <a:pt x="4376" y="670"/>
                  </a:moveTo>
                  <a:cubicBezTo>
                    <a:pt x="4474" y="670"/>
                    <a:pt x="4569" y="709"/>
                    <a:pt x="4632" y="788"/>
                  </a:cubicBezTo>
                  <a:cubicBezTo>
                    <a:pt x="4789" y="946"/>
                    <a:pt x="4789" y="1166"/>
                    <a:pt x="4632" y="1292"/>
                  </a:cubicBezTo>
                  <a:cubicBezTo>
                    <a:pt x="4285" y="1639"/>
                    <a:pt x="3781" y="1859"/>
                    <a:pt x="3308" y="1859"/>
                  </a:cubicBezTo>
                  <a:cubicBezTo>
                    <a:pt x="2836" y="1859"/>
                    <a:pt x="2332" y="1639"/>
                    <a:pt x="2017" y="1292"/>
                  </a:cubicBezTo>
                  <a:cubicBezTo>
                    <a:pt x="1859" y="1166"/>
                    <a:pt x="1859" y="946"/>
                    <a:pt x="2017" y="788"/>
                  </a:cubicBezTo>
                  <a:cubicBezTo>
                    <a:pt x="2096" y="709"/>
                    <a:pt x="2198" y="670"/>
                    <a:pt x="2292" y="670"/>
                  </a:cubicBezTo>
                  <a:cubicBezTo>
                    <a:pt x="2387" y="670"/>
                    <a:pt x="2474" y="709"/>
                    <a:pt x="2521" y="788"/>
                  </a:cubicBezTo>
                  <a:cubicBezTo>
                    <a:pt x="2741" y="1009"/>
                    <a:pt x="3033" y="1119"/>
                    <a:pt x="3320" y="1119"/>
                  </a:cubicBezTo>
                  <a:cubicBezTo>
                    <a:pt x="3608" y="1119"/>
                    <a:pt x="3891" y="1009"/>
                    <a:pt x="4096" y="788"/>
                  </a:cubicBezTo>
                  <a:cubicBezTo>
                    <a:pt x="4175" y="709"/>
                    <a:pt x="4277" y="670"/>
                    <a:pt x="4376" y="670"/>
                  </a:cubicBezTo>
                  <a:close/>
                  <a:moveTo>
                    <a:pt x="0" y="0"/>
                  </a:moveTo>
                  <a:cubicBezTo>
                    <a:pt x="221" y="1702"/>
                    <a:pt x="1639" y="2993"/>
                    <a:pt x="3371" y="2993"/>
                  </a:cubicBezTo>
                  <a:cubicBezTo>
                    <a:pt x="5104" y="2993"/>
                    <a:pt x="6522" y="1702"/>
                    <a:pt x="66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14927;p136">
              <a:extLst>
                <a:ext uri="{FF2B5EF4-FFF2-40B4-BE49-F238E27FC236}">
                  <a16:creationId xmlns:a16="http://schemas.microsoft.com/office/drawing/2014/main" id="{995E8CAF-5761-DD5B-F579-2FB06EB02F12}"/>
                </a:ext>
              </a:extLst>
            </p:cNvPr>
            <p:cNvSpPr/>
            <p:nvPr/>
          </p:nvSpPr>
          <p:spPr>
            <a:xfrm>
              <a:off x="-57478975" y="3647075"/>
              <a:ext cx="139425" cy="37050"/>
            </a:xfrm>
            <a:custGeom>
              <a:avLst/>
              <a:gdLst/>
              <a:ahLst/>
              <a:cxnLst/>
              <a:rect l="l" t="t" r="r" b="b"/>
              <a:pathLst>
                <a:path w="5577" h="1482" extrusionOk="0">
                  <a:moveTo>
                    <a:pt x="2804" y="1"/>
                  </a:moveTo>
                  <a:cubicBezTo>
                    <a:pt x="1639" y="1"/>
                    <a:pt x="599" y="568"/>
                    <a:pt x="1" y="1481"/>
                  </a:cubicBezTo>
                  <a:lnTo>
                    <a:pt x="5577" y="1481"/>
                  </a:lnTo>
                  <a:cubicBezTo>
                    <a:pt x="4947" y="568"/>
                    <a:pt x="3939" y="1"/>
                    <a:pt x="280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14928;p136">
              <a:extLst>
                <a:ext uri="{FF2B5EF4-FFF2-40B4-BE49-F238E27FC236}">
                  <a16:creationId xmlns:a16="http://schemas.microsoft.com/office/drawing/2014/main" id="{4C06DF3E-2137-622A-F946-1AB02FF10302}"/>
                </a:ext>
              </a:extLst>
            </p:cNvPr>
            <p:cNvSpPr/>
            <p:nvPr/>
          </p:nvSpPr>
          <p:spPr>
            <a:xfrm>
              <a:off x="-57493950" y="3703775"/>
              <a:ext cx="168575" cy="55175"/>
            </a:xfrm>
            <a:custGeom>
              <a:avLst/>
              <a:gdLst/>
              <a:ahLst/>
              <a:cxnLst/>
              <a:rect l="l" t="t" r="r" b="b"/>
              <a:pathLst>
                <a:path w="6743" h="2207" extrusionOk="0">
                  <a:moveTo>
                    <a:pt x="1891" y="726"/>
                  </a:moveTo>
                  <a:cubicBezTo>
                    <a:pt x="2080" y="726"/>
                    <a:pt x="2238" y="883"/>
                    <a:pt x="2238" y="1072"/>
                  </a:cubicBezTo>
                  <a:cubicBezTo>
                    <a:pt x="2238" y="1261"/>
                    <a:pt x="2080" y="1419"/>
                    <a:pt x="1891" y="1419"/>
                  </a:cubicBezTo>
                  <a:cubicBezTo>
                    <a:pt x="1702" y="1419"/>
                    <a:pt x="1545" y="1261"/>
                    <a:pt x="1545" y="1072"/>
                  </a:cubicBezTo>
                  <a:cubicBezTo>
                    <a:pt x="1513" y="883"/>
                    <a:pt x="1671" y="726"/>
                    <a:pt x="1891" y="726"/>
                  </a:cubicBezTo>
                  <a:close/>
                  <a:moveTo>
                    <a:pt x="4853" y="726"/>
                  </a:moveTo>
                  <a:cubicBezTo>
                    <a:pt x="5042" y="726"/>
                    <a:pt x="5199" y="883"/>
                    <a:pt x="5199" y="1072"/>
                  </a:cubicBezTo>
                  <a:cubicBezTo>
                    <a:pt x="5199" y="1261"/>
                    <a:pt x="5042" y="1419"/>
                    <a:pt x="4853" y="1419"/>
                  </a:cubicBezTo>
                  <a:cubicBezTo>
                    <a:pt x="4664" y="1419"/>
                    <a:pt x="4506" y="1261"/>
                    <a:pt x="4506" y="1072"/>
                  </a:cubicBezTo>
                  <a:cubicBezTo>
                    <a:pt x="4506" y="883"/>
                    <a:pt x="4664" y="726"/>
                    <a:pt x="4853" y="726"/>
                  </a:cubicBezTo>
                  <a:close/>
                  <a:moveTo>
                    <a:pt x="253" y="1"/>
                  </a:moveTo>
                  <a:cubicBezTo>
                    <a:pt x="95" y="316"/>
                    <a:pt x="1" y="726"/>
                    <a:pt x="1" y="1104"/>
                  </a:cubicBezTo>
                  <a:lnTo>
                    <a:pt x="1" y="2206"/>
                  </a:lnTo>
                  <a:lnTo>
                    <a:pt x="6743" y="2206"/>
                  </a:lnTo>
                  <a:lnTo>
                    <a:pt x="6743" y="1104"/>
                  </a:lnTo>
                  <a:cubicBezTo>
                    <a:pt x="6743" y="726"/>
                    <a:pt x="6680" y="347"/>
                    <a:pt x="65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14929;p136">
              <a:extLst>
                <a:ext uri="{FF2B5EF4-FFF2-40B4-BE49-F238E27FC236}">
                  <a16:creationId xmlns:a16="http://schemas.microsoft.com/office/drawing/2014/main" id="{44CC2724-06DE-965C-2087-ECD2A17683B5}"/>
                </a:ext>
              </a:extLst>
            </p:cNvPr>
            <p:cNvSpPr/>
            <p:nvPr/>
          </p:nvSpPr>
          <p:spPr>
            <a:xfrm>
              <a:off x="-57549075" y="3590375"/>
              <a:ext cx="279625" cy="318225"/>
            </a:xfrm>
            <a:custGeom>
              <a:avLst/>
              <a:gdLst/>
              <a:ahLst/>
              <a:cxnLst/>
              <a:rect l="l" t="t" r="r" b="b"/>
              <a:pathLst>
                <a:path w="11185" h="12729" extrusionOk="0">
                  <a:moveTo>
                    <a:pt x="5608" y="1544"/>
                  </a:moveTo>
                  <a:cubicBezTo>
                    <a:pt x="7877" y="1544"/>
                    <a:pt x="9704" y="3403"/>
                    <a:pt x="9704" y="5640"/>
                  </a:cubicBezTo>
                  <a:lnTo>
                    <a:pt x="9704" y="7152"/>
                  </a:lnTo>
                  <a:cubicBezTo>
                    <a:pt x="9704" y="9389"/>
                    <a:pt x="7845" y="11247"/>
                    <a:pt x="5608" y="11247"/>
                  </a:cubicBezTo>
                  <a:cubicBezTo>
                    <a:pt x="3372" y="11247"/>
                    <a:pt x="1513" y="9389"/>
                    <a:pt x="1513" y="7152"/>
                  </a:cubicBezTo>
                  <a:lnTo>
                    <a:pt x="1513" y="5640"/>
                  </a:lnTo>
                  <a:cubicBezTo>
                    <a:pt x="1513" y="3403"/>
                    <a:pt x="3309" y="1544"/>
                    <a:pt x="5608" y="1544"/>
                  </a:cubicBezTo>
                  <a:close/>
                  <a:moveTo>
                    <a:pt x="5608" y="0"/>
                  </a:moveTo>
                  <a:cubicBezTo>
                    <a:pt x="2521" y="0"/>
                    <a:pt x="1" y="2521"/>
                    <a:pt x="1" y="5640"/>
                  </a:cubicBezTo>
                  <a:lnTo>
                    <a:pt x="1" y="12382"/>
                  </a:lnTo>
                  <a:cubicBezTo>
                    <a:pt x="1" y="12571"/>
                    <a:pt x="158" y="12728"/>
                    <a:pt x="347" y="12728"/>
                  </a:cubicBezTo>
                  <a:lnTo>
                    <a:pt x="10807" y="12728"/>
                  </a:lnTo>
                  <a:cubicBezTo>
                    <a:pt x="10996" y="12728"/>
                    <a:pt x="11153" y="12571"/>
                    <a:pt x="11153" y="12382"/>
                  </a:cubicBezTo>
                  <a:lnTo>
                    <a:pt x="11153" y="5640"/>
                  </a:lnTo>
                  <a:cubicBezTo>
                    <a:pt x="11185" y="2521"/>
                    <a:pt x="8664" y="0"/>
                    <a:pt x="56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4" name="Google Shape;14930;p136">
            <a:extLst>
              <a:ext uri="{FF2B5EF4-FFF2-40B4-BE49-F238E27FC236}">
                <a16:creationId xmlns:a16="http://schemas.microsoft.com/office/drawing/2014/main" id="{1992EF0E-1FB6-044D-ACEE-5F94C40E5887}"/>
              </a:ext>
            </a:extLst>
          </p:cNvPr>
          <p:cNvGrpSpPr/>
          <p:nvPr/>
        </p:nvGrpSpPr>
        <p:grpSpPr>
          <a:xfrm>
            <a:off x="7992096" y="3446690"/>
            <a:ext cx="360555" cy="360555"/>
            <a:chOff x="-57570350" y="3982600"/>
            <a:chExt cx="319800" cy="319800"/>
          </a:xfrm>
          <a:solidFill>
            <a:schemeClr val="accent1">
              <a:lumMod val="75000"/>
            </a:schemeClr>
          </a:solidFill>
        </p:grpSpPr>
        <p:sp>
          <p:nvSpPr>
            <p:cNvPr id="605" name="Google Shape;14931;p136">
              <a:extLst>
                <a:ext uri="{FF2B5EF4-FFF2-40B4-BE49-F238E27FC236}">
                  <a16:creationId xmlns:a16="http://schemas.microsoft.com/office/drawing/2014/main" id="{6B986097-3659-06CB-6CDD-9595C455F774}"/>
                </a:ext>
              </a:extLst>
            </p:cNvPr>
            <p:cNvSpPr/>
            <p:nvPr/>
          </p:nvSpPr>
          <p:spPr>
            <a:xfrm>
              <a:off x="-57570350" y="4033000"/>
              <a:ext cx="319800" cy="269400"/>
            </a:xfrm>
            <a:custGeom>
              <a:avLst/>
              <a:gdLst/>
              <a:ahLst/>
              <a:cxnLst/>
              <a:rect l="l" t="t" r="r" b="b"/>
              <a:pathLst>
                <a:path w="12792" h="10776" extrusionOk="0">
                  <a:moveTo>
                    <a:pt x="9452" y="4002"/>
                  </a:moveTo>
                  <a:cubicBezTo>
                    <a:pt x="10083" y="4002"/>
                    <a:pt x="10555" y="4506"/>
                    <a:pt x="10555" y="5105"/>
                  </a:cubicBezTo>
                  <a:lnTo>
                    <a:pt x="10555" y="5861"/>
                  </a:lnTo>
                  <a:cubicBezTo>
                    <a:pt x="10555" y="6459"/>
                    <a:pt x="10020" y="6963"/>
                    <a:pt x="9389" y="6963"/>
                  </a:cubicBezTo>
                  <a:lnTo>
                    <a:pt x="8665" y="6963"/>
                  </a:lnTo>
                  <a:cubicBezTo>
                    <a:pt x="7751" y="6963"/>
                    <a:pt x="6995" y="6333"/>
                    <a:pt x="6838" y="5451"/>
                  </a:cubicBezTo>
                  <a:lnTo>
                    <a:pt x="6018" y="5451"/>
                  </a:lnTo>
                  <a:cubicBezTo>
                    <a:pt x="5861" y="6333"/>
                    <a:pt x="5105" y="6963"/>
                    <a:pt x="4191" y="6963"/>
                  </a:cubicBezTo>
                  <a:lnTo>
                    <a:pt x="3467" y="6963"/>
                  </a:lnTo>
                  <a:cubicBezTo>
                    <a:pt x="2836" y="6963"/>
                    <a:pt x="2364" y="6459"/>
                    <a:pt x="2364" y="5861"/>
                  </a:cubicBezTo>
                  <a:lnTo>
                    <a:pt x="2364" y="5105"/>
                  </a:lnTo>
                  <a:cubicBezTo>
                    <a:pt x="2364" y="4475"/>
                    <a:pt x="2868" y="4002"/>
                    <a:pt x="3467" y="4002"/>
                  </a:cubicBezTo>
                  <a:lnTo>
                    <a:pt x="4947" y="4002"/>
                  </a:lnTo>
                  <a:cubicBezTo>
                    <a:pt x="5420" y="4002"/>
                    <a:pt x="5861" y="4317"/>
                    <a:pt x="6018" y="4758"/>
                  </a:cubicBezTo>
                  <a:lnTo>
                    <a:pt x="6869" y="4758"/>
                  </a:lnTo>
                  <a:cubicBezTo>
                    <a:pt x="7027" y="4317"/>
                    <a:pt x="7436" y="4002"/>
                    <a:pt x="7940" y="4002"/>
                  </a:cubicBezTo>
                  <a:close/>
                  <a:moveTo>
                    <a:pt x="1135" y="6365"/>
                  </a:moveTo>
                  <a:cubicBezTo>
                    <a:pt x="1419" y="6711"/>
                    <a:pt x="1860" y="6963"/>
                    <a:pt x="2364" y="6963"/>
                  </a:cubicBezTo>
                  <a:cubicBezTo>
                    <a:pt x="2301" y="7342"/>
                    <a:pt x="1954" y="7720"/>
                    <a:pt x="1576" y="7720"/>
                  </a:cubicBezTo>
                  <a:cubicBezTo>
                    <a:pt x="1167" y="7720"/>
                    <a:pt x="820" y="7342"/>
                    <a:pt x="820" y="6963"/>
                  </a:cubicBezTo>
                  <a:cubicBezTo>
                    <a:pt x="820" y="6711"/>
                    <a:pt x="946" y="6491"/>
                    <a:pt x="1135" y="6365"/>
                  </a:cubicBezTo>
                  <a:close/>
                  <a:moveTo>
                    <a:pt x="11784" y="6365"/>
                  </a:moveTo>
                  <a:cubicBezTo>
                    <a:pt x="11973" y="6491"/>
                    <a:pt x="12099" y="6711"/>
                    <a:pt x="12099" y="6963"/>
                  </a:cubicBezTo>
                  <a:cubicBezTo>
                    <a:pt x="12099" y="7342"/>
                    <a:pt x="11721" y="7720"/>
                    <a:pt x="11343" y="7720"/>
                  </a:cubicBezTo>
                  <a:cubicBezTo>
                    <a:pt x="10933" y="7720"/>
                    <a:pt x="10555" y="7342"/>
                    <a:pt x="10555" y="6963"/>
                  </a:cubicBezTo>
                  <a:cubicBezTo>
                    <a:pt x="11028" y="6963"/>
                    <a:pt x="11500" y="6711"/>
                    <a:pt x="11784" y="6365"/>
                  </a:cubicBezTo>
                  <a:close/>
                  <a:moveTo>
                    <a:pt x="7432" y="7286"/>
                  </a:moveTo>
                  <a:cubicBezTo>
                    <a:pt x="7531" y="7286"/>
                    <a:pt x="7625" y="7326"/>
                    <a:pt x="7688" y="7405"/>
                  </a:cubicBezTo>
                  <a:cubicBezTo>
                    <a:pt x="7909" y="7499"/>
                    <a:pt x="7909" y="7751"/>
                    <a:pt x="7751" y="7909"/>
                  </a:cubicBezTo>
                  <a:cubicBezTo>
                    <a:pt x="7405" y="8255"/>
                    <a:pt x="6932" y="8444"/>
                    <a:pt x="6396" y="8444"/>
                  </a:cubicBezTo>
                  <a:cubicBezTo>
                    <a:pt x="5892" y="8444"/>
                    <a:pt x="5420" y="8255"/>
                    <a:pt x="5073" y="7909"/>
                  </a:cubicBezTo>
                  <a:cubicBezTo>
                    <a:pt x="4916" y="7751"/>
                    <a:pt x="4916" y="7499"/>
                    <a:pt x="5073" y="7405"/>
                  </a:cubicBezTo>
                  <a:cubicBezTo>
                    <a:pt x="5152" y="7326"/>
                    <a:pt x="5254" y="7286"/>
                    <a:pt x="5349" y="7286"/>
                  </a:cubicBezTo>
                  <a:cubicBezTo>
                    <a:pt x="5443" y="7286"/>
                    <a:pt x="5530" y="7326"/>
                    <a:pt x="5577" y="7405"/>
                  </a:cubicBezTo>
                  <a:cubicBezTo>
                    <a:pt x="5798" y="7609"/>
                    <a:pt x="6081" y="7712"/>
                    <a:pt x="6365" y="7712"/>
                  </a:cubicBezTo>
                  <a:cubicBezTo>
                    <a:pt x="6649" y="7712"/>
                    <a:pt x="6932" y="7609"/>
                    <a:pt x="7153" y="7405"/>
                  </a:cubicBezTo>
                  <a:cubicBezTo>
                    <a:pt x="7231" y="7326"/>
                    <a:pt x="7334" y="7286"/>
                    <a:pt x="7432" y="7286"/>
                  </a:cubicBezTo>
                  <a:close/>
                  <a:moveTo>
                    <a:pt x="8287" y="1"/>
                  </a:moveTo>
                  <a:lnTo>
                    <a:pt x="8350" y="158"/>
                  </a:lnTo>
                  <a:cubicBezTo>
                    <a:pt x="8476" y="726"/>
                    <a:pt x="8287" y="1324"/>
                    <a:pt x="7940" y="1797"/>
                  </a:cubicBezTo>
                  <a:cubicBezTo>
                    <a:pt x="7562" y="2269"/>
                    <a:pt x="6995" y="2521"/>
                    <a:pt x="6428" y="2521"/>
                  </a:cubicBezTo>
                  <a:cubicBezTo>
                    <a:pt x="5829" y="2521"/>
                    <a:pt x="5262" y="2238"/>
                    <a:pt x="4884" y="1797"/>
                  </a:cubicBezTo>
                  <a:cubicBezTo>
                    <a:pt x="4475" y="1324"/>
                    <a:pt x="4380" y="726"/>
                    <a:pt x="4475" y="190"/>
                  </a:cubicBezTo>
                  <a:lnTo>
                    <a:pt x="4538" y="32"/>
                  </a:lnTo>
                  <a:lnTo>
                    <a:pt x="4538" y="32"/>
                  </a:lnTo>
                  <a:cubicBezTo>
                    <a:pt x="3183" y="726"/>
                    <a:pt x="2332" y="2112"/>
                    <a:pt x="2332" y="3655"/>
                  </a:cubicBezTo>
                  <a:lnTo>
                    <a:pt x="2332" y="4002"/>
                  </a:lnTo>
                  <a:cubicBezTo>
                    <a:pt x="1482" y="4002"/>
                    <a:pt x="789" y="4664"/>
                    <a:pt x="789" y="5514"/>
                  </a:cubicBezTo>
                  <a:lnTo>
                    <a:pt x="789" y="5703"/>
                  </a:lnTo>
                  <a:cubicBezTo>
                    <a:pt x="316" y="5987"/>
                    <a:pt x="32" y="6428"/>
                    <a:pt x="32" y="6995"/>
                  </a:cubicBezTo>
                  <a:cubicBezTo>
                    <a:pt x="32" y="7405"/>
                    <a:pt x="190" y="7751"/>
                    <a:pt x="442" y="7972"/>
                  </a:cubicBezTo>
                  <a:lnTo>
                    <a:pt x="64" y="8696"/>
                  </a:lnTo>
                  <a:cubicBezTo>
                    <a:pt x="1" y="8885"/>
                    <a:pt x="64" y="9074"/>
                    <a:pt x="222" y="9200"/>
                  </a:cubicBezTo>
                  <a:cubicBezTo>
                    <a:pt x="282" y="9226"/>
                    <a:pt x="341" y="9238"/>
                    <a:pt x="396" y="9238"/>
                  </a:cubicBezTo>
                  <a:cubicBezTo>
                    <a:pt x="541" y="9238"/>
                    <a:pt x="666" y="9157"/>
                    <a:pt x="757" y="9043"/>
                  </a:cubicBezTo>
                  <a:lnTo>
                    <a:pt x="1072" y="8413"/>
                  </a:lnTo>
                  <a:cubicBezTo>
                    <a:pt x="1230" y="8444"/>
                    <a:pt x="1387" y="8507"/>
                    <a:pt x="1545" y="8507"/>
                  </a:cubicBezTo>
                  <a:cubicBezTo>
                    <a:pt x="1923" y="8507"/>
                    <a:pt x="2332" y="8350"/>
                    <a:pt x="2553" y="8098"/>
                  </a:cubicBezTo>
                  <a:cubicBezTo>
                    <a:pt x="3151" y="9641"/>
                    <a:pt x="4632" y="10776"/>
                    <a:pt x="6365" y="10776"/>
                  </a:cubicBezTo>
                  <a:cubicBezTo>
                    <a:pt x="8098" y="10776"/>
                    <a:pt x="9610" y="9641"/>
                    <a:pt x="10209" y="8098"/>
                  </a:cubicBezTo>
                  <a:cubicBezTo>
                    <a:pt x="10461" y="8381"/>
                    <a:pt x="10839" y="8507"/>
                    <a:pt x="11217" y="8507"/>
                  </a:cubicBezTo>
                  <a:cubicBezTo>
                    <a:pt x="11374" y="8507"/>
                    <a:pt x="11532" y="8444"/>
                    <a:pt x="11689" y="8413"/>
                  </a:cubicBezTo>
                  <a:lnTo>
                    <a:pt x="12004" y="9043"/>
                  </a:lnTo>
                  <a:cubicBezTo>
                    <a:pt x="12069" y="9173"/>
                    <a:pt x="12193" y="9258"/>
                    <a:pt x="12326" y="9258"/>
                  </a:cubicBezTo>
                  <a:cubicBezTo>
                    <a:pt x="12387" y="9258"/>
                    <a:pt x="12449" y="9240"/>
                    <a:pt x="12508" y="9200"/>
                  </a:cubicBezTo>
                  <a:cubicBezTo>
                    <a:pt x="12729" y="9137"/>
                    <a:pt x="12792" y="8885"/>
                    <a:pt x="12666" y="8696"/>
                  </a:cubicBezTo>
                  <a:lnTo>
                    <a:pt x="12382" y="7940"/>
                  </a:lnTo>
                  <a:cubicBezTo>
                    <a:pt x="12634" y="7657"/>
                    <a:pt x="12792" y="7310"/>
                    <a:pt x="12792" y="6963"/>
                  </a:cubicBezTo>
                  <a:cubicBezTo>
                    <a:pt x="12792" y="6396"/>
                    <a:pt x="12477" y="5924"/>
                    <a:pt x="12036" y="5672"/>
                  </a:cubicBezTo>
                  <a:lnTo>
                    <a:pt x="12036" y="5451"/>
                  </a:lnTo>
                  <a:cubicBezTo>
                    <a:pt x="12036" y="4632"/>
                    <a:pt x="11343" y="3971"/>
                    <a:pt x="10524" y="3971"/>
                  </a:cubicBezTo>
                  <a:lnTo>
                    <a:pt x="10524" y="3624"/>
                  </a:lnTo>
                  <a:cubicBezTo>
                    <a:pt x="10524" y="2080"/>
                    <a:pt x="9641" y="694"/>
                    <a:pt x="82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14932;p136">
              <a:extLst>
                <a:ext uri="{FF2B5EF4-FFF2-40B4-BE49-F238E27FC236}">
                  <a16:creationId xmlns:a16="http://schemas.microsoft.com/office/drawing/2014/main" id="{94F70700-769F-EB69-BF3C-27F1CFAA99D4}"/>
                </a:ext>
              </a:extLst>
            </p:cNvPr>
            <p:cNvSpPr/>
            <p:nvPr/>
          </p:nvSpPr>
          <p:spPr>
            <a:xfrm>
              <a:off x="-57493150" y="4151150"/>
              <a:ext cx="55150" cy="36250"/>
            </a:xfrm>
            <a:custGeom>
              <a:avLst/>
              <a:gdLst/>
              <a:ahLst/>
              <a:cxnLst/>
              <a:rect l="l" t="t" r="r" b="b"/>
              <a:pathLst>
                <a:path w="2206" h="1450" extrusionOk="0">
                  <a:moveTo>
                    <a:pt x="379" y="1"/>
                  </a:moveTo>
                  <a:cubicBezTo>
                    <a:pt x="158" y="1"/>
                    <a:pt x="0" y="127"/>
                    <a:pt x="0" y="347"/>
                  </a:cubicBezTo>
                  <a:lnTo>
                    <a:pt x="0" y="1072"/>
                  </a:lnTo>
                  <a:cubicBezTo>
                    <a:pt x="0" y="1292"/>
                    <a:pt x="158" y="1450"/>
                    <a:pt x="379" y="1450"/>
                  </a:cubicBezTo>
                  <a:lnTo>
                    <a:pt x="1103" y="1450"/>
                  </a:lnTo>
                  <a:cubicBezTo>
                    <a:pt x="1733" y="1450"/>
                    <a:pt x="2206" y="914"/>
                    <a:pt x="2206" y="347"/>
                  </a:cubicBezTo>
                  <a:cubicBezTo>
                    <a:pt x="2206" y="158"/>
                    <a:pt x="2048" y="1"/>
                    <a:pt x="18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14933;p136">
              <a:extLst>
                <a:ext uri="{FF2B5EF4-FFF2-40B4-BE49-F238E27FC236}">
                  <a16:creationId xmlns:a16="http://schemas.microsoft.com/office/drawing/2014/main" id="{9ECA2006-1954-A4CE-D437-58C7BA261075}"/>
                </a:ext>
              </a:extLst>
            </p:cNvPr>
            <p:cNvSpPr/>
            <p:nvPr/>
          </p:nvSpPr>
          <p:spPr>
            <a:xfrm>
              <a:off x="-57381300" y="4151150"/>
              <a:ext cx="55925" cy="36250"/>
            </a:xfrm>
            <a:custGeom>
              <a:avLst/>
              <a:gdLst/>
              <a:ahLst/>
              <a:cxnLst/>
              <a:rect l="l" t="t" r="r" b="b"/>
              <a:pathLst>
                <a:path w="2237" h="1450" extrusionOk="0">
                  <a:moveTo>
                    <a:pt x="347" y="1"/>
                  </a:moveTo>
                  <a:cubicBezTo>
                    <a:pt x="158" y="1"/>
                    <a:pt x="0" y="127"/>
                    <a:pt x="0" y="347"/>
                  </a:cubicBezTo>
                  <a:cubicBezTo>
                    <a:pt x="0" y="977"/>
                    <a:pt x="504" y="1450"/>
                    <a:pt x="1103" y="1450"/>
                  </a:cubicBezTo>
                  <a:lnTo>
                    <a:pt x="1827" y="1450"/>
                  </a:lnTo>
                  <a:cubicBezTo>
                    <a:pt x="2048" y="1450"/>
                    <a:pt x="2206" y="1292"/>
                    <a:pt x="2206" y="1103"/>
                  </a:cubicBezTo>
                  <a:lnTo>
                    <a:pt x="2206" y="347"/>
                  </a:lnTo>
                  <a:cubicBezTo>
                    <a:pt x="2237" y="158"/>
                    <a:pt x="2079" y="1"/>
                    <a:pt x="18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14934;p136">
              <a:extLst>
                <a:ext uri="{FF2B5EF4-FFF2-40B4-BE49-F238E27FC236}">
                  <a16:creationId xmlns:a16="http://schemas.microsoft.com/office/drawing/2014/main" id="{011911D2-EEEB-54BE-5BE7-1D253C36B8E8}"/>
                </a:ext>
              </a:extLst>
            </p:cNvPr>
            <p:cNvSpPr/>
            <p:nvPr/>
          </p:nvSpPr>
          <p:spPr>
            <a:xfrm>
              <a:off x="-57442750" y="3982600"/>
              <a:ext cx="65400" cy="93750"/>
            </a:xfrm>
            <a:custGeom>
              <a:avLst/>
              <a:gdLst/>
              <a:ahLst/>
              <a:cxnLst/>
              <a:rect l="l" t="t" r="r" b="b"/>
              <a:pathLst>
                <a:path w="2616" h="3750" extrusionOk="0">
                  <a:moveTo>
                    <a:pt x="1292" y="1"/>
                  </a:moveTo>
                  <a:cubicBezTo>
                    <a:pt x="883" y="1"/>
                    <a:pt x="473" y="316"/>
                    <a:pt x="410" y="757"/>
                  </a:cubicBezTo>
                  <a:lnTo>
                    <a:pt x="95" y="2269"/>
                  </a:lnTo>
                  <a:cubicBezTo>
                    <a:pt x="1" y="2616"/>
                    <a:pt x="127" y="3025"/>
                    <a:pt x="316" y="3309"/>
                  </a:cubicBezTo>
                  <a:cubicBezTo>
                    <a:pt x="599" y="3529"/>
                    <a:pt x="946" y="3750"/>
                    <a:pt x="1355" y="3750"/>
                  </a:cubicBezTo>
                  <a:cubicBezTo>
                    <a:pt x="1702" y="3750"/>
                    <a:pt x="2049" y="3592"/>
                    <a:pt x="2301" y="3309"/>
                  </a:cubicBezTo>
                  <a:cubicBezTo>
                    <a:pt x="2521" y="3025"/>
                    <a:pt x="2616" y="2647"/>
                    <a:pt x="2521" y="2269"/>
                  </a:cubicBezTo>
                  <a:lnTo>
                    <a:pt x="2206" y="757"/>
                  </a:lnTo>
                  <a:cubicBezTo>
                    <a:pt x="2143" y="316"/>
                    <a:pt x="1734" y="1"/>
                    <a:pt x="129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9" name="Google Shape;14935;p136">
            <a:extLst>
              <a:ext uri="{FF2B5EF4-FFF2-40B4-BE49-F238E27FC236}">
                <a16:creationId xmlns:a16="http://schemas.microsoft.com/office/drawing/2014/main" id="{12FFF066-E42E-5EDB-0A6D-8D1E8F5D73BD}"/>
              </a:ext>
            </a:extLst>
          </p:cNvPr>
          <p:cNvGrpSpPr/>
          <p:nvPr/>
        </p:nvGrpSpPr>
        <p:grpSpPr>
          <a:xfrm>
            <a:off x="10211347" y="2547412"/>
            <a:ext cx="315261" cy="359682"/>
            <a:chOff x="-55576850" y="3198125"/>
            <a:chExt cx="279625" cy="319025"/>
          </a:xfrm>
          <a:solidFill>
            <a:schemeClr val="accent1">
              <a:lumMod val="75000"/>
            </a:schemeClr>
          </a:solidFill>
        </p:grpSpPr>
        <p:sp>
          <p:nvSpPr>
            <p:cNvPr id="610" name="Google Shape;14936;p136">
              <a:extLst>
                <a:ext uri="{FF2B5EF4-FFF2-40B4-BE49-F238E27FC236}">
                  <a16:creationId xmlns:a16="http://schemas.microsoft.com/office/drawing/2014/main" id="{5C97B98C-7308-8038-B97D-0C075351B9F4}"/>
                </a:ext>
              </a:extLst>
            </p:cNvPr>
            <p:cNvSpPr/>
            <p:nvPr/>
          </p:nvSpPr>
          <p:spPr>
            <a:xfrm>
              <a:off x="-55576850" y="3335975"/>
              <a:ext cx="18900" cy="63825"/>
            </a:xfrm>
            <a:custGeom>
              <a:avLst/>
              <a:gdLst/>
              <a:ahLst/>
              <a:cxnLst/>
              <a:rect l="l" t="t" r="r" b="b"/>
              <a:pathLst>
                <a:path w="756" h="2553" extrusionOk="0">
                  <a:moveTo>
                    <a:pt x="756" y="0"/>
                  </a:moveTo>
                  <a:cubicBezTo>
                    <a:pt x="315" y="221"/>
                    <a:pt x="0" y="693"/>
                    <a:pt x="0" y="1260"/>
                  </a:cubicBezTo>
                  <a:cubicBezTo>
                    <a:pt x="0" y="1796"/>
                    <a:pt x="315" y="2269"/>
                    <a:pt x="756" y="2552"/>
                  </a:cubicBezTo>
                  <a:lnTo>
                    <a:pt x="75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14937;p136">
              <a:extLst>
                <a:ext uri="{FF2B5EF4-FFF2-40B4-BE49-F238E27FC236}">
                  <a16:creationId xmlns:a16="http://schemas.microsoft.com/office/drawing/2014/main" id="{5119491E-AEF7-1862-0CE8-AD229DEBC4A0}"/>
                </a:ext>
              </a:extLst>
            </p:cNvPr>
            <p:cNvSpPr/>
            <p:nvPr/>
          </p:nvSpPr>
          <p:spPr>
            <a:xfrm>
              <a:off x="-55539850" y="3198125"/>
              <a:ext cx="206375" cy="99275"/>
            </a:xfrm>
            <a:custGeom>
              <a:avLst/>
              <a:gdLst/>
              <a:ahLst/>
              <a:cxnLst/>
              <a:rect l="l" t="t" r="r" b="b"/>
              <a:pathLst>
                <a:path w="8255" h="3971" extrusionOk="0">
                  <a:moveTo>
                    <a:pt x="2616" y="1"/>
                  </a:moveTo>
                  <a:cubicBezTo>
                    <a:pt x="2348" y="1"/>
                    <a:pt x="2080" y="95"/>
                    <a:pt x="1860" y="284"/>
                  </a:cubicBezTo>
                  <a:cubicBezTo>
                    <a:pt x="1671" y="95"/>
                    <a:pt x="1387" y="32"/>
                    <a:pt x="1103" y="32"/>
                  </a:cubicBezTo>
                  <a:cubicBezTo>
                    <a:pt x="473" y="32"/>
                    <a:pt x="1" y="536"/>
                    <a:pt x="1" y="1135"/>
                  </a:cubicBezTo>
                  <a:lnTo>
                    <a:pt x="1" y="3970"/>
                  </a:lnTo>
                  <a:lnTo>
                    <a:pt x="1639" y="2364"/>
                  </a:lnTo>
                  <a:cubicBezTo>
                    <a:pt x="1715" y="2287"/>
                    <a:pt x="1815" y="2246"/>
                    <a:pt x="1916" y="2246"/>
                  </a:cubicBezTo>
                  <a:cubicBezTo>
                    <a:pt x="1982" y="2246"/>
                    <a:pt x="2049" y="2263"/>
                    <a:pt x="2112" y="2301"/>
                  </a:cubicBezTo>
                  <a:cubicBezTo>
                    <a:pt x="2726" y="2726"/>
                    <a:pt x="3435" y="2939"/>
                    <a:pt x="4144" y="2939"/>
                  </a:cubicBezTo>
                  <a:cubicBezTo>
                    <a:pt x="4853" y="2939"/>
                    <a:pt x="5561" y="2726"/>
                    <a:pt x="6176" y="2301"/>
                  </a:cubicBezTo>
                  <a:cubicBezTo>
                    <a:pt x="6225" y="2263"/>
                    <a:pt x="6290" y="2246"/>
                    <a:pt x="6355" y="2246"/>
                  </a:cubicBezTo>
                  <a:cubicBezTo>
                    <a:pt x="6456" y="2246"/>
                    <a:pt x="6560" y="2287"/>
                    <a:pt x="6617" y="2364"/>
                  </a:cubicBezTo>
                  <a:lnTo>
                    <a:pt x="8255" y="3970"/>
                  </a:lnTo>
                  <a:lnTo>
                    <a:pt x="8255" y="1135"/>
                  </a:lnTo>
                  <a:cubicBezTo>
                    <a:pt x="8192" y="536"/>
                    <a:pt x="7719" y="32"/>
                    <a:pt x="7089" y="32"/>
                  </a:cubicBezTo>
                  <a:cubicBezTo>
                    <a:pt x="6837" y="32"/>
                    <a:pt x="6554" y="158"/>
                    <a:pt x="6365" y="284"/>
                  </a:cubicBezTo>
                  <a:cubicBezTo>
                    <a:pt x="6144" y="95"/>
                    <a:pt x="5876" y="1"/>
                    <a:pt x="5609" y="1"/>
                  </a:cubicBezTo>
                  <a:cubicBezTo>
                    <a:pt x="5341" y="1"/>
                    <a:pt x="5073" y="95"/>
                    <a:pt x="4853" y="284"/>
                  </a:cubicBezTo>
                  <a:cubicBezTo>
                    <a:pt x="4632" y="95"/>
                    <a:pt x="4372" y="1"/>
                    <a:pt x="4112" y="1"/>
                  </a:cubicBezTo>
                  <a:cubicBezTo>
                    <a:pt x="3852" y="1"/>
                    <a:pt x="3592" y="95"/>
                    <a:pt x="3372" y="284"/>
                  </a:cubicBezTo>
                  <a:cubicBezTo>
                    <a:pt x="3151" y="95"/>
                    <a:pt x="2883" y="1"/>
                    <a:pt x="26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14938;p136">
              <a:extLst>
                <a:ext uri="{FF2B5EF4-FFF2-40B4-BE49-F238E27FC236}">
                  <a16:creationId xmlns:a16="http://schemas.microsoft.com/office/drawing/2014/main" id="{527A46D5-BD46-33D1-A29E-F21AF84E8780}"/>
                </a:ext>
              </a:extLst>
            </p:cNvPr>
            <p:cNvSpPr/>
            <p:nvPr/>
          </p:nvSpPr>
          <p:spPr>
            <a:xfrm>
              <a:off x="-55539850" y="3275325"/>
              <a:ext cx="204800" cy="241825"/>
            </a:xfrm>
            <a:custGeom>
              <a:avLst/>
              <a:gdLst/>
              <a:ahLst/>
              <a:cxnLst/>
              <a:rect l="l" t="t" r="r" b="b"/>
              <a:pathLst>
                <a:path w="8192" h="9673" extrusionOk="0">
                  <a:moveTo>
                    <a:pt x="2616" y="2962"/>
                  </a:moveTo>
                  <a:cubicBezTo>
                    <a:pt x="2805" y="2962"/>
                    <a:pt x="2962" y="3119"/>
                    <a:pt x="2962" y="3308"/>
                  </a:cubicBezTo>
                  <a:cubicBezTo>
                    <a:pt x="2962" y="3529"/>
                    <a:pt x="2805" y="3686"/>
                    <a:pt x="2616" y="3686"/>
                  </a:cubicBezTo>
                  <a:cubicBezTo>
                    <a:pt x="2427" y="3686"/>
                    <a:pt x="2269" y="3560"/>
                    <a:pt x="2269" y="3308"/>
                  </a:cubicBezTo>
                  <a:cubicBezTo>
                    <a:pt x="2269" y="3119"/>
                    <a:pt x="2427" y="2962"/>
                    <a:pt x="2616" y="2962"/>
                  </a:cubicBezTo>
                  <a:close/>
                  <a:moveTo>
                    <a:pt x="5609" y="2993"/>
                  </a:moveTo>
                  <a:cubicBezTo>
                    <a:pt x="5798" y="2993"/>
                    <a:pt x="5955" y="3151"/>
                    <a:pt x="5955" y="3371"/>
                  </a:cubicBezTo>
                  <a:cubicBezTo>
                    <a:pt x="5987" y="3560"/>
                    <a:pt x="5798" y="3718"/>
                    <a:pt x="5609" y="3718"/>
                  </a:cubicBezTo>
                  <a:cubicBezTo>
                    <a:pt x="5420" y="3718"/>
                    <a:pt x="5262" y="3560"/>
                    <a:pt x="5262" y="3371"/>
                  </a:cubicBezTo>
                  <a:cubicBezTo>
                    <a:pt x="5262" y="3151"/>
                    <a:pt x="5420" y="2993"/>
                    <a:pt x="5609" y="2993"/>
                  </a:cubicBezTo>
                  <a:close/>
                  <a:moveTo>
                    <a:pt x="5164" y="6278"/>
                  </a:moveTo>
                  <a:cubicBezTo>
                    <a:pt x="5262" y="6278"/>
                    <a:pt x="5357" y="6317"/>
                    <a:pt x="5420" y="6396"/>
                  </a:cubicBezTo>
                  <a:cubicBezTo>
                    <a:pt x="5577" y="6522"/>
                    <a:pt x="5577" y="6742"/>
                    <a:pt x="5451" y="6900"/>
                  </a:cubicBezTo>
                  <a:cubicBezTo>
                    <a:pt x="5105" y="7246"/>
                    <a:pt x="4632" y="7435"/>
                    <a:pt x="4096" y="7435"/>
                  </a:cubicBezTo>
                  <a:cubicBezTo>
                    <a:pt x="3592" y="7435"/>
                    <a:pt x="3120" y="7246"/>
                    <a:pt x="2805" y="6900"/>
                  </a:cubicBezTo>
                  <a:cubicBezTo>
                    <a:pt x="2647" y="6742"/>
                    <a:pt x="2647" y="6522"/>
                    <a:pt x="2805" y="6396"/>
                  </a:cubicBezTo>
                  <a:cubicBezTo>
                    <a:pt x="2883" y="6317"/>
                    <a:pt x="2986" y="6278"/>
                    <a:pt x="3080" y="6278"/>
                  </a:cubicBezTo>
                  <a:cubicBezTo>
                    <a:pt x="3175" y="6278"/>
                    <a:pt x="3262" y="6317"/>
                    <a:pt x="3309" y="6396"/>
                  </a:cubicBezTo>
                  <a:cubicBezTo>
                    <a:pt x="3529" y="6616"/>
                    <a:pt x="3821" y="6727"/>
                    <a:pt x="4108" y="6727"/>
                  </a:cubicBezTo>
                  <a:cubicBezTo>
                    <a:pt x="4396" y="6727"/>
                    <a:pt x="4679" y="6616"/>
                    <a:pt x="4884" y="6396"/>
                  </a:cubicBezTo>
                  <a:cubicBezTo>
                    <a:pt x="4963" y="6317"/>
                    <a:pt x="5065" y="6278"/>
                    <a:pt x="5164" y="6278"/>
                  </a:cubicBezTo>
                  <a:close/>
                  <a:moveTo>
                    <a:pt x="1954" y="0"/>
                  </a:moveTo>
                  <a:lnTo>
                    <a:pt x="1" y="1954"/>
                  </a:lnTo>
                  <a:lnTo>
                    <a:pt x="1" y="5577"/>
                  </a:lnTo>
                  <a:cubicBezTo>
                    <a:pt x="1" y="7813"/>
                    <a:pt x="1860" y="9672"/>
                    <a:pt x="4096" y="9672"/>
                  </a:cubicBezTo>
                  <a:cubicBezTo>
                    <a:pt x="6365" y="9672"/>
                    <a:pt x="8192" y="7813"/>
                    <a:pt x="8192" y="5577"/>
                  </a:cubicBezTo>
                  <a:lnTo>
                    <a:pt x="8192" y="1954"/>
                  </a:lnTo>
                  <a:lnTo>
                    <a:pt x="6270" y="0"/>
                  </a:lnTo>
                  <a:cubicBezTo>
                    <a:pt x="5609" y="394"/>
                    <a:pt x="4860" y="591"/>
                    <a:pt x="4112" y="591"/>
                  </a:cubicBezTo>
                  <a:cubicBezTo>
                    <a:pt x="3364" y="591"/>
                    <a:pt x="2616" y="394"/>
                    <a:pt x="195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14939;p136">
              <a:extLst>
                <a:ext uri="{FF2B5EF4-FFF2-40B4-BE49-F238E27FC236}">
                  <a16:creationId xmlns:a16="http://schemas.microsoft.com/office/drawing/2014/main" id="{3AA400E2-BBAF-23A3-B12F-798EB13A1599}"/>
                </a:ext>
              </a:extLst>
            </p:cNvPr>
            <p:cNvSpPr/>
            <p:nvPr/>
          </p:nvSpPr>
          <p:spPr>
            <a:xfrm>
              <a:off x="-55316150" y="3335975"/>
              <a:ext cx="18925" cy="63825"/>
            </a:xfrm>
            <a:custGeom>
              <a:avLst/>
              <a:gdLst/>
              <a:ahLst/>
              <a:cxnLst/>
              <a:rect l="l" t="t" r="r" b="b"/>
              <a:pathLst>
                <a:path w="757" h="2553" extrusionOk="0">
                  <a:moveTo>
                    <a:pt x="0" y="0"/>
                  </a:moveTo>
                  <a:lnTo>
                    <a:pt x="0" y="2552"/>
                  </a:lnTo>
                  <a:cubicBezTo>
                    <a:pt x="441" y="2269"/>
                    <a:pt x="756" y="1796"/>
                    <a:pt x="756" y="1260"/>
                  </a:cubicBezTo>
                  <a:cubicBezTo>
                    <a:pt x="756" y="693"/>
                    <a:pt x="473" y="221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4" name="Google Shape;14940;p136">
            <a:extLst>
              <a:ext uri="{FF2B5EF4-FFF2-40B4-BE49-F238E27FC236}">
                <a16:creationId xmlns:a16="http://schemas.microsoft.com/office/drawing/2014/main" id="{CBDF634C-07C3-D88B-BDB5-CEF7D9AE3209}"/>
              </a:ext>
            </a:extLst>
          </p:cNvPr>
          <p:cNvGrpSpPr/>
          <p:nvPr/>
        </p:nvGrpSpPr>
        <p:grpSpPr>
          <a:xfrm>
            <a:off x="10188699" y="3004254"/>
            <a:ext cx="360555" cy="359005"/>
            <a:chOff x="-55596550" y="3590175"/>
            <a:chExt cx="319800" cy="318425"/>
          </a:xfrm>
          <a:solidFill>
            <a:schemeClr val="accent1">
              <a:lumMod val="75000"/>
            </a:schemeClr>
          </a:solidFill>
        </p:grpSpPr>
        <p:sp>
          <p:nvSpPr>
            <p:cNvPr id="615" name="Google Shape;14941;p136">
              <a:extLst>
                <a:ext uri="{FF2B5EF4-FFF2-40B4-BE49-F238E27FC236}">
                  <a16:creationId xmlns:a16="http://schemas.microsoft.com/office/drawing/2014/main" id="{E3AA8873-ABBA-9962-99FE-05A833E5ABAE}"/>
                </a:ext>
              </a:extLst>
            </p:cNvPr>
            <p:cNvSpPr/>
            <p:nvPr/>
          </p:nvSpPr>
          <p:spPr>
            <a:xfrm>
              <a:off x="-55596550" y="3590175"/>
              <a:ext cx="319800" cy="112850"/>
            </a:xfrm>
            <a:custGeom>
              <a:avLst/>
              <a:gdLst/>
              <a:ahLst/>
              <a:cxnLst/>
              <a:rect l="l" t="t" r="r" b="b"/>
              <a:pathLst>
                <a:path w="12792" h="4514" extrusionOk="0">
                  <a:moveTo>
                    <a:pt x="6380" y="0"/>
                  </a:moveTo>
                  <a:cubicBezTo>
                    <a:pt x="6309" y="0"/>
                    <a:pt x="6238" y="24"/>
                    <a:pt x="6175" y="71"/>
                  </a:cubicBezTo>
                  <a:lnTo>
                    <a:pt x="189" y="3789"/>
                  </a:lnTo>
                  <a:cubicBezTo>
                    <a:pt x="32" y="3883"/>
                    <a:pt x="0" y="4072"/>
                    <a:pt x="32" y="4230"/>
                  </a:cubicBezTo>
                  <a:cubicBezTo>
                    <a:pt x="95" y="4387"/>
                    <a:pt x="221" y="4513"/>
                    <a:pt x="378" y="4513"/>
                  </a:cubicBezTo>
                  <a:lnTo>
                    <a:pt x="12350" y="4513"/>
                  </a:lnTo>
                  <a:cubicBezTo>
                    <a:pt x="12508" y="4513"/>
                    <a:pt x="12665" y="4387"/>
                    <a:pt x="12728" y="4230"/>
                  </a:cubicBezTo>
                  <a:cubicBezTo>
                    <a:pt x="12791" y="4072"/>
                    <a:pt x="12728" y="3883"/>
                    <a:pt x="12571" y="3789"/>
                  </a:cubicBezTo>
                  <a:lnTo>
                    <a:pt x="6585" y="71"/>
                  </a:lnTo>
                  <a:cubicBezTo>
                    <a:pt x="6522" y="24"/>
                    <a:pt x="6451" y="0"/>
                    <a:pt x="63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14942;p136">
              <a:extLst>
                <a:ext uri="{FF2B5EF4-FFF2-40B4-BE49-F238E27FC236}">
                  <a16:creationId xmlns:a16="http://schemas.microsoft.com/office/drawing/2014/main" id="{0D79347D-9464-DE4C-8BD3-610719EEEF6E}"/>
                </a:ext>
              </a:extLst>
            </p:cNvPr>
            <p:cNvSpPr/>
            <p:nvPr/>
          </p:nvSpPr>
          <p:spPr>
            <a:xfrm>
              <a:off x="-55539850" y="3721900"/>
              <a:ext cx="204800" cy="186700"/>
            </a:xfrm>
            <a:custGeom>
              <a:avLst/>
              <a:gdLst/>
              <a:ahLst/>
              <a:cxnLst/>
              <a:rect l="l" t="t" r="r" b="b"/>
              <a:pathLst>
                <a:path w="8192" h="7468" extrusionOk="0">
                  <a:moveTo>
                    <a:pt x="2616" y="725"/>
                  </a:moveTo>
                  <a:cubicBezTo>
                    <a:pt x="2805" y="725"/>
                    <a:pt x="2962" y="883"/>
                    <a:pt x="2962" y="1072"/>
                  </a:cubicBezTo>
                  <a:cubicBezTo>
                    <a:pt x="2962" y="1292"/>
                    <a:pt x="2805" y="1450"/>
                    <a:pt x="2616" y="1450"/>
                  </a:cubicBezTo>
                  <a:cubicBezTo>
                    <a:pt x="2427" y="1450"/>
                    <a:pt x="2269" y="1292"/>
                    <a:pt x="2269" y="1072"/>
                  </a:cubicBezTo>
                  <a:cubicBezTo>
                    <a:pt x="2269" y="883"/>
                    <a:pt x="2427" y="725"/>
                    <a:pt x="2616" y="725"/>
                  </a:cubicBezTo>
                  <a:close/>
                  <a:moveTo>
                    <a:pt x="5609" y="725"/>
                  </a:moveTo>
                  <a:cubicBezTo>
                    <a:pt x="5798" y="725"/>
                    <a:pt x="5955" y="883"/>
                    <a:pt x="5955" y="1072"/>
                  </a:cubicBezTo>
                  <a:cubicBezTo>
                    <a:pt x="5955" y="1292"/>
                    <a:pt x="5798" y="1450"/>
                    <a:pt x="5609" y="1450"/>
                  </a:cubicBezTo>
                  <a:cubicBezTo>
                    <a:pt x="5420" y="1450"/>
                    <a:pt x="5262" y="1292"/>
                    <a:pt x="5262" y="1072"/>
                  </a:cubicBezTo>
                  <a:cubicBezTo>
                    <a:pt x="5262" y="883"/>
                    <a:pt x="5420" y="725"/>
                    <a:pt x="5609" y="725"/>
                  </a:cubicBezTo>
                  <a:close/>
                  <a:moveTo>
                    <a:pt x="3395" y="2245"/>
                  </a:moveTo>
                  <a:cubicBezTo>
                    <a:pt x="3490" y="2245"/>
                    <a:pt x="3577" y="2285"/>
                    <a:pt x="3624" y="2363"/>
                  </a:cubicBezTo>
                  <a:cubicBezTo>
                    <a:pt x="3781" y="2521"/>
                    <a:pt x="3781" y="2741"/>
                    <a:pt x="3624" y="2867"/>
                  </a:cubicBezTo>
                  <a:lnTo>
                    <a:pt x="2899" y="3624"/>
                  </a:lnTo>
                  <a:cubicBezTo>
                    <a:pt x="2820" y="3687"/>
                    <a:pt x="2718" y="3718"/>
                    <a:pt x="2620" y="3718"/>
                  </a:cubicBezTo>
                  <a:cubicBezTo>
                    <a:pt x="2521" y="3718"/>
                    <a:pt x="2427" y="3687"/>
                    <a:pt x="2364" y="3624"/>
                  </a:cubicBezTo>
                  <a:cubicBezTo>
                    <a:pt x="2206" y="3466"/>
                    <a:pt x="2206" y="3214"/>
                    <a:pt x="2364" y="3088"/>
                  </a:cubicBezTo>
                  <a:lnTo>
                    <a:pt x="3120" y="2363"/>
                  </a:lnTo>
                  <a:cubicBezTo>
                    <a:pt x="3199" y="2285"/>
                    <a:pt x="3301" y="2245"/>
                    <a:pt x="3395" y="2245"/>
                  </a:cubicBezTo>
                  <a:close/>
                  <a:moveTo>
                    <a:pt x="4849" y="2245"/>
                  </a:moveTo>
                  <a:cubicBezTo>
                    <a:pt x="4947" y="2245"/>
                    <a:pt x="5042" y="2285"/>
                    <a:pt x="5105" y="2363"/>
                  </a:cubicBezTo>
                  <a:lnTo>
                    <a:pt x="5829" y="3088"/>
                  </a:lnTo>
                  <a:cubicBezTo>
                    <a:pt x="5987" y="3246"/>
                    <a:pt x="5987" y="3498"/>
                    <a:pt x="5829" y="3624"/>
                  </a:cubicBezTo>
                  <a:cubicBezTo>
                    <a:pt x="5750" y="3687"/>
                    <a:pt x="5656" y="3718"/>
                    <a:pt x="5565" y="3718"/>
                  </a:cubicBezTo>
                  <a:cubicBezTo>
                    <a:pt x="5475" y="3718"/>
                    <a:pt x="5388" y="3687"/>
                    <a:pt x="5325" y="3624"/>
                  </a:cubicBezTo>
                  <a:lnTo>
                    <a:pt x="4569" y="2867"/>
                  </a:lnTo>
                  <a:cubicBezTo>
                    <a:pt x="4474" y="2741"/>
                    <a:pt x="4474" y="2521"/>
                    <a:pt x="4569" y="2363"/>
                  </a:cubicBezTo>
                  <a:cubicBezTo>
                    <a:pt x="4648" y="2285"/>
                    <a:pt x="4750" y="2245"/>
                    <a:pt x="4849" y="2245"/>
                  </a:cubicBezTo>
                  <a:close/>
                  <a:moveTo>
                    <a:pt x="5164" y="4041"/>
                  </a:moveTo>
                  <a:cubicBezTo>
                    <a:pt x="5262" y="4041"/>
                    <a:pt x="5357" y="4080"/>
                    <a:pt x="5420" y="4159"/>
                  </a:cubicBezTo>
                  <a:cubicBezTo>
                    <a:pt x="5577" y="4317"/>
                    <a:pt x="5577" y="4537"/>
                    <a:pt x="5420" y="4663"/>
                  </a:cubicBezTo>
                  <a:cubicBezTo>
                    <a:pt x="5042" y="5010"/>
                    <a:pt x="4569" y="5230"/>
                    <a:pt x="4065" y="5230"/>
                  </a:cubicBezTo>
                  <a:cubicBezTo>
                    <a:pt x="3561" y="5230"/>
                    <a:pt x="3088" y="5010"/>
                    <a:pt x="2773" y="4663"/>
                  </a:cubicBezTo>
                  <a:cubicBezTo>
                    <a:pt x="2616" y="4506"/>
                    <a:pt x="2616" y="4285"/>
                    <a:pt x="2773" y="4159"/>
                  </a:cubicBezTo>
                  <a:cubicBezTo>
                    <a:pt x="2852" y="4080"/>
                    <a:pt x="2946" y="4041"/>
                    <a:pt x="3037" y="4041"/>
                  </a:cubicBezTo>
                  <a:cubicBezTo>
                    <a:pt x="3128" y="4041"/>
                    <a:pt x="3214" y="4080"/>
                    <a:pt x="3277" y="4159"/>
                  </a:cubicBezTo>
                  <a:cubicBezTo>
                    <a:pt x="3514" y="4380"/>
                    <a:pt x="3821" y="4490"/>
                    <a:pt x="4116" y="4490"/>
                  </a:cubicBezTo>
                  <a:cubicBezTo>
                    <a:pt x="4411" y="4490"/>
                    <a:pt x="4695" y="4380"/>
                    <a:pt x="4884" y="4159"/>
                  </a:cubicBezTo>
                  <a:cubicBezTo>
                    <a:pt x="4963" y="4080"/>
                    <a:pt x="5065" y="4041"/>
                    <a:pt x="5164" y="4041"/>
                  </a:cubicBezTo>
                  <a:close/>
                  <a:moveTo>
                    <a:pt x="1" y="1"/>
                  </a:moveTo>
                  <a:lnTo>
                    <a:pt x="1" y="3340"/>
                  </a:lnTo>
                  <a:cubicBezTo>
                    <a:pt x="1" y="5577"/>
                    <a:pt x="1860" y="7467"/>
                    <a:pt x="4096" y="7467"/>
                  </a:cubicBezTo>
                  <a:cubicBezTo>
                    <a:pt x="6365" y="7467"/>
                    <a:pt x="8192" y="5608"/>
                    <a:pt x="8192" y="3340"/>
                  </a:cubicBezTo>
                  <a:lnTo>
                    <a:pt x="819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14943;p136">
              <a:extLst>
                <a:ext uri="{FF2B5EF4-FFF2-40B4-BE49-F238E27FC236}">
                  <a16:creationId xmlns:a16="http://schemas.microsoft.com/office/drawing/2014/main" id="{6A395E96-16BB-C5E1-20AF-B85D72912EE4}"/>
                </a:ext>
              </a:extLst>
            </p:cNvPr>
            <p:cNvSpPr/>
            <p:nvPr/>
          </p:nvSpPr>
          <p:spPr>
            <a:xfrm>
              <a:off x="-55316150" y="3726625"/>
              <a:ext cx="18925" cy="63825"/>
            </a:xfrm>
            <a:custGeom>
              <a:avLst/>
              <a:gdLst/>
              <a:ahLst/>
              <a:cxnLst/>
              <a:rect l="l" t="t" r="r" b="b"/>
              <a:pathLst>
                <a:path w="757" h="2553" extrusionOk="0">
                  <a:moveTo>
                    <a:pt x="0" y="1"/>
                  </a:moveTo>
                  <a:lnTo>
                    <a:pt x="0" y="2552"/>
                  </a:lnTo>
                  <a:cubicBezTo>
                    <a:pt x="441" y="2269"/>
                    <a:pt x="756" y="1796"/>
                    <a:pt x="756" y="1261"/>
                  </a:cubicBezTo>
                  <a:cubicBezTo>
                    <a:pt x="756" y="757"/>
                    <a:pt x="473" y="284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14944;p136">
              <a:extLst>
                <a:ext uri="{FF2B5EF4-FFF2-40B4-BE49-F238E27FC236}">
                  <a16:creationId xmlns:a16="http://schemas.microsoft.com/office/drawing/2014/main" id="{AF5353B8-CAEB-C0DA-C065-4BFB2127578E}"/>
                </a:ext>
              </a:extLst>
            </p:cNvPr>
            <p:cNvSpPr/>
            <p:nvPr/>
          </p:nvSpPr>
          <p:spPr>
            <a:xfrm>
              <a:off x="-55576850" y="3727425"/>
              <a:ext cx="18900" cy="63800"/>
            </a:xfrm>
            <a:custGeom>
              <a:avLst/>
              <a:gdLst/>
              <a:ahLst/>
              <a:cxnLst/>
              <a:rect l="l" t="t" r="r" b="b"/>
              <a:pathLst>
                <a:path w="756" h="2552" extrusionOk="0">
                  <a:moveTo>
                    <a:pt x="756" y="0"/>
                  </a:moveTo>
                  <a:cubicBezTo>
                    <a:pt x="315" y="252"/>
                    <a:pt x="0" y="725"/>
                    <a:pt x="0" y="1260"/>
                  </a:cubicBezTo>
                  <a:cubicBezTo>
                    <a:pt x="0" y="1827"/>
                    <a:pt x="315" y="2300"/>
                    <a:pt x="756" y="2552"/>
                  </a:cubicBezTo>
                  <a:lnTo>
                    <a:pt x="75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9" name="Google Shape;14945;p136">
            <a:extLst>
              <a:ext uri="{FF2B5EF4-FFF2-40B4-BE49-F238E27FC236}">
                <a16:creationId xmlns:a16="http://schemas.microsoft.com/office/drawing/2014/main" id="{DA9C06ED-D69D-4FF4-43F9-65CA49399C98}"/>
              </a:ext>
            </a:extLst>
          </p:cNvPr>
          <p:cNvGrpSpPr/>
          <p:nvPr/>
        </p:nvGrpSpPr>
        <p:grpSpPr>
          <a:xfrm>
            <a:off x="10203967" y="3446437"/>
            <a:ext cx="359682" cy="359935"/>
            <a:chOff x="-55595775" y="3982375"/>
            <a:chExt cx="319025" cy="319250"/>
          </a:xfrm>
          <a:solidFill>
            <a:schemeClr val="accent1">
              <a:lumMod val="75000"/>
            </a:schemeClr>
          </a:solidFill>
        </p:grpSpPr>
        <p:sp>
          <p:nvSpPr>
            <p:cNvPr id="620" name="Google Shape;14946;p136">
              <a:extLst>
                <a:ext uri="{FF2B5EF4-FFF2-40B4-BE49-F238E27FC236}">
                  <a16:creationId xmlns:a16="http://schemas.microsoft.com/office/drawing/2014/main" id="{27087FD7-1FFE-4D7B-7F62-7C921E8D8C01}"/>
                </a:ext>
              </a:extLst>
            </p:cNvPr>
            <p:cNvSpPr/>
            <p:nvPr/>
          </p:nvSpPr>
          <p:spPr>
            <a:xfrm>
              <a:off x="-55441400" y="3982375"/>
              <a:ext cx="125250" cy="145175"/>
            </a:xfrm>
            <a:custGeom>
              <a:avLst/>
              <a:gdLst/>
              <a:ahLst/>
              <a:cxnLst/>
              <a:rect l="l" t="t" r="r" b="b"/>
              <a:pathLst>
                <a:path w="5010" h="5807" extrusionOk="0">
                  <a:moveTo>
                    <a:pt x="2038" y="1"/>
                  </a:moveTo>
                  <a:cubicBezTo>
                    <a:pt x="1277" y="1"/>
                    <a:pt x="574" y="302"/>
                    <a:pt x="1" y="797"/>
                  </a:cubicBezTo>
                  <a:cubicBezTo>
                    <a:pt x="2332" y="1081"/>
                    <a:pt x="4160" y="3003"/>
                    <a:pt x="4254" y="5365"/>
                  </a:cubicBezTo>
                  <a:cubicBezTo>
                    <a:pt x="4538" y="5491"/>
                    <a:pt x="4821" y="5586"/>
                    <a:pt x="5010" y="5807"/>
                  </a:cubicBezTo>
                  <a:lnTo>
                    <a:pt x="5010" y="3066"/>
                  </a:lnTo>
                  <a:cubicBezTo>
                    <a:pt x="5010" y="1585"/>
                    <a:pt x="3939" y="293"/>
                    <a:pt x="2521" y="41"/>
                  </a:cubicBezTo>
                  <a:cubicBezTo>
                    <a:pt x="2358" y="14"/>
                    <a:pt x="2197" y="1"/>
                    <a:pt x="203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14947;p136">
              <a:extLst>
                <a:ext uri="{FF2B5EF4-FFF2-40B4-BE49-F238E27FC236}">
                  <a16:creationId xmlns:a16="http://schemas.microsoft.com/office/drawing/2014/main" id="{01EFC841-3A51-B691-12FD-D1F95DE0E515}"/>
                </a:ext>
              </a:extLst>
            </p:cNvPr>
            <p:cNvSpPr/>
            <p:nvPr/>
          </p:nvSpPr>
          <p:spPr>
            <a:xfrm>
              <a:off x="-55343725" y="4203125"/>
              <a:ext cx="66975" cy="41000"/>
            </a:xfrm>
            <a:custGeom>
              <a:avLst/>
              <a:gdLst/>
              <a:ahLst/>
              <a:cxnLst/>
              <a:rect l="l" t="t" r="r" b="b"/>
              <a:pathLst>
                <a:path w="2679" h="1640" extrusionOk="0">
                  <a:moveTo>
                    <a:pt x="1418" y="1"/>
                  </a:moveTo>
                  <a:cubicBezTo>
                    <a:pt x="1135" y="379"/>
                    <a:pt x="757" y="663"/>
                    <a:pt x="284" y="789"/>
                  </a:cubicBezTo>
                  <a:cubicBezTo>
                    <a:pt x="190" y="1072"/>
                    <a:pt x="127" y="1387"/>
                    <a:pt x="1" y="1639"/>
                  </a:cubicBezTo>
                  <a:lnTo>
                    <a:pt x="2300" y="1639"/>
                  </a:lnTo>
                  <a:cubicBezTo>
                    <a:pt x="2458" y="1639"/>
                    <a:pt x="2615" y="1545"/>
                    <a:pt x="2647" y="1387"/>
                  </a:cubicBezTo>
                  <a:cubicBezTo>
                    <a:pt x="2678" y="1167"/>
                    <a:pt x="2615" y="1009"/>
                    <a:pt x="2458" y="946"/>
                  </a:cubicBezTo>
                  <a:cubicBezTo>
                    <a:pt x="2017" y="757"/>
                    <a:pt x="1670" y="379"/>
                    <a:pt x="141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14948;p136">
              <a:extLst>
                <a:ext uri="{FF2B5EF4-FFF2-40B4-BE49-F238E27FC236}">
                  <a16:creationId xmlns:a16="http://schemas.microsoft.com/office/drawing/2014/main" id="{EC33F9A8-4DF1-D4C3-BD3B-E78F456E3DCF}"/>
                </a:ext>
              </a:extLst>
            </p:cNvPr>
            <p:cNvSpPr/>
            <p:nvPr/>
          </p:nvSpPr>
          <p:spPr>
            <a:xfrm>
              <a:off x="-55557950" y="4019625"/>
              <a:ext cx="147300" cy="94525"/>
            </a:xfrm>
            <a:custGeom>
              <a:avLst/>
              <a:gdLst/>
              <a:ahLst/>
              <a:cxnLst/>
              <a:rect l="l" t="t" r="r" b="b"/>
              <a:pathLst>
                <a:path w="5892" h="3781" extrusionOk="0">
                  <a:moveTo>
                    <a:pt x="4064" y="0"/>
                  </a:moveTo>
                  <a:cubicBezTo>
                    <a:pt x="1922" y="63"/>
                    <a:pt x="189" y="1702"/>
                    <a:pt x="0" y="3781"/>
                  </a:cubicBezTo>
                  <a:lnTo>
                    <a:pt x="2584" y="3749"/>
                  </a:lnTo>
                  <a:cubicBezTo>
                    <a:pt x="3938" y="3749"/>
                    <a:pt x="5135" y="2930"/>
                    <a:pt x="5671" y="1670"/>
                  </a:cubicBezTo>
                  <a:cubicBezTo>
                    <a:pt x="5829" y="1261"/>
                    <a:pt x="5892" y="882"/>
                    <a:pt x="5892" y="441"/>
                  </a:cubicBezTo>
                  <a:cubicBezTo>
                    <a:pt x="5356" y="158"/>
                    <a:pt x="4726" y="0"/>
                    <a:pt x="406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14949;p136">
              <a:extLst>
                <a:ext uri="{FF2B5EF4-FFF2-40B4-BE49-F238E27FC236}">
                  <a16:creationId xmlns:a16="http://schemas.microsoft.com/office/drawing/2014/main" id="{15819680-4EAF-3F8E-5FD7-460B52F8DD0E}"/>
                </a:ext>
              </a:extLst>
            </p:cNvPr>
            <p:cNvSpPr/>
            <p:nvPr/>
          </p:nvSpPr>
          <p:spPr>
            <a:xfrm>
              <a:off x="-55557950" y="4042450"/>
              <a:ext cx="206375" cy="259175"/>
            </a:xfrm>
            <a:custGeom>
              <a:avLst/>
              <a:gdLst/>
              <a:ahLst/>
              <a:cxnLst/>
              <a:rect l="l" t="t" r="r" b="b"/>
              <a:pathLst>
                <a:path w="8255" h="10367" extrusionOk="0">
                  <a:moveTo>
                    <a:pt x="2584" y="4349"/>
                  </a:moveTo>
                  <a:cubicBezTo>
                    <a:pt x="2773" y="4349"/>
                    <a:pt x="2993" y="4475"/>
                    <a:pt x="2993" y="4695"/>
                  </a:cubicBezTo>
                  <a:cubicBezTo>
                    <a:pt x="2993" y="4884"/>
                    <a:pt x="2836" y="5073"/>
                    <a:pt x="2615" y="5073"/>
                  </a:cubicBezTo>
                  <a:cubicBezTo>
                    <a:pt x="2395" y="5073"/>
                    <a:pt x="2237" y="4916"/>
                    <a:pt x="2237" y="4727"/>
                  </a:cubicBezTo>
                  <a:cubicBezTo>
                    <a:pt x="2237" y="4538"/>
                    <a:pt x="2395" y="4349"/>
                    <a:pt x="2584" y="4349"/>
                  </a:cubicBezTo>
                  <a:close/>
                  <a:moveTo>
                    <a:pt x="5545" y="4349"/>
                  </a:moveTo>
                  <a:cubicBezTo>
                    <a:pt x="5734" y="4349"/>
                    <a:pt x="5923" y="4506"/>
                    <a:pt x="5923" y="4695"/>
                  </a:cubicBezTo>
                  <a:cubicBezTo>
                    <a:pt x="5986" y="4884"/>
                    <a:pt x="5829" y="5042"/>
                    <a:pt x="5577" y="5073"/>
                  </a:cubicBezTo>
                  <a:cubicBezTo>
                    <a:pt x="5388" y="5073"/>
                    <a:pt x="5198" y="4916"/>
                    <a:pt x="5198" y="4727"/>
                  </a:cubicBezTo>
                  <a:cubicBezTo>
                    <a:pt x="5198" y="4538"/>
                    <a:pt x="5356" y="4349"/>
                    <a:pt x="5545" y="4349"/>
                  </a:cubicBezTo>
                  <a:close/>
                  <a:moveTo>
                    <a:pt x="5191" y="6908"/>
                  </a:moveTo>
                  <a:cubicBezTo>
                    <a:pt x="5285" y="6908"/>
                    <a:pt x="5372" y="6948"/>
                    <a:pt x="5419" y="7027"/>
                  </a:cubicBezTo>
                  <a:cubicBezTo>
                    <a:pt x="5577" y="7121"/>
                    <a:pt x="5577" y="7373"/>
                    <a:pt x="5451" y="7531"/>
                  </a:cubicBezTo>
                  <a:cubicBezTo>
                    <a:pt x="5104" y="7877"/>
                    <a:pt x="4631" y="8066"/>
                    <a:pt x="4159" y="8066"/>
                  </a:cubicBezTo>
                  <a:cubicBezTo>
                    <a:pt x="3655" y="8066"/>
                    <a:pt x="3182" y="7877"/>
                    <a:pt x="2836" y="7531"/>
                  </a:cubicBezTo>
                  <a:cubicBezTo>
                    <a:pt x="2678" y="7373"/>
                    <a:pt x="2678" y="7121"/>
                    <a:pt x="2836" y="7027"/>
                  </a:cubicBezTo>
                  <a:cubicBezTo>
                    <a:pt x="2914" y="6948"/>
                    <a:pt x="3009" y="6908"/>
                    <a:pt x="3099" y="6908"/>
                  </a:cubicBezTo>
                  <a:cubicBezTo>
                    <a:pt x="3190" y="6908"/>
                    <a:pt x="3277" y="6948"/>
                    <a:pt x="3340" y="7027"/>
                  </a:cubicBezTo>
                  <a:cubicBezTo>
                    <a:pt x="3556" y="7227"/>
                    <a:pt x="3848" y="7322"/>
                    <a:pt x="4133" y="7322"/>
                  </a:cubicBezTo>
                  <a:cubicBezTo>
                    <a:pt x="4431" y="7322"/>
                    <a:pt x="4722" y="7219"/>
                    <a:pt x="4915" y="7027"/>
                  </a:cubicBezTo>
                  <a:cubicBezTo>
                    <a:pt x="4994" y="6948"/>
                    <a:pt x="5096" y="6908"/>
                    <a:pt x="5191" y="6908"/>
                  </a:cubicBezTo>
                  <a:close/>
                  <a:moveTo>
                    <a:pt x="6616" y="1"/>
                  </a:moveTo>
                  <a:cubicBezTo>
                    <a:pt x="6553" y="348"/>
                    <a:pt x="6490" y="726"/>
                    <a:pt x="6333" y="1072"/>
                  </a:cubicBezTo>
                  <a:cubicBezTo>
                    <a:pt x="5703" y="2584"/>
                    <a:pt x="4253" y="3624"/>
                    <a:pt x="2584" y="3624"/>
                  </a:cubicBezTo>
                  <a:lnTo>
                    <a:pt x="0" y="3656"/>
                  </a:lnTo>
                  <a:lnTo>
                    <a:pt x="32" y="6302"/>
                  </a:lnTo>
                  <a:cubicBezTo>
                    <a:pt x="63" y="8520"/>
                    <a:pt x="1891" y="10366"/>
                    <a:pt x="4103" y="10366"/>
                  </a:cubicBezTo>
                  <a:cubicBezTo>
                    <a:pt x="4121" y="10366"/>
                    <a:pt x="4140" y="10366"/>
                    <a:pt x="4159" y="10366"/>
                  </a:cubicBezTo>
                  <a:cubicBezTo>
                    <a:pt x="6396" y="10335"/>
                    <a:pt x="8254" y="8476"/>
                    <a:pt x="8223" y="6239"/>
                  </a:cubicBezTo>
                  <a:lnTo>
                    <a:pt x="8191" y="3246"/>
                  </a:lnTo>
                  <a:cubicBezTo>
                    <a:pt x="8191" y="1891"/>
                    <a:pt x="7561" y="757"/>
                    <a:pt x="66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14950;p136">
              <a:extLst>
                <a:ext uri="{FF2B5EF4-FFF2-40B4-BE49-F238E27FC236}">
                  <a16:creationId xmlns:a16="http://schemas.microsoft.com/office/drawing/2014/main" id="{D36D456D-776B-3AB4-E987-0C3E23D31D60}"/>
                </a:ext>
              </a:extLst>
            </p:cNvPr>
            <p:cNvSpPr/>
            <p:nvPr/>
          </p:nvSpPr>
          <p:spPr>
            <a:xfrm>
              <a:off x="-55335050" y="4136200"/>
              <a:ext cx="18900" cy="64600"/>
            </a:xfrm>
            <a:custGeom>
              <a:avLst/>
              <a:gdLst/>
              <a:ahLst/>
              <a:cxnLst/>
              <a:rect l="l" t="t" r="r" b="b"/>
              <a:pathLst>
                <a:path w="756" h="2584" extrusionOk="0">
                  <a:moveTo>
                    <a:pt x="0" y="0"/>
                  </a:moveTo>
                  <a:lnTo>
                    <a:pt x="0" y="2426"/>
                  </a:lnTo>
                  <a:lnTo>
                    <a:pt x="0" y="2583"/>
                  </a:lnTo>
                  <a:cubicBezTo>
                    <a:pt x="441" y="2331"/>
                    <a:pt x="756" y="1859"/>
                    <a:pt x="756" y="1292"/>
                  </a:cubicBezTo>
                  <a:cubicBezTo>
                    <a:pt x="756" y="756"/>
                    <a:pt x="441" y="28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14951;p136">
              <a:extLst>
                <a:ext uri="{FF2B5EF4-FFF2-40B4-BE49-F238E27FC236}">
                  <a16:creationId xmlns:a16="http://schemas.microsoft.com/office/drawing/2014/main" id="{F056F51B-8FA3-6CBF-51F5-B7FBD3F2EB59}"/>
                </a:ext>
              </a:extLst>
            </p:cNvPr>
            <p:cNvSpPr/>
            <p:nvPr/>
          </p:nvSpPr>
          <p:spPr>
            <a:xfrm>
              <a:off x="-55595775" y="4136975"/>
              <a:ext cx="18925" cy="65400"/>
            </a:xfrm>
            <a:custGeom>
              <a:avLst/>
              <a:gdLst/>
              <a:ahLst/>
              <a:cxnLst/>
              <a:rect l="l" t="t" r="r" b="b"/>
              <a:pathLst>
                <a:path w="757" h="2616" extrusionOk="0">
                  <a:moveTo>
                    <a:pt x="757" y="1"/>
                  </a:moveTo>
                  <a:cubicBezTo>
                    <a:pt x="284" y="284"/>
                    <a:pt x="1" y="757"/>
                    <a:pt x="1" y="1292"/>
                  </a:cubicBezTo>
                  <a:cubicBezTo>
                    <a:pt x="1" y="1859"/>
                    <a:pt x="316" y="2332"/>
                    <a:pt x="757" y="2615"/>
                  </a:cubicBezTo>
                  <a:lnTo>
                    <a:pt x="75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6" name="Google Shape;14952;p136">
            <a:extLst>
              <a:ext uri="{FF2B5EF4-FFF2-40B4-BE49-F238E27FC236}">
                <a16:creationId xmlns:a16="http://schemas.microsoft.com/office/drawing/2014/main" id="{46B2A1D2-3B0D-F4F0-D832-0CE244DAF63C}"/>
              </a:ext>
            </a:extLst>
          </p:cNvPr>
          <p:cNvGrpSpPr/>
          <p:nvPr/>
        </p:nvGrpSpPr>
        <p:grpSpPr>
          <a:xfrm>
            <a:off x="8858595" y="3905518"/>
            <a:ext cx="359682" cy="358780"/>
            <a:chOff x="-53635375" y="3192625"/>
            <a:chExt cx="319025" cy="318225"/>
          </a:xfrm>
          <a:solidFill>
            <a:schemeClr val="accent1">
              <a:lumMod val="75000"/>
            </a:schemeClr>
          </a:solidFill>
        </p:grpSpPr>
        <p:sp>
          <p:nvSpPr>
            <p:cNvPr id="627" name="Google Shape;14953;p136">
              <a:extLst>
                <a:ext uri="{FF2B5EF4-FFF2-40B4-BE49-F238E27FC236}">
                  <a16:creationId xmlns:a16="http://schemas.microsoft.com/office/drawing/2014/main" id="{DE3A5A31-566F-B369-E7DE-DB9A05C55190}"/>
                </a:ext>
              </a:extLst>
            </p:cNvPr>
            <p:cNvSpPr/>
            <p:nvPr/>
          </p:nvSpPr>
          <p:spPr>
            <a:xfrm>
              <a:off x="-53560550" y="3342275"/>
              <a:ext cx="167000" cy="151250"/>
            </a:xfrm>
            <a:custGeom>
              <a:avLst/>
              <a:gdLst/>
              <a:ahLst/>
              <a:cxnLst/>
              <a:rect l="l" t="t" r="r" b="b"/>
              <a:pathLst>
                <a:path w="6680" h="6050" extrusionOk="0">
                  <a:moveTo>
                    <a:pt x="1891" y="756"/>
                  </a:moveTo>
                  <a:cubicBezTo>
                    <a:pt x="2080" y="756"/>
                    <a:pt x="2238" y="914"/>
                    <a:pt x="2238" y="1103"/>
                  </a:cubicBezTo>
                  <a:cubicBezTo>
                    <a:pt x="2238" y="1323"/>
                    <a:pt x="2080" y="1481"/>
                    <a:pt x="1891" y="1481"/>
                  </a:cubicBezTo>
                  <a:cubicBezTo>
                    <a:pt x="1875" y="1484"/>
                    <a:pt x="1859" y="1485"/>
                    <a:pt x="1844" y="1485"/>
                  </a:cubicBezTo>
                  <a:cubicBezTo>
                    <a:pt x="1676" y="1485"/>
                    <a:pt x="1544" y="1333"/>
                    <a:pt x="1544" y="1103"/>
                  </a:cubicBezTo>
                  <a:cubicBezTo>
                    <a:pt x="1544" y="914"/>
                    <a:pt x="1702" y="756"/>
                    <a:pt x="1891" y="756"/>
                  </a:cubicBezTo>
                  <a:close/>
                  <a:moveTo>
                    <a:pt x="4884" y="788"/>
                  </a:moveTo>
                  <a:cubicBezTo>
                    <a:pt x="5073" y="788"/>
                    <a:pt x="5231" y="945"/>
                    <a:pt x="5231" y="1166"/>
                  </a:cubicBezTo>
                  <a:cubicBezTo>
                    <a:pt x="5262" y="1355"/>
                    <a:pt x="5073" y="1512"/>
                    <a:pt x="4884" y="1512"/>
                  </a:cubicBezTo>
                  <a:cubicBezTo>
                    <a:pt x="4695" y="1512"/>
                    <a:pt x="4537" y="1355"/>
                    <a:pt x="4537" y="1166"/>
                  </a:cubicBezTo>
                  <a:cubicBezTo>
                    <a:pt x="4537" y="945"/>
                    <a:pt x="4695" y="788"/>
                    <a:pt x="4884" y="788"/>
                  </a:cubicBezTo>
                  <a:close/>
                  <a:moveTo>
                    <a:pt x="4443" y="3348"/>
                  </a:moveTo>
                  <a:cubicBezTo>
                    <a:pt x="4537" y="3348"/>
                    <a:pt x="4632" y="3387"/>
                    <a:pt x="4695" y="3466"/>
                  </a:cubicBezTo>
                  <a:cubicBezTo>
                    <a:pt x="4852" y="3592"/>
                    <a:pt x="4852" y="3844"/>
                    <a:pt x="4726" y="3970"/>
                  </a:cubicBezTo>
                  <a:cubicBezTo>
                    <a:pt x="4380" y="4348"/>
                    <a:pt x="3907" y="4537"/>
                    <a:pt x="3435" y="4537"/>
                  </a:cubicBezTo>
                  <a:cubicBezTo>
                    <a:pt x="2899" y="4537"/>
                    <a:pt x="2427" y="4348"/>
                    <a:pt x="2080" y="3970"/>
                  </a:cubicBezTo>
                  <a:cubicBezTo>
                    <a:pt x="1923" y="3844"/>
                    <a:pt x="1923" y="3592"/>
                    <a:pt x="2080" y="3466"/>
                  </a:cubicBezTo>
                  <a:cubicBezTo>
                    <a:pt x="2159" y="3387"/>
                    <a:pt x="2261" y="3348"/>
                    <a:pt x="2360" y="3348"/>
                  </a:cubicBezTo>
                  <a:cubicBezTo>
                    <a:pt x="2458" y="3348"/>
                    <a:pt x="2553" y="3387"/>
                    <a:pt x="2616" y="3466"/>
                  </a:cubicBezTo>
                  <a:cubicBezTo>
                    <a:pt x="2820" y="3686"/>
                    <a:pt x="3104" y="3797"/>
                    <a:pt x="3391" y="3797"/>
                  </a:cubicBezTo>
                  <a:cubicBezTo>
                    <a:pt x="3679" y="3797"/>
                    <a:pt x="3970" y="3686"/>
                    <a:pt x="4191" y="3466"/>
                  </a:cubicBezTo>
                  <a:cubicBezTo>
                    <a:pt x="4254" y="3387"/>
                    <a:pt x="4348" y="3348"/>
                    <a:pt x="4443" y="3348"/>
                  </a:cubicBezTo>
                  <a:close/>
                  <a:moveTo>
                    <a:pt x="1" y="0"/>
                  </a:moveTo>
                  <a:lnTo>
                    <a:pt x="1" y="2678"/>
                  </a:lnTo>
                  <a:cubicBezTo>
                    <a:pt x="1" y="4537"/>
                    <a:pt x="1481" y="6049"/>
                    <a:pt x="3340" y="6049"/>
                  </a:cubicBezTo>
                  <a:cubicBezTo>
                    <a:pt x="5199" y="6049"/>
                    <a:pt x="6680" y="4537"/>
                    <a:pt x="6680" y="2678"/>
                  </a:cubicBezTo>
                  <a:lnTo>
                    <a:pt x="66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14954;p136">
              <a:extLst>
                <a:ext uri="{FF2B5EF4-FFF2-40B4-BE49-F238E27FC236}">
                  <a16:creationId xmlns:a16="http://schemas.microsoft.com/office/drawing/2014/main" id="{E5E538E5-C0B9-BFBC-8BA3-225C3F654297}"/>
                </a:ext>
              </a:extLst>
            </p:cNvPr>
            <p:cNvSpPr/>
            <p:nvPr/>
          </p:nvSpPr>
          <p:spPr>
            <a:xfrm>
              <a:off x="-53559750" y="3305250"/>
              <a:ext cx="168575" cy="18150"/>
            </a:xfrm>
            <a:custGeom>
              <a:avLst/>
              <a:gdLst/>
              <a:ahLst/>
              <a:cxnLst/>
              <a:rect l="l" t="t" r="r" b="b"/>
              <a:pathLst>
                <a:path w="6743" h="726" extrusionOk="0">
                  <a:moveTo>
                    <a:pt x="0" y="0"/>
                  </a:moveTo>
                  <a:lnTo>
                    <a:pt x="0" y="725"/>
                  </a:lnTo>
                  <a:lnTo>
                    <a:pt x="6742" y="725"/>
                  </a:lnTo>
                  <a:lnTo>
                    <a:pt x="67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14955;p136">
              <a:extLst>
                <a:ext uri="{FF2B5EF4-FFF2-40B4-BE49-F238E27FC236}">
                  <a16:creationId xmlns:a16="http://schemas.microsoft.com/office/drawing/2014/main" id="{C79B6024-9937-48AC-342E-E310E93DE241}"/>
                </a:ext>
              </a:extLst>
            </p:cNvPr>
            <p:cNvSpPr/>
            <p:nvPr/>
          </p:nvSpPr>
          <p:spPr>
            <a:xfrm>
              <a:off x="-53635375" y="3192625"/>
              <a:ext cx="319025" cy="318225"/>
            </a:xfrm>
            <a:custGeom>
              <a:avLst/>
              <a:gdLst/>
              <a:ahLst/>
              <a:cxnLst/>
              <a:rect l="l" t="t" r="r" b="b"/>
              <a:pathLst>
                <a:path w="12761" h="12729" extrusionOk="0">
                  <a:moveTo>
                    <a:pt x="6302" y="1607"/>
                  </a:moveTo>
                  <a:cubicBezTo>
                    <a:pt x="6491" y="1607"/>
                    <a:pt x="6648" y="1765"/>
                    <a:pt x="6648" y="1985"/>
                  </a:cubicBezTo>
                  <a:lnTo>
                    <a:pt x="6648" y="2332"/>
                  </a:lnTo>
                  <a:lnTo>
                    <a:pt x="6995" y="2332"/>
                  </a:lnTo>
                  <a:cubicBezTo>
                    <a:pt x="7215" y="2332"/>
                    <a:pt x="7373" y="2489"/>
                    <a:pt x="7373" y="2678"/>
                  </a:cubicBezTo>
                  <a:cubicBezTo>
                    <a:pt x="7373" y="2867"/>
                    <a:pt x="7215" y="3056"/>
                    <a:pt x="6995" y="3056"/>
                  </a:cubicBezTo>
                  <a:lnTo>
                    <a:pt x="6648" y="3056"/>
                  </a:lnTo>
                  <a:lnTo>
                    <a:pt x="6648" y="3781"/>
                  </a:lnTo>
                  <a:lnTo>
                    <a:pt x="9988" y="3781"/>
                  </a:lnTo>
                  <a:cubicBezTo>
                    <a:pt x="10208" y="3781"/>
                    <a:pt x="10366" y="3938"/>
                    <a:pt x="10366" y="4159"/>
                  </a:cubicBezTo>
                  <a:lnTo>
                    <a:pt x="10366" y="5041"/>
                  </a:lnTo>
                  <a:lnTo>
                    <a:pt x="10366" y="5104"/>
                  </a:lnTo>
                  <a:lnTo>
                    <a:pt x="10366" y="8633"/>
                  </a:lnTo>
                  <a:cubicBezTo>
                    <a:pt x="10366" y="10859"/>
                    <a:pt x="8525" y="12711"/>
                    <a:pt x="6302" y="12728"/>
                  </a:cubicBezTo>
                  <a:lnTo>
                    <a:pt x="6302" y="12728"/>
                  </a:lnTo>
                  <a:cubicBezTo>
                    <a:pt x="4079" y="12711"/>
                    <a:pt x="2238" y="10859"/>
                    <a:pt x="2238" y="8633"/>
                  </a:cubicBezTo>
                  <a:lnTo>
                    <a:pt x="2238" y="5104"/>
                  </a:lnTo>
                  <a:lnTo>
                    <a:pt x="2238" y="5041"/>
                  </a:lnTo>
                  <a:lnTo>
                    <a:pt x="2238" y="4159"/>
                  </a:lnTo>
                  <a:cubicBezTo>
                    <a:pt x="2238" y="3938"/>
                    <a:pt x="2395" y="3781"/>
                    <a:pt x="2584" y="3781"/>
                  </a:cubicBezTo>
                  <a:lnTo>
                    <a:pt x="5955" y="3781"/>
                  </a:lnTo>
                  <a:lnTo>
                    <a:pt x="5955" y="3056"/>
                  </a:lnTo>
                  <a:lnTo>
                    <a:pt x="5577" y="3056"/>
                  </a:lnTo>
                  <a:cubicBezTo>
                    <a:pt x="5388" y="3056"/>
                    <a:pt x="5231" y="2867"/>
                    <a:pt x="5231" y="2678"/>
                  </a:cubicBezTo>
                  <a:cubicBezTo>
                    <a:pt x="5231" y="2489"/>
                    <a:pt x="5388" y="2332"/>
                    <a:pt x="5577" y="2332"/>
                  </a:cubicBezTo>
                  <a:lnTo>
                    <a:pt x="5955" y="2332"/>
                  </a:lnTo>
                  <a:lnTo>
                    <a:pt x="5955" y="1985"/>
                  </a:lnTo>
                  <a:cubicBezTo>
                    <a:pt x="5955" y="1765"/>
                    <a:pt x="6113" y="1607"/>
                    <a:pt x="6302" y="1607"/>
                  </a:cubicBezTo>
                  <a:close/>
                  <a:moveTo>
                    <a:pt x="6365" y="0"/>
                  </a:moveTo>
                  <a:cubicBezTo>
                    <a:pt x="2868" y="0"/>
                    <a:pt x="1" y="2836"/>
                    <a:pt x="1" y="6364"/>
                  </a:cubicBezTo>
                  <a:lnTo>
                    <a:pt x="1" y="12382"/>
                  </a:lnTo>
                  <a:cubicBezTo>
                    <a:pt x="1" y="12571"/>
                    <a:pt x="158" y="12728"/>
                    <a:pt x="347" y="12728"/>
                  </a:cubicBezTo>
                  <a:lnTo>
                    <a:pt x="12256" y="12728"/>
                  </a:lnTo>
                  <a:cubicBezTo>
                    <a:pt x="12445" y="12728"/>
                    <a:pt x="12603" y="12571"/>
                    <a:pt x="12603" y="12382"/>
                  </a:cubicBezTo>
                  <a:lnTo>
                    <a:pt x="12603" y="6364"/>
                  </a:lnTo>
                  <a:cubicBezTo>
                    <a:pt x="12760" y="2899"/>
                    <a:pt x="9893" y="0"/>
                    <a:pt x="63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0" name="Google Shape;14956;p136">
            <a:extLst>
              <a:ext uri="{FF2B5EF4-FFF2-40B4-BE49-F238E27FC236}">
                <a16:creationId xmlns:a16="http://schemas.microsoft.com/office/drawing/2014/main" id="{0FC11612-DAFF-34A3-0DC1-14182FE0EDDC}"/>
              </a:ext>
            </a:extLst>
          </p:cNvPr>
          <p:cNvGrpSpPr/>
          <p:nvPr/>
        </p:nvGrpSpPr>
        <p:grpSpPr>
          <a:xfrm>
            <a:off x="8880805" y="4377388"/>
            <a:ext cx="315261" cy="359682"/>
            <a:chOff x="-53615675" y="3584850"/>
            <a:chExt cx="279625" cy="319025"/>
          </a:xfrm>
          <a:solidFill>
            <a:schemeClr val="accent1">
              <a:lumMod val="75000"/>
            </a:schemeClr>
          </a:solidFill>
        </p:grpSpPr>
        <p:sp>
          <p:nvSpPr>
            <p:cNvPr id="631" name="Google Shape;14957;p136">
              <a:extLst>
                <a:ext uri="{FF2B5EF4-FFF2-40B4-BE49-F238E27FC236}">
                  <a16:creationId xmlns:a16="http://schemas.microsoft.com/office/drawing/2014/main" id="{8E3CFD2F-D725-4F04-E4D3-A13799B4B617}"/>
                </a:ext>
              </a:extLst>
            </p:cNvPr>
            <p:cNvSpPr/>
            <p:nvPr/>
          </p:nvSpPr>
          <p:spPr>
            <a:xfrm>
              <a:off x="-53577075" y="3584850"/>
              <a:ext cx="204800" cy="319025"/>
            </a:xfrm>
            <a:custGeom>
              <a:avLst/>
              <a:gdLst/>
              <a:ahLst/>
              <a:cxnLst/>
              <a:rect l="l" t="t" r="r" b="b"/>
              <a:pathLst>
                <a:path w="8192" h="12761" extrusionOk="0">
                  <a:moveTo>
                    <a:pt x="2552" y="6774"/>
                  </a:moveTo>
                  <a:cubicBezTo>
                    <a:pt x="2741" y="6774"/>
                    <a:pt x="2899" y="6932"/>
                    <a:pt x="2899" y="7121"/>
                  </a:cubicBezTo>
                  <a:cubicBezTo>
                    <a:pt x="2899" y="7310"/>
                    <a:pt x="2741" y="7467"/>
                    <a:pt x="2552" y="7467"/>
                  </a:cubicBezTo>
                  <a:cubicBezTo>
                    <a:pt x="2363" y="7467"/>
                    <a:pt x="2205" y="7310"/>
                    <a:pt x="2205" y="7121"/>
                  </a:cubicBezTo>
                  <a:cubicBezTo>
                    <a:pt x="2205" y="6932"/>
                    <a:pt x="2363" y="6774"/>
                    <a:pt x="2552" y="6774"/>
                  </a:cubicBezTo>
                  <a:close/>
                  <a:moveTo>
                    <a:pt x="5545" y="6774"/>
                  </a:moveTo>
                  <a:cubicBezTo>
                    <a:pt x="5734" y="6774"/>
                    <a:pt x="5892" y="6932"/>
                    <a:pt x="5892" y="7121"/>
                  </a:cubicBezTo>
                  <a:cubicBezTo>
                    <a:pt x="5892" y="7310"/>
                    <a:pt x="5734" y="7467"/>
                    <a:pt x="5545" y="7467"/>
                  </a:cubicBezTo>
                  <a:cubicBezTo>
                    <a:pt x="5356" y="7467"/>
                    <a:pt x="5198" y="7310"/>
                    <a:pt x="5198" y="7121"/>
                  </a:cubicBezTo>
                  <a:cubicBezTo>
                    <a:pt x="5198" y="6932"/>
                    <a:pt x="5356" y="6774"/>
                    <a:pt x="5545" y="6774"/>
                  </a:cubicBezTo>
                  <a:close/>
                  <a:moveTo>
                    <a:pt x="5104" y="9302"/>
                  </a:moveTo>
                  <a:cubicBezTo>
                    <a:pt x="5198" y="9302"/>
                    <a:pt x="5293" y="9342"/>
                    <a:pt x="5356" y="9421"/>
                  </a:cubicBezTo>
                  <a:cubicBezTo>
                    <a:pt x="5513" y="9578"/>
                    <a:pt x="5513" y="9799"/>
                    <a:pt x="5387" y="9925"/>
                  </a:cubicBezTo>
                  <a:cubicBezTo>
                    <a:pt x="5041" y="10271"/>
                    <a:pt x="4568" y="10460"/>
                    <a:pt x="4096" y="10460"/>
                  </a:cubicBezTo>
                  <a:cubicBezTo>
                    <a:pt x="3560" y="10460"/>
                    <a:pt x="3088" y="10271"/>
                    <a:pt x="2741" y="9925"/>
                  </a:cubicBezTo>
                  <a:cubicBezTo>
                    <a:pt x="2584" y="9767"/>
                    <a:pt x="2584" y="9515"/>
                    <a:pt x="2741" y="9421"/>
                  </a:cubicBezTo>
                  <a:cubicBezTo>
                    <a:pt x="2820" y="9342"/>
                    <a:pt x="2922" y="9302"/>
                    <a:pt x="3021" y="9302"/>
                  </a:cubicBezTo>
                  <a:cubicBezTo>
                    <a:pt x="3119" y="9302"/>
                    <a:pt x="3214" y="9342"/>
                    <a:pt x="3277" y="9421"/>
                  </a:cubicBezTo>
                  <a:cubicBezTo>
                    <a:pt x="3481" y="9625"/>
                    <a:pt x="3765" y="9728"/>
                    <a:pt x="4052" y="9728"/>
                  </a:cubicBezTo>
                  <a:cubicBezTo>
                    <a:pt x="4340" y="9728"/>
                    <a:pt x="4631" y="9625"/>
                    <a:pt x="4852" y="9421"/>
                  </a:cubicBezTo>
                  <a:cubicBezTo>
                    <a:pt x="4915" y="9342"/>
                    <a:pt x="5009" y="9302"/>
                    <a:pt x="5104" y="9302"/>
                  </a:cubicBezTo>
                  <a:close/>
                  <a:moveTo>
                    <a:pt x="5577" y="1"/>
                  </a:moveTo>
                  <a:cubicBezTo>
                    <a:pt x="4568" y="1"/>
                    <a:pt x="3749" y="820"/>
                    <a:pt x="3749" y="1859"/>
                  </a:cubicBezTo>
                  <a:lnTo>
                    <a:pt x="3749" y="3025"/>
                  </a:lnTo>
                  <a:cubicBezTo>
                    <a:pt x="1638" y="3214"/>
                    <a:pt x="0" y="4947"/>
                    <a:pt x="0" y="7121"/>
                  </a:cubicBezTo>
                  <a:lnTo>
                    <a:pt x="0" y="9358"/>
                  </a:lnTo>
                  <a:cubicBezTo>
                    <a:pt x="0" y="11216"/>
                    <a:pt x="1481" y="12760"/>
                    <a:pt x="3340" y="12760"/>
                  </a:cubicBezTo>
                  <a:lnTo>
                    <a:pt x="4852" y="12760"/>
                  </a:lnTo>
                  <a:cubicBezTo>
                    <a:pt x="6679" y="12760"/>
                    <a:pt x="8191" y="11216"/>
                    <a:pt x="8191" y="9358"/>
                  </a:cubicBezTo>
                  <a:lnTo>
                    <a:pt x="8191" y="7121"/>
                  </a:lnTo>
                  <a:cubicBezTo>
                    <a:pt x="8128" y="5010"/>
                    <a:pt x="6522" y="3214"/>
                    <a:pt x="4442" y="3025"/>
                  </a:cubicBezTo>
                  <a:lnTo>
                    <a:pt x="4442" y="1859"/>
                  </a:lnTo>
                  <a:cubicBezTo>
                    <a:pt x="4442" y="1229"/>
                    <a:pt x="4946" y="757"/>
                    <a:pt x="5545" y="757"/>
                  </a:cubicBezTo>
                  <a:cubicBezTo>
                    <a:pt x="6144" y="757"/>
                    <a:pt x="6648" y="1261"/>
                    <a:pt x="6648" y="1859"/>
                  </a:cubicBezTo>
                  <a:cubicBezTo>
                    <a:pt x="6648" y="2049"/>
                    <a:pt x="6490" y="2206"/>
                    <a:pt x="6301" y="2206"/>
                  </a:cubicBezTo>
                  <a:cubicBezTo>
                    <a:pt x="6081" y="2206"/>
                    <a:pt x="5955" y="2049"/>
                    <a:pt x="5955" y="1859"/>
                  </a:cubicBezTo>
                  <a:cubicBezTo>
                    <a:pt x="5955" y="1639"/>
                    <a:pt x="5797" y="1481"/>
                    <a:pt x="5577" y="1481"/>
                  </a:cubicBezTo>
                  <a:cubicBezTo>
                    <a:pt x="5387" y="1481"/>
                    <a:pt x="5230" y="1639"/>
                    <a:pt x="5230" y="1859"/>
                  </a:cubicBezTo>
                  <a:cubicBezTo>
                    <a:pt x="5230" y="2490"/>
                    <a:pt x="5734" y="2962"/>
                    <a:pt x="6333" y="2962"/>
                  </a:cubicBezTo>
                  <a:cubicBezTo>
                    <a:pt x="6963" y="2962"/>
                    <a:pt x="7435" y="2427"/>
                    <a:pt x="7435" y="1859"/>
                  </a:cubicBezTo>
                  <a:cubicBezTo>
                    <a:pt x="7435" y="820"/>
                    <a:pt x="6616" y="1"/>
                    <a:pt x="557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14958;p136">
              <a:extLst>
                <a:ext uri="{FF2B5EF4-FFF2-40B4-BE49-F238E27FC236}">
                  <a16:creationId xmlns:a16="http://schemas.microsoft.com/office/drawing/2014/main" id="{A5D0F983-27B8-D234-C757-0DF78E23A61C}"/>
                </a:ext>
              </a:extLst>
            </p:cNvPr>
            <p:cNvSpPr/>
            <p:nvPr/>
          </p:nvSpPr>
          <p:spPr>
            <a:xfrm>
              <a:off x="-53615675" y="3739225"/>
              <a:ext cx="20500" cy="65400"/>
            </a:xfrm>
            <a:custGeom>
              <a:avLst/>
              <a:gdLst/>
              <a:ahLst/>
              <a:cxnLst/>
              <a:rect l="l" t="t" r="r" b="b"/>
              <a:pathLst>
                <a:path w="820" h="2616" extrusionOk="0">
                  <a:moveTo>
                    <a:pt x="820" y="1"/>
                  </a:moveTo>
                  <a:cubicBezTo>
                    <a:pt x="347" y="253"/>
                    <a:pt x="0" y="694"/>
                    <a:pt x="0" y="1292"/>
                  </a:cubicBezTo>
                  <a:cubicBezTo>
                    <a:pt x="0" y="1859"/>
                    <a:pt x="315" y="2332"/>
                    <a:pt x="757" y="2616"/>
                  </a:cubicBezTo>
                  <a:lnTo>
                    <a:pt x="757" y="946"/>
                  </a:lnTo>
                  <a:cubicBezTo>
                    <a:pt x="757" y="631"/>
                    <a:pt x="788" y="284"/>
                    <a:pt x="8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14959;p136">
              <a:extLst>
                <a:ext uri="{FF2B5EF4-FFF2-40B4-BE49-F238E27FC236}">
                  <a16:creationId xmlns:a16="http://schemas.microsoft.com/office/drawing/2014/main" id="{65E9247D-7AEB-7F8E-33D1-349305D4C5D0}"/>
                </a:ext>
              </a:extLst>
            </p:cNvPr>
            <p:cNvSpPr/>
            <p:nvPr/>
          </p:nvSpPr>
          <p:spPr>
            <a:xfrm>
              <a:off x="-53356550" y="3738450"/>
              <a:ext cx="20500" cy="64600"/>
            </a:xfrm>
            <a:custGeom>
              <a:avLst/>
              <a:gdLst/>
              <a:ahLst/>
              <a:cxnLst/>
              <a:rect l="l" t="t" r="r" b="b"/>
              <a:pathLst>
                <a:path w="820" h="2584" extrusionOk="0">
                  <a:moveTo>
                    <a:pt x="1" y="0"/>
                  </a:moveTo>
                  <a:cubicBezTo>
                    <a:pt x="64" y="315"/>
                    <a:pt x="64" y="630"/>
                    <a:pt x="64" y="945"/>
                  </a:cubicBezTo>
                  <a:lnTo>
                    <a:pt x="64" y="2584"/>
                  </a:lnTo>
                  <a:cubicBezTo>
                    <a:pt x="505" y="2300"/>
                    <a:pt x="820" y="1859"/>
                    <a:pt x="820" y="1292"/>
                  </a:cubicBezTo>
                  <a:cubicBezTo>
                    <a:pt x="820" y="725"/>
                    <a:pt x="505" y="284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4" name="Google Shape;14960;p136">
            <a:extLst>
              <a:ext uri="{FF2B5EF4-FFF2-40B4-BE49-F238E27FC236}">
                <a16:creationId xmlns:a16="http://schemas.microsoft.com/office/drawing/2014/main" id="{166D7CB8-31A0-626E-4DA2-ED0FC177DF0E}"/>
              </a:ext>
            </a:extLst>
          </p:cNvPr>
          <p:cNvGrpSpPr/>
          <p:nvPr/>
        </p:nvGrpSpPr>
        <p:grpSpPr>
          <a:xfrm>
            <a:off x="8858610" y="4841194"/>
            <a:ext cx="359654" cy="358555"/>
            <a:chOff x="-53634575" y="3976500"/>
            <a:chExt cx="319000" cy="318025"/>
          </a:xfrm>
          <a:solidFill>
            <a:schemeClr val="accent1">
              <a:lumMod val="75000"/>
            </a:schemeClr>
          </a:solidFill>
        </p:grpSpPr>
        <p:sp>
          <p:nvSpPr>
            <p:cNvPr id="635" name="Google Shape;14961;p136">
              <a:extLst>
                <a:ext uri="{FF2B5EF4-FFF2-40B4-BE49-F238E27FC236}">
                  <a16:creationId xmlns:a16="http://schemas.microsoft.com/office/drawing/2014/main" id="{979AFF74-E80A-9433-CBD0-31C33E8BB562}"/>
                </a:ext>
              </a:extLst>
            </p:cNvPr>
            <p:cNvSpPr/>
            <p:nvPr/>
          </p:nvSpPr>
          <p:spPr>
            <a:xfrm>
              <a:off x="-53634575" y="3976500"/>
              <a:ext cx="319000" cy="93550"/>
            </a:xfrm>
            <a:custGeom>
              <a:avLst/>
              <a:gdLst/>
              <a:ahLst/>
              <a:cxnLst/>
              <a:rect l="l" t="t" r="r" b="b"/>
              <a:pathLst>
                <a:path w="12760" h="3742" extrusionOk="0">
                  <a:moveTo>
                    <a:pt x="6372" y="0"/>
                  </a:moveTo>
                  <a:cubicBezTo>
                    <a:pt x="6317" y="0"/>
                    <a:pt x="6270" y="8"/>
                    <a:pt x="6238" y="24"/>
                  </a:cubicBezTo>
                  <a:lnTo>
                    <a:pt x="252" y="3017"/>
                  </a:lnTo>
                  <a:cubicBezTo>
                    <a:pt x="95" y="3112"/>
                    <a:pt x="0" y="3269"/>
                    <a:pt x="32" y="3458"/>
                  </a:cubicBezTo>
                  <a:cubicBezTo>
                    <a:pt x="95" y="3616"/>
                    <a:pt x="252" y="3742"/>
                    <a:pt x="410" y="3742"/>
                  </a:cubicBezTo>
                  <a:lnTo>
                    <a:pt x="12382" y="3742"/>
                  </a:lnTo>
                  <a:cubicBezTo>
                    <a:pt x="12539" y="3742"/>
                    <a:pt x="12697" y="3616"/>
                    <a:pt x="12728" y="3458"/>
                  </a:cubicBezTo>
                  <a:cubicBezTo>
                    <a:pt x="12760" y="3269"/>
                    <a:pt x="12697" y="3112"/>
                    <a:pt x="12539" y="3017"/>
                  </a:cubicBezTo>
                  <a:lnTo>
                    <a:pt x="6553" y="24"/>
                  </a:lnTo>
                  <a:cubicBezTo>
                    <a:pt x="6490" y="8"/>
                    <a:pt x="6427" y="0"/>
                    <a:pt x="63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14962;p136">
              <a:extLst>
                <a:ext uri="{FF2B5EF4-FFF2-40B4-BE49-F238E27FC236}">
                  <a16:creationId xmlns:a16="http://schemas.microsoft.com/office/drawing/2014/main" id="{D24FE4F3-D841-97F3-57CA-C6A36F0454BE}"/>
                </a:ext>
              </a:extLst>
            </p:cNvPr>
            <p:cNvSpPr/>
            <p:nvPr/>
          </p:nvSpPr>
          <p:spPr>
            <a:xfrm>
              <a:off x="-53614900" y="4163750"/>
              <a:ext cx="140225" cy="130775"/>
            </a:xfrm>
            <a:custGeom>
              <a:avLst/>
              <a:gdLst/>
              <a:ahLst/>
              <a:cxnLst/>
              <a:rect l="l" t="t" r="r" b="b"/>
              <a:pathLst>
                <a:path w="5609" h="5231" extrusionOk="0">
                  <a:moveTo>
                    <a:pt x="1" y="1"/>
                  </a:moveTo>
                  <a:lnTo>
                    <a:pt x="1" y="4884"/>
                  </a:lnTo>
                  <a:cubicBezTo>
                    <a:pt x="1" y="5073"/>
                    <a:pt x="158" y="5231"/>
                    <a:pt x="347" y="5231"/>
                  </a:cubicBezTo>
                  <a:lnTo>
                    <a:pt x="5488" y="5231"/>
                  </a:lnTo>
                  <a:cubicBezTo>
                    <a:pt x="3370" y="5200"/>
                    <a:pt x="1668" y="3553"/>
                    <a:pt x="1513" y="1481"/>
                  </a:cubicBezTo>
                  <a:cubicBezTo>
                    <a:pt x="662" y="1481"/>
                    <a:pt x="1" y="820"/>
                    <a:pt x="1" y="1"/>
                  </a:cubicBezTo>
                  <a:close/>
                  <a:moveTo>
                    <a:pt x="5488" y="5231"/>
                  </a:moveTo>
                  <a:cubicBezTo>
                    <a:pt x="5508" y="5231"/>
                    <a:pt x="5528" y="5231"/>
                    <a:pt x="5548" y="5231"/>
                  </a:cubicBezTo>
                  <a:cubicBezTo>
                    <a:pt x="5568" y="5231"/>
                    <a:pt x="5589" y="5231"/>
                    <a:pt x="5609" y="523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14963;p136">
              <a:extLst>
                <a:ext uri="{FF2B5EF4-FFF2-40B4-BE49-F238E27FC236}">
                  <a16:creationId xmlns:a16="http://schemas.microsoft.com/office/drawing/2014/main" id="{915BBF1C-C24A-DB05-517A-8602A9D03CB2}"/>
                </a:ext>
              </a:extLst>
            </p:cNvPr>
            <p:cNvSpPr/>
            <p:nvPr/>
          </p:nvSpPr>
          <p:spPr>
            <a:xfrm>
              <a:off x="-53616475" y="4088925"/>
              <a:ext cx="126050" cy="74850"/>
            </a:xfrm>
            <a:custGeom>
              <a:avLst/>
              <a:gdLst/>
              <a:ahLst/>
              <a:cxnLst/>
              <a:rect l="l" t="t" r="r" b="b"/>
              <a:pathLst>
                <a:path w="5042" h="2994" extrusionOk="0">
                  <a:moveTo>
                    <a:pt x="1" y="1"/>
                  </a:moveTo>
                  <a:lnTo>
                    <a:pt x="1" y="2994"/>
                  </a:lnTo>
                  <a:cubicBezTo>
                    <a:pt x="32" y="2175"/>
                    <a:pt x="694" y="1481"/>
                    <a:pt x="1513" y="1481"/>
                  </a:cubicBezTo>
                  <a:lnTo>
                    <a:pt x="2521" y="1481"/>
                  </a:lnTo>
                  <a:cubicBezTo>
                    <a:pt x="3561" y="1481"/>
                    <a:pt x="4569" y="914"/>
                    <a:pt x="50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14964;p136">
              <a:extLst>
                <a:ext uri="{FF2B5EF4-FFF2-40B4-BE49-F238E27FC236}">
                  <a16:creationId xmlns:a16="http://schemas.microsoft.com/office/drawing/2014/main" id="{2B7712AB-FCDB-7347-365E-3FB5436101A1}"/>
                </a:ext>
              </a:extLst>
            </p:cNvPr>
            <p:cNvSpPr/>
            <p:nvPr/>
          </p:nvSpPr>
          <p:spPr>
            <a:xfrm>
              <a:off x="-53475475" y="4163750"/>
              <a:ext cx="139425" cy="130775"/>
            </a:xfrm>
            <a:custGeom>
              <a:avLst/>
              <a:gdLst/>
              <a:ahLst/>
              <a:cxnLst/>
              <a:rect l="l" t="t" r="r" b="b"/>
              <a:pathLst>
                <a:path w="5577" h="5231" extrusionOk="0">
                  <a:moveTo>
                    <a:pt x="5577" y="1"/>
                  </a:moveTo>
                  <a:cubicBezTo>
                    <a:pt x="5577" y="820"/>
                    <a:pt x="4915" y="1481"/>
                    <a:pt x="4064" y="1481"/>
                  </a:cubicBezTo>
                  <a:cubicBezTo>
                    <a:pt x="3875" y="3592"/>
                    <a:pt x="2111" y="5231"/>
                    <a:pt x="0" y="5231"/>
                  </a:cubicBezTo>
                  <a:lnTo>
                    <a:pt x="5230" y="5231"/>
                  </a:lnTo>
                  <a:cubicBezTo>
                    <a:pt x="5419" y="5231"/>
                    <a:pt x="5577" y="5073"/>
                    <a:pt x="5577" y="4884"/>
                  </a:cubicBezTo>
                  <a:lnTo>
                    <a:pt x="55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14965;p136">
              <a:extLst>
                <a:ext uri="{FF2B5EF4-FFF2-40B4-BE49-F238E27FC236}">
                  <a16:creationId xmlns:a16="http://schemas.microsoft.com/office/drawing/2014/main" id="{F5FEF4B1-6B8B-7AA5-074F-EDEA440C5386}"/>
                </a:ext>
              </a:extLst>
            </p:cNvPr>
            <p:cNvSpPr/>
            <p:nvPr/>
          </p:nvSpPr>
          <p:spPr>
            <a:xfrm>
              <a:off x="-53559750" y="4100750"/>
              <a:ext cx="167775" cy="174875"/>
            </a:xfrm>
            <a:custGeom>
              <a:avLst/>
              <a:gdLst/>
              <a:ahLst/>
              <a:cxnLst/>
              <a:rect l="l" t="t" r="r" b="b"/>
              <a:pathLst>
                <a:path w="6711" h="6995" extrusionOk="0">
                  <a:moveTo>
                    <a:pt x="1859" y="2521"/>
                  </a:moveTo>
                  <a:cubicBezTo>
                    <a:pt x="2048" y="2521"/>
                    <a:pt x="2206" y="2678"/>
                    <a:pt x="2206" y="2867"/>
                  </a:cubicBezTo>
                  <a:cubicBezTo>
                    <a:pt x="2206" y="3056"/>
                    <a:pt x="2048" y="3214"/>
                    <a:pt x="1859" y="3214"/>
                  </a:cubicBezTo>
                  <a:cubicBezTo>
                    <a:pt x="1670" y="3214"/>
                    <a:pt x="1512" y="3056"/>
                    <a:pt x="1512" y="2867"/>
                  </a:cubicBezTo>
                  <a:cubicBezTo>
                    <a:pt x="1512" y="2710"/>
                    <a:pt x="1670" y="2521"/>
                    <a:pt x="1859" y="2521"/>
                  </a:cubicBezTo>
                  <a:close/>
                  <a:moveTo>
                    <a:pt x="4852" y="2521"/>
                  </a:moveTo>
                  <a:cubicBezTo>
                    <a:pt x="5041" y="2521"/>
                    <a:pt x="5199" y="2678"/>
                    <a:pt x="5199" y="2867"/>
                  </a:cubicBezTo>
                  <a:cubicBezTo>
                    <a:pt x="5199" y="3056"/>
                    <a:pt x="5041" y="3214"/>
                    <a:pt x="4852" y="3214"/>
                  </a:cubicBezTo>
                  <a:cubicBezTo>
                    <a:pt x="4663" y="3214"/>
                    <a:pt x="4505" y="3056"/>
                    <a:pt x="4505" y="2867"/>
                  </a:cubicBezTo>
                  <a:cubicBezTo>
                    <a:pt x="4505" y="2710"/>
                    <a:pt x="4663" y="2521"/>
                    <a:pt x="4852" y="2521"/>
                  </a:cubicBezTo>
                  <a:close/>
                  <a:moveTo>
                    <a:pt x="4407" y="4324"/>
                  </a:moveTo>
                  <a:cubicBezTo>
                    <a:pt x="4505" y="4324"/>
                    <a:pt x="4600" y="4364"/>
                    <a:pt x="4663" y="4443"/>
                  </a:cubicBezTo>
                  <a:cubicBezTo>
                    <a:pt x="4820" y="4600"/>
                    <a:pt x="4820" y="4852"/>
                    <a:pt x="4663" y="4947"/>
                  </a:cubicBezTo>
                  <a:cubicBezTo>
                    <a:pt x="4285" y="5325"/>
                    <a:pt x="3812" y="5514"/>
                    <a:pt x="3340" y="5514"/>
                  </a:cubicBezTo>
                  <a:cubicBezTo>
                    <a:pt x="2836" y="5514"/>
                    <a:pt x="2363" y="5325"/>
                    <a:pt x="2017" y="4947"/>
                  </a:cubicBezTo>
                  <a:cubicBezTo>
                    <a:pt x="1859" y="4789"/>
                    <a:pt x="1859" y="4569"/>
                    <a:pt x="2017" y="4443"/>
                  </a:cubicBezTo>
                  <a:cubicBezTo>
                    <a:pt x="2095" y="4380"/>
                    <a:pt x="2190" y="4348"/>
                    <a:pt x="2284" y="4348"/>
                  </a:cubicBezTo>
                  <a:cubicBezTo>
                    <a:pt x="2379" y="4348"/>
                    <a:pt x="2473" y="4380"/>
                    <a:pt x="2552" y="4443"/>
                  </a:cubicBezTo>
                  <a:cubicBezTo>
                    <a:pt x="2773" y="4663"/>
                    <a:pt x="3064" y="4773"/>
                    <a:pt x="3352" y="4773"/>
                  </a:cubicBezTo>
                  <a:cubicBezTo>
                    <a:pt x="3639" y="4773"/>
                    <a:pt x="3923" y="4663"/>
                    <a:pt x="4127" y="4443"/>
                  </a:cubicBezTo>
                  <a:cubicBezTo>
                    <a:pt x="4206" y="4364"/>
                    <a:pt x="4309" y="4324"/>
                    <a:pt x="4407" y="4324"/>
                  </a:cubicBezTo>
                  <a:close/>
                  <a:moveTo>
                    <a:pt x="3340" y="0"/>
                  </a:moveTo>
                  <a:cubicBezTo>
                    <a:pt x="2678" y="1072"/>
                    <a:pt x="1544" y="1765"/>
                    <a:pt x="252" y="1765"/>
                  </a:cubicBezTo>
                  <a:lnTo>
                    <a:pt x="0" y="1765"/>
                  </a:lnTo>
                  <a:lnTo>
                    <a:pt x="0" y="3623"/>
                  </a:lnTo>
                  <a:cubicBezTo>
                    <a:pt x="0" y="5482"/>
                    <a:pt x="1512" y="6994"/>
                    <a:pt x="3340" y="6994"/>
                  </a:cubicBezTo>
                  <a:cubicBezTo>
                    <a:pt x="5199" y="6994"/>
                    <a:pt x="6711" y="5482"/>
                    <a:pt x="6711" y="3623"/>
                  </a:cubicBezTo>
                  <a:lnTo>
                    <a:pt x="6711" y="1765"/>
                  </a:lnTo>
                  <a:lnTo>
                    <a:pt x="6459" y="1765"/>
                  </a:lnTo>
                  <a:cubicBezTo>
                    <a:pt x="5167" y="1765"/>
                    <a:pt x="4033" y="1103"/>
                    <a:pt x="33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14966;p136">
              <a:extLst>
                <a:ext uri="{FF2B5EF4-FFF2-40B4-BE49-F238E27FC236}">
                  <a16:creationId xmlns:a16="http://schemas.microsoft.com/office/drawing/2014/main" id="{CEC723A3-6D3B-E5A6-D86A-7570901A9003}"/>
                </a:ext>
              </a:extLst>
            </p:cNvPr>
            <p:cNvSpPr/>
            <p:nvPr/>
          </p:nvSpPr>
          <p:spPr>
            <a:xfrm>
              <a:off x="-53373875" y="4144850"/>
              <a:ext cx="18925" cy="37825"/>
            </a:xfrm>
            <a:custGeom>
              <a:avLst/>
              <a:gdLst/>
              <a:ahLst/>
              <a:cxnLst/>
              <a:rect l="l" t="t" r="r" b="b"/>
              <a:pathLst>
                <a:path w="757" h="1513" extrusionOk="0">
                  <a:moveTo>
                    <a:pt x="0" y="1"/>
                  </a:moveTo>
                  <a:lnTo>
                    <a:pt x="0" y="1513"/>
                  </a:lnTo>
                  <a:cubicBezTo>
                    <a:pt x="410" y="1513"/>
                    <a:pt x="757" y="1135"/>
                    <a:pt x="757" y="757"/>
                  </a:cubicBezTo>
                  <a:cubicBezTo>
                    <a:pt x="757" y="347"/>
                    <a:pt x="441" y="1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14967;p136">
              <a:extLst>
                <a:ext uri="{FF2B5EF4-FFF2-40B4-BE49-F238E27FC236}">
                  <a16:creationId xmlns:a16="http://schemas.microsoft.com/office/drawing/2014/main" id="{60937824-3CA7-31C4-B490-BCD8D7195D80}"/>
                </a:ext>
              </a:extLst>
            </p:cNvPr>
            <p:cNvSpPr/>
            <p:nvPr/>
          </p:nvSpPr>
          <p:spPr>
            <a:xfrm>
              <a:off x="-53596775" y="4144850"/>
              <a:ext cx="18125" cy="37825"/>
            </a:xfrm>
            <a:custGeom>
              <a:avLst/>
              <a:gdLst/>
              <a:ahLst/>
              <a:cxnLst/>
              <a:rect l="l" t="t" r="r" b="b"/>
              <a:pathLst>
                <a:path w="725" h="1513" extrusionOk="0">
                  <a:moveTo>
                    <a:pt x="725" y="1"/>
                  </a:moveTo>
                  <a:cubicBezTo>
                    <a:pt x="347" y="1"/>
                    <a:pt x="1" y="347"/>
                    <a:pt x="1" y="757"/>
                  </a:cubicBezTo>
                  <a:cubicBezTo>
                    <a:pt x="1" y="1135"/>
                    <a:pt x="347" y="1513"/>
                    <a:pt x="725" y="1513"/>
                  </a:cubicBezTo>
                  <a:lnTo>
                    <a:pt x="72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14968;p136">
              <a:extLst>
                <a:ext uri="{FF2B5EF4-FFF2-40B4-BE49-F238E27FC236}">
                  <a16:creationId xmlns:a16="http://schemas.microsoft.com/office/drawing/2014/main" id="{A87C5278-3F29-8D73-E92D-AC59695C04A5}"/>
                </a:ext>
              </a:extLst>
            </p:cNvPr>
            <p:cNvSpPr/>
            <p:nvPr/>
          </p:nvSpPr>
          <p:spPr>
            <a:xfrm>
              <a:off x="-53461300" y="4088925"/>
              <a:ext cx="125250" cy="74850"/>
            </a:xfrm>
            <a:custGeom>
              <a:avLst/>
              <a:gdLst/>
              <a:ahLst/>
              <a:cxnLst/>
              <a:rect l="l" t="t" r="r" b="b"/>
              <a:pathLst>
                <a:path w="5010" h="2994" extrusionOk="0">
                  <a:moveTo>
                    <a:pt x="0" y="1"/>
                  </a:moveTo>
                  <a:cubicBezTo>
                    <a:pt x="504" y="914"/>
                    <a:pt x="1450" y="1481"/>
                    <a:pt x="2521" y="1481"/>
                  </a:cubicBezTo>
                  <a:lnTo>
                    <a:pt x="3497" y="1481"/>
                  </a:lnTo>
                  <a:cubicBezTo>
                    <a:pt x="4348" y="1481"/>
                    <a:pt x="5010" y="2175"/>
                    <a:pt x="5010" y="2994"/>
                  </a:cubicBezTo>
                  <a:lnTo>
                    <a:pt x="501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43" name="Google Shape;14969;p136">
            <a:extLst>
              <a:ext uri="{FF2B5EF4-FFF2-40B4-BE49-F238E27FC236}">
                <a16:creationId xmlns:a16="http://schemas.microsoft.com/office/drawing/2014/main" id="{E5F560CB-D116-EA1D-3E20-9CD50EB38495}"/>
              </a:ext>
            </a:extLst>
          </p:cNvPr>
          <p:cNvGrpSpPr/>
          <p:nvPr/>
        </p:nvGrpSpPr>
        <p:grpSpPr>
          <a:xfrm>
            <a:off x="10656827" y="4383279"/>
            <a:ext cx="315261" cy="359118"/>
            <a:chOff x="-52023900" y="3590075"/>
            <a:chExt cx="279625" cy="318525"/>
          </a:xfrm>
          <a:solidFill>
            <a:schemeClr val="accent1">
              <a:lumMod val="75000"/>
            </a:schemeClr>
          </a:solidFill>
        </p:grpSpPr>
        <p:sp>
          <p:nvSpPr>
            <p:cNvPr id="644" name="Google Shape;14970;p136">
              <a:extLst>
                <a:ext uri="{FF2B5EF4-FFF2-40B4-BE49-F238E27FC236}">
                  <a16:creationId xmlns:a16="http://schemas.microsoft.com/office/drawing/2014/main" id="{AF05B6CB-5D90-8F9A-B09F-BF0B088F0D1E}"/>
                </a:ext>
              </a:extLst>
            </p:cNvPr>
            <p:cNvSpPr/>
            <p:nvPr/>
          </p:nvSpPr>
          <p:spPr>
            <a:xfrm>
              <a:off x="-52005000" y="3611625"/>
              <a:ext cx="92175" cy="92175"/>
            </a:xfrm>
            <a:custGeom>
              <a:avLst/>
              <a:gdLst/>
              <a:ahLst/>
              <a:cxnLst/>
              <a:rect l="l" t="t" r="r" b="b"/>
              <a:pathLst>
                <a:path w="3687" h="3687" extrusionOk="0">
                  <a:moveTo>
                    <a:pt x="1104" y="1"/>
                  </a:moveTo>
                  <a:cubicBezTo>
                    <a:pt x="474" y="1"/>
                    <a:pt x="1" y="505"/>
                    <a:pt x="1" y="1104"/>
                  </a:cubicBezTo>
                  <a:cubicBezTo>
                    <a:pt x="1" y="1419"/>
                    <a:pt x="127" y="1576"/>
                    <a:pt x="285" y="1828"/>
                  </a:cubicBezTo>
                  <a:cubicBezTo>
                    <a:pt x="127" y="2112"/>
                    <a:pt x="1" y="2269"/>
                    <a:pt x="1" y="2584"/>
                  </a:cubicBezTo>
                  <a:cubicBezTo>
                    <a:pt x="1" y="3214"/>
                    <a:pt x="505" y="3687"/>
                    <a:pt x="1104" y="3687"/>
                  </a:cubicBezTo>
                  <a:cubicBezTo>
                    <a:pt x="1734" y="3655"/>
                    <a:pt x="2238" y="3183"/>
                    <a:pt x="2238" y="2553"/>
                  </a:cubicBezTo>
                  <a:lnTo>
                    <a:pt x="2238" y="2206"/>
                  </a:lnTo>
                  <a:lnTo>
                    <a:pt x="2584" y="2206"/>
                  </a:lnTo>
                  <a:cubicBezTo>
                    <a:pt x="3214" y="2206"/>
                    <a:pt x="3687" y="1671"/>
                    <a:pt x="3687" y="1104"/>
                  </a:cubicBezTo>
                  <a:cubicBezTo>
                    <a:pt x="3687" y="505"/>
                    <a:pt x="3183" y="1"/>
                    <a:pt x="2584" y="1"/>
                  </a:cubicBezTo>
                  <a:cubicBezTo>
                    <a:pt x="2269" y="1"/>
                    <a:pt x="2112" y="95"/>
                    <a:pt x="1860" y="253"/>
                  </a:cubicBezTo>
                  <a:cubicBezTo>
                    <a:pt x="1576" y="95"/>
                    <a:pt x="1419" y="1"/>
                    <a:pt x="110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14971;p136">
              <a:extLst>
                <a:ext uri="{FF2B5EF4-FFF2-40B4-BE49-F238E27FC236}">
                  <a16:creationId xmlns:a16="http://schemas.microsoft.com/office/drawing/2014/main" id="{DFDBCDFE-FD25-B1BA-A70F-F060EF5A738B}"/>
                </a:ext>
              </a:extLst>
            </p:cNvPr>
            <p:cNvSpPr/>
            <p:nvPr/>
          </p:nvSpPr>
          <p:spPr>
            <a:xfrm>
              <a:off x="-51894725" y="3614000"/>
              <a:ext cx="121325" cy="106350"/>
            </a:xfrm>
            <a:custGeom>
              <a:avLst/>
              <a:gdLst/>
              <a:ahLst/>
              <a:cxnLst/>
              <a:rect l="l" t="t" r="r" b="b"/>
              <a:pathLst>
                <a:path w="4853" h="4254" extrusionOk="0">
                  <a:moveTo>
                    <a:pt x="1576" y="0"/>
                  </a:moveTo>
                  <a:lnTo>
                    <a:pt x="1" y="441"/>
                  </a:lnTo>
                  <a:cubicBezTo>
                    <a:pt x="32" y="567"/>
                    <a:pt x="32" y="725"/>
                    <a:pt x="64" y="851"/>
                  </a:cubicBezTo>
                  <a:lnTo>
                    <a:pt x="64" y="914"/>
                  </a:lnTo>
                  <a:cubicBezTo>
                    <a:pt x="473" y="2836"/>
                    <a:pt x="2206" y="4254"/>
                    <a:pt x="4159" y="4254"/>
                  </a:cubicBezTo>
                  <a:lnTo>
                    <a:pt x="4600" y="4254"/>
                  </a:lnTo>
                  <a:lnTo>
                    <a:pt x="4852" y="2678"/>
                  </a:lnTo>
                  <a:lnTo>
                    <a:pt x="4852" y="2678"/>
                  </a:lnTo>
                  <a:cubicBezTo>
                    <a:pt x="4632" y="2741"/>
                    <a:pt x="4411" y="2773"/>
                    <a:pt x="4159" y="2773"/>
                  </a:cubicBezTo>
                  <a:cubicBezTo>
                    <a:pt x="4131" y="2774"/>
                    <a:pt x="4103" y="2774"/>
                    <a:pt x="4076" y="2774"/>
                  </a:cubicBezTo>
                  <a:cubicBezTo>
                    <a:pt x="3164" y="2774"/>
                    <a:pt x="2350" y="2276"/>
                    <a:pt x="1891" y="1481"/>
                  </a:cubicBezTo>
                  <a:cubicBezTo>
                    <a:pt x="1639" y="1009"/>
                    <a:pt x="1544" y="536"/>
                    <a:pt x="15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14972;p136">
              <a:extLst>
                <a:ext uri="{FF2B5EF4-FFF2-40B4-BE49-F238E27FC236}">
                  <a16:creationId xmlns:a16="http://schemas.microsoft.com/office/drawing/2014/main" id="{809C9404-0BF3-E16B-BD5D-BA6154E7A770}"/>
                </a:ext>
              </a:extLst>
            </p:cNvPr>
            <p:cNvSpPr/>
            <p:nvPr/>
          </p:nvSpPr>
          <p:spPr>
            <a:xfrm>
              <a:off x="-51838000" y="3590075"/>
              <a:ext cx="76400" cy="74350"/>
            </a:xfrm>
            <a:custGeom>
              <a:avLst/>
              <a:gdLst/>
              <a:ahLst/>
              <a:cxnLst/>
              <a:rect l="l" t="t" r="r" b="b"/>
              <a:pathLst>
                <a:path w="3056" h="2974" extrusionOk="0">
                  <a:moveTo>
                    <a:pt x="2615" y="0"/>
                  </a:moveTo>
                  <a:cubicBezTo>
                    <a:pt x="2583" y="0"/>
                    <a:pt x="2552" y="4"/>
                    <a:pt x="2520" y="12"/>
                  </a:cubicBezTo>
                  <a:lnTo>
                    <a:pt x="95" y="737"/>
                  </a:lnTo>
                  <a:cubicBezTo>
                    <a:pt x="0" y="1209"/>
                    <a:pt x="63" y="1650"/>
                    <a:pt x="284" y="2029"/>
                  </a:cubicBezTo>
                  <a:cubicBezTo>
                    <a:pt x="599" y="2627"/>
                    <a:pt x="1229" y="2974"/>
                    <a:pt x="1890" y="2974"/>
                  </a:cubicBezTo>
                  <a:cubicBezTo>
                    <a:pt x="2174" y="2974"/>
                    <a:pt x="2457" y="2911"/>
                    <a:pt x="2678" y="2785"/>
                  </a:cubicBezTo>
                  <a:lnTo>
                    <a:pt x="3056" y="422"/>
                  </a:lnTo>
                  <a:cubicBezTo>
                    <a:pt x="3056" y="296"/>
                    <a:pt x="2993" y="170"/>
                    <a:pt x="2930" y="107"/>
                  </a:cubicBezTo>
                  <a:cubicBezTo>
                    <a:pt x="2812" y="36"/>
                    <a:pt x="2711" y="0"/>
                    <a:pt x="26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14973;p136">
              <a:extLst>
                <a:ext uri="{FF2B5EF4-FFF2-40B4-BE49-F238E27FC236}">
                  <a16:creationId xmlns:a16="http://schemas.microsoft.com/office/drawing/2014/main" id="{4B4772BE-3B9A-E03D-8310-2C61BDB16873}"/>
                </a:ext>
              </a:extLst>
            </p:cNvPr>
            <p:cNvSpPr/>
            <p:nvPr/>
          </p:nvSpPr>
          <p:spPr>
            <a:xfrm>
              <a:off x="-51988450" y="3666775"/>
              <a:ext cx="204800" cy="241825"/>
            </a:xfrm>
            <a:custGeom>
              <a:avLst/>
              <a:gdLst/>
              <a:ahLst/>
              <a:cxnLst/>
              <a:rect l="l" t="t" r="r" b="b"/>
              <a:pathLst>
                <a:path w="8192" h="9673" extrusionOk="0">
                  <a:moveTo>
                    <a:pt x="2678" y="3718"/>
                  </a:moveTo>
                  <a:cubicBezTo>
                    <a:pt x="2868" y="3718"/>
                    <a:pt x="3025" y="3875"/>
                    <a:pt x="3025" y="4096"/>
                  </a:cubicBezTo>
                  <a:cubicBezTo>
                    <a:pt x="3025" y="4285"/>
                    <a:pt x="2868" y="4442"/>
                    <a:pt x="2678" y="4442"/>
                  </a:cubicBezTo>
                  <a:cubicBezTo>
                    <a:pt x="2489" y="4442"/>
                    <a:pt x="2332" y="4285"/>
                    <a:pt x="2332" y="4096"/>
                  </a:cubicBezTo>
                  <a:cubicBezTo>
                    <a:pt x="2332" y="3875"/>
                    <a:pt x="2489" y="3718"/>
                    <a:pt x="2678" y="3718"/>
                  </a:cubicBezTo>
                  <a:close/>
                  <a:moveTo>
                    <a:pt x="5671" y="3781"/>
                  </a:moveTo>
                  <a:cubicBezTo>
                    <a:pt x="5860" y="3781"/>
                    <a:pt x="6018" y="3938"/>
                    <a:pt x="6018" y="4127"/>
                  </a:cubicBezTo>
                  <a:cubicBezTo>
                    <a:pt x="6018" y="4316"/>
                    <a:pt x="5860" y="4474"/>
                    <a:pt x="5671" y="4474"/>
                  </a:cubicBezTo>
                  <a:cubicBezTo>
                    <a:pt x="5482" y="4474"/>
                    <a:pt x="5325" y="4316"/>
                    <a:pt x="5325" y="4127"/>
                  </a:cubicBezTo>
                  <a:cubicBezTo>
                    <a:pt x="5325" y="3938"/>
                    <a:pt x="5482" y="3781"/>
                    <a:pt x="5671" y="3781"/>
                  </a:cubicBezTo>
                  <a:close/>
                  <a:moveTo>
                    <a:pt x="4191" y="4474"/>
                  </a:moveTo>
                  <a:cubicBezTo>
                    <a:pt x="4821" y="4474"/>
                    <a:pt x="5293" y="4978"/>
                    <a:pt x="5293" y="5577"/>
                  </a:cubicBezTo>
                  <a:cubicBezTo>
                    <a:pt x="5293" y="6207"/>
                    <a:pt x="4758" y="6679"/>
                    <a:pt x="4191" y="6679"/>
                  </a:cubicBezTo>
                  <a:cubicBezTo>
                    <a:pt x="3561" y="6679"/>
                    <a:pt x="3088" y="6175"/>
                    <a:pt x="3088" y="5577"/>
                  </a:cubicBezTo>
                  <a:cubicBezTo>
                    <a:pt x="3088" y="4946"/>
                    <a:pt x="3561" y="4474"/>
                    <a:pt x="4191" y="4474"/>
                  </a:cubicBezTo>
                  <a:close/>
                  <a:moveTo>
                    <a:pt x="5195" y="7034"/>
                  </a:moveTo>
                  <a:cubicBezTo>
                    <a:pt x="5293" y="7034"/>
                    <a:pt x="5388" y="7073"/>
                    <a:pt x="5451" y="7152"/>
                  </a:cubicBezTo>
                  <a:cubicBezTo>
                    <a:pt x="5640" y="7278"/>
                    <a:pt x="5640" y="7498"/>
                    <a:pt x="5482" y="7656"/>
                  </a:cubicBezTo>
                  <a:cubicBezTo>
                    <a:pt x="5136" y="8002"/>
                    <a:pt x="4663" y="8223"/>
                    <a:pt x="4128" y="8223"/>
                  </a:cubicBezTo>
                  <a:cubicBezTo>
                    <a:pt x="3624" y="8223"/>
                    <a:pt x="3151" y="8002"/>
                    <a:pt x="2836" y="7656"/>
                  </a:cubicBezTo>
                  <a:cubicBezTo>
                    <a:pt x="2678" y="7498"/>
                    <a:pt x="2678" y="7278"/>
                    <a:pt x="2836" y="7152"/>
                  </a:cubicBezTo>
                  <a:cubicBezTo>
                    <a:pt x="2915" y="7073"/>
                    <a:pt x="3017" y="7034"/>
                    <a:pt x="3112" y="7034"/>
                  </a:cubicBezTo>
                  <a:cubicBezTo>
                    <a:pt x="3206" y="7034"/>
                    <a:pt x="3293" y="7073"/>
                    <a:pt x="3340" y="7152"/>
                  </a:cubicBezTo>
                  <a:cubicBezTo>
                    <a:pt x="3561" y="7372"/>
                    <a:pt x="3852" y="7483"/>
                    <a:pt x="4140" y="7483"/>
                  </a:cubicBezTo>
                  <a:cubicBezTo>
                    <a:pt x="4427" y="7483"/>
                    <a:pt x="4711" y="7372"/>
                    <a:pt x="4915" y="7152"/>
                  </a:cubicBezTo>
                  <a:cubicBezTo>
                    <a:pt x="4994" y="7073"/>
                    <a:pt x="5097" y="7034"/>
                    <a:pt x="5195" y="7034"/>
                  </a:cubicBezTo>
                  <a:close/>
                  <a:moveTo>
                    <a:pt x="3403" y="0"/>
                  </a:moveTo>
                  <a:cubicBezTo>
                    <a:pt x="3120" y="347"/>
                    <a:pt x="2710" y="567"/>
                    <a:pt x="2237" y="693"/>
                  </a:cubicBezTo>
                  <a:cubicBezTo>
                    <a:pt x="2080" y="1575"/>
                    <a:pt x="1355" y="2237"/>
                    <a:pt x="410" y="2237"/>
                  </a:cubicBezTo>
                  <a:cubicBezTo>
                    <a:pt x="284" y="2237"/>
                    <a:pt x="158" y="2237"/>
                    <a:pt x="32" y="2174"/>
                  </a:cubicBezTo>
                  <a:cubicBezTo>
                    <a:pt x="32" y="2300"/>
                    <a:pt x="1" y="2458"/>
                    <a:pt x="1" y="2584"/>
                  </a:cubicBezTo>
                  <a:lnTo>
                    <a:pt x="1" y="5577"/>
                  </a:lnTo>
                  <a:cubicBezTo>
                    <a:pt x="1" y="7813"/>
                    <a:pt x="1859" y="9672"/>
                    <a:pt x="4096" y="9672"/>
                  </a:cubicBezTo>
                  <a:cubicBezTo>
                    <a:pt x="6333" y="9672"/>
                    <a:pt x="8192" y="7813"/>
                    <a:pt x="8192" y="5577"/>
                  </a:cubicBezTo>
                  <a:lnTo>
                    <a:pt x="8192" y="2930"/>
                  </a:lnTo>
                  <a:lnTo>
                    <a:pt x="7845" y="2930"/>
                  </a:lnTo>
                  <a:cubicBezTo>
                    <a:pt x="5924" y="2930"/>
                    <a:pt x="4191" y="1764"/>
                    <a:pt x="34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14974;p136">
              <a:extLst>
                <a:ext uri="{FF2B5EF4-FFF2-40B4-BE49-F238E27FC236}">
                  <a16:creationId xmlns:a16="http://schemas.microsoft.com/office/drawing/2014/main" id="{4B3F22CB-C94D-2F53-2409-A1139917EACA}"/>
                </a:ext>
              </a:extLst>
            </p:cNvPr>
            <p:cNvSpPr/>
            <p:nvPr/>
          </p:nvSpPr>
          <p:spPr>
            <a:xfrm>
              <a:off x="-51893150" y="3797500"/>
              <a:ext cx="18150" cy="17375"/>
            </a:xfrm>
            <a:custGeom>
              <a:avLst/>
              <a:gdLst/>
              <a:ahLst/>
              <a:cxnLst/>
              <a:rect l="l" t="t" r="r" b="b"/>
              <a:pathLst>
                <a:path w="726" h="695" extrusionOk="0">
                  <a:moveTo>
                    <a:pt x="379" y="1"/>
                  </a:moveTo>
                  <a:cubicBezTo>
                    <a:pt x="190" y="1"/>
                    <a:pt x="1" y="159"/>
                    <a:pt x="1" y="348"/>
                  </a:cubicBezTo>
                  <a:cubicBezTo>
                    <a:pt x="1" y="537"/>
                    <a:pt x="190" y="694"/>
                    <a:pt x="379" y="694"/>
                  </a:cubicBezTo>
                  <a:cubicBezTo>
                    <a:pt x="568" y="694"/>
                    <a:pt x="725" y="537"/>
                    <a:pt x="725" y="348"/>
                  </a:cubicBezTo>
                  <a:cubicBezTo>
                    <a:pt x="725" y="159"/>
                    <a:pt x="568" y="1"/>
                    <a:pt x="37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14975;p136">
              <a:extLst>
                <a:ext uri="{FF2B5EF4-FFF2-40B4-BE49-F238E27FC236}">
                  <a16:creationId xmlns:a16="http://schemas.microsoft.com/office/drawing/2014/main" id="{3A507ED1-4634-44E9-4895-1CB07E39853C}"/>
                </a:ext>
              </a:extLst>
            </p:cNvPr>
            <p:cNvSpPr/>
            <p:nvPr/>
          </p:nvSpPr>
          <p:spPr>
            <a:xfrm>
              <a:off x="-51763200" y="3745525"/>
              <a:ext cx="18925" cy="63825"/>
            </a:xfrm>
            <a:custGeom>
              <a:avLst/>
              <a:gdLst/>
              <a:ahLst/>
              <a:cxnLst/>
              <a:rect l="l" t="t" r="r" b="b"/>
              <a:pathLst>
                <a:path w="757" h="2553" extrusionOk="0">
                  <a:moveTo>
                    <a:pt x="1" y="1"/>
                  </a:moveTo>
                  <a:lnTo>
                    <a:pt x="1" y="2553"/>
                  </a:lnTo>
                  <a:cubicBezTo>
                    <a:pt x="442" y="2269"/>
                    <a:pt x="757" y="1796"/>
                    <a:pt x="757" y="1229"/>
                  </a:cubicBezTo>
                  <a:cubicBezTo>
                    <a:pt x="757" y="725"/>
                    <a:pt x="442" y="253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14976;p136">
              <a:extLst>
                <a:ext uri="{FF2B5EF4-FFF2-40B4-BE49-F238E27FC236}">
                  <a16:creationId xmlns:a16="http://schemas.microsoft.com/office/drawing/2014/main" id="{2861DC84-F452-2882-0D49-1EFB8C896F85}"/>
                </a:ext>
              </a:extLst>
            </p:cNvPr>
            <p:cNvSpPr/>
            <p:nvPr/>
          </p:nvSpPr>
          <p:spPr>
            <a:xfrm>
              <a:off x="-52023900" y="3746325"/>
              <a:ext cx="18925" cy="63825"/>
            </a:xfrm>
            <a:custGeom>
              <a:avLst/>
              <a:gdLst/>
              <a:ahLst/>
              <a:cxnLst/>
              <a:rect l="l" t="t" r="r" b="b"/>
              <a:pathLst>
                <a:path w="757" h="2553" extrusionOk="0">
                  <a:moveTo>
                    <a:pt x="757" y="0"/>
                  </a:moveTo>
                  <a:cubicBezTo>
                    <a:pt x="316" y="221"/>
                    <a:pt x="1" y="693"/>
                    <a:pt x="1" y="1260"/>
                  </a:cubicBezTo>
                  <a:cubicBezTo>
                    <a:pt x="1" y="1796"/>
                    <a:pt x="316" y="2269"/>
                    <a:pt x="757" y="2552"/>
                  </a:cubicBezTo>
                  <a:lnTo>
                    <a:pt x="75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1" name="Google Shape;14977;p136">
            <a:extLst>
              <a:ext uri="{FF2B5EF4-FFF2-40B4-BE49-F238E27FC236}">
                <a16:creationId xmlns:a16="http://schemas.microsoft.com/office/drawing/2014/main" id="{AB2E2596-8E8A-4692-FE05-8849556D9261}"/>
              </a:ext>
            </a:extLst>
          </p:cNvPr>
          <p:cNvGrpSpPr/>
          <p:nvPr/>
        </p:nvGrpSpPr>
        <p:grpSpPr>
          <a:xfrm>
            <a:off x="8415814" y="2548313"/>
            <a:ext cx="359654" cy="359654"/>
            <a:chOff x="-57173375" y="3198925"/>
            <a:chExt cx="319000" cy="319000"/>
          </a:xfrm>
          <a:solidFill>
            <a:schemeClr val="accent1">
              <a:lumMod val="75000"/>
            </a:schemeClr>
          </a:solidFill>
        </p:grpSpPr>
        <p:sp>
          <p:nvSpPr>
            <p:cNvPr id="652" name="Google Shape;14978;p136">
              <a:extLst>
                <a:ext uri="{FF2B5EF4-FFF2-40B4-BE49-F238E27FC236}">
                  <a16:creationId xmlns:a16="http://schemas.microsoft.com/office/drawing/2014/main" id="{F6D02285-B7A9-408B-BD19-FF170D4555FF}"/>
                </a:ext>
              </a:extLst>
            </p:cNvPr>
            <p:cNvSpPr/>
            <p:nvPr/>
          </p:nvSpPr>
          <p:spPr>
            <a:xfrm>
              <a:off x="-57120600" y="3237525"/>
              <a:ext cx="204800" cy="92825"/>
            </a:xfrm>
            <a:custGeom>
              <a:avLst/>
              <a:gdLst/>
              <a:ahLst/>
              <a:cxnLst/>
              <a:rect l="l" t="t" r="r" b="b"/>
              <a:pathLst>
                <a:path w="8192" h="3713" extrusionOk="0">
                  <a:moveTo>
                    <a:pt x="4096" y="0"/>
                  </a:moveTo>
                  <a:cubicBezTo>
                    <a:pt x="1954" y="0"/>
                    <a:pt x="189" y="1607"/>
                    <a:pt x="0" y="3686"/>
                  </a:cubicBezTo>
                  <a:cubicBezTo>
                    <a:pt x="81" y="3690"/>
                    <a:pt x="163" y="3692"/>
                    <a:pt x="245" y="3692"/>
                  </a:cubicBezTo>
                  <a:cubicBezTo>
                    <a:pt x="868" y="3692"/>
                    <a:pt x="1523" y="3579"/>
                    <a:pt x="2080" y="3245"/>
                  </a:cubicBezTo>
                  <a:cubicBezTo>
                    <a:pt x="2111" y="3182"/>
                    <a:pt x="2174" y="3056"/>
                    <a:pt x="2206" y="2993"/>
                  </a:cubicBezTo>
                  <a:cubicBezTo>
                    <a:pt x="2017" y="2615"/>
                    <a:pt x="1954" y="2237"/>
                    <a:pt x="2206" y="1890"/>
                  </a:cubicBezTo>
                  <a:cubicBezTo>
                    <a:pt x="2395" y="1512"/>
                    <a:pt x="2741" y="1323"/>
                    <a:pt x="3151" y="1323"/>
                  </a:cubicBezTo>
                  <a:cubicBezTo>
                    <a:pt x="3340" y="977"/>
                    <a:pt x="3686" y="725"/>
                    <a:pt x="4096" y="725"/>
                  </a:cubicBezTo>
                  <a:cubicBezTo>
                    <a:pt x="4474" y="725"/>
                    <a:pt x="4884" y="977"/>
                    <a:pt x="5041" y="1323"/>
                  </a:cubicBezTo>
                  <a:cubicBezTo>
                    <a:pt x="5419" y="1323"/>
                    <a:pt x="5829" y="1512"/>
                    <a:pt x="6018" y="1890"/>
                  </a:cubicBezTo>
                  <a:cubicBezTo>
                    <a:pt x="6207" y="2237"/>
                    <a:pt x="6207" y="2678"/>
                    <a:pt x="6018" y="2993"/>
                  </a:cubicBezTo>
                  <a:cubicBezTo>
                    <a:pt x="6049" y="3056"/>
                    <a:pt x="6112" y="3182"/>
                    <a:pt x="6144" y="3245"/>
                  </a:cubicBezTo>
                  <a:cubicBezTo>
                    <a:pt x="6654" y="3551"/>
                    <a:pt x="7206" y="3713"/>
                    <a:pt x="7783" y="3713"/>
                  </a:cubicBezTo>
                  <a:cubicBezTo>
                    <a:pt x="7918" y="3713"/>
                    <a:pt x="8054" y="3704"/>
                    <a:pt x="8192" y="3686"/>
                  </a:cubicBezTo>
                  <a:cubicBezTo>
                    <a:pt x="8003" y="1607"/>
                    <a:pt x="6207" y="0"/>
                    <a:pt x="40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14979;p136">
              <a:extLst>
                <a:ext uri="{FF2B5EF4-FFF2-40B4-BE49-F238E27FC236}">
                  <a16:creationId xmlns:a16="http://schemas.microsoft.com/office/drawing/2014/main" id="{3E95D58B-A897-9DBD-F863-151541CF7079}"/>
                </a:ext>
              </a:extLst>
            </p:cNvPr>
            <p:cNvSpPr/>
            <p:nvPr/>
          </p:nvSpPr>
          <p:spPr>
            <a:xfrm>
              <a:off x="-57053650" y="3273750"/>
              <a:ext cx="70100" cy="74850"/>
            </a:xfrm>
            <a:custGeom>
              <a:avLst/>
              <a:gdLst/>
              <a:ahLst/>
              <a:cxnLst/>
              <a:rect l="l" t="t" r="r" b="b"/>
              <a:pathLst>
                <a:path w="2804" h="2994" extrusionOk="0">
                  <a:moveTo>
                    <a:pt x="1418" y="1166"/>
                  </a:moveTo>
                  <a:cubicBezTo>
                    <a:pt x="1607" y="1166"/>
                    <a:pt x="1765" y="1323"/>
                    <a:pt x="1765" y="1544"/>
                  </a:cubicBezTo>
                  <a:cubicBezTo>
                    <a:pt x="1765" y="1733"/>
                    <a:pt x="1638" y="1891"/>
                    <a:pt x="1418" y="1891"/>
                  </a:cubicBezTo>
                  <a:cubicBezTo>
                    <a:pt x="1229" y="1891"/>
                    <a:pt x="1071" y="1733"/>
                    <a:pt x="1071" y="1544"/>
                  </a:cubicBezTo>
                  <a:cubicBezTo>
                    <a:pt x="1071" y="1323"/>
                    <a:pt x="1229" y="1166"/>
                    <a:pt x="1418" y="1166"/>
                  </a:cubicBezTo>
                  <a:close/>
                  <a:moveTo>
                    <a:pt x="1418" y="0"/>
                  </a:moveTo>
                  <a:cubicBezTo>
                    <a:pt x="1260" y="0"/>
                    <a:pt x="1103" y="126"/>
                    <a:pt x="1071" y="315"/>
                  </a:cubicBezTo>
                  <a:cubicBezTo>
                    <a:pt x="1019" y="497"/>
                    <a:pt x="860" y="615"/>
                    <a:pt x="664" y="615"/>
                  </a:cubicBezTo>
                  <a:cubicBezTo>
                    <a:pt x="623" y="615"/>
                    <a:pt x="580" y="610"/>
                    <a:pt x="536" y="599"/>
                  </a:cubicBezTo>
                  <a:cubicBezTo>
                    <a:pt x="492" y="573"/>
                    <a:pt x="447" y="561"/>
                    <a:pt x="402" y="561"/>
                  </a:cubicBezTo>
                  <a:cubicBezTo>
                    <a:pt x="284" y="561"/>
                    <a:pt x="172" y="642"/>
                    <a:pt x="126" y="756"/>
                  </a:cubicBezTo>
                  <a:cubicBezTo>
                    <a:pt x="32" y="914"/>
                    <a:pt x="63" y="1103"/>
                    <a:pt x="189" y="1197"/>
                  </a:cubicBezTo>
                  <a:cubicBezTo>
                    <a:pt x="347" y="1387"/>
                    <a:pt x="347" y="1639"/>
                    <a:pt x="189" y="1765"/>
                  </a:cubicBezTo>
                  <a:cubicBezTo>
                    <a:pt x="32" y="1891"/>
                    <a:pt x="0" y="2080"/>
                    <a:pt x="126" y="2237"/>
                  </a:cubicBezTo>
                  <a:cubicBezTo>
                    <a:pt x="175" y="2359"/>
                    <a:pt x="300" y="2406"/>
                    <a:pt x="427" y="2406"/>
                  </a:cubicBezTo>
                  <a:cubicBezTo>
                    <a:pt x="463" y="2406"/>
                    <a:pt x="500" y="2402"/>
                    <a:pt x="536" y="2395"/>
                  </a:cubicBezTo>
                  <a:cubicBezTo>
                    <a:pt x="580" y="2382"/>
                    <a:pt x="624" y="2376"/>
                    <a:pt x="667" y="2376"/>
                  </a:cubicBezTo>
                  <a:cubicBezTo>
                    <a:pt x="840" y="2376"/>
                    <a:pt x="996" y="2477"/>
                    <a:pt x="1071" y="2678"/>
                  </a:cubicBezTo>
                  <a:cubicBezTo>
                    <a:pt x="1103" y="2867"/>
                    <a:pt x="1260" y="2993"/>
                    <a:pt x="1418" y="2993"/>
                  </a:cubicBezTo>
                  <a:cubicBezTo>
                    <a:pt x="1575" y="2993"/>
                    <a:pt x="1733" y="2867"/>
                    <a:pt x="1765" y="2678"/>
                  </a:cubicBezTo>
                  <a:cubicBezTo>
                    <a:pt x="1789" y="2483"/>
                    <a:pt x="1946" y="2363"/>
                    <a:pt x="2118" y="2363"/>
                  </a:cubicBezTo>
                  <a:cubicBezTo>
                    <a:pt x="2168" y="2363"/>
                    <a:pt x="2219" y="2373"/>
                    <a:pt x="2269" y="2395"/>
                  </a:cubicBezTo>
                  <a:cubicBezTo>
                    <a:pt x="2309" y="2411"/>
                    <a:pt x="2354" y="2419"/>
                    <a:pt x="2399" y="2419"/>
                  </a:cubicBezTo>
                  <a:cubicBezTo>
                    <a:pt x="2530" y="2419"/>
                    <a:pt x="2663" y="2354"/>
                    <a:pt x="2710" y="2237"/>
                  </a:cubicBezTo>
                  <a:cubicBezTo>
                    <a:pt x="2804" y="2080"/>
                    <a:pt x="2741" y="1891"/>
                    <a:pt x="2647" y="1765"/>
                  </a:cubicBezTo>
                  <a:cubicBezTo>
                    <a:pt x="2489" y="1607"/>
                    <a:pt x="2489" y="1323"/>
                    <a:pt x="2647" y="1197"/>
                  </a:cubicBezTo>
                  <a:cubicBezTo>
                    <a:pt x="2804" y="1103"/>
                    <a:pt x="2804" y="914"/>
                    <a:pt x="2710" y="756"/>
                  </a:cubicBezTo>
                  <a:cubicBezTo>
                    <a:pt x="2663" y="640"/>
                    <a:pt x="2530" y="575"/>
                    <a:pt x="2399" y="575"/>
                  </a:cubicBezTo>
                  <a:cubicBezTo>
                    <a:pt x="2354" y="575"/>
                    <a:pt x="2309" y="583"/>
                    <a:pt x="2269" y="599"/>
                  </a:cubicBezTo>
                  <a:cubicBezTo>
                    <a:pt x="2235" y="609"/>
                    <a:pt x="2202" y="613"/>
                    <a:pt x="2170" y="613"/>
                  </a:cubicBezTo>
                  <a:cubicBezTo>
                    <a:pt x="1992" y="613"/>
                    <a:pt x="1845" y="475"/>
                    <a:pt x="1765" y="315"/>
                  </a:cubicBezTo>
                  <a:cubicBezTo>
                    <a:pt x="1733" y="126"/>
                    <a:pt x="1575" y="0"/>
                    <a:pt x="14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14980;p136">
              <a:extLst>
                <a:ext uri="{FF2B5EF4-FFF2-40B4-BE49-F238E27FC236}">
                  <a16:creationId xmlns:a16="http://schemas.microsoft.com/office/drawing/2014/main" id="{9EAFE9CD-8E12-63C0-9493-ABD56FF80B06}"/>
                </a:ext>
              </a:extLst>
            </p:cNvPr>
            <p:cNvSpPr/>
            <p:nvPr/>
          </p:nvSpPr>
          <p:spPr>
            <a:xfrm>
              <a:off x="-57058375" y="3198925"/>
              <a:ext cx="82700" cy="26800"/>
            </a:xfrm>
            <a:custGeom>
              <a:avLst/>
              <a:gdLst/>
              <a:ahLst/>
              <a:cxnLst/>
              <a:rect l="l" t="t" r="r" b="b"/>
              <a:pathLst>
                <a:path w="3308" h="1072" extrusionOk="0">
                  <a:moveTo>
                    <a:pt x="1638" y="0"/>
                  </a:moveTo>
                  <a:cubicBezTo>
                    <a:pt x="882" y="0"/>
                    <a:pt x="252" y="441"/>
                    <a:pt x="0" y="1071"/>
                  </a:cubicBezTo>
                  <a:cubicBezTo>
                    <a:pt x="504" y="851"/>
                    <a:pt x="1040" y="756"/>
                    <a:pt x="1638" y="756"/>
                  </a:cubicBezTo>
                  <a:cubicBezTo>
                    <a:pt x="2206" y="756"/>
                    <a:pt x="2773" y="851"/>
                    <a:pt x="3308" y="1071"/>
                  </a:cubicBezTo>
                  <a:cubicBezTo>
                    <a:pt x="2993" y="441"/>
                    <a:pt x="2363" y="0"/>
                    <a:pt x="16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14981;p136">
              <a:extLst>
                <a:ext uri="{FF2B5EF4-FFF2-40B4-BE49-F238E27FC236}">
                  <a16:creationId xmlns:a16="http://schemas.microsoft.com/office/drawing/2014/main" id="{AB94EDE7-42ED-168D-BF7F-50B9C26B7259}"/>
                </a:ext>
              </a:extLst>
            </p:cNvPr>
            <p:cNvSpPr/>
            <p:nvPr/>
          </p:nvSpPr>
          <p:spPr>
            <a:xfrm>
              <a:off x="-57173375" y="3338325"/>
              <a:ext cx="319000" cy="179600"/>
            </a:xfrm>
            <a:custGeom>
              <a:avLst/>
              <a:gdLst/>
              <a:ahLst/>
              <a:cxnLst/>
              <a:rect l="l" t="t" r="r" b="b"/>
              <a:pathLst>
                <a:path w="12760" h="7184" extrusionOk="0">
                  <a:moveTo>
                    <a:pt x="4695" y="1198"/>
                  </a:moveTo>
                  <a:cubicBezTo>
                    <a:pt x="4915" y="1198"/>
                    <a:pt x="5073" y="1355"/>
                    <a:pt x="5073" y="1544"/>
                  </a:cubicBezTo>
                  <a:cubicBezTo>
                    <a:pt x="5073" y="1733"/>
                    <a:pt x="4915" y="1891"/>
                    <a:pt x="4695" y="1891"/>
                  </a:cubicBezTo>
                  <a:cubicBezTo>
                    <a:pt x="4506" y="1891"/>
                    <a:pt x="4348" y="1733"/>
                    <a:pt x="4348" y="1544"/>
                  </a:cubicBezTo>
                  <a:cubicBezTo>
                    <a:pt x="4348" y="1355"/>
                    <a:pt x="4506" y="1198"/>
                    <a:pt x="4695" y="1198"/>
                  </a:cubicBezTo>
                  <a:close/>
                  <a:moveTo>
                    <a:pt x="7688" y="1198"/>
                  </a:moveTo>
                  <a:cubicBezTo>
                    <a:pt x="7908" y="1198"/>
                    <a:pt x="8066" y="1355"/>
                    <a:pt x="8066" y="1544"/>
                  </a:cubicBezTo>
                  <a:cubicBezTo>
                    <a:pt x="8066" y="1733"/>
                    <a:pt x="7940" y="1891"/>
                    <a:pt x="7688" y="1891"/>
                  </a:cubicBezTo>
                  <a:cubicBezTo>
                    <a:pt x="7499" y="1891"/>
                    <a:pt x="7341" y="1733"/>
                    <a:pt x="7341" y="1544"/>
                  </a:cubicBezTo>
                  <a:cubicBezTo>
                    <a:pt x="7341" y="1355"/>
                    <a:pt x="7499" y="1198"/>
                    <a:pt x="7688" y="1198"/>
                  </a:cubicBezTo>
                  <a:close/>
                  <a:moveTo>
                    <a:pt x="946" y="2805"/>
                  </a:moveTo>
                  <a:cubicBezTo>
                    <a:pt x="1198" y="3151"/>
                    <a:pt x="1639" y="3403"/>
                    <a:pt x="2111" y="3403"/>
                  </a:cubicBezTo>
                  <a:cubicBezTo>
                    <a:pt x="2111" y="3844"/>
                    <a:pt x="1765" y="4128"/>
                    <a:pt x="1355" y="4128"/>
                  </a:cubicBezTo>
                  <a:cubicBezTo>
                    <a:pt x="977" y="4128"/>
                    <a:pt x="631" y="3781"/>
                    <a:pt x="631" y="3403"/>
                  </a:cubicBezTo>
                  <a:cubicBezTo>
                    <a:pt x="631" y="3151"/>
                    <a:pt x="725" y="2931"/>
                    <a:pt x="946" y="2805"/>
                  </a:cubicBezTo>
                  <a:close/>
                  <a:moveTo>
                    <a:pt x="11531" y="2805"/>
                  </a:moveTo>
                  <a:cubicBezTo>
                    <a:pt x="11720" y="2931"/>
                    <a:pt x="11846" y="3151"/>
                    <a:pt x="11846" y="3403"/>
                  </a:cubicBezTo>
                  <a:cubicBezTo>
                    <a:pt x="11846" y="3844"/>
                    <a:pt x="11531" y="4128"/>
                    <a:pt x="11090" y="4128"/>
                  </a:cubicBezTo>
                  <a:cubicBezTo>
                    <a:pt x="10681" y="4128"/>
                    <a:pt x="10334" y="3781"/>
                    <a:pt x="10334" y="3403"/>
                  </a:cubicBezTo>
                  <a:cubicBezTo>
                    <a:pt x="10807" y="3403"/>
                    <a:pt x="11248" y="3151"/>
                    <a:pt x="11531" y="2805"/>
                  </a:cubicBezTo>
                  <a:close/>
                  <a:moveTo>
                    <a:pt x="7302" y="3718"/>
                  </a:moveTo>
                  <a:cubicBezTo>
                    <a:pt x="7396" y="3718"/>
                    <a:pt x="7483" y="3750"/>
                    <a:pt x="7530" y="3813"/>
                  </a:cubicBezTo>
                  <a:cubicBezTo>
                    <a:pt x="7688" y="3939"/>
                    <a:pt x="7688" y="4191"/>
                    <a:pt x="7530" y="4348"/>
                  </a:cubicBezTo>
                  <a:cubicBezTo>
                    <a:pt x="7184" y="4695"/>
                    <a:pt x="6711" y="4884"/>
                    <a:pt x="6238" y="4884"/>
                  </a:cubicBezTo>
                  <a:cubicBezTo>
                    <a:pt x="5766" y="4884"/>
                    <a:pt x="5262" y="4695"/>
                    <a:pt x="4947" y="4348"/>
                  </a:cubicBezTo>
                  <a:cubicBezTo>
                    <a:pt x="4789" y="4191"/>
                    <a:pt x="4789" y="3939"/>
                    <a:pt x="4947" y="3813"/>
                  </a:cubicBezTo>
                  <a:cubicBezTo>
                    <a:pt x="5026" y="3750"/>
                    <a:pt x="5120" y="3718"/>
                    <a:pt x="5211" y="3718"/>
                  </a:cubicBezTo>
                  <a:cubicBezTo>
                    <a:pt x="5301" y="3718"/>
                    <a:pt x="5388" y="3750"/>
                    <a:pt x="5451" y="3813"/>
                  </a:cubicBezTo>
                  <a:cubicBezTo>
                    <a:pt x="5671" y="4033"/>
                    <a:pt x="5955" y="4144"/>
                    <a:pt x="6238" y="4144"/>
                  </a:cubicBezTo>
                  <a:cubicBezTo>
                    <a:pt x="6522" y="4144"/>
                    <a:pt x="6806" y="4033"/>
                    <a:pt x="7026" y="3813"/>
                  </a:cubicBezTo>
                  <a:cubicBezTo>
                    <a:pt x="7105" y="3750"/>
                    <a:pt x="7207" y="3718"/>
                    <a:pt x="7302" y="3718"/>
                  </a:cubicBezTo>
                  <a:close/>
                  <a:moveTo>
                    <a:pt x="4317" y="1"/>
                  </a:moveTo>
                  <a:cubicBezTo>
                    <a:pt x="3781" y="284"/>
                    <a:pt x="3119" y="410"/>
                    <a:pt x="2552" y="410"/>
                  </a:cubicBezTo>
                  <a:cubicBezTo>
                    <a:pt x="2426" y="410"/>
                    <a:pt x="2300" y="410"/>
                    <a:pt x="2206" y="379"/>
                  </a:cubicBezTo>
                  <a:lnTo>
                    <a:pt x="2206" y="410"/>
                  </a:lnTo>
                  <a:cubicBezTo>
                    <a:pt x="1355" y="410"/>
                    <a:pt x="694" y="1072"/>
                    <a:pt x="694" y="1891"/>
                  </a:cubicBezTo>
                  <a:cubicBezTo>
                    <a:pt x="694" y="1985"/>
                    <a:pt x="694" y="2017"/>
                    <a:pt x="725" y="2112"/>
                  </a:cubicBezTo>
                  <a:cubicBezTo>
                    <a:pt x="253" y="2364"/>
                    <a:pt x="0" y="2836"/>
                    <a:pt x="0" y="3403"/>
                  </a:cubicBezTo>
                  <a:cubicBezTo>
                    <a:pt x="0" y="4222"/>
                    <a:pt x="662" y="4884"/>
                    <a:pt x="1481" y="4884"/>
                  </a:cubicBezTo>
                  <a:cubicBezTo>
                    <a:pt x="1891" y="4884"/>
                    <a:pt x="2237" y="4726"/>
                    <a:pt x="2521" y="4506"/>
                  </a:cubicBezTo>
                  <a:cubicBezTo>
                    <a:pt x="3088" y="6050"/>
                    <a:pt x="4632" y="7184"/>
                    <a:pt x="6364" y="7184"/>
                  </a:cubicBezTo>
                  <a:cubicBezTo>
                    <a:pt x="8097" y="7184"/>
                    <a:pt x="9641" y="6050"/>
                    <a:pt x="10240" y="4506"/>
                  </a:cubicBezTo>
                  <a:cubicBezTo>
                    <a:pt x="10492" y="4726"/>
                    <a:pt x="10870" y="4884"/>
                    <a:pt x="11248" y="4884"/>
                  </a:cubicBezTo>
                  <a:cubicBezTo>
                    <a:pt x="12067" y="4884"/>
                    <a:pt x="12760" y="4222"/>
                    <a:pt x="12760" y="3403"/>
                  </a:cubicBezTo>
                  <a:cubicBezTo>
                    <a:pt x="12571" y="2836"/>
                    <a:pt x="12256" y="2364"/>
                    <a:pt x="11846" y="2112"/>
                  </a:cubicBezTo>
                  <a:lnTo>
                    <a:pt x="11846" y="1891"/>
                  </a:lnTo>
                  <a:cubicBezTo>
                    <a:pt x="11846" y="1072"/>
                    <a:pt x="11153" y="410"/>
                    <a:pt x="10334" y="410"/>
                  </a:cubicBezTo>
                  <a:lnTo>
                    <a:pt x="10334" y="379"/>
                  </a:lnTo>
                  <a:cubicBezTo>
                    <a:pt x="10208" y="379"/>
                    <a:pt x="10114" y="410"/>
                    <a:pt x="9988" y="410"/>
                  </a:cubicBezTo>
                  <a:cubicBezTo>
                    <a:pt x="9357" y="410"/>
                    <a:pt x="8727" y="253"/>
                    <a:pt x="8160" y="1"/>
                  </a:cubicBezTo>
                  <a:lnTo>
                    <a:pt x="8160" y="32"/>
                  </a:lnTo>
                  <a:cubicBezTo>
                    <a:pt x="7971" y="410"/>
                    <a:pt x="7593" y="599"/>
                    <a:pt x="7184" y="599"/>
                  </a:cubicBezTo>
                  <a:cubicBezTo>
                    <a:pt x="6995" y="946"/>
                    <a:pt x="6648" y="1198"/>
                    <a:pt x="6238" y="1198"/>
                  </a:cubicBezTo>
                  <a:cubicBezTo>
                    <a:pt x="5860" y="1198"/>
                    <a:pt x="5451" y="946"/>
                    <a:pt x="5293" y="599"/>
                  </a:cubicBezTo>
                  <a:cubicBezTo>
                    <a:pt x="4852" y="599"/>
                    <a:pt x="4506" y="410"/>
                    <a:pt x="4317" y="32"/>
                  </a:cubicBezTo>
                  <a:lnTo>
                    <a:pt x="431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6" name="Google Shape;14982;p136">
            <a:extLst>
              <a:ext uri="{FF2B5EF4-FFF2-40B4-BE49-F238E27FC236}">
                <a16:creationId xmlns:a16="http://schemas.microsoft.com/office/drawing/2014/main" id="{4B40E663-1D87-8AF4-4457-D04F7169C638}"/>
              </a:ext>
            </a:extLst>
          </p:cNvPr>
          <p:cNvGrpSpPr/>
          <p:nvPr/>
        </p:nvGrpSpPr>
        <p:grpSpPr>
          <a:xfrm>
            <a:off x="8416702" y="3026662"/>
            <a:ext cx="357877" cy="315289"/>
            <a:chOff x="-57176525" y="3610050"/>
            <a:chExt cx="317425" cy="279650"/>
          </a:xfrm>
          <a:solidFill>
            <a:schemeClr val="accent1">
              <a:lumMod val="75000"/>
            </a:schemeClr>
          </a:solidFill>
        </p:grpSpPr>
        <p:sp>
          <p:nvSpPr>
            <p:cNvPr id="657" name="Google Shape;14983;p136">
              <a:extLst>
                <a:ext uri="{FF2B5EF4-FFF2-40B4-BE49-F238E27FC236}">
                  <a16:creationId xmlns:a16="http://schemas.microsoft.com/office/drawing/2014/main" id="{EC84B9F8-1EA6-0647-F91C-0A6C01384F7B}"/>
                </a:ext>
              </a:extLst>
            </p:cNvPr>
            <p:cNvSpPr/>
            <p:nvPr/>
          </p:nvSpPr>
          <p:spPr>
            <a:xfrm>
              <a:off x="-57109575" y="3610050"/>
              <a:ext cx="181950" cy="56750"/>
            </a:xfrm>
            <a:custGeom>
              <a:avLst/>
              <a:gdLst/>
              <a:ahLst/>
              <a:cxnLst/>
              <a:rect l="l" t="t" r="r" b="b"/>
              <a:pathLst>
                <a:path w="7278" h="2270" extrusionOk="0">
                  <a:moveTo>
                    <a:pt x="3655" y="1"/>
                  </a:moveTo>
                  <a:cubicBezTo>
                    <a:pt x="2080" y="1"/>
                    <a:pt x="693" y="914"/>
                    <a:pt x="0" y="2269"/>
                  </a:cubicBezTo>
                  <a:lnTo>
                    <a:pt x="7278" y="2269"/>
                  </a:lnTo>
                  <a:cubicBezTo>
                    <a:pt x="6648" y="914"/>
                    <a:pt x="5262" y="1"/>
                    <a:pt x="365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14984;p136">
              <a:extLst>
                <a:ext uri="{FF2B5EF4-FFF2-40B4-BE49-F238E27FC236}">
                  <a16:creationId xmlns:a16="http://schemas.microsoft.com/office/drawing/2014/main" id="{F1A3F1E8-408E-DF5D-DEE3-7A4F5FB98639}"/>
                </a:ext>
              </a:extLst>
            </p:cNvPr>
            <p:cNvSpPr/>
            <p:nvPr/>
          </p:nvSpPr>
          <p:spPr>
            <a:xfrm>
              <a:off x="-57120600" y="3684100"/>
              <a:ext cx="88225" cy="36375"/>
            </a:xfrm>
            <a:custGeom>
              <a:avLst/>
              <a:gdLst/>
              <a:ahLst/>
              <a:cxnLst/>
              <a:rect l="l" t="t" r="r" b="b"/>
              <a:pathLst>
                <a:path w="3529" h="1455" extrusionOk="0">
                  <a:moveTo>
                    <a:pt x="158" y="0"/>
                  </a:moveTo>
                  <a:cubicBezTo>
                    <a:pt x="32" y="347"/>
                    <a:pt x="0" y="756"/>
                    <a:pt x="0" y="1103"/>
                  </a:cubicBezTo>
                  <a:lnTo>
                    <a:pt x="0" y="1450"/>
                  </a:lnTo>
                  <a:lnTo>
                    <a:pt x="977" y="1450"/>
                  </a:lnTo>
                  <a:cubicBezTo>
                    <a:pt x="1030" y="1453"/>
                    <a:pt x="1083" y="1454"/>
                    <a:pt x="1135" y="1454"/>
                  </a:cubicBezTo>
                  <a:cubicBezTo>
                    <a:pt x="2170" y="1454"/>
                    <a:pt x="3049" y="870"/>
                    <a:pt x="35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14985;p136">
              <a:extLst>
                <a:ext uri="{FF2B5EF4-FFF2-40B4-BE49-F238E27FC236}">
                  <a16:creationId xmlns:a16="http://schemas.microsoft.com/office/drawing/2014/main" id="{18851E64-1DF9-B77B-F587-78608EE715E2}"/>
                </a:ext>
              </a:extLst>
            </p:cNvPr>
            <p:cNvSpPr/>
            <p:nvPr/>
          </p:nvSpPr>
          <p:spPr>
            <a:xfrm>
              <a:off x="-57176525" y="3747100"/>
              <a:ext cx="28375" cy="67775"/>
            </a:xfrm>
            <a:custGeom>
              <a:avLst/>
              <a:gdLst/>
              <a:ahLst/>
              <a:cxnLst/>
              <a:rect l="l" t="t" r="r" b="b"/>
              <a:pathLst>
                <a:path w="1135" h="2711" extrusionOk="0">
                  <a:moveTo>
                    <a:pt x="1135" y="1"/>
                  </a:moveTo>
                  <a:lnTo>
                    <a:pt x="1135" y="1"/>
                  </a:lnTo>
                  <a:cubicBezTo>
                    <a:pt x="473" y="379"/>
                    <a:pt x="0" y="1135"/>
                    <a:pt x="0" y="1954"/>
                  </a:cubicBezTo>
                  <a:lnTo>
                    <a:pt x="0" y="2521"/>
                  </a:lnTo>
                  <a:cubicBezTo>
                    <a:pt x="0" y="2647"/>
                    <a:pt x="63" y="2710"/>
                    <a:pt x="189" y="2710"/>
                  </a:cubicBezTo>
                  <a:cubicBezTo>
                    <a:pt x="410" y="2679"/>
                    <a:pt x="662" y="2647"/>
                    <a:pt x="883" y="2521"/>
                  </a:cubicBezTo>
                  <a:cubicBezTo>
                    <a:pt x="788" y="2206"/>
                    <a:pt x="757" y="1891"/>
                    <a:pt x="757" y="1576"/>
                  </a:cubicBezTo>
                  <a:cubicBezTo>
                    <a:pt x="757" y="946"/>
                    <a:pt x="946" y="442"/>
                    <a:pt x="11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14986;p136">
              <a:extLst>
                <a:ext uri="{FF2B5EF4-FFF2-40B4-BE49-F238E27FC236}">
                  <a16:creationId xmlns:a16="http://schemas.microsoft.com/office/drawing/2014/main" id="{B2DB05C5-08C4-E2CF-4B95-7B63672191AF}"/>
                </a:ext>
              </a:extLst>
            </p:cNvPr>
            <p:cNvSpPr/>
            <p:nvPr/>
          </p:nvSpPr>
          <p:spPr>
            <a:xfrm>
              <a:off x="-57139500" y="3743175"/>
              <a:ext cx="37825" cy="89025"/>
            </a:xfrm>
            <a:custGeom>
              <a:avLst/>
              <a:gdLst/>
              <a:ahLst/>
              <a:cxnLst/>
              <a:rect l="l" t="t" r="r" b="b"/>
              <a:pathLst>
                <a:path w="1513" h="3561" extrusionOk="0">
                  <a:moveTo>
                    <a:pt x="744" y="0"/>
                  </a:moveTo>
                  <a:cubicBezTo>
                    <a:pt x="685" y="0"/>
                    <a:pt x="630" y="32"/>
                    <a:pt x="599" y="95"/>
                  </a:cubicBezTo>
                  <a:cubicBezTo>
                    <a:pt x="347" y="410"/>
                    <a:pt x="0" y="1008"/>
                    <a:pt x="0" y="1764"/>
                  </a:cubicBezTo>
                  <a:cubicBezTo>
                    <a:pt x="0" y="2363"/>
                    <a:pt x="284" y="2993"/>
                    <a:pt x="599" y="3466"/>
                  </a:cubicBezTo>
                  <a:cubicBezTo>
                    <a:pt x="630" y="3529"/>
                    <a:pt x="685" y="3560"/>
                    <a:pt x="744" y="3560"/>
                  </a:cubicBezTo>
                  <a:cubicBezTo>
                    <a:pt x="804" y="3560"/>
                    <a:pt x="867" y="3529"/>
                    <a:pt x="914" y="3466"/>
                  </a:cubicBezTo>
                  <a:cubicBezTo>
                    <a:pt x="1260" y="2962"/>
                    <a:pt x="1512" y="2395"/>
                    <a:pt x="1512" y="1764"/>
                  </a:cubicBezTo>
                  <a:cubicBezTo>
                    <a:pt x="1512" y="1040"/>
                    <a:pt x="1134" y="410"/>
                    <a:pt x="914" y="95"/>
                  </a:cubicBezTo>
                  <a:cubicBezTo>
                    <a:pt x="867" y="32"/>
                    <a:pt x="804" y="0"/>
                    <a:pt x="7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14987;p136">
              <a:extLst>
                <a:ext uri="{FF2B5EF4-FFF2-40B4-BE49-F238E27FC236}">
                  <a16:creationId xmlns:a16="http://schemas.microsoft.com/office/drawing/2014/main" id="{96D347AD-8732-426E-FC3C-90F7893441EF}"/>
                </a:ext>
              </a:extLst>
            </p:cNvPr>
            <p:cNvSpPr/>
            <p:nvPr/>
          </p:nvSpPr>
          <p:spPr>
            <a:xfrm>
              <a:off x="-57104075" y="3684875"/>
              <a:ext cx="244975" cy="204825"/>
            </a:xfrm>
            <a:custGeom>
              <a:avLst/>
              <a:gdLst/>
              <a:ahLst/>
              <a:cxnLst/>
              <a:rect l="l" t="t" r="r" b="b"/>
              <a:pathLst>
                <a:path w="9799" h="8193" extrusionOk="0">
                  <a:moveTo>
                    <a:pt x="1923" y="2269"/>
                  </a:moveTo>
                  <a:cubicBezTo>
                    <a:pt x="2143" y="2269"/>
                    <a:pt x="2301" y="2427"/>
                    <a:pt x="2301" y="2616"/>
                  </a:cubicBezTo>
                  <a:cubicBezTo>
                    <a:pt x="2301" y="2805"/>
                    <a:pt x="2143" y="2962"/>
                    <a:pt x="1923" y="2962"/>
                  </a:cubicBezTo>
                  <a:cubicBezTo>
                    <a:pt x="1734" y="2962"/>
                    <a:pt x="1576" y="2805"/>
                    <a:pt x="1576" y="2616"/>
                  </a:cubicBezTo>
                  <a:cubicBezTo>
                    <a:pt x="1576" y="2427"/>
                    <a:pt x="1734" y="2269"/>
                    <a:pt x="1923" y="2269"/>
                  </a:cubicBezTo>
                  <a:close/>
                  <a:moveTo>
                    <a:pt x="4916" y="2269"/>
                  </a:moveTo>
                  <a:cubicBezTo>
                    <a:pt x="5136" y="2269"/>
                    <a:pt x="5294" y="2427"/>
                    <a:pt x="5294" y="2616"/>
                  </a:cubicBezTo>
                  <a:cubicBezTo>
                    <a:pt x="5325" y="2805"/>
                    <a:pt x="5168" y="2962"/>
                    <a:pt x="4916" y="2962"/>
                  </a:cubicBezTo>
                  <a:cubicBezTo>
                    <a:pt x="4727" y="2962"/>
                    <a:pt x="4569" y="2805"/>
                    <a:pt x="4569" y="2616"/>
                  </a:cubicBezTo>
                  <a:cubicBezTo>
                    <a:pt x="4569" y="2427"/>
                    <a:pt x="4727" y="2269"/>
                    <a:pt x="4916" y="2269"/>
                  </a:cubicBezTo>
                  <a:close/>
                  <a:moveTo>
                    <a:pt x="8759" y="3876"/>
                  </a:moveTo>
                  <a:cubicBezTo>
                    <a:pt x="8948" y="4002"/>
                    <a:pt x="9074" y="4222"/>
                    <a:pt x="9074" y="4474"/>
                  </a:cubicBezTo>
                  <a:cubicBezTo>
                    <a:pt x="9074" y="4853"/>
                    <a:pt x="8759" y="5199"/>
                    <a:pt x="8318" y="5199"/>
                  </a:cubicBezTo>
                  <a:cubicBezTo>
                    <a:pt x="7909" y="5199"/>
                    <a:pt x="7531" y="4853"/>
                    <a:pt x="7531" y="4474"/>
                  </a:cubicBezTo>
                  <a:cubicBezTo>
                    <a:pt x="8003" y="4474"/>
                    <a:pt x="8476" y="4222"/>
                    <a:pt x="8759" y="3876"/>
                  </a:cubicBezTo>
                  <a:close/>
                  <a:moveTo>
                    <a:pt x="4530" y="4766"/>
                  </a:moveTo>
                  <a:cubicBezTo>
                    <a:pt x="4624" y="4766"/>
                    <a:pt x="4711" y="4805"/>
                    <a:pt x="4758" y="4884"/>
                  </a:cubicBezTo>
                  <a:cubicBezTo>
                    <a:pt x="4916" y="5010"/>
                    <a:pt x="4916" y="5231"/>
                    <a:pt x="4758" y="5420"/>
                  </a:cubicBezTo>
                  <a:cubicBezTo>
                    <a:pt x="4412" y="5766"/>
                    <a:pt x="3939" y="5955"/>
                    <a:pt x="3466" y="5955"/>
                  </a:cubicBezTo>
                  <a:cubicBezTo>
                    <a:pt x="2994" y="5955"/>
                    <a:pt x="2490" y="5766"/>
                    <a:pt x="2175" y="5420"/>
                  </a:cubicBezTo>
                  <a:cubicBezTo>
                    <a:pt x="2017" y="5262"/>
                    <a:pt x="2017" y="5010"/>
                    <a:pt x="2175" y="4884"/>
                  </a:cubicBezTo>
                  <a:cubicBezTo>
                    <a:pt x="2254" y="4805"/>
                    <a:pt x="2348" y="4766"/>
                    <a:pt x="2439" y="4766"/>
                  </a:cubicBezTo>
                  <a:cubicBezTo>
                    <a:pt x="2529" y="4766"/>
                    <a:pt x="2616" y="4805"/>
                    <a:pt x="2679" y="4884"/>
                  </a:cubicBezTo>
                  <a:cubicBezTo>
                    <a:pt x="2899" y="5105"/>
                    <a:pt x="3183" y="5215"/>
                    <a:pt x="3466" y="5215"/>
                  </a:cubicBezTo>
                  <a:cubicBezTo>
                    <a:pt x="3750" y="5215"/>
                    <a:pt x="4034" y="5105"/>
                    <a:pt x="4254" y="4884"/>
                  </a:cubicBezTo>
                  <a:cubicBezTo>
                    <a:pt x="4333" y="4805"/>
                    <a:pt x="4435" y="4766"/>
                    <a:pt x="4530" y="4766"/>
                  </a:cubicBezTo>
                  <a:close/>
                  <a:moveTo>
                    <a:pt x="3687" y="1"/>
                  </a:moveTo>
                  <a:cubicBezTo>
                    <a:pt x="3120" y="1356"/>
                    <a:pt x="1797" y="2269"/>
                    <a:pt x="316" y="2269"/>
                  </a:cubicBezTo>
                  <a:lnTo>
                    <a:pt x="253" y="2269"/>
                  </a:lnTo>
                  <a:cubicBezTo>
                    <a:pt x="536" y="2679"/>
                    <a:pt x="852" y="3372"/>
                    <a:pt x="852" y="4096"/>
                  </a:cubicBezTo>
                  <a:cubicBezTo>
                    <a:pt x="852" y="5168"/>
                    <a:pt x="253" y="5987"/>
                    <a:pt x="1" y="6302"/>
                  </a:cubicBezTo>
                  <a:cubicBezTo>
                    <a:pt x="757" y="7467"/>
                    <a:pt x="2017" y="8192"/>
                    <a:pt x="3435" y="8192"/>
                  </a:cubicBezTo>
                  <a:cubicBezTo>
                    <a:pt x="5168" y="8192"/>
                    <a:pt x="6648" y="7089"/>
                    <a:pt x="7247" y="5577"/>
                  </a:cubicBezTo>
                  <a:cubicBezTo>
                    <a:pt x="7531" y="5798"/>
                    <a:pt x="7877" y="5955"/>
                    <a:pt x="8287" y="5955"/>
                  </a:cubicBezTo>
                  <a:cubicBezTo>
                    <a:pt x="9106" y="5955"/>
                    <a:pt x="9767" y="5294"/>
                    <a:pt x="9767" y="4474"/>
                  </a:cubicBezTo>
                  <a:cubicBezTo>
                    <a:pt x="9799" y="3907"/>
                    <a:pt x="9484" y="3435"/>
                    <a:pt x="9074" y="3151"/>
                  </a:cubicBezTo>
                  <a:lnTo>
                    <a:pt x="9074" y="2962"/>
                  </a:lnTo>
                  <a:cubicBezTo>
                    <a:pt x="9074" y="2143"/>
                    <a:pt x="8350" y="1482"/>
                    <a:pt x="7531" y="1482"/>
                  </a:cubicBezTo>
                  <a:lnTo>
                    <a:pt x="7531" y="1103"/>
                  </a:lnTo>
                  <a:cubicBezTo>
                    <a:pt x="7531" y="725"/>
                    <a:pt x="7499" y="379"/>
                    <a:pt x="73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62" name="Google Shape;14988;p136">
            <a:extLst>
              <a:ext uri="{FF2B5EF4-FFF2-40B4-BE49-F238E27FC236}">
                <a16:creationId xmlns:a16="http://schemas.microsoft.com/office/drawing/2014/main" id="{F95F5E28-20A7-40AF-3179-CA2B280AFB50}"/>
              </a:ext>
            </a:extLst>
          </p:cNvPr>
          <p:cNvGrpSpPr/>
          <p:nvPr/>
        </p:nvGrpSpPr>
        <p:grpSpPr>
          <a:xfrm>
            <a:off x="10631360" y="2548313"/>
            <a:ext cx="358780" cy="357004"/>
            <a:chOff x="-55202750" y="3198925"/>
            <a:chExt cx="318225" cy="316650"/>
          </a:xfrm>
          <a:solidFill>
            <a:schemeClr val="accent1">
              <a:lumMod val="75000"/>
            </a:schemeClr>
          </a:solidFill>
        </p:grpSpPr>
        <p:sp>
          <p:nvSpPr>
            <p:cNvPr id="663" name="Google Shape;14989;p136">
              <a:extLst>
                <a:ext uri="{FF2B5EF4-FFF2-40B4-BE49-F238E27FC236}">
                  <a16:creationId xmlns:a16="http://schemas.microsoft.com/office/drawing/2014/main" id="{4834EC8F-EBBE-BA05-AB0A-D032B0BD36D0}"/>
                </a:ext>
              </a:extLst>
            </p:cNvPr>
            <p:cNvSpPr/>
            <p:nvPr/>
          </p:nvSpPr>
          <p:spPr>
            <a:xfrm>
              <a:off x="-55130275" y="3293425"/>
              <a:ext cx="167775" cy="168575"/>
            </a:xfrm>
            <a:custGeom>
              <a:avLst/>
              <a:gdLst/>
              <a:ahLst/>
              <a:cxnLst/>
              <a:rect l="l" t="t" r="r" b="b"/>
              <a:pathLst>
                <a:path w="6711" h="6743" extrusionOk="0">
                  <a:moveTo>
                    <a:pt x="1891" y="2238"/>
                  </a:moveTo>
                  <a:cubicBezTo>
                    <a:pt x="2111" y="2238"/>
                    <a:pt x="2269" y="2395"/>
                    <a:pt x="2269" y="2584"/>
                  </a:cubicBezTo>
                  <a:cubicBezTo>
                    <a:pt x="2269" y="2805"/>
                    <a:pt x="2111" y="2962"/>
                    <a:pt x="1891" y="2962"/>
                  </a:cubicBezTo>
                  <a:cubicBezTo>
                    <a:pt x="1702" y="2962"/>
                    <a:pt x="1544" y="2836"/>
                    <a:pt x="1544" y="2584"/>
                  </a:cubicBezTo>
                  <a:cubicBezTo>
                    <a:pt x="1544" y="2395"/>
                    <a:pt x="1702" y="2238"/>
                    <a:pt x="1891" y="2238"/>
                  </a:cubicBezTo>
                  <a:close/>
                  <a:moveTo>
                    <a:pt x="4884" y="2269"/>
                  </a:moveTo>
                  <a:cubicBezTo>
                    <a:pt x="5104" y="2269"/>
                    <a:pt x="5262" y="2427"/>
                    <a:pt x="5262" y="2647"/>
                  </a:cubicBezTo>
                  <a:cubicBezTo>
                    <a:pt x="5262" y="2836"/>
                    <a:pt x="5104" y="2994"/>
                    <a:pt x="4884" y="2994"/>
                  </a:cubicBezTo>
                  <a:cubicBezTo>
                    <a:pt x="4695" y="2994"/>
                    <a:pt x="4537" y="2836"/>
                    <a:pt x="4537" y="2647"/>
                  </a:cubicBezTo>
                  <a:cubicBezTo>
                    <a:pt x="4537" y="2427"/>
                    <a:pt x="4695" y="2269"/>
                    <a:pt x="4884" y="2269"/>
                  </a:cubicBezTo>
                  <a:close/>
                  <a:moveTo>
                    <a:pt x="4454" y="4798"/>
                  </a:moveTo>
                  <a:cubicBezTo>
                    <a:pt x="4545" y="4798"/>
                    <a:pt x="4632" y="4837"/>
                    <a:pt x="4695" y="4916"/>
                  </a:cubicBezTo>
                  <a:cubicBezTo>
                    <a:pt x="4852" y="5042"/>
                    <a:pt x="4852" y="5262"/>
                    <a:pt x="4726" y="5420"/>
                  </a:cubicBezTo>
                  <a:cubicBezTo>
                    <a:pt x="4380" y="5798"/>
                    <a:pt x="3907" y="5987"/>
                    <a:pt x="3403" y="5987"/>
                  </a:cubicBezTo>
                  <a:cubicBezTo>
                    <a:pt x="2899" y="5987"/>
                    <a:pt x="2426" y="5798"/>
                    <a:pt x="2111" y="5420"/>
                  </a:cubicBezTo>
                  <a:cubicBezTo>
                    <a:pt x="1954" y="5262"/>
                    <a:pt x="1954" y="5042"/>
                    <a:pt x="2111" y="4916"/>
                  </a:cubicBezTo>
                  <a:cubicBezTo>
                    <a:pt x="2190" y="4837"/>
                    <a:pt x="2284" y="4798"/>
                    <a:pt x="2375" y="4798"/>
                  </a:cubicBezTo>
                  <a:cubicBezTo>
                    <a:pt x="2466" y="4798"/>
                    <a:pt x="2552" y="4837"/>
                    <a:pt x="2615" y="4916"/>
                  </a:cubicBezTo>
                  <a:cubicBezTo>
                    <a:pt x="2836" y="5136"/>
                    <a:pt x="3119" y="5246"/>
                    <a:pt x="3403" y="5246"/>
                  </a:cubicBezTo>
                  <a:cubicBezTo>
                    <a:pt x="3686" y="5246"/>
                    <a:pt x="3970" y="5136"/>
                    <a:pt x="4191" y="4916"/>
                  </a:cubicBezTo>
                  <a:cubicBezTo>
                    <a:pt x="4269" y="4837"/>
                    <a:pt x="4364" y="4798"/>
                    <a:pt x="4454" y="4798"/>
                  </a:cubicBezTo>
                  <a:close/>
                  <a:moveTo>
                    <a:pt x="3403" y="1"/>
                  </a:moveTo>
                  <a:cubicBezTo>
                    <a:pt x="2773" y="1261"/>
                    <a:pt x="1513" y="2112"/>
                    <a:pt x="63" y="2238"/>
                  </a:cubicBezTo>
                  <a:cubicBezTo>
                    <a:pt x="63" y="2364"/>
                    <a:pt x="0" y="2521"/>
                    <a:pt x="0" y="2647"/>
                  </a:cubicBezTo>
                  <a:lnTo>
                    <a:pt x="0" y="4128"/>
                  </a:lnTo>
                  <a:cubicBezTo>
                    <a:pt x="0" y="5577"/>
                    <a:pt x="1198" y="6743"/>
                    <a:pt x="2615" y="6743"/>
                  </a:cubicBezTo>
                  <a:lnTo>
                    <a:pt x="4096" y="6743"/>
                  </a:lnTo>
                  <a:cubicBezTo>
                    <a:pt x="5577" y="6743"/>
                    <a:pt x="6711" y="5546"/>
                    <a:pt x="6711" y="4128"/>
                  </a:cubicBezTo>
                  <a:lnTo>
                    <a:pt x="6711" y="2647"/>
                  </a:lnTo>
                  <a:cubicBezTo>
                    <a:pt x="6711" y="2521"/>
                    <a:pt x="6711" y="2364"/>
                    <a:pt x="6679" y="2238"/>
                  </a:cubicBezTo>
                  <a:cubicBezTo>
                    <a:pt x="5293" y="2112"/>
                    <a:pt x="4033" y="1261"/>
                    <a:pt x="340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14990;p136">
              <a:extLst>
                <a:ext uri="{FF2B5EF4-FFF2-40B4-BE49-F238E27FC236}">
                  <a16:creationId xmlns:a16="http://schemas.microsoft.com/office/drawing/2014/main" id="{027D0523-93A2-6307-4EB5-C929150553AC}"/>
                </a:ext>
              </a:extLst>
            </p:cNvPr>
            <p:cNvSpPr/>
            <p:nvPr/>
          </p:nvSpPr>
          <p:spPr>
            <a:xfrm>
              <a:off x="-55202750" y="3198925"/>
              <a:ext cx="318225" cy="316650"/>
            </a:xfrm>
            <a:custGeom>
              <a:avLst/>
              <a:gdLst/>
              <a:ahLst/>
              <a:cxnLst/>
              <a:rect l="l" t="t" r="r" b="b"/>
              <a:pathLst>
                <a:path w="12729" h="12666" extrusionOk="0">
                  <a:moveTo>
                    <a:pt x="6302" y="2221"/>
                  </a:moveTo>
                  <a:cubicBezTo>
                    <a:pt x="6459" y="2221"/>
                    <a:pt x="6617" y="2300"/>
                    <a:pt x="6648" y="2458"/>
                  </a:cubicBezTo>
                  <a:lnTo>
                    <a:pt x="6680" y="2615"/>
                  </a:lnTo>
                  <a:cubicBezTo>
                    <a:pt x="7058" y="4127"/>
                    <a:pt x="8381" y="5230"/>
                    <a:pt x="9956" y="5230"/>
                  </a:cubicBezTo>
                  <a:cubicBezTo>
                    <a:pt x="10145" y="5230"/>
                    <a:pt x="10272" y="5356"/>
                    <a:pt x="10303" y="5545"/>
                  </a:cubicBezTo>
                  <a:cubicBezTo>
                    <a:pt x="10366" y="5829"/>
                    <a:pt x="10398" y="6112"/>
                    <a:pt x="10398" y="6364"/>
                  </a:cubicBezTo>
                  <a:lnTo>
                    <a:pt x="10398" y="7877"/>
                  </a:lnTo>
                  <a:cubicBezTo>
                    <a:pt x="10398" y="9704"/>
                    <a:pt x="8885" y="11216"/>
                    <a:pt x="7058" y="11216"/>
                  </a:cubicBezTo>
                  <a:lnTo>
                    <a:pt x="5546" y="11216"/>
                  </a:lnTo>
                  <a:cubicBezTo>
                    <a:pt x="3687" y="11216"/>
                    <a:pt x="2206" y="9704"/>
                    <a:pt x="2206" y="7877"/>
                  </a:cubicBezTo>
                  <a:lnTo>
                    <a:pt x="2206" y="6364"/>
                  </a:lnTo>
                  <a:cubicBezTo>
                    <a:pt x="2206" y="6112"/>
                    <a:pt x="2238" y="5829"/>
                    <a:pt x="2269" y="5545"/>
                  </a:cubicBezTo>
                  <a:cubicBezTo>
                    <a:pt x="2332" y="5388"/>
                    <a:pt x="2490" y="5230"/>
                    <a:pt x="2647" y="5230"/>
                  </a:cubicBezTo>
                  <a:cubicBezTo>
                    <a:pt x="4160" y="5230"/>
                    <a:pt x="5514" y="4127"/>
                    <a:pt x="5892" y="2615"/>
                  </a:cubicBezTo>
                  <a:lnTo>
                    <a:pt x="5955" y="2458"/>
                  </a:lnTo>
                  <a:cubicBezTo>
                    <a:pt x="5987" y="2300"/>
                    <a:pt x="6144" y="2221"/>
                    <a:pt x="6302" y="2221"/>
                  </a:cubicBezTo>
                  <a:close/>
                  <a:moveTo>
                    <a:pt x="6333" y="0"/>
                  </a:moveTo>
                  <a:cubicBezTo>
                    <a:pt x="3529" y="0"/>
                    <a:pt x="1135" y="2111"/>
                    <a:pt x="789" y="4884"/>
                  </a:cubicBezTo>
                  <a:cubicBezTo>
                    <a:pt x="284" y="5230"/>
                    <a:pt x="1" y="5797"/>
                    <a:pt x="1" y="6427"/>
                  </a:cubicBezTo>
                  <a:cubicBezTo>
                    <a:pt x="1" y="6805"/>
                    <a:pt x="127" y="7215"/>
                    <a:pt x="379" y="7530"/>
                  </a:cubicBezTo>
                  <a:cubicBezTo>
                    <a:pt x="158" y="7845"/>
                    <a:pt x="1" y="8223"/>
                    <a:pt x="1" y="8633"/>
                  </a:cubicBezTo>
                  <a:cubicBezTo>
                    <a:pt x="1" y="9011"/>
                    <a:pt x="127" y="9420"/>
                    <a:pt x="379" y="9735"/>
                  </a:cubicBezTo>
                  <a:cubicBezTo>
                    <a:pt x="158" y="10050"/>
                    <a:pt x="1" y="10428"/>
                    <a:pt x="1" y="10838"/>
                  </a:cubicBezTo>
                  <a:cubicBezTo>
                    <a:pt x="1" y="11846"/>
                    <a:pt x="852" y="12665"/>
                    <a:pt x="1891" y="12665"/>
                  </a:cubicBezTo>
                  <a:lnTo>
                    <a:pt x="10839" y="12665"/>
                  </a:lnTo>
                  <a:cubicBezTo>
                    <a:pt x="11847" y="12665"/>
                    <a:pt x="12729" y="11846"/>
                    <a:pt x="12729" y="10838"/>
                  </a:cubicBezTo>
                  <a:cubicBezTo>
                    <a:pt x="12729" y="10428"/>
                    <a:pt x="12603" y="10050"/>
                    <a:pt x="12319" y="9735"/>
                  </a:cubicBezTo>
                  <a:cubicBezTo>
                    <a:pt x="12571" y="9420"/>
                    <a:pt x="12729" y="9011"/>
                    <a:pt x="12729" y="8633"/>
                  </a:cubicBezTo>
                  <a:cubicBezTo>
                    <a:pt x="12666" y="8223"/>
                    <a:pt x="12508" y="7845"/>
                    <a:pt x="12288" y="7530"/>
                  </a:cubicBezTo>
                  <a:cubicBezTo>
                    <a:pt x="12508" y="7215"/>
                    <a:pt x="12666" y="6805"/>
                    <a:pt x="12666" y="6427"/>
                  </a:cubicBezTo>
                  <a:cubicBezTo>
                    <a:pt x="12666" y="5829"/>
                    <a:pt x="12351" y="5230"/>
                    <a:pt x="11878" y="4884"/>
                  </a:cubicBezTo>
                  <a:cubicBezTo>
                    <a:pt x="11500" y="2111"/>
                    <a:pt x="9137" y="0"/>
                    <a:pt x="63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65" name="Google Shape;14991;p136">
            <a:extLst>
              <a:ext uri="{FF2B5EF4-FFF2-40B4-BE49-F238E27FC236}">
                <a16:creationId xmlns:a16="http://schemas.microsoft.com/office/drawing/2014/main" id="{F046A9C7-40C5-C3EC-FE1B-385CDC7D1777}"/>
              </a:ext>
            </a:extLst>
          </p:cNvPr>
          <p:cNvGrpSpPr/>
          <p:nvPr/>
        </p:nvGrpSpPr>
        <p:grpSpPr>
          <a:xfrm>
            <a:off x="10642015" y="3004479"/>
            <a:ext cx="337471" cy="358780"/>
            <a:chOff x="-55194875" y="3590375"/>
            <a:chExt cx="299325" cy="318225"/>
          </a:xfrm>
          <a:solidFill>
            <a:schemeClr val="accent1">
              <a:lumMod val="75000"/>
            </a:schemeClr>
          </a:solidFill>
        </p:grpSpPr>
        <p:sp>
          <p:nvSpPr>
            <p:cNvPr id="666" name="Google Shape;14992;p136">
              <a:extLst>
                <a:ext uri="{FF2B5EF4-FFF2-40B4-BE49-F238E27FC236}">
                  <a16:creationId xmlns:a16="http://schemas.microsoft.com/office/drawing/2014/main" id="{E301B1D5-5167-62DB-7931-C885897F5180}"/>
                </a:ext>
              </a:extLst>
            </p:cNvPr>
            <p:cNvSpPr/>
            <p:nvPr/>
          </p:nvSpPr>
          <p:spPr>
            <a:xfrm>
              <a:off x="-55194875" y="3667550"/>
              <a:ext cx="37050" cy="241050"/>
            </a:xfrm>
            <a:custGeom>
              <a:avLst/>
              <a:gdLst/>
              <a:ahLst/>
              <a:cxnLst/>
              <a:rect l="l" t="t" r="r" b="b"/>
              <a:pathLst>
                <a:path w="1482" h="9642" extrusionOk="0">
                  <a:moveTo>
                    <a:pt x="1482" y="1"/>
                  </a:moveTo>
                  <a:cubicBezTo>
                    <a:pt x="537" y="977"/>
                    <a:pt x="1" y="2301"/>
                    <a:pt x="1" y="3687"/>
                  </a:cubicBezTo>
                  <a:lnTo>
                    <a:pt x="1" y="9295"/>
                  </a:lnTo>
                  <a:lnTo>
                    <a:pt x="32" y="9295"/>
                  </a:lnTo>
                  <a:cubicBezTo>
                    <a:pt x="32" y="9484"/>
                    <a:pt x="190" y="9641"/>
                    <a:pt x="379" y="9641"/>
                  </a:cubicBezTo>
                  <a:lnTo>
                    <a:pt x="1482" y="9641"/>
                  </a:lnTo>
                  <a:lnTo>
                    <a:pt x="148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14993;p136">
              <a:extLst>
                <a:ext uri="{FF2B5EF4-FFF2-40B4-BE49-F238E27FC236}">
                  <a16:creationId xmlns:a16="http://schemas.microsoft.com/office/drawing/2014/main" id="{996BC54F-2818-853A-8B34-3B0C470387E8}"/>
                </a:ext>
              </a:extLst>
            </p:cNvPr>
            <p:cNvSpPr/>
            <p:nvPr/>
          </p:nvSpPr>
          <p:spPr>
            <a:xfrm>
              <a:off x="-55065700" y="3643925"/>
              <a:ext cx="132350" cy="40200"/>
            </a:xfrm>
            <a:custGeom>
              <a:avLst/>
              <a:gdLst/>
              <a:ahLst/>
              <a:cxnLst/>
              <a:rect l="l" t="t" r="r" b="b"/>
              <a:pathLst>
                <a:path w="5294" h="1608" extrusionOk="0">
                  <a:moveTo>
                    <a:pt x="5294" y="1"/>
                  </a:moveTo>
                  <a:lnTo>
                    <a:pt x="1" y="1607"/>
                  </a:lnTo>
                  <a:lnTo>
                    <a:pt x="5294" y="1607"/>
                  </a:lnTo>
                  <a:lnTo>
                    <a:pt x="529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14994;p136">
              <a:extLst>
                <a:ext uri="{FF2B5EF4-FFF2-40B4-BE49-F238E27FC236}">
                  <a16:creationId xmlns:a16="http://schemas.microsoft.com/office/drawing/2014/main" id="{2996A20D-FD18-E098-7B43-F3C29749E10E}"/>
                </a:ext>
              </a:extLst>
            </p:cNvPr>
            <p:cNvSpPr/>
            <p:nvPr/>
          </p:nvSpPr>
          <p:spPr>
            <a:xfrm>
              <a:off x="-55138950" y="3703000"/>
              <a:ext cx="204800" cy="168575"/>
            </a:xfrm>
            <a:custGeom>
              <a:avLst/>
              <a:gdLst/>
              <a:ahLst/>
              <a:cxnLst/>
              <a:rect l="l" t="t" r="r" b="b"/>
              <a:pathLst>
                <a:path w="8192" h="6743" extrusionOk="0">
                  <a:moveTo>
                    <a:pt x="2647" y="757"/>
                  </a:moveTo>
                  <a:cubicBezTo>
                    <a:pt x="2836" y="757"/>
                    <a:pt x="2994" y="914"/>
                    <a:pt x="2994" y="1103"/>
                  </a:cubicBezTo>
                  <a:cubicBezTo>
                    <a:pt x="2994" y="1292"/>
                    <a:pt x="2836" y="1450"/>
                    <a:pt x="2647" y="1450"/>
                  </a:cubicBezTo>
                  <a:cubicBezTo>
                    <a:pt x="2458" y="1450"/>
                    <a:pt x="2301" y="1292"/>
                    <a:pt x="2301" y="1103"/>
                  </a:cubicBezTo>
                  <a:cubicBezTo>
                    <a:pt x="2301" y="914"/>
                    <a:pt x="2395" y="757"/>
                    <a:pt x="2647" y="757"/>
                  </a:cubicBezTo>
                  <a:close/>
                  <a:moveTo>
                    <a:pt x="5609" y="757"/>
                  </a:moveTo>
                  <a:cubicBezTo>
                    <a:pt x="5798" y="757"/>
                    <a:pt x="5955" y="914"/>
                    <a:pt x="5955" y="1103"/>
                  </a:cubicBezTo>
                  <a:cubicBezTo>
                    <a:pt x="5955" y="1292"/>
                    <a:pt x="5798" y="1450"/>
                    <a:pt x="5609" y="1450"/>
                  </a:cubicBezTo>
                  <a:cubicBezTo>
                    <a:pt x="5388" y="1450"/>
                    <a:pt x="5231" y="1292"/>
                    <a:pt x="5231" y="1103"/>
                  </a:cubicBezTo>
                  <a:cubicBezTo>
                    <a:pt x="5231" y="914"/>
                    <a:pt x="5388" y="757"/>
                    <a:pt x="5609" y="757"/>
                  </a:cubicBezTo>
                  <a:close/>
                  <a:moveTo>
                    <a:pt x="5195" y="3316"/>
                  </a:moveTo>
                  <a:cubicBezTo>
                    <a:pt x="5294" y="3316"/>
                    <a:pt x="5388" y="3356"/>
                    <a:pt x="5451" y="3434"/>
                  </a:cubicBezTo>
                  <a:cubicBezTo>
                    <a:pt x="5609" y="3592"/>
                    <a:pt x="5609" y="3812"/>
                    <a:pt x="5451" y="3939"/>
                  </a:cubicBezTo>
                  <a:cubicBezTo>
                    <a:pt x="5105" y="4285"/>
                    <a:pt x="4601" y="4474"/>
                    <a:pt x="4096" y="4474"/>
                  </a:cubicBezTo>
                  <a:cubicBezTo>
                    <a:pt x="3592" y="4474"/>
                    <a:pt x="3120" y="4285"/>
                    <a:pt x="2805" y="3939"/>
                  </a:cubicBezTo>
                  <a:cubicBezTo>
                    <a:pt x="2647" y="3781"/>
                    <a:pt x="2647" y="3529"/>
                    <a:pt x="2805" y="3434"/>
                  </a:cubicBezTo>
                  <a:cubicBezTo>
                    <a:pt x="2883" y="3356"/>
                    <a:pt x="2978" y="3316"/>
                    <a:pt x="3073" y="3316"/>
                  </a:cubicBezTo>
                  <a:cubicBezTo>
                    <a:pt x="3167" y="3316"/>
                    <a:pt x="3262" y="3356"/>
                    <a:pt x="3340" y="3434"/>
                  </a:cubicBezTo>
                  <a:cubicBezTo>
                    <a:pt x="3561" y="3639"/>
                    <a:pt x="3852" y="3742"/>
                    <a:pt x="4140" y="3742"/>
                  </a:cubicBezTo>
                  <a:cubicBezTo>
                    <a:pt x="4427" y="3742"/>
                    <a:pt x="4711" y="3639"/>
                    <a:pt x="4916" y="3434"/>
                  </a:cubicBezTo>
                  <a:cubicBezTo>
                    <a:pt x="4994" y="3356"/>
                    <a:pt x="5097" y="3316"/>
                    <a:pt x="5195" y="3316"/>
                  </a:cubicBezTo>
                  <a:close/>
                  <a:moveTo>
                    <a:pt x="1" y="0"/>
                  </a:moveTo>
                  <a:lnTo>
                    <a:pt x="1" y="2584"/>
                  </a:lnTo>
                  <a:cubicBezTo>
                    <a:pt x="1" y="4852"/>
                    <a:pt x="1860" y="6742"/>
                    <a:pt x="4096" y="6742"/>
                  </a:cubicBezTo>
                  <a:cubicBezTo>
                    <a:pt x="6333" y="6742"/>
                    <a:pt x="8192" y="4884"/>
                    <a:pt x="8192" y="2584"/>
                  </a:cubicBezTo>
                  <a:lnTo>
                    <a:pt x="819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14995;p136">
              <a:extLst>
                <a:ext uri="{FF2B5EF4-FFF2-40B4-BE49-F238E27FC236}">
                  <a16:creationId xmlns:a16="http://schemas.microsoft.com/office/drawing/2014/main" id="{341746D8-5D43-7828-5DB7-0BBBA3428FA1}"/>
                </a:ext>
              </a:extLst>
            </p:cNvPr>
            <p:cNvSpPr/>
            <p:nvPr/>
          </p:nvSpPr>
          <p:spPr>
            <a:xfrm>
              <a:off x="-55138950" y="3590375"/>
              <a:ext cx="204025" cy="92950"/>
            </a:xfrm>
            <a:custGeom>
              <a:avLst/>
              <a:gdLst/>
              <a:ahLst/>
              <a:cxnLst/>
              <a:rect l="l" t="t" r="r" b="b"/>
              <a:pathLst>
                <a:path w="8161" h="3718" extrusionOk="0">
                  <a:moveTo>
                    <a:pt x="1860" y="0"/>
                  </a:moveTo>
                  <a:cubicBezTo>
                    <a:pt x="820" y="0"/>
                    <a:pt x="1" y="851"/>
                    <a:pt x="1" y="1859"/>
                  </a:cubicBezTo>
                  <a:lnTo>
                    <a:pt x="1" y="3718"/>
                  </a:lnTo>
                  <a:lnTo>
                    <a:pt x="316" y="3718"/>
                  </a:lnTo>
                  <a:lnTo>
                    <a:pt x="8161" y="1386"/>
                  </a:lnTo>
                  <a:cubicBezTo>
                    <a:pt x="7972" y="599"/>
                    <a:pt x="7215" y="0"/>
                    <a:pt x="63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14996;p136">
              <a:extLst>
                <a:ext uri="{FF2B5EF4-FFF2-40B4-BE49-F238E27FC236}">
                  <a16:creationId xmlns:a16="http://schemas.microsoft.com/office/drawing/2014/main" id="{2A092E73-A9C0-A3F7-F837-1A0EB97E8DD6}"/>
                </a:ext>
              </a:extLst>
            </p:cNvPr>
            <p:cNvSpPr/>
            <p:nvPr/>
          </p:nvSpPr>
          <p:spPr>
            <a:xfrm>
              <a:off x="-54914475" y="3688825"/>
              <a:ext cx="18925" cy="64600"/>
            </a:xfrm>
            <a:custGeom>
              <a:avLst/>
              <a:gdLst/>
              <a:ahLst/>
              <a:cxnLst/>
              <a:rect l="l" t="t" r="r" b="b"/>
              <a:pathLst>
                <a:path w="757" h="2584" extrusionOk="0">
                  <a:moveTo>
                    <a:pt x="1" y="0"/>
                  </a:moveTo>
                  <a:lnTo>
                    <a:pt x="1" y="2584"/>
                  </a:lnTo>
                  <a:cubicBezTo>
                    <a:pt x="442" y="2300"/>
                    <a:pt x="757" y="1828"/>
                    <a:pt x="757" y="1261"/>
                  </a:cubicBezTo>
                  <a:cubicBezTo>
                    <a:pt x="757" y="756"/>
                    <a:pt x="442" y="284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1" name="Google Shape;14997;p136">
            <a:extLst>
              <a:ext uri="{FF2B5EF4-FFF2-40B4-BE49-F238E27FC236}">
                <a16:creationId xmlns:a16="http://schemas.microsoft.com/office/drawing/2014/main" id="{7FE9B936-4D50-5318-6461-999DEC2008A4}"/>
              </a:ext>
            </a:extLst>
          </p:cNvPr>
          <p:cNvGrpSpPr/>
          <p:nvPr/>
        </p:nvGrpSpPr>
        <p:grpSpPr>
          <a:xfrm>
            <a:off x="10646642" y="3447592"/>
            <a:ext cx="357877" cy="357877"/>
            <a:chOff x="-55203525" y="3983400"/>
            <a:chExt cx="317425" cy="317425"/>
          </a:xfrm>
          <a:solidFill>
            <a:schemeClr val="accent1">
              <a:lumMod val="75000"/>
            </a:schemeClr>
          </a:solidFill>
        </p:grpSpPr>
        <p:sp>
          <p:nvSpPr>
            <p:cNvPr id="672" name="Google Shape;14998;p136">
              <a:extLst>
                <a:ext uri="{FF2B5EF4-FFF2-40B4-BE49-F238E27FC236}">
                  <a16:creationId xmlns:a16="http://schemas.microsoft.com/office/drawing/2014/main" id="{7DC0C759-DB97-B83C-36D5-229BAD0CFD3F}"/>
                </a:ext>
              </a:extLst>
            </p:cNvPr>
            <p:cNvSpPr/>
            <p:nvPr/>
          </p:nvSpPr>
          <p:spPr>
            <a:xfrm>
              <a:off x="-55147600" y="4094450"/>
              <a:ext cx="204800" cy="206375"/>
            </a:xfrm>
            <a:custGeom>
              <a:avLst/>
              <a:gdLst/>
              <a:ahLst/>
              <a:cxnLst/>
              <a:rect l="l" t="t" r="r" b="b"/>
              <a:pathLst>
                <a:path w="8192" h="8255" extrusionOk="0">
                  <a:moveTo>
                    <a:pt x="2584" y="2269"/>
                  </a:moveTo>
                  <a:cubicBezTo>
                    <a:pt x="2804" y="2269"/>
                    <a:pt x="2962" y="2426"/>
                    <a:pt x="2962" y="2615"/>
                  </a:cubicBezTo>
                  <a:cubicBezTo>
                    <a:pt x="2962" y="2804"/>
                    <a:pt x="2804" y="2962"/>
                    <a:pt x="2584" y="2962"/>
                  </a:cubicBezTo>
                  <a:cubicBezTo>
                    <a:pt x="2395" y="2962"/>
                    <a:pt x="2237" y="2836"/>
                    <a:pt x="2237" y="2615"/>
                  </a:cubicBezTo>
                  <a:cubicBezTo>
                    <a:pt x="2237" y="2426"/>
                    <a:pt x="2395" y="2269"/>
                    <a:pt x="2584" y="2269"/>
                  </a:cubicBezTo>
                  <a:close/>
                  <a:moveTo>
                    <a:pt x="5577" y="2300"/>
                  </a:moveTo>
                  <a:cubicBezTo>
                    <a:pt x="5797" y="2300"/>
                    <a:pt x="5955" y="2458"/>
                    <a:pt x="5955" y="2647"/>
                  </a:cubicBezTo>
                  <a:cubicBezTo>
                    <a:pt x="5955" y="2836"/>
                    <a:pt x="5797" y="2993"/>
                    <a:pt x="5577" y="2993"/>
                  </a:cubicBezTo>
                  <a:cubicBezTo>
                    <a:pt x="5388" y="2993"/>
                    <a:pt x="5230" y="2836"/>
                    <a:pt x="5230" y="2647"/>
                  </a:cubicBezTo>
                  <a:cubicBezTo>
                    <a:pt x="5230" y="2458"/>
                    <a:pt x="5388" y="2300"/>
                    <a:pt x="5577" y="2300"/>
                  </a:cubicBezTo>
                  <a:close/>
                  <a:moveTo>
                    <a:pt x="5147" y="4828"/>
                  </a:moveTo>
                  <a:cubicBezTo>
                    <a:pt x="5238" y="4828"/>
                    <a:pt x="5325" y="4868"/>
                    <a:pt x="5388" y="4947"/>
                  </a:cubicBezTo>
                  <a:cubicBezTo>
                    <a:pt x="5545" y="5041"/>
                    <a:pt x="5545" y="5293"/>
                    <a:pt x="5419" y="5451"/>
                  </a:cubicBezTo>
                  <a:cubicBezTo>
                    <a:pt x="5073" y="5797"/>
                    <a:pt x="4600" y="5986"/>
                    <a:pt x="4096" y="5986"/>
                  </a:cubicBezTo>
                  <a:cubicBezTo>
                    <a:pt x="3592" y="5986"/>
                    <a:pt x="3119" y="5797"/>
                    <a:pt x="2804" y="5451"/>
                  </a:cubicBezTo>
                  <a:cubicBezTo>
                    <a:pt x="2647" y="5293"/>
                    <a:pt x="2647" y="5041"/>
                    <a:pt x="2804" y="4947"/>
                  </a:cubicBezTo>
                  <a:cubicBezTo>
                    <a:pt x="2883" y="4868"/>
                    <a:pt x="2977" y="4828"/>
                    <a:pt x="3068" y="4828"/>
                  </a:cubicBezTo>
                  <a:cubicBezTo>
                    <a:pt x="3159" y="4828"/>
                    <a:pt x="3245" y="4868"/>
                    <a:pt x="3308" y="4947"/>
                  </a:cubicBezTo>
                  <a:cubicBezTo>
                    <a:pt x="3529" y="5151"/>
                    <a:pt x="3812" y="5254"/>
                    <a:pt x="4096" y="5254"/>
                  </a:cubicBezTo>
                  <a:cubicBezTo>
                    <a:pt x="4379" y="5254"/>
                    <a:pt x="4663" y="5151"/>
                    <a:pt x="4884" y="4947"/>
                  </a:cubicBezTo>
                  <a:cubicBezTo>
                    <a:pt x="4962" y="4868"/>
                    <a:pt x="5057" y="4828"/>
                    <a:pt x="5147" y="4828"/>
                  </a:cubicBezTo>
                  <a:close/>
                  <a:moveTo>
                    <a:pt x="2584" y="0"/>
                  </a:moveTo>
                  <a:cubicBezTo>
                    <a:pt x="1134" y="0"/>
                    <a:pt x="0" y="1197"/>
                    <a:pt x="0" y="2615"/>
                  </a:cubicBezTo>
                  <a:lnTo>
                    <a:pt x="0" y="4096"/>
                  </a:lnTo>
                  <a:cubicBezTo>
                    <a:pt x="0" y="4379"/>
                    <a:pt x="32" y="4695"/>
                    <a:pt x="63" y="4947"/>
                  </a:cubicBezTo>
                  <a:cubicBezTo>
                    <a:pt x="473" y="6837"/>
                    <a:pt x="2174" y="8255"/>
                    <a:pt x="4096" y="8255"/>
                  </a:cubicBezTo>
                  <a:cubicBezTo>
                    <a:pt x="6018" y="8255"/>
                    <a:pt x="7719" y="6837"/>
                    <a:pt x="8097" y="4947"/>
                  </a:cubicBezTo>
                  <a:cubicBezTo>
                    <a:pt x="8160" y="4695"/>
                    <a:pt x="8192" y="4411"/>
                    <a:pt x="8192" y="4096"/>
                  </a:cubicBezTo>
                  <a:lnTo>
                    <a:pt x="8192" y="2615"/>
                  </a:lnTo>
                  <a:cubicBezTo>
                    <a:pt x="8192" y="1197"/>
                    <a:pt x="7057" y="0"/>
                    <a:pt x="55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14999;p136">
              <a:extLst>
                <a:ext uri="{FF2B5EF4-FFF2-40B4-BE49-F238E27FC236}">
                  <a16:creationId xmlns:a16="http://schemas.microsoft.com/office/drawing/2014/main" id="{00C6E879-3369-29C9-AD61-B9791BE37595}"/>
                </a:ext>
              </a:extLst>
            </p:cNvPr>
            <p:cNvSpPr/>
            <p:nvPr/>
          </p:nvSpPr>
          <p:spPr>
            <a:xfrm>
              <a:off x="-55203525" y="4027500"/>
              <a:ext cx="317425" cy="196925"/>
            </a:xfrm>
            <a:custGeom>
              <a:avLst/>
              <a:gdLst/>
              <a:ahLst/>
              <a:cxnLst/>
              <a:rect l="l" t="t" r="r" b="b"/>
              <a:pathLst>
                <a:path w="12697" h="7877" extrusionOk="0">
                  <a:moveTo>
                    <a:pt x="4443" y="0"/>
                  </a:moveTo>
                  <a:cubicBezTo>
                    <a:pt x="1828" y="851"/>
                    <a:pt x="0" y="3277"/>
                    <a:pt x="0" y="6049"/>
                  </a:cubicBezTo>
                  <a:cubicBezTo>
                    <a:pt x="0" y="6994"/>
                    <a:pt x="725" y="7782"/>
                    <a:pt x="1639" y="7877"/>
                  </a:cubicBezTo>
                  <a:cubicBezTo>
                    <a:pt x="1639" y="7845"/>
                    <a:pt x="1607" y="7814"/>
                    <a:pt x="1607" y="7782"/>
                  </a:cubicBezTo>
                  <a:cubicBezTo>
                    <a:pt x="1513" y="7499"/>
                    <a:pt x="1513" y="7120"/>
                    <a:pt x="1513" y="6774"/>
                  </a:cubicBezTo>
                  <a:lnTo>
                    <a:pt x="1513" y="5293"/>
                  </a:lnTo>
                  <a:cubicBezTo>
                    <a:pt x="1513" y="3434"/>
                    <a:pt x="3025" y="1922"/>
                    <a:pt x="4884" y="1922"/>
                  </a:cubicBezTo>
                  <a:lnTo>
                    <a:pt x="7877" y="1922"/>
                  </a:lnTo>
                  <a:cubicBezTo>
                    <a:pt x="9704" y="1922"/>
                    <a:pt x="11216" y="3434"/>
                    <a:pt x="11216" y="5293"/>
                  </a:cubicBezTo>
                  <a:lnTo>
                    <a:pt x="11216" y="6774"/>
                  </a:lnTo>
                  <a:cubicBezTo>
                    <a:pt x="11216" y="7120"/>
                    <a:pt x="11185" y="7436"/>
                    <a:pt x="11090" y="7782"/>
                  </a:cubicBezTo>
                  <a:cubicBezTo>
                    <a:pt x="11090" y="7814"/>
                    <a:pt x="11059" y="7845"/>
                    <a:pt x="11059" y="7877"/>
                  </a:cubicBezTo>
                  <a:cubicBezTo>
                    <a:pt x="11972" y="7782"/>
                    <a:pt x="12697" y="6994"/>
                    <a:pt x="12697" y="6049"/>
                  </a:cubicBezTo>
                  <a:cubicBezTo>
                    <a:pt x="12697" y="3277"/>
                    <a:pt x="10870" y="851"/>
                    <a:pt x="8255" y="0"/>
                  </a:cubicBezTo>
                  <a:cubicBezTo>
                    <a:pt x="8223" y="189"/>
                    <a:pt x="8129" y="441"/>
                    <a:pt x="8034" y="599"/>
                  </a:cubicBezTo>
                  <a:cubicBezTo>
                    <a:pt x="7751" y="977"/>
                    <a:pt x="7310" y="1229"/>
                    <a:pt x="6805" y="1229"/>
                  </a:cubicBezTo>
                  <a:lnTo>
                    <a:pt x="5892" y="1229"/>
                  </a:lnTo>
                  <a:cubicBezTo>
                    <a:pt x="5419" y="1229"/>
                    <a:pt x="4947" y="977"/>
                    <a:pt x="4663" y="599"/>
                  </a:cubicBezTo>
                  <a:cubicBezTo>
                    <a:pt x="4569" y="410"/>
                    <a:pt x="4474" y="189"/>
                    <a:pt x="444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15000;p136">
              <a:extLst>
                <a:ext uri="{FF2B5EF4-FFF2-40B4-BE49-F238E27FC236}">
                  <a16:creationId xmlns:a16="http://schemas.microsoft.com/office/drawing/2014/main" id="{A30D5A12-90E5-B20B-FD3C-8ED11C2DB4DA}"/>
                </a:ext>
              </a:extLst>
            </p:cNvPr>
            <p:cNvSpPr/>
            <p:nvPr/>
          </p:nvSpPr>
          <p:spPr>
            <a:xfrm>
              <a:off x="-55128700" y="3983400"/>
              <a:ext cx="166200" cy="54350"/>
            </a:xfrm>
            <a:custGeom>
              <a:avLst/>
              <a:gdLst/>
              <a:ahLst/>
              <a:cxnLst/>
              <a:rect l="l" t="t" r="r" b="b"/>
              <a:pathLst>
                <a:path w="6648" h="2174" extrusionOk="0">
                  <a:moveTo>
                    <a:pt x="3088" y="0"/>
                  </a:moveTo>
                  <a:cubicBezTo>
                    <a:pt x="2836" y="0"/>
                    <a:pt x="2584" y="158"/>
                    <a:pt x="2458" y="347"/>
                  </a:cubicBezTo>
                  <a:lnTo>
                    <a:pt x="347" y="347"/>
                  </a:lnTo>
                  <a:cubicBezTo>
                    <a:pt x="158" y="347"/>
                    <a:pt x="0" y="504"/>
                    <a:pt x="0" y="725"/>
                  </a:cubicBezTo>
                  <a:cubicBezTo>
                    <a:pt x="0" y="914"/>
                    <a:pt x="158" y="1071"/>
                    <a:pt x="347" y="1071"/>
                  </a:cubicBezTo>
                  <a:lnTo>
                    <a:pt x="2206" y="1071"/>
                  </a:lnTo>
                  <a:lnTo>
                    <a:pt x="2143" y="1197"/>
                  </a:lnTo>
                  <a:cubicBezTo>
                    <a:pt x="1985" y="1670"/>
                    <a:pt x="2363" y="2174"/>
                    <a:pt x="2867" y="2174"/>
                  </a:cubicBezTo>
                  <a:lnTo>
                    <a:pt x="3781" y="2174"/>
                  </a:lnTo>
                  <a:cubicBezTo>
                    <a:pt x="4285" y="2174"/>
                    <a:pt x="4632" y="1670"/>
                    <a:pt x="4474" y="1197"/>
                  </a:cubicBezTo>
                  <a:lnTo>
                    <a:pt x="4443" y="1071"/>
                  </a:lnTo>
                  <a:lnTo>
                    <a:pt x="6301" y="1071"/>
                  </a:lnTo>
                  <a:cubicBezTo>
                    <a:pt x="6490" y="1071"/>
                    <a:pt x="6648" y="914"/>
                    <a:pt x="6648" y="725"/>
                  </a:cubicBezTo>
                  <a:cubicBezTo>
                    <a:pt x="6648" y="504"/>
                    <a:pt x="6490" y="347"/>
                    <a:pt x="6301" y="347"/>
                  </a:cubicBezTo>
                  <a:lnTo>
                    <a:pt x="4159" y="347"/>
                  </a:lnTo>
                  <a:cubicBezTo>
                    <a:pt x="4033" y="126"/>
                    <a:pt x="3812" y="0"/>
                    <a:pt x="35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5" name="Google Shape;15001;p136">
            <a:extLst>
              <a:ext uri="{FF2B5EF4-FFF2-40B4-BE49-F238E27FC236}">
                <a16:creationId xmlns:a16="http://schemas.microsoft.com/office/drawing/2014/main" id="{13E93E9D-B05C-A443-AEDE-407807265285}"/>
              </a:ext>
            </a:extLst>
          </p:cNvPr>
          <p:cNvGrpSpPr/>
          <p:nvPr/>
        </p:nvGrpSpPr>
        <p:grpSpPr>
          <a:xfrm>
            <a:off x="9310585" y="3905518"/>
            <a:ext cx="336569" cy="359654"/>
            <a:chOff x="-53232900" y="3192625"/>
            <a:chExt cx="298525" cy="319000"/>
          </a:xfrm>
          <a:solidFill>
            <a:schemeClr val="accent1">
              <a:lumMod val="75000"/>
            </a:schemeClr>
          </a:solidFill>
        </p:grpSpPr>
        <p:sp>
          <p:nvSpPr>
            <p:cNvPr id="676" name="Google Shape;15002;p136">
              <a:extLst>
                <a:ext uri="{FF2B5EF4-FFF2-40B4-BE49-F238E27FC236}">
                  <a16:creationId xmlns:a16="http://schemas.microsoft.com/office/drawing/2014/main" id="{4D8ED54D-E104-B81D-6E2F-200014C492B4}"/>
                </a:ext>
              </a:extLst>
            </p:cNvPr>
            <p:cNvSpPr/>
            <p:nvPr/>
          </p:nvSpPr>
          <p:spPr>
            <a:xfrm>
              <a:off x="-52972975" y="3315500"/>
              <a:ext cx="37825" cy="55925"/>
            </a:xfrm>
            <a:custGeom>
              <a:avLst/>
              <a:gdLst/>
              <a:ahLst/>
              <a:cxnLst/>
              <a:rect l="l" t="t" r="r" b="b"/>
              <a:pathLst>
                <a:path w="1513" h="2237" extrusionOk="0">
                  <a:moveTo>
                    <a:pt x="0" y="0"/>
                  </a:moveTo>
                  <a:lnTo>
                    <a:pt x="0" y="2048"/>
                  </a:lnTo>
                  <a:cubicBezTo>
                    <a:pt x="252" y="2142"/>
                    <a:pt x="505" y="2237"/>
                    <a:pt x="788" y="2237"/>
                  </a:cubicBezTo>
                  <a:lnTo>
                    <a:pt x="1135" y="2237"/>
                  </a:lnTo>
                  <a:cubicBezTo>
                    <a:pt x="1355" y="2237"/>
                    <a:pt x="1513" y="2079"/>
                    <a:pt x="1513" y="1859"/>
                  </a:cubicBezTo>
                  <a:lnTo>
                    <a:pt x="1513" y="1512"/>
                  </a:lnTo>
                  <a:cubicBezTo>
                    <a:pt x="1513" y="693"/>
                    <a:pt x="82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15003;p136">
              <a:extLst>
                <a:ext uri="{FF2B5EF4-FFF2-40B4-BE49-F238E27FC236}">
                  <a16:creationId xmlns:a16="http://schemas.microsoft.com/office/drawing/2014/main" id="{6BD93DD9-A830-684D-FB20-13F93B42157C}"/>
                </a:ext>
              </a:extLst>
            </p:cNvPr>
            <p:cNvSpPr/>
            <p:nvPr/>
          </p:nvSpPr>
          <p:spPr>
            <a:xfrm>
              <a:off x="-52978500" y="3259575"/>
              <a:ext cx="44125" cy="55950"/>
            </a:xfrm>
            <a:custGeom>
              <a:avLst/>
              <a:gdLst/>
              <a:ahLst/>
              <a:cxnLst/>
              <a:rect l="l" t="t" r="r" b="b"/>
              <a:pathLst>
                <a:path w="1765" h="2238" extrusionOk="0">
                  <a:moveTo>
                    <a:pt x="1041" y="0"/>
                  </a:moveTo>
                  <a:cubicBezTo>
                    <a:pt x="663" y="0"/>
                    <a:pt x="253" y="158"/>
                    <a:pt x="1" y="441"/>
                  </a:cubicBezTo>
                  <a:cubicBezTo>
                    <a:pt x="190" y="977"/>
                    <a:pt x="316" y="1607"/>
                    <a:pt x="316" y="2237"/>
                  </a:cubicBezTo>
                  <a:cubicBezTo>
                    <a:pt x="1104" y="2206"/>
                    <a:pt x="1765" y="1544"/>
                    <a:pt x="1765" y="725"/>
                  </a:cubicBezTo>
                  <a:lnTo>
                    <a:pt x="1765" y="378"/>
                  </a:lnTo>
                  <a:cubicBezTo>
                    <a:pt x="1765" y="158"/>
                    <a:pt x="1608" y="0"/>
                    <a:pt x="14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15004;p136">
              <a:extLst>
                <a:ext uri="{FF2B5EF4-FFF2-40B4-BE49-F238E27FC236}">
                  <a16:creationId xmlns:a16="http://schemas.microsoft.com/office/drawing/2014/main" id="{BB575E54-8744-423C-13D3-B7910A02597F}"/>
                </a:ext>
              </a:extLst>
            </p:cNvPr>
            <p:cNvSpPr/>
            <p:nvPr/>
          </p:nvSpPr>
          <p:spPr>
            <a:xfrm>
              <a:off x="-53232900" y="3324950"/>
              <a:ext cx="242625" cy="55925"/>
            </a:xfrm>
            <a:custGeom>
              <a:avLst/>
              <a:gdLst/>
              <a:ahLst/>
              <a:cxnLst/>
              <a:rect l="l" t="t" r="r" b="b"/>
              <a:pathLst>
                <a:path w="9705" h="2237" extrusionOk="0">
                  <a:moveTo>
                    <a:pt x="3340" y="756"/>
                  </a:moveTo>
                  <a:cubicBezTo>
                    <a:pt x="3561" y="756"/>
                    <a:pt x="3718" y="914"/>
                    <a:pt x="3718" y="1103"/>
                  </a:cubicBezTo>
                  <a:cubicBezTo>
                    <a:pt x="3718" y="1292"/>
                    <a:pt x="3561" y="1449"/>
                    <a:pt x="3340" y="1449"/>
                  </a:cubicBezTo>
                  <a:cubicBezTo>
                    <a:pt x="3151" y="1449"/>
                    <a:pt x="2994" y="1292"/>
                    <a:pt x="2994" y="1103"/>
                  </a:cubicBezTo>
                  <a:cubicBezTo>
                    <a:pt x="2962" y="914"/>
                    <a:pt x="3151" y="756"/>
                    <a:pt x="3340" y="756"/>
                  </a:cubicBezTo>
                  <a:close/>
                  <a:moveTo>
                    <a:pt x="6333" y="756"/>
                  </a:moveTo>
                  <a:cubicBezTo>
                    <a:pt x="6554" y="756"/>
                    <a:pt x="6711" y="914"/>
                    <a:pt x="6711" y="1103"/>
                  </a:cubicBezTo>
                  <a:cubicBezTo>
                    <a:pt x="6711" y="1292"/>
                    <a:pt x="6554" y="1449"/>
                    <a:pt x="6333" y="1449"/>
                  </a:cubicBezTo>
                  <a:cubicBezTo>
                    <a:pt x="6144" y="1449"/>
                    <a:pt x="5987" y="1292"/>
                    <a:pt x="5987" y="1103"/>
                  </a:cubicBezTo>
                  <a:cubicBezTo>
                    <a:pt x="5955" y="914"/>
                    <a:pt x="6113" y="756"/>
                    <a:pt x="6333" y="756"/>
                  </a:cubicBezTo>
                  <a:close/>
                  <a:moveTo>
                    <a:pt x="1" y="0"/>
                  </a:moveTo>
                  <a:lnTo>
                    <a:pt x="1" y="2237"/>
                  </a:lnTo>
                  <a:lnTo>
                    <a:pt x="9704" y="2237"/>
                  </a:lnTo>
                  <a:lnTo>
                    <a:pt x="970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15005;p136">
              <a:extLst>
                <a:ext uri="{FF2B5EF4-FFF2-40B4-BE49-F238E27FC236}">
                  <a16:creationId xmlns:a16="http://schemas.microsoft.com/office/drawing/2014/main" id="{214AEAD0-7875-FBC5-3BD7-9DA62CB5D434}"/>
                </a:ext>
              </a:extLst>
            </p:cNvPr>
            <p:cNvSpPr/>
            <p:nvPr/>
          </p:nvSpPr>
          <p:spPr>
            <a:xfrm>
              <a:off x="-53232100" y="3399775"/>
              <a:ext cx="241825" cy="111850"/>
            </a:xfrm>
            <a:custGeom>
              <a:avLst/>
              <a:gdLst/>
              <a:ahLst/>
              <a:cxnLst/>
              <a:rect l="l" t="t" r="r" b="b"/>
              <a:pathLst>
                <a:path w="9673" h="4474" extrusionOk="0">
                  <a:moveTo>
                    <a:pt x="0" y="0"/>
                  </a:moveTo>
                  <a:cubicBezTo>
                    <a:pt x="158" y="2457"/>
                    <a:pt x="2269" y="4474"/>
                    <a:pt x="4821" y="4474"/>
                  </a:cubicBezTo>
                  <a:cubicBezTo>
                    <a:pt x="7372" y="4474"/>
                    <a:pt x="9452" y="2457"/>
                    <a:pt x="96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15006;p136">
              <a:extLst>
                <a:ext uri="{FF2B5EF4-FFF2-40B4-BE49-F238E27FC236}">
                  <a16:creationId xmlns:a16="http://schemas.microsoft.com/office/drawing/2014/main" id="{80CF213D-4F55-0891-999D-4CA42BC845F9}"/>
                </a:ext>
              </a:extLst>
            </p:cNvPr>
            <p:cNvSpPr/>
            <p:nvPr/>
          </p:nvSpPr>
          <p:spPr>
            <a:xfrm>
              <a:off x="-53134450" y="3287125"/>
              <a:ext cx="44125" cy="18925"/>
            </a:xfrm>
            <a:custGeom>
              <a:avLst/>
              <a:gdLst/>
              <a:ahLst/>
              <a:cxnLst/>
              <a:rect l="l" t="t" r="r" b="b"/>
              <a:pathLst>
                <a:path w="1765" h="757" extrusionOk="0">
                  <a:moveTo>
                    <a:pt x="1" y="1"/>
                  </a:moveTo>
                  <a:lnTo>
                    <a:pt x="410" y="757"/>
                  </a:lnTo>
                  <a:lnTo>
                    <a:pt x="1419" y="757"/>
                  </a:lnTo>
                  <a:lnTo>
                    <a:pt x="176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15007;p136">
              <a:extLst>
                <a:ext uri="{FF2B5EF4-FFF2-40B4-BE49-F238E27FC236}">
                  <a16:creationId xmlns:a16="http://schemas.microsoft.com/office/drawing/2014/main" id="{990EA323-7C43-EE6D-868D-DBAB258ACCC9}"/>
                </a:ext>
              </a:extLst>
            </p:cNvPr>
            <p:cNvSpPr/>
            <p:nvPr/>
          </p:nvSpPr>
          <p:spPr>
            <a:xfrm>
              <a:off x="-53232900" y="3287125"/>
              <a:ext cx="86675" cy="18925"/>
            </a:xfrm>
            <a:custGeom>
              <a:avLst/>
              <a:gdLst/>
              <a:ahLst/>
              <a:cxnLst/>
              <a:rect l="l" t="t" r="r" b="b"/>
              <a:pathLst>
                <a:path w="3467" h="757" extrusionOk="0">
                  <a:moveTo>
                    <a:pt x="127" y="1"/>
                  </a:moveTo>
                  <a:cubicBezTo>
                    <a:pt x="95" y="253"/>
                    <a:pt x="32" y="473"/>
                    <a:pt x="1" y="757"/>
                  </a:cubicBezTo>
                  <a:lnTo>
                    <a:pt x="3466" y="757"/>
                  </a:lnTo>
                  <a:lnTo>
                    <a:pt x="312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15008;p136">
              <a:extLst>
                <a:ext uri="{FF2B5EF4-FFF2-40B4-BE49-F238E27FC236}">
                  <a16:creationId xmlns:a16="http://schemas.microsoft.com/office/drawing/2014/main" id="{57FAF067-374F-293C-3805-BCEE38E03849}"/>
                </a:ext>
              </a:extLst>
            </p:cNvPr>
            <p:cNvSpPr/>
            <p:nvPr/>
          </p:nvSpPr>
          <p:spPr>
            <a:xfrm>
              <a:off x="-53078525" y="3287125"/>
              <a:ext cx="86675" cy="18925"/>
            </a:xfrm>
            <a:custGeom>
              <a:avLst/>
              <a:gdLst/>
              <a:ahLst/>
              <a:cxnLst/>
              <a:rect l="l" t="t" r="r" b="b"/>
              <a:pathLst>
                <a:path w="3467" h="757" extrusionOk="0">
                  <a:moveTo>
                    <a:pt x="379" y="1"/>
                  </a:moveTo>
                  <a:lnTo>
                    <a:pt x="1" y="757"/>
                  </a:lnTo>
                  <a:lnTo>
                    <a:pt x="3466" y="757"/>
                  </a:lnTo>
                  <a:cubicBezTo>
                    <a:pt x="3466" y="536"/>
                    <a:pt x="3435" y="253"/>
                    <a:pt x="33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15009;p136">
              <a:extLst>
                <a:ext uri="{FF2B5EF4-FFF2-40B4-BE49-F238E27FC236}">
                  <a16:creationId xmlns:a16="http://schemas.microsoft.com/office/drawing/2014/main" id="{E4EE1F1F-2DDD-0D9F-0DE1-0012016991D4}"/>
                </a:ext>
              </a:extLst>
            </p:cNvPr>
            <p:cNvSpPr/>
            <p:nvPr/>
          </p:nvSpPr>
          <p:spPr>
            <a:xfrm>
              <a:off x="-53224225" y="3192625"/>
              <a:ext cx="223700" cy="74850"/>
            </a:xfrm>
            <a:custGeom>
              <a:avLst/>
              <a:gdLst/>
              <a:ahLst/>
              <a:cxnLst/>
              <a:rect l="l" t="t" r="r" b="b"/>
              <a:pathLst>
                <a:path w="8948" h="2994" extrusionOk="0">
                  <a:moveTo>
                    <a:pt x="4506" y="0"/>
                  </a:moveTo>
                  <a:cubicBezTo>
                    <a:pt x="2489" y="0"/>
                    <a:pt x="756" y="1260"/>
                    <a:pt x="0" y="2993"/>
                  </a:cubicBezTo>
                  <a:lnTo>
                    <a:pt x="8948" y="2993"/>
                  </a:lnTo>
                  <a:cubicBezTo>
                    <a:pt x="8255" y="1260"/>
                    <a:pt x="6522" y="0"/>
                    <a:pt x="450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4" name="Google Shape;15010;p136">
            <a:extLst>
              <a:ext uri="{FF2B5EF4-FFF2-40B4-BE49-F238E27FC236}">
                <a16:creationId xmlns:a16="http://schemas.microsoft.com/office/drawing/2014/main" id="{8DB2F205-D60E-1FB6-3637-84A3708569BE}"/>
              </a:ext>
            </a:extLst>
          </p:cNvPr>
          <p:cNvGrpSpPr/>
          <p:nvPr/>
        </p:nvGrpSpPr>
        <p:grpSpPr>
          <a:xfrm>
            <a:off x="9299931" y="4377388"/>
            <a:ext cx="357877" cy="357004"/>
            <a:chOff x="-53242350" y="3584850"/>
            <a:chExt cx="317425" cy="316650"/>
          </a:xfrm>
          <a:solidFill>
            <a:schemeClr val="accent1">
              <a:lumMod val="75000"/>
            </a:schemeClr>
          </a:solidFill>
        </p:grpSpPr>
        <p:sp>
          <p:nvSpPr>
            <p:cNvPr id="685" name="Google Shape;15011;p136">
              <a:extLst>
                <a:ext uri="{FF2B5EF4-FFF2-40B4-BE49-F238E27FC236}">
                  <a16:creationId xmlns:a16="http://schemas.microsoft.com/office/drawing/2014/main" id="{A65D54E7-E604-B869-69C5-C82BE8760624}"/>
                </a:ext>
              </a:extLst>
            </p:cNvPr>
            <p:cNvSpPr/>
            <p:nvPr/>
          </p:nvSpPr>
          <p:spPr>
            <a:xfrm>
              <a:off x="-53202975" y="3584850"/>
              <a:ext cx="237900" cy="98475"/>
            </a:xfrm>
            <a:custGeom>
              <a:avLst/>
              <a:gdLst/>
              <a:ahLst/>
              <a:cxnLst/>
              <a:rect l="l" t="t" r="r" b="b"/>
              <a:pathLst>
                <a:path w="9516" h="3939" extrusionOk="0">
                  <a:moveTo>
                    <a:pt x="4758" y="1"/>
                  </a:moveTo>
                  <a:cubicBezTo>
                    <a:pt x="2395" y="1"/>
                    <a:pt x="411" y="1702"/>
                    <a:pt x="1" y="3939"/>
                  </a:cubicBezTo>
                  <a:cubicBezTo>
                    <a:pt x="190" y="3781"/>
                    <a:pt x="474" y="3687"/>
                    <a:pt x="694" y="3655"/>
                  </a:cubicBezTo>
                  <a:cubicBezTo>
                    <a:pt x="2033" y="3435"/>
                    <a:pt x="3396" y="3324"/>
                    <a:pt x="4758" y="3324"/>
                  </a:cubicBezTo>
                  <a:cubicBezTo>
                    <a:pt x="6121" y="3324"/>
                    <a:pt x="7483" y="3435"/>
                    <a:pt x="8822" y="3655"/>
                  </a:cubicBezTo>
                  <a:cubicBezTo>
                    <a:pt x="9074" y="3687"/>
                    <a:pt x="9326" y="3813"/>
                    <a:pt x="9515" y="3939"/>
                  </a:cubicBezTo>
                  <a:cubicBezTo>
                    <a:pt x="9074" y="1702"/>
                    <a:pt x="7121" y="1"/>
                    <a:pt x="47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15012;p136">
              <a:extLst>
                <a:ext uri="{FF2B5EF4-FFF2-40B4-BE49-F238E27FC236}">
                  <a16:creationId xmlns:a16="http://schemas.microsoft.com/office/drawing/2014/main" id="{72CD137D-21E4-B953-CE0E-5B9974953E2D}"/>
                </a:ext>
              </a:extLst>
            </p:cNvPr>
            <p:cNvSpPr/>
            <p:nvPr/>
          </p:nvSpPr>
          <p:spPr>
            <a:xfrm>
              <a:off x="-53242350" y="3711650"/>
              <a:ext cx="80350" cy="155975"/>
            </a:xfrm>
            <a:custGeom>
              <a:avLst/>
              <a:gdLst/>
              <a:ahLst/>
              <a:cxnLst/>
              <a:rect l="l" t="t" r="r" b="b"/>
              <a:pathLst>
                <a:path w="3214" h="6239" extrusionOk="0">
                  <a:moveTo>
                    <a:pt x="820" y="1"/>
                  </a:moveTo>
                  <a:cubicBezTo>
                    <a:pt x="316" y="442"/>
                    <a:pt x="1" y="1041"/>
                    <a:pt x="1" y="1734"/>
                  </a:cubicBezTo>
                  <a:cubicBezTo>
                    <a:pt x="1" y="2395"/>
                    <a:pt x="316" y="2994"/>
                    <a:pt x="788" y="3403"/>
                  </a:cubicBezTo>
                  <a:lnTo>
                    <a:pt x="788" y="5136"/>
                  </a:lnTo>
                  <a:cubicBezTo>
                    <a:pt x="788" y="5766"/>
                    <a:pt x="1292" y="6239"/>
                    <a:pt x="1891" y="6239"/>
                  </a:cubicBezTo>
                  <a:lnTo>
                    <a:pt x="3214" y="6239"/>
                  </a:lnTo>
                  <a:cubicBezTo>
                    <a:pt x="3057" y="6081"/>
                    <a:pt x="2742" y="5609"/>
                    <a:pt x="2679" y="5451"/>
                  </a:cubicBezTo>
                  <a:lnTo>
                    <a:pt x="1828" y="5451"/>
                  </a:lnTo>
                  <a:cubicBezTo>
                    <a:pt x="1639" y="5451"/>
                    <a:pt x="1481" y="5294"/>
                    <a:pt x="1481" y="5073"/>
                  </a:cubicBezTo>
                  <a:lnTo>
                    <a:pt x="1481" y="2805"/>
                  </a:lnTo>
                  <a:cubicBezTo>
                    <a:pt x="1103" y="2490"/>
                    <a:pt x="820" y="2049"/>
                    <a:pt x="788" y="1545"/>
                  </a:cubicBezTo>
                  <a:cubicBezTo>
                    <a:pt x="788" y="1513"/>
                    <a:pt x="725" y="1419"/>
                    <a:pt x="725" y="1356"/>
                  </a:cubicBezTo>
                  <a:lnTo>
                    <a:pt x="725" y="411"/>
                  </a:lnTo>
                  <a:cubicBezTo>
                    <a:pt x="725" y="348"/>
                    <a:pt x="788" y="158"/>
                    <a:pt x="8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15013;p136">
              <a:extLst>
                <a:ext uri="{FF2B5EF4-FFF2-40B4-BE49-F238E27FC236}">
                  <a16:creationId xmlns:a16="http://schemas.microsoft.com/office/drawing/2014/main" id="{15833C8A-BA80-EE7A-1FBA-3CA14E089E73}"/>
                </a:ext>
              </a:extLst>
            </p:cNvPr>
            <p:cNvSpPr/>
            <p:nvPr/>
          </p:nvSpPr>
          <p:spPr>
            <a:xfrm>
              <a:off x="-53206125" y="3686850"/>
              <a:ext cx="243400" cy="84700"/>
            </a:xfrm>
            <a:custGeom>
              <a:avLst/>
              <a:gdLst/>
              <a:ahLst/>
              <a:cxnLst/>
              <a:rect l="l" t="t" r="r" b="b"/>
              <a:pathLst>
                <a:path w="9736" h="3388" extrusionOk="0">
                  <a:moveTo>
                    <a:pt x="4857" y="1"/>
                  </a:moveTo>
                  <a:cubicBezTo>
                    <a:pt x="3545" y="1"/>
                    <a:pt x="2238" y="111"/>
                    <a:pt x="946" y="331"/>
                  </a:cubicBezTo>
                  <a:cubicBezTo>
                    <a:pt x="442" y="394"/>
                    <a:pt x="1" y="867"/>
                    <a:pt x="1" y="1434"/>
                  </a:cubicBezTo>
                  <a:lnTo>
                    <a:pt x="1" y="2285"/>
                  </a:lnTo>
                  <a:cubicBezTo>
                    <a:pt x="1" y="2915"/>
                    <a:pt x="505" y="3387"/>
                    <a:pt x="1104" y="3387"/>
                  </a:cubicBezTo>
                  <a:lnTo>
                    <a:pt x="3782" y="3387"/>
                  </a:lnTo>
                  <a:cubicBezTo>
                    <a:pt x="3876" y="3387"/>
                    <a:pt x="3971" y="3356"/>
                    <a:pt x="4065" y="3261"/>
                  </a:cubicBezTo>
                  <a:lnTo>
                    <a:pt x="4569" y="2757"/>
                  </a:lnTo>
                  <a:cubicBezTo>
                    <a:pt x="4648" y="2678"/>
                    <a:pt x="4750" y="2639"/>
                    <a:pt x="4845" y="2639"/>
                  </a:cubicBezTo>
                  <a:cubicBezTo>
                    <a:pt x="4939" y="2639"/>
                    <a:pt x="5026" y="2678"/>
                    <a:pt x="5073" y="2757"/>
                  </a:cubicBezTo>
                  <a:lnTo>
                    <a:pt x="5609" y="3261"/>
                  </a:lnTo>
                  <a:cubicBezTo>
                    <a:pt x="5672" y="3356"/>
                    <a:pt x="5766" y="3387"/>
                    <a:pt x="5861" y="3387"/>
                  </a:cubicBezTo>
                  <a:lnTo>
                    <a:pt x="8539" y="3387"/>
                  </a:lnTo>
                  <a:cubicBezTo>
                    <a:pt x="9169" y="3387"/>
                    <a:pt x="9641" y="2883"/>
                    <a:pt x="9641" y="2285"/>
                  </a:cubicBezTo>
                  <a:lnTo>
                    <a:pt x="9641" y="1434"/>
                  </a:lnTo>
                  <a:lnTo>
                    <a:pt x="9736" y="1434"/>
                  </a:lnTo>
                  <a:cubicBezTo>
                    <a:pt x="9736" y="867"/>
                    <a:pt x="9295" y="394"/>
                    <a:pt x="8791" y="331"/>
                  </a:cubicBezTo>
                  <a:cubicBezTo>
                    <a:pt x="7483" y="111"/>
                    <a:pt x="6168" y="1"/>
                    <a:pt x="48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15014;p136">
              <a:extLst>
                <a:ext uri="{FF2B5EF4-FFF2-40B4-BE49-F238E27FC236}">
                  <a16:creationId xmlns:a16="http://schemas.microsoft.com/office/drawing/2014/main" id="{AC666CAE-2BAA-A2DE-2322-CCF5D488CE77}"/>
                </a:ext>
              </a:extLst>
            </p:cNvPr>
            <p:cNvSpPr/>
            <p:nvPr/>
          </p:nvSpPr>
          <p:spPr>
            <a:xfrm>
              <a:off x="-53186425" y="3775450"/>
              <a:ext cx="205600" cy="126050"/>
            </a:xfrm>
            <a:custGeom>
              <a:avLst/>
              <a:gdLst/>
              <a:ahLst/>
              <a:cxnLst/>
              <a:rect l="l" t="t" r="r" b="b"/>
              <a:pathLst>
                <a:path w="8224" h="5042" extrusionOk="0">
                  <a:moveTo>
                    <a:pt x="5148" y="1710"/>
                  </a:moveTo>
                  <a:cubicBezTo>
                    <a:pt x="5238" y="1710"/>
                    <a:pt x="5325" y="1749"/>
                    <a:pt x="5388" y="1828"/>
                  </a:cubicBezTo>
                  <a:cubicBezTo>
                    <a:pt x="5545" y="1954"/>
                    <a:pt x="5545" y="2175"/>
                    <a:pt x="5419" y="2332"/>
                  </a:cubicBezTo>
                  <a:cubicBezTo>
                    <a:pt x="5073" y="2679"/>
                    <a:pt x="4600" y="2868"/>
                    <a:pt x="4128" y="2868"/>
                  </a:cubicBezTo>
                  <a:cubicBezTo>
                    <a:pt x="3624" y="2868"/>
                    <a:pt x="3151" y="2679"/>
                    <a:pt x="2805" y="2332"/>
                  </a:cubicBezTo>
                  <a:cubicBezTo>
                    <a:pt x="2647" y="2175"/>
                    <a:pt x="2647" y="1954"/>
                    <a:pt x="2805" y="1828"/>
                  </a:cubicBezTo>
                  <a:cubicBezTo>
                    <a:pt x="2883" y="1749"/>
                    <a:pt x="2978" y="1710"/>
                    <a:pt x="3068" y="1710"/>
                  </a:cubicBezTo>
                  <a:cubicBezTo>
                    <a:pt x="3159" y="1710"/>
                    <a:pt x="3246" y="1749"/>
                    <a:pt x="3309" y="1828"/>
                  </a:cubicBezTo>
                  <a:cubicBezTo>
                    <a:pt x="3529" y="2049"/>
                    <a:pt x="3813" y="2159"/>
                    <a:pt x="4096" y="2159"/>
                  </a:cubicBezTo>
                  <a:cubicBezTo>
                    <a:pt x="4380" y="2159"/>
                    <a:pt x="4663" y="2049"/>
                    <a:pt x="4884" y="1828"/>
                  </a:cubicBezTo>
                  <a:cubicBezTo>
                    <a:pt x="4963" y="1749"/>
                    <a:pt x="5057" y="1710"/>
                    <a:pt x="5148" y="1710"/>
                  </a:cubicBezTo>
                  <a:close/>
                  <a:moveTo>
                    <a:pt x="4096" y="1"/>
                  </a:moveTo>
                  <a:lnTo>
                    <a:pt x="3813" y="284"/>
                  </a:lnTo>
                  <a:cubicBezTo>
                    <a:pt x="3624" y="473"/>
                    <a:pt x="3309" y="599"/>
                    <a:pt x="3025" y="599"/>
                  </a:cubicBezTo>
                  <a:lnTo>
                    <a:pt x="1" y="599"/>
                  </a:lnTo>
                  <a:lnTo>
                    <a:pt x="1" y="1009"/>
                  </a:lnTo>
                  <a:cubicBezTo>
                    <a:pt x="1" y="1671"/>
                    <a:pt x="158" y="2301"/>
                    <a:pt x="473" y="2836"/>
                  </a:cubicBezTo>
                  <a:lnTo>
                    <a:pt x="2647" y="2836"/>
                  </a:lnTo>
                  <a:cubicBezTo>
                    <a:pt x="2836" y="2836"/>
                    <a:pt x="2994" y="2994"/>
                    <a:pt x="2994" y="3183"/>
                  </a:cubicBezTo>
                  <a:cubicBezTo>
                    <a:pt x="2994" y="3403"/>
                    <a:pt x="2836" y="3561"/>
                    <a:pt x="2647" y="3561"/>
                  </a:cubicBezTo>
                  <a:lnTo>
                    <a:pt x="977" y="3561"/>
                  </a:lnTo>
                  <a:cubicBezTo>
                    <a:pt x="1733" y="4506"/>
                    <a:pt x="2962" y="5042"/>
                    <a:pt x="4128" y="5042"/>
                  </a:cubicBezTo>
                  <a:cubicBezTo>
                    <a:pt x="6428" y="5042"/>
                    <a:pt x="8223" y="3151"/>
                    <a:pt x="8223" y="946"/>
                  </a:cubicBezTo>
                  <a:lnTo>
                    <a:pt x="8223" y="568"/>
                  </a:lnTo>
                  <a:lnTo>
                    <a:pt x="5199" y="568"/>
                  </a:lnTo>
                  <a:cubicBezTo>
                    <a:pt x="5163" y="571"/>
                    <a:pt x="5128" y="573"/>
                    <a:pt x="5094" y="573"/>
                  </a:cubicBezTo>
                  <a:cubicBezTo>
                    <a:pt x="4795" y="573"/>
                    <a:pt x="4549" y="454"/>
                    <a:pt x="4380" y="284"/>
                  </a:cubicBezTo>
                  <a:lnTo>
                    <a:pt x="409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15015;p136">
              <a:extLst>
                <a:ext uri="{FF2B5EF4-FFF2-40B4-BE49-F238E27FC236}">
                  <a16:creationId xmlns:a16="http://schemas.microsoft.com/office/drawing/2014/main" id="{816015AC-C3DB-C13A-0441-3E72CFF82F86}"/>
                </a:ext>
              </a:extLst>
            </p:cNvPr>
            <p:cNvSpPr/>
            <p:nvPr/>
          </p:nvSpPr>
          <p:spPr>
            <a:xfrm>
              <a:off x="-52962725" y="3710875"/>
              <a:ext cx="37800" cy="95325"/>
            </a:xfrm>
            <a:custGeom>
              <a:avLst/>
              <a:gdLst/>
              <a:ahLst/>
              <a:cxnLst/>
              <a:rect l="l" t="t" r="r" b="b"/>
              <a:pathLst>
                <a:path w="1512" h="3813" extrusionOk="0">
                  <a:moveTo>
                    <a:pt x="662" y="0"/>
                  </a:moveTo>
                  <a:lnTo>
                    <a:pt x="662" y="0"/>
                  </a:lnTo>
                  <a:cubicBezTo>
                    <a:pt x="693" y="158"/>
                    <a:pt x="725" y="347"/>
                    <a:pt x="725" y="379"/>
                  </a:cubicBezTo>
                  <a:lnTo>
                    <a:pt x="725" y="1387"/>
                  </a:lnTo>
                  <a:cubicBezTo>
                    <a:pt x="725" y="1481"/>
                    <a:pt x="725" y="1513"/>
                    <a:pt x="693" y="1576"/>
                  </a:cubicBezTo>
                  <a:cubicBezTo>
                    <a:pt x="662" y="2080"/>
                    <a:pt x="378" y="2552"/>
                    <a:pt x="0" y="2836"/>
                  </a:cubicBezTo>
                  <a:lnTo>
                    <a:pt x="0" y="3561"/>
                  </a:lnTo>
                  <a:lnTo>
                    <a:pt x="0" y="3813"/>
                  </a:lnTo>
                  <a:cubicBezTo>
                    <a:pt x="851" y="3497"/>
                    <a:pt x="1512" y="2678"/>
                    <a:pt x="1512" y="1733"/>
                  </a:cubicBezTo>
                  <a:cubicBezTo>
                    <a:pt x="1512" y="1009"/>
                    <a:pt x="1166" y="379"/>
                    <a:pt x="6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0" name="Google Shape;15016;p136">
            <a:extLst>
              <a:ext uri="{FF2B5EF4-FFF2-40B4-BE49-F238E27FC236}">
                <a16:creationId xmlns:a16="http://schemas.microsoft.com/office/drawing/2014/main" id="{468C672F-5AC1-7115-B8FA-25DC4BF2B168}"/>
              </a:ext>
            </a:extLst>
          </p:cNvPr>
          <p:cNvGrpSpPr/>
          <p:nvPr/>
        </p:nvGrpSpPr>
        <p:grpSpPr>
          <a:xfrm>
            <a:off x="9321241" y="4840969"/>
            <a:ext cx="315261" cy="359682"/>
            <a:chOff x="-53224225" y="3976300"/>
            <a:chExt cx="279625" cy="319025"/>
          </a:xfrm>
          <a:solidFill>
            <a:schemeClr val="accent1">
              <a:lumMod val="75000"/>
            </a:schemeClr>
          </a:solidFill>
        </p:grpSpPr>
        <p:sp>
          <p:nvSpPr>
            <p:cNvPr id="691" name="Google Shape;15017;p136">
              <a:extLst>
                <a:ext uri="{FF2B5EF4-FFF2-40B4-BE49-F238E27FC236}">
                  <a16:creationId xmlns:a16="http://schemas.microsoft.com/office/drawing/2014/main" id="{80D6499D-B73A-B6E8-F1B9-2DDCED7787FA}"/>
                </a:ext>
              </a:extLst>
            </p:cNvPr>
            <p:cNvSpPr/>
            <p:nvPr/>
          </p:nvSpPr>
          <p:spPr>
            <a:xfrm>
              <a:off x="-53224225" y="4132250"/>
              <a:ext cx="18925" cy="63825"/>
            </a:xfrm>
            <a:custGeom>
              <a:avLst/>
              <a:gdLst/>
              <a:ahLst/>
              <a:cxnLst/>
              <a:rect l="l" t="t" r="r" b="b"/>
              <a:pathLst>
                <a:path w="757" h="2553" extrusionOk="0">
                  <a:moveTo>
                    <a:pt x="756" y="1"/>
                  </a:moveTo>
                  <a:cubicBezTo>
                    <a:pt x="315" y="284"/>
                    <a:pt x="0" y="757"/>
                    <a:pt x="0" y="1292"/>
                  </a:cubicBezTo>
                  <a:cubicBezTo>
                    <a:pt x="0" y="1796"/>
                    <a:pt x="315" y="2269"/>
                    <a:pt x="756" y="2552"/>
                  </a:cubicBezTo>
                  <a:lnTo>
                    <a:pt x="756" y="2395"/>
                  </a:lnTo>
                  <a:lnTo>
                    <a:pt x="75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15018;p136">
              <a:extLst>
                <a:ext uri="{FF2B5EF4-FFF2-40B4-BE49-F238E27FC236}">
                  <a16:creationId xmlns:a16="http://schemas.microsoft.com/office/drawing/2014/main" id="{90835E67-9D28-DCDC-52BB-7BEBE411243F}"/>
                </a:ext>
              </a:extLst>
            </p:cNvPr>
            <p:cNvSpPr/>
            <p:nvPr/>
          </p:nvSpPr>
          <p:spPr>
            <a:xfrm>
              <a:off x="-53185625" y="4014900"/>
              <a:ext cx="204800" cy="117375"/>
            </a:xfrm>
            <a:custGeom>
              <a:avLst/>
              <a:gdLst/>
              <a:ahLst/>
              <a:cxnLst/>
              <a:rect l="l" t="t" r="r" b="b"/>
              <a:pathLst>
                <a:path w="8192" h="4695" extrusionOk="0">
                  <a:moveTo>
                    <a:pt x="4096" y="0"/>
                  </a:moveTo>
                  <a:cubicBezTo>
                    <a:pt x="1859" y="0"/>
                    <a:pt x="0" y="1859"/>
                    <a:pt x="0" y="4096"/>
                  </a:cubicBezTo>
                  <a:lnTo>
                    <a:pt x="0" y="4695"/>
                  </a:lnTo>
                  <a:lnTo>
                    <a:pt x="1638" y="3088"/>
                  </a:lnTo>
                  <a:cubicBezTo>
                    <a:pt x="1675" y="3014"/>
                    <a:pt x="1755" y="2983"/>
                    <a:pt x="1847" y="2983"/>
                  </a:cubicBezTo>
                  <a:cubicBezTo>
                    <a:pt x="1912" y="2983"/>
                    <a:pt x="1983" y="2999"/>
                    <a:pt x="2048" y="3025"/>
                  </a:cubicBezTo>
                  <a:cubicBezTo>
                    <a:pt x="2662" y="3450"/>
                    <a:pt x="3371" y="3663"/>
                    <a:pt x="4080" y="3663"/>
                  </a:cubicBezTo>
                  <a:cubicBezTo>
                    <a:pt x="4789" y="3663"/>
                    <a:pt x="5498" y="3450"/>
                    <a:pt x="6112" y="3025"/>
                  </a:cubicBezTo>
                  <a:cubicBezTo>
                    <a:pt x="6174" y="2987"/>
                    <a:pt x="6241" y="2970"/>
                    <a:pt x="6307" y="2970"/>
                  </a:cubicBezTo>
                  <a:cubicBezTo>
                    <a:pt x="6409" y="2970"/>
                    <a:pt x="6508" y="3011"/>
                    <a:pt x="6585" y="3088"/>
                  </a:cubicBezTo>
                  <a:lnTo>
                    <a:pt x="8191" y="4695"/>
                  </a:lnTo>
                  <a:lnTo>
                    <a:pt x="8191" y="4096"/>
                  </a:lnTo>
                  <a:cubicBezTo>
                    <a:pt x="8191" y="1859"/>
                    <a:pt x="6333" y="0"/>
                    <a:pt x="40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15019;p136">
              <a:extLst>
                <a:ext uri="{FF2B5EF4-FFF2-40B4-BE49-F238E27FC236}">
                  <a16:creationId xmlns:a16="http://schemas.microsoft.com/office/drawing/2014/main" id="{2D607122-62E7-36F6-EA00-DC556581A015}"/>
                </a:ext>
              </a:extLst>
            </p:cNvPr>
            <p:cNvSpPr/>
            <p:nvPr/>
          </p:nvSpPr>
          <p:spPr>
            <a:xfrm>
              <a:off x="-53187200" y="4110200"/>
              <a:ext cx="205575" cy="185125"/>
            </a:xfrm>
            <a:custGeom>
              <a:avLst/>
              <a:gdLst/>
              <a:ahLst/>
              <a:cxnLst/>
              <a:rect l="l" t="t" r="r" b="b"/>
              <a:pathLst>
                <a:path w="8223" h="7405" extrusionOk="0">
                  <a:moveTo>
                    <a:pt x="2615" y="1418"/>
                  </a:moveTo>
                  <a:cubicBezTo>
                    <a:pt x="2836" y="1418"/>
                    <a:pt x="2993" y="1576"/>
                    <a:pt x="2993" y="1796"/>
                  </a:cubicBezTo>
                  <a:cubicBezTo>
                    <a:pt x="2993" y="1985"/>
                    <a:pt x="2836" y="2143"/>
                    <a:pt x="2615" y="2143"/>
                  </a:cubicBezTo>
                  <a:cubicBezTo>
                    <a:pt x="2426" y="2143"/>
                    <a:pt x="2268" y="1985"/>
                    <a:pt x="2268" y="1796"/>
                  </a:cubicBezTo>
                  <a:cubicBezTo>
                    <a:pt x="2268" y="1576"/>
                    <a:pt x="2426" y="1418"/>
                    <a:pt x="2615" y="1418"/>
                  </a:cubicBezTo>
                  <a:close/>
                  <a:moveTo>
                    <a:pt x="5608" y="1418"/>
                  </a:moveTo>
                  <a:cubicBezTo>
                    <a:pt x="5829" y="1418"/>
                    <a:pt x="5986" y="1576"/>
                    <a:pt x="5986" y="1796"/>
                  </a:cubicBezTo>
                  <a:cubicBezTo>
                    <a:pt x="5986" y="1985"/>
                    <a:pt x="5829" y="2143"/>
                    <a:pt x="5608" y="2143"/>
                  </a:cubicBezTo>
                  <a:cubicBezTo>
                    <a:pt x="5419" y="2143"/>
                    <a:pt x="5261" y="1985"/>
                    <a:pt x="5261" y="1796"/>
                  </a:cubicBezTo>
                  <a:cubicBezTo>
                    <a:pt x="5261" y="1576"/>
                    <a:pt x="5419" y="1418"/>
                    <a:pt x="5608" y="1418"/>
                  </a:cubicBezTo>
                  <a:close/>
                  <a:moveTo>
                    <a:pt x="5179" y="3978"/>
                  </a:moveTo>
                  <a:cubicBezTo>
                    <a:pt x="5269" y="3978"/>
                    <a:pt x="5356" y="4017"/>
                    <a:pt x="5419" y="4096"/>
                  </a:cubicBezTo>
                  <a:cubicBezTo>
                    <a:pt x="5576" y="4222"/>
                    <a:pt x="5576" y="4474"/>
                    <a:pt x="5450" y="4632"/>
                  </a:cubicBezTo>
                  <a:cubicBezTo>
                    <a:pt x="5104" y="4978"/>
                    <a:pt x="4631" y="5167"/>
                    <a:pt x="4159" y="5167"/>
                  </a:cubicBezTo>
                  <a:cubicBezTo>
                    <a:pt x="3655" y="5167"/>
                    <a:pt x="3182" y="4978"/>
                    <a:pt x="2836" y="4632"/>
                  </a:cubicBezTo>
                  <a:cubicBezTo>
                    <a:pt x="2678" y="4474"/>
                    <a:pt x="2678" y="4222"/>
                    <a:pt x="2836" y="4096"/>
                  </a:cubicBezTo>
                  <a:cubicBezTo>
                    <a:pt x="2914" y="4017"/>
                    <a:pt x="3009" y="3978"/>
                    <a:pt x="3099" y="3978"/>
                  </a:cubicBezTo>
                  <a:cubicBezTo>
                    <a:pt x="3190" y="3978"/>
                    <a:pt x="3277" y="4017"/>
                    <a:pt x="3340" y="4096"/>
                  </a:cubicBezTo>
                  <a:cubicBezTo>
                    <a:pt x="3560" y="4317"/>
                    <a:pt x="3844" y="4427"/>
                    <a:pt x="4127" y="4427"/>
                  </a:cubicBezTo>
                  <a:cubicBezTo>
                    <a:pt x="4411" y="4427"/>
                    <a:pt x="4694" y="4317"/>
                    <a:pt x="4915" y="4096"/>
                  </a:cubicBezTo>
                  <a:cubicBezTo>
                    <a:pt x="4994" y="4017"/>
                    <a:pt x="5088" y="3978"/>
                    <a:pt x="5179" y="3978"/>
                  </a:cubicBezTo>
                  <a:close/>
                  <a:moveTo>
                    <a:pt x="1922" y="0"/>
                  </a:moveTo>
                  <a:lnTo>
                    <a:pt x="0" y="1954"/>
                  </a:lnTo>
                  <a:lnTo>
                    <a:pt x="0" y="3277"/>
                  </a:lnTo>
                  <a:cubicBezTo>
                    <a:pt x="0" y="5514"/>
                    <a:pt x="1827" y="7404"/>
                    <a:pt x="4096" y="7404"/>
                  </a:cubicBezTo>
                  <a:cubicBezTo>
                    <a:pt x="6396" y="7404"/>
                    <a:pt x="8223" y="5514"/>
                    <a:pt x="8223" y="3277"/>
                  </a:cubicBezTo>
                  <a:lnTo>
                    <a:pt x="8223" y="1954"/>
                  </a:lnTo>
                  <a:lnTo>
                    <a:pt x="6301" y="0"/>
                  </a:lnTo>
                  <a:cubicBezTo>
                    <a:pt x="5624" y="394"/>
                    <a:pt x="4875" y="591"/>
                    <a:pt x="4123" y="591"/>
                  </a:cubicBezTo>
                  <a:cubicBezTo>
                    <a:pt x="3371" y="591"/>
                    <a:pt x="2615" y="394"/>
                    <a:pt x="19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15020;p136">
              <a:extLst>
                <a:ext uri="{FF2B5EF4-FFF2-40B4-BE49-F238E27FC236}">
                  <a16:creationId xmlns:a16="http://schemas.microsoft.com/office/drawing/2014/main" id="{AC61F46F-F763-EBDC-5EC3-FF858976AC9F}"/>
                </a:ext>
              </a:extLst>
            </p:cNvPr>
            <p:cNvSpPr/>
            <p:nvPr/>
          </p:nvSpPr>
          <p:spPr>
            <a:xfrm>
              <a:off x="-53020225" y="4211800"/>
              <a:ext cx="74825" cy="83525"/>
            </a:xfrm>
            <a:custGeom>
              <a:avLst/>
              <a:gdLst/>
              <a:ahLst/>
              <a:cxnLst/>
              <a:rect l="l" t="t" r="r" b="b"/>
              <a:pathLst>
                <a:path w="2993" h="3341" extrusionOk="0">
                  <a:moveTo>
                    <a:pt x="2174" y="1"/>
                  </a:moveTo>
                  <a:cubicBezTo>
                    <a:pt x="2016" y="1387"/>
                    <a:pt x="1197" y="2615"/>
                    <a:pt x="0" y="3340"/>
                  </a:cubicBezTo>
                  <a:lnTo>
                    <a:pt x="2647" y="3340"/>
                  </a:lnTo>
                  <a:cubicBezTo>
                    <a:pt x="2836" y="3340"/>
                    <a:pt x="2993" y="3183"/>
                    <a:pt x="2993" y="2993"/>
                  </a:cubicBezTo>
                  <a:lnTo>
                    <a:pt x="2993" y="2867"/>
                  </a:lnTo>
                  <a:cubicBezTo>
                    <a:pt x="2993" y="1859"/>
                    <a:pt x="2710" y="883"/>
                    <a:pt x="21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15021;p136">
              <a:extLst>
                <a:ext uri="{FF2B5EF4-FFF2-40B4-BE49-F238E27FC236}">
                  <a16:creationId xmlns:a16="http://schemas.microsoft.com/office/drawing/2014/main" id="{3E11A3EA-FF01-5175-5667-9E692409DCAF}"/>
                </a:ext>
              </a:extLst>
            </p:cNvPr>
            <p:cNvSpPr/>
            <p:nvPr/>
          </p:nvSpPr>
          <p:spPr>
            <a:xfrm>
              <a:off x="-53224225" y="4211025"/>
              <a:ext cx="74850" cy="83500"/>
            </a:xfrm>
            <a:custGeom>
              <a:avLst/>
              <a:gdLst/>
              <a:ahLst/>
              <a:cxnLst/>
              <a:rect l="l" t="t" r="r" b="b"/>
              <a:pathLst>
                <a:path w="2994" h="3340" extrusionOk="0">
                  <a:moveTo>
                    <a:pt x="851" y="0"/>
                  </a:moveTo>
                  <a:cubicBezTo>
                    <a:pt x="315" y="851"/>
                    <a:pt x="0" y="1796"/>
                    <a:pt x="0" y="2867"/>
                  </a:cubicBezTo>
                  <a:lnTo>
                    <a:pt x="0" y="2993"/>
                  </a:lnTo>
                  <a:cubicBezTo>
                    <a:pt x="0" y="3182"/>
                    <a:pt x="158" y="3340"/>
                    <a:pt x="378" y="3340"/>
                  </a:cubicBezTo>
                  <a:lnTo>
                    <a:pt x="2993" y="3340"/>
                  </a:lnTo>
                  <a:cubicBezTo>
                    <a:pt x="1859" y="2646"/>
                    <a:pt x="1040" y="1418"/>
                    <a:pt x="8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15022;p136">
              <a:extLst>
                <a:ext uri="{FF2B5EF4-FFF2-40B4-BE49-F238E27FC236}">
                  <a16:creationId xmlns:a16="http://schemas.microsoft.com/office/drawing/2014/main" id="{ED198731-031C-42B6-7EAE-C62132D9C0C4}"/>
                </a:ext>
              </a:extLst>
            </p:cNvPr>
            <p:cNvSpPr/>
            <p:nvPr/>
          </p:nvSpPr>
          <p:spPr>
            <a:xfrm>
              <a:off x="-52962725" y="4131475"/>
              <a:ext cx="18125" cy="63800"/>
            </a:xfrm>
            <a:custGeom>
              <a:avLst/>
              <a:gdLst/>
              <a:ahLst/>
              <a:cxnLst/>
              <a:rect l="l" t="t" r="r" b="b"/>
              <a:pathLst>
                <a:path w="725" h="2552" extrusionOk="0">
                  <a:moveTo>
                    <a:pt x="0" y="0"/>
                  </a:moveTo>
                  <a:lnTo>
                    <a:pt x="0" y="2394"/>
                  </a:lnTo>
                  <a:lnTo>
                    <a:pt x="0" y="2552"/>
                  </a:lnTo>
                  <a:cubicBezTo>
                    <a:pt x="410" y="2300"/>
                    <a:pt x="725" y="1827"/>
                    <a:pt x="725" y="1292"/>
                  </a:cubicBezTo>
                  <a:cubicBezTo>
                    <a:pt x="725" y="725"/>
                    <a:pt x="410" y="252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15023;p136">
              <a:extLst>
                <a:ext uri="{FF2B5EF4-FFF2-40B4-BE49-F238E27FC236}">
                  <a16:creationId xmlns:a16="http://schemas.microsoft.com/office/drawing/2014/main" id="{63EA33C1-0A91-BE0F-D23D-70D470BDD486}"/>
                </a:ext>
              </a:extLst>
            </p:cNvPr>
            <p:cNvSpPr/>
            <p:nvPr/>
          </p:nvSpPr>
          <p:spPr>
            <a:xfrm>
              <a:off x="-53125775" y="3976300"/>
              <a:ext cx="82725" cy="26800"/>
            </a:xfrm>
            <a:custGeom>
              <a:avLst/>
              <a:gdLst/>
              <a:ahLst/>
              <a:cxnLst/>
              <a:rect l="l" t="t" r="r" b="b"/>
              <a:pathLst>
                <a:path w="3309" h="1072" extrusionOk="0">
                  <a:moveTo>
                    <a:pt x="1670" y="1"/>
                  </a:moveTo>
                  <a:cubicBezTo>
                    <a:pt x="914" y="1"/>
                    <a:pt x="284" y="442"/>
                    <a:pt x="0" y="1072"/>
                  </a:cubicBezTo>
                  <a:cubicBezTo>
                    <a:pt x="536" y="883"/>
                    <a:pt x="1072" y="757"/>
                    <a:pt x="1670" y="757"/>
                  </a:cubicBezTo>
                  <a:cubicBezTo>
                    <a:pt x="2269" y="757"/>
                    <a:pt x="2804" y="883"/>
                    <a:pt x="3308" y="1072"/>
                  </a:cubicBezTo>
                  <a:cubicBezTo>
                    <a:pt x="2993" y="442"/>
                    <a:pt x="2363" y="1"/>
                    <a:pt x="16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8" name="Google Shape;15024;p136">
            <a:extLst>
              <a:ext uri="{FF2B5EF4-FFF2-40B4-BE49-F238E27FC236}">
                <a16:creationId xmlns:a16="http://schemas.microsoft.com/office/drawing/2014/main" id="{4A503290-5789-9DC1-D126-6D22A42B6DC3}"/>
              </a:ext>
            </a:extLst>
          </p:cNvPr>
          <p:cNvGrpSpPr/>
          <p:nvPr/>
        </p:nvGrpSpPr>
        <p:grpSpPr>
          <a:xfrm>
            <a:off x="10634630" y="4848664"/>
            <a:ext cx="359654" cy="359090"/>
            <a:chOff x="-52043575" y="3983125"/>
            <a:chExt cx="319000" cy="318500"/>
          </a:xfrm>
          <a:solidFill>
            <a:schemeClr val="accent1">
              <a:lumMod val="75000"/>
            </a:schemeClr>
          </a:solidFill>
        </p:grpSpPr>
        <p:sp>
          <p:nvSpPr>
            <p:cNvPr id="699" name="Google Shape;15025;p136">
              <a:extLst>
                <a:ext uri="{FF2B5EF4-FFF2-40B4-BE49-F238E27FC236}">
                  <a16:creationId xmlns:a16="http://schemas.microsoft.com/office/drawing/2014/main" id="{A608FAA3-841F-63D8-0C5C-50D19893D131}"/>
                </a:ext>
              </a:extLst>
            </p:cNvPr>
            <p:cNvSpPr/>
            <p:nvPr/>
          </p:nvSpPr>
          <p:spPr>
            <a:xfrm>
              <a:off x="-52043575" y="3983200"/>
              <a:ext cx="55150" cy="105750"/>
            </a:xfrm>
            <a:custGeom>
              <a:avLst/>
              <a:gdLst/>
              <a:ahLst/>
              <a:cxnLst/>
              <a:rect l="l" t="t" r="r" b="b"/>
              <a:pathLst>
                <a:path w="2206" h="4230" extrusionOk="0">
                  <a:moveTo>
                    <a:pt x="367" y="0"/>
                  </a:moveTo>
                  <a:cubicBezTo>
                    <a:pt x="339" y="0"/>
                    <a:pt x="311" y="3"/>
                    <a:pt x="284" y="8"/>
                  </a:cubicBezTo>
                  <a:cubicBezTo>
                    <a:pt x="126" y="40"/>
                    <a:pt x="0" y="197"/>
                    <a:pt x="0" y="355"/>
                  </a:cubicBezTo>
                  <a:lnTo>
                    <a:pt x="0" y="1867"/>
                  </a:lnTo>
                  <a:cubicBezTo>
                    <a:pt x="0" y="2875"/>
                    <a:pt x="630" y="3789"/>
                    <a:pt x="1512" y="4230"/>
                  </a:cubicBezTo>
                  <a:cubicBezTo>
                    <a:pt x="1512" y="3285"/>
                    <a:pt x="1733" y="2371"/>
                    <a:pt x="2206" y="1583"/>
                  </a:cubicBezTo>
                  <a:cubicBezTo>
                    <a:pt x="1607" y="1237"/>
                    <a:pt x="1103" y="764"/>
                    <a:pt x="725" y="166"/>
                  </a:cubicBezTo>
                  <a:cubicBezTo>
                    <a:pt x="647" y="61"/>
                    <a:pt x="503" y="0"/>
                    <a:pt x="3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15026;p136">
              <a:extLst>
                <a:ext uri="{FF2B5EF4-FFF2-40B4-BE49-F238E27FC236}">
                  <a16:creationId xmlns:a16="http://schemas.microsoft.com/office/drawing/2014/main" id="{83EFE823-279B-A786-A497-F3C4F4637A0F}"/>
                </a:ext>
              </a:extLst>
            </p:cNvPr>
            <p:cNvSpPr/>
            <p:nvPr/>
          </p:nvSpPr>
          <p:spPr>
            <a:xfrm>
              <a:off x="-51985300" y="3983400"/>
              <a:ext cx="204800" cy="129975"/>
            </a:xfrm>
            <a:custGeom>
              <a:avLst/>
              <a:gdLst/>
              <a:ahLst/>
              <a:cxnLst/>
              <a:rect l="l" t="t" r="r" b="b"/>
              <a:pathLst>
                <a:path w="8192" h="5199" extrusionOk="0">
                  <a:moveTo>
                    <a:pt x="3718" y="0"/>
                  </a:moveTo>
                  <a:lnTo>
                    <a:pt x="3718" y="4096"/>
                  </a:lnTo>
                  <a:cubicBezTo>
                    <a:pt x="3718" y="4285"/>
                    <a:pt x="3561" y="4442"/>
                    <a:pt x="3340" y="4442"/>
                  </a:cubicBezTo>
                  <a:lnTo>
                    <a:pt x="1" y="4442"/>
                  </a:lnTo>
                  <a:lnTo>
                    <a:pt x="1" y="5198"/>
                  </a:lnTo>
                  <a:lnTo>
                    <a:pt x="8192" y="5198"/>
                  </a:lnTo>
                  <a:lnTo>
                    <a:pt x="8192" y="4442"/>
                  </a:lnTo>
                  <a:lnTo>
                    <a:pt x="4852" y="4442"/>
                  </a:lnTo>
                  <a:cubicBezTo>
                    <a:pt x="4814" y="4452"/>
                    <a:pt x="4778" y="4456"/>
                    <a:pt x="4743" y="4456"/>
                  </a:cubicBezTo>
                  <a:cubicBezTo>
                    <a:pt x="4548" y="4456"/>
                    <a:pt x="4411" y="4314"/>
                    <a:pt x="4411" y="4127"/>
                  </a:cubicBezTo>
                  <a:lnTo>
                    <a:pt x="4411" y="32"/>
                  </a:lnTo>
                  <a:cubicBezTo>
                    <a:pt x="4285" y="32"/>
                    <a:pt x="4159" y="0"/>
                    <a:pt x="4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15027;p136">
              <a:extLst>
                <a:ext uri="{FF2B5EF4-FFF2-40B4-BE49-F238E27FC236}">
                  <a16:creationId xmlns:a16="http://schemas.microsoft.com/office/drawing/2014/main" id="{5588D695-104C-0382-E124-E0D98A199CE6}"/>
                </a:ext>
              </a:extLst>
            </p:cNvPr>
            <p:cNvSpPr/>
            <p:nvPr/>
          </p:nvSpPr>
          <p:spPr>
            <a:xfrm>
              <a:off x="-51855350" y="3987325"/>
              <a:ext cx="74075" cy="89825"/>
            </a:xfrm>
            <a:custGeom>
              <a:avLst/>
              <a:gdLst/>
              <a:ahLst/>
              <a:cxnLst/>
              <a:rect l="l" t="t" r="r" b="b"/>
              <a:pathLst>
                <a:path w="2963" h="3593" extrusionOk="0">
                  <a:moveTo>
                    <a:pt x="1" y="1"/>
                  </a:moveTo>
                  <a:lnTo>
                    <a:pt x="1" y="3592"/>
                  </a:lnTo>
                  <a:lnTo>
                    <a:pt x="2962" y="3592"/>
                  </a:lnTo>
                  <a:cubicBezTo>
                    <a:pt x="2836" y="2647"/>
                    <a:pt x="2427" y="1733"/>
                    <a:pt x="1765" y="1009"/>
                  </a:cubicBezTo>
                  <a:cubicBezTo>
                    <a:pt x="1261" y="505"/>
                    <a:pt x="663" y="190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15028;p136">
              <a:extLst>
                <a:ext uri="{FF2B5EF4-FFF2-40B4-BE49-F238E27FC236}">
                  <a16:creationId xmlns:a16="http://schemas.microsoft.com/office/drawing/2014/main" id="{FDB2E7E3-D876-24DF-DA2A-885329689EF1}"/>
                </a:ext>
              </a:extLst>
            </p:cNvPr>
            <p:cNvSpPr/>
            <p:nvPr/>
          </p:nvSpPr>
          <p:spPr>
            <a:xfrm>
              <a:off x="-51985300" y="3987325"/>
              <a:ext cx="74050" cy="89825"/>
            </a:xfrm>
            <a:custGeom>
              <a:avLst/>
              <a:gdLst/>
              <a:ahLst/>
              <a:cxnLst/>
              <a:rect l="l" t="t" r="r" b="b"/>
              <a:pathLst>
                <a:path w="2962" h="3593" extrusionOk="0">
                  <a:moveTo>
                    <a:pt x="2962" y="1"/>
                  </a:moveTo>
                  <a:cubicBezTo>
                    <a:pt x="1324" y="473"/>
                    <a:pt x="158" y="1891"/>
                    <a:pt x="1" y="3592"/>
                  </a:cubicBezTo>
                  <a:lnTo>
                    <a:pt x="2962" y="3592"/>
                  </a:lnTo>
                  <a:lnTo>
                    <a:pt x="296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15029;p136">
              <a:extLst>
                <a:ext uri="{FF2B5EF4-FFF2-40B4-BE49-F238E27FC236}">
                  <a16:creationId xmlns:a16="http://schemas.microsoft.com/office/drawing/2014/main" id="{23C48C46-AA6D-436F-BA53-03F274C218E5}"/>
                </a:ext>
              </a:extLst>
            </p:cNvPr>
            <p:cNvSpPr/>
            <p:nvPr/>
          </p:nvSpPr>
          <p:spPr>
            <a:xfrm>
              <a:off x="-51985300" y="4190350"/>
              <a:ext cx="204800" cy="111275"/>
            </a:xfrm>
            <a:custGeom>
              <a:avLst/>
              <a:gdLst/>
              <a:ahLst/>
              <a:cxnLst/>
              <a:rect l="l" t="t" r="r" b="b"/>
              <a:pathLst>
                <a:path w="8192" h="4451" extrusionOk="0">
                  <a:moveTo>
                    <a:pt x="5069" y="1024"/>
                  </a:moveTo>
                  <a:cubicBezTo>
                    <a:pt x="5167" y="1024"/>
                    <a:pt x="5262" y="1063"/>
                    <a:pt x="5325" y="1142"/>
                  </a:cubicBezTo>
                  <a:cubicBezTo>
                    <a:pt x="5514" y="1268"/>
                    <a:pt x="5514" y="1489"/>
                    <a:pt x="5356" y="1646"/>
                  </a:cubicBezTo>
                  <a:cubicBezTo>
                    <a:pt x="5010" y="1993"/>
                    <a:pt x="4537" y="2213"/>
                    <a:pt x="4002" y="2213"/>
                  </a:cubicBezTo>
                  <a:cubicBezTo>
                    <a:pt x="3498" y="2213"/>
                    <a:pt x="3025" y="1993"/>
                    <a:pt x="2710" y="1646"/>
                  </a:cubicBezTo>
                  <a:cubicBezTo>
                    <a:pt x="2552" y="1489"/>
                    <a:pt x="2552" y="1268"/>
                    <a:pt x="2710" y="1142"/>
                  </a:cubicBezTo>
                  <a:cubicBezTo>
                    <a:pt x="2789" y="1063"/>
                    <a:pt x="2891" y="1024"/>
                    <a:pt x="2986" y="1024"/>
                  </a:cubicBezTo>
                  <a:cubicBezTo>
                    <a:pt x="3080" y="1024"/>
                    <a:pt x="3167" y="1063"/>
                    <a:pt x="3214" y="1142"/>
                  </a:cubicBezTo>
                  <a:cubicBezTo>
                    <a:pt x="3435" y="1363"/>
                    <a:pt x="3726" y="1473"/>
                    <a:pt x="4014" y="1473"/>
                  </a:cubicBezTo>
                  <a:cubicBezTo>
                    <a:pt x="4301" y="1473"/>
                    <a:pt x="4585" y="1363"/>
                    <a:pt x="4789" y="1142"/>
                  </a:cubicBezTo>
                  <a:cubicBezTo>
                    <a:pt x="4868" y="1063"/>
                    <a:pt x="4971" y="1024"/>
                    <a:pt x="5069" y="1024"/>
                  </a:cubicBezTo>
                  <a:close/>
                  <a:moveTo>
                    <a:pt x="4080" y="0"/>
                  </a:moveTo>
                  <a:cubicBezTo>
                    <a:pt x="3372" y="0"/>
                    <a:pt x="2663" y="213"/>
                    <a:pt x="2048" y="638"/>
                  </a:cubicBezTo>
                  <a:cubicBezTo>
                    <a:pt x="1954" y="669"/>
                    <a:pt x="1922" y="701"/>
                    <a:pt x="1859" y="701"/>
                  </a:cubicBezTo>
                  <a:lnTo>
                    <a:pt x="1" y="701"/>
                  </a:lnTo>
                  <a:cubicBezTo>
                    <a:pt x="190" y="2780"/>
                    <a:pt x="1922" y="4450"/>
                    <a:pt x="4096" y="4450"/>
                  </a:cubicBezTo>
                  <a:cubicBezTo>
                    <a:pt x="6207" y="4450"/>
                    <a:pt x="8003" y="2780"/>
                    <a:pt x="8192" y="701"/>
                  </a:cubicBezTo>
                  <a:lnTo>
                    <a:pt x="6333" y="701"/>
                  </a:lnTo>
                  <a:cubicBezTo>
                    <a:pt x="6207" y="701"/>
                    <a:pt x="6144" y="701"/>
                    <a:pt x="6113" y="638"/>
                  </a:cubicBezTo>
                  <a:cubicBezTo>
                    <a:pt x="5498" y="213"/>
                    <a:pt x="4789" y="0"/>
                    <a:pt x="40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15030;p136">
              <a:extLst>
                <a:ext uri="{FF2B5EF4-FFF2-40B4-BE49-F238E27FC236}">
                  <a16:creationId xmlns:a16="http://schemas.microsoft.com/office/drawing/2014/main" id="{18843580-3303-0E30-BD8C-A48B69D41015}"/>
                </a:ext>
              </a:extLst>
            </p:cNvPr>
            <p:cNvSpPr/>
            <p:nvPr/>
          </p:nvSpPr>
          <p:spPr>
            <a:xfrm>
              <a:off x="-51985300" y="4133050"/>
              <a:ext cx="204800" cy="55925"/>
            </a:xfrm>
            <a:custGeom>
              <a:avLst/>
              <a:gdLst/>
              <a:ahLst/>
              <a:cxnLst/>
              <a:rect l="l" t="t" r="r" b="b"/>
              <a:pathLst>
                <a:path w="8192" h="2237" extrusionOk="0">
                  <a:moveTo>
                    <a:pt x="2552" y="756"/>
                  </a:moveTo>
                  <a:cubicBezTo>
                    <a:pt x="2742" y="756"/>
                    <a:pt x="2899" y="914"/>
                    <a:pt x="2899" y="1103"/>
                  </a:cubicBezTo>
                  <a:cubicBezTo>
                    <a:pt x="2899" y="1292"/>
                    <a:pt x="2742" y="1449"/>
                    <a:pt x="2552" y="1449"/>
                  </a:cubicBezTo>
                  <a:cubicBezTo>
                    <a:pt x="2363" y="1449"/>
                    <a:pt x="2206" y="1292"/>
                    <a:pt x="2206" y="1103"/>
                  </a:cubicBezTo>
                  <a:cubicBezTo>
                    <a:pt x="2206" y="914"/>
                    <a:pt x="2363" y="756"/>
                    <a:pt x="2552" y="756"/>
                  </a:cubicBezTo>
                  <a:close/>
                  <a:moveTo>
                    <a:pt x="5545" y="756"/>
                  </a:moveTo>
                  <a:cubicBezTo>
                    <a:pt x="5734" y="756"/>
                    <a:pt x="5892" y="914"/>
                    <a:pt x="5892" y="1103"/>
                  </a:cubicBezTo>
                  <a:cubicBezTo>
                    <a:pt x="5892" y="1292"/>
                    <a:pt x="5734" y="1449"/>
                    <a:pt x="5545" y="1449"/>
                  </a:cubicBezTo>
                  <a:cubicBezTo>
                    <a:pt x="5356" y="1449"/>
                    <a:pt x="5199" y="1292"/>
                    <a:pt x="5199" y="1103"/>
                  </a:cubicBezTo>
                  <a:cubicBezTo>
                    <a:pt x="5167" y="914"/>
                    <a:pt x="5356" y="756"/>
                    <a:pt x="5545" y="756"/>
                  </a:cubicBezTo>
                  <a:close/>
                  <a:moveTo>
                    <a:pt x="1" y="0"/>
                  </a:moveTo>
                  <a:lnTo>
                    <a:pt x="1" y="2237"/>
                  </a:lnTo>
                  <a:lnTo>
                    <a:pt x="1733" y="2237"/>
                  </a:lnTo>
                  <a:cubicBezTo>
                    <a:pt x="2458" y="1796"/>
                    <a:pt x="3277" y="1575"/>
                    <a:pt x="4092" y="1575"/>
                  </a:cubicBezTo>
                  <a:cubicBezTo>
                    <a:pt x="4907" y="1575"/>
                    <a:pt x="5719" y="1796"/>
                    <a:pt x="6428" y="2237"/>
                  </a:cubicBezTo>
                  <a:lnTo>
                    <a:pt x="8192" y="2237"/>
                  </a:lnTo>
                  <a:lnTo>
                    <a:pt x="819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15031;p136">
              <a:extLst>
                <a:ext uri="{FF2B5EF4-FFF2-40B4-BE49-F238E27FC236}">
                  <a16:creationId xmlns:a16="http://schemas.microsoft.com/office/drawing/2014/main" id="{ED8B9F7E-9A25-2B99-3C3A-8DD2F8ED1168}"/>
                </a:ext>
              </a:extLst>
            </p:cNvPr>
            <p:cNvSpPr/>
            <p:nvPr/>
          </p:nvSpPr>
          <p:spPr>
            <a:xfrm>
              <a:off x="-51780525" y="3983125"/>
              <a:ext cx="55950" cy="105825"/>
            </a:xfrm>
            <a:custGeom>
              <a:avLst/>
              <a:gdLst/>
              <a:ahLst/>
              <a:cxnLst/>
              <a:rect l="l" t="t" r="r" b="b"/>
              <a:pathLst>
                <a:path w="2238" h="4233" extrusionOk="0">
                  <a:moveTo>
                    <a:pt x="1849" y="0"/>
                  </a:moveTo>
                  <a:cubicBezTo>
                    <a:pt x="1729" y="0"/>
                    <a:pt x="1618" y="47"/>
                    <a:pt x="1545" y="169"/>
                  </a:cubicBezTo>
                  <a:cubicBezTo>
                    <a:pt x="1135" y="767"/>
                    <a:pt x="631" y="1240"/>
                    <a:pt x="1" y="1586"/>
                  </a:cubicBezTo>
                  <a:cubicBezTo>
                    <a:pt x="473" y="2374"/>
                    <a:pt x="694" y="3288"/>
                    <a:pt x="694" y="4233"/>
                  </a:cubicBezTo>
                  <a:cubicBezTo>
                    <a:pt x="1576" y="3792"/>
                    <a:pt x="2206" y="2910"/>
                    <a:pt x="2206" y="1870"/>
                  </a:cubicBezTo>
                  <a:lnTo>
                    <a:pt x="2206" y="358"/>
                  </a:lnTo>
                  <a:cubicBezTo>
                    <a:pt x="2238" y="200"/>
                    <a:pt x="2112" y="106"/>
                    <a:pt x="1954" y="11"/>
                  </a:cubicBezTo>
                  <a:cubicBezTo>
                    <a:pt x="1919" y="4"/>
                    <a:pt x="1883" y="0"/>
                    <a:pt x="18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15032;p136">
              <a:extLst>
                <a:ext uri="{FF2B5EF4-FFF2-40B4-BE49-F238E27FC236}">
                  <a16:creationId xmlns:a16="http://schemas.microsoft.com/office/drawing/2014/main" id="{CC416C55-1917-16CC-C4E5-9F5CEF0B19EC}"/>
                </a:ext>
              </a:extLst>
            </p:cNvPr>
            <p:cNvSpPr/>
            <p:nvPr/>
          </p:nvSpPr>
          <p:spPr>
            <a:xfrm>
              <a:off x="-52023900" y="4139350"/>
              <a:ext cx="18925" cy="63800"/>
            </a:xfrm>
            <a:custGeom>
              <a:avLst/>
              <a:gdLst/>
              <a:ahLst/>
              <a:cxnLst/>
              <a:rect l="l" t="t" r="r" b="b"/>
              <a:pathLst>
                <a:path w="757" h="2552" extrusionOk="0">
                  <a:moveTo>
                    <a:pt x="757" y="0"/>
                  </a:moveTo>
                  <a:cubicBezTo>
                    <a:pt x="316" y="221"/>
                    <a:pt x="1" y="693"/>
                    <a:pt x="1" y="1260"/>
                  </a:cubicBezTo>
                  <a:cubicBezTo>
                    <a:pt x="1" y="1796"/>
                    <a:pt x="316" y="2268"/>
                    <a:pt x="757" y="2552"/>
                  </a:cubicBezTo>
                  <a:lnTo>
                    <a:pt x="75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15033;p136">
              <a:extLst>
                <a:ext uri="{FF2B5EF4-FFF2-40B4-BE49-F238E27FC236}">
                  <a16:creationId xmlns:a16="http://schemas.microsoft.com/office/drawing/2014/main" id="{322396DD-52D9-77BA-1200-EAFE053E139A}"/>
                </a:ext>
              </a:extLst>
            </p:cNvPr>
            <p:cNvSpPr/>
            <p:nvPr/>
          </p:nvSpPr>
          <p:spPr>
            <a:xfrm>
              <a:off x="-51763200" y="4139350"/>
              <a:ext cx="18925" cy="63800"/>
            </a:xfrm>
            <a:custGeom>
              <a:avLst/>
              <a:gdLst/>
              <a:ahLst/>
              <a:cxnLst/>
              <a:rect l="l" t="t" r="r" b="b"/>
              <a:pathLst>
                <a:path w="757" h="2552" extrusionOk="0">
                  <a:moveTo>
                    <a:pt x="1" y="0"/>
                  </a:moveTo>
                  <a:lnTo>
                    <a:pt x="1" y="2552"/>
                  </a:lnTo>
                  <a:cubicBezTo>
                    <a:pt x="442" y="2268"/>
                    <a:pt x="757" y="1796"/>
                    <a:pt x="757" y="1260"/>
                  </a:cubicBezTo>
                  <a:cubicBezTo>
                    <a:pt x="757" y="693"/>
                    <a:pt x="442" y="221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8" name="Google Shape;15034;p136">
            <a:extLst>
              <a:ext uri="{FF2B5EF4-FFF2-40B4-BE49-F238E27FC236}">
                <a16:creationId xmlns:a16="http://schemas.microsoft.com/office/drawing/2014/main" id="{CB474FCC-FE96-BB49-0970-9FBAB1D1CD19}"/>
              </a:ext>
            </a:extLst>
          </p:cNvPr>
          <p:cNvGrpSpPr/>
          <p:nvPr/>
        </p:nvGrpSpPr>
        <p:grpSpPr>
          <a:xfrm>
            <a:off x="8885250" y="2548313"/>
            <a:ext cx="315261" cy="359654"/>
            <a:chOff x="-56766175" y="3198925"/>
            <a:chExt cx="279625" cy="319000"/>
          </a:xfrm>
          <a:solidFill>
            <a:schemeClr val="accent1">
              <a:lumMod val="75000"/>
            </a:schemeClr>
          </a:solidFill>
        </p:grpSpPr>
        <p:sp>
          <p:nvSpPr>
            <p:cNvPr id="709" name="Google Shape;15035;p136">
              <a:extLst>
                <a:ext uri="{FF2B5EF4-FFF2-40B4-BE49-F238E27FC236}">
                  <a16:creationId xmlns:a16="http://schemas.microsoft.com/office/drawing/2014/main" id="{9A658128-A297-66B0-9BE0-A50AE8A72353}"/>
                </a:ext>
              </a:extLst>
            </p:cNvPr>
            <p:cNvSpPr/>
            <p:nvPr/>
          </p:nvSpPr>
          <p:spPr>
            <a:xfrm>
              <a:off x="-56766175" y="3335975"/>
              <a:ext cx="18925" cy="63825"/>
            </a:xfrm>
            <a:custGeom>
              <a:avLst/>
              <a:gdLst/>
              <a:ahLst/>
              <a:cxnLst/>
              <a:rect l="l" t="t" r="r" b="b"/>
              <a:pathLst>
                <a:path w="757" h="2553" extrusionOk="0">
                  <a:moveTo>
                    <a:pt x="757" y="0"/>
                  </a:moveTo>
                  <a:cubicBezTo>
                    <a:pt x="316" y="221"/>
                    <a:pt x="1" y="693"/>
                    <a:pt x="1" y="1260"/>
                  </a:cubicBezTo>
                  <a:cubicBezTo>
                    <a:pt x="1" y="1796"/>
                    <a:pt x="316" y="2269"/>
                    <a:pt x="757" y="2552"/>
                  </a:cubicBezTo>
                  <a:lnTo>
                    <a:pt x="757" y="158"/>
                  </a:lnTo>
                  <a:lnTo>
                    <a:pt x="75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15036;p136">
              <a:extLst>
                <a:ext uri="{FF2B5EF4-FFF2-40B4-BE49-F238E27FC236}">
                  <a16:creationId xmlns:a16="http://schemas.microsoft.com/office/drawing/2014/main" id="{4441376F-9FA4-A2A5-BBB5-127CAEE4CF70}"/>
                </a:ext>
              </a:extLst>
            </p:cNvPr>
            <p:cNvSpPr/>
            <p:nvPr/>
          </p:nvSpPr>
          <p:spPr>
            <a:xfrm>
              <a:off x="-56747275" y="3198925"/>
              <a:ext cx="222925" cy="93750"/>
            </a:xfrm>
            <a:custGeom>
              <a:avLst/>
              <a:gdLst/>
              <a:ahLst/>
              <a:cxnLst/>
              <a:rect l="l" t="t" r="r" b="b"/>
              <a:pathLst>
                <a:path w="8917" h="3750" extrusionOk="0">
                  <a:moveTo>
                    <a:pt x="347" y="0"/>
                  </a:moveTo>
                  <a:cubicBezTo>
                    <a:pt x="158" y="0"/>
                    <a:pt x="1" y="158"/>
                    <a:pt x="32" y="347"/>
                  </a:cubicBezTo>
                  <a:cubicBezTo>
                    <a:pt x="410" y="2269"/>
                    <a:pt x="2080" y="3749"/>
                    <a:pt x="4096" y="3749"/>
                  </a:cubicBezTo>
                  <a:lnTo>
                    <a:pt x="8917" y="3749"/>
                  </a:lnTo>
                  <a:cubicBezTo>
                    <a:pt x="8728" y="1639"/>
                    <a:pt x="6995" y="0"/>
                    <a:pt x="48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15037;p136">
              <a:extLst>
                <a:ext uri="{FF2B5EF4-FFF2-40B4-BE49-F238E27FC236}">
                  <a16:creationId xmlns:a16="http://schemas.microsoft.com/office/drawing/2014/main" id="{47CD1DE2-6AA0-5A4E-4536-B23D27FB5CEC}"/>
                </a:ext>
              </a:extLst>
            </p:cNvPr>
            <p:cNvSpPr/>
            <p:nvPr/>
          </p:nvSpPr>
          <p:spPr>
            <a:xfrm>
              <a:off x="-56710250" y="3348575"/>
              <a:ext cx="55150" cy="55150"/>
            </a:xfrm>
            <a:custGeom>
              <a:avLst/>
              <a:gdLst/>
              <a:ahLst/>
              <a:cxnLst/>
              <a:rect l="l" t="t" r="r" b="b"/>
              <a:pathLst>
                <a:path w="2206" h="2206" extrusionOk="0">
                  <a:moveTo>
                    <a:pt x="1103" y="0"/>
                  </a:moveTo>
                  <a:cubicBezTo>
                    <a:pt x="473" y="0"/>
                    <a:pt x="0" y="504"/>
                    <a:pt x="0" y="1103"/>
                  </a:cubicBezTo>
                  <a:cubicBezTo>
                    <a:pt x="0" y="1670"/>
                    <a:pt x="504" y="2206"/>
                    <a:pt x="1103" y="2206"/>
                  </a:cubicBezTo>
                  <a:cubicBezTo>
                    <a:pt x="1733" y="2206"/>
                    <a:pt x="2206" y="1702"/>
                    <a:pt x="2206" y="1103"/>
                  </a:cubicBezTo>
                  <a:cubicBezTo>
                    <a:pt x="2206" y="504"/>
                    <a:pt x="1733" y="0"/>
                    <a:pt x="11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15038;p136">
              <a:extLst>
                <a:ext uri="{FF2B5EF4-FFF2-40B4-BE49-F238E27FC236}">
                  <a16:creationId xmlns:a16="http://schemas.microsoft.com/office/drawing/2014/main" id="{629B74F8-2E6B-D6BF-F49C-D40BF5004263}"/>
                </a:ext>
              </a:extLst>
            </p:cNvPr>
            <p:cNvSpPr/>
            <p:nvPr/>
          </p:nvSpPr>
          <p:spPr>
            <a:xfrm>
              <a:off x="-56597625" y="3349350"/>
              <a:ext cx="55150" cy="55175"/>
            </a:xfrm>
            <a:custGeom>
              <a:avLst/>
              <a:gdLst/>
              <a:ahLst/>
              <a:cxnLst/>
              <a:rect l="l" t="t" r="r" b="b"/>
              <a:pathLst>
                <a:path w="2206" h="2207" extrusionOk="0">
                  <a:moveTo>
                    <a:pt x="1103" y="1"/>
                  </a:moveTo>
                  <a:cubicBezTo>
                    <a:pt x="473" y="1"/>
                    <a:pt x="1" y="505"/>
                    <a:pt x="1" y="1103"/>
                  </a:cubicBezTo>
                  <a:cubicBezTo>
                    <a:pt x="1" y="1702"/>
                    <a:pt x="473" y="2206"/>
                    <a:pt x="1103" y="2206"/>
                  </a:cubicBezTo>
                  <a:cubicBezTo>
                    <a:pt x="1702" y="2206"/>
                    <a:pt x="2206" y="1702"/>
                    <a:pt x="2206" y="1103"/>
                  </a:cubicBezTo>
                  <a:cubicBezTo>
                    <a:pt x="2206" y="505"/>
                    <a:pt x="1702" y="1"/>
                    <a:pt x="110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15039;p136">
              <a:extLst>
                <a:ext uri="{FF2B5EF4-FFF2-40B4-BE49-F238E27FC236}">
                  <a16:creationId xmlns:a16="http://schemas.microsoft.com/office/drawing/2014/main" id="{DB4FDD79-EDFD-F517-749F-FF3F438745F0}"/>
                </a:ext>
              </a:extLst>
            </p:cNvPr>
            <p:cNvSpPr/>
            <p:nvPr/>
          </p:nvSpPr>
          <p:spPr>
            <a:xfrm>
              <a:off x="-56727575" y="3376925"/>
              <a:ext cx="204800" cy="141000"/>
            </a:xfrm>
            <a:custGeom>
              <a:avLst/>
              <a:gdLst/>
              <a:ahLst/>
              <a:cxnLst/>
              <a:rect l="l" t="t" r="r" b="b"/>
              <a:pathLst>
                <a:path w="8192" h="5640" extrusionOk="0">
                  <a:moveTo>
                    <a:pt x="5104" y="2174"/>
                  </a:moveTo>
                  <a:cubicBezTo>
                    <a:pt x="5199" y="2174"/>
                    <a:pt x="5293" y="2206"/>
                    <a:pt x="5356" y="2269"/>
                  </a:cubicBezTo>
                  <a:cubicBezTo>
                    <a:pt x="5545" y="2395"/>
                    <a:pt x="5545" y="2647"/>
                    <a:pt x="5388" y="2804"/>
                  </a:cubicBezTo>
                  <a:cubicBezTo>
                    <a:pt x="5041" y="3151"/>
                    <a:pt x="4569" y="3340"/>
                    <a:pt x="4096" y="3340"/>
                  </a:cubicBezTo>
                  <a:cubicBezTo>
                    <a:pt x="3560" y="3340"/>
                    <a:pt x="3088" y="3151"/>
                    <a:pt x="2741" y="2804"/>
                  </a:cubicBezTo>
                  <a:cubicBezTo>
                    <a:pt x="2584" y="2647"/>
                    <a:pt x="2584" y="2395"/>
                    <a:pt x="2741" y="2269"/>
                  </a:cubicBezTo>
                  <a:cubicBezTo>
                    <a:pt x="2820" y="2206"/>
                    <a:pt x="2922" y="2174"/>
                    <a:pt x="3021" y="2174"/>
                  </a:cubicBezTo>
                  <a:cubicBezTo>
                    <a:pt x="3119" y="2174"/>
                    <a:pt x="3214" y="2206"/>
                    <a:pt x="3277" y="2269"/>
                  </a:cubicBezTo>
                  <a:cubicBezTo>
                    <a:pt x="3482" y="2489"/>
                    <a:pt x="3765" y="2600"/>
                    <a:pt x="4053" y="2600"/>
                  </a:cubicBezTo>
                  <a:cubicBezTo>
                    <a:pt x="4340" y="2600"/>
                    <a:pt x="4632" y="2489"/>
                    <a:pt x="4852" y="2269"/>
                  </a:cubicBezTo>
                  <a:cubicBezTo>
                    <a:pt x="4915" y="2206"/>
                    <a:pt x="5010" y="2174"/>
                    <a:pt x="5104" y="2174"/>
                  </a:cubicBezTo>
                  <a:close/>
                  <a:moveTo>
                    <a:pt x="0" y="0"/>
                  </a:moveTo>
                  <a:lnTo>
                    <a:pt x="0" y="1513"/>
                  </a:lnTo>
                  <a:cubicBezTo>
                    <a:pt x="0" y="3623"/>
                    <a:pt x="1639" y="5451"/>
                    <a:pt x="3718" y="5640"/>
                  </a:cubicBezTo>
                  <a:lnTo>
                    <a:pt x="3718" y="4537"/>
                  </a:lnTo>
                  <a:cubicBezTo>
                    <a:pt x="3718" y="4348"/>
                    <a:pt x="3875" y="4191"/>
                    <a:pt x="4096" y="4191"/>
                  </a:cubicBezTo>
                  <a:cubicBezTo>
                    <a:pt x="4285" y="4191"/>
                    <a:pt x="4442" y="4348"/>
                    <a:pt x="4442" y="4537"/>
                  </a:cubicBezTo>
                  <a:lnTo>
                    <a:pt x="4442" y="5640"/>
                  </a:lnTo>
                  <a:cubicBezTo>
                    <a:pt x="6522" y="5451"/>
                    <a:pt x="8192" y="3623"/>
                    <a:pt x="8192" y="1513"/>
                  </a:cubicBezTo>
                  <a:lnTo>
                    <a:pt x="8192" y="0"/>
                  </a:lnTo>
                  <a:cubicBezTo>
                    <a:pt x="8192" y="1009"/>
                    <a:pt x="7309" y="1859"/>
                    <a:pt x="6301" y="1859"/>
                  </a:cubicBezTo>
                  <a:cubicBezTo>
                    <a:pt x="5388" y="1859"/>
                    <a:pt x="4632" y="1229"/>
                    <a:pt x="4474" y="347"/>
                  </a:cubicBezTo>
                  <a:lnTo>
                    <a:pt x="3655" y="347"/>
                  </a:lnTo>
                  <a:cubicBezTo>
                    <a:pt x="3497" y="1229"/>
                    <a:pt x="2710" y="1859"/>
                    <a:pt x="1828" y="1859"/>
                  </a:cubicBezTo>
                  <a:cubicBezTo>
                    <a:pt x="819" y="1859"/>
                    <a:pt x="0" y="1009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15040;p136">
              <a:extLst>
                <a:ext uri="{FF2B5EF4-FFF2-40B4-BE49-F238E27FC236}">
                  <a16:creationId xmlns:a16="http://schemas.microsoft.com/office/drawing/2014/main" id="{66178C74-7C0B-CE4A-AF1B-FB973D3CA7BB}"/>
                </a:ext>
              </a:extLst>
            </p:cNvPr>
            <p:cNvSpPr/>
            <p:nvPr/>
          </p:nvSpPr>
          <p:spPr>
            <a:xfrm>
              <a:off x="-56729150" y="3289500"/>
              <a:ext cx="204000" cy="87450"/>
            </a:xfrm>
            <a:custGeom>
              <a:avLst/>
              <a:gdLst/>
              <a:ahLst/>
              <a:cxnLst/>
              <a:rect l="l" t="t" r="r" b="b"/>
              <a:pathLst>
                <a:path w="8160" h="3498" extrusionOk="0">
                  <a:moveTo>
                    <a:pt x="567" y="0"/>
                  </a:moveTo>
                  <a:cubicBezTo>
                    <a:pt x="221" y="630"/>
                    <a:pt x="0" y="1292"/>
                    <a:pt x="0" y="2017"/>
                  </a:cubicBezTo>
                  <a:lnTo>
                    <a:pt x="0" y="3497"/>
                  </a:lnTo>
                  <a:cubicBezTo>
                    <a:pt x="0" y="2489"/>
                    <a:pt x="851" y="1639"/>
                    <a:pt x="1859" y="1639"/>
                  </a:cubicBezTo>
                  <a:cubicBezTo>
                    <a:pt x="2773" y="1639"/>
                    <a:pt x="3529" y="2269"/>
                    <a:pt x="3686" y="3151"/>
                  </a:cubicBezTo>
                  <a:lnTo>
                    <a:pt x="4505" y="3151"/>
                  </a:lnTo>
                  <a:cubicBezTo>
                    <a:pt x="4663" y="2269"/>
                    <a:pt x="5451" y="1639"/>
                    <a:pt x="6333" y="1639"/>
                  </a:cubicBezTo>
                  <a:cubicBezTo>
                    <a:pt x="7341" y="1639"/>
                    <a:pt x="8160" y="2489"/>
                    <a:pt x="8160" y="3497"/>
                  </a:cubicBezTo>
                  <a:lnTo>
                    <a:pt x="8160" y="914"/>
                  </a:lnTo>
                  <a:lnTo>
                    <a:pt x="3340" y="914"/>
                  </a:lnTo>
                  <a:cubicBezTo>
                    <a:pt x="2332" y="851"/>
                    <a:pt x="1355" y="536"/>
                    <a:pt x="5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15041;p136">
              <a:extLst>
                <a:ext uri="{FF2B5EF4-FFF2-40B4-BE49-F238E27FC236}">
                  <a16:creationId xmlns:a16="http://schemas.microsoft.com/office/drawing/2014/main" id="{6E82822B-C426-9467-2BB5-B3DE7105A2E7}"/>
                </a:ext>
              </a:extLst>
            </p:cNvPr>
            <p:cNvSpPr/>
            <p:nvPr/>
          </p:nvSpPr>
          <p:spPr>
            <a:xfrm>
              <a:off x="-56505475" y="3335975"/>
              <a:ext cx="18925" cy="63825"/>
            </a:xfrm>
            <a:custGeom>
              <a:avLst/>
              <a:gdLst/>
              <a:ahLst/>
              <a:cxnLst/>
              <a:rect l="l" t="t" r="r" b="b"/>
              <a:pathLst>
                <a:path w="757" h="2553" extrusionOk="0">
                  <a:moveTo>
                    <a:pt x="1" y="0"/>
                  </a:moveTo>
                  <a:lnTo>
                    <a:pt x="1" y="2552"/>
                  </a:lnTo>
                  <a:cubicBezTo>
                    <a:pt x="442" y="2269"/>
                    <a:pt x="757" y="1796"/>
                    <a:pt x="757" y="1260"/>
                  </a:cubicBezTo>
                  <a:cubicBezTo>
                    <a:pt x="757" y="693"/>
                    <a:pt x="473" y="221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6" name="Google Shape;15042;p136">
            <a:extLst>
              <a:ext uri="{FF2B5EF4-FFF2-40B4-BE49-F238E27FC236}">
                <a16:creationId xmlns:a16="http://schemas.microsoft.com/office/drawing/2014/main" id="{C0D9F74D-5925-DFD5-4EE2-4D0E8F213512}"/>
              </a:ext>
            </a:extLst>
          </p:cNvPr>
          <p:cNvGrpSpPr/>
          <p:nvPr/>
        </p:nvGrpSpPr>
        <p:grpSpPr>
          <a:xfrm>
            <a:off x="8884362" y="3004479"/>
            <a:ext cx="317036" cy="358780"/>
            <a:chOff x="-56766175" y="3590375"/>
            <a:chExt cx="281200" cy="318225"/>
          </a:xfrm>
          <a:solidFill>
            <a:schemeClr val="accent1">
              <a:lumMod val="75000"/>
            </a:schemeClr>
          </a:solidFill>
        </p:grpSpPr>
        <p:sp>
          <p:nvSpPr>
            <p:cNvPr id="717" name="Google Shape;15043;p136">
              <a:extLst>
                <a:ext uri="{FF2B5EF4-FFF2-40B4-BE49-F238E27FC236}">
                  <a16:creationId xmlns:a16="http://schemas.microsoft.com/office/drawing/2014/main" id="{D3D00758-B825-4C07-325D-C91D3782C8B1}"/>
                </a:ext>
              </a:extLst>
            </p:cNvPr>
            <p:cNvSpPr/>
            <p:nvPr/>
          </p:nvSpPr>
          <p:spPr>
            <a:xfrm>
              <a:off x="-56766175" y="3632900"/>
              <a:ext cx="281200" cy="275700"/>
            </a:xfrm>
            <a:custGeom>
              <a:avLst/>
              <a:gdLst/>
              <a:ahLst/>
              <a:cxnLst/>
              <a:rect l="l" t="t" r="r" b="b"/>
              <a:pathLst>
                <a:path w="11248" h="11028" extrusionOk="0">
                  <a:moveTo>
                    <a:pt x="1576" y="0"/>
                  </a:moveTo>
                  <a:cubicBezTo>
                    <a:pt x="599" y="1009"/>
                    <a:pt x="1" y="2395"/>
                    <a:pt x="1" y="3907"/>
                  </a:cubicBezTo>
                  <a:lnTo>
                    <a:pt x="1" y="10681"/>
                  </a:lnTo>
                  <a:cubicBezTo>
                    <a:pt x="1" y="10870"/>
                    <a:pt x="158" y="11027"/>
                    <a:pt x="347" y="11027"/>
                  </a:cubicBezTo>
                  <a:lnTo>
                    <a:pt x="5577" y="11027"/>
                  </a:lnTo>
                  <a:cubicBezTo>
                    <a:pt x="3340" y="11027"/>
                    <a:pt x="1481" y="9200"/>
                    <a:pt x="1481" y="6932"/>
                  </a:cubicBezTo>
                  <a:lnTo>
                    <a:pt x="1481" y="5388"/>
                  </a:lnTo>
                  <a:cubicBezTo>
                    <a:pt x="1481" y="5262"/>
                    <a:pt x="1576" y="5167"/>
                    <a:pt x="1702" y="5073"/>
                  </a:cubicBezTo>
                  <a:lnTo>
                    <a:pt x="5419" y="2836"/>
                  </a:lnTo>
                  <a:cubicBezTo>
                    <a:pt x="5482" y="2789"/>
                    <a:pt x="5553" y="2765"/>
                    <a:pt x="5624" y="2765"/>
                  </a:cubicBezTo>
                  <a:cubicBezTo>
                    <a:pt x="5695" y="2765"/>
                    <a:pt x="5766" y="2789"/>
                    <a:pt x="5829" y="2836"/>
                  </a:cubicBezTo>
                  <a:lnTo>
                    <a:pt x="9578" y="5073"/>
                  </a:lnTo>
                  <a:cubicBezTo>
                    <a:pt x="9673" y="5167"/>
                    <a:pt x="9767" y="5262"/>
                    <a:pt x="9767" y="5388"/>
                  </a:cubicBezTo>
                  <a:lnTo>
                    <a:pt x="9767" y="6932"/>
                  </a:lnTo>
                  <a:cubicBezTo>
                    <a:pt x="9767" y="9200"/>
                    <a:pt x="7908" y="11027"/>
                    <a:pt x="5671" y="11027"/>
                  </a:cubicBezTo>
                  <a:lnTo>
                    <a:pt x="10901" y="11027"/>
                  </a:lnTo>
                  <a:cubicBezTo>
                    <a:pt x="11090" y="11027"/>
                    <a:pt x="11248" y="10870"/>
                    <a:pt x="11248" y="10681"/>
                  </a:cubicBezTo>
                  <a:lnTo>
                    <a:pt x="11248" y="3907"/>
                  </a:lnTo>
                  <a:cubicBezTo>
                    <a:pt x="11185" y="2363"/>
                    <a:pt x="10586" y="977"/>
                    <a:pt x="9610" y="0"/>
                  </a:cubicBezTo>
                  <a:cubicBezTo>
                    <a:pt x="9578" y="158"/>
                    <a:pt x="9484" y="316"/>
                    <a:pt x="9358" y="473"/>
                  </a:cubicBezTo>
                  <a:cubicBezTo>
                    <a:pt x="8727" y="1418"/>
                    <a:pt x="7247" y="2048"/>
                    <a:pt x="5577" y="2048"/>
                  </a:cubicBezTo>
                  <a:cubicBezTo>
                    <a:pt x="3907" y="2048"/>
                    <a:pt x="2395" y="1418"/>
                    <a:pt x="1765" y="442"/>
                  </a:cubicBezTo>
                  <a:cubicBezTo>
                    <a:pt x="1702" y="316"/>
                    <a:pt x="1607" y="158"/>
                    <a:pt x="15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15044;p136">
              <a:extLst>
                <a:ext uri="{FF2B5EF4-FFF2-40B4-BE49-F238E27FC236}">
                  <a16:creationId xmlns:a16="http://schemas.microsoft.com/office/drawing/2014/main" id="{FE77BDD1-9D5B-FC11-18C4-73FDD78B67B3}"/>
                </a:ext>
              </a:extLst>
            </p:cNvPr>
            <p:cNvSpPr/>
            <p:nvPr/>
          </p:nvSpPr>
          <p:spPr>
            <a:xfrm>
              <a:off x="-56709475" y="3722700"/>
              <a:ext cx="167800" cy="153600"/>
            </a:xfrm>
            <a:custGeom>
              <a:avLst/>
              <a:gdLst/>
              <a:ahLst/>
              <a:cxnLst/>
              <a:rect l="l" t="t" r="r" b="b"/>
              <a:pathLst>
                <a:path w="6712" h="6144" extrusionOk="0">
                  <a:moveTo>
                    <a:pt x="1828" y="1449"/>
                  </a:moveTo>
                  <a:cubicBezTo>
                    <a:pt x="2017" y="1449"/>
                    <a:pt x="2175" y="1607"/>
                    <a:pt x="2175" y="1796"/>
                  </a:cubicBezTo>
                  <a:cubicBezTo>
                    <a:pt x="2206" y="2016"/>
                    <a:pt x="2049" y="2142"/>
                    <a:pt x="1828" y="2142"/>
                  </a:cubicBezTo>
                  <a:cubicBezTo>
                    <a:pt x="1639" y="2142"/>
                    <a:pt x="1482" y="2016"/>
                    <a:pt x="1482" y="1796"/>
                  </a:cubicBezTo>
                  <a:cubicBezTo>
                    <a:pt x="1482" y="1607"/>
                    <a:pt x="1639" y="1449"/>
                    <a:pt x="1828" y="1449"/>
                  </a:cubicBezTo>
                  <a:close/>
                  <a:moveTo>
                    <a:pt x="4821" y="1449"/>
                  </a:moveTo>
                  <a:cubicBezTo>
                    <a:pt x="5010" y="1449"/>
                    <a:pt x="5168" y="1607"/>
                    <a:pt x="5168" y="1796"/>
                  </a:cubicBezTo>
                  <a:cubicBezTo>
                    <a:pt x="5199" y="2016"/>
                    <a:pt x="5010" y="2142"/>
                    <a:pt x="4821" y="2142"/>
                  </a:cubicBezTo>
                  <a:cubicBezTo>
                    <a:pt x="4632" y="2142"/>
                    <a:pt x="4475" y="2016"/>
                    <a:pt x="4475" y="1796"/>
                  </a:cubicBezTo>
                  <a:cubicBezTo>
                    <a:pt x="4475" y="1607"/>
                    <a:pt x="4632" y="1449"/>
                    <a:pt x="4821" y="1449"/>
                  </a:cubicBezTo>
                  <a:close/>
                  <a:moveTo>
                    <a:pt x="3372" y="0"/>
                  </a:moveTo>
                  <a:lnTo>
                    <a:pt x="1" y="2016"/>
                  </a:lnTo>
                  <a:lnTo>
                    <a:pt x="1" y="3340"/>
                  </a:lnTo>
                  <a:cubicBezTo>
                    <a:pt x="1" y="4474"/>
                    <a:pt x="599" y="5545"/>
                    <a:pt x="1513" y="6143"/>
                  </a:cubicBezTo>
                  <a:lnTo>
                    <a:pt x="1513" y="4411"/>
                  </a:lnTo>
                  <a:cubicBezTo>
                    <a:pt x="1513" y="4253"/>
                    <a:pt x="1576" y="4127"/>
                    <a:pt x="1702" y="4096"/>
                  </a:cubicBezTo>
                  <a:cubicBezTo>
                    <a:pt x="2222" y="3844"/>
                    <a:pt x="2797" y="3718"/>
                    <a:pt x="3368" y="3718"/>
                  </a:cubicBezTo>
                  <a:cubicBezTo>
                    <a:pt x="3939" y="3718"/>
                    <a:pt x="4506" y="3844"/>
                    <a:pt x="5010" y="4096"/>
                  </a:cubicBezTo>
                  <a:cubicBezTo>
                    <a:pt x="5136" y="4159"/>
                    <a:pt x="5199" y="4285"/>
                    <a:pt x="5199" y="4411"/>
                  </a:cubicBezTo>
                  <a:lnTo>
                    <a:pt x="5199" y="6143"/>
                  </a:lnTo>
                  <a:cubicBezTo>
                    <a:pt x="6113" y="5545"/>
                    <a:pt x="6711" y="4505"/>
                    <a:pt x="6711" y="3340"/>
                  </a:cubicBezTo>
                  <a:lnTo>
                    <a:pt x="6711" y="2016"/>
                  </a:lnTo>
                  <a:lnTo>
                    <a:pt x="337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15045;p136">
              <a:extLst>
                <a:ext uri="{FF2B5EF4-FFF2-40B4-BE49-F238E27FC236}">
                  <a16:creationId xmlns:a16="http://schemas.microsoft.com/office/drawing/2014/main" id="{8DA9A0F0-9B50-38E8-7BAC-CAA5B747032E}"/>
                </a:ext>
              </a:extLst>
            </p:cNvPr>
            <p:cNvSpPr/>
            <p:nvPr/>
          </p:nvSpPr>
          <p:spPr>
            <a:xfrm>
              <a:off x="-56654325" y="3833750"/>
              <a:ext cx="55150" cy="55950"/>
            </a:xfrm>
            <a:custGeom>
              <a:avLst/>
              <a:gdLst/>
              <a:ahLst/>
              <a:cxnLst/>
              <a:rect l="l" t="t" r="r" b="b"/>
              <a:pathLst>
                <a:path w="2206" h="2238" extrusionOk="0">
                  <a:moveTo>
                    <a:pt x="1127" y="0"/>
                  </a:moveTo>
                  <a:cubicBezTo>
                    <a:pt x="748" y="0"/>
                    <a:pt x="363" y="63"/>
                    <a:pt x="0" y="189"/>
                  </a:cubicBezTo>
                  <a:lnTo>
                    <a:pt x="0" y="2048"/>
                  </a:lnTo>
                  <a:cubicBezTo>
                    <a:pt x="378" y="2174"/>
                    <a:pt x="725" y="2237"/>
                    <a:pt x="1103" y="2237"/>
                  </a:cubicBezTo>
                  <a:cubicBezTo>
                    <a:pt x="1512" y="2237"/>
                    <a:pt x="1859" y="2174"/>
                    <a:pt x="2206" y="2048"/>
                  </a:cubicBezTo>
                  <a:lnTo>
                    <a:pt x="2206" y="189"/>
                  </a:lnTo>
                  <a:cubicBezTo>
                    <a:pt x="1875" y="63"/>
                    <a:pt x="1505" y="0"/>
                    <a:pt x="11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15046;p136">
              <a:extLst>
                <a:ext uri="{FF2B5EF4-FFF2-40B4-BE49-F238E27FC236}">
                  <a16:creationId xmlns:a16="http://schemas.microsoft.com/office/drawing/2014/main" id="{45C15FEA-00B9-50EA-30CA-627F163F1A43}"/>
                </a:ext>
              </a:extLst>
            </p:cNvPr>
            <p:cNvSpPr/>
            <p:nvPr/>
          </p:nvSpPr>
          <p:spPr>
            <a:xfrm>
              <a:off x="-56710250" y="3590375"/>
              <a:ext cx="167775" cy="74850"/>
            </a:xfrm>
            <a:custGeom>
              <a:avLst/>
              <a:gdLst/>
              <a:ahLst/>
              <a:cxnLst/>
              <a:rect l="l" t="t" r="r" b="b"/>
              <a:pathLst>
                <a:path w="6711" h="2994" extrusionOk="0">
                  <a:moveTo>
                    <a:pt x="3340" y="0"/>
                  </a:moveTo>
                  <a:cubicBezTo>
                    <a:pt x="2080" y="0"/>
                    <a:pt x="946" y="441"/>
                    <a:pt x="0" y="1134"/>
                  </a:cubicBezTo>
                  <a:cubicBezTo>
                    <a:pt x="0" y="1355"/>
                    <a:pt x="32" y="1544"/>
                    <a:pt x="189" y="1733"/>
                  </a:cubicBezTo>
                  <a:cubicBezTo>
                    <a:pt x="662" y="2489"/>
                    <a:pt x="1922" y="2993"/>
                    <a:pt x="3340" y="2993"/>
                  </a:cubicBezTo>
                  <a:cubicBezTo>
                    <a:pt x="4726" y="2993"/>
                    <a:pt x="5986" y="2489"/>
                    <a:pt x="6490" y="1796"/>
                  </a:cubicBezTo>
                  <a:cubicBezTo>
                    <a:pt x="6648" y="1575"/>
                    <a:pt x="6711" y="1355"/>
                    <a:pt x="6711" y="1134"/>
                  </a:cubicBezTo>
                  <a:cubicBezTo>
                    <a:pt x="5766" y="441"/>
                    <a:pt x="4600" y="0"/>
                    <a:pt x="33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21" name="Google Shape;15047;p136">
            <a:extLst>
              <a:ext uri="{FF2B5EF4-FFF2-40B4-BE49-F238E27FC236}">
                <a16:creationId xmlns:a16="http://schemas.microsoft.com/office/drawing/2014/main" id="{5F30B437-8CBE-A8BF-8270-C54DC7FA2694}"/>
              </a:ext>
            </a:extLst>
          </p:cNvPr>
          <p:cNvGrpSpPr/>
          <p:nvPr/>
        </p:nvGrpSpPr>
        <p:grpSpPr>
          <a:xfrm>
            <a:off x="8921389" y="3446690"/>
            <a:ext cx="272644" cy="358780"/>
            <a:chOff x="-56747275" y="3982600"/>
            <a:chExt cx="241825" cy="318225"/>
          </a:xfrm>
          <a:solidFill>
            <a:schemeClr val="accent1">
              <a:lumMod val="75000"/>
            </a:schemeClr>
          </a:solidFill>
        </p:grpSpPr>
        <p:sp>
          <p:nvSpPr>
            <p:cNvPr id="722" name="Google Shape;15048;p136">
              <a:extLst>
                <a:ext uri="{FF2B5EF4-FFF2-40B4-BE49-F238E27FC236}">
                  <a16:creationId xmlns:a16="http://schemas.microsoft.com/office/drawing/2014/main" id="{E368387C-E462-1F3E-6409-50EC61DB1621}"/>
                </a:ext>
              </a:extLst>
            </p:cNvPr>
            <p:cNvSpPr/>
            <p:nvPr/>
          </p:nvSpPr>
          <p:spPr>
            <a:xfrm>
              <a:off x="-56635425" y="4076325"/>
              <a:ext cx="18125" cy="37050"/>
            </a:xfrm>
            <a:custGeom>
              <a:avLst/>
              <a:gdLst/>
              <a:ahLst/>
              <a:cxnLst/>
              <a:rect l="l" t="t" r="r" b="b"/>
              <a:pathLst>
                <a:path w="725" h="1482" extrusionOk="0">
                  <a:moveTo>
                    <a:pt x="378" y="1"/>
                  </a:moveTo>
                  <a:cubicBezTo>
                    <a:pt x="158" y="1"/>
                    <a:pt x="0" y="316"/>
                    <a:pt x="0" y="725"/>
                  </a:cubicBezTo>
                  <a:cubicBezTo>
                    <a:pt x="0" y="1135"/>
                    <a:pt x="158" y="1481"/>
                    <a:pt x="378" y="1481"/>
                  </a:cubicBezTo>
                  <a:cubicBezTo>
                    <a:pt x="567" y="1481"/>
                    <a:pt x="725" y="1135"/>
                    <a:pt x="725" y="725"/>
                  </a:cubicBezTo>
                  <a:cubicBezTo>
                    <a:pt x="725" y="316"/>
                    <a:pt x="567" y="1"/>
                    <a:pt x="37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15049;p136">
              <a:extLst>
                <a:ext uri="{FF2B5EF4-FFF2-40B4-BE49-F238E27FC236}">
                  <a16:creationId xmlns:a16="http://schemas.microsoft.com/office/drawing/2014/main" id="{802340FA-329C-658A-3A39-C1C087C598EC}"/>
                </a:ext>
              </a:extLst>
            </p:cNvPr>
            <p:cNvSpPr/>
            <p:nvPr/>
          </p:nvSpPr>
          <p:spPr>
            <a:xfrm>
              <a:off x="-56618900" y="3991275"/>
              <a:ext cx="113450" cy="136250"/>
            </a:xfrm>
            <a:custGeom>
              <a:avLst/>
              <a:gdLst/>
              <a:ahLst/>
              <a:cxnLst/>
              <a:rect l="l" t="t" r="r" b="b"/>
              <a:pathLst>
                <a:path w="4538" h="5450" extrusionOk="0">
                  <a:moveTo>
                    <a:pt x="3277" y="0"/>
                  </a:moveTo>
                  <a:lnTo>
                    <a:pt x="1" y="2647"/>
                  </a:lnTo>
                  <a:lnTo>
                    <a:pt x="3939" y="5387"/>
                  </a:lnTo>
                  <a:cubicBezTo>
                    <a:pt x="4007" y="5430"/>
                    <a:pt x="4081" y="5449"/>
                    <a:pt x="4154" y="5449"/>
                  </a:cubicBezTo>
                  <a:cubicBezTo>
                    <a:pt x="4352" y="5449"/>
                    <a:pt x="4538" y="5303"/>
                    <a:pt x="4538" y="5072"/>
                  </a:cubicBezTo>
                  <a:lnTo>
                    <a:pt x="4538" y="2300"/>
                  </a:lnTo>
                  <a:cubicBezTo>
                    <a:pt x="4538" y="1355"/>
                    <a:pt x="4034" y="473"/>
                    <a:pt x="32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15050;p136">
              <a:extLst>
                <a:ext uri="{FF2B5EF4-FFF2-40B4-BE49-F238E27FC236}">
                  <a16:creationId xmlns:a16="http://schemas.microsoft.com/office/drawing/2014/main" id="{FB5707F1-D02F-CDA2-E68C-944A5DBADB90}"/>
                </a:ext>
              </a:extLst>
            </p:cNvPr>
            <p:cNvSpPr/>
            <p:nvPr/>
          </p:nvSpPr>
          <p:spPr>
            <a:xfrm>
              <a:off x="-56601550" y="4094450"/>
              <a:ext cx="31525" cy="19700"/>
            </a:xfrm>
            <a:custGeom>
              <a:avLst/>
              <a:gdLst/>
              <a:ahLst/>
              <a:cxnLst/>
              <a:rect l="l" t="t" r="r" b="b"/>
              <a:pathLst>
                <a:path w="1261" h="788" extrusionOk="0">
                  <a:moveTo>
                    <a:pt x="158" y="0"/>
                  </a:moveTo>
                  <a:lnTo>
                    <a:pt x="158" y="63"/>
                  </a:lnTo>
                  <a:cubicBezTo>
                    <a:pt x="158" y="315"/>
                    <a:pt x="95" y="567"/>
                    <a:pt x="0" y="788"/>
                  </a:cubicBezTo>
                  <a:lnTo>
                    <a:pt x="1260" y="788"/>
                  </a:lnTo>
                  <a:lnTo>
                    <a:pt x="1260" y="756"/>
                  </a:lnTo>
                  <a:lnTo>
                    <a:pt x="15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15051;p136">
              <a:extLst>
                <a:ext uri="{FF2B5EF4-FFF2-40B4-BE49-F238E27FC236}">
                  <a16:creationId xmlns:a16="http://schemas.microsoft.com/office/drawing/2014/main" id="{B623C077-99C2-9E4B-8D97-0A718679E5CB}"/>
                </a:ext>
              </a:extLst>
            </p:cNvPr>
            <p:cNvSpPr/>
            <p:nvPr/>
          </p:nvSpPr>
          <p:spPr>
            <a:xfrm>
              <a:off x="-56688200" y="4085775"/>
              <a:ext cx="37050" cy="27600"/>
            </a:xfrm>
            <a:custGeom>
              <a:avLst/>
              <a:gdLst/>
              <a:ahLst/>
              <a:cxnLst/>
              <a:rect l="l" t="t" r="r" b="b"/>
              <a:pathLst>
                <a:path w="1482" h="1104" extrusionOk="0">
                  <a:moveTo>
                    <a:pt x="1355" y="1"/>
                  </a:moveTo>
                  <a:lnTo>
                    <a:pt x="1" y="1103"/>
                  </a:lnTo>
                  <a:lnTo>
                    <a:pt x="1481" y="1103"/>
                  </a:lnTo>
                  <a:cubicBezTo>
                    <a:pt x="1418" y="883"/>
                    <a:pt x="1324" y="631"/>
                    <a:pt x="1324" y="347"/>
                  </a:cubicBezTo>
                  <a:cubicBezTo>
                    <a:pt x="1324" y="253"/>
                    <a:pt x="1324" y="127"/>
                    <a:pt x="135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15052;p136">
              <a:extLst>
                <a:ext uri="{FF2B5EF4-FFF2-40B4-BE49-F238E27FC236}">
                  <a16:creationId xmlns:a16="http://schemas.microsoft.com/office/drawing/2014/main" id="{41177038-2C9B-2C24-7F70-7C314394D20C}"/>
                </a:ext>
              </a:extLst>
            </p:cNvPr>
            <p:cNvSpPr/>
            <p:nvPr/>
          </p:nvSpPr>
          <p:spPr>
            <a:xfrm>
              <a:off x="-56747275" y="3982600"/>
              <a:ext cx="189850" cy="143850"/>
            </a:xfrm>
            <a:custGeom>
              <a:avLst/>
              <a:gdLst/>
              <a:ahLst/>
              <a:cxnLst/>
              <a:rect l="l" t="t" r="r" b="b"/>
              <a:pathLst>
                <a:path w="7594" h="5754" extrusionOk="0">
                  <a:moveTo>
                    <a:pt x="2584" y="1"/>
                  </a:moveTo>
                  <a:cubicBezTo>
                    <a:pt x="1135" y="1"/>
                    <a:pt x="1" y="1166"/>
                    <a:pt x="1" y="2647"/>
                  </a:cubicBezTo>
                  <a:lnTo>
                    <a:pt x="1" y="5388"/>
                  </a:lnTo>
                  <a:cubicBezTo>
                    <a:pt x="1" y="5610"/>
                    <a:pt x="172" y="5753"/>
                    <a:pt x="350" y="5753"/>
                  </a:cubicBezTo>
                  <a:cubicBezTo>
                    <a:pt x="426" y="5753"/>
                    <a:pt x="502" y="5728"/>
                    <a:pt x="568" y="5671"/>
                  </a:cubicBezTo>
                  <a:lnTo>
                    <a:pt x="7593" y="32"/>
                  </a:lnTo>
                  <a:cubicBezTo>
                    <a:pt x="7436" y="1"/>
                    <a:pt x="7278" y="1"/>
                    <a:pt x="70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15053;p136">
              <a:extLst>
                <a:ext uri="{FF2B5EF4-FFF2-40B4-BE49-F238E27FC236}">
                  <a16:creationId xmlns:a16="http://schemas.microsoft.com/office/drawing/2014/main" id="{95A5B7CD-AB1B-6476-A792-57B3B7965FED}"/>
                </a:ext>
              </a:extLst>
            </p:cNvPr>
            <p:cNvSpPr/>
            <p:nvPr/>
          </p:nvSpPr>
          <p:spPr>
            <a:xfrm>
              <a:off x="-56654325" y="4217500"/>
              <a:ext cx="55150" cy="83325"/>
            </a:xfrm>
            <a:custGeom>
              <a:avLst/>
              <a:gdLst/>
              <a:ahLst/>
              <a:cxnLst/>
              <a:rect l="l" t="t" r="r" b="b"/>
              <a:pathLst>
                <a:path w="2206" h="3333" extrusionOk="0">
                  <a:moveTo>
                    <a:pt x="1127" y="1"/>
                  </a:moveTo>
                  <a:cubicBezTo>
                    <a:pt x="748" y="1"/>
                    <a:pt x="363" y="72"/>
                    <a:pt x="0" y="214"/>
                  </a:cubicBezTo>
                  <a:lnTo>
                    <a:pt x="0" y="3175"/>
                  </a:lnTo>
                  <a:cubicBezTo>
                    <a:pt x="378" y="3270"/>
                    <a:pt x="756" y="3333"/>
                    <a:pt x="1103" y="3333"/>
                  </a:cubicBezTo>
                  <a:cubicBezTo>
                    <a:pt x="1512" y="3333"/>
                    <a:pt x="1859" y="3270"/>
                    <a:pt x="2206" y="3175"/>
                  </a:cubicBezTo>
                  <a:lnTo>
                    <a:pt x="2206" y="214"/>
                  </a:lnTo>
                  <a:cubicBezTo>
                    <a:pt x="1875" y="72"/>
                    <a:pt x="1505" y="1"/>
                    <a:pt x="11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15054;p136">
              <a:extLst>
                <a:ext uri="{FF2B5EF4-FFF2-40B4-BE49-F238E27FC236}">
                  <a16:creationId xmlns:a16="http://schemas.microsoft.com/office/drawing/2014/main" id="{1C729A13-7A55-2928-9D01-212E73437437}"/>
                </a:ext>
              </a:extLst>
            </p:cNvPr>
            <p:cNvSpPr/>
            <p:nvPr/>
          </p:nvSpPr>
          <p:spPr>
            <a:xfrm>
              <a:off x="-56729150" y="4132250"/>
              <a:ext cx="204800" cy="157550"/>
            </a:xfrm>
            <a:custGeom>
              <a:avLst/>
              <a:gdLst/>
              <a:ahLst/>
              <a:cxnLst/>
              <a:rect l="l" t="t" r="r" b="b"/>
              <a:pathLst>
                <a:path w="8192" h="6302" extrusionOk="0">
                  <a:moveTo>
                    <a:pt x="2615" y="788"/>
                  </a:moveTo>
                  <a:cubicBezTo>
                    <a:pt x="2804" y="788"/>
                    <a:pt x="2962" y="946"/>
                    <a:pt x="2962" y="1135"/>
                  </a:cubicBezTo>
                  <a:cubicBezTo>
                    <a:pt x="2993" y="1324"/>
                    <a:pt x="2836" y="1481"/>
                    <a:pt x="2615" y="1481"/>
                  </a:cubicBezTo>
                  <a:cubicBezTo>
                    <a:pt x="2426" y="1481"/>
                    <a:pt x="2269" y="1324"/>
                    <a:pt x="2269" y="1135"/>
                  </a:cubicBezTo>
                  <a:cubicBezTo>
                    <a:pt x="2269" y="946"/>
                    <a:pt x="2426" y="788"/>
                    <a:pt x="2615" y="788"/>
                  </a:cubicBezTo>
                  <a:close/>
                  <a:moveTo>
                    <a:pt x="5608" y="788"/>
                  </a:moveTo>
                  <a:cubicBezTo>
                    <a:pt x="5797" y="788"/>
                    <a:pt x="5955" y="946"/>
                    <a:pt x="5955" y="1135"/>
                  </a:cubicBezTo>
                  <a:cubicBezTo>
                    <a:pt x="5986" y="1324"/>
                    <a:pt x="5797" y="1481"/>
                    <a:pt x="5608" y="1481"/>
                  </a:cubicBezTo>
                  <a:cubicBezTo>
                    <a:pt x="5419" y="1481"/>
                    <a:pt x="5262" y="1324"/>
                    <a:pt x="5262" y="1135"/>
                  </a:cubicBezTo>
                  <a:cubicBezTo>
                    <a:pt x="5262" y="946"/>
                    <a:pt x="5419" y="788"/>
                    <a:pt x="5608" y="788"/>
                  </a:cubicBezTo>
                  <a:close/>
                  <a:moveTo>
                    <a:pt x="725" y="1"/>
                  </a:moveTo>
                  <a:lnTo>
                    <a:pt x="0" y="536"/>
                  </a:lnTo>
                  <a:lnTo>
                    <a:pt x="0" y="2647"/>
                  </a:lnTo>
                  <a:cubicBezTo>
                    <a:pt x="0" y="4222"/>
                    <a:pt x="914" y="5577"/>
                    <a:pt x="2269" y="6301"/>
                  </a:cubicBezTo>
                  <a:lnTo>
                    <a:pt x="2269" y="3372"/>
                  </a:lnTo>
                  <a:cubicBezTo>
                    <a:pt x="2269" y="3214"/>
                    <a:pt x="2332" y="3120"/>
                    <a:pt x="2458" y="3056"/>
                  </a:cubicBezTo>
                  <a:cubicBezTo>
                    <a:pt x="2962" y="2804"/>
                    <a:pt x="3529" y="2678"/>
                    <a:pt x="4100" y="2678"/>
                  </a:cubicBezTo>
                  <a:cubicBezTo>
                    <a:pt x="4671" y="2678"/>
                    <a:pt x="5246" y="2804"/>
                    <a:pt x="5766" y="3056"/>
                  </a:cubicBezTo>
                  <a:cubicBezTo>
                    <a:pt x="5892" y="3151"/>
                    <a:pt x="5955" y="3277"/>
                    <a:pt x="5955" y="3372"/>
                  </a:cubicBezTo>
                  <a:lnTo>
                    <a:pt x="5955" y="6301"/>
                  </a:lnTo>
                  <a:cubicBezTo>
                    <a:pt x="7309" y="5640"/>
                    <a:pt x="8192" y="4254"/>
                    <a:pt x="8192" y="2647"/>
                  </a:cubicBezTo>
                  <a:lnTo>
                    <a:pt x="8192" y="536"/>
                  </a:lnTo>
                  <a:lnTo>
                    <a:pt x="737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29" name="Google Shape;15055;p136">
            <a:extLst>
              <a:ext uri="{FF2B5EF4-FFF2-40B4-BE49-F238E27FC236}">
                <a16:creationId xmlns:a16="http://schemas.microsoft.com/office/drawing/2014/main" id="{B0025151-BADC-635F-989B-2283608C0AE1}"/>
              </a:ext>
            </a:extLst>
          </p:cNvPr>
          <p:cNvGrpSpPr/>
          <p:nvPr/>
        </p:nvGrpSpPr>
        <p:grpSpPr>
          <a:xfrm>
            <a:off x="7526492" y="4390720"/>
            <a:ext cx="359682" cy="343643"/>
            <a:chOff x="-54812875" y="3596675"/>
            <a:chExt cx="319025" cy="304800"/>
          </a:xfrm>
          <a:solidFill>
            <a:schemeClr val="accent1">
              <a:lumMod val="75000"/>
            </a:schemeClr>
          </a:solidFill>
        </p:grpSpPr>
        <p:sp>
          <p:nvSpPr>
            <p:cNvPr id="730" name="Google Shape;15056;p136">
              <a:extLst>
                <a:ext uri="{FF2B5EF4-FFF2-40B4-BE49-F238E27FC236}">
                  <a16:creationId xmlns:a16="http://schemas.microsoft.com/office/drawing/2014/main" id="{8754902C-E311-EE82-965A-9347F8A4F152}"/>
                </a:ext>
              </a:extLst>
            </p:cNvPr>
            <p:cNvSpPr/>
            <p:nvPr/>
          </p:nvSpPr>
          <p:spPr>
            <a:xfrm>
              <a:off x="-54812875" y="3607700"/>
              <a:ext cx="74850" cy="293775"/>
            </a:xfrm>
            <a:custGeom>
              <a:avLst/>
              <a:gdLst/>
              <a:ahLst/>
              <a:cxnLst/>
              <a:rect l="l" t="t" r="r" b="b"/>
              <a:pathLst>
                <a:path w="2994" h="11751" extrusionOk="0">
                  <a:moveTo>
                    <a:pt x="1482" y="0"/>
                  </a:moveTo>
                  <a:lnTo>
                    <a:pt x="1482" y="2710"/>
                  </a:lnTo>
                  <a:cubicBezTo>
                    <a:pt x="1482" y="3749"/>
                    <a:pt x="1261" y="4789"/>
                    <a:pt x="788" y="5734"/>
                  </a:cubicBezTo>
                  <a:cubicBezTo>
                    <a:pt x="284" y="6805"/>
                    <a:pt x="1" y="7971"/>
                    <a:pt x="1" y="9168"/>
                  </a:cubicBezTo>
                  <a:cubicBezTo>
                    <a:pt x="1" y="10050"/>
                    <a:pt x="505" y="10901"/>
                    <a:pt x="1261" y="11405"/>
                  </a:cubicBezTo>
                  <a:lnTo>
                    <a:pt x="1639" y="11689"/>
                  </a:lnTo>
                  <a:cubicBezTo>
                    <a:pt x="1707" y="11731"/>
                    <a:pt x="1781" y="11750"/>
                    <a:pt x="1854" y="11750"/>
                  </a:cubicBezTo>
                  <a:cubicBezTo>
                    <a:pt x="2052" y="11750"/>
                    <a:pt x="2238" y="11604"/>
                    <a:pt x="2238" y="11374"/>
                  </a:cubicBezTo>
                  <a:lnTo>
                    <a:pt x="2238" y="9326"/>
                  </a:lnTo>
                  <a:cubicBezTo>
                    <a:pt x="2238" y="8570"/>
                    <a:pt x="2364" y="7751"/>
                    <a:pt x="2584" y="7026"/>
                  </a:cubicBezTo>
                  <a:cubicBezTo>
                    <a:pt x="2836" y="6270"/>
                    <a:pt x="2994" y="5545"/>
                    <a:pt x="2994" y="4758"/>
                  </a:cubicBezTo>
                  <a:lnTo>
                    <a:pt x="2994" y="3718"/>
                  </a:lnTo>
                  <a:lnTo>
                    <a:pt x="14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15057;p136">
              <a:extLst>
                <a:ext uri="{FF2B5EF4-FFF2-40B4-BE49-F238E27FC236}">
                  <a16:creationId xmlns:a16="http://schemas.microsoft.com/office/drawing/2014/main" id="{10694380-AEA9-D98C-6D8B-6AF4C7364C53}"/>
                </a:ext>
              </a:extLst>
            </p:cNvPr>
            <p:cNvSpPr/>
            <p:nvPr/>
          </p:nvSpPr>
          <p:spPr>
            <a:xfrm>
              <a:off x="-54662425" y="3621875"/>
              <a:ext cx="18125" cy="61450"/>
            </a:xfrm>
            <a:custGeom>
              <a:avLst/>
              <a:gdLst/>
              <a:ahLst/>
              <a:cxnLst/>
              <a:rect l="l" t="t" r="r" b="b"/>
              <a:pathLst>
                <a:path w="725" h="2458" extrusionOk="0">
                  <a:moveTo>
                    <a:pt x="347" y="0"/>
                  </a:moveTo>
                  <a:cubicBezTo>
                    <a:pt x="158" y="315"/>
                    <a:pt x="0" y="757"/>
                    <a:pt x="0" y="1229"/>
                  </a:cubicBezTo>
                  <a:cubicBezTo>
                    <a:pt x="0" y="1702"/>
                    <a:pt x="189" y="2143"/>
                    <a:pt x="347" y="2458"/>
                  </a:cubicBezTo>
                  <a:cubicBezTo>
                    <a:pt x="504" y="2143"/>
                    <a:pt x="725" y="1702"/>
                    <a:pt x="725" y="1229"/>
                  </a:cubicBezTo>
                  <a:cubicBezTo>
                    <a:pt x="725" y="757"/>
                    <a:pt x="504" y="315"/>
                    <a:pt x="3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15058;p136">
              <a:extLst>
                <a:ext uri="{FF2B5EF4-FFF2-40B4-BE49-F238E27FC236}">
                  <a16:creationId xmlns:a16="http://schemas.microsoft.com/office/drawing/2014/main" id="{48B6F5BC-0777-D2C3-DD09-A99A9837F5FB}"/>
                </a:ext>
              </a:extLst>
            </p:cNvPr>
            <p:cNvSpPr/>
            <p:nvPr/>
          </p:nvSpPr>
          <p:spPr>
            <a:xfrm>
              <a:off x="-54737250" y="3652600"/>
              <a:ext cx="66175" cy="37825"/>
            </a:xfrm>
            <a:custGeom>
              <a:avLst/>
              <a:gdLst/>
              <a:ahLst/>
              <a:cxnLst/>
              <a:rect l="l" t="t" r="r" b="b"/>
              <a:pathLst>
                <a:path w="2647" h="1513" extrusionOk="0">
                  <a:moveTo>
                    <a:pt x="0" y="0"/>
                  </a:moveTo>
                  <a:lnTo>
                    <a:pt x="599" y="1512"/>
                  </a:lnTo>
                  <a:lnTo>
                    <a:pt x="2647" y="1512"/>
                  </a:lnTo>
                  <a:cubicBezTo>
                    <a:pt x="2458" y="1103"/>
                    <a:pt x="2206" y="599"/>
                    <a:pt x="220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15059;p136">
              <a:extLst>
                <a:ext uri="{FF2B5EF4-FFF2-40B4-BE49-F238E27FC236}">
                  <a16:creationId xmlns:a16="http://schemas.microsoft.com/office/drawing/2014/main" id="{0C1D1757-084E-D70C-0808-243EBC039DB1}"/>
                </a:ext>
              </a:extLst>
            </p:cNvPr>
            <p:cNvSpPr/>
            <p:nvPr/>
          </p:nvSpPr>
          <p:spPr>
            <a:xfrm>
              <a:off x="-54568700" y="3608475"/>
              <a:ext cx="74850" cy="293000"/>
            </a:xfrm>
            <a:custGeom>
              <a:avLst/>
              <a:gdLst/>
              <a:ahLst/>
              <a:cxnLst/>
              <a:rect l="l" t="t" r="r" b="b"/>
              <a:pathLst>
                <a:path w="2994" h="11720" extrusionOk="0">
                  <a:moveTo>
                    <a:pt x="1481" y="1"/>
                  </a:moveTo>
                  <a:lnTo>
                    <a:pt x="851" y="1576"/>
                  </a:lnTo>
                  <a:lnTo>
                    <a:pt x="0" y="3750"/>
                  </a:lnTo>
                  <a:lnTo>
                    <a:pt x="0" y="4727"/>
                  </a:lnTo>
                  <a:cubicBezTo>
                    <a:pt x="0" y="5514"/>
                    <a:pt x="158" y="6270"/>
                    <a:pt x="378" y="6995"/>
                  </a:cubicBezTo>
                  <a:cubicBezTo>
                    <a:pt x="630" y="7751"/>
                    <a:pt x="757" y="8539"/>
                    <a:pt x="757" y="9295"/>
                  </a:cubicBezTo>
                  <a:lnTo>
                    <a:pt x="757" y="11343"/>
                  </a:lnTo>
                  <a:cubicBezTo>
                    <a:pt x="757" y="11573"/>
                    <a:pt x="925" y="11719"/>
                    <a:pt x="1115" y="11719"/>
                  </a:cubicBezTo>
                  <a:cubicBezTo>
                    <a:pt x="1184" y="11719"/>
                    <a:pt x="1256" y="11700"/>
                    <a:pt x="1324" y="11658"/>
                  </a:cubicBezTo>
                  <a:lnTo>
                    <a:pt x="1733" y="11374"/>
                  </a:lnTo>
                  <a:cubicBezTo>
                    <a:pt x="2489" y="10870"/>
                    <a:pt x="2993" y="10051"/>
                    <a:pt x="2993" y="9137"/>
                  </a:cubicBezTo>
                  <a:cubicBezTo>
                    <a:pt x="2993" y="8003"/>
                    <a:pt x="2710" y="6774"/>
                    <a:pt x="2206" y="5735"/>
                  </a:cubicBezTo>
                  <a:cubicBezTo>
                    <a:pt x="1733" y="4790"/>
                    <a:pt x="1481" y="3781"/>
                    <a:pt x="1481" y="2710"/>
                  </a:cubicBezTo>
                  <a:lnTo>
                    <a:pt x="148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15060;p136">
              <a:extLst>
                <a:ext uri="{FF2B5EF4-FFF2-40B4-BE49-F238E27FC236}">
                  <a16:creationId xmlns:a16="http://schemas.microsoft.com/office/drawing/2014/main" id="{24A8D9BD-7962-CB13-C428-FC22C5C0AEC3}"/>
                </a:ext>
              </a:extLst>
            </p:cNvPr>
            <p:cNvSpPr/>
            <p:nvPr/>
          </p:nvSpPr>
          <p:spPr>
            <a:xfrm>
              <a:off x="-54636450" y="3652600"/>
              <a:ext cx="66975" cy="37825"/>
            </a:xfrm>
            <a:custGeom>
              <a:avLst/>
              <a:gdLst/>
              <a:ahLst/>
              <a:cxnLst/>
              <a:rect l="l" t="t" r="r" b="b"/>
              <a:pathLst>
                <a:path w="2679" h="1513" extrusionOk="0">
                  <a:moveTo>
                    <a:pt x="411" y="0"/>
                  </a:moveTo>
                  <a:cubicBezTo>
                    <a:pt x="411" y="599"/>
                    <a:pt x="221" y="1103"/>
                    <a:pt x="1" y="1512"/>
                  </a:cubicBezTo>
                  <a:lnTo>
                    <a:pt x="2080" y="1512"/>
                  </a:lnTo>
                  <a:lnTo>
                    <a:pt x="26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15061;p136">
              <a:extLst>
                <a:ext uri="{FF2B5EF4-FFF2-40B4-BE49-F238E27FC236}">
                  <a16:creationId xmlns:a16="http://schemas.microsoft.com/office/drawing/2014/main" id="{DB78A511-B817-AB35-EAF9-769172E09E66}"/>
                </a:ext>
              </a:extLst>
            </p:cNvPr>
            <p:cNvSpPr/>
            <p:nvPr/>
          </p:nvSpPr>
          <p:spPr>
            <a:xfrm>
              <a:off x="-54760100" y="3596675"/>
              <a:ext cx="212675" cy="37025"/>
            </a:xfrm>
            <a:custGeom>
              <a:avLst/>
              <a:gdLst/>
              <a:ahLst/>
              <a:cxnLst/>
              <a:rect l="l" t="t" r="r" b="b"/>
              <a:pathLst>
                <a:path w="8507" h="1481" extrusionOk="0">
                  <a:moveTo>
                    <a:pt x="1" y="0"/>
                  </a:moveTo>
                  <a:lnTo>
                    <a:pt x="599" y="1481"/>
                  </a:lnTo>
                  <a:lnTo>
                    <a:pt x="3246" y="1481"/>
                  </a:lnTo>
                  <a:cubicBezTo>
                    <a:pt x="3466" y="693"/>
                    <a:pt x="3939" y="158"/>
                    <a:pt x="4002" y="95"/>
                  </a:cubicBezTo>
                  <a:cubicBezTo>
                    <a:pt x="4081" y="32"/>
                    <a:pt x="4183" y="0"/>
                    <a:pt x="4281" y="0"/>
                  </a:cubicBezTo>
                  <a:close/>
                  <a:moveTo>
                    <a:pt x="4281" y="0"/>
                  </a:moveTo>
                  <a:cubicBezTo>
                    <a:pt x="4380" y="0"/>
                    <a:pt x="4474" y="32"/>
                    <a:pt x="4537" y="95"/>
                  </a:cubicBezTo>
                  <a:cubicBezTo>
                    <a:pt x="4569" y="158"/>
                    <a:pt x="5041" y="693"/>
                    <a:pt x="5294" y="1481"/>
                  </a:cubicBezTo>
                  <a:lnTo>
                    <a:pt x="7940" y="1481"/>
                  </a:lnTo>
                  <a:lnTo>
                    <a:pt x="85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15062;p136">
              <a:extLst>
                <a:ext uri="{FF2B5EF4-FFF2-40B4-BE49-F238E27FC236}">
                  <a16:creationId xmlns:a16="http://schemas.microsoft.com/office/drawing/2014/main" id="{63F414E2-03DD-7B0B-2FE9-26F4C23B2009}"/>
                </a:ext>
              </a:extLst>
            </p:cNvPr>
            <p:cNvSpPr/>
            <p:nvPr/>
          </p:nvSpPr>
          <p:spPr>
            <a:xfrm>
              <a:off x="-54738050" y="3708500"/>
              <a:ext cx="169375" cy="186700"/>
            </a:xfrm>
            <a:custGeom>
              <a:avLst/>
              <a:gdLst/>
              <a:ahLst/>
              <a:cxnLst/>
              <a:rect l="l" t="t" r="r" b="b"/>
              <a:pathLst>
                <a:path w="6775" h="7468" extrusionOk="0">
                  <a:moveTo>
                    <a:pt x="1891" y="1513"/>
                  </a:moveTo>
                  <a:cubicBezTo>
                    <a:pt x="2080" y="1513"/>
                    <a:pt x="2238" y="1671"/>
                    <a:pt x="2238" y="1860"/>
                  </a:cubicBezTo>
                  <a:cubicBezTo>
                    <a:pt x="2238" y="2049"/>
                    <a:pt x="2080" y="2206"/>
                    <a:pt x="1891" y="2206"/>
                  </a:cubicBezTo>
                  <a:cubicBezTo>
                    <a:pt x="1702" y="2206"/>
                    <a:pt x="1545" y="2112"/>
                    <a:pt x="1545" y="1860"/>
                  </a:cubicBezTo>
                  <a:cubicBezTo>
                    <a:pt x="1545" y="1671"/>
                    <a:pt x="1702" y="1513"/>
                    <a:pt x="1891" y="1513"/>
                  </a:cubicBezTo>
                  <a:close/>
                  <a:moveTo>
                    <a:pt x="4884" y="1545"/>
                  </a:moveTo>
                  <a:cubicBezTo>
                    <a:pt x="5073" y="1545"/>
                    <a:pt x="5231" y="1702"/>
                    <a:pt x="5231" y="1891"/>
                  </a:cubicBezTo>
                  <a:cubicBezTo>
                    <a:pt x="5231" y="2112"/>
                    <a:pt x="5073" y="2269"/>
                    <a:pt x="4884" y="2269"/>
                  </a:cubicBezTo>
                  <a:cubicBezTo>
                    <a:pt x="4695" y="2269"/>
                    <a:pt x="4538" y="2112"/>
                    <a:pt x="4538" y="1891"/>
                  </a:cubicBezTo>
                  <a:cubicBezTo>
                    <a:pt x="4538" y="1702"/>
                    <a:pt x="4695" y="1545"/>
                    <a:pt x="4884" y="1545"/>
                  </a:cubicBezTo>
                  <a:close/>
                  <a:moveTo>
                    <a:pt x="4404" y="4073"/>
                  </a:moveTo>
                  <a:cubicBezTo>
                    <a:pt x="4498" y="4073"/>
                    <a:pt x="4585" y="4112"/>
                    <a:pt x="4632" y="4191"/>
                  </a:cubicBezTo>
                  <a:cubicBezTo>
                    <a:pt x="4853" y="4286"/>
                    <a:pt x="4853" y="4538"/>
                    <a:pt x="4695" y="4695"/>
                  </a:cubicBezTo>
                  <a:cubicBezTo>
                    <a:pt x="4317" y="5042"/>
                    <a:pt x="3844" y="5231"/>
                    <a:pt x="3340" y="5231"/>
                  </a:cubicBezTo>
                  <a:cubicBezTo>
                    <a:pt x="2836" y="5231"/>
                    <a:pt x="2364" y="5042"/>
                    <a:pt x="2049" y="4695"/>
                  </a:cubicBezTo>
                  <a:cubicBezTo>
                    <a:pt x="1891" y="4538"/>
                    <a:pt x="1891" y="4286"/>
                    <a:pt x="2049" y="4191"/>
                  </a:cubicBezTo>
                  <a:cubicBezTo>
                    <a:pt x="2127" y="4112"/>
                    <a:pt x="2222" y="4073"/>
                    <a:pt x="2312" y="4073"/>
                  </a:cubicBezTo>
                  <a:cubicBezTo>
                    <a:pt x="2403" y="4073"/>
                    <a:pt x="2490" y="4112"/>
                    <a:pt x="2553" y="4191"/>
                  </a:cubicBezTo>
                  <a:cubicBezTo>
                    <a:pt x="2773" y="4412"/>
                    <a:pt x="3057" y="4522"/>
                    <a:pt x="3340" y="4522"/>
                  </a:cubicBezTo>
                  <a:cubicBezTo>
                    <a:pt x="3624" y="4522"/>
                    <a:pt x="3907" y="4412"/>
                    <a:pt x="4128" y="4191"/>
                  </a:cubicBezTo>
                  <a:cubicBezTo>
                    <a:pt x="4207" y="4112"/>
                    <a:pt x="4309" y="4073"/>
                    <a:pt x="4404" y="4073"/>
                  </a:cubicBezTo>
                  <a:close/>
                  <a:moveTo>
                    <a:pt x="757" y="1"/>
                  </a:moveTo>
                  <a:lnTo>
                    <a:pt x="757" y="694"/>
                  </a:lnTo>
                  <a:cubicBezTo>
                    <a:pt x="757" y="1513"/>
                    <a:pt x="631" y="2332"/>
                    <a:pt x="347" y="3088"/>
                  </a:cubicBezTo>
                  <a:cubicBezTo>
                    <a:pt x="1" y="4160"/>
                    <a:pt x="1" y="4947"/>
                    <a:pt x="1" y="5672"/>
                  </a:cubicBezTo>
                  <a:cubicBezTo>
                    <a:pt x="757" y="6743"/>
                    <a:pt x="2017" y="7468"/>
                    <a:pt x="3403" y="7468"/>
                  </a:cubicBezTo>
                  <a:cubicBezTo>
                    <a:pt x="4758" y="7468"/>
                    <a:pt x="6018" y="6774"/>
                    <a:pt x="6774" y="5672"/>
                  </a:cubicBezTo>
                  <a:cubicBezTo>
                    <a:pt x="6774" y="4947"/>
                    <a:pt x="6774" y="4160"/>
                    <a:pt x="6428" y="3088"/>
                  </a:cubicBezTo>
                  <a:cubicBezTo>
                    <a:pt x="6144" y="2332"/>
                    <a:pt x="6018" y="1513"/>
                    <a:pt x="6018" y="694"/>
                  </a:cubicBezTo>
                  <a:lnTo>
                    <a:pt x="601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37" name="Google Shape;15063;p136">
            <a:extLst>
              <a:ext uri="{FF2B5EF4-FFF2-40B4-BE49-F238E27FC236}">
                <a16:creationId xmlns:a16="http://schemas.microsoft.com/office/drawing/2014/main" id="{50F09A5A-0DC2-3F73-8D8B-F6355B2299CF}"/>
              </a:ext>
            </a:extLst>
          </p:cNvPr>
          <p:cNvSpPr/>
          <p:nvPr/>
        </p:nvSpPr>
        <p:spPr>
          <a:xfrm>
            <a:off x="7701714" y="4765702"/>
            <a:ext cx="8033" cy="902"/>
          </a:xfrm>
          <a:custGeom>
            <a:avLst/>
            <a:gdLst/>
            <a:ahLst/>
            <a:cxnLst/>
            <a:rect l="l" t="t" r="r" b="b"/>
            <a:pathLst>
              <a:path w="285" h="32" extrusionOk="0">
                <a:moveTo>
                  <a:pt x="1" y="0"/>
                </a:moveTo>
                <a:cubicBezTo>
                  <a:pt x="95" y="32"/>
                  <a:pt x="158" y="32"/>
                  <a:pt x="284" y="32"/>
                </a:cubicBezTo>
                <a:cubicBezTo>
                  <a:pt x="221" y="32"/>
                  <a:pt x="127" y="0"/>
                  <a:pt x="1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8" name="Google Shape;15064;p136">
            <a:extLst>
              <a:ext uri="{FF2B5EF4-FFF2-40B4-BE49-F238E27FC236}">
                <a16:creationId xmlns:a16="http://schemas.microsoft.com/office/drawing/2014/main" id="{135D7CD8-8567-9186-DA6A-C47D5400FFD4}"/>
              </a:ext>
            </a:extLst>
          </p:cNvPr>
          <p:cNvSpPr/>
          <p:nvPr/>
        </p:nvSpPr>
        <p:spPr>
          <a:xfrm>
            <a:off x="7702166" y="4766577"/>
            <a:ext cx="7132" cy="930"/>
          </a:xfrm>
          <a:custGeom>
            <a:avLst/>
            <a:gdLst/>
            <a:ahLst/>
            <a:cxnLst/>
            <a:rect l="l" t="t" r="r" b="b"/>
            <a:pathLst>
              <a:path w="253" h="33" extrusionOk="0">
                <a:moveTo>
                  <a:pt x="253" y="1"/>
                </a:moveTo>
                <a:lnTo>
                  <a:pt x="253" y="1"/>
                </a:lnTo>
                <a:cubicBezTo>
                  <a:pt x="189" y="1"/>
                  <a:pt x="64" y="1"/>
                  <a:pt x="1" y="32"/>
                </a:cubicBezTo>
                <a:cubicBezTo>
                  <a:pt x="95" y="1"/>
                  <a:pt x="190" y="1"/>
                  <a:pt x="253" y="1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39" name="Google Shape;15065;p136">
            <a:extLst>
              <a:ext uri="{FF2B5EF4-FFF2-40B4-BE49-F238E27FC236}">
                <a16:creationId xmlns:a16="http://schemas.microsoft.com/office/drawing/2014/main" id="{133DA10F-01BB-ACC6-DB0D-EE3A2D79EF97}"/>
              </a:ext>
            </a:extLst>
          </p:cNvPr>
          <p:cNvGrpSpPr/>
          <p:nvPr/>
        </p:nvGrpSpPr>
        <p:grpSpPr>
          <a:xfrm>
            <a:off x="7548702" y="4848072"/>
            <a:ext cx="315261" cy="358780"/>
            <a:chOff x="-54793175" y="3982600"/>
            <a:chExt cx="279625" cy="318225"/>
          </a:xfrm>
          <a:solidFill>
            <a:schemeClr val="accent1">
              <a:lumMod val="75000"/>
            </a:schemeClr>
          </a:solidFill>
        </p:grpSpPr>
        <p:sp>
          <p:nvSpPr>
            <p:cNvPr id="740" name="Google Shape;15066;p136">
              <a:extLst>
                <a:ext uri="{FF2B5EF4-FFF2-40B4-BE49-F238E27FC236}">
                  <a16:creationId xmlns:a16="http://schemas.microsoft.com/office/drawing/2014/main" id="{A3583BAA-3F3D-C81C-4A5D-82091E4E2B79}"/>
                </a:ext>
              </a:extLst>
            </p:cNvPr>
            <p:cNvSpPr/>
            <p:nvPr/>
          </p:nvSpPr>
          <p:spPr>
            <a:xfrm>
              <a:off x="-54646675" y="3982600"/>
              <a:ext cx="113425" cy="111075"/>
            </a:xfrm>
            <a:custGeom>
              <a:avLst/>
              <a:gdLst/>
              <a:ahLst/>
              <a:cxnLst/>
              <a:rect l="l" t="t" r="r" b="b"/>
              <a:pathLst>
                <a:path w="4537" h="4443" extrusionOk="0">
                  <a:moveTo>
                    <a:pt x="0" y="1"/>
                  </a:moveTo>
                  <a:cubicBezTo>
                    <a:pt x="1261" y="221"/>
                    <a:pt x="2237" y="2080"/>
                    <a:pt x="2332" y="4443"/>
                  </a:cubicBezTo>
                  <a:lnTo>
                    <a:pt x="4128" y="4443"/>
                  </a:lnTo>
                  <a:cubicBezTo>
                    <a:pt x="4380" y="4443"/>
                    <a:pt x="4537" y="4254"/>
                    <a:pt x="4506" y="4002"/>
                  </a:cubicBezTo>
                  <a:cubicBezTo>
                    <a:pt x="4128" y="1859"/>
                    <a:pt x="2300" y="158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15067;p136">
              <a:extLst>
                <a:ext uri="{FF2B5EF4-FFF2-40B4-BE49-F238E27FC236}">
                  <a16:creationId xmlns:a16="http://schemas.microsoft.com/office/drawing/2014/main" id="{81BBF2D0-B55D-9DFF-F7C3-BA581636B825}"/>
                </a:ext>
              </a:extLst>
            </p:cNvPr>
            <p:cNvSpPr/>
            <p:nvPr/>
          </p:nvSpPr>
          <p:spPr>
            <a:xfrm>
              <a:off x="-54644325" y="4003075"/>
              <a:ext cx="36250" cy="90600"/>
            </a:xfrm>
            <a:custGeom>
              <a:avLst/>
              <a:gdLst/>
              <a:ahLst/>
              <a:cxnLst/>
              <a:rect l="l" t="t" r="r" b="b"/>
              <a:pathLst>
                <a:path w="1450" h="3624" extrusionOk="0">
                  <a:moveTo>
                    <a:pt x="1" y="1"/>
                  </a:moveTo>
                  <a:lnTo>
                    <a:pt x="1" y="3624"/>
                  </a:lnTo>
                  <a:lnTo>
                    <a:pt x="1450" y="3624"/>
                  </a:lnTo>
                  <a:cubicBezTo>
                    <a:pt x="1419" y="1765"/>
                    <a:pt x="726" y="379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15068;p136">
              <a:extLst>
                <a:ext uri="{FF2B5EF4-FFF2-40B4-BE49-F238E27FC236}">
                  <a16:creationId xmlns:a16="http://schemas.microsoft.com/office/drawing/2014/main" id="{B9921D6B-E537-99A7-E216-B1A1897AB9DA}"/>
                </a:ext>
              </a:extLst>
            </p:cNvPr>
            <p:cNvSpPr/>
            <p:nvPr/>
          </p:nvSpPr>
          <p:spPr>
            <a:xfrm>
              <a:off x="-54773475" y="3983400"/>
              <a:ext cx="113425" cy="111075"/>
            </a:xfrm>
            <a:custGeom>
              <a:avLst/>
              <a:gdLst/>
              <a:ahLst/>
              <a:cxnLst/>
              <a:rect l="l" t="t" r="r" b="b"/>
              <a:pathLst>
                <a:path w="4537" h="4443" extrusionOk="0">
                  <a:moveTo>
                    <a:pt x="4537" y="0"/>
                  </a:moveTo>
                  <a:lnTo>
                    <a:pt x="4537" y="0"/>
                  </a:lnTo>
                  <a:cubicBezTo>
                    <a:pt x="2237" y="126"/>
                    <a:pt x="378" y="1827"/>
                    <a:pt x="32" y="4033"/>
                  </a:cubicBezTo>
                  <a:cubicBezTo>
                    <a:pt x="0" y="4253"/>
                    <a:pt x="189" y="4442"/>
                    <a:pt x="378" y="4442"/>
                  </a:cubicBezTo>
                  <a:lnTo>
                    <a:pt x="2205" y="4442"/>
                  </a:lnTo>
                  <a:cubicBezTo>
                    <a:pt x="2268" y="2079"/>
                    <a:pt x="3277" y="252"/>
                    <a:pt x="453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15069;p136">
              <a:extLst>
                <a:ext uri="{FF2B5EF4-FFF2-40B4-BE49-F238E27FC236}">
                  <a16:creationId xmlns:a16="http://schemas.microsoft.com/office/drawing/2014/main" id="{4FAEFC16-7E3A-5545-5C3E-A7D985162DBF}"/>
                </a:ext>
              </a:extLst>
            </p:cNvPr>
            <p:cNvSpPr/>
            <p:nvPr/>
          </p:nvSpPr>
          <p:spPr>
            <a:xfrm>
              <a:off x="-54699450" y="4003075"/>
              <a:ext cx="36250" cy="90600"/>
            </a:xfrm>
            <a:custGeom>
              <a:avLst/>
              <a:gdLst/>
              <a:ahLst/>
              <a:cxnLst/>
              <a:rect l="l" t="t" r="r" b="b"/>
              <a:pathLst>
                <a:path w="1450" h="3624" extrusionOk="0">
                  <a:moveTo>
                    <a:pt x="1450" y="1"/>
                  </a:moveTo>
                  <a:cubicBezTo>
                    <a:pt x="725" y="379"/>
                    <a:pt x="64" y="1765"/>
                    <a:pt x="1" y="3624"/>
                  </a:cubicBezTo>
                  <a:lnTo>
                    <a:pt x="1450" y="3624"/>
                  </a:lnTo>
                  <a:lnTo>
                    <a:pt x="145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15070;p136">
              <a:extLst>
                <a:ext uri="{FF2B5EF4-FFF2-40B4-BE49-F238E27FC236}">
                  <a16:creationId xmlns:a16="http://schemas.microsoft.com/office/drawing/2014/main" id="{08744FDD-5FDA-0F60-89AF-A5AFEEB3E7F0}"/>
                </a:ext>
              </a:extLst>
            </p:cNvPr>
            <p:cNvSpPr/>
            <p:nvPr/>
          </p:nvSpPr>
          <p:spPr>
            <a:xfrm>
              <a:off x="-54756150" y="4112550"/>
              <a:ext cx="204800" cy="188275"/>
            </a:xfrm>
            <a:custGeom>
              <a:avLst/>
              <a:gdLst/>
              <a:ahLst/>
              <a:cxnLst/>
              <a:rect l="l" t="t" r="r" b="b"/>
              <a:pathLst>
                <a:path w="8192" h="7531" extrusionOk="0">
                  <a:moveTo>
                    <a:pt x="2615" y="1545"/>
                  </a:moveTo>
                  <a:cubicBezTo>
                    <a:pt x="2804" y="1545"/>
                    <a:pt x="2962" y="1671"/>
                    <a:pt x="2962" y="1891"/>
                  </a:cubicBezTo>
                  <a:cubicBezTo>
                    <a:pt x="2962" y="2080"/>
                    <a:pt x="2804" y="2238"/>
                    <a:pt x="2615" y="2238"/>
                  </a:cubicBezTo>
                  <a:cubicBezTo>
                    <a:pt x="2426" y="2238"/>
                    <a:pt x="2269" y="2080"/>
                    <a:pt x="2269" y="1891"/>
                  </a:cubicBezTo>
                  <a:cubicBezTo>
                    <a:pt x="2269" y="1702"/>
                    <a:pt x="2426" y="1545"/>
                    <a:pt x="2615" y="1545"/>
                  </a:cubicBezTo>
                  <a:close/>
                  <a:moveTo>
                    <a:pt x="5608" y="1545"/>
                  </a:moveTo>
                  <a:cubicBezTo>
                    <a:pt x="5797" y="1545"/>
                    <a:pt x="5955" y="1671"/>
                    <a:pt x="5955" y="1891"/>
                  </a:cubicBezTo>
                  <a:cubicBezTo>
                    <a:pt x="5955" y="2080"/>
                    <a:pt x="5797" y="2238"/>
                    <a:pt x="5608" y="2238"/>
                  </a:cubicBezTo>
                  <a:cubicBezTo>
                    <a:pt x="5419" y="2238"/>
                    <a:pt x="5262" y="2080"/>
                    <a:pt x="5262" y="1891"/>
                  </a:cubicBezTo>
                  <a:cubicBezTo>
                    <a:pt x="5199" y="1702"/>
                    <a:pt x="5419" y="1545"/>
                    <a:pt x="5608" y="1545"/>
                  </a:cubicBezTo>
                  <a:close/>
                  <a:moveTo>
                    <a:pt x="5163" y="4104"/>
                  </a:moveTo>
                  <a:cubicBezTo>
                    <a:pt x="5262" y="4104"/>
                    <a:pt x="5356" y="4144"/>
                    <a:pt x="5419" y="4223"/>
                  </a:cubicBezTo>
                  <a:cubicBezTo>
                    <a:pt x="5577" y="4380"/>
                    <a:pt x="5577" y="4601"/>
                    <a:pt x="5419" y="4727"/>
                  </a:cubicBezTo>
                  <a:cubicBezTo>
                    <a:pt x="5073" y="5073"/>
                    <a:pt x="4568" y="5262"/>
                    <a:pt x="4064" y="5262"/>
                  </a:cubicBezTo>
                  <a:cubicBezTo>
                    <a:pt x="3560" y="5262"/>
                    <a:pt x="3088" y="5073"/>
                    <a:pt x="2773" y="4727"/>
                  </a:cubicBezTo>
                  <a:cubicBezTo>
                    <a:pt x="2615" y="4569"/>
                    <a:pt x="2615" y="4317"/>
                    <a:pt x="2773" y="4223"/>
                  </a:cubicBezTo>
                  <a:cubicBezTo>
                    <a:pt x="2851" y="4144"/>
                    <a:pt x="2946" y="4104"/>
                    <a:pt x="3040" y="4104"/>
                  </a:cubicBezTo>
                  <a:cubicBezTo>
                    <a:pt x="3135" y="4104"/>
                    <a:pt x="3229" y="4144"/>
                    <a:pt x="3308" y="4223"/>
                  </a:cubicBezTo>
                  <a:cubicBezTo>
                    <a:pt x="3529" y="4427"/>
                    <a:pt x="3820" y="4530"/>
                    <a:pt x="4108" y="4530"/>
                  </a:cubicBezTo>
                  <a:cubicBezTo>
                    <a:pt x="4395" y="4530"/>
                    <a:pt x="4679" y="4427"/>
                    <a:pt x="4883" y="4223"/>
                  </a:cubicBezTo>
                  <a:cubicBezTo>
                    <a:pt x="4962" y="4144"/>
                    <a:pt x="5065" y="4104"/>
                    <a:pt x="5163" y="4104"/>
                  </a:cubicBezTo>
                  <a:close/>
                  <a:moveTo>
                    <a:pt x="0" y="1"/>
                  </a:moveTo>
                  <a:lnTo>
                    <a:pt x="0" y="3435"/>
                  </a:lnTo>
                  <a:cubicBezTo>
                    <a:pt x="0" y="5672"/>
                    <a:pt x="1859" y="7531"/>
                    <a:pt x="4096" y="7531"/>
                  </a:cubicBezTo>
                  <a:cubicBezTo>
                    <a:pt x="6364" y="7531"/>
                    <a:pt x="8191" y="5672"/>
                    <a:pt x="8191" y="3435"/>
                  </a:cubicBezTo>
                  <a:lnTo>
                    <a:pt x="819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15071;p136">
              <a:extLst>
                <a:ext uri="{FF2B5EF4-FFF2-40B4-BE49-F238E27FC236}">
                  <a16:creationId xmlns:a16="http://schemas.microsoft.com/office/drawing/2014/main" id="{20C1ACB6-8C6A-89C3-787C-F0292CB4086F}"/>
                </a:ext>
              </a:extLst>
            </p:cNvPr>
            <p:cNvSpPr/>
            <p:nvPr/>
          </p:nvSpPr>
          <p:spPr>
            <a:xfrm>
              <a:off x="-54532475" y="4136975"/>
              <a:ext cx="18925" cy="63825"/>
            </a:xfrm>
            <a:custGeom>
              <a:avLst/>
              <a:gdLst/>
              <a:ahLst/>
              <a:cxnLst/>
              <a:rect l="l" t="t" r="r" b="b"/>
              <a:pathLst>
                <a:path w="757" h="2553" extrusionOk="0">
                  <a:moveTo>
                    <a:pt x="1" y="1"/>
                  </a:moveTo>
                  <a:lnTo>
                    <a:pt x="1" y="2552"/>
                  </a:lnTo>
                  <a:cubicBezTo>
                    <a:pt x="442" y="2300"/>
                    <a:pt x="757" y="1828"/>
                    <a:pt x="757" y="1261"/>
                  </a:cubicBezTo>
                  <a:cubicBezTo>
                    <a:pt x="757" y="757"/>
                    <a:pt x="442" y="284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15072;p136">
              <a:extLst>
                <a:ext uri="{FF2B5EF4-FFF2-40B4-BE49-F238E27FC236}">
                  <a16:creationId xmlns:a16="http://schemas.microsoft.com/office/drawing/2014/main" id="{EE96F160-1F85-02CC-1EFA-3DB8090A2759}"/>
                </a:ext>
              </a:extLst>
            </p:cNvPr>
            <p:cNvSpPr/>
            <p:nvPr/>
          </p:nvSpPr>
          <p:spPr>
            <a:xfrm>
              <a:off x="-54793175" y="4136975"/>
              <a:ext cx="18925" cy="65400"/>
            </a:xfrm>
            <a:custGeom>
              <a:avLst/>
              <a:gdLst/>
              <a:ahLst/>
              <a:cxnLst/>
              <a:rect l="l" t="t" r="r" b="b"/>
              <a:pathLst>
                <a:path w="757" h="2616" extrusionOk="0">
                  <a:moveTo>
                    <a:pt x="757" y="1"/>
                  </a:moveTo>
                  <a:cubicBezTo>
                    <a:pt x="316" y="284"/>
                    <a:pt x="0" y="757"/>
                    <a:pt x="0" y="1292"/>
                  </a:cubicBezTo>
                  <a:cubicBezTo>
                    <a:pt x="0" y="1859"/>
                    <a:pt x="316" y="2332"/>
                    <a:pt x="757" y="2615"/>
                  </a:cubicBezTo>
                  <a:lnTo>
                    <a:pt x="75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7" name="Google Shape;15073;p136">
            <a:extLst>
              <a:ext uri="{FF2B5EF4-FFF2-40B4-BE49-F238E27FC236}">
                <a16:creationId xmlns:a16="http://schemas.microsoft.com/office/drawing/2014/main" id="{DB1098BA-8AD9-C11C-840A-4E36F2AE2AC3}"/>
              </a:ext>
            </a:extLst>
          </p:cNvPr>
          <p:cNvGrpSpPr/>
          <p:nvPr/>
        </p:nvGrpSpPr>
        <p:grpSpPr>
          <a:xfrm>
            <a:off x="9764367" y="3905518"/>
            <a:ext cx="315261" cy="358780"/>
            <a:chOff x="-52832000" y="3192625"/>
            <a:chExt cx="279625" cy="318225"/>
          </a:xfrm>
          <a:solidFill>
            <a:schemeClr val="accent1">
              <a:lumMod val="75000"/>
            </a:schemeClr>
          </a:solidFill>
        </p:grpSpPr>
        <p:sp>
          <p:nvSpPr>
            <p:cNvPr id="748" name="Google Shape;15074;p136">
              <a:extLst>
                <a:ext uri="{FF2B5EF4-FFF2-40B4-BE49-F238E27FC236}">
                  <a16:creationId xmlns:a16="http://schemas.microsoft.com/office/drawing/2014/main" id="{631DFB6D-B733-DB46-4F2A-74DF166D0221}"/>
                </a:ext>
              </a:extLst>
            </p:cNvPr>
            <p:cNvSpPr/>
            <p:nvPr/>
          </p:nvSpPr>
          <p:spPr>
            <a:xfrm>
              <a:off x="-52574450" y="3306025"/>
              <a:ext cx="22075" cy="110300"/>
            </a:xfrm>
            <a:custGeom>
              <a:avLst/>
              <a:gdLst/>
              <a:ahLst/>
              <a:cxnLst/>
              <a:rect l="l" t="t" r="r" b="b"/>
              <a:pathLst>
                <a:path w="883" h="4412" extrusionOk="0">
                  <a:moveTo>
                    <a:pt x="1" y="1"/>
                  </a:moveTo>
                  <a:lnTo>
                    <a:pt x="1" y="1"/>
                  </a:lnTo>
                  <a:cubicBezTo>
                    <a:pt x="95" y="348"/>
                    <a:pt x="127" y="726"/>
                    <a:pt x="127" y="1104"/>
                  </a:cubicBezTo>
                  <a:lnTo>
                    <a:pt x="127" y="3939"/>
                  </a:lnTo>
                  <a:cubicBezTo>
                    <a:pt x="127" y="4097"/>
                    <a:pt x="127" y="4254"/>
                    <a:pt x="95" y="4412"/>
                  </a:cubicBezTo>
                  <a:cubicBezTo>
                    <a:pt x="537" y="4254"/>
                    <a:pt x="883" y="3876"/>
                    <a:pt x="883" y="3341"/>
                  </a:cubicBezTo>
                  <a:lnTo>
                    <a:pt x="883" y="1104"/>
                  </a:lnTo>
                  <a:cubicBezTo>
                    <a:pt x="883" y="600"/>
                    <a:pt x="537" y="127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15075;p136">
              <a:extLst>
                <a:ext uri="{FF2B5EF4-FFF2-40B4-BE49-F238E27FC236}">
                  <a16:creationId xmlns:a16="http://schemas.microsoft.com/office/drawing/2014/main" id="{6C9D2EFB-D8B8-D543-2400-6890CF9C2AA4}"/>
                </a:ext>
              </a:extLst>
            </p:cNvPr>
            <p:cNvSpPr/>
            <p:nvPr/>
          </p:nvSpPr>
          <p:spPr>
            <a:xfrm>
              <a:off x="-52826475" y="3192625"/>
              <a:ext cx="267800" cy="100050"/>
            </a:xfrm>
            <a:custGeom>
              <a:avLst/>
              <a:gdLst/>
              <a:ahLst/>
              <a:cxnLst/>
              <a:rect l="l" t="t" r="r" b="b"/>
              <a:pathLst>
                <a:path w="10712" h="4002" extrusionOk="0">
                  <a:moveTo>
                    <a:pt x="5356" y="0"/>
                  </a:moveTo>
                  <a:cubicBezTo>
                    <a:pt x="2836" y="0"/>
                    <a:pt x="725" y="1670"/>
                    <a:pt x="0" y="4001"/>
                  </a:cubicBezTo>
                  <a:cubicBezTo>
                    <a:pt x="284" y="3844"/>
                    <a:pt x="567" y="3749"/>
                    <a:pt x="882" y="3749"/>
                  </a:cubicBezTo>
                  <a:cubicBezTo>
                    <a:pt x="1639" y="2017"/>
                    <a:pt x="3371" y="756"/>
                    <a:pt x="5356" y="756"/>
                  </a:cubicBezTo>
                  <a:cubicBezTo>
                    <a:pt x="7373" y="756"/>
                    <a:pt x="9105" y="1985"/>
                    <a:pt x="9861" y="3749"/>
                  </a:cubicBezTo>
                  <a:cubicBezTo>
                    <a:pt x="10176" y="3749"/>
                    <a:pt x="10492" y="3844"/>
                    <a:pt x="10712" y="4001"/>
                  </a:cubicBezTo>
                  <a:cubicBezTo>
                    <a:pt x="10019" y="1702"/>
                    <a:pt x="7877" y="0"/>
                    <a:pt x="53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15076;p136">
              <a:extLst>
                <a:ext uri="{FF2B5EF4-FFF2-40B4-BE49-F238E27FC236}">
                  <a16:creationId xmlns:a16="http://schemas.microsoft.com/office/drawing/2014/main" id="{29A60BDC-7F5C-6AD2-5DD3-E0CEA1820422}"/>
                </a:ext>
              </a:extLst>
            </p:cNvPr>
            <p:cNvSpPr/>
            <p:nvPr/>
          </p:nvSpPr>
          <p:spPr>
            <a:xfrm>
              <a:off x="-52794975" y="3361175"/>
              <a:ext cx="204800" cy="149675"/>
            </a:xfrm>
            <a:custGeom>
              <a:avLst/>
              <a:gdLst/>
              <a:ahLst/>
              <a:cxnLst/>
              <a:rect l="l" t="t" r="r" b="b"/>
              <a:pathLst>
                <a:path w="8192" h="5987" extrusionOk="0">
                  <a:moveTo>
                    <a:pt x="5132" y="2560"/>
                  </a:moveTo>
                  <a:cubicBezTo>
                    <a:pt x="5230" y="2560"/>
                    <a:pt x="5325" y="2599"/>
                    <a:pt x="5388" y="2678"/>
                  </a:cubicBezTo>
                  <a:cubicBezTo>
                    <a:pt x="5577" y="2836"/>
                    <a:pt x="5577" y="3088"/>
                    <a:pt x="5419" y="3182"/>
                  </a:cubicBezTo>
                  <a:cubicBezTo>
                    <a:pt x="5073" y="3560"/>
                    <a:pt x="4569" y="3749"/>
                    <a:pt x="4096" y="3749"/>
                  </a:cubicBezTo>
                  <a:cubicBezTo>
                    <a:pt x="3592" y="3749"/>
                    <a:pt x="3120" y="3560"/>
                    <a:pt x="2773" y="3182"/>
                  </a:cubicBezTo>
                  <a:cubicBezTo>
                    <a:pt x="2615" y="3025"/>
                    <a:pt x="2615" y="2804"/>
                    <a:pt x="2773" y="2678"/>
                  </a:cubicBezTo>
                  <a:cubicBezTo>
                    <a:pt x="2852" y="2599"/>
                    <a:pt x="2946" y="2560"/>
                    <a:pt x="3037" y="2560"/>
                  </a:cubicBezTo>
                  <a:cubicBezTo>
                    <a:pt x="3127" y="2560"/>
                    <a:pt x="3214" y="2599"/>
                    <a:pt x="3277" y="2678"/>
                  </a:cubicBezTo>
                  <a:cubicBezTo>
                    <a:pt x="3498" y="2899"/>
                    <a:pt x="3781" y="3009"/>
                    <a:pt x="4065" y="3009"/>
                  </a:cubicBezTo>
                  <a:cubicBezTo>
                    <a:pt x="4348" y="3009"/>
                    <a:pt x="4632" y="2899"/>
                    <a:pt x="4852" y="2678"/>
                  </a:cubicBezTo>
                  <a:cubicBezTo>
                    <a:pt x="4931" y="2599"/>
                    <a:pt x="5033" y="2560"/>
                    <a:pt x="5132" y="2560"/>
                  </a:cubicBezTo>
                  <a:close/>
                  <a:moveTo>
                    <a:pt x="1" y="0"/>
                  </a:moveTo>
                  <a:lnTo>
                    <a:pt x="1" y="1859"/>
                  </a:lnTo>
                  <a:cubicBezTo>
                    <a:pt x="1" y="2993"/>
                    <a:pt x="473" y="4127"/>
                    <a:pt x="1355" y="4915"/>
                  </a:cubicBezTo>
                  <a:cubicBezTo>
                    <a:pt x="2111" y="5640"/>
                    <a:pt x="3088" y="5986"/>
                    <a:pt x="4096" y="5986"/>
                  </a:cubicBezTo>
                  <a:lnTo>
                    <a:pt x="4506" y="5986"/>
                  </a:lnTo>
                  <a:cubicBezTo>
                    <a:pt x="6585" y="5797"/>
                    <a:pt x="8192" y="3907"/>
                    <a:pt x="8192" y="1733"/>
                  </a:cubicBezTo>
                  <a:lnTo>
                    <a:pt x="8192" y="32"/>
                  </a:lnTo>
                  <a:cubicBezTo>
                    <a:pt x="8192" y="1261"/>
                    <a:pt x="7215" y="2237"/>
                    <a:pt x="5955" y="2237"/>
                  </a:cubicBezTo>
                  <a:cubicBezTo>
                    <a:pt x="5167" y="2237"/>
                    <a:pt x="4506" y="1859"/>
                    <a:pt x="4096" y="1229"/>
                  </a:cubicBezTo>
                  <a:cubicBezTo>
                    <a:pt x="3718" y="1796"/>
                    <a:pt x="2994" y="2237"/>
                    <a:pt x="2269" y="2237"/>
                  </a:cubicBezTo>
                  <a:cubicBezTo>
                    <a:pt x="1040" y="2237"/>
                    <a:pt x="1" y="1261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15077;p136">
              <a:extLst>
                <a:ext uri="{FF2B5EF4-FFF2-40B4-BE49-F238E27FC236}">
                  <a16:creationId xmlns:a16="http://schemas.microsoft.com/office/drawing/2014/main" id="{162F5DE8-56AA-7EAB-BA7C-336E1C82574E}"/>
                </a:ext>
              </a:extLst>
            </p:cNvPr>
            <p:cNvSpPr/>
            <p:nvPr/>
          </p:nvSpPr>
          <p:spPr>
            <a:xfrm>
              <a:off x="-52791025" y="3231225"/>
              <a:ext cx="137850" cy="74825"/>
            </a:xfrm>
            <a:custGeom>
              <a:avLst/>
              <a:gdLst/>
              <a:ahLst/>
              <a:cxnLst/>
              <a:rect l="l" t="t" r="r" b="b"/>
              <a:pathLst>
                <a:path w="5514" h="2993" extrusionOk="0">
                  <a:moveTo>
                    <a:pt x="3938" y="0"/>
                  </a:moveTo>
                  <a:cubicBezTo>
                    <a:pt x="2048" y="0"/>
                    <a:pt x="473" y="1260"/>
                    <a:pt x="0" y="2993"/>
                  </a:cubicBezTo>
                  <a:lnTo>
                    <a:pt x="1701" y="2993"/>
                  </a:lnTo>
                  <a:cubicBezTo>
                    <a:pt x="3434" y="2993"/>
                    <a:pt x="4946" y="1890"/>
                    <a:pt x="5513" y="315"/>
                  </a:cubicBezTo>
                  <a:cubicBezTo>
                    <a:pt x="5041" y="126"/>
                    <a:pt x="4505" y="0"/>
                    <a:pt x="39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15078;p136">
              <a:extLst>
                <a:ext uri="{FF2B5EF4-FFF2-40B4-BE49-F238E27FC236}">
                  <a16:creationId xmlns:a16="http://schemas.microsoft.com/office/drawing/2014/main" id="{82E60440-07D9-0840-F6D9-BE249E9F6CFE}"/>
                </a:ext>
              </a:extLst>
            </p:cNvPr>
            <p:cNvSpPr/>
            <p:nvPr/>
          </p:nvSpPr>
          <p:spPr>
            <a:xfrm>
              <a:off x="-52683125" y="3361950"/>
              <a:ext cx="74825" cy="37850"/>
            </a:xfrm>
            <a:custGeom>
              <a:avLst/>
              <a:gdLst/>
              <a:ahLst/>
              <a:cxnLst/>
              <a:rect l="l" t="t" r="r" b="b"/>
              <a:pathLst>
                <a:path w="2993" h="1514" extrusionOk="0">
                  <a:moveTo>
                    <a:pt x="0" y="1"/>
                  </a:moveTo>
                  <a:cubicBezTo>
                    <a:pt x="0" y="851"/>
                    <a:pt x="662" y="1513"/>
                    <a:pt x="1481" y="1513"/>
                  </a:cubicBezTo>
                  <a:cubicBezTo>
                    <a:pt x="2300" y="1513"/>
                    <a:pt x="2993" y="820"/>
                    <a:pt x="299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15079;p136">
              <a:extLst>
                <a:ext uri="{FF2B5EF4-FFF2-40B4-BE49-F238E27FC236}">
                  <a16:creationId xmlns:a16="http://schemas.microsoft.com/office/drawing/2014/main" id="{403853D8-75DE-CA12-661B-B9CAD7BDE3B4}"/>
                </a:ext>
              </a:extLst>
            </p:cNvPr>
            <p:cNvSpPr/>
            <p:nvPr/>
          </p:nvSpPr>
          <p:spPr>
            <a:xfrm>
              <a:off x="-52794975" y="3247750"/>
              <a:ext cx="204800" cy="104000"/>
            </a:xfrm>
            <a:custGeom>
              <a:avLst/>
              <a:gdLst/>
              <a:ahLst/>
              <a:cxnLst/>
              <a:rect l="l" t="t" r="r" b="b"/>
              <a:pathLst>
                <a:path w="8192" h="4160" extrusionOk="0">
                  <a:moveTo>
                    <a:pt x="6365" y="1"/>
                  </a:moveTo>
                  <a:cubicBezTo>
                    <a:pt x="5640" y="1828"/>
                    <a:pt x="3876" y="3025"/>
                    <a:pt x="1859" y="3025"/>
                  </a:cubicBezTo>
                  <a:lnTo>
                    <a:pt x="1" y="3025"/>
                  </a:lnTo>
                  <a:lnTo>
                    <a:pt x="1" y="3403"/>
                  </a:lnTo>
                  <a:lnTo>
                    <a:pt x="1" y="4159"/>
                  </a:lnTo>
                  <a:cubicBezTo>
                    <a:pt x="1" y="3939"/>
                    <a:pt x="158" y="3781"/>
                    <a:pt x="379" y="3781"/>
                  </a:cubicBezTo>
                  <a:lnTo>
                    <a:pt x="7814" y="3781"/>
                  </a:lnTo>
                  <a:cubicBezTo>
                    <a:pt x="8003" y="3781"/>
                    <a:pt x="8160" y="3939"/>
                    <a:pt x="8160" y="4159"/>
                  </a:cubicBezTo>
                  <a:lnTo>
                    <a:pt x="8160" y="3403"/>
                  </a:lnTo>
                  <a:cubicBezTo>
                    <a:pt x="8192" y="2017"/>
                    <a:pt x="7467" y="757"/>
                    <a:pt x="63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15080;p136">
              <a:extLst>
                <a:ext uri="{FF2B5EF4-FFF2-40B4-BE49-F238E27FC236}">
                  <a16:creationId xmlns:a16="http://schemas.microsoft.com/office/drawing/2014/main" id="{D8938243-C3E8-A3C6-47C5-D818A3B26012}"/>
                </a:ext>
              </a:extLst>
            </p:cNvPr>
            <p:cNvSpPr/>
            <p:nvPr/>
          </p:nvSpPr>
          <p:spPr>
            <a:xfrm>
              <a:off x="-52776850" y="3361950"/>
              <a:ext cx="74825" cy="37850"/>
            </a:xfrm>
            <a:custGeom>
              <a:avLst/>
              <a:gdLst/>
              <a:ahLst/>
              <a:cxnLst/>
              <a:rect l="l" t="t" r="r" b="b"/>
              <a:pathLst>
                <a:path w="2993" h="1514" extrusionOk="0">
                  <a:moveTo>
                    <a:pt x="0" y="1"/>
                  </a:moveTo>
                  <a:cubicBezTo>
                    <a:pt x="0" y="851"/>
                    <a:pt x="662" y="1513"/>
                    <a:pt x="1481" y="1513"/>
                  </a:cubicBezTo>
                  <a:cubicBezTo>
                    <a:pt x="2332" y="1513"/>
                    <a:pt x="2993" y="820"/>
                    <a:pt x="299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15081;p136">
              <a:extLst>
                <a:ext uri="{FF2B5EF4-FFF2-40B4-BE49-F238E27FC236}">
                  <a16:creationId xmlns:a16="http://schemas.microsoft.com/office/drawing/2014/main" id="{534EB5FB-5181-3E85-E332-B9ED26C16990}"/>
                </a:ext>
              </a:extLst>
            </p:cNvPr>
            <p:cNvSpPr/>
            <p:nvPr/>
          </p:nvSpPr>
          <p:spPr>
            <a:xfrm>
              <a:off x="-52832000" y="3306025"/>
              <a:ext cx="21300" cy="110300"/>
            </a:xfrm>
            <a:custGeom>
              <a:avLst/>
              <a:gdLst/>
              <a:ahLst/>
              <a:cxnLst/>
              <a:rect l="l" t="t" r="r" b="b"/>
              <a:pathLst>
                <a:path w="852" h="4412" extrusionOk="0">
                  <a:moveTo>
                    <a:pt x="851" y="1"/>
                  </a:moveTo>
                  <a:cubicBezTo>
                    <a:pt x="347" y="127"/>
                    <a:pt x="1" y="568"/>
                    <a:pt x="1" y="1104"/>
                  </a:cubicBezTo>
                  <a:lnTo>
                    <a:pt x="1" y="3341"/>
                  </a:lnTo>
                  <a:cubicBezTo>
                    <a:pt x="1" y="3813"/>
                    <a:pt x="316" y="4254"/>
                    <a:pt x="757" y="4412"/>
                  </a:cubicBezTo>
                  <a:lnTo>
                    <a:pt x="757" y="4097"/>
                  </a:lnTo>
                  <a:lnTo>
                    <a:pt x="757" y="3341"/>
                  </a:lnTo>
                  <a:lnTo>
                    <a:pt x="757" y="1104"/>
                  </a:lnTo>
                  <a:cubicBezTo>
                    <a:pt x="757" y="726"/>
                    <a:pt x="788" y="348"/>
                    <a:pt x="85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6" name="Google Shape;15082;p136">
            <a:extLst>
              <a:ext uri="{FF2B5EF4-FFF2-40B4-BE49-F238E27FC236}">
                <a16:creationId xmlns:a16="http://schemas.microsoft.com/office/drawing/2014/main" id="{F7EBAE2D-1D96-3C70-D725-7BEEA2A97ABE}"/>
              </a:ext>
            </a:extLst>
          </p:cNvPr>
          <p:cNvGrpSpPr/>
          <p:nvPr/>
        </p:nvGrpSpPr>
        <p:grpSpPr>
          <a:xfrm>
            <a:off x="8448401" y="3446014"/>
            <a:ext cx="324139" cy="359457"/>
            <a:chOff x="-57162350" y="3982000"/>
            <a:chExt cx="287500" cy="318825"/>
          </a:xfrm>
          <a:solidFill>
            <a:schemeClr val="accent1">
              <a:lumMod val="75000"/>
            </a:schemeClr>
          </a:solidFill>
        </p:grpSpPr>
        <p:sp>
          <p:nvSpPr>
            <p:cNvPr id="757" name="Google Shape;15083;p136">
              <a:extLst>
                <a:ext uri="{FF2B5EF4-FFF2-40B4-BE49-F238E27FC236}">
                  <a16:creationId xmlns:a16="http://schemas.microsoft.com/office/drawing/2014/main" id="{27DB5120-8772-60B6-3C64-C82F8BE82664}"/>
                </a:ext>
              </a:extLst>
            </p:cNvPr>
            <p:cNvSpPr/>
            <p:nvPr/>
          </p:nvSpPr>
          <p:spPr>
            <a:xfrm>
              <a:off x="-56989850" y="4151150"/>
              <a:ext cx="55150" cy="55150"/>
            </a:xfrm>
            <a:custGeom>
              <a:avLst/>
              <a:gdLst/>
              <a:ahLst/>
              <a:cxnLst/>
              <a:rect l="l" t="t" r="r" b="b"/>
              <a:pathLst>
                <a:path w="2206" h="2206" extrusionOk="0">
                  <a:moveTo>
                    <a:pt x="1103" y="1"/>
                  </a:moveTo>
                  <a:cubicBezTo>
                    <a:pt x="504" y="1"/>
                    <a:pt x="0" y="473"/>
                    <a:pt x="0" y="1103"/>
                  </a:cubicBezTo>
                  <a:cubicBezTo>
                    <a:pt x="0" y="1702"/>
                    <a:pt x="504" y="2206"/>
                    <a:pt x="1103" y="2206"/>
                  </a:cubicBezTo>
                  <a:cubicBezTo>
                    <a:pt x="1733" y="2206"/>
                    <a:pt x="2205" y="1702"/>
                    <a:pt x="2205" y="1103"/>
                  </a:cubicBezTo>
                  <a:cubicBezTo>
                    <a:pt x="2205" y="473"/>
                    <a:pt x="1733" y="1"/>
                    <a:pt x="110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15084;p136">
              <a:extLst>
                <a:ext uri="{FF2B5EF4-FFF2-40B4-BE49-F238E27FC236}">
                  <a16:creationId xmlns:a16="http://schemas.microsoft.com/office/drawing/2014/main" id="{C061A5C7-7FA1-2F3E-C436-9CEBDFDD5066}"/>
                </a:ext>
              </a:extLst>
            </p:cNvPr>
            <p:cNvSpPr/>
            <p:nvPr/>
          </p:nvSpPr>
          <p:spPr>
            <a:xfrm>
              <a:off x="-57162350" y="3982000"/>
              <a:ext cx="287500" cy="161300"/>
            </a:xfrm>
            <a:custGeom>
              <a:avLst/>
              <a:gdLst/>
              <a:ahLst/>
              <a:cxnLst/>
              <a:rect l="l" t="t" r="r" b="b"/>
              <a:pathLst>
                <a:path w="11500" h="6452" extrusionOk="0">
                  <a:moveTo>
                    <a:pt x="5778" y="1"/>
                  </a:moveTo>
                  <a:cubicBezTo>
                    <a:pt x="5286" y="1"/>
                    <a:pt x="4789" y="166"/>
                    <a:pt x="4380" y="497"/>
                  </a:cubicBezTo>
                  <a:cubicBezTo>
                    <a:pt x="4263" y="479"/>
                    <a:pt x="4146" y="470"/>
                    <a:pt x="4031" y="470"/>
                  </a:cubicBezTo>
                  <a:cubicBezTo>
                    <a:pt x="3147" y="470"/>
                    <a:pt x="2323" y="992"/>
                    <a:pt x="2017" y="1883"/>
                  </a:cubicBezTo>
                  <a:cubicBezTo>
                    <a:pt x="1072" y="2230"/>
                    <a:pt x="473" y="3238"/>
                    <a:pt x="631" y="4246"/>
                  </a:cubicBezTo>
                  <a:cubicBezTo>
                    <a:pt x="127" y="4876"/>
                    <a:pt x="1" y="5695"/>
                    <a:pt x="316" y="6452"/>
                  </a:cubicBezTo>
                  <a:cubicBezTo>
                    <a:pt x="536" y="6294"/>
                    <a:pt x="757" y="6168"/>
                    <a:pt x="1040" y="6074"/>
                  </a:cubicBezTo>
                  <a:cubicBezTo>
                    <a:pt x="1355" y="4498"/>
                    <a:pt x="2458" y="3175"/>
                    <a:pt x="4002" y="2577"/>
                  </a:cubicBezTo>
                  <a:cubicBezTo>
                    <a:pt x="4096" y="2545"/>
                    <a:pt x="4096" y="2545"/>
                    <a:pt x="4191" y="2513"/>
                  </a:cubicBezTo>
                  <a:cubicBezTo>
                    <a:pt x="4224" y="2504"/>
                    <a:pt x="4257" y="2499"/>
                    <a:pt x="4290" y="2499"/>
                  </a:cubicBezTo>
                  <a:cubicBezTo>
                    <a:pt x="4474" y="2499"/>
                    <a:pt x="4637" y="2641"/>
                    <a:pt x="4663" y="2829"/>
                  </a:cubicBezTo>
                  <a:cubicBezTo>
                    <a:pt x="4789" y="4593"/>
                    <a:pt x="6239" y="5979"/>
                    <a:pt x="8003" y="5979"/>
                  </a:cubicBezTo>
                  <a:lnTo>
                    <a:pt x="9862" y="5979"/>
                  </a:lnTo>
                  <a:cubicBezTo>
                    <a:pt x="10366" y="5979"/>
                    <a:pt x="10807" y="6137"/>
                    <a:pt x="11185" y="6389"/>
                  </a:cubicBezTo>
                  <a:cubicBezTo>
                    <a:pt x="11500" y="5695"/>
                    <a:pt x="11405" y="4876"/>
                    <a:pt x="10870" y="4246"/>
                  </a:cubicBezTo>
                  <a:cubicBezTo>
                    <a:pt x="11027" y="3207"/>
                    <a:pt x="10492" y="2230"/>
                    <a:pt x="9515" y="1883"/>
                  </a:cubicBezTo>
                  <a:cubicBezTo>
                    <a:pt x="9178" y="1040"/>
                    <a:pt x="8363" y="472"/>
                    <a:pt x="7475" y="472"/>
                  </a:cubicBezTo>
                  <a:cubicBezTo>
                    <a:pt x="7368" y="472"/>
                    <a:pt x="7260" y="480"/>
                    <a:pt x="7152" y="497"/>
                  </a:cubicBezTo>
                  <a:cubicBezTo>
                    <a:pt x="6758" y="166"/>
                    <a:pt x="6270" y="1"/>
                    <a:pt x="577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15085;p136">
              <a:extLst>
                <a:ext uri="{FF2B5EF4-FFF2-40B4-BE49-F238E27FC236}">
                  <a16:creationId xmlns:a16="http://schemas.microsoft.com/office/drawing/2014/main" id="{9AE02E8C-93F2-B47F-CBD5-8553D861BB61}"/>
                </a:ext>
              </a:extLst>
            </p:cNvPr>
            <p:cNvSpPr/>
            <p:nvPr/>
          </p:nvSpPr>
          <p:spPr>
            <a:xfrm>
              <a:off x="-57119850" y="4066875"/>
              <a:ext cx="126075" cy="111875"/>
            </a:xfrm>
            <a:custGeom>
              <a:avLst/>
              <a:gdLst/>
              <a:ahLst/>
              <a:cxnLst/>
              <a:rect l="l" t="t" r="r" b="b"/>
              <a:pathLst>
                <a:path w="5043" h="4475" extrusionOk="0">
                  <a:moveTo>
                    <a:pt x="2333" y="1"/>
                  </a:moveTo>
                  <a:cubicBezTo>
                    <a:pt x="915" y="694"/>
                    <a:pt x="2" y="2111"/>
                    <a:pt x="2" y="3718"/>
                  </a:cubicBezTo>
                  <a:lnTo>
                    <a:pt x="2" y="4191"/>
                  </a:lnTo>
                  <a:lnTo>
                    <a:pt x="2" y="4359"/>
                  </a:lnTo>
                  <a:lnTo>
                    <a:pt x="2" y="4359"/>
                  </a:lnTo>
                  <a:cubicBezTo>
                    <a:pt x="32" y="3375"/>
                    <a:pt x="829" y="2616"/>
                    <a:pt x="1861" y="2616"/>
                  </a:cubicBezTo>
                  <a:cubicBezTo>
                    <a:pt x="2774" y="2616"/>
                    <a:pt x="3499" y="3246"/>
                    <a:pt x="3656" y="4096"/>
                  </a:cubicBezTo>
                  <a:lnTo>
                    <a:pt x="4507" y="4096"/>
                  </a:lnTo>
                  <a:cubicBezTo>
                    <a:pt x="4570" y="3718"/>
                    <a:pt x="4791" y="3403"/>
                    <a:pt x="5043" y="3120"/>
                  </a:cubicBezTo>
                  <a:cubicBezTo>
                    <a:pt x="3656" y="2647"/>
                    <a:pt x="2617" y="1481"/>
                    <a:pt x="2333" y="1"/>
                  </a:cubicBezTo>
                  <a:close/>
                  <a:moveTo>
                    <a:pt x="2" y="4359"/>
                  </a:moveTo>
                  <a:cubicBezTo>
                    <a:pt x="1" y="4397"/>
                    <a:pt x="1" y="4435"/>
                    <a:pt x="2" y="4474"/>
                  </a:cubicBezTo>
                  <a:lnTo>
                    <a:pt x="2" y="435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15086;p136">
              <a:extLst>
                <a:ext uri="{FF2B5EF4-FFF2-40B4-BE49-F238E27FC236}">
                  <a16:creationId xmlns:a16="http://schemas.microsoft.com/office/drawing/2014/main" id="{3D48B9A3-8C6F-4E6C-EB8D-8EA3D39EC1DC}"/>
                </a:ext>
              </a:extLst>
            </p:cNvPr>
            <p:cNvSpPr/>
            <p:nvPr/>
          </p:nvSpPr>
          <p:spPr>
            <a:xfrm>
              <a:off x="-57100925" y="4151150"/>
              <a:ext cx="55175" cy="55150"/>
            </a:xfrm>
            <a:custGeom>
              <a:avLst/>
              <a:gdLst/>
              <a:ahLst/>
              <a:cxnLst/>
              <a:rect l="l" t="t" r="r" b="b"/>
              <a:pathLst>
                <a:path w="2207" h="2206" extrusionOk="0">
                  <a:moveTo>
                    <a:pt x="1104" y="1"/>
                  </a:moveTo>
                  <a:cubicBezTo>
                    <a:pt x="505" y="1"/>
                    <a:pt x="1" y="473"/>
                    <a:pt x="1" y="1103"/>
                  </a:cubicBezTo>
                  <a:cubicBezTo>
                    <a:pt x="1" y="1702"/>
                    <a:pt x="505" y="2206"/>
                    <a:pt x="1104" y="2206"/>
                  </a:cubicBezTo>
                  <a:cubicBezTo>
                    <a:pt x="1702" y="2206"/>
                    <a:pt x="2206" y="1702"/>
                    <a:pt x="2206" y="1103"/>
                  </a:cubicBezTo>
                  <a:cubicBezTo>
                    <a:pt x="2206" y="473"/>
                    <a:pt x="1702" y="1"/>
                    <a:pt x="110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15087;p136">
              <a:extLst>
                <a:ext uri="{FF2B5EF4-FFF2-40B4-BE49-F238E27FC236}">
                  <a16:creationId xmlns:a16="http://schemas.microsoft.com/office/drawing/2014/main" id="{AC8F6673-3B10-C8A3-10EA-FAA846A759AC}"/>
                </a:ext>
              </a:extLst>
            </p:cNvPr>
            <p:cNvSpPr/>
            <p:nvPr/>
          </p:nvSpPr>
          <p:spPr>
            <a:xfrm>
              <a:off x="-57119825" y="4179500"/>
              <a:ext cx="204800" cy="121325"/>
            </a:xfrm>
            <a:custGeom>
              <a:avLst/>
              <a:gdLst/>
              <a:ahLst/>
              <a:cxnLst/>
              <a:rect l="l" t="t" r="r" b="b"/>
              <a:pathLst>
                <a:path w="8192" h="4853" extrusionOk="0">
                  <a:moveTo>
                    <a:pt x="5160" y="2151"/>
                  </a:moveTo>
                  <a:cubicBezTo>
                    <a:pt x="5254" y="2151"/>
                    <a:pt x="5341" y="2190"/>
                    <a:pt x="5388" y="2269"/>
                  </a:cubicBezTo>
                  <a:cubicBezTo>
                    <a:pt x="5546" y="2427"/>
                    <a:pt x="5546" y="2679"/>
                    <a:pt x="5388" y="2805"/>
                  </a:cubicBezTo>
                  <a:cubicBezTo>
                    <a:pt x="5042" y="3151"/>
                    <a:pt x="4569" y="3340"/>
                    <a:pt x="4096" y="3340"/>
                  </a:cubicBezTo>
                  <a:cubicBezTo>
                    <a:pt x="3624" y="3340"/>
                    <a:pt x="3120" y="3151"/>
                    <a:pt x="2805" y="2805"/>
                  </a:cubicBezTo>
                  <a:cubicBezTo>
                    <a:pt x="2647" y="2647"/>
                    <a:pt x="2647" y="2395"/>
                    <a:pt x="2805" y="2269"/>
                  </a:cubicBezTo>
                  <a:cubicBezTo>
                    <a:pt x="2884" y="2190"/>
                    <a:pt x="2978" y="2151"/>
                    <a:pt x="3069" y="2151"/>
                  </a:cubicBezTo>
                  <a:cubicBezTo>
                    <a:pt x="3159" y="2151"/>
                    <a:pt x="3246" y="2190"/>
                    <a:pt x="3309" y="2269"/>
                  </a:cubicBezTo>
                  <a:cubicBezTo>
                    <a:pt x="3529" y="2490"/>
                    <a:pt x="3813" y="2600"/>
                    <a:pt x="4096" y="2600"/>
                  </a:cubicBezTo>
                  <a:cubicBezTo>
                    <a:pt x="4380" y="2600"/>
                    <a:pt x="4664" y="2490"/>
                    <a:pt x="4884" y="2269"/>
                  </a:cubicBezTo>
                  <a:cubicBezTo>
                    <a:pt x="4963" y="2190"/>
                    <a:pt x="5065" y="2151"/>
                    <a:pt x="5160" y="2151"/>
                  </a:cubicBezTo>
                  <a:close/>
                  <a:moveTo>
                    <a:pt x="1" y="1"/>
                  </a:moveTo>
                  <a:lnTo>
                    <a:pt x="1" y="2238"/>
                  </a:lnTo>
                  <a:cubicBezTo>
                    <a:pt x="1" y="3687"/>
                    <a:pt x="1198" y="4853"/>
                    <a:pt x="2616" y="4853"/>
                  </a:cubicBezTo>
                  <a:lnTo>
                    <a:pt x="5609" y="4853"/>
                  </a:lnTo>
                  <a:cubicBezTo>
                    <a:pt x="7058" y="4853"/>
                    <a:pt x="8192" y="3655"/>
                    <a:pt x="8192" y="2238"/>
                  </a:cubicBezTo>
                  <a:lnTo>
                    <a:pt x="8192" y="1"/>
                  </a:lnTo>
                  <a:cubicBezTo>
                    <a:pt x="8192" y="977"/>
                    <a:pt x="7341" y="1860"/>
                    <a:pt x="6302" y="1860"/>
                  </a:cubicBezTo>
                  <a:cubicBezTo>
                    <a:pt x="5388" y="1860"/>
                    <a:pt x="4664" y="1230"/>
                    <a:pt x="4506" y="347"/>
                  </a:cubicBezTo>
                  <a:lnTo>
                    <a:pt x="3655" y="347"/>
                  </a:lnTo>
                  <a:cubicBezTo>
                    <a:pt x="3498" y="1230"/>
                    <a:pt x="2710" y="1860"/>
                    <a:pt x="1860" y="1860"/>
                  </a:cubicBezTo>
                  <a:cubicBezTo>
                    <a:pt x="820" y="1860"/>
                    <a:pt x="1" y="1009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15088;p136">
              <a:extLst>
                <a:ext uri="{FF2B5EF4-FFF2-40B4-BE49-F238E27FC236}">
                  <a16:creationId xmlns:a16="http://schemas.microsoft.com/office/drawing/2014/main" id="{A4416225-A290-CAAC-EB99-5D90C8A908A6}"/>
                </a:ext>
              </a:extLst>
            </p:cNvPr>
            <p:cNvSpPr/>
            <p:nvPr/>
          </p:nvSpPr>
          <p:spPr>
            <a:xfrm>
              <a:off x="-57158400" y="4156675"/>
              <a:ext cx="18900" cy="63825"/>
            </a:xfrm>
            <a:custGeom>
              <a:avLst/>
              <a:gdLst/>
              <a:ahLst/>
              <a:cxnLst/>
              <a:rect l="l" t="t" r="r" b="b"/>
              <a:pathLst>
                <a:path w="756" h="2553" extrusionOk="0">
                  <a:moveTo>
                    <a:pt x="756" y="0"/>
                  </a:moveTo>
                  <a:cubicBezTo>
                    <a:pt x="315" y="252"/>
                    <a:pt x="0" y="725"/>
                    <a:pt x="0" y="1260"/>
                  </a:cubicBezTo>
                  <a:cubicBezTo>
                    <a:pt x="0" y="1827"/>
                    <a:pt x="315" y="2300"/>
                    <a:pt x="756" y="2552"/>
                  </a:cubicBezTo>
                  <a:lnTo>
                    <a:pt x="75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15089;p136">
              <a:extLst>
                <a:ext uri="{FF2B5EF4-FFF2-40B4-BE49-F238E27FC236}">
                  <a16:creationId xmlns:a16="http://schemas.microsoft.com/office/drawing/2014/main" id="{44E62FE6-318F-E8B9-4BCD-F21DB93F089B}"/>
                </a:ext>
              </a:extLst>
            </p:cNvPr>
            <p:cNvSpPr/>
            <p:nvPr/>
          </p:nvSpPr>
          <p:spPr>
            <a:xfrm>
              <a:off x="-56896125" y="4155875"/>
              <a:ext cx="18925" cy="63825"/>
            </a:xfrm>
            <a:custGeom>
              <a:avLst/>
              <a:gdLst/>
              <a:ahLst/>
              <a:cxnLst/>
              <a:rect l="l" t="t" r="r" b="b"/>
              <a:pathLst>
                <a:path w="757" h="2553" extrusionOk="0">
                  <a:moveTo>
                    <a:pt x="0" y="1"/>
                  </a:moveTo>
                  <a:lnTo>
                    <a:pt x="0" y="2553"/>
                  </a:lnTo>
                  <a:cubicBezTo>
                    <a:pt x="441" y="2269"/>
                    <a:pt x="756" y="1796"/>
                    <a:pt x="756" y="1261"/>
                  </a:cubicBezTo>
                  <a:cubicBezTo>
                    <a:pt x="756" y="757"/>
                    <a:pt x="441" y="284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15090;p136">
              <a:extLst>
                <a:ext uri="{FF2B5EF4-FFF2-40B4-BE49-F238E27FC236}">
                  <a16:creationId xmlns:a16="http://schemas.microsoft.com/office/drawing/2014/main" id="{329CBD2F-4510-EB67-49A1-67525E5A533C}"/>
                </a:ext>
              </a:extLst>
            </p:cNvPr>
            <p:cNvSpPr/>
            <p:nvPr/>
          </p:nvSpPr>
          <p:spPr>
            <a:xfrm>
              <a:off x="-56924475" y="4149575"/>
              <a:ext cx="9450" cy="29175"/>
            </a:xfrm>
            <a:custGeom>
              <a:avLst/>
              <a:gdLst/>
              <a:ahLst/>
              <a:cxnLst/>
              <a:rect l="l" t="t" r="r" b="b"/>
              <a:pathLst>
                <a:path w="378" h="1167" extrusionOk="0">
                  <a:moveTo>
                    <a:pt x="0" y="1"/>
                  </a:moveTo>
                  <a:cubicBezTo>
                    <a:pt x="221" y="379"/>
                    <a:pt x="378" y="757"/>
                    <a:pt x="378" y="1166"/>
                  </a:cubicBezTo>
                  <a:lnTo>
                    <a:pt x="378" y="883"/>
                  </a:lnTo>
                  <a:lnTo>
                    <a:pt x="37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5" name="Google Shape;15091;p136">
            <a:extLst>
              <a:ext uri="{FF2B5EF4-FFF2-40B4-BE49-F238E27FC236}">
                <a16:creationId xmlns:a16="http://schemas.microsoft.com/office/drawing/2014/main" id="{3BD1DAB0-9D73-0DA2-9F94-75CABD9BCDE7}"/>
              </a:ext>
            </a:extLst>
          </p:cNvPr>
          <p:cNvGrpSpPr/>
          <p:nvPr/>
        </p:nvGrpSpPr>
        <p:grpSpPr>
          <a:xfrm>
            <a:off x="9742169" y="4378290"/>
            <a:ext cx="359654" cy="357877"/>
            <a:chOff x="-52851675" y="3585650"/>
            <a:chExt cx="319000" cy="317425"/>
          </a:xfrm>
          <a:solidFill>
            <a:schemeClr val="accent1">
              <a:lumMod val="75000"/>
            </a:schemeClr>
          </a:solidFill>
        </p:grpSpPr>
        <p:sp>
          <p:nvSpPr>
            <p:cNvPr id="766" name="Google Shape;15092;p136">
              <a:extLst>
                <a:ext uri="{FF2B5EF4-FFF2-40B4-BE49-F238E27FC236}">
                  <a16:creationId xmlns:a16="http://schemas.microsoft.com/office/drawing/2014/main" id="{3A68C469-9900-3185-A2A0-1C42E0F7E648}"/>
                </a:ext>
              </a:extLst>
            </p:cNvPr>
            <p:cNvSpPr/>
            <p:nvPr/>
          </p:nvSpPr>
          <p:spPr>
            <a:xfrm>
              <a:off x="-52851675" y="3641575"/>
              <a:ext cx="319000" cy="106350"/>
            </a:xfrm>
            <a:custGeom>
              <a:avLst/>
              <a:gdLst/>
              <a:ahLst/>
              <a:cxnLst/>
              <a:rect l="l" t="t" r="r" b="b"/>
              <a:pathLst>
                <a:path w="12760" h="4254" extrusionOk="0">
                  <a:moveTo>
                    <a:pt x="6364" y="0"/>
                  </a:moveTo>
                  <a:cubicBezTo>
                    <a:pt x="2836" y="0"/>
                    <a:pt x="0" y="1449"/>
                    <a:pt x="0" y="3371"/>
                  </a:cubicBezTo>
                  <a:cubicBezTo>
                    <a:pt x="0" y="3686"/>
                    <a:pt x="63" y="4001"/>
                    <a:pt x="252" y="4253"/>
                  </a:cubicBezTo>
                  <a:cubicBezTo>
                    <a:pt x="473" y="3749"/>
                    <a:pt x="945" y="3308"/>
                    <a:pt x="1481" y="3119"/>
                  </a:cubicBezTo>
                  <a:lnTo>
                    <a:pt x="1481" y="2898"/>
                  </a:lnTo>
                  <a:cubicBezTo>
                    <a:pt x="1481" y="2741"/>
                    <a:pt x="1575" y="2615"/>
                    <a:pt x="1733" y="2520"/>
                  </a:cubicBezTo>
                  <a:cubicBezTo>
                    <a:pt x="3403" y="1796"/>
                    <a:pt x="4915" y="1512"/>
                    <a:pt x="6396" y="1512"/>
                  </a:cubicBezTo>
                  <a:cubicBezTo>
                    <a:pt x="7845" y="1512"/>
                    <a:pt x="9389" y="1827"/>
                    <a:pt x="11027" y="2520"/>
                  </a:cubicBezTo>
                  <a:cubicBezTo>
                    <a:pt x="11153" y="2615"/>
                    <a:pt x="11279" y="2741"/>
                    <a:pt x="11279" y="2898"/>
                  </a:cubicBezTo>
                  <a:lnTo>
                    <a:pt x="11279" y="3119"/>
                  </a:lnTo>
                  <a:cubicBezTo>
                    <a:pt x="11815" y="3308"/>
                    <a:pt x="12287" y="3718"/>
                    <a:pt x="12539" y="4253"/>
                  </a:cubicBezTo>
                  <a:cubicBezTo>
                    <a:pt x="12697" y="4001"/>
                    <a:pt x="12760" y="3686"/>
                    <a:pt x="12760" y="3371"/>
                  </a:cubicBezTo>
                  <a:cubicBezTo>
                    <a:pt x="12760" y="1449"/>
                    <a:pt x="9924" y="0"/>
                    <a:pt x="636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15093;p136">
              <a:extLst>
                <a:ext uri="{FF2B5EF4-FFF2-40B4-BE49-F238E27FC236}">
                  <a16:creationId xmlns:a16="http://schemas.microsoft.com/office/drawing/2014/main" id="{487A802D-0221-868C-0D2B-586BCE141A41}"/>
                </a:ext>
              </a:extLst>
            </p:cNvPr>
            <p:cNvSpPr/>
            <p:nvPr/>
          </p:nvSpPr>
          <p:spPr>
            <a:xfrm>
              <a:off x="-52787100" y="3585650"/>
              <a:ext cx="189050" cy="52000"/>
            </a:xfrm>
            <a:custGeom>
              <a:avLst/>
              <a:gdLst/>
              <a:ahLst/>
              <a:cxnLst/>
              <a:rect l="l" t="t" r="r" b="b"/>
              <a:pathLst>
                <a:path w="7562" h="2080" extrusionOk="0">
                  <a:moveTo>
                    <a:pt x="3781" y="0"/>
                  </a:moveTo>
                  <a:cubicBezTo>
                    <a:pt x="2048" y="0"/>
                    <a:pt x="599" y="882"/>
                    <a:pt x="1" y="2080"/>
                  </a:cubicBezTo>
                  <a:cubicBezTo>
                    <a:pt x="1103" y="1701"/>
                    <a:pt x="2363" y="1512"/>
                    <a:pt x="3781" y="1512"/>
                  </a:cubicBezTo>
                  <a:cubicBezTo>
                    <a:pt x="3928" y="1506"/>
                    <a:pt x="4073" y="1503"/>
                    <a:pt x="4217" y="1503"/>
                  </a:cubicBezTo>
                  <a:cubicBezTo>
                    <a:pt x="5469" y="1503"/>
                    <a:pt x="6629" y="1740"/>
                    <a:pt x="7562" y="2080"/>
                  </a:cubicBezTo>
                  <a:cubicBezTo>
                    <a:pt x="6995" y="882"/>
                    <a:pt x="5514" y="0"/>
                    <a:pt x="37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15094;p136">
              <a:extLst>
                <a:ext uri="{FF2B5EF4-FFF2-40B4-BE49-F238E27FC236}">
                  <a16:creationId xmlns:a16="http://schemas.microsoft.com/office/drawing/2014/main" id="{CDA3DC7A-5776-F0F9-FDBE-657CEAE116A1}"/>
                </a:ext>
              </a:extLst>
            </p:cNvPr>
            <p:cNvSpPr/>
            <p:nvPr/>
          </p:nvSpPr>
          <p:spPr>
            <a:xfrm>
              <a:off x="-52794975" y="3696700"/>
              <a:ext cx="127625" cy="74850"/>
            </a:xfrm>
            <a:custGeom>
              <a:avLst/>
              <a:gdLst/>
              <a:ahLst/>
              <a:cxnLst/>
              <a:rect l="l" t="t" r="r" b="b"/>
              <a:pathLst>
                <a:path w="5105" h="2994" extrusionOk="0">
                  <a:moveTo>
                    <a:pt x="4096" y="0"/>
                  </a:moveTo>
                  <a:cubicBezTo>
                    <a:pt x="2804" y="0"/>
                    <a:pt x="1324" y="284"/>
                    <a:pt x="1" y="883"/>
                  </a:cubicBezTo>
                  <a:lnTo>
                    <a:pt x="1" y="2993"/>
                  </a:lnTo>
                  <a:lnTo>
                    <a:pt x="1072" y="2993"/>
                  </a:lnTo>
                  <a:cubicBezTo>
                    <a:pt x="2741" y="2993"/>
                    <a:pt x="4317" y="2143"/>
                    <a:pt x="5104" y="95"/>
                  </a:cubicBezTo>
                  <a:cubicBezTo>
                    <a:pt x="4789" y="32"/>
                    <a:pt x="4411" y="0"/>
                    <a:pt x="40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15095;p136">
              <a:extLst>
                <a:ext uri="{FF2B5EF4-FFF2-40B4-BE49-F238E27FC236}">
                  <a16:creationId xmlns:a16="http://schemas.microsoft.com/office/drawing/2014/main" id="{4D7B1FD5-C139-62CE-960D-94CBED70ADF6}"/>
                </a:ext>
              </a:extLst>
            </p:cNvPr>
            <p:cNvSpPr/>
            <p:nvPr/>
          </p:nvSpPr>
          <p:spPr>
            <a:xfrm>
              <a:off x="-52795750" y="3700625"/>
              <a:ext cx="204800" cy="202450"/>
            </a:xfrm>
            <a:custGeom>
              <a:avLst/>
              <a:gdLst/>
              <a:ahLst/>
              <a:cxnLst/>
              <a:rect l="l" t="t" r="r" b="b"/>
              <a:pathLst>
                <a:path w="8192" h="8098" extrusionOk="0">
                  <a:moveTo>
                    <a:pt x="5639" y="2143"/>
                  </a:moveTo>
                  <a:cubicBezTo>
                    <a:pt x="5828" y="2143"/>
                    <a:pt x="5986" y="2301"/>
                    <a:pt x="5986" y="2490"/>
                  </a:cubicBezTo>
                  <a:cubicBezTo>
                    <a:pt x="5986" y="2679"/>
                    <a:pt x="5828" y="2836"/>
                    <a:pt x="5639" y="2836"/>
                  </a:cubicBezTo>
                  <a:cubicBezTo>
                    <a:pt x="5450" y="2836"/>
                    <a:pt x="5293" y="2679"/>
                    <a:pt x="5293" y="2490"/>
                  </a:cubicBezTo>
                  <a:cubicBezTo>
                    <a:pt x="5293" y="2301"/>
                    <a:pt x="5450" y="2143"/>
                    <a:pt x="5639" y="2143"/>
                  </a:cubicBezTo>
                  <a:close/>
                  <a:moveTo>
                    <a:pt x="5163" y="4671"/>
                  </a:moveTo>
                  <a:cubicBezTo>
                    <a:pt x="5261" y="4671"/>
                    <a:pt x="5356" y="4711"/>
                    <a:pt x="5419" y="4790"/>
                  </a:cubicBezTo>
                  <a:cubicBezTo>
                    <a:pt x="5608" y="4947"/>
                    <a:pt x="5608" y="5168"/>
                    <a:pt x="5450" y="5294"/>
                  </a:cubicBezTo>
                  <a:cubicBezTo>
                    <a:pt x="5104" y="5640"/>
                    <a:pt x="4600" y="5829"/>
                    <a:pt x="4127" y="5829"/>
                  </a:cubicBezTo>
                  <a:cubicBezTo>
                    <a:pt x="3623" y="5829"/>
                    <a:pt x="3151" y="5640"/>
                    <a:pt x="2804" y="5294"/>
                  </a:cubicBezTo>
                  <a:cubicBezTo>
                    <a:pt x="2646" y="5136"/>
                    <a:pt x="2646" y="4884"/>
                    <a:pt x="2804" y="4790"/>
                  </a:cubicBezTo>
                  <a:cubicBezTo>
                    <a:pt x="2883" y="4711"/>
                    <a:pt x="2977" y="4671"/>
                    <a:pt x="3068" y="4671"/>
                  </a:cubicBezTo>
                  <a:cubicBezTo>
                    <a:pt x="3158" y="4671"/>
                    <a:pt x="3245" y="4711"/>
                    <a:pt x="3308" y="4790"/>
                  </a:cubicBezTo>
                  <a:cubicBezTo>
                    <a:pt x="3529" y="4994"/>
                    <a:pt x="3812" y="5097"/>
                    <a:pt x="4096" y="5097"/>
                  </a:cubicBezTo>
                  <a:cubicBezTo>
                    <a:pt x="4379" y="5097"/>
                    <a:pt x="4663" y="4994"/>
                    <a:pt x="4883" y="4790"/>
                  </a:cubicBezTo>
                  <a:cubicBezTo>
                    <a:pt x="4962" y="4711"/>
                    <a:pt x="5064" y="4671"/>
                    <a:pt x="5163" y="4671"/>
                  </a:cubicBezTo>
                  <a:close/>
                  <a:moveTo>
                    <a:pt x="5860" y="1"/>
                  </a:moveTo>
                  <a:cubicBezTo>
                    <a:pt x="4883" y="2521"/>
                    <a:pt x="3119" y="3592"/>
                    <a:pt x="1071" y="3592"/>
                  </a:cubicBezTo>
                  <a:lnTo>
                    <a:pt x="0" y="3592"/>
                  </a:lnTo>
                  <a:lnTo>
                    <a:pt x="0" y="3939"/>
                  </a:lnTo>
                  <a:cubicBezTo>
                    <a:pt x="0" y="6176"/>
                    <a:pt x="1859" y="8098"/>
                    <a:pt x="4096" y="8098"/>
                  </a:cubicBezTo>
                  <a:cubicBezTo>
                    <a:pt x="6333" y="8098"/>
                    <a:pt x="8191" y="6239"/>
                    <a:pt x="8191" y="3939"/>
                  </a:cubicBezTo>
                  <a:lnTo>
                    <a:pt x="8191" y="2931"/>
                  </a:lnTo>
                  <a:lnTo>
                    <a:pt x="8191" y="2868"/>
                  </a:lnTo>
                  <a:lnTo>
                    <a:pt x="8191" y="726"/>
                  </a:lnTo>
                  <a:cubicBezTo>
                    <a:pt x="7435" y="347"/>
                    <a:pt x="6648" y="158"/>
                    <a:pt x="586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15096;p136">
              <a:extLst>
                <a:ext uri="{FF2B5EF4-FFF2-40B4-BE49-F238E27FC236}">
                  <a16:creationId xmlns:a16="http://schemas.microsoft.com/office/drawing/2014/main" id="{56EF23E1-C428-B99E-02A6-FD930E319ADE}"/>
                </a:ext>
              </a:extLst>
            </p:cNvPr>
            <p:cNvSpPr/>
            <p:nvPr/>
          </p:nvSpPr>
          <p:spPr>
            <a:xfrm>
              <a:off x="-52832775" y="3740025"/>
              <a:ext cx="18125" cy="64600"/>
            </a:xfrm>
            <a:custGeom>
              <a:avLst/>
              <a:gdLst/>
              <a:ahLst/>
              <a:cxnLst/>
              <a:rect l="l" t="t" r="r" b="b"/>
              <a:pathLst>
                <a:path w="725" h="2584" extrusionOk="0">
                  <a:moveTo>
                    <a:pt x="725" y="0"/>
                  </a:moveTo>
                  <a:cubicBezTo>
                    <a:pt x="315" y="252"/>
                    <a:pt x="0" y="725"/>
                    <a:pt x="0" y="1260"/>
                  </a:cubicBezTo>
                  <a:cubicBezTo>
                    <a:pt x="0" y="1827"/>
                    <a:pt x="315" y="2300"/>
                    <a:pt x="725" y="2584"/>
                  </a:cubicBezTo>
                  <a:lnTo>
                    <a:pt x="7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15097;p136">
              <a:extLst>
                <a:ext uri="{FF2B5EF4-FFF2-40B4-BE49-F238E27FC236}">
                  <a16:creationId xmlns:a16="http://schemas.microsoft.com/office/drawing/2014/main" id="{3460B260-3B8E-3971-689A-AC281549E8BD}"/>
                </a:ext>
              </a:extLst>
            </p:cNvPr>
            <p:cNvSpPr/>
            <p:nvPr/>
          </p:nvSpPr>
          <p:spPr>
            <a:xfrm>
              <a:off x="-52570500" y="3740025"/>
              <a:ext cx="18925" cy="64600"/>
            </a:xfrm>
            <a:custGeom>
              <a:avLst/>
              <a:gdLst/>
              <a:ahLst/>
              <a:cxnLst/>
              <a:rect l="l" t="t" r="r" b="b"/>
              <a:pathLst>
                <a:path w="757" h="2584" extrusionOk="0">
                  <a:moveTo>
                    <a:pt x="0" y="0"/>
                  </a:moveTo>
                  <a:lnTo>
                    <a:pt x="0" y="2584"/>
                  </a:lnTo>
                  <a:cubicBezTo>
                    <a:pt x="442" y="2300"/>
                    <a:pt x="757" y="1827"/>
                    <a:pt x="757" y="1260"/>
                  </a:cubicBezTo>
                  <a:cubicBezTo>
                    <a:pt x="757" y="725"/>
                    <a:pt x="442" y="252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2" name="Google Shape;15098;p136">
            <a:extLst>
              <a:ext uri="{FF2B5EF4-FFF2-40B4-BE49-F238E27FC236}">
                <a16:creationId xmlns:a16="http://schemas.microsoft.com/office/drawing/2014/main" id="{5BB79E3A-3DDB-A71B-0056-AD722D7195D3}"/>
              </a:ext>
            </a:extLst>
          </p:cNvPr>
          <p:cNvGrpSpPr/>
          <p:nvPr/>
        </p:nvGrpSpPr>
        <p:grpSpPr>
          <a:xfrm>
            <a:off x="9764367" y="4840969"/>
            <a:ext cx="315261" cy="359682"/>
            <a:chOff x="-52832000" y="3976300"/>
            <a:chExt cx="279625" cy="319025"/>
          </a:xfrm>
          <a:solidFill>
            <a:schemeClr val="accent1">
              <a:lumMod val="75000"/>
            </a:schemeClr>
          </a:solidFill>
        </p:grpSpPr>
        <p:sp>
          <p:nvSpPr>
            <p:cNvPr id="773" name="Google Shape;15099;p136">
              <a:extLst>
                <a:ext uri="{FF2B5EF4-FFF2-40B4-BE49-F238E27FC236}">
                  <a16:creationId xmlns:a16="http://schemas.microsoft.com/office/drawing/2014/main" id="{28EA3EDB-9743-FAE9-D322-D442A275958D}"/>
                </a:ext>
              </a:extLst>
            </p:cNvPr>
            <p:cNvSpPr/>
            <p:nvPr/>
          </p:nvSpPr>
          <p:spPr>
            <a:xfrm>
              <a:off x="-52794975" y="3976300"/>
              <a:ext cx="204800" cy="112650"/>
            </a:xfrm>
            <a:custGeom>
              <a:avLst/>
              <a:gdLst/>
              <a:ahLst/>
              <a:cxnLst/>
              <a:rect l="l" t="t" r="r" b="b"/>
              <a:pathLst>
                <a:path w="8192" h="4506" extrusionOk="0">
                  <a:moveTo>
                    <a:pt x="4096" y="1"/>
                  </a:moveTo>
                  <a:cubicBezTo>
                    <a:pt x="1859" y="1"/>
                    <a:pt x="1" y="1859"/>
                    <a:pt x="1" y="4096"/>
                  </a:cubicBezTo>
                  <a:lnTo>
                    <a:pt x="1" y="4506"/>
                  </a:lnTo>
                  <a:cubicBezTo>
                    <a:pt x="883" y="3120"/>
                    <a:pt x="2363" y="2206"/>
                    <a:pt x="4096" y="2206"/>
                  </a:cubicBezTo>
                  <a:cubicBezTo>
                    <a:pt x="5829" y="2206"/>
                    <a:pt x="7341" y="3120"/>
                    <a:pt x="8192" y="4506"/>
                  </a:cubicBezTo>
                  <a:lnTo>
                    <a:pt x="8192" y="4096"/>
                  </a:lnTo>
                  <a:cubicBezTo>
                    <a:pt x="8192" y="1859"/>
                    <a:pt x="6365" y="1"/>
                    <a:pt x="409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15100;p136">
              <a:extLst>
                <a:ext uri="{FF2B5EF4-FFF2-40B4-BE49-F238E27FC236}">
                  <a16:creationId xmlns:a16="http://schemas.microsoft.com/office/drawing/2014/main" id="{213A3D1D-7E1C-C658-96EB-7D2435A7A99F}"/>
                </a:ext>
              </a:extLst>
            </p:cNvPr>
            <p:cNvSpPr/>
            <p:nvPr/>
          </p:nvSpPr>
          <p:spPr>
            <a:xfrm>
              <a:off x="-52757175" y="4051125"/>
              <a:ext cx="167000" cy="94550"/>
            </a:xfrm>
            <a:custGeom>
              <a:avLst/>
              <a:gdLst/>
              <a:ahLst/>
              <a:cxnLst/>
              <a:rect l="l" t="t" r="r" b="b"/>
              <a:pathLst>
                <a:path w="6680" h="3782" extrusionOk="0">
                  <a:moveTo>
                    <a:pt x="2584" y="1"/>
                  </a:moveTo>
                  <a:cubicBezTo>
                    <a:pt x="1608" y="1"/>
                    <a:pt x="694" y="379"/>
                    <a:pt x="1" y="946"/>
                  </a:cubicBezTo>
                  <a:cubicBezTo>
                    <a:pt x="473" y="820"/>
                    <a:pt x="977" y="757"/>
                    <a:pt x="1482" y="757"/>
                  </a:cubicBezTo>
                  <a:cubicBezTo>
                    <a:pt x="3750" y="757"/>
                    <a:pt x="5672" y="1985"/>
                    <a:pt x="6680" y="3781"/>
                  </a:cubicBezTo>
                  <a:cubicBezTo>
                    <a:pt x="6522" y="1670"/>
                    <a:pt x="4758" y="1"/>
                    <a:pt x="25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15101;p136">
              <a:extLst>
                <a:ext uri="{FF2B5EF4-FFF2-40B4-BE49-F238E27FC236}">
                  <a16:creationId xmlns:a16="http://schemas.microsoft.com/office/drawing/2014/main" id="{55D31940-4250-85AB-FAD7-9440732BEBD2}"/>
                </a:ext>
              </a:extLst>
            </p:cNvPr>
            <p:cNvSpPr/>
            <p:nvPr/>
          </p:nvSpPr>
          <p:spPr>
            <a:xfrm>
              <a:off x="-52794975" y="4088925"/>
              <a:ext cx="204025" cy="206400"/>
            </a:xfrm>
            <a:custGeom>
              <a:avLst/>
              <a:gdLst/>
              <a:ahLst/>
              <a:cxnLst/>
              <a:rect l="l" t="t" r="r" b="b"/>
              <a:pathLst>
                <a:path w="8161" h="8256" extrusionOk="0">
                  <a:moveTo>
                    <a:pt x="2615" y="2238"/>
                  </a:moveTo>
                  <a:cubicBezTo>
                    <a:pt x="2804" y="2238"/>
                    <a:pt x="2962" y="2395"/>
                    <a:pt x="2962" y="2584"/>
                  </a:cubicBezTo>
                  <a:cubicBezTo>
                    <a:pt x="2962" y="2805"/>
                    <a:pt x="2804" y="2962"/>
                    <a:pt x="2615" y="2962"/>
                  </a:cubicBezTo>
                  <a:cubicBezTo>
                    <a:pt x="2602" y="2965"/>
                    <a:pt x="2588" y="2966"/>
                    <a:pt x="2574" y="2966"/>
                  </a:cubicBezTo>
                  <a:cubicBezTo>
                    <a:pt x="2404" y="2966"/>
                    <a:pt x="2269" y="2788"/>
                    <a:pt x="2269" y="2584"/>
                  </a:cubicBezTo>
                  <a:cubicBezTo>
                    <a:pt x="2269" y="2395"/>
                    <a:pt x="2426" y="2238"/>
                    <a:pt x="2615" y="2238"/>
                  </a:cubicBezTo>
                  <a:close/>
                  <a:moveTo>
                    <a:pt x="5608" y="2269"/>
                  </a:moveTo>
                  <a:cubicBezTo>
                    <a:pt x="5797" y="2269"/>
                    <a:pt x="5955" y="2427"/>
                    <a:pt x="5955" y="2647"/>
                  </a:cubicBezTo>
                  <a:cubicBezTo>
                    <a:pt x="5955" y="2805"/>
                    <a:pt x="5797" y="2994"/>
                    <a:pt x="5608" y="2994"/>
                  </a:cubicBezTo>
                  <a:cubicBezTo>
                    <a:pt x="5419" y="2994"/>
                    <a:pt x="5262" y="2836"/>
                    <a:pt x="5262" y="2647"/>
                  </a:cubicBezTo>
                  <a:cubicBezTo>
                    <a:pt x="5262" y="2427"/>
                    <a:pt x="5419" y="2269"/>
                    <a:pt x="5608" y="2269"/>
                  </a:cubicBezTo>
                  <a:close/>
                  <a:moveTo>
                    <a:pt x="5132" y="4797"/>
                  </a:moveTo>
                  <a:cubicBezTo>
                    <a:pt x="5230" y="4797"/>
                    <a:pt x="5325" y="4837"/>
                    <a:pt x="5388" y="4916"/>
                  </a:cubicBezTo>
                  <a:cubicBezTo>
                    <a:pt x="5577" y="5042"/>
                    <a:pt x="5577" y="5262"/>
                    <a:pt x="5419" y="5420"/>
                  </a:cubicBezTo>
                  <a:cubicBezTo>
                    <a:pt x="5073" y="5766"/>
                    <a:pt x="4569" y="5987"/>
                    <a:pt x="4096" y="5987"/>
                  </a:cubicBezTo>
                  <a:cubicBezTo>
                    <a:pt x="3592" y="5987"/>
                    <a:pt x="3120" y="5766"/>
                    <a:pt x="2773" y="5420"/>
                  </a:cubicBezTo>
                  <a:cubicBezTo>
                    <a:pt x="2615" y="5262"/>
                    <a:pt x="2615" y="5042"/>
                    <a:pt x="2773" y="4916"/>
                  </a:cubicBezTo>
                  <a:cubicBezTo>
                    <a:pt x="2852" y="4837"/>
                    <a:pt x="2946" y="4797"/>
                    <a:pt x="3037" y="4797"/>
                  </a:cubicBezTo>
                  <a:cubicBezTo>
                    <a:pt x="3127" y="4797"/>
                    <a:pt x="3214" y="4837"/>
                    <a:pt x="3277" y="4916"/>
                  </a:cubicBezTo>
                  <a:cubicBezTo>
                    <a:pt x="3498" y="5136"/>
                    <a:pt x="3781" y="5246"/>
                    <a:pt x="4065" y="5246"/>
                  </a:cubicBezTo>
                  <a:cubicBezTo>
                    <a:pt x="4348" y="5246"/>
                    <a:pt x="4632" y="5136"/>
                    <a:pt x="4852" y="4916"/>
                  </a:cubicBezTo>
                  <a:cubicBezTo>
                    <a:pt x="4931" y="4837"/>
                    <a:pt x="5033" y="4797"/>
                    <a:pt x="5132" y="4797"/>
                  </a:cubicBezTo>
                  <a:close/>
                  <a:moveTo>
                    <a:pt x="2994" y="1"/>
                  </a:moveTo>
                  <a:cubicBezTo>
                    <a:pt x="2174" y="1"/>
                    <a:pt x="1387" y="190"/>
                    <a:pt x="631" y="536"/>
                  </a:cubicBezTo>
                  <a:cubicBezTo>
                    <a:pt x="599" y="536"/>
                    <a:pt x="599" y="536"/>
                    <a:pt x="568" y="599"/>
                  </a:cubicBezTo>
                  <a:cubicBezTo>
                    <a:pt x="221" y="1166"/>
                    <a:pt x="1" y="1891"/>
                    <a:pt x="1" y="2584"/>
                  </a:cubicBezTo>
                  <a:lnTo>
                    <a:pt x="1" y="4128"/>
                  </a:lnTo>
                  <a:cubicBezTo>
                    <a:pt x="1" y="6365"/>
                    <a:pt x="1859" y="8255"/>
                    <a:pt x="4096" y="8255"/>
                  </a:cubicBezTo>
                  <a:cubicBezTo>
                    <a:pt x="6207" y="8255"/>
                    <a:pt x="7940" y="6680"/>
                    <a:pt x="8160" y="4695"/>
                  </a:cubicBezTo>
                  <a:cubicBezTo>
                    <a:pt x="7877" y="2017"/>
                    <a:pt x="5671" y="1"/>
                    <a:pt x="299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15102;p136">
              <a:extLst>
                <a:ext uri="{FF2B5EF4-FFF2-40B4-BE49-F238E27FC236}">
                  <a16:creationId xmlns:a16="http://schemas.microsoft.com/office/drawing/2014/main" id="{E8B56B2E-258D-6A84-8F42-B032206AE756}"/>
                </a:ext>
              </a:extLst>
            </p:cNvPr>
            <p:cNvSpPr/>
            <p:nvPr/>
          </p:nvSpPr>
          <p:spPr>
            <a:xfrm>
              <a:off x="-52832000" y="4132250"/>
              <a:ext cx="18925" cy="63825"/>
            </a:xfrm>
            <a:custGeom>
              <a:avLst/>
              <a:gdLst/>
              <a:ahLst/>
              <a:cxnLst/>
              <a:rect l="l" t="t" r="r" b="b"/>
              <a:pathLst>
                <a:path w="757" h="2553" extrusionOk="0">
                  <a:moveTo>
                    <a:pt x="757" y="1"/>
                  </a:moveTo>
                  <a:cubicBezTo>
                    <a:pt x="316" y="221"/>
                    <a:pt x="1" y="694"/>
                    <a:pt x="1" y="1261"/>
                  </a:cubicBezTo>
                  <a:cubicBezTo>
                    <a:pt x="1" y="1796"/>
                    <a:pt x="316" y="2269"/>
                    <a:pt x="757" y="2552"/>
                  </a:cubicBezTo>
                  <a:lnTo>
                    <a:pt x="75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15103;p136">
              <a:extLst>
                <a:ext uri="{FF2B5EF4-FFF2-40B4-BE49-F238E27FC236}">
                  <a16:creationId xmlns:a16="http://schemas.microsoft.com/office/drawing/2014/main" id="{FC509D0D-7582-DE77-669E-A3CEC605F353}"/>
                </a:ext>
              </a:extLst>
            </p:cNvPr>
            <p:cNvSpPr/>
            <p:nvPr/>
          </p:nvSpPr>
          <p:spPr>
            <a:xfrm>
              <a:off x="-52571300" y="4132250"/>
              <a:ext cx="18925" cy="63825"/>
            </a:xfrm>
            <a:custGeom>
              <a:avLst/>
              <a:gdLst/>
              <a:ahLst/>
              <a:cxnLst/>
              <a:rect l="l" t="t" r="r" b="b"/>
              <a:pathLst>
                <a:path w="757" h="2553" extrusionOk="0">
                  <a:moveTo>
                    <a:pt x="1" y="1"/>
                  </a:moveTo>
                  <a:lnTo>
                    <a:pt x="1" y="2552"/>
                  </a:lnTo>
                  <a:cubicBezTo>
                    <a:pt x="442" y="2269"/>
                    <a:pt x="757" y="1796"/>
                    <a:pt x="757" y="1261"/>
                  </a:cubicBezTo>
                  <a:cubicBezTo>
                    <a:pt x="757" y="694"/>
                    <a:pt x="442" y="221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8" name="Google Shape;15104;p136">
            <a:extLst>
              <a:ext uri="{FF2B5EF4-FFF2-40B4-BE49-F238E27FC236}">
                <a16:creationId xmlns:a16="http://schemas.microsoft.com/office/drawing/2014/main" id="{8CF8D703-4514-F79D-BD6B-94498E05244C}"/>
              </a:ext>
            </a:extLst>
          </p:cNvPr>
          <p:cNvGrpSpPr/>
          <p:nvPr/>
        </p:nvGrpSpPr>
        <p:grpSpPr>
          <a:xfrm>
            <a:off x="8879894" y="5296482"/>
            <a:ext cx="317036" cy="358780"/>
            <a:chOff x="-51633225" y="3198925"/>
            <a:chExt cx="281200" cy="318225"/>
          </a:xfrm>
          <a:solidFill>
            <a:schemeClr val="accent1">
              <a:lumMod val="75000"/>
            </a:schemeClr>
          </a:solidFill>
        </p:grpSpPr>
        <p:sp>
          <p:nvSpPr>
            <p:cNvPr id="779" name="Google Shape;15105;p136">
              <a:extLst>
                <a:ext uri="{FF2B5EF4-FFF2-40B4-BE49-F238E27FC236}">
                  <a16:creationId xmlns:a16="http://schemas.microsoft.com/office/drawing/2014/main" id="{FE61B1D1-D83A-E341-8718-DC85D0D72280}"/>
                </a:ext>
              </a:extLst>
            </p:cNvPr>
            <p:cNvSpPr/>
            <p:nvPr/>
          </p:nvSpPr>
          <p:spPr>
            <a:xfrm>
              <a:off x="-51633225" y="3353300"/>
              <a:ext cx="18925" cy="63825"/>
            </a:xfrm>
            <a:custGeom>
              <a:avLst/>
              <a:gdLst/>
              <a:ahLst/>
              <a:cxnLst/>
              <a:rect l="l" t="t" r="r" b="b"/>
              <a:pathLst>
                <a:path w="757" h="2553" extrusionOk="0">
                  <a:moveTo>
                    <a:pt x="756" y="0"/>
                  </a:moveTo>
                  <a:cubicBezTo>
                    <a:pt x="315" y="284"/>
                    <a:pt x="0" y="756"/>
                    <a:pt x="0" y="1292"/>
                  </a:cubicBezTo>
                  <a:cubicBezTo>
                    <a:pt x="0" y="1859"/>
                    <a:pt x="315" y="2332"/>
                    <a:pt x="756" y="2552"/>
                  </a:cubicBezTo>
                  <a:lnTo>
                    <a:pt x="75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15106;p136">
              <a:extLst>
                <a:ext uri="{FF2B5EF4-FFF2-40B4-BE49-F238E27FC236}">
                  <a16:creationId xmlns:a16="http://schemas.microsoft.com/office/drawing/2014/main" id="{85B9087B-3D8B-7E54-C276-FD4DDA5375F1}"/>
                </a:ext>
              </a:extLst>
            </p:cNvPr>
            <p:cNvSpPr/>
            <p:nvPr/>
          </p:nvSpPr>
          <p:spPr>
            <a:xfrm>
              <a:off x="-51595425" y="3348575"/>
              <a:ext cx="204800" cy="168575"/>
            </a:xfrm>
            <a:custGeom>
              <a:avLst/>
              <a:gdLst/>
              <a:ahLst/>
              <a:cxnLst/>
              <a:rect l="l" t="t" r="r" b="b"/>
              <a:pathLst>
                <a:path w="8192" h="6743" extrusionOk="0">
                  <a:moveTo>
                    <a:pt x="2647" y="756"/>
                  </a:moveTo>
                  <a:cubicBezTo>
                    <a:pt x="2836" y="756"/>
                    <a:pt x="2994" y="914"/>
                    <a:pt x="2994" y="1103"/>
                  </a:cubicBezTo>
                  <a:cubicBezTo>
                    <a:pt x="2994" y="1292"/>
                    <a:pt x="2836" y="1449"/>
                    <a:pt x="2647" y="1449"/>
                  </a:cubicBezTo>
                  <a:cubicBezTo>
                    <a:pt x="2426" y="1449"/>
                    <a:pt x="2269" y="1292"/>
                    <a:pt x="2269" y="1103"/>
                  </a:cubicBezTo>
                  <a:cubicBezTo>
                    <a:pt x="2237" y="914"/>
                    <a:pt x="2395" y="756"/>
                    <a:pt x="2647" y="756"/>
                  </a:cubicBezTo>
                  <a:close/>
                  <a:moveTo>
                    <a:pt x="5577" y="756"/>
                  </a:moveTo>
                  <a:cubicBezTo>
                    <a:pt x="5797" y="756"/>
                    <a:pt x="5955" y="914"/>
                    <a:pt x="5955" y="1103"/>
                  </a:cubicBezTo>
                  <a:cubicBezTo>
                    <a:pt x="5955" y="1292"/>
                    <a:pt x="5797" y="1449"/>
                    <a:pt x="5577" y="1449"/>
                  </a:cubicBezTo>
                  <a:cubicBezTo>
                    <a:pt x="5388" y="1449"/>
                    <a:pt x="5230" y="1292"/>
                    <a:pt x="5230" y="1103"/>
                  </a:cubicBezTo>
                  <a:cubicBezTo>
                    <a:pt x="5230" y="914"/>
                    <a:pt x="5388" y="756"/>
                    <a:pt x="5577" y="756"/>
                  </a:cubicBezTo>
                  <a:close/>
                  <a:moveTo>
                    <a:pt x="5148" y="3316"/>
                  </a:moveTo>
                  <a:cubicBezTo>
                    <a:pt x="5238" y="3316"/>
                    <a:pt x="5325" y="3356"/>
                    <a:pt x="5388" y="3434"/>
                  </a:cubicBezTo>
                  <a:cubicBezTo>
                    <a:pt x="5545" y="3592"/>
                    <a:pt x="5545" y="3812"/>
                    <a:pt x="5388" y="3938"/>
                  </a:cubicBezTo>
                  <a:cubicBezTo>
                    <a:pt x="5041" y="4285"/>
                    <a:pt x="4569" y="4474"/>
                    <a:pt x="4096" y="4474"/>
                  </a:cubicBezTo>
                  <a:cubicBezTo>
                    <a:pt x="3624" y="4474"/>
                    <a:pt x="3120" y="4285"/>
                    <a:pt x="2804" y="3938"/>
                  </a:cubicBezTo>
                  <a:cubicBezTo>
                    <a:pt x="2647" y="3781"/>
                    <a:pt x="2647" y="3529"/>
                    <a:pt x="2804" y="3434"/>
                  </a:cubicBezTo>
                  <a:cubicBezTo>
                    <a:pt x="2883" y="3371"/>
                    <a:pt x="2978" y="3340"/>
                    <a:pt x="3068" y="3340"/>
                  </a:cubicBezTo>
                  <a:cubicBezTo>
                    <a:pt x="3159" y="3340"/>
                    <a:pt x="3246" y="3371"/>
                    <a:pt x="3309" y="3434"/>
                  </a:cubicBezTo>
                  <a:cubicBezTo>
                    <a:pt x="3529" y="3639"/>
                    <a:pt x="3813" y="3741"/>
                    <a:pt x="4096" y="3741"/>
                  </a:cubicBezTo>
                  <a:cubicBezTo>
                    <a:pt x="4380" y="3741"/>
                    <a:pt x="4663" y="3639"/>
                    <a:pt x="4884" y="3434"/>
                  </a:cubicBezTo>
                  <a:cubicBezTo>
                    <a:pt x="4963" y="3356"/>
                    <a:pt x="5057" y="3316"/>
                    <a:pt x="5148" y="3316"/>
                  </a:cubicBezTo>
                  <a:close/>
                  <a:moveTo>
                    <a:pt x="1" y="0"/>
                  </a:moveTo>
                  <a:lnTo>
                    <a:pt x="1" y="2647"/>
                  </a:lnTo>
                  <a:cubicBezTo>
                    <a:pt x="1" y="4883"/>
                    <a:pt x="1859" y="6742"/>
                    <a:pt x="4096" y="6742"/>
                  </a:cubicBezTo>
                  <a:cubicBezTo>
                    <a:pt x="6333" y="6742"/>
                    <a:pt x="8192" y="4883"/>
                    <a:pt x="8192" y="2647"/>
                  </a:cubicBezTo>
                  <a:lnTo>
                    <a:pt x="819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15107;p136">
              <a:extLst>
                <a:ext uri="{FF2B5EF4-FFF2-40B4-BE49-F238E27FC236}">
                  <a16:creationId xmlns:a16="http://schemas.microsoft.com/office/drawing/2014/main" id="{82530A41-19F0-6D45-E014-1465A1F4F7F3}"/>
                </a:ext>
              </a:extLst>
            </p:cNvPr>
            <p:cNvSpPr/>
            <p:nvPr/>
          </p:nvSpPr>
          <p:spPr>
            <a:xfrm>
              <a:off x="-51633225" y="3292650"/>
              <a:ext cx="279625" cy="37050"/>
            </a:xfrm>
            <a:custGeom>
              <a:avLst/>
              <a:gdLst/>
              <a:ahLst/>
              <a:cxnLst/>
              <a:rect l="l" t="t" r="r" b="b"/>
              <a:pathLst>
                <a:path w="11185" h="1482" extrusionOk="0">
                  <a:moveTo>
                    <a:pt x="1513" y="0"/>
                  </a:moveTo>
                  <a:cubicBezTo>
                    <a:pt x="851" y="0"/>
                    <a:pt x="284" y="410"/>
                    <a:pt x="95" y="1009"/>
                  </a:cubicBezTo>
                  <a:cubicBezTo>
                    <a:pt x="0" y="1261"/>
                    <a:pt x="221" y="1481"/>
                    <a:pt x="441" y="1481"/>
                  </a:cubicBezTo>
                  <a:lnTo>
                    <a:pt x="10775" y="1481"/>
                  </a:lnTo>
                  <a:cubicBezTo>
                    <a:pt x="10996" y="1481"/>
                    <a:pt x="11185" y="1261"/>
                    <a:pt x="11122" y="1009"/>
                  </a:cubicBezTo>
                  <a:cubicBezTo>
                    <a:pt x="10933" y="410"/>
                    <a:pt x="10365" y="0"/>
                    <a:pt x="970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15108;p136">
              <a:extLst>
                <a:ext uri="{FF2B5EF4-FFF2-40B4-BE49-F238E27FC236}">
                  <a16:creationId xmlns:a16="http://schemas.microsoft.com/office/drawing/2014/main" id="{4E5C90E2-ED62-E327-C552-B93B25163352}"/>
                </a:ext>
              </a:extLst>
            </p:cNvPr>
            <p:cNvSpPr/>
            <p:nvPr/>
          </p:nvSpPr>
          <p:spPr>
            <a:xfrm>
              <a:off x="-51492250" y="3198925"/>
              <a:ext cx="98475" cy="74850"/>
            </a:xfrm>
            <a:custGeom>
              <a:avLst/>
              <a:gdLst/>
              <a:ahLst/>
              <a:cxnLst/>
              <a:rect l="l" t="t" r="r" b="b"/>
              <a:pathLst>
                <a:path w="3939" h="2994" extrusionOk="0">
                  <a:moveTo>
                    <a:pt x="1" y="0"/>
                  </a:moveTo>
                  <a:lnTo>
                    <a:pt x="1" y="0"/>
                  </a:lnTo>
                  <a:cubicBezTo>
                    <a:pt x="946" y="0"/>
                    <a:pt x="1576" y="1418"/>
                    <a:pt x="1765" y="2993"/>
                  </a:cubicBezTo>
                  <a:lnTo>
                    <a:pt x="3939" y="2993"/>
                  </a:lnTo>
                  <a:cubicBezTo>
                    <a:pt x="3466" y="1261"/>
                    <a:pt x="1859" y="0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15109;p136">
              <a:extLst>
                <a:ext uri="{FF2B5EF4-FFF2-40B4-BE49-F238E27FC236}">
                  <a16:creationId xmlns:a16="http://schemas.microsoft.com/office/drawing/2014/main" id="{0E6D4BD8-AA77-7217-0A77-86C7EE7F0C2B}"/>
                </a:ext>
              </a:extLst>
            </p:cNvPr>
            <p:cNvSpPr/>
            <p:nvPr/>
          </p:nvSpPr>
          <p:spPr>
            <a:xfrm>
              <a:off x="-51590700" y="3198925"/>
              <a:ext cx="98475" cy="74850"/>
            </a:xfrm>
            <a:custGeom>
              <a:avLst/>
              <a:gdLst/>
              <a:ahLst/>
              <a:cxnLst/>
              <a:rect l="l" t="t" r="r" b="b"/>
              <a:pathLst>
                <a:path w="3939" h="2994" extrusionOk="0">
                  <a:moveTo>
                    <a:pt x="3939" y="0"/>
                  </a:moveTo>
                  <a:lnTo>
                    <a:pt x="3939" y="0"/>
                  </a:lnTo>
                  <a:cubicBezTo>
                    <a:pt x="2048" y="0"/>
                    <a:pt x="473" y="1292"/>
                    <a:pt x="1" y="2993"/>
                  </a:cubicBezTo>
                  <a:lnTo>
                    <a:pt x="2174" y="2993"/>
                  </a:lnTo>
                  <a:cubicBezTo>
                    <a:pt x="2332" y="1418"/>
                    <a:pt x="2962" y="0"/>
                    <a:pt x="39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15110;p136">
              <a:extLst>
                <a:ext uri="{FF2B5EF4-FFF2-40B4-BE49-F238E27FC236}">
                  <a16:creationId xmlns:a16="http://schemas.microsoft.com/office/drawing/2014/main" id="{9437E54B-308D-E25E-A1E0-1A3CA675658D}"/>
                </a:ext>
              </a:extLst>
            </p:cNvPr>
            <p:cNvSpPr/>
            <p:nvPr/>
          </p:nvSpPr>
          <p:spPr>
            <a:xfrm>
              <a:off x="-51517450" y="3218600"/>
              <a:ext cx="52000" cy="55950"/>
            </a:xfrm>
            <a:custGeom>
              <a:avLst/>
              <a:gdLst/>
              <a:ahLst/>
              <a:cxnLst/>
              <a:rect l="l" t="t" r="r" b="b"/>
              <a:pathLst>
                <a:path w="2080" h="2238" extrusionOk="0">
                  <a:moveTo>
                    <a:pt x="1009" y="1"/>
                  </a:moveTo>
                  <a:cubicBezTo>
                    <a:pt x="662" y="1"/>
                    <a:pt x="158" y="852"/>
                    <a:pt x="1" y="2238"/>
                  </a:cubicBezTo>
                  <a:lnTo>
                    <a:pt x="2080" y="2238"/>
                  </a:lnTo>
                  <a:cubicBezTo>
                    <a:pt x="1828" y="820"/>
                    <a:pt x="1355" y="1"/>
                    <a:pt x="10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15111;p136">
              <a:extLst>
                <a:ext uri="{FF2B5EF4-FFF2-40B4-BE49-F238E27FC236}">
                  <a16:creationId xmlns:a16="http://schemas.microsoft.com/office/drawing/2014/main" id="{A61713D8-7078-B78F-1054-CBA44AB850DB}"/>
                </a:ext>
              </a:extLst>
            </p:cNvPr>
            <p:cNvSpPr/>
            <p:nvPr/>
          </p:nvSpPr>
          <p:spPr>
            <a:xfrm>
              <a:off x="-51370950" y="3354075"/>
              <a:ext cx="18925" cy="64625"/>
            </a:xfrm>
            <a:custGeom>
              <a:avLst/>
              <a:gdLst/>
              <a:ahLst/>
              <a:cxnLst/>
              <a:rect l="l" t="t" r="r" b="b"/>
              <a:pathLst>
                <a:path w="757" h="2585" extrusionOk="0">
                  <a:moveTo>
                    <a:pt x="0" y="1"/>
                  </a:moveTo>
                  <a:lnTo>
                    <a:pt x="0" y="2584"/>
                  </a:lnTo>
                  <a:cubicBezTo>
                    <a:pt x="442" y="2301"/>
                    <a:pt x="757" y="1828"/>
                    <a:pt x="757" y="1324"/>
                  </a:cubicBezTo>
                  <a:cubicBezTo>
                    <a:pt x="757" y="725"/>
                    <a:pt x="442" y="253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86" name="Google Shape;15112;p136">
            <a:extLst>
              <a:ext uri="{FF2B5EF4-FFF2-40B4-BE49-F238E27FC236}">
                <a16:creationId xmlns:a16="http://schemas.microsoft.com/office/drawing/2014/main" id="{FE15FB30-A08D-103F-E3A0-B2BCA721B96F}"/>
              </a:ext>
            </a:extLst>
          </p:cNvPr>
          <p:cNvGrpSpPr/>
          <p:nvPr/>
        </p:nvGrpSpPr>
        <p:grpSpPr>
          <a:xfrm>
            <a:off x="9299513" y="2549187"/>
            <a:ext cx="365882" cy="357905"/>
            <a:chOff x="-56396775" y="3199700"/>
            <a:chExt cx="324525" cy="317450"/>
          </a:xfrm>
          <a:solidFill>
            <a:schemeClr val="accent1">
              <a:lumMod val="75000"/>
            </a:schemeClr>
          </a:solidFill>
        </p:grpSpPr>
        <p:sp>
          <p:nvSpPr>
            <p:cNvPr id="787" name="Google Shape;15113;p136">
              <a:extLst>
                <a:ext uri="{FF2B5EF4-FFF2-40B4-BE49-F238E27FC236}">
                  <a16:creationId xmlns:a16="http://schemas.microsoft.com/office/drawing/2014/main" id="{1DBE24EC-A05D-1299-68F7-DD8C77016496}"/>
                </a:ext>
              </a:extLst>
            </p:cNvPr>
            <p:cNvSpPr/>
            <p:nvPr/>
          </p:nvSpPr>
          <p:spPr>
            <a:xfrm>
              <a:off x="-56374725" y="3353300"/>
              <a:ext cx="18925" cy="63825"/>
            </a:xfrm>
            <a:custGeom>
              <a:avLst/>
              <a:gdLst/>
              <a:ahLst/>
              <a:cxnLst/>
              <a:rect l="l" t="t" r="r" b="b"/>
              <a:pathLst>
                <a:path w="757" h="2553" extrusionOk="0">
                  <a:moveTo>
                    <a:pt x="757" y="0"/>
                  </a:moveTo>
                  <a:cubicBezTo>
                    <a:pt x="316" y="284"/>
                    <a:pt x="1" y="756"/>
                    <a:pt x="1" y="1292"/>
                  </a:cubicBezTo>
                  <a:cubicBezTo>
                    <a:pt x="1" y="1859"/>
                    <a:pt x="316" y="2332"/>
                    <a:pt x="757" y="2552"/>
                  </a:cubicBezTo>
                  <a:lnTo>
                    <a:pt x="75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15114;p136">
              <a:extLst>
                <a:ext uri="{FF2B5EF4-FFF2-40B4-BE49-F238E27FC236}">
                  <a16:creationId xmlns:a16="http://schemas.microsoft.com/office/drawing/2014/main" id="{DBE571D4-707C-F96F-BCFA-9713AB0130F8}"/>
                </a:ext>
              </a:extLst>
            </p:cNvPr>
            <p:cNvSpPr/>
            <p:nvPr/>
          </p:nvSpPr>
          <p:spPr>
            <a:xfrm>
              <a:off x="-56333775" y="3199700"/>
              <a:ext cx="198500" cy="73275"/>
            </a:xfrm>
            <a:custGeom>
              <a:avLst/>
              <a:gdLst/>
              <a:ahLst/>
              <a:cxnLst/>
              <a:rect l="l" t="t" r="r" b="b"/>
              <a:pathLst>
                <a:path w="7940" h="2931" extrusionOk="0">
                  <a:moveTo>
                    <a:pt x="2112" y="1"/>
                  </a:moveTo>
                  <a:cubicBezTo>
                    <a:pt x="1292" y="1"/>
                    <a:pt x="536" y="599"/>
                    <a:pt x="347" y="1387"/>
                  </a:cubicBezTo>
                  <a:lnTo>
                    <a:pt x="1" y="2773"/>
                  </a:lnTo>
                  <a:cubicBezTo>
                    <a:pt x="253" y="2868"/>
                    <a:pt x="568" y="2931"/>
                    <a:pt x="977" y="2931"/>
                  </a:cubicBezTo>
                  <a:lnTo>
                    <a:pt x="6963" y="2931"/>
                  </a:lnTo>
                  <a:cubicBezTo>
                    <a:pt x="7341" y="2931"/>
                    <a:pt x="7625" y="2868"/>
                    <a:pt x="7940" y="2773"/>
                  </a:cubicBezTo>
                  <a:lnTo>
                    <a:pt x="7593" y="1387"/>
                  </a:lnTo>
                  <a:cubicBezTo>
                    <a:pt x="7404" y="568"/>
                    <a:pt x="6648" y="1"/>
                    <a:pt x="5829" y="1"/>
                  </a:cubicBezTo>
                  <a:cubicBezTo>
                    <a:pt x="5546" y="1"/>
                    <a:pt x="5262" y="64"/>
                    <a:pt x="4979" y="190"/>
                  </a:cubicBezTo>
                  <a:lnTo>
                    <a:pt x="3970" y="725"/>
                  </a:lnTo>
                  <a:lnTo>
                    <a:pt x="2931" y="190"/>
                  </a:lnTo>
                  <a:cubicBezTo>
                    <a:pt x="2710" y="64"/>
                    <a:pt x="2395" y="1"/>
                    <a:pt x="21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15115;p136">
              <a:extLst>
                <a:ext uri="{FF2B5EF4-FFF2-40B4-BE49-F238E27FC236}">
                  <a16:creationId xmlns:a16="http://schemas.microsoft.com/office/drawing/2014/main" id="{99FBE2FC-1F4B-08D0-CD38-0684AEE644A5}"/>
                </a:ext>
              </a:extLst>
            </p:cNvPr>
            <p:cNvSpPr/>
            <p:nvPr/>
          </p:nvSpPr>
          <p:spPr>
            <a:xfrm>
              <a:off x="-56396775" y="3273325"/>
              <a:ext cx="324525" cy="58725"/>
            </a:xfrm>
            <a:custGeom>
              <a:avLst/>
              <a:gdLst/>
              <a:ahLst/>
              <a:cxnLst/>
              <a:rect l="l" t="t" r="r" b="b"/>
              <a:pathLst>
                <a:path w="12981" h="2349" extrusionOk="0">
                  <a:moveTo>
                    <a:pt x="905" y="1"/>
                  </a:moveTo>
                  <a:cubicBezTo>
                    <a:pt x="606" y="1"/>
                    <a:pt x="325" y="165"/>
                    <a:pt x="189" y="458"/>
                  </a:cubicBezTo>
                  <a:cubicBezTo>
                    <a:pt x="0" y="836"/>
                    <a:pt x="158" y="1309"/>
                    <a:pt x="536" y="1498"/>
                  </a:cubicBezTo>
                  <a:cubicBezTo>
                    <a:pt x="1292" y="1876"/>
                    <a:pt x="2111" y="2349"/>
                    <a:pt x="3497" y="2349"/>
                  </a:cubicBezTo>
                  <a:lnTo>
                    <a:pt x="9483" y="2349"/>
                  </a:lnTo>
                  <a:cubicBezTo>
                    <a:pt x="10870" y="2349"/>
                    <a:pt x="11689" y="1908"/>
                    <a:pt x="12445" y="1498"/>
                  </a:cubicBezTo>
                  <a:cubicBezTo>
                    <a:pt x="12823" y="1277"/>
                    <a:pt x="12980" y="805"/>
                    <a:pt x="12791" y="458"/>
                  </a:cubicBezTo>
                  <a:cubicBezTo>
                    <a:pt x="12656" y="165"/>
                    <a:pt x="12375" y="1"/>
                    <a:pt x="12076" y="1"/>
                  </a:cubicBezTo>
                  <a:cubicBezTo>
                    <a:pt x="11958" y="1"/>
                    <a:pt x="11836" y="27"/>
                    <a:pt x="11720" y="80"/>
                  </a:cubicBezTo>
                  <a:cubicBezTo>
                    <a:pt x="10964" y="458"/>
                    <a:pt x="10460" y="773"/>
                    <a:pt x="9483" y="773"/>
                  </a:cubicBezTo>
                  <a:lnTo>
                    <a:pt x="3497" y="773"/>
                  </a:lnTo>
                  <a:cubicBezTo>
                    <a:pt x="2521" y="773"/>
                    <a:pt x="1985" y="490"/>
                    <a:pt x="1261" y="80"/>
                  </a:cubicBezTo>
                  <a:cubicBezTo>
                    <a:pt x="1144" y="27"/>
                    <a:pt x="1023" y="1"/>
                    <a:pt x="9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15116;p136">
              <a:extLst>
                <a:ext uri="{FF2B5EF4-FFF2-40B4-BE49-F238E27FC236}">
                  <a16:creationId xmlns:a16="http://schemas.microsoft.com/office/drawing/2014/main" id="{52B96DDD-61DD-5909-84C1-AA3639366CC2}"/>
                </a:ext>
              </a:extLst>
            </p:cNvPr>
            <p:cNvSpPr/>
            <p:nvPr/>
          </p:nvSpPr>
          <p:spPr>
            <a:xfrm>
              <a:off x="-56336925" y="3346200"/>
              <a:ext cx="204800" cy="78800"/>
            </a:xfrm>
            <a:custGeom>
              <a:avLst/>
              <a:gdLst/>
              <a:ahLst/>
              <a:cxnLst/>
              <a:rect l="l" t="t" r="r" b="b"/>
              <a:pathLst>
                <a:path w="8192" h="3152" extrusionOk="0">
                  <a:moveTo>
                    <a:pt x="2584" y="883"/>
                  </a:moveTo>
                  <a:cubicBezTo>
                    <a:pt x="2805" y="883"/>
                    <a:pt x="2962" y="1040"/>
                    <a:pt x="2962" y="1229"/>
                  </a:cubicBezTo>
                  <a:cubicBezTo>
                    <a:pt x="2962" y="1418"/>
                    <a:pt x="2836" y="1576"/>
                    <a:pt x="2584" y="1576"/>
                  </a:cubicBezTo>
                  <a:cubicBezTo>
                    <a:pt x="2395" y="1576"/>
                    <a:pt x="2238" y="1418"/>
                    <a:pt x="2238" y="1229"/>
                  </a:cubicBezTo>
                  <a:cubicBezTo>
                    <a:pt x="2238" y="1040"/>
                    <a:pt x="2395" y="883"/>
                    <a:pt x="2584" y="883"/>
                  </a:cubicBezTo>
                  <a:close/>
                  <a:moveTo>
                    <a:pt x="5577" y="883"/>
                  </a:moveTo>
                  <a:cubicBezTo>
                    <a:pt x="5798" y="883"/>
                    <a:pt x="5955" y="1040"/>
                    <a:pt x="5955" y="1229"/>
                  </a:cubicBezTo>
                  <a:cubicBezTo>
                    <a:pt x="5955" y="1418"/>
                    <a:pt x="5798" y="1576"/>
                    <a:pt x="5577" y="1576"/>
                  </a:cubicBezTo>
                  <a:cubicBezTo>
                    <a:pt x="5388" y="1576"/>
                    <a:pt x="5231" y="1418"/>
                    <a:pt x="5231" y="1229"/>
                  </a:cubicBezTo>
                  <a:cubicBezTo>
                    <a:pt x="5231" y="1040"/>
                    <a:pt x="5388" y="883"/>
                    <a:pt x="5577" y="883"/>
                  </a:cubicBezTo>
                  <a:close/>
                  <a:moveTo>
                    <a:pt x="1" y="1"/>
                  </a:moveTo>
                  <a:lnTo>
                    <a:pt x="1" y="2679"/>
                  </a:lnTo>
                  <a:cubicBezTo>
                    <a:pt x="1" y="2836"/>
                    <a:pt x="1" y="2994"/>
                    <a:pt x="32" y="3151"/>
                  </a:cubicBezTo>
                  <a:lnTo>
                    <a:pt x="3970" y="1576"/>
                  </a:lnTo>
                  <a:cubicBezTo>
                    <a:pt x="4018" y="1560"/>
                    <a:pt x="4065" y="1552"/>
                    <a:pt x="4112" y="1552"/>
                  </a:cubicBezTo>
                  <a:cubicBezTo>
                    <a:pt x="4159" y="1552"/>
                    <a:pt x="4207" y="1560"/>
                    <a:pt x="4254" y="1576"/>
                  </a:cubicBezTo>
                  <a:lnTo>
                    <a:pt x="8161" y="3151"/>
                  </a:lnTo>
                  <a:cubicBezTo>
                    <a:pt x="8192" y="2962"/>
                    <a:pt x="8192" y="2710"/>
                    <a:pt x="8192" y="2521"/>
                  </a:cubicBezTo>
                  <a:lnTo>
                    <a:pt x="8192" y="1"/>
                  </a:lnTo>
                  <a:cubicBezTo>
                    <a:pt x="7877" y="95"/>
                    <a:pt x="7467" y="127"/>
                    <a:pt x="7089" y="127"/>
                  </a:cubicBezTo>
                  <a:lnTo>
                    <a:pt x="1103" y="127"/>
                  </a:lnTo>
                  <a:cubicBezTo>
                    <a:pt x="694" y="127"/>
                    <a:pt x="316" y="95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15117;p136">
              <a:extLst>
                <a:ext uri="{FF2B5EF4-FFF2-40B4-BE49-F238E27FC236}">
                  <a16:creationId xmlns:a16="http://schemas.microsoft.com/office/drawing/2014/main" id="{6A82A383-B777-CB88-9A8D-C5BDEA18C09A}"/>
                </a:ext>
              </a:extLst>
            </p:cNvPr>
            <p:cNvSpPr/>
            <p:nvPr/>
          </p:nvSpPr>
          <p:spPr>
            <a:xfrm>
              <a:off x="-56332200" y="3406850"/>
              <a:ext cx="193775" cy="110300"/>
            </a:xfrm>
            <a:custGeom>
              <a:avLst/>
              <a:gdLst/>
              <a:ahLst/>
              <a:cxnLst/>
              <a:rect l="l" t="t" r="r" b="b"/>
              <a:pathLst>
                <a:path w="7751" h="4412" extrusionOk="0">
                  <a:moveTo>
                    <a:pt x="3907" y="1"/>
                  </a:moveTo>
                  <a:lnTo>
                    <a:pt x="1" y="1513"/>
                  </a:lnTo>
                  <a:cubicBezTo>
                    <a:pt x="190" y="2237"/>
                    <a:pt x="599" y="2868"/>
                    <a:pt x="1135" y="3340"/>
                  </a:cubicBezTo>
                  <a:cubicBezTo>
                    <a:pt x="1891" y="4033"/>
                    <a:pt x="2868" y="4411"/>
                    <a:pt x="3907" y="4411"/>
                  </a:cubicBezTo>
                  <a:lnTo>
                    <a:pt x="4285" y="4411"/>
                  </a:lnTo>
                  <a:cubicBezTo>
                    <a:pt x="5924" y="4254"/>
                    <a:pt x="7247" y="3057"/>
                    <a:pt x="7751" y="1513"/>
                  </a:cubicBezTo>
                  <a:lnTo>
                    <a:pt x="39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15118;p136">
              <a:extLst>
                <a:ext uri="{FF2B5EF4-FFF2-40B4-BE49-F238E27FC236}">
                  <a16:creationId xmlns:a16="http://schemas.microsoft.com/office/drawing/2014/main" id="{4193B73F-218D-2898-3610-7C6495E99434}"/>
                </a:ext>
              </a:extLst>
            </p:cNvPr>
            <p:cNvSpPr/>
            <p:nvPr/>
          </p:nvSpPr>
          <p:spPr>
            <a:xfrm>
              <a:off x="-56113225" y="3354075"/>
              <a:ext cx="18125" cy="64625"/>
            </a:xfrm>
            <a:custGeom>
              <a:avLst/>
              <a:gdLst/>
              <a:ahLst/>
              <a:cxnLst/>
              <a:rect l="l" t="t" r="r" b="b"/>
              <a:pathLst>
                <a:path w="725" h="2585" extrusionOk="0">
                  <a:moveTo>
                    <a:pt x="0" y="1"/>
                  </a:moveTo>
                  <a:lnTo>
                    <a:pt x="0" y="2584"/>
                  </a:lnTo>
                  <a:cubicBezTo>
                    <a:pt x="410" y="2332"/>
                    <a:pt x="725" y="1828"/>
                    <a:pt x="725" y="1261"/>
                  </a:cubicBezTo>
                  <a:cubicBezTo>
                    <a:pt x="725" y="725"/>
                    <a:pt x="473" y="253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3" name="Google Shape;15119;p136">
            <a:extLst>
              <a:ext uri="{FF2B5EF4-FFF2-40B4-BE49-F238E27FC236}">
                <a16:creationId xmlns:a16="http://schemas.microsoft.com/office/drawing/2014/main" id="{D43AF57C-0A40-4FB1-037E-BA60DA3E49FA}"/>
              </a:ext>
            </a:extLst>
          </p:cNvPr>
          <p:cNvGrpSpPr/>
          <p:nvPr/>
        </p:nvGrpSpPr>
        <p:grpSpPr>
          <a:xfrm>
            <a:off x="9302614" y="3016009"/>
            <a:ext cx="359682" cy="336597"/>
            <a:chOff x="-56394425" y="3600600"/>
            <a:chExt cx="319025" cy="298550"/>
          </a:xfrm>
          <a:solidFill>
            <a:schemeClr val="accent1">
              <a:lumMod val="75000"/>
            </a:schemeClr>
          </a:solidFill>
        </p:grpSpPr>
        <p:sp>
          <p:nvSpPr>
            <p:cNvPr id="794" name="Google Shape;15120;p136">
              <a:extLst>
                <a:ext uri="{FF2B5EF4-FFF2-40B4-BE49-F238E27FC236}">
                  <a16:creationId xmlns:a16="http://schemas.microsoft.com/office/drawing/2014/main" id="{6192CDAD-0DAE-FBF3-2B9B-C4B186815223}"/>
                </a:ext>
              </a:extLst>
            </p:cNvPr>
            <p:cNvSpPr/>
            <p:nvPr/>
          </p:nvSpPr>
          <p:spPr>
            <a:xfrm>
              <a:off x="-56272325" y="3861300"/>
              <a:ext cx="74825" cy="37850"/>
            </a:xfrm>
            <a:custGeom>
              <a:avLst/>
              <a:gdLst/>
              <a:ahLst/>
              <a:cxnLst/>
              <a:rect l="l" t="t" r="r" b="b"/>
              <a:pathLst>
                <a:path w="2993" h="1514" extrusionOk="0">
                  <a:moveTo>
                    <a:pt x="1512" y="1"/>
                  </a:moveTo>
                  <a:cubicBezTo>
                    <a:pt x="851" y="1"/>
                    <a:pt x="284" y="442"/>
                    <a:pt x="95" y="1041"/>
                  </a:cubicBezTo>
                  <a:cubicBezTo>
                    <a:pt x="0" y="1261"/>
                    <a:pt x="221" y="1513"/>
                    <a:pt x="441" y="1513"/>
                  </a:cubicBezTo>
                  <a:lnTo>
                    <a:pt x="2584" y="1513"/>
                  </a:lnTo>
                  <a:cubicBezTo>
                    <a:pt x="2804" y="1513"/>
                    <a:pt x="2993" y="1261"/>
                    <a:pt x="2930" y="1041"/>
                  </a:cubicBezTo>
                  <a:cubicBezTo>
                    <a:pt x="2741" y="442"/>
                    <a:pt x="2174" y="1"/>
                    <a:pt x="15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15121;p136">
              <a:extLst>
                <a:ext uri="{FF2B5EF4-FFF2-40B4-BE49-F238E27FC236}">
                  <a16:creationId xmlns:a16="http://schemas.microsoft.com/office/drawing/2014/main" id="{C0C38795-8F3B-8517-31E6-4BFAA8E732F1}"/>
                </a:ext>
              </a:extLst>
            </p:cNvPr>
            <p:cNvSpPr/>
            <p:nvPr/>
          </p:nvSpPr>
          <p:spPr>
            <a:xfrm>
              <a:off x="-56297550" y="3600600"/>
              <a:ext cx="126050" cy="71700"/>
            </a:xfrm>
            <a:custGeom>
              <a:avLst/>
              <a:gdLst/>
              <a:ahLst/>
              <a:cxnLst/>
              <a:rect l="l" t="t" r="r" b="b"/>
              <a:pathLst>
                <a:path w="5042" h="2868" extrusionOk="0">
                  <a:moveTo>
                    <a:pt x="2521" y="1"/>
                  </a:moveTo>
                  <a:cubicBezTo>
                    <a:pt x="1576" y="1"/>
                    <a:pt x="694" y="316"/>
                    <a:pt x="1" y="851"/>
                  </a:cubicBezTo>
                  <a:lnTo>
                    <a:pt x="2521" y="2868"/>
                  </a:lnTo>
                  <a:lnTo>
                    <a:pt x="5042" y="851"/>
                  </a:lnTo>
                  <a:cubicBezTo>
                    <a:pt x="4317" y="316"/>
                    <a:pt x="3467" y="1"/>
                    <a:pt x="25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15122;p136">
              <a:extLst>
                <a:ext uri="{FF2B5EF4-FFF2-40B4-BE49-F238E27FC236}">
                  <a16:creationId xmlns:a16="http://schemas.microsoft.com/office/drawing/2014/main" id="{44CE0004-4715-DE3D-A942-25DED2E0F385}"/>
                </a:ext>
              </a:extLst>
            </p:cNvPr>
            <p:cNvSpPr/>
            <p:nvPr/>
          </p:nvSpPr>
          <p:spPr>
            <a:xfrm>
              <a:off x="-56394425" y="3635275"/>
              <a:ext cx="319025" cy="233925"/>
            </a:xfrm>
            <a:custGeom>
              <a:avLst/>
              <a:gdLst/>
              <a:ahLst/>
              <a:cxnLst/>
              <a:rect l="l" t="t" r="r" b="b"/>
              <a:pathLst>
                <a:path w="12761" h="9357" extrusionOk="0">
                  <a:moveTo>
                    <a:pt x="4884" y="3844"/>
                  </a:moveTo>
                  <a:cubicBezTo>
                    <a:pt x="5105" y="3844"/>
                    <a:pt x="5262" y="4001"/>
                    <a:pt x="5262" y="4190"/>
                  </a:cubicBezTo>
                  <a:cubicBezTo>
                    <a:pt x="5262" y="4411"/>
                    <a:pt x="5105" y="4537"/>
                    <a:pt x="4884" y="4537"/>
                  </a:cubicBezTo>
                  <a:cubicBezTo>
                    <a:pt x="4859" y="4545"/>
                    <a:pt x="4835" y="4549"/>
                    <a:pt x="4811" y="4549"/>
                  </a:cubicBezTo>
                  <a:cubicBezTo>
                    <a:pt x="4656" y="4549"/>
                    <a:pt x="4538" y="4381"/>
                    <a:pt x="4538" y="4190"/>
                  </a:cubicBezTo>
                  <a:cubicBezTo>
                    <a:pt x="4538" y="4001"/>
                    <a:pt x="4695" y="3844"/>
                    <a:pt x="4884" y="3844"/>
                  </a:cubicBezTo>
                  <a:close/>
                  <a:moveTo>
                    <a:pt x="7877" y="3875"/>
                  </a:moveTo>
                  <a:cubicBezTo>
                    <a:pt x="8098" y="3875"/>
                    <a:pt x="8255" y="4033"/>
                    <a:pt x="8255" y="4253"/>
                  </a:cubicBezTo>
                  <a:cubicBezTo>
                    <a:pt x="8287" y="4411"/>
                    <a:pt x="8098" y="4600"/>
                    <a:pt x="7877" y="4600"/>
                  </a:cubicBezTo>
                  <a:cubicBezTo>
                    <a:pt x="7688" y="4600"/>
                    <a:pt x="7531" y="4442"/>
                    <a:pt x="7531" y="4253"/>
                  </a:cubicBezTo>
                  <a:cubicBezTo>
                    <a:pt x="7531" y="4033"/>
                    <a:pt x="7688" y="3875"/>
                    <a:pt x="7877" y="3875"/>
                  </a:cubicBezTo>
                  <a:close/>
                  <a:moveTo>
                    <a:pt x="1072" y="4757"/>
                  </a:moveTo>
                  <a:cubicBezTo>
                    <a:pt x="1356" y="5104"/>
                    <a:pt x="1797" y="5356"/>
                    <a:pt x="2301" y="5356"/>
                  </a:cubicBezTo>
                  <a:cubicBezTo>
                    <a:pt x="2301" y="5734"/>
                    <a:pt x="1954" y="6080"/>
                    <a:pt x="1513" y="6080"/>
                  </a:cubicBezTo>
                  <a:cubicBezTo>
                    <a:pt x="1104" y="6080"/>
                    <a:pt x="757" y="5734"/>
                    <a:pt x="757" y="5356"/>
                  </a:cubicBezTo>
                  <a:cubicBezTo>
                    <a:pt x="757" y="5104"/>
                    <a:pt x="883" y="4883"/>
                    <a:pt x="1072" y="4757"/>
                  </a:cubicBezTo>
                  <a:close/>
                  <a:moveTo>
                    <a:pt x="11721" y="4757"/>
                  </a:moveTo>
                  <a:cubicBezTo>
                    <a:pt x="11910" y="4883"/>
                    <a:pt x="12036" y="5104"/>
                    <a:pt x="12036" y="5356"/>
                  </a:cubicBezTo>
                  <a:cubicBezTo>
                    <a:pt x="12036" y="5734"/>
                    <a:pt x="11658" y="6080"/>
                    <a:pt x="11280" y="6080"/>
                  </a:cubicBezTo>
                  <a:cubicBezTo>
                    <a:pt x="10870" y="6080"/>
                    <a:pt x="10492" y="5734"/>
                    <a:pt x="10492" y="5356"/>
                  </a:cubicBezTo>
                  <a:cubicBezTo>
                    <a:pt x="10965" y="5356"/>
                    <a:pt x="11437" y="5104"/>
                    <a:pt x="11721" y="4757"/>
                  </a:cubicBezTo>
                  <a:close/>
                  <a:moveTo>
                    <a:pt x="7448" y="6403"/>
                  </a:moveTo>
                  <a:cubicBezTo>
                    <a:pt x="7538" y="6403"/>
                    <a:pt x="7625" y="6443"/>
                    <a:pt x="7688" y="6521"/>
                  </a:cubicBezTo>
                  <a:cubicBezTo>
                    <a:pt x="7846" y="6648"/>
                    <a:pt x="7846" y="6868"/>
                    <a:pt x="7720" y="7026"/>
                  </a:cubicBezTo>
                  <a:cubicBezTo>
                    <a:pt x="7373" y="7372"/>
                    <a:pt x="6900" y="7593"/>
                    <a:pt x="6428" y="7593"/>
                  </a:cubicBezTo>
                  <a:cubicBezTo>
                    <a:pt x="5924" y="7593"/>
                    <a:pt x="5451" y="7372"/>
                    <a:pt x="5105" y="7026"/>
                  </a:cubicBezTo>
                  <a:cubicBezTo>
                    <a:pt x="4947" y="6868"/>
                    <a:pt x="4947" y="6648"/>
                    <a:pt x="5105" y="6521"/>
                  </a:cubicBezTo>
                  <a:cubicBezTo>
                    <a:pt x="5183" y="6443"/>
                    <a:pt x="5278" y="6403"/>
                    <a:pt x="5369" y="6403"/>
                  </a:cubicBezTo>
                  <a:cubicBezTo>
                    <a:pt x="5459" y="6403"/>
                    <a:pt x="5546" y="6443"/>
                    <a:pt x="5609" y="6521"/>
                  </a:cubicBezTo>
                  <a:cubicBezTo>
                    <a:pt x="5829" y="6742"/>
                    <a:pt x="6113" y="6852"/>
                    <a:pt x="6396" y="6852"/>
                  </a:cubicBezTo>
                  <a:cubicBezTo>
                    <a:pt x="6680" y="6852"/>
                    <a:pt x="6963" y="6742"/>
                    <a:pt x="7184" y="6521"/>
                  </a:cubicBezTo>
                  <a:cubicBezTo>
                    <a:pt x="7263" y="6443"/>
                    <a:pt x="7357" y="6403"/>
                    <a:pt x="7448" y="6403"/>
                  </a:cubicBezTo>
                  <a:close/>
                  <a:moveTo>
                    <a:pt x="3277" y="0"/>
                  </a:moveTo>
                  <a:cubicBezTo>
                    <a:pt x="2742" y="630"/>
                    <a:pt x="2364" y="1449"/>
                    <a:pt x="2301" y="2363"/>
                  </a:cubicBezTo>
                  <a:lnTo>
                    <a:pt x="2269" y="2363"/>
                  </a:lnTo>
                  <a:cubicBezTo>
                    <a:pt x="1419" y="2363"/>
                    <a:pt x="725" y="3024"/>
                    <a:pt x="725" y="3844"/>
                  </a:cubicBezTo>
                  <a:cubicBezTo>
                    <a:pt x="725" y="3938"/>
                    <a:pt x="725" y="3970"/>
                    <a:pt x="757" y="4033"/>
                  </a:cubicBezTo>
                  <a:cubicBezTo>
                    <a:pt x="284" y="4316"/>
                    <a:pt x="1" y="4789"/>
                    <a:pt x="1" y="5356"/>
                  </a:cubicBezTo>
                  <a:cubicBezTo>
                    <a:pt x="1" y="6175"/>
                    <a:pt x="694" y="6837"/>
                    <a:pt x="1513" y="6837"/>
                  </a:cubicBezTo>
                  <a:cubicBezTo>
                    <a:pt x="1828" y="6837"/>
                    <a:pt x="2143" y="6774"/>
                    <a:pt x="2364" y="6553"/>
                  </a:cubicBezTo>
                  <a:cubicBezTo>
                    <a:pt x="2616" y="7750"/>
                    <a:pt x="3403" y="8821"/>
                    <a:pt x="4506" y="9357"/>
                  </a:cubicBezTo>
                  <a:cubicBezTo>
                    <a:pt x="4884" y="8727"/>
                    <a:pt x="5609" y="8349"/>
                    <a:pt x="6396" y="8349"/>
                  </a:cubicBezTo>
                  <a:cubicBezTo>
                    <a:pt x="7184" y="8349"/>
                    <a:pt x="7877" y="8727"/>
                    <a:pt x="8287" y="9357"/>
                  </a:cubicBezTo>
                  <a:cubicBezTo>
                    <a:pt x="9389" y="8821"/>
                    <a:pt x="10145" y="7782"/>
                    <a:pt x="10398" y="6553"/>
                  </a:cubicBezTo>
                  <a:cubicBezTo>
                    <a:pt x="10650" y="6711"/>
                    <a:pt x="10965" y="6837"/>
                    <a:pt x="11280" y="6837"/>
                  </a:cubicBezTo>
                  <a:cubicBezTo>
                    <a:pt x="12099" y="6837"/>
                    <a:pt x="12760" y="6175"/>
                    <a:pt x="12760" y="5356"/>
                  </a:cubicBezTo>
                  <a:cubicBezTo>
                    <a:pt x="12760" y="4789"/>
                    <a:pt x="12445" y="4285"/>
                    <a:pt x="11973" y="4033"/>
                  </a:cubicBezTo>
                  <a:lnTo>
                    <a:pt x="11973" y="3844"/>
                  </a:lnTo>
                  <a:cubicBezTo>
                    <a:pt x="11973" y="3024"/>
                    <a:pt x="11280" y="2363"/>
                    <a:pt x="10461" y="2363"/>
                  </a:cubicBezTo>
                  <a:lnTo>
                    <a:pt x="10398" y="2363"/>
                  </a:lnTo>
                  <a:cubicBezTo>
                    <a:pt x="10335" y="1449"/>
                    <a:pt x="9988" y="662"/>
                    <a:pt x="9421" y="0"/>
                  </a:cubicBezTo>
                  <a:lnTo>
                    <a:pt x="6585" y="2268"/>
                  </a:lnTo>
                  <a:cubicBezTo>
                    <a:pt x="6522" y="2300"/>
                    <a:pt x="6428" y="2363"/>
                    <a:pt x="6365" y="2363"/>
                  </a:cubicBezTo>
                  <a:cubicBezTo>
                    <a:pt x="6270" y="2363"/>
                    <a:pt x="6207" y="2300"/>
                    <a:pt x="6113" y="2268"/>
                  </a:cubicBezTo>
                  <a:lnTo>
                    <a:pt x="327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7" name="Google Shape;15123;p136">
            <a:extLst>
              <a:ext uri="{FF2B5EF4-FFF2-40B4-BE49-F238E27FC236}">
                <a16:creationId xmlns:a16="http://schemas.microsoft.com/office/drawing/2014/main" id="{CEFD3B50-48DA-AF06-ACB1-099F059B8264}"/>
              </a:ext>
            </a:extLst>
          </p:cNvPr>
          <p:cNvGrpSpPr/>
          <p:nvPr/>
        </p:nvGrpSpPr>
        <p:grpSpPr>
          <a:xfrm>
            <a:off x="9333440" y="3447592"/>
            <a:ext cx="327690" cy="357877"/>
            <a:chOff x="-56379450" y="3983400"/>
            <a:chExt cx="290650" cy="317425"/>
          </a:xfrm>
          <a:solidFill>
            <a:schemeClr val="accent1">
              <a:lumMod val="75000"/>
            </a:schemeClr>
          </a:solidFill>
        </p:grpSpPr>
        <p:sp>
          <p:nvSpPr>
            <p:cNvPr id="798" name="Google Shape;15124;p136">
              <a:extLst>
                <a:ext uri="{FF2B5EF4-FFF2-40B4-BE49-F238E27FC236}">
                  <a16:creationId xmlns:a16="http://schemas.microsoft.com/office/drawing/2014/main" id="{2477FD1E-EAC8-B40A-8DF8-0F3D83FBC6FB}"/>
                </a:ext>
              </a:extLst>
            </p:cNvPr>
            <p:cNvSpPr/>
            <p:nvPr/>
          </p:nvSpPr>
          <p:spPr>
            <a:xfrm>
              <a:off x="-56330625" y="3983400"/>
              <a:ext cx="241825" cy="111075"/>
            </a:xfrm>
            <a:custGeom>
              <a:avLst/>
              <a:gdLst/>
              <a:ahLst/>
              <a:cxnLst/>
              <a:rect l="l" t="t" r="r" b="b"/>
              <a:pathLst>
                <a:path w="9673" h="4443" extrusionOk="0">
                  <a:moveTo>
                    <a:pt x="725" y="0"/>
                  </a:moveTo>
                  <a:cubicBezTo>
                    <a:pt x="536" y="0"/>
                    <a:pt x="410" y="126"/>
                    <a:pt x="379" y="315"/>
                  </a:cubicBezTo>
                  <a:lnTo>
                    <a:pt x="1" y="2300"/>
                  </a:lnTo>
                  <a:cubicBezTo>
                    <a:pt x="129" y="2274"/>
                    <a:pt x="257" y="2262"/>
                    <a:pt x="382" y="2262"/>
                  </a:cubicBezTo>
                  <a:cubicBezTo>
                    <a:pt x="869" y="2262"/>
                    <a:pt x="1320" y="2453"/>
                    <a:pt x="1671" y="2804"/>
                  </a:cubicBezTo>
                  <a:cubicBezTo>
                    <a:pt x="2017" y="2473"/>
                    <a:pt x="2498" y="2308"/>
                    <a:pt x="2978" y="2308"/>
                  </a:cubicBezTo>
                  <a:cubicBezTo>
                    <a:pt x="3458" y="2308"/>
                    <a:pt x="3939" y="2473"/>
                    <a:pt x="4285" y="2804"/>
                  </a:cubicBezTo>
                  <a:cubicBezTo>
                    <a:pt x="4636" y="2453"/>
                    <a:pt x="5107" y="2262"/>
                    <a:pt x="5602" y="2262"/>
                  </a:cubicBezTo>
                  <a:cubicBezTo>
                    <a:pt x="5729" y="2262"/>
                    <a:pt x="5858" y="2274"/>
                    <a:pt x="5987" y="2300"/>
                  </a:cubicBezTo>
                  <a:lnTo>
                    <a:pt x="5766" y="1292"/>
                  </a:lnTo>
                  <a:lnTo>
                    <a:pt x="7625" y="2741"/>
                  </a:lnTo>
                  <a:cubicBezTo>
                    <a:pt x="7499" y="2899"/>
                    <a:pt x="7467" y="3119"/>
                    <a:pt x="7467" y="3340"/>
                  </a:cubicBezTo>
                  <a:cubicBezTo>
                    <a:pt x="7467" y="3970"/>
                    <a:pt x="7972" y="4442"/>
                    <a:pt x="8570" y="4442"/>
                  </a:cubicBezTo>
                  <a:cubicBezTo>
                    <a:pt x="9200" y="4442"/>
                    <a:pt x="9673" y="3938"/>
                    <a:pt x="9673" y="3340"/>
                  </a:cubicBezTo>
                  <a:cubicBezTo>
                    <a:pt x="9673" y="2678"/>
                    <a:pt x="9169" y="2205"/>
                    <a:pt x="8570" y="2205"/>
                  </a:cubicBezTo>
                  <a:cubicBezTo>
                    <a:pt x="8444" y="2205"/>
                    <a:pt x="8318" y="2237"/>
                    <a:pt x="8224" y="2300"/>
                  </a:cubicBezTo>
                  <a:lnTo>
                    <a:pt x="5451" y="63"/>
                  </a:lnTo>
                  <a:lnTo>
                    <a:pt x="5420" y="63"/>
                  </a:lnTo>
                  <a:cubicBezTo>
                    <a:pt x="5325" y="32"/>
                    <a:pt x="5262" y="0"/>
                    <a:pt x="52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15125;p136">
              <a:extLst>
                <a:ext uri="{FF2B5EF4-FFF2-40B4-BE49-F238E27FC236}">
                  <a16:creationId xmlns:a16="http://schemas.microsoft.com/office/drawing/2014/main" id="{3ED35C57-31B9-3F12-36BA-EA9AE6ECEB2B}"/>
                </a:ext>
              </a:extLst>
            </p:cNvPr>
            <p:cNvSpPr/>
            <p:nvPr/>
          </p:nvSpPr>
          <p:spPr>
            <a:xfrm>
              <a:off x="-56350300" y="4058225"/>
              <a:ext cx="186675" cy="55150"/>
            </a:xfrm>
            <a:custGeom>
              <a:avLst/>
              <a:gdLst/>
              <a:ahLst/>
              <a:cxnLst/>
              <a:rect l="l" t="t" r="r" b="b"/>
              <a:pathLst>
                <a:path w="7467" h="2206" extrusionOk="0">
                  <a:moveTo>
                    <a:pt x="1103" y="0"/>
                  </a:moveTo>
                  <a:cubicBezTo>
                    <a:pt x="441" y="0"/>
                    <a:pt x="0" y="504"/>
                    <a:pt x="0" y="1103"/>
                  </a:cubicBezTo>
                  <a:cubicBezTo>
                    <a:pt x="32" y="1701"/>
                    <a:pt x="504" y="2205"/>
                    <a:pt x="1134" y="2205"/>
                  </a:cubicBezTo>
                  <a:cubicBezTo>
                    <a:pt x="1512" y="2205"/>
                    <a:pt x="1922" y="1985"/>
                    <a:pt x="2111" y="1607"/>
                  </a:cubicBezTo>
                  <a:cubicBezTo>
                    <a:pt x="2174" y="1497"/>
                    <a:pt x="2300" y="1441"/>
                    <a:pt x="2430" y="1441"/>
                  </a:cubicBezTo>
                  <a:cubicBezTo>
                    <a:pt x="2560" y="1441"/>
                    <a:pt x="2694" y="1497"/>
                    <a:pt x="2773" y="1607"/>
                  </a:cubicBezTo>
                  <a:cubicBezTo>
                    <a:pt x="2962" y="1985"/>
                    <a:pt x="3371" y="2205"/>
                    <a:pt x="3749" y="2205"/>
                  </a:cubicBezTo>
                  <a:cubicBezTo>
                    <a:pt x="4159" y="2205"/>
                    <a:pt x="4537" y="1985"/>
                    <a:pt x="4757" y="1607"/>
                  </a:cubicBezTo>
                  <a:cubicBezTo>
                    <a:pt x="4820" y="1512"/>
                    <a:pt x="4946" y="1418"/>
                    <a:pt x="5072" y="1418"/>
                  </a:cubicBezTo>
                  <a:cubicBezTo>
                    <a:pt x="5167" y="1418"/>
                    <a:pt x="5325" y="1512"/>
                    <a:pt x="5388" y="1607"/>
                  </a:cubicBezTo>
                  <a:cubicBezTo>
                    <a:pt x="5577" y="1985"/>
                    <a:pt x="5955" y="2205"/>
                    <a:pt x="6364" y="2205"/>
                  </a:cubicBezTo>
                  <a:cubicBezTo>
                    <a:pt x="6994" y="2205"/>
                    <a:pt x="7467" y="1701"/>
                    <a:pt x="7467" y="1103"/>
                  </a:cubicBezTo>
                  <a:cubicBezTo>
                    <a:pt x="7467" y="473"/>
                    <a:pt x="6963" y="0"/>
                    <a:pt x="6364" y="0"/>
                  </a:cubicBezTo>
                  <a:cubicBezTo>
                    <a:pt x="5955" y="0"/>
                    <a:pt x="5577" y="252"/>
                    <a:pt x="5388" y="599"/>
                  </a:cubicBezTo>
                  <a:cubicBezTo>
                    <a:pt x="5325" y="709"/>
                    <a:pt x="5191" y="764"/>
                    <a:pt x="5057" y="764"/>
                  </a:cubicBezTo>
                  <a:cubicBezTo>
                    <a:pt x="4923" y="764"/>
                    <a:pt x="4789" y="709"/>
                    <a:pt x="4726" y="599"/>
                  </a:cubicBezTo>
                  <a:cubicBezTo>
                    <a:pt x="4505" y="252"/>
                    <a:pt x="4127" y="0"/>
                    <a:pt x="3718" y="0"/>
                  </a:cubicBezTo>
                  <a:cubicBezTo>
                    <a:pt x="3340" y="0"/>
                    <a:pt x="2930" y="252"/>
                    <a:pt x="2741" y="599"/>
                  </a:cubicBezTo>
                  <a:cubicBezTo>
                    <a:pt x="2678" y="709"/>
                    <a:pt x="2552" y="764"/>
                    <a:pt x="2422" y="764"/>
                  </a:cubicBezTo>
                  <a:cubicBezTo>
                    <a:pt x="2292" y="764"/>
                    <a:pt x="2158" y="709"/>
                    <a:pt x="2079" y="599"/>
                  </a:cubicBezTo>
                  <a:cubicBezTo>
                    <a:pt x="1890" y="252"/>
                    <a:pt x="1481" y="0"/>
                    <a:pt x="11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15126;p136">
              <a:extLst>
                <a:ext uri="{FF2B5EF4-FFF2-40B4-BE49-F238E27FC236}">
                  <a16:creationId xmlns:a16="http://schemas.microsoft.com/office/drawing/2014/main" id="{29259DFF-F0CA-59AD-2D40-81EC1C77340C}"/>
                </a:ext>
              </a:extLst>
            </p:cNvPr>
            <p:cNvSpPr/>
            <p:nvPr/>
          </p:nvSpPr>
          <p:spPr>
            <a:xfrm>
              <a:off x="-56245550" y="4168275"/>
              <a:ext cx="78000" cy="26600"/>
            </a:xfrm>
            <a:custGeom>
              <a:avLst/>
              <a:gdLst/>
              <a:ahLst/>
              <a:cxnLst/>
              <a:rect l="l" t="t" r="r" b="b"/>
              <a:pathLst>
                <a:path w="3120" h="1064" extrusionOk="0">
                  <a:moveTo>
                    <a:pt x="594" y="1"/>
                  </a:moveTo>
                  <a:cubicBezTo>
                    <a:pt x="555" y="1"/>
                    <a:pt x="515" y="4"/>
                    <a:pt x="473" y="9"/>
                  </a:cubicBezTo>
                  <a:cubicBezTo>
                    <a:pt x="284" y="40"/>
                    <a:pt x="126" y="166"/>
                    <a:pt x="0" y="324"/>
                  </a:cubicBezTo>
                  <a:lnTo>
                    <a:pt x="158" y="481"/>
                  </a:lnTo>
                  <a:cubicBezTo>
                    <a:pt x="410" y="733"/>
                    <a:pt x="630" y="891"/>
                    <a:pt x="945" y="954"/>
                  </a:cubicBezTo>
                  <a:cubicBezTo>
                    <a:pt x="1153" y="1029"/>
                    <a:pt x="1367" y="1064"/>
                    <a:pt x="1579" y="1064"/>
                  </a:cubicBezTo>
                  <a:cubicBezTo>
                    <a:pt x="2172" y="1064"/>
                    <a:pt x="2748" y="788"/>
                    <a:pt x="3119" y="324"/>
                  </a:cubicBezTo>
                  <a:lnTo>
                    <a:pt x="3119" y="324"/>
                  </a:lnTo>
                  <a:lnTo>
                    <a:pt x="2521" y="513"/>
                  </a:lnTo>
                  <a:cubicBezTo>
                    <a:pt x="2355" y="596"/>
                    <a:pt x="2183" y="634"/>
                    <a:pt x="2013" y="634"/>
                  </a:cubicBezTo>
                  <a:cubicBezTo>
                    <a:pt x="1665" y="634"/>
                    <a:pt x="1325" y="473"/>
                    <a:pt x="1071" y="198"/>
                  </a:cubicBezTo>
                  <a:cubicBezTo>
                    <a:pt x="940" y="67"/>
                    <a:pt x="787" y="1"/>
                    <a:pt x="59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15127;p136">
              <a:extLst>
                <a:ext uri="{FF2B5EF4-FFF2-40B4-BE49-F238E27FC236}">
                  <a16:creationId xmlns:a16="http://schemas.microsoft.com/office/drawing/2014/main" id="{4CB64B0F-6E41-2409-90DE-7AA81A4E313E}"/>
                </a:ext>
              </a:extLst>
            </p:cNvPr>
            <p:cNvSpPr/>
            <p:nvPr/>
          </p:nvSpPr>
          <p:spPr>
            <a:xfrm>
              <a:off x="-56359750" y="4112550"/>
              <a:ext cx="204800" cy="53100"/>
            </a:xfrm>
            <a:custGeom>
              <a:avLst/>
              <a:gdLst/>
              <a:ahLst/>
              <a:cxnLst/>
              <a:rect l="l" t="t" r="r" b="b"/>
              <a:pathLst>
                <a:path w="8192" h="2124" extrusionOk="0">
                  <a:moveTo>
                    <a:pt x="0" y="1"/>
                  </a:moveTo>
                  <a:lnTo>
                    <a:pt x="0" y="1608"/>
                  </a:lnTo>
                  <a:lnTo>
                    <a:pt x="1386" y="2080"/>
                  </a:lnTo>
                  <a:cubicBezTo>
                    <a:pt x="1455" y="2109"/>
                    <a:pt x="1529" y="2124"/>
                    <a:pt x="1605" y="2124"/>
                  </a:cubicBezTo>
                  <a:cubicBezTo>
                    <a:pt x="1773" y="2124"/>
                    <a:pt x="1949" y="2053"/>
                    <a:pt x="2079" y="1923"/>
                  </a:cubicBezTo>
                  <a:cubicBezTo>
                    <a:pt x="2333" y="1669"/>
                    <a:pt x="2689" y="1517"/>
                    <a:pt x="3048" y="1517"/>
                  </a:cubicBezTo>
                  <a:cubicBezTo>
                    <a:pt x="3135" y="1517"/>
                    <a:pt x="3222" y="1526"/>
                    <a:pt x="3308" y="1545"/>
                  </a:cubicBezTo>
                  <a:cubicBezTo>
                    <a:pt x="3623" y="1576"/>
                    <a:pt x="3907" y="1734"/>
                    <a:pt x="4096" y="1954"/>
                  </a:cubicBezTo>
                  <a:cubicBezTo>
                    <a:pt x="4316" y="1734"/>
                    <a:pt x="4568" y="1576"/>
                    <a:pt x="4883" y="1545"/>
                  </a:cubicBezTo>
                  <a:cubicBezTo>
                    <a:pt x="4975" y="1526"/>
                    <a:pt x="5066" y="1517"/>
                    <a:pt x="5155" y="1517"/>
                  </a:cubicBezTo>
                  <a:cubicBezTo>
                    <a:pt x="5523" y="1517"/>
                    <a:pt x="5858" y="1669"/>
                    <a:pt x="6112" y="1923"/>
                  </a:cubicBezTo>
                  <a:cubicBezTo>
                    <a:pt x="6243" y="2053"/>
                    <a:pt x="6403" y="2124"/>
                    <a:pt x="6583" y="2124"/>
                  </a:cubicBezTo>
                  <a:cubicBezTo>
                    <a:pt x="6664" y="2124"/>
                    <a:pt x="6749" y="2109"/>
                    <a:pt x="6837" y="2080"/>
                  </a:cubicBezTo>
                  <a:lnTo>
                    <a:pt x="8191" y="1608"/>
                  </a:lnTo>
                  <a:lnTo>
                    <a:pt x="8191" y="1"/>
                  </a:lnTo>
                  <a:cubicBezTo>
                    <a:pt x="7845" y="473"/>
                    <a:pt x="7341" y="726"/>
                    <a:pt x="6711" y="726"/>
                  </a:cubicBezTo>
                  <a:cubicBezTo>
                    <a:pt x="6207" y="726"/>
                    <a:pt x="5766" y="536"/>
                    <a:pt x="5419" y="190"/>
                  </a:cubicBezTo>
                  <a:cubicBezTo>
                    <a:pt x="5072" y="521"/>
                    <a:pt x="4584" y="686"/>
                    <a:pt x="4100" y="686"/>
                  </a:cubicBezTo>
                  <a:cubicBezTo>
                    <a:pt x="3615" y="686"/>
                    <a:pt x="3135" y="521"/>
                    <a:pt x="2804" y="190"/>
                  </a:cubicBezTo>
                  <a:cubicBezTo>
                    <a:pt x="2457" y="536"/>
                    <a:pt x="1985" y="726"/>
                    <a:pt x="1512" y="726"/>
                  </a:cubicBezTo>
                  <a:cubicBezTo>
                    <a:pt x="882" y="726"/>
                    <a:pt x="378" y="410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15128;p136">
              <a:extLst>
                <a:ext uri="{FF2B5EF4-FFF2-40B4-BE49-F238E27FC236}">
                  <a16:creationId xmlns:a16="http://schemas.microsoft.com/office/drawing/2014/main" id="{F5837B97-00A3-D938-3F7C-5F96A39FF581}"/>
                </a:ext>
              </a:extLst>
            </p:cNvPr>
            <p:cNvSpPr/>
            <p:nvPr/>
          </p:nvSpPr>
          <p:spPr>
            <a:xfrm>
              <a:off x="-56345575" y="4169000"/>
              <a:ext cx="77200" cy="26325"/>
            </a:xfrm>
            <a:custGeom>
              <a:avLst/>
              <a:gdLst/>
              <a:ahLst/>
              <a:cxnLst/>
              <a:rect l="l" t="t" r="r" b="b"/>
              <a:pathLst>
                <a:path w="3088" h="1053" extrusionOk="0">
                  <a:moveTo>
                    <a:pt x="2471" y="0"/>
                  </a:moveTo>
                  <a:cubicBezTo>
                    <a:pt x="2311" y="0"/>
                    <a:pt x="2170" y="47"/>
                    <a:pt x="2048" y="169"/>
                  </a:cubicBezTo>
                  <a:cubicBezTo>
                    <a:pt x="1752" y="465"/>
                    <a:pt x="1391" y="612"/>
                    <a:pt x="1011" y="612"/>
                  </a:cubicBezTo>
                  <a:cubicBezTo>
                    <a:pt x="865" y="612"/>
                    <a:pt x="716" y="591"/>
                    <a:pt x="567" y="547"/>
                  </a:cubicBezTo>
                  <a:lnTo>
                    <a:pt x="0" y="326"/>
                  </a:lnTo>
                  <a:lnTo>
                    <a:pt x="0" y="326"/>
                  </a:lnTo>
                  <a:cubicBezTo>
                    <a:pt x="374" y="794"/>
                    <a:pt x="939" y="1053"/>
                    <a:pt x="1527" y="1053"/>
                  </a:cubicBezTo>
                  <a:cubicBezTo>
                    <a:pt x="1731" y="1053"/>
                    <a:pt x="1939" y="1022"/>
                    <a:pt x="2143" y="956"/>
                  </a:cubicBezTo>
                  <a:cubicBezTo>
                    <a:pt x="2426" y="893"/>
                    <a:pt x="2710" y="704"/>
                    <a:pt x="2930" y="484"/>
                  </a:cubicBezTo>
                  <a:lnTo>
                    <a:pt x="3088" y="326"/>
                  </a:lnTo>
                  <a:cubicBezTo>
                    <a:pt x="2993" y="169"/>
                    <a:pt x="2836" y="74"/>
                    <a:pt x="2615" y="11"/>
                  </a:cubicBezTo>
                  <a:cubicBezTo>
                    <a:pt x="2566" y="4"/>
                    <a:pt x="2518" y="0"/>
                    <a:pt x="24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15129;p136">
              <a:extLst>
                <a:ext uri="{FF2B5EF4-FFF2-40B4-BE49-F238E27FC236}">
                  <a16:creationId xmlns:a16="http://schemas.microsoft.com/office/drawing/2014/main" id="{ADBD46E7-8847-4500-0A59-A5C1C1CB53DF}"/>
                </a:ext>
              </a:extLst>
            </p:cNvPr>
            <p:cNvSpPr/>
            <p:nvPr/>
          </p:nvSpPr>
          <p:spPr>
            <a:xfrm>
              <a:off x="-56379450" y="4180300"/>
              <a:ext cx="242600" cy="120525"/>
            </a:xfrm>
            <a:custGeom>
              <a:avLst/>
              <a:gdLst/>
              <a:ahLst/>
              <a:cxnLst/>
              <a:rect l="l" t="t" r="r" b="b"/>
              <a:pathLst>
                <a:path w="9704" h="4821" extrusionOk="0">
                  <a:moveTo>
                    <a:pt x="473" y="0"/>
                  </a:moveTo>
                  <a:cubicBezTo>
                    <a:pt x="221" y="284"/>
                    <a:pt x="0" y="662"/>
                    <a:pt x="0" y="1071"/>
                  </a:cubicBezTo>
                  <a:cubicBezTo>
                    <a:pt x="0" y="1576"/>
                    <a:pt x="284" y="2048"/>
                    <a:pt x="725" y="2332"/>
                  </a:cubicBezTo>
                  <a:cubicBezTo>
                    <a:pt x="946" y="2489"/>
                    <a:pt x="1229" y="2552"/>
                    <a:pt x="1513" y="2552"/>
                  </a:cubicBezTo>
                  <a:cubicBezTo>
                    <a:pt x="1513" y="3403"/>
                    <a:pt x="2174" y="4064"/>
                    <a:pt x="2993" y="4064"/>
                  </a:cubicBezTo>
                  <a:cubicBezTo>
                    <a:pt x="3214" y="4064"/>
                    <a:pt x="3372" y="4033"/>
                    <a:pt x="3529" y="3970"/>
                  </a:cubicBezTo>
                  <a:cubicBezTo>
                    <a:pt x="3750" y="4506"/>
                    <a:pt x="4254" y="4821"/>
                    <a:pt x="4852" y="4821"/>
                  </a:cubicBezTo>
                  <a:cubicBezTo>
                    <a:pt x="5451" y="4821"/>
                    <a:pt x="5955" y="4443"/>
                    <a:pt x="6207" y="3970"/>
                  </a:cubicBezTo>
                  <a:cubicBezTo>
                    <a:pt x="6333" y="4064"/>
                    <a:pt x="6554" y="4064"/>
                    <a:pt x="6711" y="4064"/>
                  </a:cubicBezTo>
                  <a:cubicBezTo>
                    <a:pt x="7530" y="4064"/>
                    <a:pt x="8192" y="3403"/>
                    <a:pt x="8192" y="2552"/>
                  </a:cubicBezTo>
                  <a:cubicBezTo>
                    <a:pt x="9042" y="2552"/>
                    <a:pt x="9704" y="1891"/>
                    <a:pt x="9704" y="1071"/>
                  </a:cubicBezTo>
                  <a:cubicBezTo>
                    <a:pt x="9704" y="662"/>
                    <a:pt x="9546" y="284"/>
                    <a:pt x="9231" y="0"/>
                  </a:cubicBezTo>
                  <a:lnTo>
                    <a:pt x="9168" y="158"/>
                  </a:lnTo>
                  <a:cubicBezTo>
                    <a:pt x="8664" y="945"/>
                    <a:pt x="7814" y="1387"/>
                    <a:pt x="6900" y="1387"/>
                  </a:cubicBezTo>
                  <a:cubicBezTo>
                    <a:pt x="6617" y="1387"/>
                    <a:pt x="6301" y="1355"/>
                    <a:pt x="6018" y="1229"/>
                  </a:cubicBezTo>
                  <a:cubicBezTo>
                    <a:pt x="5640" y="1103"/>
                    <a:pt x="5230" y="882"/>
                    <a:pt x="4978" y="567"/>
                  </a:cubicBezTo>
                  <a:lnTo>
                    <a:pt x="4884" y="473"/>
                  </a:lnTo>
                  <a:lnTo>
                    <a:pt x="4821" y="567"/>
                  </a:lnTo>
                  <a:cubicBezTo>
                    <a:pt x="4506" y="882"/>
                    <a:pt x="4159" y="1071"/>
                    <a:pt x="3750" y="1229"/>
                  </a:cubicBezTo>
                  <a:cubicBezTo>
                    <a:pt x="3466" y="1292"/>
                    <a:pt x="3151" y="1387"/>
                    <a:pt x="2899" y="1387"/>
                  </a:cubicBezTo>
                  <a:cubicBezTo>
                    <a:pt x="1985" y="1387"/>
                    <a:pt x="1103" y="945"/>
                    <a:pt x="599" y="158"/>
                  </a:cubicBezTo>
                  <a:lnTo>
                    <a:pt x="4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15130;p136">
              <a:extLst>
                <a:ext uri="{FF2B5EF4-FFF2-40B4-BE49-F238E27FC236}">
                  <a16:creationId xmlns:a16="http://schemas.microsoft.com/office/drawing/2014/main" id="{9E818F05-68D2-1AB8-3654-7318D6BE9849}"/>
                </a:ext>
              </a:extLst>
            </p:cNvPr>
            <p:cNvSpPr/>
            <p:nvPr/>
          </p:nvSpPr>
          <p:spPr>
            <a:xfrm>
              <a:off x="-56181750" y="4039300"/>
              <a:ext cx="0" cy="25"/>
            </a:xfrm>
            <a:custGeom>
              <a:avLst/>
              <a:gdLst/>
              <a:ahLst/>
              <a:cxnLst/>
              <a:rect l="l" t="t" r="r" b="b"/>
              <a:pathLst>
                <a:path h="1" extrusionOk="0">
                  <a:moveTo>
                    <a:pt x="0" y="1"/>
                  </a:move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15131;p136">
              <a:extLst>
                <a:ext uri="{FF2B5EF4-FFF2-40B4-BE49-F238E27FC236}">
                  <a16:creationId xmlns:a16="http://schemas.microsoft.com/office/drawing/2014/main" id="{D84F924A-3184-DFCE-EDC0-073BA540D96F}"/>
                </a:ext>
              </a:extLst>
            </p:cNvPr>
            <p:cNvSpPr/>
            <p:nvPr/>
          </p:nvSpPr>
          <p:spPr>
            <a:xfrm>
              <a:off x="-56332200" y="40393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06" name="Google Shape;15132;p136">
            <a:extLst>
              <a:ext uri="{FF2B5EF4-FFF2-40B4-BE49-F238E27FC236}">
                <a16:creationId xmlns:a16="http://schemas.microsoft.com/office/drawing/2014/main" id="{E026E1D9-5732-FD89-45DC-86DBA6B3B9E6}"/>
              </a:ext>
            </a:extLst>
          </p:cNvPr>
          <p:cNvGrpSpPr/>
          <p:nvPr/>
        </p:nvGrpSpPr>
        <p:grpSpPr>
          <a:xfrm>
            <a:off x="7994602" y="3912622"/>
            <a:ext cx="317036" cy="359654"/>
            <a:chOff x="-54401725" y="3198925"/>
            <a:chExt cx="281200" cy="319000"/>
          </a:xfrm>
          <a:solidFill>
            <a:schemeClr val="accent1">
              <a:lumMod val="75000"/>
            </a:schemeClr>
          </a:solidFill>
        </p:grpSpPr>
        <p:sp>
          <p:nvSpPr>
            <p:cNvPr id="807" name="Google Shape;15133;p136">
              <a:extLst>
                <a:ext uri="{FF2B5EF4-FFF2-40B4-BE49-F238E27FC236}">
                  <a16:creationId xmlns:a16="http://schemas.microsoft.com/office/drawing/2014/main" id="{E053A154-C133-97AA-1143-4EFA266AEB17}"/>
                </a:ext>
              </a:extLst>
            </p:cNvPr>
            <p:cNvSpPr/>
            <p:nvPr/>
          </p:nvSpPr>
          <p:spPr>
            <a:xfrm>
              <a:off x="-54159150" y="3465925"/>
              <a:ext cx="38625" cy="52000"/>
            </a:xfrm>
            <a:custGeom>
              <a:avLst/>
              <a:gdLst/>
              <a:ahLst/>
              <a:cxnLst/>
              <a:rect l="l" t="t" r="r" b="b"/>
              <a:pathLst>
                <a:path w="1545" h="2080" extrusionOk="0">
                  <a:moveTo>
                    <a:pt x="789" y="0"/>
                  </a:moveTo>
                  <a:cubicBezTo>
                    <a:pt x="379" y="0"/>
                    <a:pt x="1" y="316"/>
                    <a:pt x="1" y="725"/>
                  </a:cubicBezTo>
                  <a:cubicBezTo>
                    <a:pt x="1" y="851"/>
                    <a:pt x="32" y="946"/>
                    <a:pt x="64" y="1040"/>
                  </a:cubicBezTo>
                  <a:lnTo>
                    <a:pt x="631" y="1985"/>
                  </a:lnTo>
                  <a:cubicBezTo>
                    <a:pt x="663" y="2048"/>
                    <a:pt x="694" y="2080"/>
                    <a:pt x="789" y="2080"/>
                  </a:cubicBezTo>
                  <a:cubicBezTo>
                    <a:pt x="852" y="2080"/>
                    <a:pt x="915" y="2017"/>
                    <a:pt x="946" y="1985"/>
                  </a:cubicBezTo>
                  <a:lnTo>
                    <a:pt x="1450" y="1072"/>
                  </a:lnTo>
                  <a:cubicBezTo>
                    <a:pt x="1482" y="977"/>
                    <a:pt x="1545" y="851"/>
                    <a:pt x="1545" y="725"/>
                  </a:cubicBezTo>
                  <a:cubicBezTo>
                    <a:pt x="1545" y="347"/>
                    <a:pt x="1167" y="0"/>
                    <a:pt x="78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15134;p136">
              <a:extLst>
                <a:ext uri="{FF2B5EF4-FFF2-40B4-BE49-F238E27FC236}">
                  <a16:creationId xmlns:a16="http://schemas.microsoft.com/office/drawing/2014/main" id="{53D20658-55D8-77BA-251F-12E01CE66CB1}"/>
                </a:ext>
              </a:extLst>
            </p:cNvPr>
            <p:cNvSpPr/>
            <p:nvPr/>
          </p:nvSpPr>
          <p:spPr>
            <a:xfrm>
              <a:off x="-54401725" y="3465925"/>
              <a:ext cx="38600" cy="52000"/>
            </a:xfrm>
            <a:custGeom>
              <a:avLst/>
              <a:gdLst/>
              <a:ahLst/>
              <a:cxnLst/>
              <a:rect l="l" t="t" r="r" b="b"/>
              <a:pathLst>
                <a:path w="1544" h="2080" extrusionOk="0">
                  <a:moveTo>
                    <a:pt x="788" y="0"/>
                  </a:moveTo>
                  <a:cubicBezTo>
                    <a:pt x="410" y="0"/>
                    <a:pt x="0" y="316"/>
                    <a:pt x="0" y="725"/>
                  </a:cubicBezTo>
                  <a:cubicBezTo>
                    <a:pt x="0" y="851"/>
                    <a:pt x="63" y="946"/>
                    <a:pt x="95" y="1040"/>
                  </a:cubicBezTo>
                  <a:lnTo>
                    <a:pt x="631" y="1985"/>
                  </a:lnTo>
                  <a:cubicBezTo>
                    <a:pt x="694" y="2048"/>
                    <a:pt x="725" y="2080"/>
                    <a:pt x="788" y="2080"/>
                  </a:cubicBezTo>
                  <a:cubicBezTo>
                    <a:pt x="883" y="2080"/>
                    <a:pt x="914" y="2017"/>
                    <a:pt x="946" y="1985"/>
                  </a:cubicBezTo>
                  <a:lnTo>
                    <a:pt x="1481" y="1072"/>
                  </a:lnTo>
                  <a:cubicBezTo>
                    <a:pt x="1513" y="977"/>
                    <a:pt x="1544" y="851"/>
                    <a:pt x="1544" y="725"/>
                  </a:cubicBezTo>
                  <a:cubicBezTo>
                    <a:pt x="1544" y="347"/>
                    <a:pt x="1198" y="0"/>
                    <a:pt x="78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15135;p136">
              <a:extLst>
                <a:ext uri="{FF2B5EF4-FFF2-40B4-BE49-F238E27FC236}">
                  <a16:creationId xmlns:a16="http://schemas.microsoft.com/office/drawing/2014/main" id="{FAF2FDBD-8334-2130-4B6E-E81A9D95A017}"/>
                </a:ext>
              </a:extLst>
            </p:cNvPr>
            <p:cNvSpPr/>
            <p:nvPr/>
          </p:nvSpPr>
          <p:spPr>
            <a:xfrm>
              <a:off x="-54176475" y="3224125"/>
              <a:ext cx="17350" cy="61450"/>
            </a:xfrm>
            <a:custGeom>
              <a:avLst/>
              <a:gdLst/>
              <a:ahLst/>
              <a:cxnLst/>
              <a:rect l="l" t="t" r="r" b="b"/>
              <a:pathLst>
                <a:path w="694" h="2458" extrusionOk="0">
                  <a:moveTo>
                    <a:pt x="347" y="0"/>
                  </a:moveTo>
                  <a:cubicBezTo>
                    <a:pt x="190" y="316"/>
                    <a:pt x="1" y="757"/>
                    <a:pt x="1" y="1229"/>
                  </a:cubicBezTo>
                  <a:cubicBezTo>
                    <a:pt x="1" y="1702"/>
                    <a:pt x="190" y="2143"/>
                    <a:pt x="347" y="2458"/>
                  </a:cubicBezTo>
                  <a:cubicBezTo>
                    <a:pt x="505" y="2143"/>
                    <a:pt x="694" y="1702"/>
                    <a:pt x="694" y="1229"/>
                  </a:cubicBezTo>
                  <a:cubicBezTo>
                    <a:pt x="694" y="757"/>
                    <a:pt x="505" y="316"/>
                    <a:pt x="3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15136;p136">
              <a:extLst>
                <a:ext uri="{FF2B5EF4-FFF2-40B4-BE49-F238E27FC236}">
                  <a16:creationId xmlns:a16="http://schemas.microsoft.com/office/drawing/2014/main" id="{2DF5EA92-115C-35B2-F63B-C7232D20362C}"/>
                </a:ext>
              </a:extLst>
            </p:cNvPr>
            <p:cNvSpPr/>
            <p:nvPr/>
          </p:nvSpPr>
          <p:spPr>
            <a:xfrm>
              <a:off x="-54385975" y="3198925"/>
              <a:ext cx="198500" cy="74850"/>
            </a:xfrm>
            <a:custGeom>
              <a:avLst/>
              <a:gdLst/>
              <a:ahLst/>
              <a:cxnLst/>
              <a:rect l="l" t="t" r="r" b="b"/>
              <a:pathLst>
                <a:path w="7940" h="2994" extrusionOk="0">
                  <a:moveTo>
                    <a:pt x="4978" y="0"/>
                  </a:moveTo>
                  <a:cubicBezTo>
                    <a:pt x="2836" y="0"/>
                    <a:pt x="946" y="1229"/>
                    <a:pt x="1" y="2993"/>
                  </a:cubicBezTo>
                  <a:lnTo>
                    <a:pt x="7688" y="2993"/>
                  </a:lnTo>
                  <a:cubicBezTo>
                    <a:pt x="7625" y="2741"/>
                    <a:pt x="7562" y="2521"/>
                    <a:pt x="7562" y="2237"/>
                  </a:cubicBezTo>
                  <a:cubicBezTo>
                    <a:pt x="7562" y="1733"/>
                    <a:pt x="7719" y="1261"/>
                    <a:pt x="7940" y="851"/>
                  </a:cubicBezTo>
                  <a:cubicBezTo>
                    <a:pt x="7026" y="315"/>
                    <a:pt x="6049" y="0"/>
                    <a:pt x="49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15137;p136">
              <a:extLst>
                <a:ext uri="{FF2B5EF4-FFF2-40B4-BE49-F238E27FC236}">
                  <a16:creationId xmlns:a16="http://schemas.microsoft.com/office/drawing/2014/main" id="{4DCC4121-FA36-91A1-ACA0-C66009FCC3AA}"/>
                </a:ext>
              </a:extLst>
            </p:cNvPr>
            <p:cNvSpPr/>
            <p:nvPr/>
          </p:nvSpPr>
          <p:spPr>
            <a:xfrm>
              <a:off x="-54400950" y="3385575"/>
              <a:ext cx="37050" cy="19725"/>
            </a:xfrm>
            <a:custGeom>
              <a:avLst/>
              <a:gdLst/>
              <a:ahLst/>
              <a:cxnLst/>
              <a:rect l="l" t="t" r="r" b="b"/>
              <a:pathLst>
                <a:path w="1482" h="789" extrusionOk="0">
                  <a:moveTo>
                    <a:pt x="1" y="1"/>
                  </a:moveTo>
                  <a:lnTo>
                    <a:pt x="1" y="789"/>
                  </a:lnTo>
                  <a:lnTo>
                    <a:pt x="1482" y="789"/>
                  </a:lnTo>
                  <a:lnTo>
                    <a:pt x="148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15138;p136">
              <a:extLst>
                <a:ext uri="{FF2B5EF4-FFF2-40B4-BE49-F238E27FC236}">
                  <a16:creationId xmlns:a16="http://schemas.microsoft.com/office/drawing/2014/main" id="{A7A66800-455C-95E2-87AA-9A38E142ECCA}"/>
                </a:ext>
              </a:extLst>
            </p:cNvPr>
            <p:cNvSpPr/>
            <p:nvPr/>
          </p:nvSpPr>
          <p:spPr>
            <a:xfrm>
              <a:off x="-54401725" y="3292650"/>
              <a:ext cx="128400" cy="74850"/>
            </a:xfrm>
            <a:custGeom>
              <a:avLst/>
              <a:gdLst/>
              <a:ahLst/>
              <a:cxnLst/>
              <a:rect l="l" t="t" r="r" b="b"/>
              <a:pathLst>
                <a:path w="5136" h="2994" extrusionOk="0">
                  <a:moveTo>
                    <a:pt x="315" y="0"/>
                  </a:moveTo>
                  <a:cubicBezTo>
                    <a:pt x="126" y="567"/>
                    <a:pt x="0" y="1198"/>
                    <a:pt x="0" y="1828"/>
                  </a:cubicBezTo>
                  <a:lnTo>
                    <a:pt x="0" y="2993"/>
                  </a:lnTo>
                  <a:lnTo>
                    <a:pt x="1513" y="2993"/>
                  </a:lnTo>
                  <a:lnTo>
                    <a:pt x="1513" y="1828"/>
                  </a:lnTo>
                  <a:cubicBezTo>
                    <a:pt x="1513" y="1639"/>
                    <a:pt x="1670" y="1481"/>
                    <a:pt x="1859" y="1481"/>
                  </a:cubicBezTo>
                  <a:lnTo>
                    <a:pt x="2615" y="1481"/>
                  </a:lnTo>
                  <a:cubicBezTo>
                    <a:pt x="3592" y="1481"/>
                    <a:pt x="4821" y="788"/>
                    <a:pt x="513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15139;p136">
              <a:extLst>
                <a:ext uri="{FF2B5EF4-FFF2-40B4-BE49-F238E27FC236}">
                  <a16:creationId xmlns:a16="http://schemas.microsoft.com/office/drawing/2014/main" id="{8A7F0EF7-84A1-9FA7-9B99-0DB689F638B7}"/>
                </a:ext>
              </a:extLst>
            </p:cNvPr>
            <p:cNvSpPr/>
            <p:nvPr/>
          </p:nvSpPr>
          <p:spPr>
            <a:xfrm>
              <a:off x="-54250500" y="3266650"/>
              <a:ext cx="128400" cy="99275"/>
            </a:xfrm>
            <a:custGeom>
              <a:avLst/>
              <a:gdLst/>
              <a:ahLst/>
              <a:cxnLst/>
              <a:rect l="l" t="t" r="r" b="b"/>
              <a:pathLst>
                <a:path w="5136" h="3971" extrusionOk="0">
                  <a:moveTo>
                    <a:pt x="4317" y="1"/>
                  </a:moveTo>
                  <a:cubicBezTo>
                    <a:pt x="4159" y="914"/>
                    <a:pt x="3560" y="1607"/>
                    <a:pt x="3529" y="1607"/>
                  </a:cubicBezTo>
                  <a:cubicBezTo>
                    <a:pt x="3466" y="1702"/>
                    <a:pt x="3371" y="1734"/>
                    <a:pt x="3245" y="1734"/>
                  </a:cubicBezTo>
                  <a:cubicBezTo>
                    <a:pt x="3151" y="1734"/>
                    <a:pt x="3056" y="1702"/>
                    <a:pt x="2993" y="1607"/>
                  </a:cubicBezTo>
                  <a:cubicBezTo>
                    <a:pt x="2993" y="1607"/>
                    <a:pt x="2741" y="1387"/>
                    <a:pt x="2552" y="977"/>
                  </a:cubicBezTo>
                  <a:lnTo>
                    <a:pt x="0" y="977"/>
                  </a:lnTo>
                  <a:cubicBezTo>
                    <a:pt x="315" y="1765"/>
                    <a:pt x="1576" y="2490"/>
                    <a:pt x="2521" y="2490"/>
                  </a:cubicBezTo>
                  <a:lnTo>
                    <a:pt x="3245" y="2490"/>
                  </a:lnTo>
                  <a:cubicBezTo>
                    <a:pt x="3466" y="2490"/>
                    <a:pt x="3623" y="2647"/>
                    <a:pt x="3623" y="2836"/>
                  </a:cubicBezTo>
                  <a:lnTo>
                    <a:pt x="3623" y="3970"/>
                  </a:lnTo>
                  <a:lnTo>
                    <a:pt x="5104" y="3970"/>
                  </a:lnTo>
                  <a:lnTo>
                    <a:pt x="5104" y="2521"/>
                  </a:lnTo>
                  <a:cubicBezTo>
                    <a:pt x="5136" y="2458"/>
                    <a:pt x="5136" y="2395"/>
                    <a:pt x="5104" y="2364"/>
                  </a:cubicBezTo>
                  <a:cubicBezTo>
                    <a:pt x="5041" y="1544"/>
                    <a:pt x="4758" y="725"/>
                    <a:pt x="431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15140;p136">
              <a:extLst>
                <a:ext uri="{FF2B5EF4-FFF2-40B4-BE49-F238E27FC236}">
                  <a16:creationId xmlns:a16="http://schemas.microsoft.com/office/drawing/2014/main" id="{B6C3D557-3424-74A7-1DF0-CE8B814C30B8}"/>
                </a:ext>
              </a:extLst>
            </p:cNvPr>
            <p:cNvSpPr/>
            <p:nvPr/>
          </p:nvSpPr>
          <p:spPr>
            <a:xfrm>
              <a:off x="-54159150" y="3385575"/>
              <a:ext cx="37050" cy="19725"/>
            </a:xfrm>
            <a:custGeom>
              <a:avLst/>
              <a:gdLst/>
              <a:ahLst/>
              <a:cxnLst/>
              <a:rect l="l" t="t" r="r" b="b"/>
              <a:pathLst>
                <a:path w="1482" h="789" extrusionOk="0">
                  <a:moveTo>
                    <a:pt x="1" y="1"/>
                  </a:moveTo>
                  <a:lnTo>
                    <a:pt x="1" y="789"/>
                  </a:lnTo>
                  <a:lnTo>
                    <a:pt x="1482" y="789"/>
                  </a:lnTo>
                  <a:lnTo>
                    <a:pt x="148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15141;p136">
              <a:extLst>
                <a:ext uri="{FF2B5EF4-FFF2-40B4-BE49-F238E27FC236}">
                  <a16:creationId xmlns:a16="http://schemas.microsoft.com/office/drawing/2014/main" id="{BCD302B8-A199-5D53-9DEB-6731447BFBE2}"/>
                </a:ext>
              </a:extLst>
            </p:cNvPr>
            <p:cNvSpPr/>
            <p:nvPr/>
          </p:nvSpPr>
          <p:spPr>
            <a:xfrm>
              <a:off x="-54345025" y="3309975"/>
              <a:ext cx="167000" cy="207175"/>
            </a:xfrm>
            <a:custGeom>
              <a:avLst/>
              <a:gdLst/>
              <a:ahLst/>
              <a:cxnLst/>
              <a:rect l="l" t="t" r="r" b="b"/>
              <a:pathLst>
                <a:path w="6680" h="8287" extrusionOk="0">
                  <a:moveTo>
                    <a:pt x="1797" y="2332"/>
                  </a:moveTo>
                  <a:cubicBezTo>
                    <a:pt x="1986" y="2332"/>
                    <a:pt x="2143" y="2489"/>
                    <a:pt x="2143" y="2678"/>
                  </a:cubicBezTo>
                  <a:cubicBezTo>
                    <a:pt x="2143" y="2867"/>
                    <a:pt x="1986" y="3025"/>
                    <a:pt x="1797" y="3025"/>
                  </a:cubicBezTo>
                  <a:cubicBezTo>
                    <a:pt x="1639" y="3025"/>
                    <a:pt x="1450" y="2867"/>
                    <a:pt x="1450" y="2678"/>
                  </a:cubicBezTo>
                  <a:cubicBezTo>
                    <a:pt x="1450" y="2489"/>
                    <a:pt x="1608" y="2332"/>
                    <a:pt x="1797" y="2332"/>
                  </a:cubicBezTo>
                  <a:close/>
                  <a:moveTo>
                    <a:pt x="4821" y="2332"/>
                  </a:moveTo>
                  <a:cubicBezTo>
                    <a:pt x="5042" y="2332"/>
                    <a:pt x="5199" y="2489"/>
                    <a:pt x="5199" y="2678"/>
                  </a:cubicBezTo>
                  <a:cubicBezTo>
                    <a:pt x="5199" y="2867"/>
                    <a:pt x="5042" y="3025"/>
                    <a:pt x="4821" y="3025"/>
                  </a:cubicBezTo>
                  <a:cubicBezTo>
                    <a:pt x="4632" y="3025"/>
                    <a:pt x="4474" y="2867"/>
                    <a:pt x="4474" y="2678"/>
                  </a:cubicBezTo>
                  <a:cubicBezTo>
                    <a:pt x="4474" y="2489"/>
                    <a:pt x="4632" y="2332"/>
                    <a:pt x="4821" y="2332"/>
                  </a:cubicBezTo>
                  <a:close/>
                  <a:moveTo>
                    <a:pt x="4392" y="4892"/>
                  </a:moveTo>
                  <a:cubicBezTo>
                    <a:pt x="4482" y="4892"/>
                    <a:pt x="4569" y="4931"/>
                    <a:pt x="4632" y="5010"/>
                  </a:cubicBezTo>
                  <a:cubicBezTo>
                    <a:pt x="4790" y="5136"/>
                    <a:pt x="4790" y="5356"/>
                    <a:pt x="4632" y="5514"/>
                  </a:cubicBezTo>
                  <a:cubicBezTo>
                    <a:pt x="4285" y="5860"/>
                    <a:pt x="3813" y="6049"/>
                    <a:pt x="3340" y="6049"/>
                  </a:cubicBezTo>
                  <a:cubicBezTo>
                    <a:pt x="2868" y="6049"/>
                    <a:pt x="2364" y="5860"/>
                    <a:pt x="2049" y="5514"/>
                  </a:cubicBezTo>
                  <a:cubicBezTo>
                    <a:pt x="1891" y="5356"/>
                    <a:pt x="1891" y="5136"/>
                    <a:pt x="2049" y="5010"/>
                  </a:cubicBezTo>
                  <a:cubicBezTo>
                    <a:pt x="2127" y="4931"/>
                    <a:pt x="2222" y="4892"/>
                    <a:pt x="2312" y="4892"/>
                  </a:cubicBezTo>
                  <a:cubicBezTo>
                    <a:pt x="2403" y="4892"/>
                    <a:pt x="2490" y="4931"/>
                    <a:pt x="2553" y="5010"/>
                  </a:cubicBezTo>
                  <a:cubicBezTo>
                    <a:pt x="2773" y="5230"/>
                    <a:pt x="3057" y="5341"/>
                    <a:pt x="3340" y="5341"/>
                  </a:cubicBezTo>
                  <a:cubicBezTo>
                    <a:pt x="3624" y="5341"/>
                    <a:pt x="3907" y="5230"/>
                    <a:pt x="4128" y="5010"/>
                  </a:cubicBezTo>
                  <a:cubicBezTo>
                    <a:pt x="4207" y="4931"/>
                    <a:pt x="4301" y="4892"/>
                    <a:pt x="4392" y="4892"/>
                  </a:cubicBezTo>
                  <a:close/>
                  <a:moveTo>
                    <a:pt x="3340" y="1"/>
                  </a:moveTo>
                  <a:cubicBezTo>
                    <a:pt x="2710" y="914"/>
                    <a:pt x="1324" y="1513"/>
                    <a:pt x="347" y="1513"/>
                  </a:cubicBezTo>
                  <a:lnTo>
                    <a:pt x="1" y="1513"/>
                  </a:lnTo>
                  <a:lnTo>
                    <a:pt x="1" y="4915"/>
                  </a:lnTo>
                  <a:cubicBezTo>
                    <a:pt x="1" y="6774"/>
                    <a:pt x="1482" y="8286"/>
                    <a:pt x="3340" y="8286"/>
                  </a:cubicBezTo>
                  <a:cubicBezTo>
                    <a:pt x="5199" y="8286"/>
                    <a:pt x="6680" y="6774"/>
                    <a:pt x="6680" y="4915"/>
                  </a:cubicBezTo>
                  <a:lnTo>
                    <a:pt x="6680" y="1513"/>
                  </a:lnTo>
                  <a:lnTo>
                    <a:pt x="6333" y="1513"/>
                  </a:lnTo>
                  <a:cubicBezTo>
                    <a:pt x="6307" y="1514"/>
                    <a:pt x="6281" y="1514"/>
                    <a:pt x="6254" y="1514"/>
                  </a:cubicBezTo>
                  <a:cubicBezTo>
                    <a:pt x="5228" y="1514"/>
                    <a:pt x="3955" y="922"/>
                    <a:pt x="33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15142;p136">
              <a:extLst>
                <a:ext uri="{FF2B5EF4-FFF2-40B4-BE49-F238E27FC236}">
                  <a16:creationId xmlns:a16="http://schemas.microsoft.com/office/drawing/2014/main" id="{364331F2-5394-A7BD-DE82-1792713514F5}"/>
                </a:ext>
              </a:extLst>
            </p:cNvPr>
            <p:cNvSpPr/>
            <p:nvPr/>
          </p:nvSpPr>
          <p:spPr>
            <a:xfrm>
              <a:off x="-54401725" y="3424175"/>
              <a:ext cx="37825" cy="40975"/>
            </a:xfrm>
            <a:custGeom>
              <a:avLst/>
              <a:gdLst/>
              <a:ahLst/>
              <a:cxnLst/>
              <a:rect l="l" t="t" r="r" b="b"/>
              <a:pathLst>
                <a:path w="1513" h="1639" extrusionOk="0">
                  <a:moveTo>
                    <a:pt x="0" y="1"/>
                  </a:moveTo>
                  <a:lnTo>
                    <a:pt x="0" y="914"/>
                  </a:lnTo>
                  <a:cubicBezTo>
                    <a:pt x="0" y="1292"/>
                    <a:pt x="315" y="1639"/>
                    <a:pt x="757" y="1639"/>
                  </a:cubicBezTo>
                  <a:cubicBezTo>
                    <a:pt x="1198" y="1639"/>
                    <a:pt x="1513" y="1324"/>
                    <a:pt x="1513" y="914"/>
                  </a:cubicBezTo>
                  <a:lnTo>
                    <a:pt x="151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15143;p136">
              <a:extLst>
                <a:ext uri="{FF2B5EF4-FFF2-40B4-BE49-F238E27FC236}">
                  <a16:creationId xmlns:a16="http://schemas.microsoft.com/office/drawing/2014/main" id="{F1476295-6C01-4077-BF7A-0EF7F5B7214E}"/>
                </a:ext>
              </a:extLst>
            </p:cNvPr>
            <p:cNvSpPr/>
            <p:nvPr/>
          </p:nvSpPr>
          <p:spPr>
            <a:xfrm>
              <a:off x="-54159150" y="3424175"/>
              <a:ext cx="37050" cy="40975"/>
            </a:xfrm>
            <a:custGeom>
              <a:avLst/>
              <a:gdLst/>
              <a:ahLst/>
              <a:cxnLst/>
              <a:rect l="l" t="t" r="r" b="b"/>
              <a:pathLst>
                <a:path w="1482" h="1639" extrusionOk="0">
                  <a:moveTo>
                    <a:pt x="1" y="1"/>
                  </a:moveTo>
                  <a:lnTo>
                    <a:pt x="1" y="914"/>
                  </a:lnTo>
                  <a:cubicBezTo>
                    <a:pt x="1" y="1292"/>
                    <a:pt x="316" y="1639"/>
                    <a:pt x="757" y="1639"/>
                  </a:cubicBezTo>
                  <a:cubicBezTo>
                    <a:pt x="1167" y="1639"/>
                    <a:pt x="1482" y="1324"/>
                    <a:pt x="1482" y="914"/>
                  </a:cubicBezTo>
                  <a:lnTo>
                    <a:pt x="148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18" name="Google Shape;15144;p136">
            <a:extLst>
              <a:ext uri="{FF2B5EF4-FFF2-40B4-BE49-F238E27FC236}">
                <a16:creationId xmlns:a16="http://schemas.microsoft.com/office/drawing/2014/main" id="{D809AF85-9E84-9F84-61B2-8037882A543A}"/>
              </a:ext>
            </a:extLst>
          </p:cNvPr>
          <p:cNvGrpSpPr/>
          <p:nvPr/>
        </p:nvGrpSpPr>
        <p:grpSpPr>
          <a:xfrm>
            <a:off x="7995490" y="4383617"/>
            <a:ext cx="315261" cy="358780"/>
            <a:chOff x="-54401725" y="3590375"/>
            <a:chExt cx="279625" cy="318225"/>
          </a:xfrm>
          <a:solidFill>
            <a:schemeClr val="accent1">
              <a:lumMod val="75000"/>
            </a:schemeClr>
          </a:solidFill>
        </p:grpSpPr>
        <p:sp>
          <p:nvSpPr>
            <p:cNvPr id="819" name="Google Shape;15145;p136">
              <a:extLst>
                <a:ext uri="{FF2B5EF4-FFF2-40B4-BE49-F238E27FC236}">
                  <a16:creationId xmlns:a16="http://schemas.microsoft.com/office/drawing/2014/main" id="{F83D9D7F-1CB4-7A10-4E5F-0E417EE193F6}"/>
                </a:ext>
              </a:extLst>
            </p:cNvPr>
            <p:cNvSpPr/>
            <p:nvPr/>
          </p:nvSpPr>
          <p:spPr>
            <a:xfrm>
              <a:off x="-54194575" y="3721900"/>
              <a:ext cx="35450" cy="19725"/>
            </a:xfrm>
            <a:custGeom>
              <a:avLst/>
              <a:gdLst/>
              <a:ahLst/>
              <a:cxnLst/>
              <a:rect l="l" t="t" r="r" b="b"/>
              <a:pathLst>
                <a:path w="1418" h="789" extrusionOk="0">
                  <a:moveTo>
                    <a:pt x="0" y="1"/>
                  </a:moveTo>
                  <a:cubicBezTo>
                    <a:pt x="158" y="410"/>
                    <a:pt x="536" y="788"/>
                    <a:pt x="1071" y="788"/>
                  </a:cubicBezTo>
                  <a:lnTo>
                    <a:pt x="1418" y="788"/>
                  </a:lnTo>
                  <a:lnTo>
                    <a:pt x="141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15146;p136">
              <a:extLst>
                <a:ext uri="{FF2B5EF4-FFF2-40B4-BE49-F238E27FC236}">
                  <a16:creationId xmlns:a16="http://schemas.microsoft.com/office/drawing/2014/main" id="{7174ADA6-7E13-A686-ECEC-DCEA362D6387}"/>
                </a:ext>
              </a:extLst>
            </p:cNvPr>
            <p:cNvSpPr/>
            <p:nvPr/>
          </p:nvSpPr>
          <p:spPr>
            <a:xfrm>
              <a:off x="-54380450" y="3590375"/>
              <a:ext cx="237075" cy="112650"/>
            </a:xfrm>
            <a:custGeom>
              <a:avLst/>
              <a:gdLst/>
              <a:ahLst/>
              <a:cxnLst/>
              <a:rect l="l" t="t" r="r" b="b"/>
              <a:pathLst>
                <a:path w="9483" h="4506" extrusionOk="0">
                  <a:moveTo>
                    <a:pt x="4789" y="1575"/>
                  </a:moveTo>
                  <a:cubicBezTo>
                    <a:pt x="5009" y="1575"/>
                    <a:pt x="5135" y="1733"/>
                    <a:pt x="5135" y="1954"/>
                  </a:cubicBezTo>
                  <a:lnTo>
                    <a:pt x="5135" y="2300"/>
                  </a:lnTo>
                  <a:lnTo>
                    <a:pt x="5513" y="2300"/>
                  </a:lnTo>
                  <a:cubicBezTo>
                    <a:pt x="5702" y="2300"/>
                    <a:pt x="5860" y="2458"/>
                    <a:pt x="5860" y="2647"/>
                  </a:cubicBezTo>
                  <a:cubicBezTo>
                    <a:pt x="5860" y="2836"/>
                    <a:pt x="5702" y="2993"/>
                    <a:pt x="5513" y="2993"/>
                  </a:cubicBezTo>
                  <a:lnTo>
                    <a:pt x="5135" y="2993"/>
                  </a:lnTo>
                  <a:lnTo>
                    <a:pt x="5135" y="3371"/>
                  </a:lnTo>
                  <a:cubicBezTo>
                    <a:pt x="5135" y="3560"/>
                    <a:pt x="5009" y="3718"/>
                    <a:pt x="4789" y="3718"/>
                  </a:cubicBezTo>
                  <a:cubicBezTo>
                    <a:pt x="4600" y="3718"/>
                    <a:pt x="4442" y="3560"/>
                    <a:pt x="4442" y="3371"/>
                  </a:cubicBezTo>
                  <a:lnTo>
                    <a:pt x="4442" y="2993"/>
                  </a:lnTo>
                  <a:lnTo>
                    <a:pt x="4096" y="2993"/>
                  </a:lnTo>
                  <a:cubicBezTo>
                    <a:pt x="3907" y="2993"/>
                    <a:pt x="3749" y="2836"/>
                    <a:pt x="3749" y="2647"/>
                  </a:cubicBezTo>
                  <a:cubicBezTo>
                    <a:pt x="3749" y="2458"/>
                    <a:pt x="3907" y="2300"/>
                    <a:pt x="4096" y="2300"/>
                  </a:cubicBezTo>
                  <a:lnTo>
                    <a:pt x="4442" y="2300"/>
                  </a:lnTo>
                  <a:lnTo>
                    <a:pt x="4442" y="1954"/>
                  </a:lnTo>
                  <a:cubicBezTo>
                    <a:pt x="4442" y="1733"/>
                    <a:pt x="4600" y="1575"/>
                    <a:pt x="4789" y="1575"/>
                  </a:cubicBezTo>
                  <a:close/>
                  <a:moveTo>
                    <a:pt x="2048" y="0"/>
                  </a:moveTo>
                  <a:cubicBezTo>
                    <a:pt x="882" y="0"/>
                    <a:pt x="0" y="1040"/>
                    <a:pt x="189" y="2174"/>
                  </a:cubicBezTo>
                  <a:lnTo>
                    <a:pt x="567" y="4505"/>
                  </a:lnTo>
                  <a:lnTo>
                    <a:pt x="8916" y="4505"/>
                  </a:lnTo>
                  <a:lnTo>
                    <a:pt x="9326" y="2174"/>
                  </a:lnTo>
                  <a:cubicBezTo>
                    <a:pt x="9483" y="1040"/>
                    <a:pt x="8601" y="0"/>
                    <a:pt x="74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15147;p136">
              <a:extLst>
                <a:ext uri="{FF2B5EF4-FFF2-40B4-BE49-F238E27FC236}">
                  <a16:creationId xmlns:a16="http://schemas.microsoft.com/office/drawing/2014/main" id="{ED60AADC-867A-74AA-4A30-CC5FC9A0CC54}"/>
                </a:ext>
              </a:extLst>
            </p:cNvPr>
            <p:cNvSpPr/>
            <p:nvPr/>
          </p:nvSpPr>
          <p:spPr>
            <a:xfrm>
              <a:off x="-54363925" y="3721900"/>
              <a:ext cx="35475" cy="19725"/>
            </a:xfrm>
            <a:custGeom>
              <a:avLst/>
              <a:gdLst/>
              <a:ahLst/>
              <a:cxnLst/>
              <a:rect l="l" t="t" r="r" b="b"/>
              <a:pathLst>
                <a:path w="1419" h="789" extrusionOk="0">
                  <a:moveTo>
                    <a:pt x="1" y="1"/>
                  </a:moveTo>
                  <a:lnTo>
                    <a:pt x="1" y="788"/>
                  </a:lnTo>
                  <a:lnTo>
                    <a:pt x="347" y="788"/>
                  </a:lnTo>
                  <a:cubicBezTo>
                    <a:pt x="820" y="788"/>
                    <a:pt x="1261" y="410"/>
                    <a:pt x="141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15148;p136">
              <a:extLst>
                <a:ext uri="{FF2B5EF4-FFF2-40B4-BE49-F238E27FC236}">
                  <a16:creationId xmlns:a16="http://schemas.microsoft.com/office/drawing/2014/main" id="{278C6F4A-CFC9-BD15-5ED3-0632EB2217F6}"/>
                </a:ext>
              </a:extLst>
            </p:cNvPr>
            <p:cNvSpPr/>
            <p:nvPr/>
          </p:nvSpPr>
          <p:spPr>
            <a:xfrm>
              <a:off x="-54363925" y="3721900"/>
              <a:ext cx="204800" cy="186700"/>
            </a:xfrm>
            <a:custGeom>
              <a:avLst/>
              <a:gdLst/>
              <a:ahLst/>
              <a:cxnLst/>
              <a:rect l="l" t="t" r="r" b="b"/>
              <a:pathLst>
                <a:path w="8192" h="7468" extrusionOk="0">
                  <a:moveTo>
                    <a:pt x="2553" y="1513"/>
                  </a:moveTo>
                  <a:cubicBezTo>
                    <a:pt x="2742" y="1513"/>
                    <a:pt x="2899" y="1670"/>
                    <a:pt x="2899" y="1891"/>
                  </a:cubicBezTo>
                  <a:cubicBezTo>
                    <a:pt x="2899" y="2080"/>
                    <a:pt x="2742" y="2237"/>
                    <a:pt x="2553" y="2237"/>
                  </a:cubicBezTo>
                  <a:cubicBezTo>
                    <a:pt x="2541" y="2240"/>
                    <a:pt x="2529" y="2241"/>
                    <a:pt x="2517" y="2241"/>
                  </a:cubicBezTo>
                  <a:cubicBezTo>
                    <a:pt x="2368" y="2241"/>
                    <a:pt x="2206" y="2066"/>
                    <a:pt x="2206" y="1891"/>
                  </a:cubicBezTo>
                  <a:cubicBezTo>
                    <a:pt x="2206" y="1670"/>
                    <a:pt x="2364" y="1513"/>
                    <a:pt x="2553" y="1513"/>
                  </a:cubicBezTo>
                  <a:close/>
                  <a:moveTo>
                    <a:pt x="5577" y="1576"/>
                  </a:moveTo>
                  <a:cubicBezTo>
                    <a:pt x="5798" y="1576"/>
                    <a:pt x="5955" y="1733"/>
                    <a:pt x="5955" y="1922"/>
                  </a:cubicBezTo>
                  <a:cubicBezTo>
                    <a:pt x="5955" y="2111"/>
                    <a:pt x="5798" y="2269"/>
                    <a:pt x="5577" y="2269"/>
                  </a:cubicBezTo>
                  <a:cubicBezTo>
                    <a:pt x="5388" y="2269"/>
                    <a:pt x="5230" y="2111"/>
                    <a:pt x="5230" y="1922"/>
                  </a:cubicBezTo>
                  <a:cubicBezTo>
                    <a:pt x="5230" y="1733"/>
                    <a:pt x="5388" y="1576"/>
                    <a:pt x="5577" y="1576"/>
                  </a:cubicBezTo>
                  <a:close/>
                  <a:moveTo>
                    <a:pt x="5148" y="4073"/>
                  </a:moveTo>
                  <a:cubicBezTo>
                    <a:pt x="5238" y="4073"/>
                    <a:pt x="5325" y="4112"/>
                    <a:pt x="5388" y="4191"/>
                  </a:cubicBezTo>
                  <a:cubicBezTo>
                    <a:pt x="5546" y="4317"/>
                    <a:pt x="5546" y="4537"/>
                    <a:pt x="5388" y="4726"/>
                  </a:cubicBezTo>
                  <a:cubicBezTo>
                    <a:pt x="5041" y="5073"/>
                    <a:pt x="4569" y="5262"/>
                    <a:pt x="4096" y="5262"/>
                  </a:cubicBezTo>
                  <a:cubicBezTo>
                    <a:pt x="3624" y="5262"/>
                    <a:pt x="3120" y="5073"/>
                    <a:pt x="2805" y="4726"/>
                  </a:cubicBezTo>
                  <a:cubicBezTo>
                    <a:pt x="2647" y="4569"/>
                    <a:pt x="2647" y="4317"/>
                    <a:pt x="2805" y="4191"/>
                  </a:cubicBezTo>
                  <a:cubicBezTo>
                    <a:pt x="2883" y="4112"/>
                    <a:pt x="2978" y="4073"/>
                    <a:pt x="3068" y="4073"/>
                  </a:cubicBezTo>
                  <a:cubicBezTo>
                    <a:pt x="3159" y="4073"/>
                    <a:pt x="3246" y="4112"/>
                    <a:pt x="3309" y="4191"/>
                  </a:cubicBezTo>
                  <a:cubicBezTo>
                    <a:pt x="3529" y="4411"/>
                    <a:pt x="3813" y="4521"/>
                    <a:pt x="4096" y="4521"/>
                  </a:cubicBezTo>
                  <a:cubicBezTo>
                    <a:pt x="4380" y="4521"/>
                    <a:pt x="4663" y="4411"/>
                    <a:pt x="4884" y="4191"/>
                  </a:cubicBezTo>
                  <a:cubicBezTo>
                    <a:pt x="4963" y="4112"/>
                    <a:pt x="5057" y="4073"/>
                    <a:pt x="5148" y="4073"/>
                  </a:cubicBezTo>
                  <a:close/>
                  <a:moveTo>
                    <a:pt x="2175" y="1"/>
                  </a:moveTo>
                  <a:cubicBezTo>
                    <a:pt x="2017" y="851"/>
                    <a:pt x="1229" y="1513"/>
                    <a:pt x="347" y="1513"/>
                  </a:cubicBezTo>
                  <a:lnTo>
                    <a:pt x="1" y="1513"/>
                  </a:lnTo>
                  <a:lnTo>
                    <a:pt x="1" y="3372"/>
                  </a:lnTo>
                  <a:cubicBezTo>
                    <a:pt x="1" y="5608"/>
                    <a:pt x="1859" y="7467"/>
                    <a:pt x="4096" y="7467"/>
                  </a:cubicBezTo>
                  <a:cubicBezTo>
                    <a:pt x="6333" y="7467"/>
                    <a:pt x="8192" y="5608"/>
                    <a:pt x="8192" y="3372"/>
                  </a:cubicBezTo>
                  <a:lnTo>
                    <a:pt x="8192" y="1513"/>
                  </a:lnTo>
                  <a:lnTo>
                    <a:pt x="7845" y="1513"/>
                  </a:lnTo>
                  <a:cubicBezTo>
                    <a:pt x="6932" y="1513"/>
                    <a:pt x="6176" y="820"/>
                    <a:pt x="59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15149;p136">
              <a:extLst>
                <a:ext uri="{FF2B5EF4-FFF2-40B4-BE49-F238E27FC236}">
                  <a16:creationId xmlns:a16="http://schemas.microsoft.com/office/drawing/2014/main" id="{4EFA622B-27CD-5108-914B-8E28035BB52A}"/>
                </a:ext>
              </a:extLst>
            </p:cNvPr>
            <p:cNvSpPr/>
            <p:nvPr/>
          </p:nvSpPr>
          <p:spPr>
            <a:xfrm>
              <a:off x="-54401725" y="3747100"/>
              <a:ext cx="18925" cy="63825"/>
            </a:xfrm>
            <a:custGeom>
              <a:avLst/>
              <a:gdLst/>
              <a:ahLst/>
              <a:cxnLst/>
              <a:rect l="l" t="t" r="r" b="b"/>
              <a:pathLst>
                <a:path w="757" h="2553" extrusionOk="0">
                  <a:moveTo>
                    <a:pt x="757" y="1"/>
                  </a:moveTo>
                  <a:cubicBezTo>
                    <a:pt x="284" y="253"/>
                    <a:pt x="0" y="725"/>
                    <a:pt x="0" y="1261"/>
                  </a:cubicBezTo>
                  <a:cubicBezTo>
                    <a:pt x="0" y="1828"/>
                    <a:pt x="315" y="2301"/>
                    <a:pt x="757" y="2553"/>
                  </a:cubicBezTo>
                  <a:lnTo>
                    <a:pt x="75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15150;p136">
              <a:extLst>
                <a:ext uri="{FF2B5EF4-FFF2-40B4-BE49-F238E27FC236}">
                  <a16:creationId xmlns:a16="http://schemas.microsoft.com/office/drawing/2014/main" id="{C9D098F5-CFED-C5F4-3EC7-4CCF52FD4CD6}"/>
                </a:ext>
              </a:extLst>
            </p:cNvPr>
            <p:cNvSpPr/>
            <p:nvPr/>
          </p:nvSpPr>
          <p:spPr>
            <a:xfrm>
              <a:off x="-54140225" y="3746325"/>
              <a:ext cx="18125" cy="63825"/>
            </a:xfrm>
            <a:custGeom>
              <a:avLst/>
              <a:gdLst/>
              <a:ahLst/>
              <a:cxnLst/>
              <a:rect l="l" t="t" r="r" b="b"/>
              <a:pathLst>
                <a:path w="725" h="2553" extrusionOk="0">
                  <a:moveTo>
                    <a:pt x="0" y="0"/>
                  </a:moveTo>
                  <a:lnTo>
                    <a:pt x="0" y="2552"/>
                  </a:lnTo>
                  <a:cubicBezTo>
                    <a:pt x="410" y="2269"/>
                    <a:pt x="725" y="1796"/>
                    <a:pt x="725" y="1260"/>
                  </a:cubicBezTo>
                  <a:cubicBezTo>
                    <a:pt x="725" y="756"/>
                    <a:pt x="410" y="28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5" name="Google Shape;15151;p136">
            <a:extLst>
              <a:ext uri="{FF2B5EF4-FFF2-40B4-BE49-F238E27FC236}">
                <a16:creationId xmlns:a16="http://schemas.microsoft.com/office/drawing/2014/main" id="{E8D08403-3EBD-4F67-1B6B-0DE8A8135DC8}"/>
              </a:ext>
            </a:extLst>
          </p:cNvPr>
          <p:cNvGrpSpPr/>
          <p:nvPr/>
        </p:nvGrpSpPr>
        <p:grpSpPr>
          <a:xfrm>
            <a:off x="7993278" y="4848072"/>
            <a:ext cx="319686" cy="358780"/>
            <a:chOff x="-54403300" y="3982600"/>
            <a:chExt cx="283550" cy="318225"/>
          </a:xfrm>
          <a:solidFill>
            <a:schemeClr val="accent1">
              <a:lumMod val="75000"/>
            </a:schemeClr>
          </a:solidFill>
        </p:grpSpPr>
        <p:sp>
          <p:nvSpPr>
            <p:cNvPr id="826" name="Google Shape;15152;p136">
              <a:extLst>
                <a:ext uri="{FF2B5EF4-FFF2-40B4-BE49-F238E27FC236}">
                  <a16:creationId xmlns:a16="http://schemas.microsoft.com/office/drawing/2014/main" id="{C6A0D083-27B1-B79D-77B8-7E9BB9AC0733}"/>
                </a:ext>
              </a:extLst>
            </p:cNvPr>
            <p:cNvSpPr/>
            <p:nvPr/>
          </p:nvSpPr>
          <p:spPr>
            <a:xfrm>
              <a:off x="-54273350" y="4036950"/>
              <a:ext cx="27600" cy="27600"/>
            </a:xfrm>
            <a:custGeom>
              <a:avLst/>
              <a:gdLst/>
              <a:ahLst/>
              <a:cxnLst/>
              <a:rect l="l" t="t" r="r" b="b"/>
              <a:pathLst>
                <a:path w="1104" h="1104" extrusionOk="0">
                  <a:moveTo>
                    <a:pt x="536" y="0"/>
                  </a:moveTo>
                  <a:lnTo>
                    <a:pt x="473" y="189"/>
                  </a:lnTo>
                  <a:cubicBezTo>
                    <a:pt x="442" y="315"/>
                    <a:pt x="316" y="379"/>
                    <a:pt x="190" y="379"/>
                  </a:cubicBezTo>
                  <a:lnTo>
                    <a:pt x="1" y="410"/>
                  </a:lnTo>
                  <a:lnTo>
                    <a:pt x="158" y="568"/>
                  </a:lnTo>
                  <a:cubicBezTo>
                    <a:pt x="127" y="662"/>
                    <a:pt x="158" y="788"/>
                    <a:pt x="158" y="883"/>
                  </a:cubicBezTo>
                  <a:lnTo>
                    <a:pt x="127" y="1103"/>
                  </a:lnTo>
                  <a:lnTo>
                    <a:pt x="316" y="1009"/>
                  </a:lnTo>
                  <a:cubicBezTo>
                    <a:pt x="379" y="993"/>
                    <a:pt x="434" y="985"/>
                    <a:pt x="489" y="985"/>
                  </a:cubicBezTo>
                  <a:cubicBezTo>
                    <a:pt x="544" y="985"/>
                    <a:pt x="599" y="993"/>
                    <a:pt x="662" y="1009"/>
                  </a:cubicBezTo>
                  <a:lnTo>
                    <a:pt x="851" y="1103"/>
                  </a:lnTo>
                  <a:lnTo>
                    <a:pt x="820" y="883"/>
                  </a:lnTo>
                  <a:cubicBezTo>
                    <a:pt x="788" y="788"/>
                    <a:pt x="820" y="662"/>
                    <a:pt x="946" y="568"/>
                  </a:cubicBezTo>
                  <a:lnTo>
                    <a:pt x="1103" y="410"/>
                  </a:lnTo>
                  <a:lnTo>
                    <a:pt x="914" y="379"/>
                  </a:lnTo>
                  <a:cubicBezTo>
                    <a:pt x="788" y="379"/>
                    <a:pt x="662" y="315"/>
                    <a:pt x="631" y="189"/>
                  </a:cubicBezTo>
                  <a:lnTo>
                    <a:pt x="53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15153;p136">
              <a:extLst>
                <a:ext uri="{FF2B5EF4-FFF2-40B4-BE49-F238E27FC236}">
                  <a16:creationId xmlns:a16="http://schemas.microsoft.com/office/drawing/2014/main" id="{44E09CD4-4E3C-6EA4-C982-81E56E46B1C0}"/>
                </a:ext>
              </a:extLst>
            </p:cNvPr>
            <p:cNvSpPr/>
            <p:nvPr/>
          </p:nvSpPr>
          <p:spPr>
            <a:xfrm>
              <a:off x="-54383600" y="3982600"/>
              <a:ext cx="241800" cy="130775"/>
            </a:xfrm>
            <a:custGeom>
              <a:avLst/>
              <a:gdLst/>
              <a:ahLst/>
              <a:cxnLst/>
              <a:rect l="l" t="t" r="r" b="b"/>
              <a:pathLst>
                <a:path w="9672" h="5231" extrusionOk="0">
                  <a:moveTo>
                    <a:pt x="4856" y="946"/>
                  </a:moveTo>
                  <a:cubicBezTo>
                    <a:pt x="4994" y="946"/>
                    <a:pt x="5135" y="1009"/>
                    <a:pt x="5198" y="1135"/>
                  </a:cubicBezTo>
                  <a:lnTo>
                    <a:pt x="5545" y="1859"/>
                  </a:lnTo>
                  <a:lnTo>
                    <a:pt x="6301" y="1954"/>
                  </a:lnTo>
                  <a:cubicBezTo>
                    <a:pt x="6616" y="2017"/>
                    <a:pt x="6742" y="2395"/>
                    <a:pt x="6490" y="2584"/>
                  </a:cubicBezTo>
                  <a:lnTo>
                    <a:pt x="5954" y="3151"/>
                  </a:lnTo>
                  <a:lnTo>
                    <a:pt x="6049" y="3907"/>
                  </a:lnTo>
                  <a:cubicBezTo>
                    <a:pt x="6098" y="4150"/>
                    <a:pt x="5921" y="4337"/>
                    <a:pt x="5707" y="4337"/>
                  </a:cubicBezTo>
                  <a:cubicBezTo>
                    <a:pt x="5644" y="4337"/>
                    <a:pt x="5578" y="4321"/>
                    <a:pt x="5513" y="4285"/>
                  </a:cubicBezTo>
                  <a:lnTo>
                    <a:pt x="4852" y="3939"/>
                  </a:lnTo>
                  <a:lnTo>
                    <a:pt x="4159" y="4285"/>
                  </a:lnTo>
                  <a:cubicBezTo>
                    <a:pt x="4101" y="4321"/>
                    <a:pt x="4041" y="4337"/>
                    <a:pt x="3982" y="4337"/>
                  </a:cubicBezTo>
                  <a:cubicBezTo>
                    <a:pt x="3781" y="4337"/>
                    <a:pt x="3599" y="4150"/>
                    <a:pt x="3623" y="3907"/>
                  </a:cubicBezTo>
                  <a:lnTo>
                    <a:pt x="3749" y="3151"/>
                  </a:lnTo>
                  <a:lnTo>
                    <a:pt x="3182" y="2584"/>
                  </a:lnTo>
                  <a:cubicBezTo>
                    <a:pt x="3025" y="2363"/>
                    <a:pt x="3151" y="1985"/>
                    <a:pt x="3434" y="1954"/>
                  </a:cubicBezTo>
                  <a:lnTo>
                    <a:pt x="4159" y="1859"/>
                  </a:lnTo>
                  <a:lnTo>
                    <a:pt x="4537" y="1135"/>
                  </a:lnTo>
                  <a:cubicBezTo>
                    <a:pt x="4584" y="1009"/>
                    <a:pt x="4718" y="946"/>
                    <a:pt x="4856" y="946"/>
                  </a:cubicBezTo>
                  <a:close/>
                  <a:moveTo>
                    <a:pt x="1859" y="1"/>
                  </a:moveTo>
                  <a:cubicBezTo>
                    <a:pt x="819" y="1"/>
                    <a:pt x="0" y="820"/>
                    <a:pt x="0" y="1859"/>
                  </a:cubicBezTo>
                  <a:lnTo>
                    <a:pt x="0" y="4096"/>
                  </a:lnTo>
                  <a:cubicBezTo>
                    <a:pt x="32" y="4726"/>
                    <a:pt x="504" y="5230"/>
                    <a:pt x="1134" y="5230"/>
                  </a:cubicBezTo>
                  <a:lnTo>
                    <a:pt x="8569" y="5230"/>
                  </a:lnTo>
                  <a:cubicBezTo>
                    <a:pt x="9199" y="5230"/>
                    <a:pt x="9672" y="4726"/>
                    <a:pt x="9672" y="4128"/>
                  </a:cubicBezTo>
                  <a:lnTo>
                    <a:pt x="9672" y="1859"/>
                  </a:lnTo>
                  <a:cubicBezTo>
                    <a:pt x="9672" y="820"/>
                    <a:pt x="8853" y="1"/>
                    <a:pt x="784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15154;p136">
              <a:extLst>
                <a:ext uri="{FF2B5EF4-FFF2-40B4-BE49-F238E27FC236}">
                  <a16:creationId xmlns:a16="http://schemas.microsoft.com/office/drawing/2014/main" id="{43C299E6-D700-5B32-EAE4-2F128B9B6BB8}"/>
                </a:ext>
              </a:extLst>
            </p:cNvPr>
            <p:cNvSpPr/>
            <p:nvPr/>
          </p:nvSpPr>
          <p:spPr>
            <a:xfrm>
              <a:off x="-54403300" y="4122000"/>
              <a:ext cx="58300" cy="140225"/>
            </a:xfrm>
            <a:custGeom>
              <a:avLst/>
              <a:gdLst/>
              <a:ahLst/>
              <a:cxnLst/>
              <a:rect l="l" t="t" r="r" b="b"/>
              <a:pathLst>
                <a:path w="2332" h="5609" extrusionOk="0">
                  <a:moveTo>
                    <a:pt x="820" y="1"/>
                  </a:moveTo>
                  <a:lnTo>
                    <a:pt x="820" y="3088"/>
                  </a:lnTo>
                  <a:cubicBezTo>
                    <a:pt x="820" y="3561"/>
                    <a:pt x="631" y="4034"/>
                    <a:pt x="315" y="4349"/>
                  </a:cubicBezTo>
                  <a:cubicBezTo>
                    <a:pt x="0" y="4664"/>
                    <a:pt x="32" y="5136"/>
                    <a:pt x="315" y="5420"/>
                  </a:cubicBezTo>
                  <a:cubicBezTo>
                    <a:pt x="473" y="5546"/>
                    <a:pt x="662" y="5609"/>
                    <a:pt x="851" y="5609"/>
                  </a:cubicBezTo>
                  <a:cubicBezTo>
                    <a:pt x="1040" y="5609"/>
                    <a:pt x="1229" y="5546"/>
                    <a:pt x="1387" y="5420"/>
                  </a:cubicBezTo>
                  <a:cubicBezTo>
                    <a:pt x="2017" y="4790"/>
                    <a:pt x="2332" y="3939"/>
                    <a:pt x="2332" y="3088"/>
                  </a:cubicBezTo>
                  <a:lnTo>
                    <a:pt x="2332" y="379"/>
                  </a:lnTo>
                  <a:lnTo>
                    <a:pt x="1954" y="379"/>
                  </a:lnTo>
                  <a:cubicBezTo>
                    <a:pt x="1913" y="382"/>
                    <a:pt x="1874" y="383"/>
                    <a:pt x="1836" y="383"/>
                  </a:cubicBezTo>
                  <a:cubicBezTo>
                    <a:pt x="1422" y="383"/>
                    <a:pt x="1108" y="232"/>
                    <a:pt x="8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15155;p136">
              <a:extLst>
                <a:ext uri="{FF2B5EF4-FFF2-40B4-BE49-F238E27FC236}">
                  <a16:creationId xmlns:a16="http://schemas.microsoft.com/office/drawing/2014/main" id="{74C06108-0252-42D8-BD02-2BF8883C894B}"/>
                </a:ext>
              </a:extLst>
            </p:cNvPr>
            <p:cNvSpPr/>
            <p:nvPr/>
          </p:nvSpPr>
          <p:spPr>
            <a:xfrm>
              <a:off x="-54346600" y="4132250"/>
              <a:ext cx="167800" cy="168575"/>
            </a:xfrm>
            <a:custGeom>
              <a:avLst/>
              <a:gdLst/>
              <a:ahLst/>
              <a:cxnLst/>
              <a:rect l="l" t="t" r="r" b="b"/>
              <a:pathLst>
                <a:path w="6712" h="6743" extrusionOk="0">
                  <a:moveTo>
                    <a:pt x="1860" y="757"/>
                  </a:moveTo>
                  <a:cubicBezTo>
                    <a:pt x="2049" y="757"/>
                    <a:pt x="2206" y="914"/>
                    <a:pt x="2206" y="1103"/>
                  </a:cubicBezTo>
                  <a:cubicBezTo>
                    <a:pt x="2206" y="1292"/>
                    <a:pt x="2049" y="1450"/>
                    <a:pt x="1860" y="1450"/>
                  </a:cubicBezTo>
                  <a:cubicBezTo>
                    <a:pt x="1846" y="1452"/>
                    <a:pt x="1832" y="1454"/>
                    <a:pt x="1818" y="1454"/>
                  </a:cubicBezTo>
                  <a:cubicBezTo>
                    <a:pt x="1671" y="1454"/>
                    <a:pt x="1513" y="1305"/>
                    <a:pt x="1513" y="1103"/>
                  </a:cubicBezTo>
                  <a:cubicBezTo>
                    <a:pt x="1513" y="914"/>
                    <a:pt x="1671" y="757"/>
                    <a:pt x="1860" y="757"/>
                  </a:cubicBezTo>
                  <a:close/>
                  <a:moveTo>
                    <a:pt x="4884" y="788"/>
                  </a:moveTo>
                  <a:cubicBezTo>
                    <a:pt x="5105" y="788"/>
                    <a:pt x="5262" y="946"/>
                    <a:pt x="5262" y="1135"/>
                  </a:cubicBezTo>
                  <a:cubicBezTo>
                    <a:pt x="5262" y="1324"/>
                    <a:pt x="5105" y="1481"/>
                    <a:pt x="4884" y="1481"/>
                  </a:cubicBezTo>
                  <a:cubicBezTo>
                    <a:pt x="4695" y="1481"/>
                    <a:pt x="4537" y="1324"/>
                    <a:pt x="4537" y="1135"/>
                  </a:cubicBezTo>
                  <a:cubicBezTo>
                    <a:pt x="4537" y="946"/>
                    <a:pt x="4695" y="788"/>
                    <a:pt x="4884" y="788"/>
                  </a:cubicBezTo>
                  <a:close/>
                  <a:moveTo>
                    <a:pt x="4455" y="3316"/>
                  </a:moveTo>
                  <a:cubicBezTo>
                    <a:pt x="4545" y="3316"/>
                    <a:pt x="4632" y="3356"/>
                    <a:pt x="4695" y="3435"/>
                  </a:cubicBezTo>
                  <a:cubicBezTo>
                    <a:pt x="4853" y="3592"/>
                    <a:pt x="4853" y="3813"/>
                    <a:pt x="4695" y="3939"/>
                  </a:cubicBezTo>
                  <a:cubicBezTo>
                    <a:pt x="4348" y="4285"/>
                    <a:pt x="3876" y="4474"/>
                    <a:pt x="3403" y="4474"/>
                  </a:cubicBezTo>
                  <a:cubicBezTo>
                    <a:pt x="2931" y="4474"/>
                    <a:pt x="2427" y="4285"/>
                    <a:pt x="2112" y="3939"/>
                  </a:cubicBezTo>
                  <a:cubicBezTo>
                    <a:pt x="1954" y="3781"/>
                    <a:pt x="1954" y="3529"/>
                    <a:pt x="2112" y="3435"/>
                  </a:cubicBezTo>
                  <a:cubicBezTo>
                    <a:pt x="2190" y="3356"/>
                    <a:pt x="2285" y="3316"/>
                    <a:pt x="2375" y="3316"/>
                  </a:cubicBezTo>
                  <a:cubicBezTo>
                    <a:pt x="2466" y="3316"/>
                    <a:pt x="2553" y="3356"/>
                    <a:pt x="2616" y="3435"/>
                  </a:cubicBezTo>
                  <a:cubicBezTo>
                    <a:pt x="2836" y="3639"/>
                    <a:pt x="3120" y="3742"/>
                    <a:pt x="3403" y="3742"/>
                  </a:cubicBezTo>
                  <a:cubicBezTo>
                    <a:pt x="3687" y="3742"/>
                    <a:pt x="3970" y="3639"/>
                    <a:pt x="4191" y="3435"/>
                  </a:cubicBezTo>
                  <a:cubicBezTo>
                    <a:pt x="4270" y="3356"/>
                    <a:pt x="4364" y="3316"/>
                    <a:pt x="4455" y="3316"/>
                  </a:cubicBezTo>
                  <a:close/>
                  <a:moveTo>
                    <a:pt x="757" y="1"/>
                  </a:moveTo>
                  <a:lnTo>
                    <a:pt x="757" y="2710"/>
                  </a:lnTo>
                  <a:cubicBezTo>
                    <a:pt x="757" y="3529"/>
                    <a:pt x="536" y="4285"/>
                    <a:pt x="1" y="5010"/>
                  </a:cubicBezTo>
                  <a:cubicBezTo>
                    <a:pt x="757" y="6049"/>
                    <a:pt x="1986" y="6743"/>
                    <a:pt x="3372" y="6743"/>
                  </a:cubicBezTo>
                  <a:cubicBezTo>
                    <a:pt x="4727" y="6743"/>
                    <a:pt x="5955" y="6049"/>
                    <a:pt x="6711" y="5010"/>
                  </a:cubicBezTo>
                  <a:cubicBezTo>
                    <a:pt x="6207" y="4285"/>
                    <a:pt x="5955" y="3498"/>
                    <a:pt x="5955" y="2710"/>
                  </a:cubicBezTo>
                  <a:lnTo>
                    <a:pt x="595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15156;p136">
              <a:extLst>
                <a:ext uri="{FF2B5EF4-FFF2-40B4-BE49-F238E27FC236}">
                  <a16:creationId xmlns:a16="http://schemas.microsoft.com/office/drawing/2014/main" id="{4174A127-2F76-DBCF-D095-0696B3396CBD}"/>
                </a:ext>
              </a:extLst>
            </p:cNvPr>
            <p:cNvSpPr/>
            <p:nvPr/>
          </p:nvSpPr>
          <p:spPr>
            <a:xfrm>
              <a:off x="-54177250" y="4122000"/>
              <a:ext cx="57500" cy="141025"/>
            </a:xfrm>
            <a:custGeom>
              <a:avLst/>
              <a:gdLst/>
              <a:ahLst/>
              <a:cxnLst/>
              <a:rect l="l" t="t" r="r" b="b"/>
              <a:pathLst>
                <a:path w="2300" h="5641" extrusionOk="0">
                  <a:moveTo>
                    <a:pt x="1481" y="1"/>
                  </a:moveTo>
                  <a:cubicBezTo>
                    <a:pt x="1166" y="253"/>
                    <a:pt x="756" y="411"/>
                    <a:pt x="378" y="411"/>
                  </a:cubicBezTo>
                  <a:lnTo>
                    <a:pt x="0" y="411"/>
                  </a:lnTo>
                  <a:lnTo>
                    <a:pt x="0" y="3120"/>
                  </a:lnTo>
                  <a:cubicBezTo>
                    <a:pt x="0" y="4034"/>
                    <a:pt x="378" y="4821"/>
                    <a:pt x="945" y="5451"/>
                  </a:cubicBezTo>
                  <a:cubicBezTo>
                    <a:pt x="1103" y="5577"/>
                    <a:pt x="1292" y="5640"/>
                    <a:pt x="1481" y="5640"/>
                  </a:cubicBezTo>
                  <a:cubicBezTo>
                    <a:pt x="1670" y="5640"/>
                    <a:pt x="1859" y="5577"/>
                    <a:pt x="2017" y="5451"/>
                  </a:cubicBezTo>
                  <a:cubicBezTo>
                    <a:pt x="2300" y="5136"/>
                    <a:pt x="2300" y="4664"/>
                    <a:pt x="1985" y="4380"/>
                  </a:cubicBezTo>
                  <a:cubicBezTo>
                    <a:pt x="1639" y="4034"/>
                    <a:pt x="1481" y="3466"/>
                    <a:pt x="1481" y="1576"/>
                  </a:cubicBezTo>
                  <a:lnTo>
                    <a:pt x="148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1" name="Google Shape;15157;p136">
            <a:extLst>
              <a:ext uri="{FF2B5EF4-FFF2-40B4-BE49-F238E27FC236}">
                <a16:creationId xmlns:a16="http://schemas.microsoft.com/office/drawing/2014/main" id="{21D75FCF-9F36-275A-7E88-803FA0421EB6}"/>
              </a:ext>
            </a:extLst>
          </p:cNvPr>
          <p:cNvGrpSpPr/>
          <p:nvPr/>
        </p:nvGrpSpPr>
        <p:grpSpPr>
          <a:xfrm>
            <a:off x="10184831" y="3907520"/>
            <a:ext cx="356976" cy="357652"/>
            <a:chOff x="-52458650" y="3194400"/>
            <a:chExt cx="316625" cy="317225"/>
          </a:xfrm>
          <a:solidFill>
            <a:schemeClr val="accent1">
              <a:lumMod val="75000"/>
            </a:schemeClr>
          </a:solidFill>
        </p:grpSpPr>
        <p:sp>
          <p:nvSpPr>
            <p:cNvPr id="832" name="Google Shape;15158;p136">
              <a:extLst>
                <a:ext uri="{FF2B5EF4-FFF2-40B4-BE49-F238E27FC236}">
                  <a16:creationId xmlns:a16="http://schemas.microsoft.com/office/drawing/2014/main" id="{4EACD79F-A7C2-0EDC-434D-F52B2D20BC0F}"/>
                </a:ext>
              </a:extLst>
            </p:cNvPr>
            <p:cNvSpPr/>
            <p:nvPr/>
          </p:nvSpPr>
          <p:spPr>
            <a:xfrm>
              <a:off x="-52458650" y="3194400"/>
              <a:ext cx="316625" cy="166000"/>
            </a:xfrm>
            <a:custGeom>
              <a:avLst/>
              <a:gdLst/>
              <a:ahLst/>
              <a:cxnLst/>
              <a:rect l="l" t="t" r="r" b="b"/>
              <a:pathLst>
                <a:path w="12665" h="6640" extrusionOk="0">
                  <a:moveTo>
                    <a:pt x="6309" y="0"/>
                  </a:moveTo>
                  <a:cubicBezTo>
                    <a:pt x="6254" y="0"/>
                    <a:pt x="6207" y="8"/>
                    <a:pt x="6175" y="24"/>
                  </a:cubicBezTo>
                  <a:lnTo>
                    <a:pt x="189" y="3017"/>
                  </a:lnTo>
                  <a:cubicBezTo>
                    <a:pt x="63" y="3080"/>
                    <a:pt x="0" y="3206"/>
                    <a:pt x="0" y="3332"/>
                  </a:cubicBezTo>
                  <a:cubicBezTo>
                    <a:pt x="0" y="3489"/>
                    <a:pt x="63" y="3615"/>
                    <a:pt x="189" y="3647"/>
                  </a:cubicBezTo>
                  <a:lnTo>
                    <a:pt x="2394" y="4434"/>
                  </a:lnTo>
                  <a:lnTo>
                    <a:pt x="3025" y="3143"/>
                  </a:lnTo>
                  <a:cubicBezTo>
                    <a:pt x="3088" y="3017"/>
                    <a:pt x="3214" y="2922"/>
                    <a:pt x="3340" y="2922"/>
                  </a:cubicBezTo>
                  <a:lnTo>
                    <a:pt x="9326" y="2922"/>
                  </a:lnTo>
                  <a:cubicBezTo>
                    <a:pt x="9483" y="2922"/>
                    <a:pt x="9609" y="3017"/>
                    <a:pt x="9641" y="3143"/>
                  </a:cubicBezTo>
                  <a:lnTo>
                    <a:pt x="10271" y="4434"/>
                  </a:lnTo>
                  <a:lnTo>
                    <a:pt x="11940" y="3836"/>
                  </a:lnTo>
                  <a:lnTo>
                    <a:pt x="11940" y="6293"/>
                  </a:lnTo>
                  <a:cubicBezTo>
                    <a:pt x="11940" y="6482"/>
                    <a:pt x="12098" y="6640"/>
                    <a:pt x="12287" y="6640"/>
                  </a:cubicBezTo>
                  <a:cubicBezTo>
                    <a:pt x="12476" y="6640"/>
                    <a:pt x="12634" y="6482"/>
                    <a:pt x="12634" y="6293"/>
                  </a:cubicBezTo>
                  <a:lnTo>
                    <a:pt x="12634" y="3300"/>
                  </a:lnTo>
                  <a:cubicBezTo>
                    <a:pt x="12665" y="3206"/>
                    <a:pt x="12634" y="3048"/>
                    <a:pt x="12508" y="3017"/>
                  </a:cubicBezTo>
                  <a:lnTo>
                    <a:pt x="6490" y="24"/>
                  </a:lnTo>
                  <a:cubicBezTo>
                    <a:pt x="6427" y="8"/>
                    <a:pt x="6364" y="0"/>
                    <a:pt x="630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15159;p136">
              <a:extLst>
                <a:ext uri="{FF2B5EF4-FFF2-40B4-BE49-F238E27FC236}">
                  <a16:creationId xmlns:a16="http://schemas.microsoft.com/office/drawing/2014/main" id="{15A57111-352D-0736-A462-C5A94BA18EF0}"/>
                </a:ext>
              </a:extLst>
            </p:cNvPr>
            <p:cNvSpPr/>
            <p:nvPr/>
          </p:nvSpPr>
          <p:spPr>
            <a:xfrm>
              <a:off x="-52379100" y="3287125"/>
              <a:ext cx="156750" cy="18925"/>
            </a:xfrm>
            <a:custGeom>
              <a:avLst/>
              <a:gdLst/>
              <a:ahLst/>
              <a:cxnLst/>
              <a:rect l="l" t="t" r="r" b="b"/>
              <a:pathLst>
                <a:path w="6270" h="757" extrusionOk="0">
                  <a:moveTo>
                    <a:pt x="378" y="1"/>
                  </a:moveTo>
                  <a:lnTo>
                    <a:pt x="0" y="757"/>
                  </a:lnTo>
                  <a:lnTo>
                    <a:pt x="6270" y="757"/>
                  </a:lnTo>
                  <a:lnTo>
                    <a:pt x="589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15160;p136">
              <a:extLst>
                <a:ext uri="{FF2B5EF4-FFF2-40B4-BE49-F238E27FC236}">
                  <a16:creationId xmlns:a16="http://schemas.microsoft.com/office/drawing/2014/main" id="{ADF0DAC9-B036-35B8-42FB-4DB11E6E2D0D}"/>
                </a:ext>
              </a:extLst>
            </p:cNvPr>
            <p:cNvSpPr/>
            <p:nvPr/>
          </p:nvSpPr>
          <p:spPr>
            <a:xfrm>
              <a:off x="-52383825" y="3361950"/>
              <a:ext cx="55150" cy="37050"/>
            </a:xfrm>
            <a:custGeom>
              <a:avLst/>
              <a:gdLst/>
              <a:ahLst/>
              <a:cxnLst/>
              <a:rect l="l" t="t" r="r" b="b"/>
              <a:pathLst>
                <a:path w="2206" h="1482" extrusionOk="0">
                  <a:moveTo>
                    <a:pt x="347" y="1"/>
                  </a:moveTo>
                  <a:cubicBezTo>
                    <a:pt x="158" y="1"/>
                    <a:pt x="0" y="158"/>
                    <a:pt x="0" y="379"/>
                  </a:cubicBezTo>
                  <a:lnTo>
                    <a:pt x="0" y="1104"/>
                  </a:lnTo>
                  <a:cubicBezTo>
                    <a:pt x="0" y="1293"/>
                    <a:pt x="158" y="1450"/>
                    <a:pt x="347" y="1450"/>
                  </a:cubicBezTo>
                  <a:lnTo>
                    <a:pt x="1103" y="1450"/>
                  </a:lnTo>
                  <a:lnTo>
                    <a:pt x="1103" y="1482"/>
                  </a:lnTo>
                  <a:cubicBezTo>
                    <a:pt x="1733" y="1482"/>
                    <a:pt x="2205" y="946"/>
                    <a:pt x="2205" y="379"/>
                  </a:cubicBezTo>
                  <a:cubicBezTo>
                    <a:pt x="2205" y="158"/>
                    <a:pt x="2048" y="1"/>
                    <a:pt x="18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15161;p136">
              <a:extLst>
                <a:ext uri="{FF2B5EF4-FFF2-40B4-BE49-F238E27FC236}">
                  <a16:creationId xmlns:a16="http://schemas.microsoft.com/office/drawing/2014/main" id="{5DC7261A-932F-D033-35BD-D0BC65AFC132}"/>
                </a:ext>
              </a:extLst>
            </p:cNvPr>
            <p:cNvSpPr/>
            <p:nvPr/>
          </p:nvSpPr>
          <p:spPr>
            <a:xfrm>
              <a:off x="-52401950" y="3380075"/>
              <a:ext cx="204800" cy="131550"/>
            </a:xfrm>
            <a:custGeom>
              <a:avLst/>
              <a:gdLst/>
              <a:ahLst/>
              <a:cxnLst/>
              <a:rect l="l" t="t" r="r" b="b"/>
              <a:pathLst>
                <a:path w="8192" h="5262" extrusionOk="0">
                  <a:moveTo>
                    <a:pt x="5085" y="1804"/>
                  </a:moveTo>
                  <a:cubicBezTo>
                    <a:pt x="5175" y="1804"/>
                    <a:pt x="5262" y="1843"/>
                    <a:pt x="5325" y="1922"/>
                  </a:cubicBezTo>
                  <a:cubicBezTo>
                    <a:pt x="5514" y="2080"/>
                    <a:pt x="5514" y="2332"/>
                    <a:pt x="5356" y="2426"/>
                  </a:cubicBezTo>
                  <a:cubicBezTo>
                    <a:pt x="5010" y="2804"/>
                    <a:pt x="4537" y="2993"/>
                    <a:pt x="4065" y="2993"/>
                  </a:cubicBezTo>
                  <a:cubicBezTo>
                    <a:pt x="3561" y="2993"/>
                    <a:pt x="3088" y="2804"/>
                    <a:pt x="2710" y="2426"/>
                  </a:cubicBezTo>
                  <a:cubicBezTo>
                    <a:pt x="2552" y="2269"/>
                    <a:pt x="2552" y="2048"/>
                    <a:pt x="2710" y="1922"/>
                  </a:cubicBezTo>
                  <a:cubicBezTo>
                    <a:pt x="2789" y="1843"/>
                    <a:pt x="2891" y="1804"/>
                    <a:pt x="2990" y="1804"/>
                  </a:cubicBezTo>
                  <a:cubicBezTo>
                    <a:pt x="3088" y="1804"/>
                    <a:pt x="3182" y="1843"/>
                    <a:pt x="3245" y="1922"/>
                  </a:cubicBezTo>
                  <a:cubicBezTo>
                    <a:pt x="3450" y="2143"/>
                    <a:pt x="3734" y="2253"/>
                    <a:pt x="4021" y="2253"/>
                  </a:cubicBezTo>
                  <a:cubicBezTo>
                    <a:pt x="4309" y="2253"/>
                    <a:pt x="4600" y="2143"/>
                    <a:pt x="4821" y="1922"/>
                  </a:cubicBezTo>
                  <a:cubicBezTo>
                    <a:pt x="4899" y="1843"/>
                    <a:pt x="4994" y="1804"/>
                    <a:pt x="5085" y="1804"/>
                  </a:cubicBezTo>
                  <a:close/>
                  <a:moveTo>
                    <a:pt x="3655" y="0"/>
                  </a:moveTo>
                  <a:cubicBezTo>
                    <a:pt x="3498" y="851"/>
                    <a:pt x="2710" y="1481"/>
                    <a:pt x="1859" y="1481"/>
                  </a:cubicBezTo>
                  <a:lnTo>
                    <a:pt x="1103" y="1481"/>
                  </a:lnTo>
                  <a:cubicBezTo>
                    <a:pt x="473" y="1481"/>
                    <a:pt x="0" y="977"/>
                    <a:pt x="0" y="379"/>
                  </a:cubicBezTo>
                  <a:lnTo>
                    <a:pt x="0" y="1135"/>
                  </a:lnTo>
                  <a:cubicBezTo>
                    <a:pt x="0" y="3371"/>
                    <a:pt x="1859" y="5262"/>
                    <a:pt x="4096" y="5262"/>
                  </a:cubicBezTo>
                  <a:cubicBezTo>
                    <a:pt x="6333" y="5262"/>
                    <a:pt x="8192" y="3403"/>
                    <a:pt x="8192" y="1135"/>
                  </a:cubicBezTo>
                  <a:lnTo>
                    <a:pt x="8192" y="379"/>
                  </a:lnTo>
                  <a:cubicBezTo>
                    <a:pt x="8160" y="1009"/>
                    <a:pt x="7656" y="1481"/>
                    <a:pt x="7058" y="1481"/>
                  </a:cubicBezTo>
                  <a:lnTo>
                    <a:pt x="6301" y="1481"/>
                  </a:lnTo>
                  <a:cubicBezTo>
                    <a:pt x="5388" y="1481"/>
                    <a:pt x="4663" y="851"/>
                    <a:pt x="450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15162;p136">
              <a:extLst>
                <a:ext uri="{FF2B5EF4-FFF2-40B4-BE49-F238E27FC236}">
                  <a16:creationId xmlns:a16="http://schemas.microsoft.com/office/drawing/2014/main" id="{EBDF5147-1299-E91E-EA82-E719173891F2}"/>
                </a:ext>
              </a:extLst>
            </p:cNvPr>
            <p:cNvSpPr/>
            <p:nvPr/>
          </p:nvSpPr>
          <p:spPr>
            <a:xfrm>
              <a:off x="-52272000" y="3361950"/>
              <a:ext cx="55175" cy="37050"/>
            </a:xfrm>
            <a:custGeom>
              <a:avLst/>
              <a:gdLst/>
              <a:ahLst/>
              <a:cxnLst/>
              <a:rect l="l" t="t" r="r" b="b"/>
              <a:pathLst>
                <a:path w="2207" h="1482" extrusionOk="0">
                  <a:moveTo>
                    <a:pt x="347" y="1"/>
                  </a:moveTo>
                  <a:cubicBezTo>
                    <a:pt x="158" y="1"/>
                    <a:pt x="1" y="158"/>
                    <a:pt x="1" y="379"/>
                  </a:cubicBezTo>
                  <a:cubicBezTo>
                    <a:pt x="1" y="1009"/>
                    <a:pt x="505" y="1482"/>
                    <a:pt x="1103" y="1482"/>
                  </a:cubicBezTo>
                  <a:lnTo>
                    <a:pt x="1860" y="1482"/>
                  </a:lnTo>
                  <a:cubicBezTo>
                    <a:pt x="2049" y="1482"/>
                    <a:pt x="2206" y="1324"/>
                    <a:pt x="2206" y="1104"/>
                  </a:cubicBezTo>
                  <a:lnTo>
                    <a:pt x="2206" y="379"/>
                  </a:lnTo>
                  <a:cubicBezTo>
                    <a:pt x="2206" y="158"/>
                    <a:pt x="2049" y="1"/>
                    <a:pt x="186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15163;p136">
              <a:extLst>
                <a:ext uri="{FF2B5EF4-FFF2-40B4-BE49-F238E27FC236}">
                  <a16:creationId xmlns:a16="http://schemas.microsoft.com/office/drawing/2014/main" id="{CFC4B153-047C-DA4B-28C2-6FA1F5DDCC28}"/>
                </a:ext>
              </a:extLst>
            </p:cNvPr>
            <p:cNvSpPr/>
            <p:nvPr/>
          </p:nvSpPr>
          <p:spPr>
            <a:xfrm>
              <a:off x="-52402750" y="3324950"/>
              <a:ext cx="204825" cy="46475"/>
            </a:xfrm>
            <a:custGeom>
              <a:avLst/>
              <a:gdLst/>
              <a:ahLst/>
              <a:cxnLst/>
              <a:rect l="l" t="t" r="r" b="b"/>
              <a:pathLst>
                <a:path w="8193" h="1859" extrusionOk="0">
                  <a:moveTo>
                    <a:pt x="1" y="0"/>
                  </a:moveTo>
                  <a:lnTo>
                    <a:pt x="1" y="1859"/>
                  </a:lnTo>
                  <a:cubicBezTo>
                    <a:pt x="1" y="1229"/>
                    <a:pt x="505" y="725"/>
                    <a:pt x="1104" y="725"/>
                  </a:cubicBezTo>
                  <a:lnTo>
                    <a:pt x="2584" y="725"/>
                  </a:lnTo>
                  <a:cubicBezTo>
                    <a:pt x="3057" y="725"/>
                    <a:pt x="3498" y="1071"/>
                    <a:pt x="3656" y="1481"/>
                  </a:cubicBezTo>
                  <a:lnTo>
                    <a:pt x="4538" y="1481"/>
                  </a:lnTo>
                  <a:cubicBezTo>
                    <a:pt x="4695" y="1071"/>
                    <a:pt x="5073" y="725"/>
                    <a:pt x="5577" y="725"/>
                  </a:cubicBezTo>
                  <a:lnTo>
                    <a:pt x="7090" y="725"/>
                  </a:lnTo>
                  <a:cubicBezTo>
                    <a:pt x="7720" y="725"/>
                    <a:pt x="8192" y="1260"/>
                    <a:pt x="8192" y="1859"/>
                  </a:cubicBezTo>
                  <a:lnTo>
                    <a:pt x="819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15164;p136">
              <a:extLst>
                <a:ext uri="{FF2B5EF4-FFF2-40B4-BE49-F238E27FC236}">
                  <a16:creationId xmlns:a16="http://schemas.microsoft.com/office/drawing/2014/main" id="{A12C297E-C202-9BA2-DA44-40C9FBB9C11C}"/>
                </a:ext>
              </a:extLst>
            </p:cNvPr>
            <p:cNvSpPr/>
            <p:nvPr/>
          </p:nvSpPr>
          <p:spPr>
            <a:xfrm>
              <a:off x="-52440550" y="3349350"/>
              <a:ext cx="18925" cy="63825"/>
            </a:xfrm>
            <a:custGeom>
              <a:avLst/>
              <a:gdLst/>
              <a:ahLst/>
              <a:cxnLst/>
              <a:rect l="l" t="t" r="r" b="b"/>
              <a:pathLst>
                <a:path w="757" h="2553" extrusionOk="0">
                  <a:moveTo>
                    <a:pt x="757" y="1"/>
                  </a:moveTo>
                  <a:cubicBezTo>
                    <a:pt x="284" y="190"/>
                    <a:pt x="1" y="725"/>
                    <a:pt x="1" y="1261"/>
                  </a:cubicBezTo>
                  <a:cubicBezTo>
                    <a:pt x="1" y="1797"/>
                    <a:pt x="316" y="2301"/>
                    <a:pt x="757" y="2553"/>
                  </a:cubicBezTo>
                  <a:lnTo>
                    <a:pt x="75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15165;p136">
              <a:extLst>
                <a:ext uri="{FF2B5EF4-FFF2-40B4-BE49-F238E27FC236}">
                  <a16:creationId xmlns:a16="http://schemas.microsoft.com/office/drawing/2014/main" id="{8368E7FC-A4CA-7674-60BA-062A73F7F238}"/>
                </a:ext>
              </a:extLst>
            </p:cNvPr>
            <p:cNvSpPr/>
            <p:nvPr/>
          </p:nvSpPr>
          <p:spPr>
            <a:xfrm>
              <a:off x="-52179050" y="3348575"/>
              <a:ext cx="18125" cy="63825"/>
            </a:xfrm>
            <a:custGeom>
              <a:avLst/>
              <a:gdLst/>
              <a:ahLst/>
              <a:cxnLst/>
              <a:rect l="l" t="t" r="r" b="b"/>
              <a:pathLst>
                <a:path w="725" h="2553" extrusionOk="0">
                  <a:moveTo>
                    <a:pt x="0" y="0"/>
                  </a:moveTo>
                  <a:lnTo>
                    <a:pt x="0" y="2552"/>
                  </a:lnTo>
                  <a:cubicBezTo>
                    <a:pt x="410" y="2269"/>
                    <a:pt x="725" y="1796"/>
                    <a:pt x="725" y="1260"/>
                  </a:cubicBezTo>
                  <a:cubicBezTo>
                    <a:pt x="725" y="756"/>
                    <a:pt x="410" y="221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0" name="Google Shape;15166;p136">
            <a:extLst>
              <a:ext uri="{FF2B5EF4-FFF2-40B4-BE49-F238E27FC236}">
                <a16:creationId xmlns:a16="http://schemas.microsoft.com/office/drawing/2014/main" id="{D6111E47-9CE9-A502-4372-A8CA7DAA20A5}"/>
              </a:ext>
            </a:extLst>
          </p:cNvPr>
          <p:cNvGrpSpPr/>
          <p:nvPr/>
        </p:nvGrpSpPr>
        <p:grpSpPr>
          <a:xfrm>
            <a:off x="7548702" y="3912622"/>
            <a:ext cx="315261" cy="359654"/>
            <a:chOff x="-54793175" y="3198925"/>
            <a:chExt cx="279625" cy="319000"/>
          </a:xfrm>
          <a:solidFill>
            <a:schemeClr val="accent1">
              <a:lumMod val="75000"/>
            </a:schemeClr>
          </a:solidFill>
        </p:grpSpPr>
        <p:sp>
          <p:nvSpPr>
            <p:cNvPr id="841" name="Google Shape;15167;p136">
              <a:extLst>
                <a:ext uri="{FF2B5EF4-FFF2-40B4-BE49-F238E27FC236}">
                  <a16:creationId xmlns:a16="http://schemas.microsoft.com/office/drawing/2014/main" id="{55C90795-A69E-0300-B996-F21419B0ACDC}"/>
                </a:ext>
              </a:extLst>
            </p:cNvPr>
            <p:cNvSpPr/>
            <p:nvPr/>
          </p:nvSpPr>
          <p:spPr>
            <a:xfrm>
              <a:off x="-54532475" y="3354075"/>
              <a:ext cx="18925" cy="60675"/>
            </a:xfrm>
            <a:custGeom>
              <a:avLst/>
              <a:gdLst/>
              <a:ahLst/>
              <a:cxnLst/>
              <a:rect l="l" t="t" r="r" b="b"/>
              <a:pathLst>
                <a:path w="757" h="2427" extrusionOk="0">
                  <a:moveTo>
                    <a:pt x="1" y="1"/>
                  </a:moveTo>
                  <a:lnTo>
                    <a:pt x="1" y="788"/>
                  </a:lnTo>
                  <a:cubicBezTo>
                    <a:pt x="158" y="1355"/>
                    <a:pt x="190" y="1891"/>
                    <a:pt x="190" y="2427"/>
                  </a:cubicBezTo>
                  <a:cubicBezTo>
                    <a:pt x="505" y="2143"/>
                    <a:pt x="757" y="1734"/>
                    <a:pt x="757" y="1261"/>
                  </a:cubicBezTo>
                  <a:cubicBezTo>
                    <a:pt x="757" y="725"/>
                    <a:pt x="473" y="253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15168;p136">
              <a:extLst>
                <a:ext uri="{FF2B5EF4-FFF2-40B4-BE49-F238E27FC236}">
                  <a16:creationId xmlns:a16="http://schemas.microsoft.com/office/drawing/2014/main" id="{8322A3D4-92FC-456B-F510-001CA4B6E1A6}"/>
                </a:ext>
              </a:extLst>
            </p:cNvPr>
            <p:cNvSpPr/>
            <p:nvPr/>
          </p:nvSpPr>
          <p:spPr>
            <a:xfrm>
              <a:off x="-54793175" y="3198925"/>
              <a:ext cx="97675" cy="126050"/>
            </a:xfrm>
            <a:custGeom>
              <a:avLst/>
              <a:gdLst/>
              <a:ahLst/>
              <a:cxnLst/>
              <a:rect l="l" t="t" r="r" b="b"/>
              <a:pathLst>
                <a:path w="3907" h="5042" extrusionOk="0">
                  <a:moveTo>
                    <a:pt x="2993" y="0"/>
                  </a:moveTo>
                  <a:cubicBezTo>
                    <a:pt x="2426" y="0"/>
                    <a:pt x="1954" y="315"/>
                    <a:pt x="1702" y="756"/>
                  </a:cubicBezTo>
                  <a:cubicBezTo>
                    <a:pt x="1632" y="746"/>
                    <a:pt x="1562" y="742"/>
                    <a:pt x="1494" y="742"/>
                  </a:cubicBezTo>
                  <a:cubicBezTo>
                    <a:pt x="695" y="742"/>
                    <a:pt x="0" y="1396"/>
                    <a:pt x="0" y="2237"/>
                  </a:cubicBezTo>
                  <a:cubicBezTo>
                    <a:pt x="0" y="2521"/>
                    <a:pt x="63" y="2741"/>
                    <a:pt x="190" y="2993"/>
                  </a:cubicBezTo>
                  <a:cubicBezTo>
                    <a:pt x="63" y="3214"/>
                    <a:pt x="0" y="3466"/>
                    <a:pt x="0" y="3749"/>
                  </a:cubicBezTo>
                  <a:cubicBezTo>
                    <a:pt x="0" y="4285"/>
                    <a:pt x="316" y="4758"/>
                    <a:pt x="757" y="5041"/>
                  </a:cubicBezTo>
                  <a:lnTo>
                    <a:pt x="757" y="4852"/>
                  </a:lnTo>
                  <a:cubicBezTo>
                    <a:pt x="757" y="2804"/>
                    <a:pt x="2048" y="1008"/>
                    <a:pt x="3907" y="315"/>
                  </a:cubicBezTo>
                  <a:cubicBezTo>
                    <a:pt x="3655" y="126"/>
                    <a:pt x="3340" y="0"/>
                    <a:pt x="299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15169;p136">
              <a:extLst>
                <a:ext uri="{FF2B5EF4-FFF2-40B4-BE49-F238E27FC236}">
                  <a16:creationId xmlns:a16="http://schemas.microsoft.com/office/drawing/2014/main" id="{0D7ECA64-B9EF-3838-C3A8-5B282E31CEF2}"/>
                </a:ext>
              </a:extLst>
            </p:cNvPr>
            <p:cNvSpPr/>
            <p:nvPr/>
          </p:nvSpPr>
          <p:spPr>
            <a:xfrm>
              <a:off x="-54624625" y="3349350"/>
              <a:ext cx="55150" cy="55175"/>
            </a:xfrm>
            <a:custGeom>
              <a:avLst/>
              <a:gdLst/>
              <a:ahLst/>
              <a:cxnLst/>
              <a:rect l="l" t="t" r="r" b="b"/>
              <a:pathLst>
                <a:path w="2206" h="2207" extrusionOk="0">
                  <a:moveTo>
                    <a:pt x="1103" y="1"/>
                  </a:moveTo>
                  <a:cubicBezTo>
                    <a:pt x="473" y="1"/>
                    <a:pt x="1" y="505"/>
                    <a:pt x="1" y="1103"/>
                  </a:cubicBezTo>
                  <a:cubicBezTo>
                    <a:pt x="1" y="1702"/>
                    <a:pt x="473" y="2206"/>
                    <a:pt x="1103" y="2206"/>
                  </a:cubicBezTo>
                  <a:cubicBezTo>
                    <a:pt x="1702" y="2206"/>
                    <a:pt x="2206" y="1702"/>
                    <a:pt x="2206" y="1103"/>
                  </a:cubicBezTo>
                  <a:cubicBezTo>
                    <a:pt x="2206" y="505"/>
                    <a:pt x="1702" y="1"/>
                    <a:pt x="110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15170;p136">
              <a:extLst>
                <a:ext uri="{FF2B5EF4-FFF2-40B4-BE49-F238E27FC236}">
                  <a16:creationId xmlns:a16="http://schemas.microsoft.com/office/drawing/2014/main" id="{CC44AF69-3C81-F6DD-0C91-9540B2F5CB21}"/>
                </a:ext>
              </a:extLst>
            </p:cNvPr>
            <p:cNvSpPr/>
            <p:nvPr/>
          </p:nvSpPr>
          <p:spPr>
            <a:xfrm>
              <a:off x="-54737250" y="3349350"/>
              <a:ext cx="55150" cy="55175"/>
            </a:xfrm>
            <a:custGeom>
              <a:avLst/>
              <a:gdLst/>
              <a:ahLst/>
              <a:cxnLst/>
              <a:rect l="l" t="t" r="r" b="b"/>
              <a:pathLst>
                <a:path w="2206" h="2207" extrusionOk="0">
                  <a:moveTo>
                    <a:pt x="1103" y="1"/>
                  </a:moveTo>
                  <a:cubicBezTo>
                    <a:pt x="504" y="1"/>
                    <a:pt x="0" y="505"/>
                    <a:pt x="0" y="1103"/>
                  </a:cubicBezTo>
                  <a:cubicBezTo>
                    <a:pt x="0" y="1702"/>
                    <a:pt x="504" y="2206"/>
                    <a:pt x="1103" y="2206"/>
                  </a:cubicBezTo>
                  <a:cubicBezTo>
                    <a:pt x="1733" y="2206"/>
                    <a:pt x="2206" y="1702"/>
                    <a:pt x="2206" y="1103"/>
                  </a:cubicBezTo>
                  <a:cubicBezTo>
                    <a:pt x="2206" y="505"/>
                    <a:pt x="1733" y="1"/>
                    <a:pt x="110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15171;p136">
              <a:extLst>
                <a:ext uri="{FF2B5EF4-FFF2-40B4-BE49-F238E27FC236}">
                  <a16:creationId xmlns:a16="http://schemas.microsoft.com/office/drawing/2014/main" id="{EB6A1F3E-D0D4-66DF-4A2A-F6E76A82E924}"/>
                </a:ext>
              </a:extLst>
            </p:cNvPr>
            <p:cNvSpPr/>
            <p:nvPr/>
          </p:nvSpPr>
          <p:spPr>
            <a:xfrm>
              <a:off x="-54770325" y="3218600"/>
              <a:ext cx="233925" cy="299325"/>
            </a:xfrm>
            <a:custGeom>
              <a:avLst/>
              <a:gdLst/>
              <a:ahLst/>
              <a:cxnLst/>
              <a:rect l="l" t="t" r="r" b="b"/>
              <a:pathLst>
                <a:path w="9357" h="11973" extrusionOk="0">
                  <a:moveTo>
                    <a:pt x="6175" y="2962"/>
                  </a:moveTo>
                  <a:cubicBezTo>
                    <a:pt x="6364" y="2962"/>
                    <a:pt x="6522" y="3120"/>
                    <a:pt x="6522" y="3309"/>
                  </a:cubicBezTo>
                  <a:cubicBezTo>
                    <a:pt x="6522" y="3498"/>
                    <a:pt x="6364" y="3656"/>
                    <a:pt x="6175" y="3656"/>
                  </a:cubicBezTo>
                  <a:lnTo>
                    <a:pt x="3182" y="3656"/>
                  </a:lnTo>
                  <a:cubicBezTo>
                    <a:pt x="2993" y="3656"/>
                    <a:pt x="2836" y="3498"/>
                    <a:pt x="2836" y="3309"/>
                  </a:cubicBezTo>
                  <a:cubicBezTo>
                    <a:pt x="2836" y="3120"/>
                    <a:pt x="2993" y="2962"/>
                    <a:pt x="3182" y="2962"/>
                  </a:cubicBezTo>
                  <a:close/>
                  <a:moveTo>
                    <a:pt x="6931" y="4443"/>
                  </a:moveTo>
                  <a:cubicBezTo>
                    <a:pt x="9357" y="4443"/>
                    <a:pt x="9357" y="8192"/>
                    <a:pt x="6931" y="8192"/>
                  </a:cubicBezTo>
                  <a:cubicBezTo>
                    <a:pt x="6018" y="8192"/>
                    <a:pt x="5261" y="7562"/>
                    <a:pt x="5104" y="6680"/>
                  </a:cubicBezTo>
                  <a:lnTo>
                    <a:pt x="4285" y="6680"/>
                  </a:lnTo>
                  <a:cubicBezTo>
                    <a:pt x="4127" y="7562"/>
                    <a:pt x="3340" y="8192"/>
                    <a:pt x="2458" y="8192"/>
                  </a:cubicBezTo>
                  <a:cubicBezTo>
                    <a:pt x="0" y="8192"/>
                    <a:pt x="0" y="4443"/>
                    <a:pt x="2458" y="4443"/>
                  </a:cubicBezTo>
                  <a:cubicBezTo>
                    <a:pt x="3371" y="4443"/>
                    <a:pt x="4127" y="5073"/>
                    <a:pt x="4285" y="5955"/>
                  </a:cubicBezTo>
                  <a:lnTo>
                    <a:pt x="5104" y="5955"/>
                  </a:lnTo>
                  <a:cubicBezTo>
                    <a:pt x="5261" y="5073"/>
                    <a:pt x="6049" y="4443"/>
                    <a:pt x="6931" y="4443"/>
                  </a:cubicBezTo>
                  <a:close/>
                  <a:moveTo>
                    <a:pt x="5695" y="8547"/>
                  </a:moveTo>
                  <a:cubicBezTo>
                    <a:pt x="5789" y="8547"/>
                    <a:pt x="5876" y="8586"/>
                    <a:pt x="5923" y="8665"/>
                  </a:cubicBezTo>
                  <a:cubicBezTo>
                    <a:pt x="6144" y="8791"/>
                    <a:pt x="6144" y="9011"/>
                    <a:pt x="5986" y="9169"/>
                  </a:cubicBezTo>
                  <a:cubicBezTo>
                    <a:pt x="5608" y="9515"/>
                    <a:pt x="5135" y="9704"/>
                    <a:pt x="4631" y="9704"/>
                  </a:cubicBezTo>
                  <a:cubicBezTo>
                    <a:pt x="4127" y="9704"/>
                    <a:pt x="3655" y="9515"/>
                    <a:pt x="3340" y="9169"/>
                  </a:cubicBezTo>
                  <a:cubicBezTo>
                    <a:pt x="3182" y="9011"/>
                    <a:pt x="3182" y="8791"/>
                    <a:pt x="3340" y="8665"/>
                  </a:cubicBezTo>
                  <a:cubicBezTo>
                    <a:pt x="3418" y="8586"/>
                    <a:pt x="3513" y="8547"/>
                    <a:pt x="3603" y="8547"/>
                  </a:cubicBezTo>
                  <a:cubicBezTo>
                    <a:pt x="3694" y="8547"/>
                    <a:pt x="3781" y="8586"/>
                    <a:pt x="3844" y="8665"/>
                  </a:cubicBezTo>
                  <a:cubicBezTo>
                    <a:pt x="4064" y="8885"/>
                    <a:pt x="4348" y="8996"/>
                    <a:pt x="4631" y="8996"/>
                  </a:cubicBezTo>
                  <a:cubicBezTo>
                    <a:pt x="4915" y="8996"/>
                    <a:pt x="5198" y="8885"/>
                    <a:pt x="5419" y="8665"/>
                  </a:cubicBezTo>
                  <a:cubicBezTo>
                    <a:pt x="5498" y="8586"/>
                    <a:pt x="5600" y="8547"/>
                    <a:pt x="5695" y="8547"/>
                  </a:cubicBezTo>
                  <a:close/>
                  <a:moveTo>
                    <a:pt x="4663" y="1"/>
                  </a:moveTo>
                  <a:cubicBezTo>
                    <a:pt x="2426" y="1"/>
                    <a:pt x="599" y="1828"/>
                    <a:pt x="599" y="4097"/>
                  </a:cubicBezTo>
                  <a:lnTo>
                    <a:pt x="599" y="6270"/>
                  </a:lnTo>
                  <a:cubicBezTo>
                    <a:pt x="158" y="7751"/>
                    <a:pt x="441" y="9137"/>
                    <a:pt x="1260" y="10240"/>
                  </a:cubicBezTo>
                  <a:cubicBezTo>
                    <a:pt x="2079" y="11343"/>
                    <a:pt x="3340" y="11973"/>
                    <a:pt x="4663" y="11973"/>
                  </a:cubicBezTo>
                  <a:cubicBezTo>
                    <a:pt x="6018" y="11973"/>
                    <a:pt x="7309" y="11343"/>
                    <a:pt x="8097" y="10240"/>
                  </a:cubicBezTo>
                  <a:cubicBezTo>
                    <a:pt x="8916" y="9169"/>
                    <a:pt x="9200" y="7783"/>
                    <a:pt x="8758" y="6270"/>
                  </a:cubicBezTo>
                  <a:lnTo>
                    <a:pt x="8758" y="4097"/>
                  </a:lnTo>
                  <a:cubicBezTo>
                    <a:pt x="8758" y="2994"/>
                    <a:pt x="8349" y="1954"/>
                    <a:pt x="7593" y="1167"/>
                  </a:cubicBezTo>
                  <a:cubicBezTo>
                    <a:pt x="6805" y="379"/>
                    <a:pt x="5766" y="1"/>
                    <a:pt x="46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15172;p136">
              <a:extLst>
                <a:ext uri="{FF2B5EF4-FFF2-40B4-BE49-F238E27FC236}">
                  <a16:creationId xmlns:a16="http://schemas.microsoft.com/office/drawing/2014/main" id="{98D56FA9-1069-7B51-2027-1DD1567EF8FA}"/>
                </a:ext>
              </a:extLst>
            </p:cNvPr>
            <p:cNvSpPr/>
            <p:nvPr/>
          </p:nvSpPr>
          <p:spPr>
            <a:xfrm>
              <a:off x="-54612025" y="3198925"/>
              <a:ext cx="96100" cy="123675"/>
            </a:xfrm>
            <a:custGeom>
              <a:avLst/>
              <a:gdLst/>
              <a:ahLst/>
              <a:cxnLst/>
              <a:rect l="l" t="t" r="r" b="b"/>
              <a:pathLst>
                <a:path w="3844" h="4947" extrusionOk="0">
                  <a:moveTo>
                    <a:pt x="851" y="0"/>
                  </a:moveTo>
                  <a:cubicBezTo>
                    <a:pt x="536" y="0"/>
                    <a:pt x="221" y="95"/>
                    <a:pt x="1" y="252"/>
                  </a:cubicBezTo>
                  <a:cubicBezTo>
                    <a:pt x="662" y="504"/>
                    <a:pt x="1261" y="882"/>
                    <a:pt x="1765" y="1418"/>
                  </a:cubicBezTo>
                  <a:cubicBezTo>
                    <a:pt x="2679" y="2363"/>
                    <a:pt x="3183" y="3560"/>
                    <a:pt x="3183" y="4821"/>
                  </a:cubicBezTo>
                  <a:lnTo>
                    <a:pt x="3183" y="4947"/>
                  </a:lnTo>
                  <a:cubicBezTo>
                    <a:pt x="3592" y="4695"/>
                    <a:pt x="3844" y="4253"/>
                    <a:pt x="3844" y="3749"/>
                  </a:cubicBezTo>
                  <a:cubicBezTo>
                    <a:pt x="3844" y="3466"/>
                    <a:pt x="3781" y="3214"/>
                    <a:pt x="3655" y="2993"/>
                  </a:cubicBezTo>
                  <a:cubicBezTo>
                    <a:pt x="3781" y="2741"/>
                    <a:pt x="3844" y="2521"/>
                    <a:pt x="3844" y="2237"/>
                  </a:cubicBezTo>
                  <a:cubicBezTo>
                    <a:pt x="3844" y="1380"/>
                    <a:pt x="3123" y="716"/>
                    <a:pt x="2330" y="716"/>
                  </a:cubicBezTo>
                  <a:cubicBezTo>
                    <a:pt x="2279" y="716"/>
                    <a:pt x="2227" y="719"/>
                    <a:pt x="2174" y="725"/>
                  </a:cubicBezTo>
                  <a:cubicBezTo>
                    <a:pt x="1891" y="252"/>
                    <a:pt x="1418" y="0"/>
                    <a:pt x="8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15173;p136">
              <a:extLst>
                <a:ext uri="{FF2B5EF4-FFF2-40B4-BE49-F238E27FC236}">
                  <a16:creationId xmlns:a16="http://schemas.microsoft.com/office/drawing/2014/main" id="{ED00332D-A27E-314A-62A9-4BBC788F1049}"/>
                </a:ext>
              </a:extLst>
            </p:cNvPr>
            <p:cNvSpPr/>
            <p:nvPr/>
          </p:nvSpPr>
          <p:spPr>
            <a:xfrm>
              <a:off x="-54793175" y="3353300"/>
              <a:ext cx="18925" cy="60675"/>
            </a:xfrm>
            <a:custGeom>
              <a:avLst/>
              <a:gdLst/>
              <a:ahLst/>
              <a:cxnLst/>
              <a:rect l="l" t="t" r="r" b="b"/>
              <a:pathLst>
                <a:path w="757" h="2427" extrusionOk="0">
                  <a:moveTo>
                    <a:pt x="757" y="0"/>
                  </a:moveTo>
                  <a:cubicBezTo>
                    <a:pt x="316" y="284"/>
                    <a:pt x="0" y="756"/>
                    <a:pt x="0" y="1292"/>
                  </a:cubicBezTo>
                  <a:cubicBezTo>
                    <a:pt x="0" y="1765"/>
                    <a:pt x="190" y="2174"/>
                    <a:pt x="536" y="2426"/>
                  </a:cubicBezTo>
                  <a:cubicBezTo>
                    <a:pt x="505" y="1859"/>
                    <a:pt x="599" y="1292"/>
                    <a:pt x="757" y="756"/>
                  </a:cubicBezTo>
                  <a:lnTo>
                    <a:pt x="75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8" name="Google Shape;15174;p136">
            <a:extLst>
              <a:ext uri="{FF2B5EF4-FFF2-40B4-BE49-F238E27FC236}">
                <a16:creationId xmlns:a16="http://schemas.microsoft.com/office/drawing/2014/main" id="{1F918E0A-263E-FCD2-BFAF-69185DB974C4}"/>
              </a:ext>
            </a:extLst>
          </p:cNvPr>
          <p:cNvGrpSpPr/>
          <p:nvPr/>
        </p:nvGrpSpPr>
        <p:grpSpPr>
          <a:xfrm>
            <a:off x="10194146" y="4377388"/>
            <a:ext cx="338346" cy="358526"/>
            <a:chOff x="-52450000" y="3584850"/>
            <a:chExt cx="300100" cy="318000"/>
          </a:xfrm>
          <a:solidFill>
            <a:schemeClr val="accent1">
              <a:lumMod val="75000"/>
            </a:schemeClr>
          </a:solidFill>
        </p:grpSpPr>
        <p:sp>
          <p:nvSpPr>
            <p:cNvPr id="849" name="Google Shape;15175;p136">
              <a:extLst>
                <a:ext uri="{FF2B5EF4-FFF2-40B4-BE49-F238E27FC236}">
                  <a16:creationId xmlns:a16="http://schemas.microsoft.com/office/drawing/2014/main" id="{2309F4E1-60A3-374D-C5B8-2088F1C29F91}"/>
                </a:ext>
              </a:extLst>
            </p:cNvPr>
            <p:cNvSpPr/>
            <p:nvPr/>
          </p:nvSpPr>
          <p:spPr>
            <a:xfrm>
              <a:off x="-52206625" y="3601400"/>
              <a:ext cx="55150" cy="55950"/>
            </a:xfrm>
            <a:custGeom>
              <a:avLst/>
              <a:gdLst/>
              <a:ahLst/>
              <a:cxnLst/>
              <a:rect l="l" t="t" r="r" b="b"/>
              <a:pathLst>
                <a:path w="2206" h="2238" extrusionOk="0">
                  <a:moveTo>
                    <a:pt x="1986" y="0"/>
                  </a:moveTo>
                  <a:cubicBezTo>
                    <a:pt x="1513" y="32"/>
                    <a:pt x="1103" y="252"/>
                    <a:pt x="694" y="599"/>
                  </a:cubicBezTo>
                  <a:cubicBezTo>
                    <a:pt x="347" y="914"/>
                    <a:pt x="64" y="1387"/>
                    <a:pt x="1" y="1859"/>
                  </a:cubicBezTo>
                  <a:cubicBezTo>
                    <a:pt x="64" y="1985"/>
                    <a:pt x="158" y="2143"/>
                    <a:pt x="221" y="2237"/>
                  </a:cubicBezTo>
                  <a:cubicBezTo>
                    <a:pt x="725" y="2174"/>
                    <a:pt x="1166" y="1985"/>
                    <a:pt x="1513" y="1607"/>
                  </a:cubicBezTo>
                  <a:cubicBezTo>
                    <a:pt x="1923" y="1197"/>
                    <a:pt x="2143" y="693"/>
                    <a:pt x="2206" y="189"/>
                  </a:cubicBezTo>
                  <a:cubicBezTo>
                    <a:pt x="2206" y="158"/>
                    <a:pt x="2206" y="95"/>
                    <a:pt x="2143" y="32"/>
                  </a:cubicBezTo>
                  <a:cubicBezTo>
                    <a:pt x="2112" y="0"/>
                    <a:pt x="2080" y="0"/>
                    <a:pt x="19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15176;p136">
              <a:extLst>
                <a:ext uri="{FF2B5EF4-FFF2-40B4-BE49-F238E27FC236}">
                  <a16:creationId xmlns:a16="http://schemas.microsoft.com/office/drawing/2014/main" id="{A137E7E7-A1E6-CD7F-8526-1AE089E7C7CE}"/>
                </a:ext>
              </a:extLst>
            </p:cNvPr>
            <p:cNvSpPr/>
            <p:nvPr/>
          </p:nvSpPr>
          <p:spPr>
            <a:xfrm>
              <a:off x="-52271200" y="3601700"/>
              <a:ext cx="29950" cy="11525"/>
            </a:xfrm>
            <a:custGeom>
              <a:avLst/>
              <a:gdLst/>
              <a:ahLst/>
              <a:cxnLst/>
              <a:rect l="l" t="t" r="r" b="b"/>
              <a:pathLst>
                <a:path w="1198" h="461" extrusionOk="0">
                  <a:moveTo>
                    <a:pt x="757" y="1"/>
                  </a:moveTo>
                  <a:cubicBezTo>
                    <a:pt x="507" y="1"/>
                    <a:pt x="260" y="23"/>
                    <a:pt x="0" y="83"/>
                  </a:cubicBezTo>
                  <a:cubicBezTo>
                    <a:pt x="410" y="146"/>
                    <a:pt x="756" y="272"/>
                    <a:pt x="1103" y="461"/>
                  </a:cubicBezTo>
                  <a:cubicBezTo>
                    <a:pt x="1103" y="303"/>
                    <a:pt x="1166" y="146"/>
                    <a:pt x="1197" y="20"/>
                  </a:cubicBezTo>
                  <a:cubicBezTo>
                    <a:pt x="1048" y="8"/>
                    <a:pt x="902" y="1"/>
                    <a:pt x="7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15177;p136">
              <a:extLst>
                <a:ext uri="{FF2B5EF4-FFF2-40B4-BE49-F238E27FC236}">
                  <a16:creationId xmlns:a16="http://schemas.microsoft.com/office/drawing/2014/main" id="{8E24B3DD-3E61-89E5-0B27-231BCF033C29}"/>
                </a:ext>
              </a:extLst>
            </p:cNvPr>
            <p:cNvSpPr/>
            <p:nvPr/>
          </p:nvSpPr>
          <p:spPr>
            <a:xfrm>
              <a:off x="-52225525" y="3584850"/>
              <a:ext cx="30750" cy="44925"/>
            </a:xfrm>
            <a:custGeom>
              <a:avLst/>
              <a:gdLst/>
              <a:ahLst/>
              <a:cxnLst/>
              <a:rect l="l" t="t" r="r" b="b"/>
              <a:pathLst>
                <a:path w="1230" h="1797" extrusionOk="0">
                  <a:moveTo>
                    <a:pt x="757" y="1"/>
                  </a:moveTo>
                  <a:cubicBezTo>
                    <a:pt x="694" y="1"/>
                    <a:pt x="662" y="32"/>
                    <a:pt x="631" y="64"/>
                  </a:cubicBezTo>
                  <a:cubicBezTo>
                    <a:pt x="442" y="316"/>
                    <a:pt x="1" y="820"/>
                    <a:pt x="1" y="1418"/>
                  </a:cubicBezTo>
                  <a:lnTo>
                    <a:pt x="1" y="1607"/>
                  </a:lnTo>
                  <a:cubicBezTo>
                    <a:pt x="64" y="1702"/>
                    <a:pt x="158" y="1733"/>
                    <a:pt x="190" y="1796"/>
                  </a:cubicBezTo>
                  <a:cubicBezTo>
                    <a:pt x="347" y="1355"/>
                    <a:pt x="631" y="977"/>
                    <a:pt x="977" y="662"/>
                  </a:cubicBezTo>
                  <a:cubicBezTo>
                    <a:pt x="1072" y="599"/>
                    <a:pt x="1135" y="536"/>
                    <a:pt x="1229" y="505"/>
                  </a:cubicBezTo>
                  <a:cubicBezTo>
                    <a:pt x="1103" y="316"/>
                    <a:pt x="977" y="190"/>
                    <a:pt x="851" y="64"/>
                  </a:cubicBezTo>
                  <a:cubicBezTo>
                    <a:pt x="820" y="32"/>
                    <a:pt x="788" y="1"/>
                    <a:pt x="7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15178;p136">
              <a:extLst>
                <a:ext uri="{FF2B5EF4-FFF2-40B4-BE49-F238E27FC236}">
                  <a16:creationId xmlns:a16="http://schemas.microsoft.com/office/drawing/2014/main" id="{A7BA69E0-DCDF-02EA-C99F-8F9AC3DB83CA}"/>
                </a:ext>
              </a:extLst>
            </p:cNvPr>
            <p:cNvSpPr/>
            <p:nvPr/>
          </p:nvSpPr>
          <p:spPr>
            <a:xfrm>
              <a:off x="-52412200" y="3694325"/>
              <a:ext cx="205600" cy="208525"/>
            </a:xfrm>
            <a:custGeom>
              <a:avLst/>
              <a:gdLst/>
              <a:ahLst/>
              <a:cxnLst/>
              <a:rect l="l" t="t" r="r" b="b"/>
              <a:pathLst>
                <a:path w="8224" h="8341" extrusionOk="0">
                  <a:moveTo>
                    <a:pt x="2584" y="2269"/>
                  </a:moveTo>
                  <a:cubicBezTo>
                    <a:pt x="2773" y="2269"/>
                    <a:pt x="2931" y="2427"/>
                    <a:pt x="2931" y="2616"/>
                  </a:cubicBezTo>
                  <a:cubicBezTo>
                    <a:pt x="2931" y="2836"/>
                    <a:pt x="2773" y="2962"/>
                    <a:pt x="2584" y="2962"/>
                  </a:cubicBezTo>
                  <a:cubicBezTo>
                    <a:pt x="2568" y="2965"/>
                    <a:pt x="2552" y="2966"/>
                    <a:pt x="2536" y="2966"/>
                  </a:cubicBezTo>
                  <a:cubicBezTo>
                    <a:pt x="2369" y="2966"/>
                    <a:pt x="2238" y="2817"/>
                    <a:pt x="2238" y="2616"/>
                  </a:cubicBezTo>
                  <a:cubicBezTo>
                    <a:pt x="2238" y="2427"/>
                    <a:pt x="2395" y="2269"/>
                    <a:pt x="2584" y="2269"/>
                  </a:cubicBezTo>
                  <a:close/>
                  <a:moveTo>
                    <a:pt x="5577" y="2269"/>
                  </a:moveTo>
                  <a:cubicBezTo>
                    <a:pt x="5766" y="2269"/>
                    <a:pt x="5924" y="2427"/>
                    <a:pt x="5924" y="2616"/>
                  </a:cubicBezTo>
                  <a:cubicBezTo>
                    <a:pt x="5955" y="2836"/>
                    <a:pt x="5766" y="2994"/>
                    <a:pt x="5577" y="2994"/>
                  </a:cubicBezTo>
                  <a:cubicBezTo>
                    <a:pt x="5388" y="2994"/>
                    <a:pt x="5231" y="2836"/>
                    <a:pt x="5231" y="2616"/>
                  </a:cubicBezTo>
                  <a:cubicBezTo>
                    <a:pt x="5231" y="2427"/>
                    <a:pt x="5388" y="2269"/>
                    <a:pt x="5577" y="2269"/>
                  </a:cubicBezTo>
                  <a:close/>
                  <a:moveTo>
                    <a:pt x="5132" y="4923"/>
                  </a:moveTo>
                  <a:cubicBezTo>
                    <a:pt x="5231" y="4923"/>
                    <a:pt x="5325" y="4963"/>
                    <a:pt x="5388" y="5042"/>
                  </a:cubicBezTo>
                  <a:cubicBezTo>
                    <a:pt x="5577" y="5199"/>
                    <a:pt x="5577" y="5420"/>
                    <a:pt x="5420" y="5546"/>
                  </a:cubicBezTo>
                  <a:cubicBezTo>
                    <a:pt x="5073" y="5892"/>
                    <a:pt x="4601" y="6081"/>
                    <a:pt x="4128" y="6081"/>
                  </a:cubicBezTo>
                  <a:cubicBezTo>
                    <a:pt x="3592" y="6081"/>
                    <a:pt x="3120" y="5892"/>
                    <a:pt x="2773" y="5546"/>
                  </a:cubicBezTo>
                  <a:cubicBezTo>
                    <a:pt x="2616" y="5388"/>
                    <a:pt x="2616" y="5136"/>
                    <a:pt x="2773" y="5042"/>
                  </a:cubicBezTo>
                  <a:cubicBezTo>
                    <a:pt x="2852" y="4963"/>
                    <a:pt x="2954" y="4923"/>
                    <a:pt x="3049" y="4923"/>
                  </a:cubicBezTo>
                  <a:cubicBezTo>
                    <a:pt x="3144" y="4923"/>
                    <a:pt x="3230" y="4963"/>
                    <a:pt x="3277" y="5042"/>
                  </a:cubicBezTo>
                  <a:cubicBezTo>
                    <a:pt x="3498" y="5246"/>
                    <a:pt x="3789" y="5349"/>
                    <a:pt x="4077" y="5349"/>
                  </a:cubicBezTo>
                  <a:cubicBezTo>
                    <a:pt x="4364" y="5349"/>
                    <a:pt x="4648" y="5246"/>
                    <a:pt x="4853" y="5042"/>
                  </a:cubicBezTo>
                  <a:cubicBezTo>
                    <a:pt x="4931" y="4963"/>
                    <a:pt x="5034" y="4923"/>
                    <a:pt x="5132" y="4923"/>
                  </a:cubicBezTo>
                  <a:close/>
                  <a:moveTo>
                    <a:pt x="7468" y="1"/>
                  </a:moveTo>
                  <a:cubicBezTo>
                    <a:pt x="7027" y="1"/>
                    <a:pt x="6711" y="347"/>
                    <a:pt x="6711" y="725"/>
                  </a:cubicBezTo>
                  <a:cubicBezTo>
                    <a:pt x="6711" y="1135"/>
                    <a:pt x="6365" y="1482"/>
                    <a:pt x="5955" y="1482"/>
                  </a:cubicBezTo>
                  <a:lnTo>
                    <a:pt x="726" y="1482"/>
                  </a:lnTo>
                  <a:cubicBezTo>
                    <a:pt x="442" y="1482"/>
                    <a:pt x="221" y="1450"/>
                    <a:pt x="1" y="1356"/>
                  </a:cubicBezTo>
                  <a:lnTo>
                    <a:pt x="1" y="4033"/>
                  </a:lnTo>
                  <a:cubicBezTo>
                    <a:pt x="1" y="6176"/>
                    <a:pt x="1576" y="8129"/>
                    <a:pt x="3687" y="8318"/>
                  </a:cubicBezTo>
                  <a:cubicBezTo>
                    <a:pt x="3831" y="8333"/>
                    <a:pt x="3974" y="8340"/>
                    <a:pt x="4115" y="8340"/>
                  </a:cubicBezTo>
                  <a:cubicBezTo>
                    <a:pt x="6356" y="8340"/>
                    <a:pt x="8224" y="6504"/>
                    <a:pt x="8224" y="4223"/>
                  </a:cubicBezTo>
                  <a:lnTo>
                    <a:pt x="8224" y="757"/>
                  </a:lnTo>
                  <a:cubicBezTo>
                    <a:pt x="8224" y="347"/>
                    <a:pt x="7846" y="1"/>
                    <a:pt x="74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15179;p136">
              <a:extLst>
                <a:ext uri="{FF2B5EF4-FFF2-40B4-BE49-F238E27FC236}">
                  <a16:creationId xmlns:a16="http://schemas.microsoft.com/office/drawing/2014/main" id="{2D47DAAA-61EC-1977-909B-A4DC7734655C}"/>
                </a:ext>
              </a:extLst>
            </p:cNvPr>
            <p:cNvSpPr/>
            <p:nvPr/>
          </p:nvSpPr>
          <p:spPr>
            <a:xfrm>
              <a:off x="-52430300" y="3619500"/>
              <a:ext cx="219775" cy="92975"/>
            </a:xfrm>
            <a:custGeom>
              <a:avLst/>
              <a:gdLst/>
              <a:ahLst/>
              <a:cxnLst/>
              <a:rect l="l" t="t" r="r" b="b"/>
              <a:pathLst>
                <a:path w="8791" h="3719" extrusionOk="0">
                  <a:moveTo>
                    <a:pt x="2237" y="1"/>
                  </a:moveTo>
                  <a:cubicBezTo>
                    <a:pt x="1008" y="1"/>
                    <a:pt x="0" y="978"/>
                    <a:pt x="0" y="2238"/>
                  </a:cubicBezTo>
                  <a:cubicBezTo>
                    <a:pt x="0" y="2364"/>
                    <a:pt x="0" y="2427"/>
                    <a:pt x="32" y="2553"/>
                  </a:cubicBezTo>
                  <a:cubicBezTo>
                    <a:pt x="189" y="3214"/>
                    <a:pt x="788" y="3718"/>
                    <a:pt x="1481" y="3718"/>
                  </a:cubicBezTo>
                  <a:lnTo>
                    <a:pt x="6490" y="3718"/>
                  </a:lnTo>
                  <a:cubicBezTo>
                    <a:pt x="6585" y="3718"/>
                    <a:pt x="6648" y="3655"/>
                    <a:pt x="6679" y="3561"/>
                  </a:cubicBezTo>
                  <a:cubicBezTo>
                    <a:pt x="6774" y="2836"/>
                    <a:pt x="7404" y="2238"/>
                    <a:pt x="8192" y="2238"/>
                  </a:cubicBezTo>
                  <a:cubicBezTo>
                    <a:pt x="8381" y="2238"/>
                    <a:pt x="8570" y="2269"/>
                    <a:pt x="8790" y="2364"/>
                  </a:cubicBezTo>
                  <a:cubicBezTo>
                    <a:pt x="8349" y="978"/>
                    <a:pt x="7089" y="1"/>
                    <a:pt x="557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15180;p136">
              <a:extLst>
                <a:ext uri="{FF2B5EF4-FFF2-40B4-BE49-F238E27FC236}">
                  <a16:creationId xmlns:a16="http://schemas.microsoft.com/office/drawing/2014/main" id="{BC12D16C-94A5-EAB6-73FF-02C8F14AF958}"/>
                </a:ext>
              </a:extLst>
            </p:cNvPr>
            <p:cNvSpPr/>
            <p:nvPr/>
          </p:nvSpPr>
          <p:spPr>
            <a:xfrm>
              <a:off x="-52192450" y="3666775"/>
              <a:ext cx="42550" cy="120525"/>
            </a:xfrm>
            <a:custGeom>
              <a:avLst/>
              <a:gdLst/>
              <a:ahLst/>
              <a:cxnLst/>
              <a:rect l="l" t="t" r="r" b="b"/>
              <a:pathLst>
                <a:path w="1702" h="4821" extrusionOk="0">
                  <a:moveTo>
                    <a:pt x="851" y="0"/>
                  </a:moveTo>
                  <a:cubicBezTo>
                    <a:pt x="568" y="126"/>
                    <a:pt x="284" y="221"/>
                    <a:pt x="1" y="315"/>
                  </a:cubicBezTo>
                  <a:cubicBezTo>
                    <a:pt x="127" y="662"/>
                    <a:pt x="221" y="1040"/>
                    <a:pt x="221" y="1481"/>
                  </a:cubicBezTo>
                  <a:lnTo>
                    <a:pt x="221" y="4820"/>
                  </a:lnTo>
                  <a:cubicBezTo>
                    <a:pt x="1040" y="4820"/>
                    <a:pt x="1702" y="4159"/>
                    <a:pt x="1702" y="3340"/>
                  </a:cubicBezTo>
                  <a:cubicBezTo>
                    <a:pt x="1639" y="2710"/>
                    <a:pt x="1229" y="2143"/>
                    <a:pt x="694" y="1953"/>
                  </a:cubicBezTo>
                  <a:cubicBezTo>
                    <a:pt x="851" y="1575"/>
                    <a:pt x="914" y="1166"/>
                    <a:pt x="914" y="725"/>
                  </a:cubicBezTo>
                  <a:cubicBezTo>
                    <a:pt x="914" y="504"/>
                    <a:pt x="883" y="221"/>
                    <a:pt x="8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15181;p136">
              <a:extLst>
                <a:ext uri="{FF2B5EF4-FFF2-40B4-BE49-F238E27FC236}">
                  <a16:creationId xmlns:a16="http://schemas.microsoft.com/office/drawing/2014/main" id="{BDDEB793-E1B9-985B-514F-A26FB8C1D0CA}"/>
                </a:ext>
              </a:extLst>
            </p:cNvPr>
            <p:cNvSpPr/>
            <p:nvPr/>
          </p:nvSpPr>
          <p:spPr>
            <a:xfrm>
              <a:off x="-52450000" y="3740025"/>
              <a:ext cx="18925" cy="64600"/>
            </a:xfrm>
            <a:custGeom>
              <a:avLst/>
              <a:gdLst/>
              <a:ahLst/>
              <a:cxnLst/>
              <a:rect l="l" t="t" r="r" b="b"/>
              <a:pathLst>
                <a:path w="757" h="2584" extrusionOk="0">
                  <a:moveTo>
                    <a:pt x="757" y="0"/>
                  </a:moveTo>
                  <a:cubicBezTo>
                    <a:pt x="316" y="252"/>
                    <a:pt x="1" y="725"/>
                    <a:pt x="1" y="1260"/>
                  </a:cubicBezTo>
                  <a:cubicBezTo>
                    <a:pt x="1" y="1827"/>
                    <a:pt x="316" y="2300"/>
                    <a:pt x="757" y="2584"/>
                  </a:cubicBezTo>
                  <a:lnTo>
                    <a:pt x="75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56" name="Google Shape;15182;p136">
            <a:extLst>
              <a:ext uri="{FF2B5EF4-FFF2-40B4-BE49-F238E27FC236}">
                <a16:creationId xmlns:a16="http://schemas.microsoft.com/office/drawing/2014/main" id="{616E6F95-0DB0-AE25-53EC-5ADE34B88192}"/>
              </a:ext>
            </a:extLst>
          </p:cNvPr>
          <p:cNvGrpSpPr/>
          <p:nvPr/>
        </p:nvGrpSpPr>
        <p:grpSpPr>
          <a:xfrm>
            <a:off x="10205689" y="4842744"/>
            <a:ext cx="315261" cy="357905"/>
            <a:chOff x="-52440550" y="3977875"/>
            <a:chExt cx="279625" cy="317450"/>
          </a:xfrm>
          <a:solidFill>
            <a:schemeClr val="accent1">
              <a:lumMod val="75000"/>
            </a:schemeClr>
          </a:solidFill>
        </p:grpSpPr>
        <p:sp>
          <p:nvSpPr>
            <p:cNvPr id="857" name="Google Shape;15183;p136">
              <a:extLst>
                <a:ext uri="{FF2B5EF4-FFF2-40B4-BE49-F238E27FC236}">
                  <a16:creationId xmlns:a16="http://schemas.microsoft.com/office/drawing/2014/main" id="{F56E47AA-FF51-77AD-36FD-01A6E5E9EE27}"/>
                </a:ext>
              </a:extLst>
            </p:cNvPr>
            <p:cNvSpPr/>
            <p:nvPr/>
          </p:nvSpPr>
          <p:spPr>
            <a:xfrm>
              <a:off x="-52403525" y="4052700"/>
              <a:ext cx="76425" cy="18150"/>
            </a:xfrm>
            <a:custGeom>
              <a:avLst/>
              <a:gdLst/>
              <a:ahLst/>
              <a:cxnLst/>
              <a:rect l="l" t="t" r="r" b="b"/>
              <a:pathLst>
                <a:path w="3057" h="726" extrusionOk="0">
                  <a:moveTo>
                    <a:pt x="0" y="1"/>
                  </a:moveTo>
                  <a:lnTo>
                    <a:pt x="0" y="725"/>
                  </a:lnTo>
                  <a:lnTo>
                    <a:pt x="3056" y="725"/>
                  </a:lnTo>
                  <a:cubicBezTo>
                    <a:pt x="3025" y="631"/>
                    <a:pt x="2993" y="473"/>
                    <a:pt x="2993" y="347"/>
                  </a:cubicBezTo>
                  <a:cubicBezTo>
                    <a:pt x="2993" y="221"/>
                    <a:pt x="3025" y="95"/>
                    <a:pt x="305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15184;p136">
              <a:extLst>
                <a:ext uri="{FF2B5EF4-FFF2-40B4-BE49-F238E27FC236}">
                  <a16:creationId xmlns:a16="http://schemas.microsoft.com/office/drawing/2014/main" id="{CF10D4EC-1031-F8C3-26F3-D93C8C235281}"/>
                </a:ext>
              </a:extLst>
            </p:cNvPr>
            <p:cNvSpPr/>
            <p:nvPr/>
          </p:nvSpPr>
          <p:spPr>
            <a:xfrm>
              <a:off x="-52357850" y="4088925"/>
              <a:ext cx="168575" cy="33075"/>
            </a:xfrm>
            <a:custGeom>
              <a:avLst/>
              <a:gdLst/>
              <a:ahLst/>
              <a:cxnLst/>
              <a:rect l="l" t="t" r="r" b="b"/>
              <a:pathLst>
                <a:path w="6743" h="1323" extrusionOk="0">
                  <a:moveTo>
                    <a:pt x="1" y="1"/>
                  </a:moveTo>
                  <a:cubicBezTo>
                    <a:pt x="1387" y="631"/>
                    <a:pt x="2836" y="1072"/>
                    <a:pt x="4348" y="1292"/>
                  </a:cubicBezTo>
                  <a:cubicBezTo>
                    <a:pt x="4474" y="1313"/>
                    <a:pt x="4599" y="1322"/>
                    <a:pt x="4723" y="1322"/>
                  </a:cubicBezTo>
                  <a:cubicBezTo>
                    <a:pt x="5372" y="1322"/>
                    <a:pt x="5978" y="1054"/>
                    <a:pt x="6428" y="631"/>
                  </a:cubicBezTo>
                  <a:cubicBezTo>
                    <a:pt x="6554" y="505"/>
                    <a:pt x="6617" y="379"/>
                    <a:pt x="6711" y="284"/>
                  </a:cubicBezTo>
                  <a:cubicBezTo>
                    <a:pt x="6743" y="221"/>
                    <a:pt x="6743" y="158"/>
                    <a:pt x="6711" y="64"/>
                  </a:cubicBezTo>
                  <a:cubicBezTo>
                    <a:pt x="6680" y="32"/>
                    <a:pt x="6585" y="1"/>
                    <a:pt x="65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15185;p136">
              <a:extLst>
                <a:ext uri="{FF2B5EF4-FFF2-40B4-BE49-F238E27FC236}">
                  <a16:creationId xmlns:a16="http://schemas.microsoft.com/office/drawing/2014/main" id="{C7D0D3CB-1BE9-9A85-7AB5-99E7F67AF952}"/>
                </a:ext>
              </a:extLst>
            </p:cNvPr>
            <p:cNvSpPr/>
            <p:nvPr/>
          </p:nvSpPr>
          <p:spPr>
            <a:xfrm>
              <a:off x="-52309000" y="4051925"/>
              <a:ext cx="17350" cy="18125"/>
            </a:xfrm>
            <a:custGeom>
              <a:avLst/>
              <a:gdLst/>
              <a:ahLst/>
              <a:cxnLst/>
              <a:rect l="l" t="t" r="r" b="b"/>
              <a:pathLst>
                <a:path w="694" h="725" extrusionOk="0">
                  <a:moveTo>
                    <a:pt x="347" y="0"/>
                  </a:moveTo>
                  <a:cubicBezTo>
                    <a:pt x="158" y="0"/>
                    <a:pt x="0" y="189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cubicBezTo>
                    <a:pt x="536" y="725"/>
                    <a:pt x="693" y="567"/>
                    <a:pt x="693" y="378"/>
                  </a:cubicBezTo>
                  <a:cubicBezTo>
                    <a:pt x="693" y="189"/>
                    <a:pt x="536" y="0"/>
                    <a:pt x="3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15186;p136">
              <a:extLst>
                <a:ext uri="{FF2B5EF4-FFF2-40B4-BE49-F238E27FC236}">
                  <a16:creationId xmlns:a16="http://schemas.microsoft.com/office/drawing/2014/main" id="{4C65988B-E042-0B54-95E3-321E217E3365}"/>
                </a:ext>
              </a:extLst>
            </p:cNvPr>
            <p:cNvSpPr/>
            <p:nvPr/>
          </p:nvSpPr>
          <p:spPr>
            <a:xfrm>
              <a:off x="-52402750" y="3977875"/>
              <a:ext cx="204825" cy="55950"/>
            </a:xfrm>
            <a:custGeom>
              <a:avLst/>
              <a:gdLst/>
              <a:ahLst/>
              <a:cxnLst/>
              <a:rect l="l" t="t" r="r" b="b"/>
              <a:pathLst>
                <a:path w="8193" h="2238" extrusionOk="0">
                  <a:moveTo>
                    <a:pt x="1104" y="1"/>
                  </a:moveTo>
                  <a:cubicBezTo>
                    <a:pt x="474" y="1"/>
                    <a:pt x="1" y="505"/>
                    <a:pt x="1" y="1103"/>
                  </a:cubicBezTo>
                  <a:lnTo>
                    <a:pt x="1" y="2237"/>
                  </a:lnTo>
                  <a:lnTo>
                    <a:pt x="8192" y="2237"/>
                  </a:lnTo>
                  <a:lnTo>
                    <a:pt x="8192" y="1103"/>
                  </a:lnTo>
                  <a:cubicBezTo>
                    <a:pt x="8192" y="473"/>
                    <a:pt x="7688" y="1"/>
                    <a:pt x="709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15187;p136">
              <a:extLst>
                <a:ext uri="{FF2B5EF4-FFF2-40B4-BE49-F238E27FC236}">
                  <a16:creationId xmlns:a16="http://schemas.microsoft.com/office/drawing/2014/main" id="{A54F1207-635B-8822-6D0A-16BEA3C95CA3}"/>
                </a:ext>
              </a:extLst>
            </p:cNvPr>
            <p:cNvSpPr/>
            <p:nvPr/>
          </p:nvSpPr>
          <p:spPr>
            <a:xfrm>
              <a:off x="-52275150" y="4052700"/>
              <a:ext cx="77225" cy="17350"/>
            </a:xfrm>
            <a:custGeom>
              <a:avLst/>
              <a:gdLst/>
              <a:ahLst/>
              <a:cxnLst/>
              <a:rect l="l" t="t" r="r" b="b"/>
              <a:pathLst>
                <a:path w="3089" h="694" extrusionOk="0">
                  <a:moveTo>
                    <a:pt x="1" y="1"/>
                  </a:moveTo>
                  <a:cubicBezTo>
                    <a:pt x="64" y="95"/>
                    <a:pt x="95" y="221"/>
                    <a:pt x="95" y="347"/>
                  </a:cubicBezTo>
                  <a:cubicBezTo>
                    <a:pt x="95" y="442"/>
                    <a:pt x="64" y="568"/>
                    <a:pt x="1" y="694"/>
                  </a:cubicBezTo>
                  <a:lnTo>
                    <a:pt x="3088" y="694"/>
                  </a:lnTo>
                  <a:lnTo>
                    <a:pt x="308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15188;p136">
              <a:extLst>
                <a:ext uri="{FF2B5EF4-FFF2-40B4-BE49-F238E27FC236}">
                  <a16:creationId xmlns:a16="http://schemas.microsoft.com/office/drawing/2014/main" id="{7F33E5B5-41FF-40FB-7177-728B3F837C4E}"/>
                </a:ext>
              </a:extLst>
            </p:cNvPr>
            <p:cNvSpPr/>
            <p:nvPr/>
          </p:nvSpPr>
          <p:spPr>
            <a:xfrm>
              <a:off x="-52403525" y="4089725"/>
              <a:ext cx="204800" cy="205600"/>
            </a:xfrm>
            <a:custGeom>
              <a:avLst/>
              <a:gdLst/>
              <a:ahLst/>
              <a:cxnLst/>
              <a:rect l="l" t="t" r="r" b="b"/>
              <a:pathLst>
                <a:path w="8192" h="8224" extrusionOk="0">
                  <a:moveTo>
                    <a:pt x="2584" y="2993"/>
                  </a:moveTo>
                  <a:cubicBezTo>
                    <a:pt x="2773" y="2993"/>
                    <a:pt x="2930" y="3151"/>
                    <a:pt x="2930" y="3340"/>
                  </a:cubicBezTo>
                  <a:cubicBezTo>
                    <a:pt x="2930" y="3560"/>
                    <a:pt x="2773" y="3718"/>
                    <a:pt x="2584" y="3718"/>
                  </a:cubicBezTo>
                  <a:cubicBezTo>
                    <a:pt x="2426" y="3718"/>
                    <a:pt x="2237" y="3560"/>
                    <a:pt x="2237" y="3340"/>
                  </a:cubicBezTo>
                  <a:cubicBezTo>
                    <a:pt x="2237" y="3151"/>
                    <a:pt x="2395" y="2993"/>
                    <a:pt x="2584" y="2993"/>
                  </a:cubicBezTo>
                  <a:close/>
                  <a:moveTo>
                    <a:pt x="5608" y="2993"/>
                  </a:moveTo>
                  <a:cubicBezTo>
                    <a:pt x="5829" y="2993"/>
                    <a:pt x="5986" y="3151"/>
                    <a:pt x="5986" y="3340"/>
                  </a:cubicBezTo>
                  <a:cubicBezTo>
                    <a:pt x="5986" y="3560"/>
                    <a:pt x="5829" y="3718"/>
                    <a:pt x="5608" y="3718"/>
                  </a:cubicBezTo>
                  <a:cubicBezTo>
                    <a:pt x="5419" y="3718"/>
                    <a:pt x="5262" y="3560"/>
                    <a:pt x="5262" y="3340"/>
                  </a:cubicBezTo>
                  <a:cubicBezTo>
                    <a:pt x="5262" y="3151"/>
                    <a:pt x="5419" y="2993"/>
                    <a:pt x="5608" y="2993"/>
                  </a:cubicBezTo>
                  <a:close/>
                  <a:moveTo>
                    <a:pt x="5148" y="5553"/>
                  </a:moveTo>
                  <a:cubicBezTo>
                    <a:pt x="5238" y="5553"/>
                    <a:pt x="5325" y="5592"/>
                    <a:pt x="5388" y="5671"/>
                  </a:cubicBezTo>
                  <a:cubicBezTo>
                    <a:pt x="5577" y="5797"/>
                    <a:pt x="5577" y="6018"/>
                    <a:pt x="5419" y="6175"/>
                  </a:cubicBezTo>
                  <a:cubicBezTo>
                    <a:pt x="5073" y="6522"/>
                    <a:pt x="4600" y="6742"/>
                    <a:pt x="4128" y="6742"/>
                  </a:cubicBezTo>
                  <a:cubicBezTo>
                    <a:pt x="3624" y="6742"/>
                    <a:pt x="3151" y="6522"/>
                    <a:pt x="2773" y="6175"/>
                  </a:cubicBezTo>
                  <a:cubicBezTo>
                    <a:pt x="2615" y="6018"/>
                    <a:pt x="2615" y="5797"/>
                    <a:pt x="2773" y="5671"/>
                  </a:cubicBezTo>
                  <a:cubicBezTo>
                    <a:pt x="2852" y="5592"/>
                    <a:pt x="2954" y="5553"/>
                    <a:pt x="3053" y="5553"/>
                  </a:cubicBezTo>
                  <a:cubicBezTo>
                    <a:pt x="3151" y="5553"/>
                    <a:pt x="3245" y="5592"/>
                    <a:pt x="3308" y="5671"/>
                  </a:cubicBezTo>
                  <a:cubicBezTo>
                    <a:pt x="3513" y="5892"/>
                    <a:pt x="3797" y="6002"/>
                    <a:pt x="4084" y="6002"/>
                  </a:cubicBezTo>
                  <a:cubicBezTo>
                    <a:pt x="4372" y="6002"/>
                    <a:pt x="4663" y="5892"/>
                    <a:pt x="4884" y="5671"/>
                  </a:cubicBezTo>
                  <a:cubicBezTo>
                    <a:pt x="4962" y="5592"/>
                    <a:pt x="5057" y="5553"/>
                    <a:pt x="5148" y="5553"/>
                  </a:cubicBezTo>
                  <a:close/>
                  <a:moveTo>
                    <a:pt x="0" y="0"/>
                  </a:moveTo>
                  <a:lnTo>
                    <a:pt x="0" y="4096"/>
                  </a:lnTo>
                  <a:cubicBezTo>
                    <a:pt x="0" y="6333"/>
                    <a:pt x="1828" y="8223"/>
                    <a:pt x="4096" y="8223"/>
                  </a:cubicBezTo>
                  <a:cubicBezTo>
                    <a:pt x="6333" y="8223"/>
                    <a:pt x="8192" y="6396"/>
                    <a:pt x="8192" y="4096"/>
                  </a:cubicBezTo>
                  <a:lnTo>
                    <a:pt x="8192" y="1576"/>
                  </a:lnTo>
                  <a:cubicBezTo>
                    <a:pt x="7656" y="1891"/>
                    <a:pt x="7089" y="2080"/>
                    <a:pt x="6490" y="2080"/>
                  </a:cubicBezTo>
                  <a:cubicBezTo>
                    <a:pt x="6364" y="2048"/>
                    <a:pt x="6207" y="2048"/>
                    <a:pt x="6049" y="2017"/>
                  </a:cubicBezTo>
                  <a:cubicBezTo>
                    <a:pt x="4317" y="1733"/>
                    <a:pt x="2615" y="1229"/>
                    <a:pt x="1009" y="441"/>
                  </a:cubicBezTo>
                  <a:lnTo>
                    <a:pt x="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15189;p136">
              <a:extLst>
                <a:ext uri="{FF2B5EF4-FFF2-40B4-BE49-F238E27FC236}">
                  <a16:creationId xmlns:a16="http://schemas.microsoft.com/office/drawing/2014/main" id="{27DBCD7F-4E98-DCFC-5A0B-AA5FD5900A35}"/>
                </a:ext>
              </a:extLst>
            </p:cNvPr>
            <p:cNvSpPr/>
            <p:nvPr/>
          </p:nvSpPr>
          <p:spPr>
            <a:xfrm>
              <a:off x="-52179050" y="4132250"/>
              <a:ext cx="18125" cy="63825"/>
            </a:xfrm>
            <a:custGeom>
              <a:avLst/>
              <a:gdLst/>
              <a:ahLst/>
              <a:cxnLst/>
              <a:rect l="l" t="t" r="r" b="b"/>
              <a:pathLst>
                <a:path w="725" h="2553" extrusionOk="0">
                  <a:moveTo>
                    <a:pt x="0" y="1"/>
                  </a:moveTo>
                  <a:lnTo>
                    <a:pt x="0" y="2552"/>
                  </a:lnTo>
                  <a:cubicBezTo>
                    <a:pt x="410" y="2269"/>
                    <a:pt x="725" y="1796"/>
                    <a:pt x="725" y="1261"/>
                  </a:cubicBezTo>
                  <a:cubicBezTo>
                    <a:pt x="725" y="694"/>
                    <a:pt x="410" y="221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15190;p136">
              <a:extLst>
                <a:ext uri="{FF2B5EF4-FFF2-40B4-BE49-F238E27FC236}">
                  <a16:creationId xmlns:a16="http://schemas.microsoft.com/office/drawing/2014/main" id="{02231A69-D978-54E2-A969-422C303F4E81}"/>
                </a:ext>
              </a:extLst>
            </p:cNvPr>
            <p:cNvSpPr/>
            <p:nvPr/>
          </p:nvSpPr>
          <p:spPr>
            <a:xfrm>
              <a:off x="-52440550" y="4132250"/>
              <a:ext cx="18925" cy="63825"/>
            </a:xfrm>
            <a:custGeom>
              <a:avLst/>
              <a:gdLst/>
              <a:ahLst/>
              <a:cxnLst/>
              <a:rect l="l" t="t" r="r" b="b"/>
              <a:pathLst>
                <a:path w="757" h="2553" extrusionOk="0">
                  <a:moveTo>
                    <a:pt x="757" y="1"/>
                  </a:moveTo>
                  <a:cubicBezTo>
                    <a:pt x="284" y="221"/>
                    <a:pt x="1" y="694"/>
                    <a:pt x="1" y="1261"/>
                  </a:cubicBezTo>
                  <a:cubicBezTo>
                    <a:pt x="1" y="1796"/>
                    <a:pt x="316" y="2269"/>
                    <a:pt x="757" y="2552"/>
                  </a:cubicBezTo>
                  <a:lnTo>
                    <a:pt x="75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5" name="Google Shape;15191;p136">
            <a:extLst>
              <a:ext uri="{FF2B5EF4-FFF2-40B4-BE49-F238E27FC236}">
                <a16:creationId xmlns:a16="http://schemas.microsoft.com/office/drawing/2014/main" id="{38D4280D-69DF-D593-026C-BAA4F24F75A8}"/>
              </a:ext>
            </a:extLst>
          </p:cNvPr>
          <p:cNvGrpSpPr/>
          <p:nvPr/>
        </p:nvGrpSpPr>
        <p:grpSpPr>
          <a:xfrm>
            <a:off x="9315935" y="5299818"/>
            <a:ext cx="315261" cy="359682"/>
            <a:chOff x="-51623775" y="3584850"/>
            <a:chExt cx="279625" cy="319025"/>
          </a:xfrm>
          <a:solidFill>
            <a:schemeClr val="accent1">
              <a:lumMod val="75000"/>
            </a:schemeClr>
          </a:solidFill>
        </p:grpSpPr>
        <p:sp>
          <p:nvSpPr>
            <p:cNvPr id="866" name="Google Shape;15192;p136">
              <a:extLst>
                <a:ext uri="{FF2B5EF4-FFF2-40B4-BE49-F238E27FC236}">
                  <a16:creationId xmlns:a16="http://schemas.microsoft.com/office/drawing/2014/main" id="{997AED5F-5214-7D79-5EA1-F5A9D67521EB}"/>
                </a:ext>
              </a:extLst>
            </p:cNvPr>
            <p:cNvSpPr/>
            <p:nvPr/>
          </p:nvSpPr>
          <p:spPr>
            <a:xfrm>
              <a:off x="-51497750" y="3832175"/>
              <a:ext cx="26000" cy="13200"/>
            </a:xfrm>
            <a:custGeom>
              <a:avLst/>
              <a:gdLst/>
              <a:ahLst/>
              <a:cxnLst/>
              <a:rect l="l" t="t" r="r" b="b"/>
              <a:pathLst>
                <a:path w="1040" h="528" extrusionOk="0">
                  <a:moveTo>
                    <a:pt x="504" y="0"/>
                  </a:moveTo>
                  <a:cubicBezTo>
                    <a:pt x="378" y="189"/>
                    <a:pt x="252" y="252"/>
                    <a:pt x="0" y="410"/>
                  </a:cubicBezTo>
                  <a:cubicBezTo>
                    <a:pt x="158" y="489"/>
                    <a:pt x="339" y="528"/>
                    <a:pt x="520" y="528"/>
                  </a:cubicBezTo>
                  <a:cubicBezTo>
                    <a:pt x="701" y="528"/>
                    <a:pt x="882" y="489"/>
                    <a:pt x="1040" y="410"/>
                  </a:cubicBezTo>
                  <a:cubicBezTo>
                    <a:pt x="788" y="252"/>
                    <a:pt x="693" y="158"/>
                    <a:pt x="50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15193;p136">
              <a:extLst>
                <a:ext uri="{FF2B5EF4-FFF2-40B4-BE49-F238E27FC236}">
                  <a16:creationId xmlns:a16="http://schemas.microsoft.com/office/drawing/2014/main" id="{A58E9EEA-C134-E026-8367-7BFBB08827B6}"/>
                </a:ext>
              </a:extLst>
            </p:cNvPr>
            <p:cNvSpPr/>
            <p:nvPr/>
          </p:nvSpPr>
          <p:spPr>
            <a:xfrm>
              <a:off x="-51574150" y="3809300"/>
              <a:ext cx="78000" cy="26550"/>
            </a:xfrm>
            <a:custGeom>
              <a:avLst/>
              <a:gdLst/>
              <a:ahLst/>
              <a:cxnLst/>
              <a:rect l="l" t="t" r="r" b="b"/>
              <a:pathLst>
                <a:path w="3120" h="1062" extrusionOk="0">
                  <a:moveTo>
                    <a:pt x="2547" y="1"/>
                  </a:moveTo>
                  <a:cubicBezTo>
                    <a:pt x="2380" y="1"/>
                    <a:pt x="2203" y="61"/>
                    <a:pt x="2048" y="191"/>
                  </a:cubicBezTo>
                  <a:cubicBezTo>
                    <a:pt x="1784" y="477"/>
                    <a:pt x="1443" y="609"/>
                    <a:pt x="1078" y="609"/>
                  </a:cubicBezTo>
                  <a:cubicBezTo>
                    <a:pt x="921" y="609"/>
                    <a:pt x="760" y="585"/>
                    <a:pt x="599" y="537"/>
                  </a:cubicBezTo>
                  <a:lnTo>
                    <a:pt x="0" y="348"/>
                  </a:lnTo>
                  <a:lnTo>
                    <a:pt x="0" y="348"/>
                  </a:lnTo>
                  <a:cubicBezTo>
                    <a:pt x="401" y="819"/>
                    <a:pt x="977" y="1061"/>
                    <a:pt x="1572" y="1061"/>
                  </a:cubicBezTo>
                  <a:cubicBezTo>
                    <a:pt x="1773" y="1061"/>
                    <a:pt x="1975" y="1034"/>
                    <a:pt x="2174" y="978"/>
                  </a:cubicBezTo>
                  <a:cubicBezTo>
                    <a:pt x="2615" y="821"/>
                    <a:pt x="2804" y="632"/>
                    <a:pt x="3119" y="348"/>
                  </a:cubicBezTo>
                  <a:cubicBezTo>
                    <a:pt x="3008" y="125"/>
                    <a:pt x="2787" y="1"/>
                    <a:pt x="25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15194;p136">
              <a:extLst>
                <a:ext uri="{FF2B5EF4-FFF2-40B4-BE49-F238E27FC236}">
                  <a16:creationId xmlns:a16="http://schemas.microsoft.com/office/drawing/2014/main" id="{04BCF5F7-D36D-E9A7-3B2B-BCF2CF99C89E}"/>
                </a:ext>
              </a:extLst>
            </p:cNvPr>
            <p:cNvSpPr/>
            <p:nvPr/>
          </p:nvSpPr>
          <p:spPr>
            <a:xfrm>
              <a:off x="-51579675" y="3837675"/>
              <a:ext cx="190625" cy="66200"/>
            </a:xfrm>
            <a:custGeom>
              <a:avLst/>
              <a:gdLst/>
              <a:ahLst/>
              <a:cxnLst/>
              <a:rect l="l" t="t" r="r" b="b"/>
              <a:pathLst>
                <a:path w="7625" h="2648" extrusionOk="0">
                  <a:moveTo>
                    <a:pt x="7625" y="1"/>
                  </a:moveTo>
                  <a:lnTo>
                    <a:pt x="7625" y="1"/>
                  </a:lnTo>
                  <a:cubicBezTo>
                    <a:pt x="7121" y="442"/>
                    <a:pt x="6491" y="662"/>
                    <a:pt x="5829" y="662"/>
                  </a:cubicBezTo>
                  <a:cubicBezTo>
                    <a:pt x="5577" y="662"/>
                    <a:pt x="5356" y="631"/>
                    <a:pt x="5104" y="568"/>
                  </a:cubicBezTo>
                  <a:cubicBezTo>
                    <a:pt x="4758" y="914"/>
                    <a:pt x="4285" y="1103"/>
                    <a:pt x="3813" y="1103"/>
                  </a:cubicBezTo>
                  <a:cubicBezTo>
                    <a:pt x="3340" y="1103"/>
                    <a:pt x="2868" y="914"/>
                    <a:pt x="2521" y="568"/>
                  </a:cubicBezTo>
                  <a:cubicBezTo>
                    <a:pt x="2269" y="631"/>
                    <a:pt x="2048" y="662"/>
                    <a:pt x="1796" y="662"/>
                  </a:cubicBezTo>
                  <a:cubicBezTo>
                    <a:pt x="1135" y="662"/>
                    <a:pt x="505" y="442"/>
                    <a:pt x="1" y="1"/>
                  </a:cubicBezTo>
                  <a:lnTo>
                    <a:pt x="1" y="1"/>
                  </a:lnTo>
                  <a:cubicBezTo>
                    <a:pt x="599" y="1576"/>
                    <a:pt x="2111" y="2647"/>
                    <a:pt x="3813" y="2647"/>
                  </a:cubicBezTo>
                  <a:cubicBezTo>
                    <a:pt x="5514" y="2647"/>
                    <a:pt x="7058" y="1576"/>
                    <a:pt x="76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15195;p136">
              <a:extLst>
                <a:ext uri="{FF2B5EF4-FFF2-40B4-BE49-F238E27FC236}">
                  <a16:creationId xmlns:a16="http://schemas.microsoft.com/office/drawing/2014/main" id="{2D8475A6-16DF-E305-2432-9282BCD7BBFD}"/>
                </a:ext>
              </a:extLst>
            </p:cNvPr>
            <p:cNvSpPr/>
            <p:nvPr/>
          </p:nvSpPr>
          <p:spPr>
            <a:xfrm>
              <a:off x="-51473350" y="3809250"/>
              <a:ext cx="78000" cy="26500"/>
            </a:xfrm>
            <a:custGeom>
              <a:avLst/>
              <a:gdLst/>
              <a:ahLst/>
              <a:cxnLst/>
              <a:rect l="l" t="t" r="r" b="b"/>
              <a:pathLst>
                <a:path w="3120" h="1060" extrusionOk="0">
                  <a:moveTo>
                    <a:pt x="600" y="1"/>
                  </a:moveTo>
                  <a:cubicBezTo>
                    <a:pt x="364" y="1"/>
                    <a:pt x="129" y="117"/>
                    <a:pt x="1" y="319"/>
                  </a:cubicBezTo>
                  <a:cubicBezTo>
                    <a:pt x="284" y="602"/>
                    <a:pt x="505" y="823"/>
                    <a:pt x="946" y="949"/>
                  </a:cubicBezTo>
                  <a:cubicBezTo>
                    <a:pt x="1155" y="1024"/>
                    <a:pt x="1369" y="1059"/>
                    <a:pt x="1580" y="1059"/>
                  </a:cubicBezTo>
                  <a:cubicBezTo>
                    <a:pt x="2163" y="1059"/>
                    <a:pt x="2727" y="790"/>
                    <a:pt x="3120" y="350"/>
                  </a:cubicBezTo>
                  <a:lnTo>
                    <a:pt x="3120" y="350"/>
                  </a:lnTo>
                  <a:lnTo>
                    <a:pt x="2521" y="539"/>
                  </a:lnTo>
                  <a:cubicBezTo>
                    <a:pt x="2369" y="587"/>
                    <a:pt x="2212" y="611"/>
                    <a:pt x="2056" y="611"/>
                  </a:cubicBezTo>
                  <a:cubicBezTo>
                    <a:pt x="1693" y="611"/>
                    <a:pt x="1336" y="479"/>
                    <a:pt x="1072" y="193"/>
                  </a:cubicBezTo>
                  <a:cubicBezTo>
                    <a:pt x="940" y="61"/>
                    <a:pt x="770" y="1"/>
                    <a:pt x="6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15196;p136">
              <a:extLst>
                <a:ext uri="{FF2B5EF4-FFF2-40B4-BE49-F238E27FC236}">
                  <a16:creationId xmlns:a16="http://schemas.microsoft.com/office/drawing/2014/main" id="{C11FF748-7669-BE5F-C503-07DBA16FA646}"/>
                </a:ext>
              </a:extLst>
            </p:cNvPr>
            <p:cNvSpPr/>
            <p:nvPr/>
          </p:nvSpPr>
          <p:spPr>
            <a:xfrm>
              <a:off x="-51598575" y="3584850"/>
              <a:ext cx="226850" cy="111875"/>
            </a:xfrm>
            <a:custGeom>
              <a:avLst/>
              <a:gdLst/>
              <a:ahLst/>
              <a:cxnLst/>
              <a:rect l="l" t="t" r="r" b="b"/>
              <a:pathLst>
                <a:path w="9074" h="4475" extrusionOk="0">
                  <a:moveTo>
                    <a:pt x="757" y="1"/>
                  </a:moveTo>
                  <a:cubicBezTo>
                    <a:pt x="379" y="1"/>
                    <a:pt x="1" y="347"/>
                    <a:pt x="1" y="725"/>
                  </a:cubicBezTo>
                  <a:cubicBezTo>
                    <a:pt x="1" y="1009"/>
                    <a:pt x="158" y="1261"/>
                    <a:pt x="379" y="1355"/>
                  </a:cubicBezTo>
                  <a:lnTo>
                    <a:pt x="379" y="4474"/>
                  </a:lnTo>
                  <a:lnTo>
                    <a:pt x="3561" y="4474"/>
                  </a:lnTo>
                  <a:lnTo>
                    <a:pt x="3120" y="4033"/>
                  </a:lnTo>
                  <a:cubicBezTo>
                    <a:pt x="2962" y="3876"/>
                    <a:pt x="2962" y="3655"/>
                    <a:pt x="3120" y="3529"/>
                  </a:cubicBezTo>
                  <a:lnTo>
                    <a:pt x="4191" y="2458"/>
                  </a:lnTo>
                  <a:cubicBezTo>
                    <a:pt x="4269" y="2379"/>
                    <a:pt x="4364" y="2340"/>
                    <a:pt x="4455" y="2340"/>
                  </a:cubicBezTo>
                  <a:cubicBezTo>
                    <a:pt x="4545" y="2340"/>
                    <a:pt x="4632" y="2379"/>
                    <a:pt x="4695" y="2458"/>
                  </a:cubicBezTo>
                  <a:lnTo>
                    <a:pt x="5766" y="3529"/>
                  </a:lnTo>
                  <a:cubicBezTo>
                    <a:pt x="5923" y="3687"/>
                    <a:pt x="5923" y="3939"/>
                    <a:pt x="5766" y="4033"/>
                  </a:cubicBezTo>
                  <a:lnTo>
                    <a:pt x="5325" y="4474"/>
                  </a:lnTo>
                  <a:lnTo>
                    <a:pt x="8507" y="4474"/>
                  </a:lnTo>
                  <a:lnTo>
                    <a:pt x="8507" y="1355"/>
                  </a:lnTo>
                  <a:cubicBezTo>
                    <a:pt x="8759" y="1261"/>
                    <a:pt x="8885" y="1009"/>
                    <a:pt x="8885" y="725"/>
                  </a:cubicBezTo>
                  <a:cubicBezTo>
                    <a:pt x="9074" y="347"/>
                    <a:pt x="8696" y="1"/>
                    <a:pt x="8318" y="1"/>
                  </a:cubicBezTo>
                  <a:cubicBezTo>
                    <a:pt x="7908" y="1"/>
                    <a:pt x="7562" y="347"/>
                    <a:pt x="7562" y="725"/>
                  </a:cubicBezTo>
                  <a:cubicBezTo>
                    <a:pt x="7562" y="883"/>
                    <a:pt x="7625" y="1009"/>
                    <a:pt x="7688" y="1135"/>
                  </a:cubicBezTo>
                  <a:lnTo>
                    <a:pt x="6428" y="2143"/>
                  </a:lnTo>
                  <a:lnTo>
                    <a:pt x="5167" y="1135"/>
                  </a:lnTo>
                  <a:cubicBezTo>
                    <a:pt x="5262" y="1009"/>
                    <a:pt x="5293" y="883"/>
                    <a:pt x="5293" y="725"/>
                  </a:cubicBezTo>
                  <a:cubicBezTo>
                    <a:pt x="5293" y="347"/>
                    <a:pt x="4947" y="1"/>
                    <a:pt x="4537" y="1"/>
                  </a:cubicBezTo>
                  <a:cubicBezTo>
                    <a:pt x="4159" y="1"/>
                    <a:pt x="3781" y="347"/>
                    <a:pt x="3781" y="725"/>
                  </a:cubicBezTo>
                  <a:cubicBezTo>
                    <a:pt x="3781" y="883"/>
                    <a:pt x="3844" y="1009"/>
                    <a:pt x="3907" y="1135"/>
                  </a:cubicBezTo>
                  <a:lnTo>
                    <a:pt x="2647" y="2143"/>
                  </a:lnTo>
                  <a:lnTo>
                    <a:pt x="1387" y="1135"/>
                  </a:lnTo>
                  <a:cubicBezTo>
                    <a:pt x="1481" y="1009"/>
                    <a:pt x="1513" y="883"/>
                    <a:pt x="1513" y="725"/>
                  </a:cubicBezTo>
                  <a:cubicBezTo>
                    <a:pt x="1513" y="347"/>
                    <a:pt x="1166" y="1"/>
                    <a:pt x="7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15197;p136">
              <a:extLst>
                <a:ext uri="{FF2B5EF4-FFF2-40B4-BE49-F238E27FC236}">
                  <a16:creationId xmlns:a16="http://schemas.microsoft.com/office/drawing/2014/main" id="{A396F9CD-DAD8-8CDF-6711-FA5C443D7045}"/>
                </a:ext>
              </a:extLst>
            </p:cNvPr>
            <p:cNvSpPr/>
            <p:nvPr/>
          </p:nvSpPr>
          <p:spPr>
            <a:xfrm>
              <a:off x="-51623775" y="3703775"/>
              <a:ext cx="18125" cy="63825"/>
            </a:xfrm>
            <a:custGeom>
              <a:avLst/>
              <a:gdLst/>
              <a:ahLst/>
              <a:cxnLst/>
              <a:rect l="l" t="t" r="r" b="b"/>
              <a:pathLst>
                <a:path w="725" h="2553" extrusionOk="0">
                  <a:moveTo>
                    <a:pt x="725" y="1"/>
                  </a:moveTo>
                  <a:cubicBezTo>
                    <a:pt x="252" y="190"/>
                    <a:pt x="0" y="726"/>
                    <a:pt x="0" y="1261"/>
                  </a:cubicBezTo>
                  <a:cubicBezTo>
                    <a:pt x="0" y="1797"/>
                    <a:pt x="315" y="2301"/>
                    <a:pt x="725" y="2553"/>
                  </a:cubicBezTo>
                  <a:lnTo>
                    <a:pt x="72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15198;p136">
              <a:extLst>
                <a:ext uri="{FF2B5EF4-FFF2-40B4-BE49-F238E27FC236}">
                  <a16:creationId xmlns:a16="http://schemas.microsoft.com/office/drawing/2014/main" id="{DDC56938-1A11-0A2E-D678-95AB72CE764D}"/>
                </a:ext>
              </a:extLst>
            </p:cNvPr>
            <p:cNvSpPr/>
            <p:nvPr/>
          </p:nvSpPr>
          <p:spPr>
            <a:xfrm>
              <a:off x="-51363075" y="3703000"/>
              <a:ext cx="18925" cy="63825"/>
            </a:xfrm>
            <a:custGeom>
              <a:avLst/>
              <a:gdLst/>
              <a:ahLst/>
              <a:cxnLst/>
              <a:rect l="l" t="t" r="r" b="b"/>
              <a:pathLst>
                <a:path w="757" h="2553" extrusionOk="0">
                  <a:moveTo>
                    <a:pt x="1" y="0"/>
                  </a:moveTo>
                  <a:lnTo>
                    <a:pt x="1" y="2552"/>
                  </a:lnTo>
                  <a:cubicBezTo>
                    <a:pt x="442" y="2269"/>
                    <a:pt x="757" y="1796"/>
                    <a:pt x="757" y="1261"/>
                  </a:cubicBezTo>
                  <a:cubicBezTo>
                    <a:pt x="757" y="757"/>
                    <a:pt x="442" y="221"/>
                    <a:pt x="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15199;p136">
              <a:extLst>
                <a:ext uri="{FF2B5EF4-FFF2-40B4-BE49-F238E27FC236}">
                  <a16:creationId xmlns:a16="http://schemas.microsoft.com/office/drawing/2014/main" id="{6834ED97-7637-F320-87FF-A1269A796779}"/>
                </a:ext>
              </a:extLst>
            </p:cNvPr>
            <p:cNvSpPr/>
            <p:nvPr/>
          </p:nvSpPr>
          <p:spPr>
            <a:xfrm>
              <a:off x="-51586750" y="3716375"/>
              <a:ext cx="207150" cy="89775"/>
            </a:xfrm>
            <a:custGeom>
              <a:avLst/>
              <a:gdLst/>
              <a:ahLst/>
              <a:cxnLst/>
              <a:rect l="l" t="t" r="r" b="b"/>
              <a:pathLst>
                <a:path w="8286" h="3591" extrusionOk="0">
                  <a:moveTo>
                    <a:pt x="2615" y="757"/>
                  </a:moveTo>
                  <a:cubicBezTo>
                    <a:pt x="2804" y="757"/>
                    <a:pt x="2962" y="915"/>
                    <a:pt x="2962" y="1104"/>
                  </a:cubicBezTo>
                  <a:cubicBezTo>
                    <a:pt x="2962" y="1293"/>
                    <a:pt x="2804" y="1450"/>
                    <a:pt x="2615" y="1450"/>
                  </a:cubicBezTo>
                  <a:cubicBezTo>
                    <a:pt x="2394" y="1450"/>
                    <a:pt x="2237" y="1293"/>
                    <a:pt x="2237" y="1104"/>
                  </a:cubicBezTo>
                  <a:cubicBezTo>
                    <a:pt x="2237" y="915"/>
                    <a:pt x="2394" y="757"/>
                    <a:pt x="2615" y="757"/>
                  </a:cubicBezTo>
                  <a:close/>
                  <a:moveTo>
                    <a:pt x="5608" y="757"/>
                  </a:moveTo>
                  <a:cubicBezTo>
                    <a:pt x="5797" y="757"/>
                    <a:pt x="5955" y="915"/>
                    <a:pt x="5955" y="1104"/>
                  </a:cubicBezTo>
                  <a:cubicBezTo>
                    <a:pt x="5955" y="1293"/>
                    <a:pt x="5797" y="1450"/>
                    <a:pt x="5608" y="1450"/>
                  </a:cubicBezTo>
                  <a:cubicBezTo>
                    <a:pt x="5387" y="1450"/>
                    <a:pt x="5230" y="1293"/>
                    <a:pt x="5230" y="1104"/>
                  </a:cubicBezTo>
                  <a:cubicBezTo>
                    <a:pt x="5198" y="915"/>
                    <a:pt x="5387" y="757"/>
                    <a:pt x="5608" y="757"/>
                  </a:cubicBezTo>
                  <a:close/>
                  <a:moveTo>
                    <a:pt x="95" y="1"/>
                  </a:moveTo>
                  <a:lnTo>
                    <a:pt x="95" y="3088"/>
                  </a:lnTo>
                  <a:lnTo>
                    <a:pt x="0" y="3088"/>
                  </a:lnTo>
                  <a:lnTo>
                    <a:pt x="1386" y="3561"/>
                  </a:lnTo>
                  <a:cubicBezTo>
                    <a:pt x="1451" y="3577"/>
                    <a:pt x="1517" y="3585"/>
                    <a:pt x="1581" y="3585"/>
                  </a:cubicBezTo>
                  <a:cubicBezTo>
                    <a:pt x="1764" y="3585"/>
                    <a:pt x="1939" y="3520"/>
                    <a:pt x="2079" y="3404"/>
                  </a:cubicBezTo>
                  <a:cubicBezTo>
                    <a:pt x="2371" y="3112"/>
                    <a:pt x="2737" y="2970"/>
                    <a:pt x="3098" y="2970"/>
                  </a:cubicBezTo>
                  <a:cubicBezTo>
                    <a:pt x="3478" y="2970"/>
                    <a:pt x="3852" y="3128"/>
                    <a:pt x="4127" y="3435"/>
                  </a:cubicBezTo>
                  <a:cubicBezTo>
                    <a:pt x="4415" y="3132"/>
                    <a:pt x="4791" y="2982"/>
                    <a:pt x="5166" y="2982"/>
                  </a:cubicBezTo>
                  <a:cubicBezTo>
                    <a:pt x="5531" y="2982"/>
                    <a:pt x="5895" y="3124"/>
                    <a:pt x="6175" y="3404"/>
                  </a:cubicBezTo>
                  <a:cubicBezTo>
                    <a:pt x="6329" y="3535"/>
                    <a:pt x="6483" y="3591"/>
                    <a:pt x="6658" y="3591"/>
                  </a:cubicBezTo>
                  <a:cubicBezTo>
                    <a:pt x="6734" y="3591"/>
                    <a:pt x="6814" y="3580"/>
                    <a:pt x="6900" y="3561"/>
                  </a:cubicBezTo>
                  <a:lnTo>
                    <a:pt x="8286" y="3088"/>
                  </a:lnTo>
                  <a:lnTo>
                    <a:pt x="82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15200;p136">
              <a:extLst>
                <a:ext uri="{FF2B5EF4-FFF2-40B4-BE49-F238E27FC236}">
                  <a16:creationId xmlns:a16="http://schemas.microsoft.com/office/drawing/2014/main" id="{B276A8F3-0814-9E63-1481-C416EDB52FF3}"/>
                </a:ext>
              </a:extLst>
            </p:cNvPr>
            <p:cNvSpPr/>
            <p:nvPr/>
          </p:nvSpPr>
          <p:spPr>
            <a:xfrm>
              <a:off x="-51497750" y="3666775"/>
              <a:ext cx="26000" cy="26800"/>
            </a:xfrm>
            <a:custGeom>
              <a:avLst/>
              <a:gdLst/>
              <a:ahLst/>
              <a:cxnLst/>
              <a:rect l="l" t="t" r="r" b="b"/>
              <a:pathLst>
                <a:path w="1040" h="1072" extrusionOk="0">
                  <a:moveTo>
                    <a:pt x="536" y="0"/>
                  </a:moveTo>
                  <a:lnTo>
                    <a:pt x="0" y="536"/>
                  </a:lnTo>
                  <a:lnTo>
                    <a:pt x="536" y="1071"/>
                  </a:lnTo>
                  <a:lnTo>
                    <a:pt x="1040" y="536"/>
                  </a:lnTo>
                  <a:lnTo>
                    <a:pt x="53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75" name="Título 1">
            <a:extLst>
              <a:ext uri="{FF2B5EF4-FFF2-40B4-BE49-F238E27FC236}">
                <a16:creationId xmlns:a16="http://schemas.microsoft.com/office/drawing/2014/main" id="{F2122366-5844-3F03-D68E-F7DC566BA31E}"/>
              </a:ext>
            </a:extLst>
          </p:cNvPr>
          <p:cNvSpPr txBox="1">
            <a:spLocks/>
          </p:cNvSpPr>
          <p:nvPr/>
        </p:nvSpPr>
        <p:spPr>
          <a:xfrm>
            <a:off x="1877511" y="1181033"/>
            <a:ext cx="7128211" cy="662382"/>
          </a:xfrm>
          <a:prstGeom prst="rect">
            <a:avLst/>
          </a:prstGeom>
        </p:spPr>
        <p:txBody>
          <a:bodyPr vert="horz" lIns="91440" tIns="45720" rIns="91440" bIns="45720" rtlCol="0" anchor="b" wrap="square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sz="1200">
                <a:solidFill>
                  <a:srgbClr val="374151"/>
                </a:solidFill>
                <a:latin typeface="Arial"/>
              </a:rPr>
              <a:t>1. Se implementó una solución BI funcional con 6 KPIs y</a:t>
            </a:r>
          </a:p>
          <a:p>
            <a:r>
              <a:rPr sz="1200">
                <a:solidFill>
                  <a:srgbClr val="374151"/>
                </a:solidFill>
                <a:latin typeface="Arial"/>
              </a:rPr>
              <a:t>   proyección predictiva, desplegada en producción.</a:t>
            </a:r>
          </a:p>
          <a:p>
            <a:r>
              <a:rPr sz="1200">
                <a:solidFill>
                  <a:srgbClr val="374151"/>
                </a:solidFill>
                <a:latin typeface="Arial"/>
              </a:rPr>
              <a:t/>
            </a:r>
          </a:p>
          <a:p>
            <a:r>
              <a:rPr sz="1200">
                <a:solidFill>
                  <a:srgbClr val="374151"/>
                </a:solidFill>
                <a:latin typeface="Arial"/>
              </a:rPr>
              <a:t>2. Se confirmó que el cuello de botella es administrativo</a:t>
            </a:r>
          </a:p>
          <a:p>
            <a:r>
              <a:rPr sz="1200">
                <a:solidFill>
                  <a:srgbClr val="374151"/>
                </a:solidFill>
                <a:latin typeface="Arial"/>
              </a:rPr>
              <a:t>   (facturación), no operativo (ejecución de servicios).</a:t>
            </a:r>
          </a:p>
          <a:p>
            <a:r>
              <a:rPr sz="1200">
                <a:solidFill>
                  <a:srgbClr val="374151"/>
                </a:solidFill>
                <a:latin typeface="Arial"/>
              </a:rPr>
              <a:t/>
            </a:r>
          </a:p>
          <a:p>
            <a:r>
              <a:rPr sz="1200">
                <a:solidFill>
                  <a:srgbClr val="374151"/>
                </a:solidFill>
                <a:latin typeface="Arial"/>
              </a:rPr>
              <a:t>3. La herramienta reduce reportes de 3-4h a tiempo real.</a:t>
            </a:r>
          </a:p>
          <a:p>
            <a:r>
              <a:rPr sz="1200">
                <a:solidFill>
                  <a:srgbClr val="374151"/>
                </a:solidFill>
                <a:latin typeface="Arial"/>
              </a:rPr>
              <a:t/>
            </a:r>
          </a:p>
          <a:p>
            <a:r>
              <a:rPr sz="1200">
                <a:solidFill>
                  <a:srgbClr val="374151"/>
                </a:solidFill>
                <a:latin typeface="Arial"/>
              </a:rPr>
              <a:t>4. La analítica descriptiva + predictiva puede transformar</a:t>
            </a:r>
          </a:p>
          <a:p>
            <a:r>
              <a:rPr sz="1200">
                <a:solidFill>
                  <a:srgbClr val="374151"/>
                </a:solidFill>
                <a:latin typeface="Arial"/>
              </a:rPr>
              <a:t>   la gestión de una IPS con herramientas open-source</a:t>
            </a:r>
          </a:p>
          <a:p>
            <a:r>
              <a:rPr sz="1200">
                <a:solidFill>
                  <a:srgbClr val="374151"/>
                </a:solidFill>
                <a:latin typeface="Arial"/>
              </a:rPr>
              <a:t>   y hosting gratuito.</a:t>
            </a:r>
          </a:p>
        </p:txBody>
      </p:sp>
    </p:spTree>
    <p:extLst>
      <p:ext uri="{BB962C8B-B14F-4D97-AF65-F5344CB8AC3E}">
        <p14:creationId xmlns:p14="http://schemas.microsoft.com/office/powerpoint/2010/main" val="20720034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 Título">
            <a:extLst>
              <a:ext uri="{FF2B5EF4-FFF2-40B4-BE49-F238E27FC236}">
                <a16:creationId xmlns:a16="http://schemas.microsoft.com/office/drawing/2014/main" id="{90D91316-CDAE-6280-975E-317CBA40737B}"/>
              </a:ext>
            </a:extLst>
          </p:cNvPr>
          <p:cNvSpPr txBox="1">
            <a:spLocks/>
          </p:cNvSpPr>
          <p:nvPr/>
        </p:nvSpPr>
        <p:spPr>
          <a:xfrm>
            <a:off x="4279377" y="2543647"/>
            <a:ext cx="3810157" cy="541233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sz="2200" b="1">
                <a:solidFill>
                  <a:srgbClr val="1F67AE"/>
                </a:solidFill>
                <a:latin typeface="Arial"/>
              </a:rPr>
              <a:t>11. RECOMENDACIONES</a:t>
            </a:r>
            <a:endParaRPr lang="es-CO" b="1" kern="0" dirty="0">
              <a:solidFill>
                <a:schemeClr val="tx1">
                  <a:lumMod val="95000"/>
                  <a:lumOff val="5000"/>
                </a:schemeClr>
              </a:solidFill>
              <a:latin typeface="Helvetica Black" pitchFamily="2" charset="0"/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17083F61-7CB3-FC09-BF37-B8BE57FE4BB4}"/>
              </a:ext>
            </a:extLst>
          </p:cNvPr>
          <p:cNvGrpSpPr/>
          <p:nvPr/>
        </p:nvGrpSpPr>
        <p:grpSpPr>
          <a:xfrm>
            <a:off x="3017360" y="3277886"/>
            <a:ext cx="6593967" cy="2227676"/>
            <a:chOff x="845884" y="1687530"/>
            <a:chExt cx="7484401" cy="2528496"/>
          </a:xfrm>
          <a:solidFill>
            <a:schemeClr val="accent1">
              <a:lumMod val="75000"/>
            </a:schemeClr>
          </a:solidFill>
        </p:grpSpPr>
        <p:grpSp>
          <p:nvGrpSpPr>
            <p:cNvPr id="4" name="Google Shape;16122;p139">
              <a:extLst>
                <a:ext uri="{FF2B5EF4-FFF2-40B4-BE49-F238E27FC236}">
                  <a16:creationId xmlns:a16="http://schemas.microsoft.com/office/drawing/2014/main" id="{1EF7C717-862D-657B-9239-5D809DA1B078}"/>
                </a:ext>
              </a:extLst>
            </p:cNvPr>
            <p:cNvGrpSpPr/>
            <p:nvPr/>
          </p:nvGrpSpPr>
          <p:grpSpPr>
            <a:xfrm>
              <a:off x="845901" y="1689241"/>
              <a:ext cx="442337" cy="419623"/>
              <a:chOff x="-6696925" y="3272575"/>
              <a:chExt cx="307200" cy="291425"/>
            </a:xfrm>
            <a:grpFill/>
          </p:grpSpPr>
          <p:sp>
            <p:nvSpPr>
              <p:cNvPr id="562" name="Google Shape;16123;p139">
                <a:extLst>
                  <a:ext uri="{FF2B5EF4-FFF2-40B4-BE49-F238E27FC236}">
                    <a16:creationId xmlns:a16="http://schemas.microsoft.com/office/drawing/2014/main" id="{F800F1EA-AF5E-210E-FD4F-8BF3E0DBA72D}"/>
                  </a:ext>
                </a:extLst>
              </p:cNvPr>
              <p:cNvSpPr/>
              <p:nvPr/>
            </p:nvSpPr>
            <p:spPr>
              <a:xfrm>
                <a:off x="-6696925" y="3371400"/>
                <a:ext cx="220575" cy="192600"/>
              </a:xfrm>
              <a:custGeom>
                <a:avLst/>
                <a:gdLst/>
                <a:ahLst/>
                <a:cxnLst/>
                <a:rect l="l" t="t" r="r" b="b"/>
                <a:pathLst>
                  <a:path w="8823" h="7704" extrusionOk="0">
                    <a:moveTo>
                      <a:pt x="7531" y="1"/>
                    </a:moveTo>
                    <a:lnTo>
                      <a:pt x="6333" y="1167"/>
                    </a:lnTo>
                    <a:cubicBezTo>
                      <a:pt x="6207" y="1293"/>
                      <a:pt x="6207" y="1513"/>
                      <a:pt x="6333" y="1639"/>
                    </a:cubicBezTo>
                    <a:cubicBezTo>
                      <a:pt x="6743" y="2017"/>
                      <a:pt x="6743" y="2710"/>
                      <a:pt x="6333" y="3088"/>
                    </a:cubicBezTo>
                    <a:lnTo>
                      <a:pt x="4096" y="5325"/>
                    </a:lnTo>
                    <a:cubicBezTo>
                      <a:pt x="3892" y="5530"/>
                      <a:pt x="3624" y="5632"/>
                      <a:pt x="3360" y="5632"/>
                    </a:cubicBezTo>
                    <a:cubicBezTo>
                      <a:pt x="3096" y="5632"/>
                      <a:pt x="2836" y="5530"/>
                      <a:pt x="2647" y="5325"/>
                    </a:cubicBezTo>
                    <a:cubicBezTo>
                      <a:pt x="2238" y="4947"/>
                      <a:pt x="2238" y="4286"/>
                      <a:pt x="2647" y="3876"/>
                    </a:cubicBezTo>
                    <a:lnTo>
                      <a:pt x="3309" y="3214"/>
                    </a:lnTo>
                    <a:cubicBezTo>
                      <a:pt x="2994" y="2679"/>
                      <a:pt x="2836" y="2017"/>
                      <a:pt x="2836" y="1387"/>
                    </a:cubicBezTo>
                    <a:cubicBezTo>
                      <a:pt x="2836" y="1167"/>
                      <a:pt x="2868" y="978"/>
                      <a:pt x="2899" y="726"/>
                    </a:cubicBezTo>
                    <a:lnTo>
                      <a:pt x="2899" y="726"/>
                    </a:lnTo>
                    <a:lnTo>
                      <a:pt x="1230" y="2427"/>
                    </a:lnTo>
                    <a:cubicBezTo>
                      <a:pt x="1" y="3592"/>
                      <a:pt x="1" y="5577"/>
                      <a:pt x="1230" y="6806"/>
                    </a:cubicBezTo>
                    <a:cubicBezTo>
                      <a:pt x="1820" y="7396"/>
                      <a:pt x="2621" y="7704"/>
                      <a:pt x="3423" y="7704"/>
                    </a:cubicBezTo>
                    <a:cubicBezTo>
                      <a:pt x="4204" y="7704"/>
                      <a:pt x="4986" y="7412"/>
                      <a:pt x="5577" y="6806"/>
                    </a:cubicBezTo>
                    <a:cubicBezTo>
                      <a:pt x="7531" y="4884"/>
                      <a:pt x="8003" y="4506"/>
                      <a:pt x="8350" y="3813"/>
                    </a:cubicBezTo>
                    <a:cubicBezTo>
                      <a:pt x="8822" y="2994"/>
                      <a:pt x="8822" y="1986"/>
                      <a:pt x="8381" y="1104"/>
                    </a:cubicBezTo>
                    <a:cubicBezTo>
                      <a:pt x="8161" y="568"/>
                      <a:pt x="7877" y="253"/>
                      <a:pt x="753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Google Shape;16124;p139">
                <a:extLst>
                  <a:ext uri="{FF2B5EF4-FFF2-40B4-BE49-F238E27FC236}">
                    <a16:creationId xmlns:a16="http://schemas.microsoft.com/office/drawing/2014/main" id="{1D2321B3-55E1-0109-B932-12FC696721E0}"/>
                  </a:ext>
                </a:extLst>
              </p:cNvPr>
              <p:cNvSpPr/>
              <p:nvPr/>
            </p:nvSpPr>
            <p:spPr>
              <a:xfrm>
                <a:off x="-6621300" y="3272575"/>
                <a:ext cx="231575" cy="194950"/>
              </a:xfrm>
              <a:custGeom>
                <a:avLst/>
                <a:gdLst/>
                <a:ahLst/>
                <a:cxnLst/>
                <a:rect l="l" t="t" r="r" b="b"/>
                <a:pathLst>
                  <a:path w="9263" h="7798" extrusionOk="0">
                    <a:moveTo>
                      <a:pt x="5868" y="0"/>
                    </a:moveTo>
                    <a:cubicBezTo>
                      <a:pt x="5073" y="0"/>
                      <a:pt x="4269" y="299"/>
                      <a:pt x="3655" y="898"/>
                    </a:cubicBezTo>
                    <a:lnTo>
                      <a:pt x="1387" y="3229"/>
                    </a:lnTo>
                    <a:cubicBezTo>
                      <a:pt x="0" y="4615"/>
                      <a:pt x="315" y="6852"/>
                      <a:pt x="1670" y="7797"/>
                    </a:cubicBezTo>
                    <a:lnTo>
                      <a:pt x="2836" y="6632"/>
                    </a:lnTo>
                    <a:cubicBezTo>
                      <a:pt x="2962" y="6506"/>
                      <a:pt x="2962" y="6317"/>
                      <a:pt x="2836" y="6159"/>
                    </a:cubicBezTo>
                    <a:cubicBezTo>
                      <a:pt x="2552" y="5907"/>
                      <a:pt x="2489" y="5466"/>
                      <a:pt x="2552" y="5372"/>
                    </a:cubicBezTo>
                    <a:cubicBezTo>
                      <a:pt x="2552" y="4742"/>
                      <a:pt x="3214" y="4332"/>
                      <a:pt x="5167" y="2379"/>
                    </a:cubicBezTo>
                    <a:cubicBezTo>
                      <a:pt x="5384" y="2162"/>
                      <a:pt x="5630" y="2071"/>
                      <a:pt x="5869" y="2071"/>
                    </a:cubicBezTo>
                    <a:cubicBezTo>
                      <a:pt x="6673" y="2071"/>
                      <a:pt x="7393" y="3099"/>
                      <a:pt x="6616" y="3828"/>
                    </a:cubicBezTo>
                    <a:lnTo>
                      <a:pt x="5923" y="4521"/>
                    </a:lnTo>
                    <a:cubicBezTo>
                      <a:pt x="6364" y="5372"/>
                      <a:pt x="6522" y="6159"/>
                      <a:pt x="6364" y="7010"/>
                    </a:cubicBezTo>
                    <a:lnTo>
                      <a:pt x="8097" y="5277"/>
                    </a:lnTo>
                    <a:cubicBezTo>
                      <a:pt x="9263" y="4048"/>
                      <a:pt x="9263" y="2127"/>
                      <a:pt x="8034" y="898"/>
                    </a:cubicBezTo>
                    <a:cubicBezTo>
                      <a:pt x="7451" y="299"/>
                      <a:pt x="6664" y="0"/>
                      <a:pt x="586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" name="Google Shape;16125;p139">
              <a:extLst>
                <a:ext uri="{FF2B5EF4-FFF2-40B4-BE49-F238E27FC236}">
                  <a16:creationId xmlns:a16="http://schemas.microsoft.com/office/drawing/2014/main" id="{6D513EAC-A1DC-0568-E6C7-8B1E5861DC75}"/>
                </a:ext>
              </a:extLst>
            </p:cNvPr>
            <p:cNvGrpSpPr/>
            <p:nvPr/>
          </p:nvGrpSpPr>
          <p:grpSpPr>
            <a:xfrm>
              <a:off x="845884" y="2204636"/>
              <a:ext cx="442373" cy="420775"/>
              <a:chOff x="-6690625" y="3631325"/>
              <a:chExt cx="307225" cy="292225"/>
            </a:xfrm>
            <a:grpFill/>
          </p:grpSpPr>
          <p:sp>
            <p:nvSpPr>
              <p:cNvPr id="557" name="Google Shape;16126;p139">
                <a:extLst>
                  <a:ext uri="{FF2B5EF4-FFF2-40B4-BE49-F238E27FC236}">
                    <a16:creationId xmlns:a16="http://schemas.microsoft.com/office/drawing/2014/main" id="{0CFC1F46-DE90-5286-EE08-DC9E507C454A}"/>
                  </a:ext>
                </a:extLst>
              </p:cNvPr>
              <p:cNvSpPr/>
              <p:nvPr/>
            </p:nvSpPr>
            <p:spPr>
              <a:xfrm>
                <a:off x="-6690625" y="3631325"/>
                <a:ext cx="222925" cy="292225"/>
              </a:xfrm>
              <a:custGeom>
                <a:avLst/>
                <a:gdLst/>
                <a:ahLst/>
                <a:cxnLst/>
                <a:rect l="l" t="t" r="r" b="b"/>
                <a:pathLst>
                  <a:path w="8917" h="11689" extrusionOk="0">
                    <a:moveTo>
                      <a:pt x="5861" y="2773"/>
                    </a:moveTo>
                    <a:cubicBezTo>
                      <a:pt x="6270" y="2773"/>
                      <a:pt x="6333" y="3435"/>
                      <a:pt x="5861" y="3435"/>
                    </a:cubicBezTo>
                    <a:lnTo>
                      <a:pt x="3813" y="3435"/>
                    </a:lnTo>
                    <a:cubicBezTo>
                      <a:pt x="3372" y="3435"/>
                      <a:pt x="3340" y="2773"/>
                      <a:pt x="3813" y="2773"/>
                    </a:cubicBezTo>
                    <a:close/>
                    <a:moveTo>
                      <a:pt x="2742" y="0"/>
                    </a:moveTo>
                    <a:lnTo>
                      <a:pt x="2742" y="2395"/>
                    </a:lnTo>
                    <a:cubicBezTo>
                      <a:pt x="2742" y="2584"/>
                      <a:pt x="2584" y="2741"/>
                      <a:pt x="2395" y="2741"/>
                    </a:cubicBezTo>
                    <a:lnTo>
                      <a:pt x="1" y="2741"/>
                    </a:lnTo>
                    <a:lnTo>
                      <a:pt x="1" y="10649"/>
                    </a:lnTo>
                    <a:cubicBezTo>
                      <a:pt x="1" y="11216"/>
                      <a:pt x="473" y="11689"/>
                      <a:pt x="1009" y="11689"/>
                    </a:cubicBezTo>
                    <a:lnTo>
                      <a:pt x="7909" y="11689"/>
                    </a:lnTo>
                    <a:cubicBezTo>
                      <a:pt x="8444" y="11689"/>
                      <a:pt x="8917" y="11248"/>
                      <a:pt x="8917" y="10649"/>
                    </a:cubicBezTo>
                    <a:lnTo>
                      <a:pt x="8917" y="7751"/>
                    </a:lnTo>
                    <a:lnTo>
                      <a:pt x="6491" y="10177"/>
                    </a:lnTo>
                    <a:cubicBezTo>
                      <a:pt x="6491" y="10271"/>
                      <a:pt x="6428" y="10303"/>
                      <a:pt x="6365" y="10303"/>
                    </a:cubicBezTo>
                    <a:lnTo>
                      <a:pt x="4317" y="10901"/>
                    </a:lnTo>
                    <a:cubicBezTo>
                      <a:pt x="4198" y="10938"/>
                      <a:pt x="4080" y="10955"/>
                      <a:pt x="3967" y="10955"/>
                    </a:cubicBezTo>
                    <a:cubicBezTo>
                      <a:pt x="3209" y="10955"/>
                      <a:pt x="2625" y="10192"/>
                      <a:pt x="2899" y="9452"/>
                    </a:cubicBezTo>
                    <a:lnTo>
                      <a:pt x="3057" y="8979"/>
                    </a:lnTo>
                    <a:lnTo>
                      <a:pt x="1765" y="8979"/>
                    </a:lnTo>
                    <a:cubicBezTo>
                      <a:pt x="1324" y="8979"/>
                      <a:pt x="1293" y="8255"/>
                      <a:pt x="1765" y="8255"/>
                    </a:cubicBezTo>
                    <a:lnTo>
                      <a:pt x="3277" y="8255"/>
                    </a:lnTo>
                    <a:lnTo>
                      <a:pt x="3529" y="7593"/>
                    </a:lnTo>
                    <a:lnTo>
                      <a:pt x="1797" y="7593"/>
                    </a:lnTo>
                    <a:cubicBezTo>
                      <a:pt x="1356" y="7593"/>
                      <a:pt x="1324" y="6869"/>
                      <a:pt x="1797" y="6869"/>
                    </a:cubicBezTo>
                    <a:lnTo>
                      <a:pt x="4034" y="6869"/>
                    </a:lnTo>
                    <a:lnTo>
                      <a:pt x="4695" y="6207"/>
                    </a:lnTo>
                    <a:lnTo>
                      <a:pt x="1765" y="6207"/>
                    </a:lnTo>
                    <a:cubicBezTo>
                      <a:pt x="1324" y="6207"/>
                      <a:pt x="1293" y="5514"/>
                      <a:pt x="1765" y="5514"/>
                    </a:cubicBezTo>
                    <a:lnTo>
                      <a:pt x="5388" y="5514"/>
                    </a:lnTo>
                    <a:lnTo>
                      <a:pt x="6050" y="4821"/>
                    </a:lnTo>
                    <a:lnTo>
                      <a:pt x="1734" y="4821"/>
                    </a:lnTo>
                    <a:cubicBezTo>
                      <a:pt x="1293" y="4821"/>
                      <a:pt x="1261" y="4128"/>
                      <a:pt x="1734" y="4128"/>
                    </a:cubicBezTo>
                    <a:lnTo>
                      <a:pt x="6711" y="4128"/>
                    </a:lnTo>
                    <a:cubicBezTo>
                      <a:pt x="6963" y="3876"/>
                      <a:pt x="8696" y="2080"/>
                      <a:pt x="8917" y="1891"/>
                    </a:cubicBezTo>
                    <a:lnTo>
                      <a:pt x="8917" y="1009"/>
                    </a:lnTo>
                    <a:cubicBezTo>
                      <a:pt x="8917" y="473"/>
                      <a:pt x="8507" y="0"/>
                      <a:pt x="790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Google Shape;16127;p139">
                <a:extLst>
                  <a:ext uri="{FF2B5EF4-FFF2-40B4-BE49-F238E27FC236}">
                    <a16:creationId xmlns:a16="http://schemas.microsoft.com/office/drawing/2014/main" id="{632FBEB4-94D2-59F2-741E-18E90059A5E6}"/>
                  </a:ext>
                </a:extLst>
              </p:cNvPr>
              <p:cNvSpPr/>
              <p:nvPr/>
            </p:nvSpPr>
            <p:spPr>
              <a:xfrm>
                <a:off x="-6604350" y="3832175"/>
                <a:ext cx="58675" cy="56550"/>
              </a:xfrm>
              <a:custGeom>
                <a:avLst/>
                <a:gdLst/>
                <a:ahLst/>
                <a:cxnLst/>
                <a:rect l="l" t="t" r="r" b="b"/>
                <a:pathLst>
                  <a:path w="2347" h="2262" extrusionOk="0">
                    <a:moveTo>
                      <a:pt x="614" y="0"/>
                    </a:moveTo>
                    <a:lnTo>
                      <a:pt x="110" y="1607"/>
                    </a:lnTo>
                    <a:cubicBezTo>
                      <a:pt x="1" y="1934"/>
                      <a:pt x="222" y="2262"/>
                      <a:pt x="550" y="2262"/>
                    </a:cubicBezTo>
                    <a:cubicBezTo>
                      <a:pt x="600" y="2262"/>
                      <a:pt x="654" y="2254"/>
                      <a:pt x="709" y="2237"/>
                    </a:cubicBezTo>
                    <a:lnTo>
                      <a:pt x="2347" y="1701"/>
                    </a:lnTo>
                    <a:lnTo>
                      <a:pt x="614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Google Shape;16128;p139">
                <a:extLst>
                  <a:ext uri="{FF2B5EF4-FFF2-40B4-BE49-F238E27FC236}">
                    <a16:creationId xmlns:a16="http://schemas.microsoft.com/office/drawing/2014/main" id="{27A9FFE5-41B4-B767-6DF1-860C8ABD8FCB}"/>
                  </a:ext>
                </a:extLst>
              </p:cNvPr>
              <p:cNvSpPr/>
              <p:nvPr/>
            </p:nvSpPr>
            <p:spPr>
              <a:xfrm>
                <a:off x="-6470875" y="3684775"/>
                <a:ext cx="87475" cy="71800"/>
              </a:xfrm>
              <a:custGeom>
                <a:avLst/>
                <a:gdLst/>
                <a:ahLst/>
                <a:cxnLst/>
                <a:rect l="l" t="t" r="r" b="b"/>
                <a:pathLst>
                  <a:path w="3499" h="2872" extrusionOk="0">
                    <a:moveTo>
                      <a:pt x="1479" y="1"/>
                    </a:moveTo>
                    <a:cubicBezTo>
                      <a:pt x="1176" y="1"/>
                      <a:pt x="868" y="114"/>
                      <a:pt x="599" y="383"/>
                    </a:cubicBezTo>
                    <a:lnTo>
                      <a:pt x="1" y="950"/>
                    </a:lnTo>
                    <a:lnTo>
                      <a:pt x="1954" y="2872"/>
                    </a:lnTo>
                    <a:lnTo>
                      <a:pt x="2521" y="2305"/>
                    </a:lnTo>
                    <a:cubicBezTo>
                      <a:pt x="3498" y="1352"/>
                      <a:pt x="2524" y="1"/>
                      <a:pt x="1479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Google Shape;16129;p139">
                <a:extLst>
                  <a:ext uri="{FF2B5EF4-FFF2-40B4-BE49-F238E27FC236}">
                    <a16:creationId xmlns:a16="http://schemas.microsoft.com/office/drawing/2014/main" id="{B6C65AD2-201F-B978-21A2-CF9116E0F8E4}"/>
                  </a:ext>
                </a:extLst>
              </p:cNvPr>
              <p:cNvSpPr/>
              <p:nvPr/>
            </p:nvSpPr>
            <p:spPr>
              <a:xfrm>
                <a:off x="-6578775" y="3721900"/>
                <a:ext cx="143375" cy="143375"/>
              </a:xfrm>
              <a:custGeom>
                <a:avLst/>
                <a:gdLst/>
                <a:ahLst/>
                <a:cxnLst/>
                <a:rect l="l" t="t" r="r" b="b"/>
                <a:pathLst>
                  <a:path w="5735" h="5735" extrusionOk="0">
                    <a:moveTo>
                      <a:pt x="3813" y="1"/>
                    </a:moveTo>
                    <a:lnTo>
                      <a:pt x="1" y="3813"/>
                    </a:lnTo>
                    <a:lnTo>
                      <a:pt x="1922" y="5734"/>
                    </a:lnTo>
                    <a:lnTo>
                      <a:pt x="4474" y="3183"/>
                    </a:lnTo>
                    <a:lnTo>
                      <a:pt x="5734" y="1922"/>
                    </a:lnTo>
                    <a:lnTo>
                      <a:pt x="381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Google Shape;16130;p139">
                <a:extLst>
                  <a:ext uri="{FF2B5EF4-FFF2-40B4-BE49-F238E27FC236}">
                    <a16:creationId xmlns:a16="http://schemas.microsoft.com/office/drawing/2014/main" id="{D29BB172-A3AC-1C89-1DB5-6397A9265A22}"/>
                  </a:ext>
                </a:extLst>
              </p:cNvPr>
              <p:cNvSpPr/>
              <p:nvPr/>
            </p:nvSpPr>
            <p:spPr>
              <a:xfrm>
                <a:off x="-6685100" y="3636850"/>
                <a:ext cx="47275" cy="46475"/>
              </a:xfrm>
              <a:custGeom>
                <a:avLst/>
                <a:gdLst/>
                <a:ahLst/>
                <a:cxnLst/>
                <a:rect l="l" t="t" r="r" b="b"/>
                <a:pathLst>
                  <a:path w="1891" h="1859" extrusionOk="0">
                    <a:moveTo>
                      <a:pt x="1891" y="0"/>
                    </a:moveTo>
                    <a:lnTo>
                      <a:pt x="0" y="1859"/>
                    </a:lnTo>
                    <a:lnTo>
                      <a:pt x="1891" y="1859"/>
                    </a:lnTo>
                    <a:lnTo>
                      <a:pt x="1891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" name="Google Shape;16131;p139">
              <a:extLst>
                <a:ext uri="{FF2B5EF4-FFF2-40B4-BE49-F238E27FC236}">
                  <a16:creationId xmlns:a16="http://schemas.microsoft.com/office/drawing/2014/main" id="{D31930AE-809E-7285-F764-185E0E631E69}"/>
                </a:ext>
              </a:extLst>
            </p:cNvPr>
            <p:cNvGrpSpPr/>
            <p:nvPr/>
          </p:nvGrpSpPr>
          <p:grpSpPr>
            <a:xfrm>
              <a:off x="868005" y="2756972"/>
              <a:ext cx="421927" cy="419371"/>
              <a:chOff x="-6689825" y="3992050"/>
              <a:chExt cx="293025" cy="291250"/>
            </a:xfrm>
            <a:grpFill/>
          </p:grpSpPr>
          <p:sp>
            <p:nvSpPr>
              <p:cNvPr id="545" name="Google Shape;16132;p139">
                <a:extLst>
                  <a:ext uri="{FF2B5EF4-FFF2-40B4-BE49-F238E27FC236}">
                    <a16:creationId xmlns:a16="http://schemas.microsoft.com/office/drawing/2014/main" id="{0D228B8E-C289-B3F9-CBE6-9F37C5A52692}"/>
                  </a:ext>
                </a:extLst>
              </p:cNvPr>
              <p:cNvSpPr/>
              <p:nvPr/>
            </p:nvSpPr>
            <p:spPr>
              <a:xfrm>
                <a:off x="-6547275" y="3992050"/>
                <a:ext cx="30750" cy="65400"/>
              </a:xfrm>
              <a:custGeom>
                <a:avLst/>
                <a:gdLst/>
                <a:ahLst/>
                <a:cxnLst/>
                <a:rect l="l" t="t" r="r" b="b"/>
                <a:pathLst>
                  <a:path w="1230" h="2616" extrusionOk="0">
                    <a:moveTo>
                      <a:pt x="1229" y="1"/>
                    </a:moveTo>
                    <a:cubicBezTo>
                      <a:pt x="757" y="379"/>
                      <a:pt x="284" y="1355"/>
                      <a:pt x="1" y="2616"/>
                    </a:cubicBezTo>
                    <a:lnTo>
                      <a:pt x="1229" y="2616"/>
                    </a:lnTo>
                    <a:lnTo>
                      <a:pt x="122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Google Shape;16133;p139">
                <a:extLst>
                  <a:ext uri="{FF2B5EF4-FFF2-40B4-BE49-F238E27FC236}">
                    <a16:creationId xmlns:a16="http://schemas.microsoft.com/office/drawing/2014/main" id="{4709BE42-B75A-01CA-6C2D-EF0B7B96FA04}"/>
                  </a:ext>
                </a:extLst>
              </p:cNvPr>
              <p:cNvSpPr/>
              <p:nvPr/>
            </p:nvSpPr>
            <p:spPr>
              <a:xfrm>
                <a:off x="-6547275" y="4143275"/>
                <a:ext cx="30750" cy="64600"/>
              </a:xfrm>
              <a:custGeom>
                <a:avLst/>
                <a:gdLst/>
                <a:ahLst/>
                <a:cxnLst/>
                <a:rect l="l" t="t" r="r" b="b"/>
                <a:pathLst>
                  <a:path w="1230" h="2584" extrusionOk="0">
                    <a:moveTo>
                      <a:pt x="1" y="1"/>
                    </a:moveTo>
                    <a:cubicBezTo>
                      <a:pt x="284" y="1261"/>
                      <a:pt x="757" y="2237"/>
                      <a:pt x="1229" y="2584"/>
                    </a:cubicBezTo>
                    <a:lnTo>
                      <a:pt x="122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Google Shape;16134;p139">
                <a:extLst>
                  <a:ext uri="{FF2B5EF4-FFF2-40B4-BE49-F238E27FC236}">
                    <a16:creationId xmlns:a16="http://schemas.microsoft.com/office/drawing/2014/main" id="{4933E6E4-5CE4-F259-1B00-54BD96AC8AF4}"/>
                  </a:ext>
                </a:extLst>
              </p:cNvPr>
              <p:cNvSpPr/>
              <p:nvPr/>
            </p:nvSpPr>
            <p:spPr>
              <a:xfrm>
                <a:off x="-6551200" y="4073975"/>
                <a:ext cx="34675" cy="51200"/>
              </a:xfrm>
              <a:custGeom>
                <a:avLst/>
                <a:gdLst/>
                <a:ahLst/>
                <a:cxnLst/>
                <a:rect l="l" t="t" r="r" b="b"/>
                <a:pathLst>
                  <a:path w="1387" h="2048" extrusionOk="0">
                    <a:moveTo>
                      <a:pt x="63" y="0"/>
                    </a:moveTo>
                    <a:cubicBezTo>
                      <a:pt x="0" y="725"/>
                      <a:pt x="0" y="1355"/>
                      <a:pt x="63" y="2048"/>
                    </a:cubicBezTo>
                    <a:lnTo>
                      <a:pt x="1386" y="2048"/>
                    </a:lnTo>
                    <a:lnTo>
                      <a:pt x="138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Google Shape;16135;p139">
                <a:extLst>
                  <a:ext uri="{FF2B5EF4-FFF2-40B4-BE49-F238E27FC236}">
                    <a16:creationId xmlns:a16="http://schemas.microsoft.com/office/drawing/2014/main" id="{909FEF70-5451-2928-7E75-D4B86D41CD75}"/>
                  </a:ext>
                </a:extLst>
              </p:cNvPr>
              <p:cNvSpPr/>
              <p:nvPr/>
            </p:nvSpPr>
            <p:spPr>
              <a:xfrm>
                <a:off x="-6475600" y="3994425"/>
                <a:ext cx="70125" cy="63025"/>
              </a:xfrm>
              <a:custGeom>
                <a:avLst/>
                <a:gdLst/>
                <a:ahLst/>
                <a:cxnLst/>
                <a:rect l="l" t="t" r="r" b="b"/>
                <a:pathLst>
                  <a:path w="2805" h="2521" extrusionOk="0">
                    <a:moveTo>
                      <a:pt x="1" y="0"/>
                    </a:moveTo>
                    <a:cubicBezTo>
                      <a:pt x="442" y="630"/>
                      <a:pt x="757" y="1512"/>
                      <a:pt x="946" y="2521"/>
                    </a:cubicBezTo>
                    <a:lnTo>
                      <a:pt x="2805" y="2521"/>
                    </a:lnTo>
                    <a:cubicBezTo>
                      <a:pt x="2301" y="1292"/>
                      <a:pt x="1261" y="347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Google Shape;16136;p139">
                <a:extLst>
                  <a:ext uri="{FF2B5EF4-FFF2-40B4-BE49-F238E27FC236}">
                    <a16:creationId xmlns:a16="http://schemas.microsoft.com/office/drawing/2014/main" id="{05598A0D-CA14-546A-DC73-E1EADCF1CE09}"/>
                  </a:ext>
                </a:extLst>
              </p:cNvPr>
              <p:cNvSpPr/>
              <p:nvPr/>
            </p:nvSpPr>
            <p:spPr>
              <a:xfrm>
                <a:off x="-6449600" y="4073975"/>
                <a:ext cx="52800" cy="51200"/>
              </a:xfrm>
              <a:custGeom>
                <a:avLst/>
                <a:gdLst/>
                <a:ahLst/>
                <a:cxnLst/>
                <a:rect l="l" t="t" r="r" b="b"/>
                <a:pathLst>
                  <a:path w="2112" h="2048" extrusionOk="0">
                    <a:moveTo>
                      <a:pt x="0" y="0"/>
                    </a:moveTo>
                    <a:cubicBezTo>
                      <a:pt x="63" y="725"/>
                      <a:pt x="63" y="1355"/>
                      <a:pt x="0" y="2048"/>
                    </a:cubicBezTo>
                    <a:lnTo>
                      <a:pt x="1954" y="2048"/>
                    </a:lnTo>
                    <a:cubicBezTo>
                      <a:pt x="2048" y="1733"/>
                      <a:pt x="2080" y="1386"/>
                      <a:pt x="2080" y="1040"/>
                    </a:cubicBezTo>
                    <a:cubicBezTo>
                      <a:pt x="2111" y="662"/>
                      <a:pt x="2048" y="347"/>
                      <a:pt x="195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Google Shape;16137;p139">
                <a:extLst>
                  <a:ext uri="{FF2B5EF4-FFF2-40B4-BE49-F238E27FC236}">
                    <a16:creationId xmlns:a16="http://schemas.microsoft.com/office/drawing/2014/main" id="{E58F1CBA-B496-35E7-A653-8BB96DB57B36}"/>
                  </a:ext>
                </a:extLst>
              </p:cNvPr>
              <p:cNvSpPr/>
              <p:nvPr/>
            </p:nvSpPr>
            <p:spPr>
              <a:xfrm>
                <a:off x="-6500000" y="3992050"/>
                <a:ext cx="30725" cy="65400"/>
              </a:xfrm>
              <a:custGeom>
                <a:avLst/>
                <a:gdLst/>
                <a:ahLst/>
                <a:cxnLst/>
                <a:rect l="l" t="t" r="r" b="b"/>
                <a:pathLst>
                  <a:path w="1229" h="2616" extrusionOk="0">
                    <a:moveTo>
                      <a:pt x="0" y="1"/>
                    </a:moveTo>
                    <a:lnTo>
                      <a:pt x="0" y="2616"/>
                    </a:lnTo>
                    <a:lnTo>
                      <a:pt x="1229" y="2616"/>
                    </a:lnTo>
                    <a:cubicBezTo>
                      <a:pt x="977" y="1355"/>
                      <a:pt x="473" y="379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Google Shape;16138;p139">
                <a:extLst>
                  <a:ext uri="{FF2B5EF4-FFF2-40B4-BE49-F238E27FC236}">
                    <a16:creationId xmlns:a16="http://schemas.microsoft.com/office/drawing/2014/main" id="{62448869-ADE0-08FA-D4C6-9BB95213C52D}"/>
                  </a:ext>
                </a:extLst>
              </p:cNvPr>
              <p:cNvSpPr/>
              <p:nvPr/>
            </p:nvSpPr>
            <p:spPr>
              <a:xfrm>
                <a:off x="-6500000" y="4143275"/>
                <a:ext cx="30725" cy="64600"/>
              </a:xfrm>
              <a:custGeom>
                <a:avLst/>
                <a:gdLst/>
                <a:ahLst/>
                <a:cxnLst/>
                <a:rect l="l" t="t" r="r" b="b"/>
                <a:pathLst>
                  <a:path w="1229" h="2584" extrusionOk="0">
                    <a:moveTo>
                      <a:pt x="0" y="1"/>
                    </a:moveTo>
                    <a:lnTo>
                      <a:pt x="0" y="2584"/>
                    </a:lnTo>
                    <a:cubicBezTo>
                      <a:pt x="473" y="2237"/>
                      <a:pt x="945" y="1261"/>
                      <a:pt x="1229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Google Shape;16139;p139">
                <a:extLst>
                  <a:ext uri="{FF2B5EF4-FFF2-40B4-BE49-F238E27FC236}">
                    <a16:creationId xmlns:a16="http://schemas.microsoft.com/office/drawing/2014/main" id="{FB2B3557-5F4F-71FA-7736-71583CB3BBA1}"/>
                  </a:ext>
                </a:extLst>
              </p:cNvPr>
              <p:cNvSpPr/>
              <p:nvPr/>
            </p:nvSpPr>
            <p:spPr>
              <a:xfrm>
                <a:off x="-6689825" y="4141700"/>
                <a:ext cx="149675" cy="141600"/>
              </a:xfrm>
              <a:custGeom>
                <a:avLst/>
                <a:gdLst/>
                <a:ahLst/>
                <a:cxnLst/>
                <a:rect l="l" t="t" r="r" b="b"/>
                <a:pathLst>
                  <a:path w="5987" h="5664" extrusionOk="0">
                    <a:moveTo>
                      <a:pt x="3182" y="1"/>
                    </a:moveTo>
                    <a:cubicBezTo>
                      <a:pt x="3371" y="442"/>
                      <a:pt x="3623" y="851"/>
                      <a:pt x="3938" y="1198"/>
                    </a:cubicBezTo>
                    <a:lnTo>
                      <a:pt x="3088" y="2017"/>
                    </a:lnTo>
                    <a:cubicBezTo>
                      <a:pt x="2946" y="1946"/>
                      <a:pt x="2791" y="1911"/>
                      <a:pt x="2638" y="1911"/>
                    </a:cubicBezTo>
                    <a:cubicBezTo>
                      <a:pt x="2382" y="1911"/>
                      <a:pt x="2131" y="2009"/>
                      <a:pt x="1954" y="2206"/>
                    </a:cubicBezTo>
                    <a:lnTo>
                      <a:pt x="378" y="3907"/>
                    </a:lnTo>
                    <a:cubicBezTo>
                      <a:pt x="0" y="4317"/>
                      <a:pt x="0" y="4978"/>
                      <a:pt x="378" y="5356"/>
                    </a:cubicBezTo>
                    <a:cubicBezTo>
                      <a:pt x="583" y="5561"/>
                      <a:pt x="851" y="5664"/>
                      <a:pt x="1115" y="5664"/>
                    </a:cubicBezTo>
                    <a:cubicBezTo>
                      <a:pt x="1379" y="5664"/>
                      <a:pt x="1639" y="5561"/>
                      <a:pt x="1828" y="5356"/>
                    </a:cubicBezTo>
                    <a:lnTo>
                      <a:pt x="3403" y="3687"/>
                    </a:lnTo>
                    <a:cubicBezTo>
                      <a:pt x="3718" y="3372"/>
                      <a:pt x="3781" y="2899"/>
                      <a:pt x="3623" y="2521"/>
                    </a:cubicBezTo>
                    <a:lnTo>
                      <a:pt x="4443" y="1702"/>
                    </a:lnTo>
                    <a:cubicBezTo>
                      <a:pt x="4821" y="2111"/>
                      <a:pt x="5388" y="2426"/>
                      <a:pt x="5986" y="2584"/>
                    </a:cubicBezTo>
                    <a:cubicBezTo>
                      <a:pt x="5545" y="1954"/>
                      <a:pt x="5230" y="1040"/>
                      <a:pt x="504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Google Shape;16140;p139">
                <a:extLst>
                  <a:ext uri="{FF2B5EF4-FFF2-40B4-BE49-F238E27FC236}">
                    <a16:creationId xmlns:a16="http://schemas.microsoft.com/office/drawing/2014/main" id="{9847857F-FC6D-5996-0A3F-13689BFFBBF1}"/>
                  </a:ext>
                </a:extLst>
              </p:cNvPr>
              <p:cNvSpPr/>
              <p:nvPr/>
            </p:nvSpPr>
            <p:spPr>
              <a:xfrm>
                <a:off x="-6475600" y="4141700"/>
                <a:ext cx="70125" cy="64600"/>
              </a:xfrm>
              <a:custGeom>
                <a:avLst/>
                <a:gdLst/>
                <a:ahLst/>
                <a:cxnLst/>
                <a:rect l="l" t="t" r="r" b="b"/>
                <a:pathLst>
                  <a:path w="2805" h="2584" extrusionOk="0">
                    <a:moveTo>
                      <a:pt x="946" y="1"/>
                    </a:moveTo>
                    <a:cubicBezTo>
                      <a:pt x="757" y="1040"/>
                      <a:pt x="442" y="1954"/>
                      <a:pt x="1" y="2584"/>
                    </a:cubicBezTo>
                    <a:cubicBezTo>
                      <a:pt x="1261" y="2174"/>
                      <a:pt x="2301" y="1229"/>
                      <a:pt x="280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Google Shape;16141;p139">
                <a:extLst>
                  <a:ext uri="{FF2B5EF4-FFF2-40B4-BE49-F238E27FC236}">
                    <a16:creationId xmlns:a16="http://schemas.microsoft.com/office/drawing/2014/main" id="{B911C5E7-07D3-DC16-7DBB-150F5341274E}"/>
                  </a:ext>
                </a:extLst>
              </p:cNvPr>
              <p:cNvSpPr/>
              <p:nvPr/>
            </p:nvSpPr>
            <p:spPr>
              <a:xfrm>
                <a:off x="-6618950" y="4073975"/>
                <a:ext cx="52025" cy="51200"/>
              </a:xfrm>
              <a:custGeom>
                <a:avLst/>
                <a:gdLst/>
                <a:ahLst/>
                <a:cxnLst/>
                <a:rect l="l" t="t" r="r" b="b"/>
                <a:pathLst>
                  <a:path w="2081" h="2048" extrusionOk="0">
                    <a:moveTo>
                      <a:pt x="95" y="0"/>
                    </a:moveTo>
                    <a:cubicBezTo>
                      <a:pt x="32" y="315"/>
                      <a:pt x="1" y="662"/>
                      <a:pt x="1" y="1040"/>
                    </a:cubicBezTo>
                    <a:cubicBezTo>
                      <a:pt x="1" y="1386"/>
                      <a:pt x="32" y="1733"/>
                      <a:pt x="95" y="2048"/>
                    </a:cubicBezTo>
                    <a:lnTo>
                      <a:pt x="2080" y="2048"/>
                    </a:lnTo>
                    <a:cubicBezTo>
                      <a:pt x="1986" y="1355"/>
                      <a:pt x="1986" y="725"/>
                      <a:pt x="208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Google Shape;16142;p139">
                <a:extLst>
                  <a:ext uri="{FF2B5EF4-FFF2-40B4-BE49-F238E27FC236}">
                    <a16:creationId xmlns:a16="http://schemas.microsoft.com/office/drawing/2014/main" id="{8044538B-71B1-3A1A-5869-1C19C05DAEBC}"/>
                  </a:ext>
                </a:extLst>
              </p:cNvPr>
              <p:cNvSpPr/>
              <p:nvPr/>
            </p:nvSpPr>
            <p:spPr>
              <a:xfrm>
                <a:off x="-6610275" y="3992850"/>
                <a:ext cx="70125" cy="63025"/>
              </a:xfrm>
              <a:custGeom>
                <a:avLst/>
                <a:gdLst/>
                <a:ahLst/>
                <a:cxnLst/>
                <a:rect l="l" t="t" r="r" b="b"/>
                <a:pathLst>
                  <a:path w="2805" h="2521" extrusionOk="0">
                    <a:moveTo>
                      <a:pt x="2804" y="0"/>
                    </a:moveTo>
                    <a:lnTo>
                      <a:pt x="2804" y="0"/>
                    </a:lnTo>
                    <a:cubicBezTo>
                      <a:pt x="1544" y="410"/>
                      <a:pt x="504" y="1355"/>
                      <a:pt x="0" y="2521"/>
                    </a:cubicBezTo>
                    <a:lnTo>
                      <a:pt x="1859" y="2521"/>
                    </a:lnTo>
                    <a:cubicBezTo>
                      <a:pt x="2017" y="1575"/>
                      <a:pt x="2363" y="693"/>
                      <a:pt x="280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Google Shape;16143;p139">
                <a:extLst>
                  <a:ext uri="{FF2B5EF4-FFF2-40B4-BE49-F238E27FC236}">
                    <a16:creationId xmlns:a16="http://schemas.microsoft.com/office/drawing/2014/main" id="{202E570A-423E-D82C-9B6A-46053F67E42F}"/>
                  </a:ext>
                </a:extLst>
              </p:cNvPr>
              <p:cNvSpPr/>
              <p:nvPr/>
            </p:nvSpPr>
            <p:spPr>
              <a:xfrm>
                <a:off x="-6500000" y="4073975"/>
                <a:ext cx="35450" cy="51200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2048" extrusionOk="0">
                    <a:moveTo>
                      <a:pt x="0" y="0"/>
                    </a:moveTo>
                    <a:lnTo>
                      <a:pt x="0" y="2048"/>
                    </a:lnTo>
                    <a:lnTo>
                      <a:pt x="1292" y="2048"/>
                    </a:lnTo>
                    <a:cubicBezTo>
                      <a:pt x="1418" y="1355"/>
                      <a:pt x="1418" y="725"/>
                      <a:pt x="129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" name="Google Shape;16144;p139">
              <a:extLst>
                <a:ext uri="{FF2B5EF4-FFF2-40B4-BE49-F238E27FC236}">
                  <a16:creationId xmlns:a16="http://schemas.microsoft.com/office/drawing/2014/main" id="{1A7348DC-B7E0-E9C9-4CF7-D48CF99897B3}"/>
                </a:ext>
              </a:extLst>
            </p:cNvPr>
            <p:cNvSpPr/>
            <p:nvPr/>
          </p:nvSpPr>
          <p:spPr>
            <a:xfrm>
              <a:off x="3545854" y="1689199"/>
              <a:ext cx="434634" cy="419227"/>
            </a:xfrm>
            <a:custGeom>
              <a:avLst/>
              <a:gdLst/>
              <a:ahLst/>
              <a:cxnLst/>
              <a:rect l="l" t="t" r="r" b="b"/>
              <a:pathLst>
                <a:path w="12074" h="11646" extrusionOk="0">
                  <a:moveTo>
                    <a:pt x="10001" y="2714"/>
                  </a:moveTo>
                  <a:cubicBezTo>
                    <a:pt x="10213" y="2714"/>
                    <a:pt x="10440" y="2904"/>
                    <a:pt x="10341" y="3182"/>
                  </a:cubicBezTo>
                  <a:lnTo>
                    <a:pt x="9332" y="5923"/>
                  </a:lnTo>
                  <a:cubicBezTo>
                    <a:pt x="9269" y="6065"/>
                    <a:pt x="9143" y="6136"/>
                    <a:pt x="9017" y="6136"/>
                  </a:cubicBezTo>
                  <a:cubicBezTo>
                    <a:pt x="8891" y="6136"/>
                    <a:pt x="8765" y="6065"/>
                    <a:pt x="8702" y="5923"/>
                  </a:cubicBezTo>
                  <a:lnTo>
                    <a:pt x="7978" y="4033"/>
                  </a:lnTo>
                  <a:lnTo>
                    <a:pt x="7285" y="5923"/>
                  </a:lnTo>
                  <a:cubicBezTo>
                    <a:pt x="7222" y="6065"/>
                    <a:pt x="7080" y="6136"/>
                    <a:pt x="6946" y="6136"/>
                  </a:cubicBezTo>
                  <a:cubicBezTo>
                    <a:pt x="6812" y="6136"/>
                    <a:pt x="6686" y="6065"/>
                    <a:pt x="6655" y="5923"/>
                  </a:cubicBezTo>
                  <a:lnTo>
                    <a:pt x="5615" y="3182"/>
                  </a:lnTo>
                  <a:cubicBezTo>
                    <a:pt x="5516" y="2904"/>
                    <a:pt x="5729" y="2714"/>
                    <a:pt x="5941" y="2714"/>
                  </a:cubicBezTo>
                  <a:cubicBezTo>
                    <a:pt x="6064" y="2714"/>
                    <a:pt x="6187" y="2779"/>
                    <a:pt x="6245" y="2930"/>
                  </a:cubicBezTo>
                  <a:lnTo>
                    <a:pt x="6970" y="4820"/>
                  </a:lnTo>
                  <a:lnTo>
                    <a:pt x="7663" y="2930"/>
                  </a:lnTo>
                  <a:cubicBezTo>
                    <a:pt x="7726" y="2804"/>
                    <a:pt x="7867" y="2741"/>
                    <a:pt x="8001" y="2741"/>
                  </a:cubicBezTo>
                  <a:cubicBezTo>
                    <a:pt x="8135" y="2741"/>
                    <a:pt x="8261" y="2804"/>
                    <a:pt x="8293" y="2930"/>
                  </a:cubicBezTo>
                  <a:lnTo>
                    <a:pt x="9017" y="4820"/>
                  </a:lnTo>
                  <a:lnTo>
                    <a:pt x="9711" y="2930"/>
                  </a:lnTo>
                  <a:cubicBezTo>
                    <a:pt x="9757" y="2779"/>
                    <a:pt x="9877" y="2714"/>
                    <a:pt x="10001" y="2714"/>
                  </a:cubicBezTo>
                  <a:close/>
                  <a:moveTo>
                    <a:pt x="7946" y="0"/>
                  </a:moveTo>
                  <a:cubicBezTo>
                    <a:pt x="5678" y="0"/>
                    <a:pt x="3851" y="1827"/>
                    <a:pt x="3851" y="4096"/>
                  </a:cubicBezTo>
                  <a:cubicBezTo>
                    <a:pt x="3851" y="5104"/>
                    <a:pt x="4197" y="6018"/>
                    <a:pt x="4827" y="6711"/>
                  </a:cubicBezTo>
                  <a:lnTo>
                    <a:pt x="4134" y="7435"/>
                  </a:lnTo>
                  <a:cubicBezTo>
                    <a:pt x="3981" y="7364"/>
                    <a:pt x="3827" y="7329"/>
                    <a:pt x="3678" y="7329"/>
                  </a:cubicBezTo>
                  <a:cubicBezTo>
                    <a:pt x="3431" y="7329"/>
                    <a:pt x="3197" y="7427"/>
                    <a:pt x="3000" y="7624"/>
                  </a:cubicBezTo>
                  <a:lnTo>
                    <a:pt x="732" y="9861"/>
                  </a:lnTo>
                  <a:cubicBezTo>
                    <a:pt x="0" y="10593"/>
                    <a:pt x="722" y="11645"/>
                    <a:pt x="1524" y="11645"/>
                  </a:cubicBezTo>
                  <a:cubicBezTo>
                    <a:pt x="1758" y="11645"/>
                    <a:pt x="1999" y="11555"/>
                    <a:pt x="2212" y="11342"/>
                  </a:cubicBezTo>
                  <a:lnTo>
                    <a:pt x="4449" y="9074"/>
                  </a:lnTo>
                  <a:cubicBezTo>
                    <a:pt x="4764" y="8759"/>
                    <a:pt x="4796" y="8286"/>
                    <a:pt x="4638" y="7939"/>
                  </a:cubicBezTo>
                  <a:lnTo>
                    <a:pt x="5363" y="7246"/>
                  </a:lnTo>
                  <a:cubicBezTo>
                    <a:pt x="6056" y="7813"/>
                    <a:pt x="7001" y="8223"/>
                    <a:pt x="7978" y="8223"/>
                  </a:cubicBezTo>
                  <a:cubicBezTo>
                    <a:pt x="10278" y="8223"/>
                    <a:pt x="12073" y="6364"/>
                    <a:pt x="12073" y="4127"/>
                  </a:cubicBezTo>
                  <a:cubicBezTo>
                    <a:pt x="12073" y="1796"/>
                    <a:pt x="10246" y="0"/>
                    <a:pt x="79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" name="Google Shape;16145;p139">
              <a:extLst>
                <a:ext uri="{FF2B5EF4-FFF2-40B4-BE49-F238E27FC236}">
                  <a16:creationId xmlns:a16="http://schemas.microsoft.com/office/drawing/2014/main" id="{40C0AB52-E4CA-F656-F688-F21E47B52B71}"/>
                </a:ext>
              </a:extLst>
            </p:cNvPr>
            <p:cNvGrpSpPr/>
            <p:nvPr/>
          </p:nvGrpSpPr>
          <p:grpSpPr>
            <a:xfrm>
              <a:off x="3551317" y="2205192"/>
              <a:ext cx="423043" cy="419659"/>
              <a:chOff x="-4837325" y="3612425"/>
              <a:chExt cx="293800" cy="291450"/>
            </a:xfrm>
            <a:grpFill/>
          </p:grpSpPr>
          <p:sp>
            <p:nvSpPr>
              <p:cNvPr id="542" name="Google Shape;16146;p139">
                <a:extLst>
                  <a:ext uri="{FF2B5EF4-FFF2-40B4-BE49-F238E27FC236}">
                    <a16:creationId xmlns:a16="http://schemas.microsoft.com/office/drawing/2014/main" id="{4B9848AD-EF46-FBF5-5373-A47B700D6FFB}"/>
                  </a:ext>
                </a:extLst>
              </p:cNvPr>
              <p:cNvSpPr/>
              <p:nvPr/>
            </p:nvSpPr>
            <p:spPr>
              <a:xfrm>
                <a:off x="-4836550" y="3612425"/>
                <a:ext cx="293025" cy="170925"/>
              </a:xfrm>
              <a:custGeom>
                <a:avLst/>
                <a:gdLst/>
                <a:ahLst/>
                <a:cxnLst/>
                <a:rect l="l" t="t" r="r" b="b"/>
                <a:pathLst>
                  <a:path w="11721" h="6837" extrusionOk="0">
                    <a:moveTo>
                      <a:pt x="6837" y="2017"/>
                    </a:moveTo>
                    <a:lnTo>
                      <a:pt x="6837" y="2741"/>
                    </a:lnTo>
                    <a:lnTo>
                      <a:pt x="4789" y="2741"/>
                    </a:lnTo>
                    <a:lnTo>
                      <a:pt x="4789" y="2017"/>
                    </a:lnTo>
                    <a:close/>
                    <a:moveTo>
                      <a:pt x="4411" y="0"/>
                    </a:moveTo>
                    <a:cubicBezTo>
                      <a:pt x="3466" y="0"/>
                      <a:pt x="2741" y="725"/>
                      <a:pt x="2741" y="1702"/>
                    </a:cubicBezTo>
                    <a:lnTo>
                      <a:pt x="2741" y="2741"/>
                    </a:lnTo>
                    <a:lnTo>
                      <a:pt x="1166" y="2741"/>
                    </a:lnTo>
                    <a:cubicBezTo>
                      <a:pt x="536" y="2741"/>
                      <a:pt x="1" y="3277"/>
                      <a:pt x="1" y="3875"/>
                    </a:cubicBezTo>
                    <a:lnTo>
                      <a:pt x="1" y="4254"/>
                    </a:lnTo>
                    <a:cubicBezTo>
                      <a:pt x="1513" y="5860"/>
                      <a:pt x="3592" y="6837"/>
                      <a:pt x="5829" y="6837"/>
                    </a:cubicBezTo>
                    <a:cubicBezTo>
                      <a:pt x="8097" y="6837"/>
                      <a:pt x="10208" y="5892"/>
                      <a:pt x="11720" y="4254"/>
                    </a:cubicBezTo>
                    <a:lnTo>
                      <a:pt x="11720" y="3718"/>
                    </a:lnTo>
                    <a:cubicBezTo>
                      <a:pt x="11657" y="3214"/>
                      <a:pt x="11185" y="2741"/>
                      <a:pt x="10649" y="2741"/>
                    </a:cubicBezTo>
                    <a:lnTo>
                      <a:pt x="8885" y="2741"/>
                    </a:lnTo>
                    <a:lnTo>
                      <a:pt x="8885" y="1702"/>
                    </a:lnTo>
                    <a:cubicBezTo>
                      <a:pt x="8885" y="756"/>
                      <a:pt x="8129" y="0"/>
                      <a:pt x="71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Google Shape;16147;p139">
                <a:extLst>
                  <a:ext uri="{FF2B5EF4-FFF2-40B4-BE49-F238E27FC236}">
                    <a16:creationId xmlns:a16="http://schemas.microsoft.com/office/drawing/2014/main" id="{C325BA40-B0AC-75E9-7419-4E23D1FEE272}"/>
                  </a:ext>
                </a:extLst>
              </p:cNvPr>
              <p:cNvSpPr/>
              <p:nvPr/>
            </p:nvSpPr>
            <p:spPr>
              <a:xfrm>
                <a:off x="-4837325" y="3743950"/>
                <a:ext cx="291425" cy="159925"/>
              </a:xfrm>
              <a:custGeom>
                <a:avLst/>
                <a:gdLst/>
                <a:ahLst/>
                <a:cxnLst/>
                <a:rect l="l" t="t" r="r" b="b"/>
                <a:pathLst>
                  <a:path w="11657" h="6397" extrusionOk="0">
                    <a:moveTo>
                      <a:pt x="11657" y="1"/>
                    </a:moveTo>
                    <a:cubicBezTo>
                      <a:pt x="10523" y="1072"/>
                      <a:pt x="9073" y="1828"/>
                      <a:pt x="7530" y="2143"/>
                    </a:cubicBezTo>
                    <a:lnTo>
                      <a:pt x="7530" y="2647"/>
                    </a:lnTo>
                    <a:cubicBezTo>
                      <a:pt x="7530" y="3214"/>
                      <a:pt x="7057" y="3687"/>
                      <a:pt x="6490" y="3687"/>
                    </a:cubicBezTo>
                    <a:lnTo>
                      <a:pt x="5135" y="3687"/>
                    </a:lnTo>
                    <a:cubicBezTo>
                      <a:pt x="4568" y="3687"/>
                      <a:pt x="4096" y="3214"/>
                      <a:pt x="4096" y="2647"/>
                    </a:cubicBezTo>
                    <a:lnTo>
                      <a:pt x="4096" y="2143"/>
                    </a:lnTo>
                    <a:cubicBezTo>
                      <a:pt x="2552" y="1828"/>
                      <a:pt x="1134" y="1103"/>
                      <a:pt x="0" y="64"/>
                    </a:cubicBezTo>
                    <a:lnTo>
                      <a:pt x="0" y="4695"/>
                    </a:lnTo>
                    <a:cubicBezTo>
                      <a:pt x="0" y="5640"/>
                      <a:pt x="756" y="6396"/>
                      <a:pt x="1701" y="6396"/>
                    </a:cubicBezTo>
                    <a:lnTo>
                      <a:pt x="9956" y="6396"/>
                    </a:lnTo>
                    <a:cubicBezTo>
                      <a:pt x="10901" y="6396"/>
                      <a:pt x="11657" y="5640"/>
                      <a:pt x="11657" y="4695"/>
                    </a:cubicBezTo>
                    <a:lnTo>
                      <a:pt x="1165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Google Shape;16148;p139">
                <a:extLst>
                  <a:ext uri="{FF2B5EF4-FFF2-40B4-BE49-F238E27FC236}">
                    <a16:creationId xmlns:a16="http://schemas.microsoft.com/office/drawing/2014/main" id="{4A0381B7-DF03-DE5B-04F6-35712C9975E9}"/>
                  </a:ext>
                </a:extLst>
              </p:cNvPr>
              <p:cNvSpPr/>
              <p:nvPr/>
            </p:nvSpPr>
            <p:spPr>
              <a:xfrm>
                <a:off x="-4716825" y="3799075"/>
                <a:ext cx="51225" cy="18950"/>
              </a:xfrm>
              <a:custGeom>
                <a:avLst/>
                <a:gdLst/>
                <a:ahLst/>
                <a:cxnLst/>
                <a:rect l="l" t="t" r="r" b="b"/>
                <a:pathLst>
                  <a:path w="2049" h="758" extrusionOk="0">
                    <a:moveTo>
                      <a:pt x="0" y="1"/>
                    </a:moveTo>
                    <a:lnTo>
                      <a:pt x="0" y="411"/>
                    </a:lnTo>
                    <a:cubicBezTo>
                      <a:pt x="0" y="600"/>
                      <a:pt x="158" y="757"/>
                      <a:pt x="347" y="757"/>
                    </a:cubicBezTo>
                    <a:lnTo>
                      <a:pt x="1670" y="757"/>
                    </a:lnTo>
                    <a:cubicBezTo>
                      <a:pt x="1891" y="757"/>
                      <a:pt x="2048" y="600"/>
                      <a:pt x="2048" y="411"/>
                    </a:cubicBezTo>
                    <a:lnTo>
                      <a:pt x="2048" y="1"/>
                    </a:lnTo>
                    <a:cubicBezTo>
                      <a:pt x="1686" y="48"/>
                      <a:pt x="1347" y="72"/>
                      <a:pt x="1012" y="72"/>
                    </a:cubicBezTo>
                    <a:cubicBezTo>
                      <a:pt x="678" y="72"/>
                      <a:pt x="347" y="48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" name="Google Shape;16149;p139">
              <a:extLst>
                <a:ext uri="{FF2B5EF4-FFF2-40B4-BE49-F238E27FC236}">
                  <a16:creationId xmlns:a16="http://schemas.microsoft.com/office/drawing/2014/main" id="{47C64F89-9F87-6B71-D482-7BA95DA78B4C}"/>
                </a:ext>
              </a:extLst>
            </p:cNvPr>
            <p:cNvGrpSpPr/>
            <p:nvPr/>
          </p:nvGrpSpPr>
          <p:grpSpPr>
            <a:xfrm>
              <a:off x="3564349" y="2756826"/>
              <a:ext cx="420775" cy="419659"/>
              <a:chOff x="-4837325" y="3971575"/>
              <a:chExt cx="292225" cy="291450"/>
            </a:xfrm>
            <a:grpFill/>
          </p:grpSpPr>
          <p:sp>
            <p:nvSpPr>
              <p:cNvPr id="536" name="Google Shape;16150;p139">
                <a:extLst>
                  <a:ext uri="{FF2B5EF4-FFF2-40B4-BE49-F238E27FC236}">
                    <a16:creationId xmlns:a16="http://schemas.microsoft.com/office/drawing/2014/main" id="{5FD77D90-C1BD-50D3-05A0-C45D54EDD1C9}"/>
                  </a:ext>
                </a:extLst>
              </p:cNvPr>
              <p:cNvSpPr/>
              <p:nvPr/>
            </p:nvSpPr>
            <p:spPr>
              <a:xfrm>
                <a:off x="-4734150" y="4073975"/>
                <a:ext cx="86650" cy="86650"/>
              </a:xfrm>
              <a:custGeom>
                <a:avLst/>
                <a:gdLst/>
                <a:ahLst/>
                <a:cxnLst/>
                <a:rect l="l" t="t" r="r" b="b"/>
                <a:pathLst>
                  <a:path w="3466" h="3466" extrusionOk="0">
                    <a:moveTo>
                      <a:pt x="1701" y="725"/>
                    </a:moveTo>
                    <a:cubicBezTo>
                      <a:pt x="2269" y="725"/>
                      <a:pt x="2773" y="1197"/>
                      <a:pt x="2773" y="1733"/>
                    </a:cubicBezTo>
                    <a:cubicBezTo>
                      <a:pt x="2773" y="2300"/>
                      <a:pt x="2300" y="2804"/>
                      <a:pt x="1733" y="2804"/>
                    </a:cubicBezTo>
                    <a:cubicBezTo>
                      <a:pt x="1197" y="2804"/>
                      <a:pt x="693" y="2300"/>
                      <a:pt x="693" y="1733"/>
                    </a:cubicBezTo>
                    <a:cubicBezTo>
                      <a:pt x="693" y="1197"/>
                      <a:pt x="1166" y="725"/>
                      <a:pt x="1701" y="725"/>
                    </a:cubicBezTo>
                    <a:close/>
                    <a:moveTo>
                      <a:pt x="1701" y="0"/>
                    </a:moveTo>
                    <a:cubicBezTo>
                      <a:pt x="756" y="0"/>
                      <a:pt x="0" y="756"/>
                      <a:pt x="0" y="1701"/>
                    </a:cubicBezTo>
                    <a:cubicBezTo>
                      <a:pt x="0" y="2647"/>
                      <a:pt x="851" y="3466"/>
                      <a:pt x="1796" y="3466"/>
                    </a:cubicBezTo>
                    <a:cubicBezTo>
                      <a:pt x="2741" y="3466"/>
                      <a:pt x="3466" y="2647"/>
                      <a:pt x="3466" y="1701"/>
                    </a:cubicBezTo>
                    <a:cubicBezTo>
                      <a:pt x="3434" y="756"/>
                      <a:pt x="2647" y="0"/>
                      <a:pt x="170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Google Shape;16151;p139">
                <a:extLst>
                  <a:ext uri="{FF2B5EF4-FFF2-40B4-BE49-F238E27FC236}">
                    <a16:creationId xmlns:a16="http://schemas.microsoft.com/office/drawing/2014/main" id="{89BFB3CC-C543-831A-33CC-F7740F195477}"/>
                  </a:ext>
                </a:extLst>
              </p:cNvPr>
              <p:cNvSpPr/>
              <p:nvPr/>
            </p:nvSpPr>
            <p:spPr>
              <a:xfrm>
                <a:off x="-4700300" y="4108625"/>
                <a:ext cx="18950" cy="17350"/>
              </a:xfrm>
              <a:custGeom>
                <a:avLst/>
                <a:gdLst/>
                <a:ahLst/>
                <a:cxnLst/>
                <a:rect l="l" t="t" r="r" b="b"/>
                <a:pathLst>
                  <a:path w="758" h="694" extrusionOk="0">
                    <a:moveTo>
                      <a:pt x="347" y="0"/>
                    </a:moveTo>
                    <a:cubicBezTo>
                      <a:pt x="158" y="0"/>
                      <a:pt x="1" y="158"/>
                      <a:pt x="1" y="347"/>
                    </a:cubicBezTo>
                    <a:cubicBezTo>
                      <a:pt x="1" y="536"/>
                      <a:pt x="158" y="693"/>
                      <a:pt x="347" y="693"/>
                    </a:cubicBezTo>
                    <a:cubicBezTo>
                      <a:pt x="536" y="693"/>
                      <a:pt x="757" y="536"/>
                      <a:pt x="757" y="347"/>
                    </a:cubicBezTo>
                    <a:cubicBezTo>
                      <a:pt x="757" y="158"/>
                      <a:pt x="536" y="0"/>
                      <a:pt x="34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Google Shape;16152;p139">
                <a:extLst>
                  <a:ext uri="{FF2B5EF4-FFF2-40B4-BE49-F238E27FC236}">
                    <a16:creationId xmlns:a16="http://schemas.microsoft.com/office/drawing/2014/main" id="{7757332C-2818-E5D2-46B4-98F64E08984D}"/>
                  </a:ext>
                </a:extLst>
              </p:cNvPr>
              <p:cNvSpPr/>
              <p:nvPr/>
            </p:nvSpPr>
            <p:spPr>
              <a:xfrm>
                <a:off x="-4748325" y="3971575"/>
                <a:ext cx="203225" cy="204025"/>
              </a:xfrm>
              <a:custGeom>
                <a:avLst/>
                <a:gdLst/>
                <a:ahLst/>
                <a:cxnLst/>
                <a:rect l="l" t="t" r="r" b="b"/>
                <a:pathLst>
                  <a:path w="8129" h="8161" extrusionOk="0">
                    <a:moveTo>
                      <a:pt x="2268" y="1"/>
                    </a:moveTo>
                    <a:cubicBezTo>
                      <a:pt x="1449" y="1"/>
                      <a:pt x="693" y="158"/>
                      <a:pt x="0" y="473"/>
                    </a:cubicBezTo>
                    <a:lnTo>
                      <a:pt x="1512" y="3561"/>
                    </a:lnTo>
                    <a:cubicBezTo>
                      <a:pt x="1764" y="3466"/>
                      <a:pt x="1985" y="3435"/>
                      <a:pt x="2268" y="3435"/>
                    </a:cubicBezTo>
                    <a:cubicBezTo>
                      <a:pt x="3623" y="3435"/>
                      <a:pt x="4726" y="4506"/>
                      <a:pt x="4726" y="5829"/>
                    </a:cubicBezTo>
                    <a:cubicBezTo>
                      <a:pt x="4726" y="6112"/>
                      <a:pt x="4663" y="6396"/>
                      <a:pt x="4600" y="6617"/>
                    </a:cubicBezTo>
                    <a:lnTo>
                      <a:pt x="7656" y="8160"/>
                    </a:lnTo>
                    <a:cubicBezTo>
                      <a:pt x="7971" y="7436"/>
                      <a:pt x="8128" y="6617"/>
                      <a:pt x="8128" y="5829"/>
                    </a:cubicBezTo>
                    <a:cubicBezTo>
                      <a:pt x="8128" y="2647"/>
                      <a:pt x="5513" y="1"/>
                      <a:pt x="2268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Google Shape;16153;p139">
                <a:extLst>
                  <a:ext uri="{FF2B5EF4-FFF2-40B4-BE49-F238E27FC236}">
                    <a16:creationId xmlns:a16="http://schemas.microsoft.com/office/drawing/2014/main" id="{ED39B3CF-C62C-87F8-E1A2-F8F290125FE6}"/>
                  </a:ext>
                </a:extLst>
              </p:cNvPr>
              <p:cNvSpPr/>
              <p:nvPr/>
            </p:nvSpPr>
            <p:spPr>
              <a:xfrm>
                <a:off x="-4656175" y="4151950"/>
                <a:ext cx="91375" cy="91375"/>
              </a:xfrm>
              <a:custGeom>
                <a:avLst/>
                <a:gdLst/>
                <a:ahLst/>
                <a:cxnLst/>
                <a:rect l="l" t="t" r="r" b="b"/>
                <a:pathLst>
                  <a:path w="3655" h="3655" extrusionOk="0">
                    <a:moveTo>
                      <a:pt x="599" y="0"/>
                    </a:moveTo>
                    <a:cubicBezTo>
                      <a:pt x="441" y="221"/>
                      <a:pt x="252" y="441"/>
                      <a:pt x="0" y="599"/>
                    </a:cubicBezTo>
                    <a:lnTo>
                      <a:pt x="1544" y="3655"/>
                    </a:lnTo>
                    <a:cubicBezTo>
                      <a:pt x="2395" y="3151"/>
                      <a:pt x="3151" y="2395"/>
                      <a:pt x="3655" y="1544"/>
                    </a:cubicBezTo>
                    <a:lnTo>
                      <a:pt x="59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Google Shape;16154;p139">
                <a:extLst>
                  <a:ext uri="{FF2B5EF4-FFF2-40B4-BE49-F238E27FC236}">
                    <a16:creationId xmlns:a16="http://schemas.microsoft.com/office/drawing/2014/main" id="{1ADFD632-87BD-37B3-3124-F167DA62875B}"/>
                  </a:ext>
                </a:extLst>
              </p:cNvPr>
              <p:cNvSpPr/>
              <p:nvPr/>
            </p:nvSpPr>
            <p:spPr>
              <a:xfrm>
                <a:off x="-4817650" y="3991275"/>
                <a:ext cx="91400" cy="91375"/>
              </a:xfrm>
              <a:custGeom>
                <a:avLst/>
                <a:gdLst/>
                <a:ahLst/>
                <a:cxnLst/>
                <a:rect l="l" t="t" r="r" b="b"/>
                <a:pathLst>
                  <a:path w="3656" h="3655" extrusionOk="0">
                    <a:moveTo>
                      <a:pt x="2143" y="0"/>
                    </a:moveTo>
                    <a:cubicBezTo>
                      <a:pt x="1261" y="504"/>
                      <a:pt x="536" y="1260"/>
                      <a:pt x="1" y="2111"/>
                    </a:cubicBezTo>
                    <a:lnTo>
                      <a:pt x="3088" y="3655"/>
                    </a:lnTo>
                    <a:cubicBezTo>
                      <a:pt x="3246" y="3434"/>
                      <a:pt x="3435" y="3214"/>
                      <a:pt x="3655" y="3088"/>
                    </a:cubicBezTo>
                    <a:lnTo>
                      <a:pt x="214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Google Shape;16155;p139">
                <a:extLst>
                  <a:ext uri="{FF2B5EF4-FFF2-40B4-BE49-F238E27FC236}">
                    <a16:creationId xmlns:a16="http://schemas.microsoft.com/office/drawing/2014/main" id="{A9A67AB2-2804-1E4C-CC79-03A896BDD03E}"/>
                  </a:ext>
                </a:extLst>
              </p:cNvPr>
              <p:cNvSpPr/>
              <p:nvPr/>
            </p:nvSpPr>
            <p:spPr>
              <a:xfrm>
                <a:off x="-4837325" y="4059000"/>
                <a:ext cx="204000" cy="204025"/>
              </a:xfrm>
              <a:custGeom>
                <a:avLst/>
                <a:gdLst/>
                <a:ahLst/>
                <a:cxnLst/>
                <a:rect l="l" t="t" r="r" b="b"/>
                <a:pathLst>
                  <a:path w="8160" h="8161" extrusionOk="0">
                    <a:moveTo>
                      <a:pt x="473" y="1"/>
                    </a:moveTo>
                    <a:cubicBezTo>
                      <a:pt x="158" y="725"/>
                      <a:pt x="0" y="1513"/>
                      <a:pt x="0" y="2300"/>
                    </a:cubicBezTo>
                    <a:cubicBezTo>
                      <a:pt x="0" y="5482"/>
                      <a:pt x="2615" y="8160"/>
                      <a:pt x="5828" y="8160"/>
                    </a:cubicBezTo>
                    <a:cubicBezTo>
                      <a:pt x="6648" y="8160"/>
                      <a:pt x="7435" y="8003"/>
                      <a:pt x="8160" y="7688"/>
                    </a:cubicBezTo>
                    <a:lnTo>
                      <a:pt x="6616" y="4632"/>
                    </a:lnTo>
                    <a:cubicBezTo>
                      <a:pt x="6396" y="4695"/>
                      <a:pt x="6144" y="4726"/>
                      <a:pt x="5860" y="4726"/>
                    </a:cubicBezTo>
                    <a:cubicBezTo>
                      <a:pt x="4537" y="4726"/>
                      <a:pt x="3434" y="3624"/>
                      <a:pt x="3434" y="2300"/>
                    </a:cubicBezTo>
                    <a:cubicBezTo>
                      <a:pt x="3434" y="2017"/>
                      <a:pt x="3466" y="1796"/>
                      <a:pt x="3560" y="1544"/>
                    </a:cubicBezTo>
                    <a:lnTo>
                      <a:pt x="47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" name="Google Shape;16156;p139">
              <a:extLst>
                <a:ext uri="{FF2B5EF4-FFF2-40B4-BE49-F238E27FC236}">
                  <a16:creationId xmlns:a16="http://schemas.microsoft.com/office/drawing/2014/main" id="{434995A3-096E-5C4B-A914-3DE468B6C880}"/>
                </a:ext>
              </a:extLst>
            </p:cNvPr>
            <p:cNvGrpSpPr/>
            <p:nvPr/>
          </p:nvGrpSpPr>
          <p:grpSpPr>
            <a:xfrm>
              <a:off x="6256364" y="1714185"/>
              <a:ext cx="430998" cy="369730"/>
              <a:chOff x="-3037625" y="3254850"/>
              <a:chExt cx="299325" cy="256775"/>
            </a:xfrm>
            <a:grpFill/>
          </p:grpSpPr>
          <p:sp>
            <p:nvSpPr>
              <p:cNvPr id="532" name="Google Shape;16157;p139">
                <a:extLst>
                  <a:ext uri="{FF2B5EF4-FFF2-40B4-BE49-F238E27FC236}">
                    <a16:creationId xmlns:a16="http://schemas.microsoft.com/office/drawing/2014/main" id="{87F20794-DC76-4992-D885-392C329F6968}"/>
                  </a:ext>
                </a:extLst>
              </p:cNvPr>
              <p:cNvSpPr/>
              <p:nvPr/>
            </p:nvSpPr>
            <p:spPr>
              <a:xfrm>
                <a:off x="-3037625" y="3460400"/>
                <a:ext cx="152825" cy="51225"/>
              </a:xfrm>
              <a:custGeom>
                <a:avLst/>
                <a:gdLst/>
                <a:ahLst/>
                <a:cxnLst/>
                <a:rect l="l" t="t" r="r" b="b"/>
                <a:pathLst>
                  <a:path w="6113" h="2049" extrusionOk="0">
                    <a:moveTo>
                      <a:pt x="1356" y="1"/>
                    </a:moveTo>
                    <a:cubicBezTo>
                      <a:pt x="1" y="1"/>
                      <a:pt x="1" y="2049"/>
                      <a:pt x="1356" y="2049"/>
                    </a:cubicBezTo>
                    <a:lnTo>
                      <a:pt x="4758" y="2049"/>
                    </a:lnTo>
                    <a:cubicBezTo>
                      <a:pt x="6113" y="2049"/>
                      <a:pt x="6113" y="1"/>
                      <a:pt x="4758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Google Shape;16158;p139">
                <a:extLst>
                  <a:ext uri="{FF2B5EF4-FFF2-40B4-BE49-F238E27FC236}">
                    <a16:creationId xmlns:a16="http://schemas.microsoft.com/office/drawing/2014/main" id="{45383BD9-9B90-5484-8E3B-A7CD1D79EB97}"/>
                  </a:ext>
                </a:extLst>
              </p:cNvPr>
              <p:cNvSpPr/>
              <p:nvPr/>
            </p:nvSpPr>
            <p:spPr>
              <a:xfrm>
                <a:off x="-2884825" y="3460400"/>
                <a:ext cx="146525" cy="51225"/>
              </a:xfrm>
              <a:custGeom>
                <a:avLst/>
                <a:gdLst/>
                <a:ahLst/>
                <a:cxnLst/>
                <a:rect l="l" t="t" r="r" b="b"/>
                <a:pathLst>
                  <a:path w="5861" h="2049" extrusionOk="0">
                    <a:moveTo>
                      <a:pt x="1" y="1"/>
                    </a:moveTo>
                    <a:cubicBezTo>
                      <a:pt x="473" y="631"/>
                      <a:pt x="473" y="1419"/>
                      <a:pt x="1" y="2049"/>
                    </a:cubicBezTo>
                    <a:lnTo>
                      <a:pt x="4853" y="2049"/>
                    </a:lnTo>
                    <a:cubicBezTo>
                      <a:pt x="5388" y="2049"/>
                      <a:pt x="5861" y="1576"/>
                      <a:pt x="5861" y="1041"/>
                    </a:cubicBezTo>
                    <a:cubicBezTo>
                      <a:pt x="5861" y="442"/>
                      <a:pt x="5451" y="1"/>
                      <a:pt x="485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Google Shape;16159;p139">
                <a:extLst>
                  <a:ext uri="{FF2B5EF4-FFF2-40B4-BE49-F238E27FC236}">
                    <a16:creationId xmlns:a16="http://schemas.microsoft.com/office/drawing/2014/main" id="{AD442B29-B2EB-DC07-6DB6-F73FA1D2066B}"/>
                  </a:ext>
                </a:extLst>
              </p:cNvPr>
              <p:cNvSpPr/>
              <p:nvPr/>
            </p:nvSpPr>
            <p:spPr>
              <a:xfrm>
                <a:off x="-2909225" y="3313125"/>
                <a:ext cx="59875" cy="72475"/>
              </a:xfrm>
              <a:custGeom>
                <a:avLst/>
                <a:gdLst/>
                <a:ahLst/>
                <a:cxnLst/>
                <a:rect l="l" t="t" r="r" b="b"/>
                <a:pathLst>
                  <a:path w="2395" h="2899" extrusionOk="0">
                    <a:moveTo>
                      <a:pt x="0" y="1"/>
                    </a:moveTo>
                    <a:lnTo>
                      <a:pt x="0" y="2899"/>
                    </a:lnTo>
                    <a:lnTo>
                      <a:pt x="2395" y="1450"/>
                    </a:lnTo>
                    <a:lnTo>
                      <a:pt x="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Google Shape;16160;p139">
                <a:extLst>
                  <a:ext uri="{FF2B5EF4-FFF2-40B4-BE49-F238E27FC236}">
                    <a16:creationId xmlns:a16="http://schemas.microsoft.com/office/drawing/2014/main" id="{0FBF519E-4E65-C1AE-9699-1A6428218120}"/>
                  </a:ext>
                </a:extLst>
              </p:cNvPr>
              <p:cNvSpPr/>
              <p:nvPr/>
            </p:nvSpPr>
            <p:spPr>
              <a:xfrm>
                <a:off x="-3029750" y="3254850"/>
                <a:ext cx="291450" cy="188250"/>
              </a:xfrm>
              <a:custGeom>
                <a:avLst/>
                <a:gdLst/>
                <a:ahLst/>
                <a:cxnLst/>
                <a:rect l="l" t="t" r="r" b="b"/>
                <a:pathLst>
                  <a:path w="11658" h="7530" extrusionOk="0">
                    <a:moveTo>
                      <a:pt x="4414" y="1387"/>
                    </a:moveTo>
                    <a:cubicBezTo>
                      <a:pt x="4476" y="1387"/>
                      <a:pt x="4541" y="1407"/>
                      <a:pt x="4601" y="1449"/>
                    </a:cubicBezTo>
                    <a:lnTo>
                      <a:pt x="8035" y="3497"/>
                    </a:lnTo>
                    <a:cubicBezTo>
                      <a:pt x="8287" y="3623"/>
                      <a:pt x="8287" y="3938"/>
                      <a:pt x="8035" y="4064"/>
                    </a:cubicBezTo>
                    <a:lnTo>
                      <a:pt x="4601" y="6112"/>
                    </a:lnTo>
                    <a:cubicBezTo>
                      <a:pt x="4552" y="6140"/>
                      <a:pt x="4500" y="6153"/>
                      <a:pt x="4448" y="6153"/>
                    </a:cubicBezTo>
                    <a:cubicBezTo>
                      <a:pt x="4268" y="6153"/>
                      <a:pt x="4097" y="6000"/>
                      <a:pt x="4097" y="5829"/>
                    </a:cubicBezTo>
                    <a:lnTo>
                      <a:pt x="4097" y="1733"/>
                    </a:lnTo>
                    <a:cubicBezTo>
                      <a:pt x="4097" y="1527"/>
                      <a:pt x="4247" y="1387"/>
                      <a:pt x="4414" y="1387"/>
                    </a:cubicBezTo>
                    <a:close/>
                    <a:moveTo>
                      <a:pt x="1041" y="0"/>
                    </a:moveTo>
                    <a:cubicBezTo>
                      <a:pt x="473" y="0"/>
                      <a:pt x="1" y="473"/>
                      <a:pt x="1" y="1040"/>
                    </a:cubicBezTo>
                    <a:lnTo>
                      <a:pt x="1" y="6490"/>
                    </a:lnTo>
                    <a:cubicBezTo>
                      <a:pt x="1" y="7057"/>
                      <a:pt x="473" y="7530"/>
                      <a:pt x="1041" y="7530"/>
                    </a:cubicBezTo>
                    <a:lnTo>
                      <a:pt x="10650" y="7530"/>
                    </a:lnTo>
                    <a:cubicBezTo>
                      <a:pt x="11185" y="7530"/>
                      <a:pt x="11658" y="7057"/>
                      <a:pt x="11658" y="6490"/>
                    </a:cubicBezTo>
                    <a:lnTo>
                      <a:pt x="11658" y="1040"/>
                    </a:lnTo>
                    <a:cubicBezTo>
                      <a:pt x="11658" y="473"/>
                      <a:pt x="11248" y="0"/>
                      <a:pt x="1065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" name="Google Shape;16161;p139">
              <a:extLst>
                <a:ext uri="{FF2B5EF4-FFF2-40B4-BE49-F238E27FC236}">
                  <a16:creationId xmlns:a16="http://schemas.microsoft.com/office/drawing/2014/main" id="{AAAD777E-87EF-6D1F-1C7E-5104CAA87366}"/>
                </a:ext>
              </a:extLst>
            </p:cNvPr>
            <p:cNvGrpSpPr/>
            <p:nvPr/>
          </p:nvGrpSpPr>
          <p:grpSpPr>
            <a:xfrm>
              <a:off x="6260324" y="2204615"/>
              <a:ext cx="423079" cy="420811"/>
              <a:chOff x="-3031325" y="3597450"/>
              <a:chExt cx="293825" cy="292250"/>
            </a:xfrm>
            <a:grpFill/>
          </p:grpSpPr>
          <p:sp>
            <p:nvSpPr>
              <p:cNvPr id="528" name="Google Shape;16162;p139">
                <a:extLst>
                  <a:ext uri="{FF2B5EF4-FFF2-40B4-BE49-F238E27FC236}">
                    <a16:creationId xmlns:a16="http://schemas.microsoft.com/office/drawing/2014/main" id="{15CE5D9C-260D-734C-F8C1-18D808370100}"/>
                  </a:ext>
                </a:extLst>
              </p:cNvPr>
              <p:cNvSpPr/>
              <p:nvPr/>
            </p:nvSpPr>
            <p:spPr>
              <a:xfrm>
                <a:off x="-3029750" y="3597450"/>
                <a:ext cx="292250" cy="67775"/>
              </a:xfrm>
              <a:custGeom>
                <a:avLst/>
                <a:gdLst/>
                <a:ahLst/>
                <a:cxnLst/>
                <a:rect l="l" t="t" r="r" b="b"/>
                <a:pathLst>
                  <a:path w="11690" h="2711" extrusionOk="0">
                    <a:moveTo>
                      <a:pt x="1702" y="1387"/>
                    </a:moveTo>
                    <a:cubicBezTo>
                      <a:pt x="1891" y="1387"/>
                      <a:pt x="2049" y="1545"/>
                      <a:pt x="2049" y="1734"/>
                    </a:cubicBezTo>
                    <a:cubicBezTo>
                      <a:pt x="2049" y="1923"/>
                      <a:pt x="1891" y="2080"/>
                      <a:pt x="1702" y="2080"/>
                    </a:cubicBezTo>
                    <a:cubicBezTo>
                      <a:pt x="1513" y="2080"/>
                      <a:pt x="1356" y="1923"/>
                      <a:pt x="1356" y="1734"/>
                    </a:cubicBezTo>
                    <a:cubicBezTo>
                      <a:pt x="1356" y="1545"/>
                      <a:pt x="1513" y="1387"/>
                      <a:pt x="1702" y="1387"/>
                    </a:cubicBezTo>
                    <a:close/>
                    <a:moveTo>
                      <a:pt x="3120" y="1387"/>
                    </a:moveTo>
                    <a:cubicBezTo>
                      <a:pt x="3309" y="1387"/>
                      <a:pt x="3466" y="1545"/>
                      <a:pt x="3466" y="1734"/>
                    </a:cubicBezTo>
                    <a:cubicBezTo>
                      <a:pt x="3466" y="1923"/>
                      <a:pt x="3309" y="2080"/>
                      <a:pt x="3120" y="2080"/>
                    </a:cubicBezTo>
                    <a:cubicBezTo>
                      <a:pt x="2931" y="2080"/>
                      <a:pt x="2773" y="1923"/>
                      <a:pt x="2773" y="1734"/>
                    </a:cubicBezTo>
                    <a:cubicBezTo>
                      <a:pt x="2773" y="1545"/>
                      <a:pt x="2931" y="1387"/>
                      <a:pt x="3120" y="1387"/>
                    </a:cubicBezTo>
                    <a:close/>
                    <a:moveTo>
                      <a:pt x="9985" y="1417"/>
                    </a:moveTo>
                    <a:cubicBezTo>
                      <a:pt x="10400" y="1417"/>
                      <a:pt x="10449" y="2080"/>
                      <a:pt x="9956" y="2080"/>
                    </a:cubicBezTo>
                    <a:lnTo>
                      <a:pt x="5861" y="2080"/>
                    </a:lnTo>
                    <a:cubicBezTo>
                      <a:pt x="5451" y="2080"/>
                      <a:pt x="5388" y="1418"/>
                      <a:pt x="5861" y="1418"/>
                    </a:cubicBezTo>
                    <a:lnTo>
                      <a:pt x="9956" y="1418"/>
                    </a:lnTo>
                    <a:cubicBezTo>
                      <a:pt x="9966" y="1418"/>
                      <a:pt x="9976" y="1417"/>
                      <a:pt x="9985" y="1417"/>
                    </a:cubicBezTo>
                    <a:close/>
                    <a:moveTo>
                      <a:pt x="1041" y="1"/>
                    </a:moveTo>
                    <a:cubicBezTo>
                      <a:pt x="473" y="1"/>
                      <a:pt x="1" y="473"/>
                      <a:pt x="1" y="1040"/>
                    </a:cubicBezTo>
                    <a:lnTo>
                      <a:pt x="1" y="2710"/>
                    </a:lnTo>
                    <a:lnTo>
                      <a:pt x="11689" y="2710"/>
                    </a:lnTo>
                    <a:lnTo>
                      <a:pt x="11689" y="1040"/>
                    </a:lnTo>
                    <a:cubicBezTo>
                      <a:pt x="11658" y="473"/>
                      <a:pt x="11248" y="1"/>
                      <a:pt x="10650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Google Shape;16163;p139">
                <a:extLst>
                  <a:ext uri="{FF2B5EF4-FFF2-40B4-BE49-F238E27FC236}">
                    <a16:creationId xmlns:a16="http://schemas.microsoft.com/office/drawing/2014/main" id="{67465393-B1F9-653F-37D7-A141F9ED147A}"/>
                  </a:ext>
                </a:extLst>
              </p:cNvPr>
              <p:cNvSpPr/>
              <p:nvPr/>
            </p:nvSpPr>
            <p:spPr>
              <a:xfrm>
                <a:off x="-3031325" y="3687250"/>
                <a:ext cx="292250" cy="153600"/>
              </a:xfrm>
              <a:custGeom>
                <a:avLst/>
                <a:gdLst/>
                <a:ahLst/>
                <a:cxnLst/>
                <a:rect l="l" t="t" r="r" b="b"/>
                <a:pathLst>
                  <a:path w="11690" h="6144" extrusionOk="0">
                    <a:moveTo>
                      <a:pt x="1" y="0"/>
                    </a:moveTo>
                    <a:lnTo>
                      <a:pt x="1" y="5104"/>
                    </a:lnTo>
                    <a:lnTo>
                      <a:pt x="64" y="5104"/>
                    </a:lnTo>
                    <a:cubicBezTo>
                      <a:pt x="64" y="5671"/>
                      <a:pt x="536" y="6144"/>
                      <a:pt x="1104" y="6144"/>
                    </a:cubicBezTo>
                    <a:lnTo>
                      <a:pt x="4475" y="6144"/>
                    </a:lnTo>
                    <a:cubicBezTo>
                      <a:pt x="4317" y="5671"/>
                      <a:pt x="4223" y="5199"/>
                      <a:pt x="4223" y="4695"/>
                    </a:cubicBezTo>
                    <a:lnTo>
                      <a:pt x="4223" y="2395"/>
                    </a:lnTo>
                    <a:cubicBezTo>
                      <a:pt x="4223" y="1790"/>
                      <a:pt x="4686" y="1366"/>
                      <a:pt x="5227" y="1366"/>
                    </a:cubicBezTo>
                    <a:cubicBezTo>
                      <a:pt x="5362" y="1366"/>
                      <a:pt x="5502" y="1393"/>
                      <a:pt x="5640" y="1450"/>
                    </a:cubicBezTo>
                    <a:cubicBezTo>
                      <a:pt x="5735" y="1481"/>
                      <a:pt x="5861" y="1544"/>
                      <a:pt x="5987" y="1544"/>
                    </a:cubicBezTo>
                    <a:cubicBezTo>
                      <a:pt x="6144" y="1544"/>
                      <a:pt x="6365" y="1450"/>
                      <a:pt x="6900" y="977"/>
                    </a:cubicBezTo>
                    <a:cubicBezTo>
                      <a:pt x="7090" y="788"/>
                      <a:pt x="7349" y="693"/>
                      <a:pt x="7613" y="693"/>
                    </a:cubicBezTo>
                    <a:cubicBezTo>
                      <a:pt x="7877" y="693"/>
                      <a:pt x="8145" y="788"/>
                      <a:pt x="8350" y="977"/>
                    </a:cubicBezTo>
                    <a:cubicBezTo>
                      <a:pt x="8822" y="1450"/>
                      <a:pt x="9106" y="1544"/>
                      <a:pt x="9263" y="1544"/>
                    </a:cubicBezTo>
                    <a:cubicBezTo>
                      <a:pt x="9358" y="1544"/>
                      <a:pt x="9484" y="1481"/>
                      <a:pt x="9610" y="1450"/>
                    </a:cubicBezTo>
                    <a:cubicBezTo>
                      <a:pt x="9742" y="1393"/>
                      <a:pt x="9878" y="1366"/>
                      <a:pt x="10011" y="1366"/>
                    </a:cubicBezTo>
                    <a:cubicBezTo>
                      <a:pt x="10544" y="1366"/>
                      <a:pt x="11028" y="1790"/>
                      <a:pt x="11028" y="2395"/>
                    </a:cubicBezTo>
                    <a:lnTo>
                      <a:pt x="11028" y="4695"/>
                    </a:lnTo>
                    <a:cubicBezTo>
                      <a:pt x="11028" y="5199"/>
                      <a:pt x="10933" y="5671"/>
                      <a:pt x="10744" y="6144"/>
                    </a:cubicBezTo>
                    <a:cubicBezTo>
                      <a:pt x="11248" y="6112"/>
                      <a:pt x="11689" y="5671"/>
                      <a:pt x="11689" y="5104"/>
                    </a:cubicBezTo>
                    <a:lnTo>
                      <a:pt x="1168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Google Shape;16164;p139">
                <a:extLst>
                  <a:ext uri="{FF2B5EF4-FFF2-40B4-BE49-F238E27FC236}">
                    <a16:creationId xmlns:a16="http://schemas.microsoft.com/office/drawing/2014/main" id="{9783FF30-BADE-3011-4842-E08C805F6D3D}"/>
                  </a:ext>
                </a:extLst>
              </p:cNvPr>
              <p:cNvSpPr/>
              <p:nvPr/>
            </p:nvSpPr>
            <p:spPr>
              <a:xfrm>
                <a:off x="-2908450" y="3724275"/>
                <a:ext cx="59900" cy="164625"/>
              </a:xfrm>
              <a:custGeom>
                <a:avLst/>
                <a:gdLst/>
                <a:ahLst/>
                <a:cxnLst/>
                <a:rect l="l" t="t" r="r" b="b"/>
                <a:pathLst>
                  <a:path w="2396" h="6585" extrusionOk="0">
                    <a:moveTo>
                      <a:pt x="2395" y="0"/>
                    </a:moveTo>
                    <a:cubicBezTo>
                      <a:pt x="1904" y="491"/>
                      <a:pt x="1500" y="721"/>
                      <a:pt x="1085" y="721"/>
                    </a:cubicBezTo>
                    <a:cubicBezTo>
                      <a:pt x="887" y="721"/>
                      <a:pt x="687" y="669"/>
                      <a:pt x="473" y="567"/>
                    </a:cubicBezTo>
                    <a:cubicBezTo>
                      <a:pt x="423" y="548"/>
                      <a:pt x="374" y="539"/>
                      <a:pt x="327" y="539"/>
                    </a:cubicBezTo>
                    <a:cubicBezTo>
                      <a:pt x="142" y="539"/>
                      <a:pt x="1" y="681"/>
                      <a:pt x="1" y="882"/>
                    </a:cubicBezTo>
                    <a:lnTo>
                      <a:pt x="1" y="3214"/>
                    </a:lnTo>
                    <a:cubicBezTo>
                      <a:pt x="1" y="3718"/>
                      <a:pt x="127" y="4222"/>
                      <a:pt x="316" y="4663"/>
                    </a:cubicBezTo>
                    <a:cubicBezTo>
                      <a:pt x="725" y="5513"/>
                      <a:pt x="1387" y="6238"/>
                      <a:pt x="2395" y="6585"/>
                    </a:cubicBezTo>
                    <a:lnTo>
                      <a:pt x="2395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Google Shape;16165;p139">
                <a:extLst>
                  <a:ext uri="{FF2B5EF4-FFF2-40B4-BE49-F238E27FC236}">
                    <a16:creationId xmlns:a16="http://schemas.microsoft.com/office/drawing/2014/main" id="{7D106E9C-CA9E-9B23-62F7-36AE4E7C2D48}"/>
                  </a:ext>
                </a:extLst>
              </p:cNvPr>
              <p:cNvSpPr/>
              <p:nvPr/>
            </p:nvSpPr>
            <p:spPr>
              <a:xfrm>
                <a:off x="-2831250" y="3725850"/>
                <a:ext cx="59875" cy="163850"/>
              </a:xfrm>
              <a:custGeom>
                <a:avLst/>
                <a:gdLst/>
                <a:ahLst/>
                <a:cxnLst/>
                <a:rect l="l" t="t" r="r" b="b"/>
                <a:pathLst>
                  <a:path w="2395" h="6554" extrusionOk="0">
                    <a:moveTo>
                      <a:pt x="0" y="0"/>
                    </a:moveTo>
                    <a:lnTo>
                      <a:pt x="0" y="6553"/>
                    </a:lnTo>
                    <a:cubicBezTo>
                      <a:pt x="1008" y="6175"/>
                      <a:pt x="1670" y="5450"/>
                      <a:pt x="2079" y="4631"/>
                    </a:cubicBezTo>
                    <a:cubicBezTo>
                      <a:pt x="2269" y="4159"/>
                      <a:pt x="2395" y="3686"/>
                      <a:pt x="2395" y="3182"/>
                    </a:cubicBezTo>
                    <a:lnTo>
                      <a:pt x="2395" y="851"/>
                    </a:lnTo>
                    <a:cubicBezTo>
                      <a:pt x="2395" y="623"/>
                      <a:pt x="2212" y="477"/>
                      <a:pt x="2042" y="477"/>
                    </a:cubicBezTo>
                    <a:cubicBezTo>
                      <a:pt x="2000" y="477"/>
                      <a:pt x="1959" y="485"/>
                      <a:pt x="1922" y="504"/>
                    </a:cubicBezTo>
                    <a:cubicBezTo>
                      <a:pt x="1704" y="598"/>
                      <a:pt x="1496" y="647"/>
                      <a:pt x="1291" y="647"/>
                    </a:cubicBezTo>
                    <a:cubicBezTo>
                      <a:pt x="873" y="647"/>
                      <a:pt x="465" y="444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" name="Google Shape;16166;p139">
              <a:extLst>
                <a:ext uri="{FF2B5EF4-FFF2-40B4-BE49-F238E27FC236}">
                  <a16:creationId xmlns:a16="http://schemas.microsoft.com/office/drawing/2014/main" id="{2604CDB4-B352-9013-33AA-E120E066022B}"/>
                </a:ext>
              </a:extLst>
            </p:cNvPr>
            <p:cNvGrpSpPr/>
            <p:nvPr/>
          </p:nvGrpSpPr>
          <p:grpSpPr>
            <a:xfrm>
              <a:off x="6272798" y="2781214"/>
              <a:ext cx="421927" cy="370882"/>
              <a:chOff x="-3030525" y="3973150"/>
              <a:chExt cx="293025" cy="257575"/>
            </a:xfrm>
            <a:grpFill/>
          </p:grpSpPr>
          <p:sp>
            <p:nvSpPr>
              <p:cNvPr id="526" name="Google Shape;16167;p139">
                <a:extLst>
                  <a:ext uri="{FF2B5EF4-FFF2-40B4-BE49-F238E27FC236}">
                    <a16:creationId xmlns:a16="http://schemas.microsoft.com/office/drawing/2014/main" id="{E27BB7CC-2AE9-CF36-3A01-7793295A0971}"/>
                  </a:ext>
                </a:extLst>
              </p:cNvPr>
              <p:cNvSpPr/>
              <p:nvPr/>
            </p:nvSpPr>
            <p:spPr>
              <a:xfrm>
                <a:off x="-3029750" y="3973150"/>
                <a:ext cx="292250" cy="68550"/>
              </a:xfrm>
              <a:custGeom>
                <a:avLst/>
                <a:gdLst/>
                <a:ahLst/>
                <a:cxnLst/>
                <a:rect l="l" t="t" r="r" b="b"/>
                <a:pathLst>
                  <a:path w="11690" h="2742" extrusionOk="0">
                    <a:moveTo>
                      <a:pt x="1702" y="1355"/>
                    </a:moveTo>
                    <a:cubicBezTo>
                      <a:pt x="1891" y="1355"/>
                      <a:pt x="2049" y="1513"/>
                      <a:pt x="2049" y="1702"/>
                    </a:cubicBezTo>
                    <a:cubicBezTo>
                      <a:pt x="2049" y="1922"/>
                      <a:pt x="1891" y="2080"/>
                      <a:pt x="1702" y="2080"/>
                    </a:cubicBezTo>
                    <a:cubicBezTo>
                      <a:pt x="1513" y="2080"/>
                      <a:pt x="1356" y="1922"/>
                      <a:pt x="1356" y="1702"/>
                    </a:cubicBezTo>
                    <a:cubicBezTo>
                      <a:pt x="1356" y="1513"/>
                      <a:pt x="1513" y="1355"/>
                      <a:pt x="1702" y="1355"/>
                    </a:cubicBezTo>
                    <a:close/>
                    <a:moveTo>
                      <a:pt x="3088" y="1355"/>
                    </a:moveTo>
                    <a:cubicBezTo>
                      <a:pt x="3277" y="1355"/>
                      <a:pt x="3435" y="1513"/>
                      <a:pt x="3435" y="1702"/>
                    </a:cubicBezTo>
                    <a:cubicBezTo>
                      <a:pt x="3435" y="1922"/>
                      <a:pt x="3277" y="2080"/>
                      <a:pt x="3088" y="2080"/>
                    </a:cubicBezTo>
                    <a:cubicBezTo>
                      <a:pt x="2868" y="2080"/>
                      <a:pt x="2710" y="1922"/>
                      <a:pt x="2710" y="1702"/>
                    </a:cubicBezTo>
                    <a:cubicBezTo>
                      <a:pt x="2710" y="1513"/>
                      <a:pt x="2868" y="1355"/>
                      <a:pt x="3088" y="1355"/>
                    </a:cubicBezTo>
                    <a:close/>
                    <a:moveTo>
                      <a:pt x="9925" y="1387"/>
                    </a:moveTo>
                    <a:cubicBezTo>
                      <a:pt x="10366" y="1387"/>
                      <a:pt x="10366" y="2080"/>
                      <a:pt x="9925" y="2080"/>
                    </a:cubicBezTo>
                    <a:lnTo>
                      <a:pt x="5829" y="2080"/>
                    </a:lnTo>
                    <a:cubicBezTo>
                      <a:pt x="5388" y="2080"/>
                      <a:pt x="5357" y="1387"/>
                      <a:pt x="5829" y="1387"/>
                    </a:cubicBezTo>
                    <a:close/>
                    <a:moveTo>
                      <a:pt x="1041" y="1"/>
                    </a:moveTo>
                    <a:cubicBezTo>
                      <a:pt x="473" y="1"/>
                      <a:pt x="1" y="473"/>
                      <a:pt x="1" y="1040"/>
                    </a:cubicBezTo>
                    <a:lnTo>
                      <a:pt x="1" y="2741"/>
                    </a:lnTo>
                    <a:lnTo>
                      <a:pt x="11689" y="2741"/>
                    </a:lnTo>
                    <a:lnTo>
                      <a:pt x="11689" y="1040"/>
                    </a:lnTo>
                    <a:cubicBezTo>
                      <a:pt x="11658" y="505"/>
                      <a:pt x="11248" y="1"/>
                      <a:pt x="10650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Google Shape;16168;p139">
                <a:extLst>
                  <a:ext uri="{FF2B5EF4-FFF2-40B4-BE49-F238E27FC236}">
                    <a16:creationId xmlns:a16="http://schemas.microsoft.com/office/drawing/2014/main" id="{F08458B5-C9CF-B2FA-45E4-110C43EDDA63}"/>
                  </a:ext>
                </a:extLst>
              </p:cNvPr>
              <p:cNvSpPr/>
              <p:nvPr/>
            </p:nvSpPr>
            <p:spPr>
              <a:xfrm>
                <a:off x="-3030525" y="4059000"/>
                <a:ext cx="292225" cy="171725"/>
              </a:xfrm>
              <a:custGeom>
                <a:avLst/>
                <a:gdLst/>
                <a:ahLst/>
                <a:cxnLst/>
                <a:rect l="l" t="t" r="r" b="b"/>
                <a:pathLst>
                  <a:path w="11689" h="6869" extrusionOk="0">
                    <a:moveTo>
                      <a:pt x="3773" y="1366"/>
                    </a:moveTo>
                    <a:cubicBezTo>
                      <a:pt x="4065" y="1366"/>
                      <a:pt x="4260" y="1775"/>
                      <a:pt x="3970" y="1985"/>
                    </a:cubicBezTo>
                    <a:lnTo>
                      <a:pt x="2363" y="3088"/>
                    </a:lnTo>
                    <a:lnTo>
                      <a:pt x="3970" y="4191"/>
                    </a:lnTo>
                    <a:cubicBezTo>
                      <a:pt x="4252" y="4370"/>
                      <a:pt x="4075" y="4801"/>
                      <a:pt x="3795" y="4801"/>
                    </a:cubicBezTo>
                    <a:cubicBezTo>
                      <a:pt x="3731" y="4801"/>
                      <a:pt x="3662" y="4779"/>
                      <a:pt x="3592" y="4726"/>
                    </a:cubicBezTo>
                    <a:lnTo>
                      <a:pt x="1544" y="3372"/>
                    </a:lnTo>
                    <a:cubicBezTo>
                      <a:pt x="1324" y="3246"/>
                      <a:pt x="1324" y="2962"/>
                      <a:pt x="1544" y="2805"/>
                    </a:cubicBezTo>
                    <a:lnTo>
                      <a:pt x="3592" y="1418"/>
                    </a:lnTo>
                    <a:cubicBezTo>
                      <a:pt x="3654" y="1382"/>
                      <a:pt x="3715" y="1366"/>
                      <a:pt x="3773" y="1366"/>
                    </a:cubicBezTo>
                    <a:close/>
                    <a:moveTo>
                      <a:pt x="7912" y="1407"/>
                    </a:moveTo>
                    <a:cubicBezTo>
                      <a:pt x="7979" y="1407"/>
                      <a:pt x="8053" y="1429"/>
                      <a:pt x="8129" y="1481"/>
                    </a:cubicBezTo>
                    <a:lnTo>
                      <a:pt x="10145" y="2836"/>
                    </a:lnTo>
                    <a:cubicBezTo>
                      <a:pt x="10366" y="2962"/>
                      <a:pt x="10366" y="3277"/>
                      <a:pt x="10145" y="3403"/>
                    </a:cubicBezTo>
                    <a:lnTo>
                      <a:pt x="8129" y="4789"/>
                    </a:lnTo>
                    <a:cubicBezTo>
                      <a:pt x="8061" y="4826"/>
                      <a:pt x="7996" y="4841"/>
                      <a:pt x="7935" y="4841"/>
                    </a:cubicBezTo>
                    <a:cubicBezTo>
                      <a:pt x="7624" y="4841"/>
                      <a:pt x="7430" y="4433"/>
                      <a:pt x="7719" y="4222"/>
                    </a:cubicBezTo>
                    <a:lnTo>
                      <a:pt x="9326" y="3120"/>
                    </a:lnTo>
                    <a:lnTo>
                      <a:pt x="7719" y="2017"/>
                    </a:lnTo>
                    <a:cubicBezTo>
                      <a:pt x="7437" y="1837"/>
                      <a:pt x="7615" y="1407"/>
                      <a:pt x="7912" y="1407"/>
                    </a:cubicBezTo>
                    <a:close/>
                    <a:moveTo>
                      <a:pt x="6515" y="714"/>
                    </a:moveTo>
                    <a:cubicBezTo>
                      <a:pt x="6728" y="714"/>
                      <a:pt x="6948" y="909"/>
                      <a:pt x="6868" y="1166"/>
                    </a:cubicBezTo>
                    <a:lnTo>
                      <a:pt x="5482" y="5262"/>
                    </a:lnTo>
                    <a:cubicBezTo>
                      <a:pt x="5434" y="5420"/>
                      <a:pt x="5306" y="5489"/>
                      <a:pt x="5176" y="5489"/>
                    </a:cubicBezTo>
                    <a:cubicBezTo>
                      <a:pt x="4968" y="5489"/>
                      <a:pt x="4755" y="5313"/>
                      <a:pt x="4852" y="5041"/>
                    </a:cubicBezTo>
                    <a:lnTo>
                      <a:pt x="6207" y="946"/>
                    </a:lnTo>
                    <a:cubicBezTo>
                      <a:pt x="6265" y="782"/>
                      <a:pt x="6389" y="714"/>
                      <a:pt x="6515" y="714"/>
                    </a:cubicBezTo>
                    <a:close/>
                    <a:moveTo>
                      <a:pt x="0" y="1"/>
                    </a:moveTo>
                    <a:lnTo>
                      <a:pt x="0" y="5829"/>
                    </a:lnTo>
                    <a:lnTo>
                      <a:pt x="32" y="5829"/>
                    </a:lnTo>
                    <a:cubicBezTo>
                      <a:pt x="32" y="6396"/>
                      <a:pt x="504" y="6869"/>
                      <a:pt x="1072" y="6869"/>
                    </a:cubicBezTo>
                    <a:lnTo>
                      <a:pt x="10681" y="6869"/>
                    </a:lnTo>
                    <a:cubicBezTo>
                      <a:pt x="11216" y="6869"/>
                      <a:pt x="11689" y="6396"/>
                      <a:pt x="11689" y="5829"/>
                    </a:cubicBezTo>
                    <a:lnTo>
                      <a:pt x="1168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" name="Google Shape;16169;p139">
              <a:extLst>
                <a:ext uri="{FF2B5EF4-FFF2-40B4-BE49-F238E27FC236}">
                  <a16:creationId xmlns:a16="http://schemas.microsoft.com/office/drawing/2014/main" id="{B11803AD-BFEA-8A4C-C4EE-321E91D0CF4D}"/>
                </a:ext>
              </a:extLst>
            </p:cNvPr>
            <p:cNvGrpSpPr/>
            <p:nvPr/>
          </p:nvGrpSpPr>
          <p:grpSpPr>
            <a:xfrm>
              <a:off x="1374391" y="3369426"/>
              <a:ext cx="421927" cy="297195"/>
              <a:chOff x="-1199300" y="3279250"/>
              <a:chExt cx="293025" cy="206400"/>
            </a:xfrm>
            <a:grpFill/>
          </p:grpSpPr>
          <p:sp>
            <p:nvSpPr>
              <p:cNvPr id="522" name="Google Shape;16170;p139">
                <a:extLst>
                  <a:ext uri="{FF2B5EF4-FFF2-40B4-BE49-F238E27FC236}">
                    <a16:creationId xmlns:a16="http://schemas.microsoft.com/office/drawing/2014/main" id="{01CD145B-ABF5-348F-8557-3A5018EEBE7A}"/>
                  </a:ext>
                </a:extLst>
              </p:cNvPr>
              <p:cNvSpPr/>
              <p:nvPr/>
            </p:nvSpPr>
            <p:spPr>
              <a:xfrm>
                <a:off x="-1183550" y="3395050"/>
                <a:ext cx="261525" cy="90600"/>
              </a:xfrm>
              <a:custGeom>
                <a:avLst/>
                <a:gdLst/>
                <a:ahLst/>
                <a:cxnLst/>
                <a:rect l="l" t="t" r="r" b="b"/>
                <a:pathLst>
                  <a:path w="10461" h="3624" extrusionOk="0">
                    <a:moveTo>
                      <a:pt x="3498" y="0"/>
                    </a:moveTo>
                    <a:lnTo>
                      <a:pt x="1" y="3529"/>
                    </a:lnTo>
                    <a:cubicBezTo>
                      <a:pt x="127" y="3623"/>
                      <a:pt x="284" y="3623"/>
                      <a:pt x="442" y="3623"/>
                    </a:cubicBezTo>
                    <a:lnTo>
                      <a:pt x="10051" y="3623"/>
                    </a:lnTo>
                    <a:cubicBezTo>
                      <a:pt x="10208" y="3623"/>
                      <a:pt x="10366" y="3560"/>
                      <a:pt x="10460" y="3529"/>
                    </a:cubicBezTo>
                    <a:lnTo>
                      <a:pt x="6963" y="0"/>
                    </a:lnTo>
                    <a:lnTo>
                      <a:pt x="5986" y="977"/>
                    </a:lnTo>
                    <a:cubicBezTo>
                      <a:pt x="5797" y="1166"/>
                      <a:pt x="5522" y="1260"/>
                      <a:pt x="5242" y="1260"/>
                    </a:cubicBezTo>
                    <a:cubicBezTo>
                      <a:pt x="4963" y="1260"/>
                      <a:pt x="4679" y="1166"/>
                      <a:pt x="4474" y="977"/>
                    </a:cubicBezTo>
                    <a:lnTo>
                      <a:pt x="3498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Google Shape;16171;p139">
                <a:extLst>
                  <a:ext uri="{FF2B5EF4-FFF2-40B4-BE49-F238E27FC236}">
                    <a16:creationId xmlns:a16="http://schemas.microsoft.com/office/drawing/2014/main" id="{8A82A635-86A3-C352-5178-9C834FB843E6}"/>
                  </a:ext>
                </a:extLst>
              </p:cNvPr>
              <p:cNvSpPr/>
              <p:nvPr/>
            </p:nvSpPr>
            <p:spPr>
              <a:xfrm>
                <a:off x="-1184325" y="3279250"/>
                <a:ext cx="261500" cy="129400"/>
              </a:xfrm>
              <a:custGeom>
                <a:avLst/>
                <a:gdLst/>
                <a:ahLst/>
                <a:cxnLst/>
                <a:rect l="l" t="t" r="r" b="b"/>
                <a:pathLst>
                  <a:path w="10460" h="5176" extrusionOk="0">
                    <a:moveTo>
                      <a:pt x="410" y="1"/>
                    </a:moveTo>
                    <a:cubicBezTo>
                      <a:pt x="252" y="1"/>
                      <a:pt x="95" y="64"/>
                      <a:pt x="0" y="95"/>
                    </a:cubicBezTo>
                    <a:lnTo>
                      <a:pt x="3781" y="3876"/>
                    </a:lnTo>
                    <a:lnTo>
                      <a:pt x="4978" y="5105"/>
                    </a:lnTo>
                    <a:cubicBezTo>
                      <a:pt x="5041" y="5152"/>
                      <a:pt x="5143" y="5175"/>
                      <a:pt x="5246" y="5175"/>
                    </a:cubicBezTo>
                    <a:cubicBezTo>
                      <a:pt x="5348" y="5175"/>
                      <a:pt x="5450" y="5152"/>
                      <a:pt x="5513" y="5105"/>
                    </a:cubicBezTo>
                    <a:lnTo>
                      <a:pt x="6711" y="3876"/>
                    </a:lnTo>
                    <a:lnTo>
                      <a:pt x="10460" y="95"/>
                    </a:lnTo>
                    <a:cubicBezTo>
                      <a:pt x="10334" y="1"/>
                      <a:pt x="10176" y="1"/>
                      <a:pt x="10019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Google Shape;16172;p139">
                <a:extLst>
                  <a:ext uri="{FF2B5EF4-FFF2-40B4-BE49-F238E27FC236}">
                    <a16:creationId xmlns:a16="http://schemas.microsoft.com/office/drawing/2014/main" id="{E4C376D2-8863-1115-E148-B489DED6DC59}"/>
                  </a:ext>
                </a:extLst>
              </p:cNvPr>
              <p:cNvSpPr/>
              <p:nvPr/>
            </p:nvSpPr>
            <p:spPr>
              <a:xfrm>
                <a:off x="-1199300" y="3294225"/>
                <a:ext cx="90600" cy="175650"/>
              </a:xfrm>
              <a:custGeom>
                <a:avLst/>
                <a:gdLst/>
                <a:ahLst/>
                <a:cxnLst/>
                <a:rect l="l" t="t" r="r" b="b"/>
                <a:pathLst>
                  <a:path w="3624" h="7026" extrusionOk="0">
                    <a:moveTo>
                      <a:pt x="126" y="0"/>
                    </a:moveTo>
                    <a:cubicBezTo>
                      <a:pt x="32" y="126"/>
                      <a:pt x="0" y="284"/>
                      <a:pt x="0" y="441"/>
                    </a:cubicBezTo>
                    <a:lnTo>
                      <a:pt x="0" y="6585"/>
                    </a:lnTo>
                    <a:cubicBezTo>
                      <a:pt x="0" y="6742"/>
                      <a:pt x="32" y="6900"/>
                      <a:pt x="126" y="7026"/>
                    </a:cubicBezTo>
                    <a:lnTo>
                      <a:pt x="3624" y="3466"/>
                    </a:lnTo>
                    <a:lnTo>
                      <a:pt x="12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Google Shape;16173;p139">
                <a:extLst>
                  <a:ext uri="{FF2B5EF4-FFF2-40B4-BE49-F238E27FC236}">
                    <a16:creationId xmlns:a16="http://schemas.microsoft.com/office/drawing/2014/main" id="{8037BDC2-F3AC-FAFE-8D8C-E70FF17E681B}"/>
                  </a:ext>
                </a:extLst>
              </p:cNvPr>
              <p:cNvSpPr/>
              <p:nvPr/>
            </p:nvSpPr>
            <p:spPr>
              <a:xfrm>
                <a:off x="-996875" y="3294225"/>
                <a:ext cx="90600" cy="177225"/>
              </a:xfrm>
              <a:custGeom>
                <a:avLst/>
                <a:gdLst/>
                <a:ahLst/>
                <a:cxnLst/>
                <a:rect l="l" t="t" r="r" b="b"/>
                <a:pathLst>
                  <a:path w="3624" h="7089" extrusionOk="0">
                    <a:moveTo>
                      <a:pt x="3529" y="0"/>
                    </a:moveTo>
                    <a:lnTo>
                      <a:pt x="0" y="3529"/>
                    </a:lnTo>
                    <a:lnTo>
                      <a:pt x="3529" y="7089"/>
                    </a:lnTo>
                    <a:cubicBezTo>
                      <a:pt x="3592" y="6963"/>
                      <a:pt x="3623" y="6805"/>
                      <a:pt x="3623" y="6648"/>
                    </a:cubicBezTo>
                    <a:lnTo>
                      <a:pt x="3623" y="504"/>
                    </a:lnTo>
                    <a:cubicBezTo>
                      <a:pt x="3592" y="284"/>
                      <a:pt x="3560" y="126"/>
                      <a:pt x="352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" name="Google Shape;16174;p139">
              <a:extLst>
                <a:ext uri="{FF2B5EF4-FFF2-40B4-BE49-F238E27FC236}">
                  <a16:creationId xmlns:a16="http://schemas.microsoft.com/office/drawing/2014/main" id="{F8995068-1EED-2C7F-1BA3-F923D911EB00}"/>
                </a:ext>
              </a:extLst>
            </p:cNvPr>
            <p:cNvGrpSpPr/>
            <p:nvPr/>
          </p:nvGrpSpPr>
          <p:grpSpPr>
            <a:xfrm>
              <a:off x="1381477" y="1688773"/>
              <a:ext cx="444605" cy="420559"/>
              <a:chOff x="-6338550" y="3272950"/>
              <a:chExt cx="308775" cy="292075"/>
            </a:xfrm>
            <a:grpFill/>
          </p:grpSpPr>
          <p:sp>
            <p:nvSpPr>
              <p:cNvPr id="519" name="Google Shape;16175;p139">
                <a:extLst>
                  <a:ext uri="{FF2B5EF4-FFF2-40B4-BE49-F238E27FC236}">
                    <a16:creationId xmlns:a16="http://schemas.microsoft.com/office/drawing/2014/main" id="{1B1950C7-A479-97D6-2E1A-DCEB9D1EFEDD}"/>
                  </a:ext>
                </a:extLst>
              </p:cNvPr>
              <p:cNvSpPr/>
              <p:nvPr/>
            </p:nvSpPr>
            <p:spPr>
              <a:xfrm>
                <a:off x="-6338550" y="3272950"/>
                <a:ext cx="308775" cy="119750"/>
              </a:xfrm>
              <a:custGeom>
                <a:avLst/>
                <a:gdLst/>
                <a:ahLst/>
                <a:cxnLst/>
                <a:rect l="l" t="t" r="r" b="b"/>
                <a:pathLst>
                  <a:path w="12351" h="4790" extrusionOk="0">
                    <a:moveTo>
                      <a:pt x="6144" y="2017"/>
                    </a:moveTo>
                    <a:cubicBezTo>
                      <a:pt x="6333" y="2017"/>
                      <a:pt x="6491" y="2206"/>
                      <a:pt x="6491" y="2395"/>
                    </a:cubicBezTo>
                    <a:cubicBezTo>
                      <a:pt x="6459" y="2584"/>
                      <a:pt x="6333" y="2742"/>
                      <a:pt x="6144" y="2742"/>
                    </a:cubicBezTo>
                    <a:cubicBezTo>
                      <a:pt x="5955" y="2742"/>
                      <a:pt x="5797" y="2584"/>
                      <a:pt x="5797" y="2395"/>
                    </a:cubicBezTo>
                    <a:cubicBezTo>
                      <a:pt x="5797" y="2206"/>
                      <a:pt x="5955" y="2017"/>
                      <a:pt x="6144" y="2017"/>
                    </a:cubicBezTo>
                    <a:close/>
                    <a:moveTo>
                      <a:pt x="6144" y="1"/>
                    </a:moveTo>
                    <a:cubicBezTo>
                      <a:pt x="4789" y="1"/>
                      <a:pt x="3750" y="1040"/>
                      <a:pt x="3750" y="2395"/>
                    </a:cubicBezTo>
                    <a:cubicBezTo>
                      <a:pt x="3750" y="2521"/>
                      <a:pt x="3750" y="2616"/>
                      <a:pt x="3781" y="2742"/>
                    </a:cubicBezTo>
                    <a:lnTo>
                      <a:pt x="1324" y="2742"/>
                    </a:lnTo>
                    <a:cubicBezTo>
                      <a:pt x="1" y="2742"/>
                      <a:pt x="1" y="4790"/>
                      <a:pt x="1324" y="4790"/>
                    </a:cubicBezTo>
                    <a:lnTo>
                      <a:pt x="10996" y="4790"/>
                    </a:lnTo>
                    <a:cubicBezTo>
                      <a:pt x="12351" y="4790"/>
                      <a:pt x="12351" y="2742"/>
                      <a:pt x="10996" y="2742"/>
                    </a:cubicBezTo>
                    <a:lnTo>
                      <a:pt x="8507" y="2742"/>
                    </a:lnTo>
                    <a:cubicBezTo>
                      <a:pt x="8507" y="2616"/>
                      <a:pt x="8538" y="2521"/>
                      <a:pt x="8538" y="2395"/>
                    </a:cubicBezTo>
                    <a:cubicBezTo>
                      <a:pt x="8538" y="1040"/>
                      <a:pt x="7467" y="1"/>
                      <a:pt x="614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Google Shape;16176;p139">
                <a:extLst>
                  <a:ext uri="{FF2B5EF4-FFF2-40B4-BE49-F238E27FC236}">
                    <a16:creationId xmlns:a16="http://schemas.microsoft.com/office/drawing/2014/main" id="{003275B0-6B80-6644-4678-EDBE0027E3C7}"/>
                  </a:ext>
                </a:extLst>
              </p:cNvPr>
              <p:cNvSpPr/>
              <p:nvPr/>
            </p:nvSpPr>
            <p:spPr>
              <a:xfrm>
                <a:off x="-6228275" y="3479325"/>
                <a:ext cx="86650" cy="85700"/>
              </a:xfrm>
              <a:custGeom>
                <a:avLst/>
                <a:gdLst/>
                <a:ahLst/>
                <a:cxnLst/>
                <a:rect l="l" t="t" r="r" b="b"/>
                <a:pathLst>
                  <a:path w="3466" h="3428" extrusionOk="0">
                    <a:moveTo>
                      <a:pt x="32" y="0"/>
                    </a:moveTo>
                    <a:lnTo>
                      <a:pt x="32" y="3088"/>
                    </a:lnTo>
                    <a:lnTo>
                      <a:pt x="0" y="3088"/>
                    </a:lnTo>
                    <a:cubicBezTo>
                      <a:pt x="0" y="3268"/>
                      <a:pt x="190" y="3428"/>
                      <a:pt x="380" y="3428"/>
                    </a:cubicBezTo>
                    <a:cubicBezTo>
                      <a:pt x="422" y="3428"/>
                      <a:pt x="464" y="3420"/>
                      <a:pt x="504" y="3403"/>
                    </a:cubicBezTo>
                    <a:lnTo>
                      <a:pt x="3277" y="2016"/>
                    </a:lnTo>
                    <a:cubicBezTo>
                      <a:pt x="3371" y="1985"/>
                      <a:pt x="3466" y="1859"/>
                      <a:pt x="3466" y="1701"/>
                    </a:cubicBezTo>
                    <a:lnTo>
                      <a:pt x="346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Google Shape;16177;p139">
                <a:extLst>
                  <a:ext uri="{FF2B5EF4-FFF2-40B4-BE49-F238E27FC236}">
                    <a16:creationId xmlns:a16="http://schemas.microsoft.com/office/drawing/2014/main" id="{C0190E9C-75C0-F615-3977-E98DB3FE73D3}"/>
                  </a:ext>
                </a:extLst>
              </p:cNvPr>
              <p:cNvSpPr/>
              <p:nvPr/>
            </p:nvSpPr>
            <p:spPr>
              <a:xfrm>
                <a:off x="-6292075" y="3410800"/>
                <a:ext cx="212675" cy="50425"/>
              </a:xfrm>
              <a:custGeom>
                <a:avLst/>
                <a:gdLst/>
                <a:ahLst/>
                <a:cxnLst/>
                <a:rect l="l" t="t" r="r" b="b"/>
                <a:pathLst>
                  <a:path w="8507" h="2017" extrusionOk="0">
                    <a:moveTo>
                      <a:pt x="0" y="0"/>
                    </a:moveTo>
                    <a:lnTo>
                      <a:pt x="2048" y="2016"/>
                    </a:lnTo>
                    <a:lnTo>
                      <a:pt x="6459" y="2016"/>
                    </a:lnTo>
                    <a:lnTo>
                      <a:pt x="850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" name="Google Shape;16178;p139">
              <a:extLst>
                <a:ext uri="{FF2B5EF4-FFF2-40B4-BE49-F238E27FC236}">
                  <a16:creationId xmlns:a16="http://schemas.microsoft.com/office/drawing/2014/main" id="{400F687D-3FAC-CBE8-85E9-01B17C4EE12C}"/>
                </a:ext>
              </a:extLst>
            </p:cNvPr>
            <p:cNvGrpSpPr/>
            <p:nvPr/>
          </p:nvGrpSpPr>
          <p:grpSpPr>
            <a:xfrm>
              <a:off x="1392817" y="2205194"/>
              <a:ext cx="421927" cy="419659"/>
              <a:chOff x="-6329100" y="3632100"/>
              <a:chExt cx="293025" cy="291450"/>
            </a:xfrm>
            <a:grpFill/>
          </p:grpSpPr>
          <p:sp>
            <p:nvSpPr>
              <p:cNvPr id="516" name="Google Shape;16179;p139">
                <a:extLst>
                  <a:ext uri="{FF2B5EF4-FFF2-40B4-BE49-F238E27FC236}">
                    <a16:creationId xmlns:a16="http://schemas.microsoft.com/office/drawing/2014/main" id="{E88D3EA0-0CD9-6BF4-6E5F-4AEB4E00C2C3}"/>
                  </a:ext>
                </a:extLst>
              </p:cNvPr>
              <p:cNvSpPr/>
              <p:nvPr/>
            </p:nvSpPr>
            <p:spPr>
              <a:xfrm>
                <a:off x="-6210700" y="3751600"/>
                <a:ext cx="174625" cy="171950"/>
              </a:xfrm>
              <a:custGeom>
                <a:avLst/>
                <a:gdLst/>
                <a:ahLst/>
                <a:cxnLst/>
                <a:rect l="l" t="t" r="r" b="b"/>
                <a:pathLst>
                  <a:path w="6985" h="6878" extrusionOk="0">
                    <a:moveTo>
                      <a:pt x="492" y="0"/>
                    </a:moveTo>
                    <a:cubicBezTo>
                      <a:pt x="219" y="0"/>
                      <a:pt x="0" y="235"/>
                      <a:pt x="85" y="545"/>
                    </a:cubicBezTo>
                    <a:lnTo>
                      <a:pt x="1503" y="5712"/>
                    </a:lnTo>
                    <a:cubicBezTo>
                      <a:pt x="1559" y="5882"/>
                      <a:pt x="1707" y="5984"/>
                      <a:pt x="1856" y="5984"/>
                    </a:cubicBezTo>
                    <a:cubicBezTo>
                      <a:pt x="1956" y="5984"/>
                      <a:pt x="2057" y="5939"/>
                      <a:pt x="2133" y="5838"/>
                    </a:cubicBezTo>
                    <a:lnTo>
                      <a:pt x="2889" y="4735"/>
                    </a:lnTo>
                    <a:lnTo>
                      <a:pt x="3739" y="5712"/>
                    </a:lnTo>
                    <a:lnTo>
                      <a:pt x="4622" y="6594"/>
                    </a:lnTo>
                    <a:cubicBezTo>
                      <a:pt x="4811" y="6783"/>
                      <a:pt x="5086" y="6878"/>
                      <a:pt x="5362" y="6878"/>
                    </a:cubicBezTo>
                    <a:cubicBezTo>
                      <a:pt x="5638" y="6878"/>
                      <a:pt x="5913" y="6783"/>
                      <a:pt x="6102" y="6594"/>
                    </a:cubicBezTo>
                    <a:lnTo>
                      <a:pt x="6575" y="6122"/>
                    </a:lnTo>
                    <a:cubicBezTo>
                      <a:pt x="6984" y="5712"/>
                      <a:pt x="6984" y="5113"/>
                      <a:pt x="6575" y="4672"/>
                    </a:cubicBezTo>
                    <a:lnTo>
                      <a:pt x="4811" y="2814"/>
                    </a:lnTo>
                    <a:lnTo>
                      <a:pt x="5913" y="2058"/>
                    </a:lnTo>
                    <a:cubicBezTo>
                      <a:pt x="6134" y="1900"/>
                      <a:pt x="6102" y="1522"/>
                      <a:pt x="5787" y="1427"/>
                    </a:cubicBezTo>
                    <a:lnTo>
                      <a:pt x="589" y="10"/>
                    </a:lnTo>
                    <a:cubicBezTo>
                      <a:pt x="556" y="3"/>
                      <a:pt x="524" y="0"/>
                      <a:pt x="49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Google Shape;16180;p139">
                <a:extLst>
                  <a:ext uri="{FF2B5EF4-FFF2-40B4-BE49-F238E27FC236}">
                    <a16:creationId xmlns:a16="http://schemas.microsoft.com/office/drawing/2014/main" id="{BC9F9D41-83C3-B34C-DE77-23587FEBA507}"/>
                  </a:ext>
                </a:extLst>
              </p:cNvPr>
              <p:cNvSpPr/>
              <p:nvPr/>
            </p:nvSpPr>
            <p:spPr>
              <a:xfrm>
                <a:off x="-6272400" y="3691975"/>
                <a:ext cx="136300" cy="135500"/>
              </a:xfrm>
              <a:custGeom>
                <a:avLst/>
                <a:gdLst/>
                <a:ahLst/>
                <a:cxnLst/>
                <a:rect l="l" t="t" r="r" b="b"/>
                <a:pathLst>
                  <a:path w="5452" h="5420" extrusionOk="0">
                    <a:moveTo>
                      <a:pt x="2742" y="0"/>
                    </a:moveTo>
                    <a:cubicBezTo>
                      <a:pt x="1261" y="0"/>
                      <a:pt x="1" y="1229"/>
                      <a:pt x="1" y="2710"/>
                    </a:cubicBezTo>
                    <a:cubicBezTo>
                      <a:pt x="1" y="4127"/>
                      <a:pt x="1041" y="5293"/>
                      <a:pt x="2427" y="5419"/>
                    </a:cubicBezTo>
                    <a:lnTo>
                      <a:pt x="2112" y="4317"/>
                    </a:lnTo>
                    <a:cubicBezTo>
                      <a:pt x="1482" y="4096"/>
                      <a:pt x="1009" y="3466"/>
                      <a:pt x="1009" y="2741"/>
                    </a:cubicBezTo>
                    <a:cubicBezTo>
                      <a:pt x="1041" y="1765"/>
                      <a:pt x="1828" y="1009"/>
                      <a:pt x="2773" y="1009"/>
                    </a:cubicBezTo>
                    <a:cubicBezTo>
                      <a:pt x="3530" y="1009"/>
                      <a:pt x="4128" y="1481"/>
                      <a:pt x="4349" y="2143"/>
                    </a:cubicBezTo>
                    <a:lnTo>
                      <a:pt x="5451" y="2458"/>
                    </a:lnTo>
                    <a:cubicBezTo>
                      <a:pt x="5294" y="1072"/>
                      <a:pt x="4160" y="0"/>
                      <a:pt x="274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Google Shape;16181;p139">
                <a:extLst>
                  <a:ext uri="{FF2B5EF4-FFF2-40B4-BE49-F238E27FC236}">
                    <a16:creationId xmlns:a16="http://schemas.microsoft.com/office/drawing/2014/main" id="{54A4CC32-9E5B-73C0-D15A-D43C788E8FD0}"/>
                  </a:ext>
                </a:extLst>
              </p:cNvPr>
              <p:cNvSpPr/>
              <p:nvPr/>
            </p:nvSpPr>
            <p:spPr>
              <a:xfrm>
                <a:off x="-6329100" y="3632100"/>
                <a:ext cx="257575" cy="256025"/>
              </a:xfrm>
              <a:custGeom>
                <a:avLst/>
                <a:gdLst/>
                <a:ahLst/>
                <a:cxnLst/>
                <a:rect l="l" t="t" r="r" b="b"/>
                <a:pathLst>
                  <a:path w="10303" h="10241" extrusionOk="0">
                    <a:moveTo>
                      <a:pt x="5136" y="1"/>
                    </a:moveTo>
                    <a:cubicBezTo>
                      <a:pt x="2301" y="1"/>
                      <a:pt x="1" y="2269"/>
                      <a:pt x="1" y="5105"/>
                    </a:cubicBezTo>
                    <a:cubicBezTo>
                      <a:pt x="1" y="7972"/>
                      <a:pt x="2332" y="10240"/>
                      <a:pt x="5136" y="10240"/>
                    </a:cubicBezTo>
                    <a:cubicBezTo>
                      <a:pt x="5262" y="10240"/>
                      <a:pt x="5356" y="10240"/>
                      <a:pt x="5451" y="10177"/>
                    </a:cubicBezTo>
                    <a:lnTo>
                      <a:pt x="4978" y="8444"/>
                    </a:lnTo>
                    <a:cubicBezTo>
                      <a:pt x="4959" y="8445"/>
                      <a:pt x="4940" y="8445"/>
                      <a:pt x="4921" y="8445"/>
                    </a:cubicBezTo>
                    <a:cubicBezTo>
                      <a:pt x="3089" y="8445"/>
                      <a:pt x="1639" y="6945"/>
                      <a:pt x="1639" y="5105"/>
                    </a:cubicBezTo>
                    <a:cubicBezTo>
                      <a:pt x="1639" y="3214"/>
                      <a:pt x="3151" y="1702"/>
                      <a:pt x="5073" y="1702"/>
                    </a:cubicBezTo>
                    <a:cubicBezTo>
                      <a:pt x="6900" y="1702"/>
                      <a:pt x="8412" y="3151"/>
                      <a:pt x="8475" y="4979"/>
                    </a:cubicBezTo>
                    <a:lnTo>
                      <a:pt x="10208" y="5451"/>
                    </a:lnTo>
                    <a:cubicBezTo>
                      <a:pt x="10303" y="4002"/>
                      <a:pt x="9799" y="2553"/>
                      <a:pt x="8759" y="1482"/>
                    </a:cubicBezTo>
                    <a:cubicBezTo>
                      <a:pt x="7782" y="505"/>
                      <a:pt x="6522" y="1"/>
                      <a:pt x="513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" name="Google Shape;16182;p139">
              <a:extLst>
                <a:ext uri="{FF2B5EF4-FFF2-40B4-BE49-F238E27FC236}">
                  <a16:creationId xmlns:a16="http://schemas.microsoft.com/office/drawing/2014/main" id="{9AAB0597-24B5-7813-D2C6-A17B11F6FBFE}"/>
                </a:ext>
              </a:extLst>
            </p:cNvPr>
            <p:cNvGrpSpPr/>
            <p:nvPr/>
          </p:nvGrpSpPr>
          <p:grpSpPr>
            <a:xfrm>
              <a:off x="1405867" y="2756828"/>
              <a:ext cx="419623" cy="419659"/>
              <a:chOff x="-6329875" y="3992050"/>
              <a:chExt cx="291425" cy="291450"/>
            </a:xfrm>
            <a:grpFill/>
          </p:grpSpPr>
          <p:sp>
            <p:nvSpPr>
              <p:cNvPr id="512" name="Google Shape;16183;p139">
                <a:extLst>
                  <a:ext uri="{FF2B5EF4-FFF2-40B4-BE49-F238E27FC236}">
                    <a16:creationId xmlns:a16="http://schemas.microsoft.com/office/drawing/2014/main" id="{F5862E25-7919-0860-0947-EF7FC4227046}"/>
                  </a:ext>
                </a:extLst>
              </p:cNvPr>
              <p:cNvSpPr/>
              <p:nvPr/>
            </p:nvSpPr>
            <p:spPr>
              <a:xfrm>
                <a:off x="-6090450" y="4077900"/>
                <a:ext cx="52000" cy="34675"/>
              </a:xfrm>
              <a:custGeom>
                <a:avLst/>
                <a:gdLst/>
                <a:ahLst/>
                <a:cxnLst/>
                <a:rect l="l" t="t" r="r" b="b"/>
                <a:pathLst>
                  <a:path w="2080" h="1387" extrusionOk="0">
                    <a:moveTo>
                      <a:pt x="1" y="1"/>
                    </a:moveTo>
                    <a:lnTo>
                      <a:pt x="1" y="1387"/>
                    </a:lnTo>
                    <a:lnTo>
                      <a:pt x="2080" y="1387"/>
                    </a:lnTo>
                    <a:lnTo>
                      <a:pt x="2080" y="1040"/>
                    </a:lnTo>
                    <a:cubicBezTo>
                      <a:pt x="2080" y="473"/>
                      <a:pt x="1607" y="1"/>
                      <a:pt x="107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16184;p139">
                <a:extLst>
                  <a:ext uri="{FF2B5EF4-FFF2-40B4-BE49-F238E27FC236}">
                    <a16:creationId xmlns:a16="http://schemas.microsoft.com/office/drawing/2014/main" id="{8124907C-9632-62B2-3A9B-1C2E54A0AB4C}"/>
                  </a:ext>
                </a:extLst>
              </p:cNvPr>
              <p:cNvSpPr/>
              <p:nvPr/>
            </p:nvSpPr>
            <p:spPr>
              <a:xfrm>
                <a:off x="-6262925" y="3992050"/>
                <a:ext cx="154400" cy="155200"/>
              </a:xfrm>
              <a:custGeom>
                <a:avLst/>
                <a:gdLst/>
                <a:ahLst/>
                <a:cxnLst/>
                <a:rect l="l" t="t" r="r" b="b"/>
                <a:pathLst>
                  <a:path w="6176" h="6208" extrusionOk="0">
                    <a:moveTo>
                      <a:pt x="5167" y="1387"/>
                    </a:moveTo>
                    <a:cubicBezTo>
                      <a:pt x="5608" y="1387"/>
                      <a:pt x="5639" y="2048"/>
                      <a:pt x="5167" y="2048"/>
                    </a:cubicBezTo>
                    <a:lnTo>
                      <a:pt x="1071" y="2048"/>
                    </a:lnTo>
                    <a:cubicBezTo>
                      <a:pt x="1053" y="2051"/>
                      <a:pt x="1035" y="2052"/>
                      <a:pt x="1018" y="2052"/>
                    </a:cubicBezTo>
                    <a:cubicBezTo>
                      <a:pt x="628" y="2052"/>
                      <a:pt x="618" y="1387"/>
                      <a:pt x="1071" y="1387"/>
                    </a:cubicBezTo>
                    <a:close/>
                    <a:moveTo>
                      <a:pt x="5167" y="2773"/>
                    </a:moveTo>
                    <a:cubicBezTo>
                      <a:pt x="5608" y="2773"/>
                      <a:pt x="5639" y="3435"/>
                      <a:pt x="5167" y="3435"/>
                    </a:cubicBezTo>
                    <a:lnTo>
                      <a:pt x="1071" y="3435"/>
                    </a:lnTo>
                    <a:cubicBezTo>
                      <a:pt x="630" y="3435"/>
                      <a:pt x="599" y="2773"/>
                      <a:pt x="1071" y="2773"/>
                    </a:cubicBezTo>
                    <a:close/>
                    <a:moveTo>
                      <a:pt x="5167" y="4159"/>
                    </a:moveTo>
                    <a:cubicBezTo>
                      <a:pt x="5608" y="4159"/>
                      <a:pt x="5639" y="4821"/>
                      <a:pt x="5167" y="4821"/>
                    </a:cubicBezTo>
                    <a:lnTo>
                      <a:pt x="1071" y="4821"/>
                    </a:lnTo>
                    <a:cubicBezTo>
                      <a:pt x="630" y="4821"/>
                      <a:pt x="599" y="4159"/>
                      <a:pt x="1071" y="4159"/>
                    </a:cubicBezTo>
                    <a:close/>
                    <a:moveTo>
                      <a:pt x="347" y="1"/>
                    </a:moveTo>
                    <a:cubicBezTo>
                      <a:pt x="158" y="1"/>
                      <a:pt x="0" y="158"/>
                      <a:pt x="0" y="379"/>
                    </a:cubicBezTo>
                    <a:lnTo>
                      <a:pt x="0" y="6207"/>
                    </a:lnTo>
                    <a:lnTo>
                      <a:pt x="4726" y="6207"/>
                    </a:lnTo>
                    <a:cubicBezTo>
                      <a:pt x="5041" y="6207"/>
                      <a:pt x="5198" y="5672"/>
                      <a:pt x="5356" y="5420"/>
                    </a:cubicBezTo>
                    <a:cubicBezTo>
                      <a:pt x="5513" y="5104"/>
                      <a:pt x="5828" y="4884"/>
                      <a:pt x="6175" y="4852"/>
                    </a:cubicBezTo>
                    <a:lnTo>
                      <a:pt x="6175" y="379"/>
                    </a:lnTo>
                    <a:cubicBezTo>
                      <a:pt x="6175" y="158"/>
                      <a:pt x="6018" y="1"/>
                      <a:pt x="5828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Google Shape;16185;p139">
                <a:extLst>
                  <a:ext uri="{FF2B5EF4-FFF2-40B4-BE49-F238E27FC236}">
                    <a16:creationId xmlns:a16="http://schemas.microsoft.com/office/drawing/2014/main" id="{4E3B6083-D6F8-7EDF-5025-05C0BF4C11FA}"/>
                  </a:ext>
                </a:extLst>
              </p:cNvPr>
              <p:cNvSpPr/>
              <p:nvPr/>
            </p:nvSpPr>
            <p:spPr>
              <a:xfrm>
                <a:off x="-6329875" y="4044825"/>
                <a:ext cx="51200" cy="102425"/>
              </a:xfrm>
              <a:custGeom>
                <a:avLst/>
                <a:gdLst/>
                <a:ahLst/>
                <a:cxnLst/>
                <a:rect l="l" t="t" r="r" b="b"/>
                <a:pathLst>
                  <a:path w="2048" h="4097" extrusionOk="0">
                    <a:moveTo>
                      <a:pt x="1040" y="0"/>
                    </a:moveTo>
                    <a:cubicBezTo>
                      <a:pt x="473" y="0"/>
                      <a:pt x="0" y="473"/>
                      <a:pt x="0" y="1009"/>
                    </a:cubicBezTo>
                    <a:lnTo>
                      <a:pt x="0" y="4096"/>
                    </a:lnTo>
                    <a:lnTo>
                      <a:pt x="2048" y="4096"/>
                    </a:lnTo>
                    <a:lnTo>
                      <a:pt x="2048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Google Shape;16186;p139">
                <a:extLst>
                  <a:ext uri="{FF2B5EF4-FFF2-40B4-BE49-F238E27FC236}">
                    <a16:creationId xmlns:a16="http://schemas.microsoft.com/office/drawing/2014/main" id="{50016BA9-F54F-B133-B19E-CB91443A09BA}"/>
                  </a:ext>
                </a:extLst>
              </p:cNvPr>
              <p:cNvSpPr/>
              <p:nvPr/>
            </p:nvSpPr>
            <p:spPr>
              <a:xfrm>
                <a:off x="-6329875" y="4129900"/>
                <a:ext cx="291425" cy="153600"/>
              </a:xfrm>
              <a:custGeom>
                <a:avLst/>
                <a:gdLst/>
                <a:ahLst/>
                <a:cxnLst/>
                <a:rect l="l" t="t" r="r" b="b"/>
                <a:pathLst>
                  <a:path w="11657" h="6144" extrusionOk="0">
                    <a:moveTo>
                      <a:pt x="8948" y="0"/>
                    </a:moveTo>
                    <a:cubicBezTo>
                      <a:pt x="8664" y="0"/>
                      <a:pt x="8506" y="473"/>
                      <a:pt x="8349" y="788"/>
                    </a:cubicBezTo>
                    <a:cubicBezTo>
                      <a:pt x="8191" y="1166"/>
                      <a:pt x="7845" y="1355"/>
                      <a:pt x="7467" y="1355"/>
                    </a:cubicBezTo>
                    <a:lnTo>
                      <a:pt x="0" y="1355"/>
                    </a:lnTo>
                    <a:lnTo>
                      <a:pt x="0" y="5135"/>
                    </a:lnTo>
                    <a:cubicBezTo>
                      <a:pt x="0" y="5671"/>
                      <a:pt x="473" y="6143"/>
                      <a:pt x="1040" y="6143"/>
                    </a:cubicBezTo>
                    <a:lnTo>
                      <a:pt x="10649" y="6143"/>
                    </a:lnTo>
                    <a:cubicBezTo>
                      <a:pt x="11184" y="6143"/>
                      <a:pt x="11657" y="5671"/>
                      <a:pt x="11657" y="5135"/>
                    </a:cubicBezTo>
                    <a:lnTo>
                      <a:pt x="1165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" name="Google Shape;16187;p139">
              <a:extLst>
                <a:ext uri="{FF2B5EF4-FFF2-40B4-BE49-F238E27FC236}">
                  <a16:creationId xmlns:a16="http://schemas.microsoft.com/office/drawing/2014/main" id="{340FF552-B4DB-8BB9-F4BB-DC4481A05C4E}"/>
                </a:ext>
              </a:extLst>
            </p:cNvPr>
            <p:cNvGrpSpPr/>
            <p:nvPr/>
          </p:nvGrpSpPr>
          <p:grpSpPr>
            <a:xfrm>
              <a:off x="4092004" y="1687530"/>
              <a:ext cx="423079" cy="423043"/>
              <a:chOff x="-4478975" y="3251700"/>
              <a:chExt cx="293825" cy="293800"/>
            </a:xfrm>
            <a:grpFill/>
          </p:grpSpPr>
          <p:sp>
            <p:nvSpPr>
              <p:cNvPr id="509" name="Google Shape;16188;p139">
                <a:extLst>
                  <a:ext uri="{FF2B5EF4-FFF2-40B4-BE49-F238E27FC236}">
                    <a16:creationId xmlns:a16="http://schemas.microsoft.com/office/drawing/2014/main" id="{6D24FBC4-4619-E6B2-6871-1B0A4F2DA552}"/>
                  </a:ext>
                </a:extLst>
              </p:cNvPr>
              <p:cNvSpPr/>
              <p:nvPr/>
            </p:nvSpPr>
            <p:spPr>
              <a:xfrm>
                <a:off x="-4375000" y="3365100"/>
                <a:ext cx="85075" cy="110900"/>
              </a:xfrm>
              <a:custGeom>
                <a:avLst/>
                <a:gdLst/>
                <a:ahLst/>
                <a:cxnLst/>
                <a:rect l="l" t="t" r="r" b="b"/>
                <a:pathLst>
                  <a:path w="3403" h="4436" extrusionOk="0">
                    <a:moveTo>
                      <a:pt x="662" y="1"/>
                    </a:moveTo>
                    <a:cubicBezTo>
                      <a:pt x="221" y="316"/>
                      <a:pt x="0" y="820"/>
                      <a:pt x="0" y="1387"/>
                    </a:cubicBezTo>
                    <a:cubicBezTo>
                      <a:pt x="0" y="2080"/>
                      <a:pt x="473" y="2773"/>
                      <a:pt x="1135" y="2994"/>
                    </a:cubicBezTo>
                    <a:cubicBezTo>
                      <a:pt x="1261" y="3025"/>
                      <a:pt x="1355" y="3183"/>
                      <a:pt x="1355" y="3309"/>
                    </a:cubicBezTo>
                    <a:lnTo>
                      <a:pt x="1355" y="4412"/>
                    </a:lnTo>
                    <a:cubicBezTo>
                      <a:pt x="1576" y="4427"/>
                      <a:pt x="1647" y="4435"/>
                      <a:pt x="1714" y="4435"/>
                    </a:cubicBezTo>
                    <a:cubicBezTo>
                      <a:pt x="1780" y="4435"/>
                      <a:pt x="1843" y="4427"/>
                      <a:pt x="2048" y="4412"/>
                    </a:cubicBezTo>
                    <a:lnTo>
                      <a:pt x="2048" y="3309"/>
                    </a:lnTo>
                    <a:cubicBezTo>
                      <a:pt x="2048" y="3151"/>
                      <a:pt x="2111" y="3025"/>
                      <a:pt x="2269" y="2994"/>
                    </a:cubicBezTo>
                    <a:cubicBezTo>
                      <a:pt x="2962" y="2710"/>
                      <a:pt x="3403" y="2080"/>
                      <a:pt x="3403" y="1387"/>
                    </a:cubicBezTo>
                    <a:cubicBezTo>
                      <a:pt x="3403" y="820"/>
                      <a:pt x="3119" y="316"/>
                      <a:pt x="2741" y="1"/>
                    </a:cubicBezTo>
                    <a:lnTo>
                      <a:pt x="2741" y="1387"/>
                    </a:lnTo>
                    <a:cubicBezTo>
                      <a:pt x="2741" y="1576"/>
                      <a:pt x="2584" y="1734"/>
                      <a:pt x="2395" y="1734"/>
                    </a:cubicBezTo>
                    <a:lnTo>
                      <a:pt x="1009" y="1734"/>
                    </a:lnTo>
                    <a:cubicBezTo>
                      <a:pt x="820" y="1734"/>
                      <a:pt x="662" y="1576"/>
                      <a:pt x="662" y="1387"/>
                    </a:cubicBezTo>
                    <a:lnTo>
                      <a:pt x="66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Google Shape;16189;p139">
                <a:extLst>
                  <a:ext uri="{FF2B5EF4-FFF2-40B4-BE49-F238E27FC236}">
                    <a16:creationId xmlns:a16="http://schemas.microsoft.com/office/drawing/2014/main" id="{9CE6CCFE-A45C-F4A9-7F5D-03D416146AC5}"/>
                  </a:ext>
                </a:extLst>
              </p:cNvPr>
              <p:cNvSpPr/>
              <p:nvPr/>
            </p:nvSpPr>
            <p:spPr>
              <a:xfrm>
                <a:off x="-4408875" y="3321800"/>
                <a:ext cx="154400" cy="148875"/>
              </a:xfrm>
              <a:custGeom>
                <a:avLst/>
                <a:gdLst/>
                <a:ahLst/>
                <a:cxnLst/>
                <a:rect l="l" t="t" r="r" b="b"/>
                <a:pathLst>
                  <a:path w="6176" h="5955" extrusionOk="0">
                    <a:moveTo>
                      <a:pt x="3057" y="0"/>
                    </a:moveTo>
                    <a:cubicBezTo>
                      <a:pt x="1387" y="0"/>
                      <a:pt x="1" y="1386"/>
                      <a:pt x="1" y="3088"/>
                    </a:cubicBezTo>
                    <a:cubicBezTo>
                      <a:pt x="1" y="4411"/>
                      <a:pt x="851" y="5545"/>
                      <a:pt x="2049" y="5954"/>
                    </a:cubicBezTo>
                    <a:lnTo>
                      <a:pt x="2049" y="5230"/>
                    </a:lnTo>
                    <a:cubicBezTo>
                      <a:pt x="1229" y="4852"/>
                      <a:pt x="662" y="4001"/>
                      <a:pt x="662" y="3088"/>
                    </a:cubicBezTo>
                    <a:cubicBezTo>
                      <a:pt x="662" y="2048"/>
                      <a:pt x="1292" y="1134"/>
                      <a:pt x="2269" y="819"/>
                    </a:cubicBezTo>
                    <a:cubicBezTo>
                      <a:pt x="2307" y="810"/>
                      <a:pt x="2344" y="805"/>
                      <a:pt x="2380" y="805"/>
                    </a:cubicBezTo>
                    <a:cubicBezTo>
                      <a:pt x="2583" y="805"/>
                      <a:pt x="2742" y="947"/>
                      <a:pt x="2742" y="1134"/>
                    </a:cubicBezTo>
                    <a:lnTo>
                      <a:pt x="2742" y="2710"/>
                    </a:lnTo>
                    <a:lnTo>
                      <a:pt x="3435" y="2710"/>
                    </a:lnTo>
                    <a:lnTo>
                      <a:pt x="3435" y="1134"/>
                    </a:lnTo>
                    <a:cubicBezTo>
                      <a:pt x="3435" y="947"/>
                      <a:pt x="3594" y="805"/>
                      <a:pt x="3796" y="805"/>
                    </a:cubicBezTo>
                    <a:cubicBezTo>
                      <a:pt x="3832" y="805"/>
                      <a:pt x="3869" y="810"/>
                      <a:pt x="3907" y="819"/>
                    </a:cubicBezTo>
                    <a:cubicBezTo>
                      <a:pt x="4852" y="1197"/>
                      <a:pt x="5514" y="2079"/>
                      <a:pt x="5514" y="3088"/>
                    </a:cubicBezTo>
                    <a:cubicBezTo>
                      <a:pt x="5514" y="4001"/>
                      <a:pt x="4947" y="4852"/>
                      <a:pt x="4128" y="5230"/>
                    </a:cubicBezTo>
                    <a:lnTo>
                      <a:pt x="4128" y="5954"/>
                    </a:lnTo>
                    <a:cubicBezTo>
                      <a:pt x="5325" y="5513"/>
                      <a:pt x="6176" y="4411"/>
                      <a:pt x="6176" y="3088"/>
                    </a:cubicBezTo>
                    <a:cubicBezTo>
                      <a:pt x="6144" y="1386"/>
                      <a:pt x="4758" y="0"/>
                      <a:pt x="3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Google Shape;16190;p139">
                <a:extLst>
                  <a:ext uri="{FF2B5EF4-FFF2-40B4-BE49-F238E27FC236}">
                    <a16:creationId xmlns:a16="http://schemas.microsoft.com/office/drawing/2014/main" id="{2347C21D-A573-29EA-5F8E-A6DEC0CFC26A}"/>
                  </a:ext>
                </a:extLst>
              </p:cNvPr>
              <p:cNvSpPr/>
              <p:nvPr/>
            </p:nvSpPr>
            <p:spPr>
              <a:xfrm>
                <a:off x="-4478975" y="3251700"/>
                <a:ext cx="293825" cy="293800"/>
              </a:xfrm>
              <a:custGeom>
                <a:avLst/>
                <a:gdLst/>
                <a:ahLst/>
                <a:cxnLst/>
                <a:rect l="l" t="t" r="r" b="b"/>
                <a:pathLst>
                  <a:path w="11753" h="11752" extrusionOk="0">
                    <a:moveTo>
                      <a:pt x="5861" y="2111"/>
                    </a:moveTo>
                    <a:cubicBezTo>
                      <a:pt x="7972" y="2111"/>
                      <a:pt x="9641" y="3781"/>
                      <a:pt x="9641" y="5892"/>
                    </a:cubicBezTo>
                    <a:cubicBezTo>
                      <a:pt x="9610" y="7971"/>
                      <a:pt x="7909" y="9672"/>
                      <a:pt x="5861" y="9672"/>
                    </a:cubicBezTo>
                    <a:cubicBezTo>
                      <a:pt x="3781" y="9672"/>
                      <a:pt x="2080" y="7971"/>
                      <a:pt x="2080" y="5892"/>
                    </a:cubicBezTo>
                    <a:cubicBezTo>
                      <a:pt x="2080" y="3781"/>
                      <a:pt x="3781" y="2111"/>
                      <a:pt x="5861" y="2111"/>
                    </a:cubicBezTo>
                    <a:close/>
                    <a:moveTo>
                      <a:pt x="5168" y="0"/>
                    </a:moveTo>
                    <a:cubicBezTo>
                      <a:pt x="5010" y="0"/>
                      <a:pt x="4884" y="126"/>
                      <a:pt x="4853" y="284"/>
                    </a:cubicBezTo>
                    <a:lnTo>
                      <a:pt x="4695" y="882"/>
                    </a:lnTo>
                    <a:cubicBezTo>
                      <a:pt x="4128" y="1008"/>
                      <a:pt x="3624" y="1229"/>
                      <a:pt x="3120" y="1512"/>
                    </a:cubicBezTo>
                    <a:lnTo>
                      <a:pt x="2616" y="1197"/>
                    </a:lnTo>
                    <a:cubicBezTo>
                      <a:pt x="2557" y="1153"/>
                      <a:pt x="2485" y="1130"/>
                      <a:pt x="2412" y="1130"/>
                    </a:cubicBezTo>
                    <a:cubicBezTo>
                      <a:pt x="2328" y="1130"/>
                      <a:pt x="2242" y="1161"/>
                      <a:pt x="2175" y="1229"/>
                    </a:cubicBezTo>
                    <a:lnTo>
                      <a:pt x="1198" y="2205"/>
                    </a:lnTo>
                    <a:cubicBezTo>
                      <a:pt x="1072" y="2332"/>
                      <a:pt x="1072" y="2489"/>
                      <a:pt x="1135" y="2647"/>
                    </a:cubicBezTo>
                    <a:lnTo>
                      <a:pt x="1450" y="3151"/>
                    </a:lnTo>
                    <a:cubicBezTo>
                      <a:pt x="1135" y="3623"/>
                      <a:pt x="946" y="4190"/>
                      <a:pt x="820" y="4726"/>
                    </a:cubicBezTo>
                    <a:lnTo>
                      <a:pt x="284" y="4883"/>
                    </a:lnTo>
                    <a:cubicBezTo>
                      <a:pt x="127" y="4946"/>
                      <a:pt x="1" y="5041"/>
                      <a:pt x="1" y="5198"/>
                    </a:cubicBezTo>
                    <a:lnTo>
                      <a:pt x="1" y="6585"/>
                    </a:lnTo>
                    <a:cubicBezTo>
                      <a:pt x="1" y="6742"/>
                      <a:pt x="127" y="6868"/>
                      <a:pt x="284" y="6900"/>
                    </a:cubicBezTo>
                    <a:lnTo>
                      <a:pt x="820" y="7057"/>
                    </a:lnTo>
                    <a:cubicBezTo>
                      <a:pt x="946" y="7593"/>
                      <a:pt x="1198" y="8128"/>
                      <a:pt x="1450" y="8632"/>
                    </a:cubicBezTo>
                    <a:lnTo>
                      <a:pt x="1135" y="9137"/>
                    </a:lnTo>
                    <a:cubicBezTo>
                      <a:pt x="1072" y="9263"/>
                      <a:pt x="1072" y="9452"/>
                      <a:pt x="1198" y="9578"/>
                    </a:cubicBezTo>
                    <a:lnTo>
                      <a:pt x="2175" y="10554"/>
                    </a:lnTo>
                    <a:cubicBezTo>
                      <a:pt x="2248" y="10628"/>
                      <a:pt x="2333" y="10659"/>
                      <a:pt x="2422" y="10659"/>
                    </a:cubicBezTo>
                    <a:cubicBezTo>
                      <a:pt x="2485" y="10659"/>
                      <a:pt x="2550" y="10643"/>
                      <a:pt x="2616" y="10617"/>
                    </a:cubicBezTo>
                    <a:lnTo>
                      <a:pt x="3120" y="10302"/>
                    </a:lnTo>
                    <a:cubicBezTo>
                      <a:pt x="3592" y="10617"/>
                      <a:pt x="4128" y="10806"/>
                      <a:pt x="4695" y="10932"/>
                    </a:cubicBezTo>
                    <a:lnTo>
                      <a:pt x="4853" y="11468"/>
                    </a:lnTo>
                    <a:cubicBezTo>
                      <a:pt x="4884" y="11625"/>
                      <a:pt x="5010" y="11751"/>
                      <a:pt x="5168" y="11751"/>
                    </a:cubicBezTo>
                    <a:lnTo>
                      <a:pt x="6554" y="11751"/>
                    </a:lnTo>
                    <a:cubicBezTo>
                      <a:pt x="6711" y="11751"/>
                      <a:pt x="6806" y="11625"/>
                      <a:pt x="6869" y="11468"/>
                    </a:cubicBezTo>
                    <a:lnTo>
                      <a:pt x="7026" y="10932"/>
                    </a:lnTo>
                    <a:cubicBezTo>
                      <a:pt x="7562" y="10806"/>
                      <a:pt x="8066" y="10554"/>
                      <a:pt x="8602" y="10302"/>
                    </a:cubicBezTo>
                    <a:lnTo>
                      <a:pt x="9106" y="10617"/>
                    </a:lnTo>
                    <a:cubicBezTo>
                      <a:pt x="9158" y="10643"/>
                      <a:pt x="9221" y="10659"/>
                      <a:pt x="9286" y="10659"/>
                    </a:cubicBezTo>
                    <a:cubicBezTo>
                      <a:pt x="9378" y="10659"/>
                      <a:pt x="9473" y="10628"/>
                      <a:pt x="9547" y="10554"/>
                    </a:cubicBezTo>
                    <a:lnTo>
                      <a:pt x="10523" y="9578"/>
                    </a:lnTo>
                    <a:cubicBezTo>
                      <a:pt x="10649" y="9452"/>
                      <a:pt x="10649" y="9294"/>
                      <a:pt x="10555" y="9137"/>
                    </a:cubicBezTo>
                    <a:lnTo>
                      <a:pt x="10240" y="8632"/>
                    </a:lnTo>
                    <a:cubicBezTo>
                      <a:pt x="10555" y="8160"/>
                      <a:pt x="10744" y="7593"/>
                      <a:pt x="10870" y="7057"/>
                    </a:cubicBezTo>
                    <a:lnTo>
                      <a:pt x="11469" y="6900"/>
                    </a:lnTo>
                    <a:cubicBezTo>
                      <a:pt x="11626" y="6868"/>
                      <a:pt x="11752" y="6742"/>
                      <a:pt x="11752" y="6585"/>
                    </a:cubicBezTo>
                    <a:lnTo>
                      <a:pt x="11752" y="5198"/>
                    </a:lnTo>
                    <a:cubicBezTo>
                      <a:pt x="11752" y="5041"/>
                      <a:pt x="11626" y="4946"/>
                      <a:pt x="11469" y="4883"/>
                    </a:cubicBezTo>
                    <a:lnTo>
                      <a:pt x="10870" y="4726"/>
                    </a:lnTo>
                    <a:cubicBezTo>
                      <a:pt x="10744" y="4190"/>
                      <a:pt x="10523" y="3686"/>
                      <a:pt x="10240" y="3151"/>
                    </a:cubicBezTo>
                    <a:lnTo>
                      <a:pt x="10555" y="2647"/>
                    </a:lnTo>
                    <a:cubicBezTo>
                      <a:pt x="10649" y="2521"/>
                      <a:pt x="10649" y="2332"/>
                      <a:pt x="10523" y="2205"/>
                    </a:cubicBezTo>
                    <a:lnTo>
                      <a:pt x="9547" y="1229"/>
                    </a:lnTo>
                    <a:cubicBezTo>
                      <a:pt x="9479" y="1161"/>
                      <a:pt x="9403" y="1130"/>
                      <a:pt x="9322" y="1130"/>
                    </a:cubicBezTo>
                    <a:cubicBezTo>
                      <a:pt x="9252" y="1130"/>
                      <a:pt x="9179" y="1153"/>
                      <a:pt x="9106" y="1197"/>
                    </a:cubicBezTo>
                    <a:lnTo>
                      <a:pt x="8602" y="1512"/>
                    </a:lnTo>
                    <a:cubicBezTo>
                      <a:pt x="8129" y="1197"/>
                      <a:pt x="7562" y="1008"/>
                      <a:pt x="7026" y="882"/>
                    </a:cubicBezTo>
                    <a:lnTo>
                      <a:pt x="6869" y="284"/>
                    </a:lnTo>
                    <a:cubicBezTo>
                      <a:pt x="6806" y="126"/>
                      <a:pt x="6711" y="0"/>
                      <a:pt x="655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" name="Google Shape;16191;p139">
              <a:extLst>
                <a:ext uri="{FF2B5EF4-FFF2-40B4-BE49-F238E27FC236}">
                  <a16:creationId xmlns:a16="http://schemas.microsoft.com/office/drawing/2014/main" id="{EFA13B2D-D37D-B56F-67B2-0307EE0F7524}"/>
                </a:ext>
              </a:extLst>
            </p:cNvPr>
            <p:cNvGrpSpPr/>
            <p:nvPr/>
          </p:nvGrpSpPr>
          <p:grpSpPr>
            <a:xfrm>
              <a:off x="4092004" y="2205192"/>
              <a:ext cx="423079" cy="419659"/>
              <a:chOff x="-4475825" y="3612425"/>
              <a:chExt cx="293825" cy="291450"/>
            </a:xfrm>
            <a:grpFill/>
          </p:grpSpPr>
          <p:sp>
            <p:nvSpPr>
              <p:cNvPr id="506" name="Google Shape;16192;p139">
                <a:extLst>
                  <a:ext uri="{FF2B5EF4-FFF2-40B4-BE49-F238E27FC236}">
                    <a16:creationId xmlns:a16="http://schemas.microsoft.com/office/drawing/2014/main" id="{CA39D6FD-ABF1-A606-C740-6514694687B4}"/>
                  </a:ext>
                </a:extLst>
              </p:cNvPr>
              <p:cNvSpPr/>
              <p:nvPr/>
            </p:nvSpPr>
            <p:spPr>
              <a:xfrm>
                <a:off x="-4349800" y="3664400"/>
                <a:ext cx="34675" cy="33100"/>
              </a:xfrm>
              <a:custGeom>
                <a:avLst/>
                <a:gdLst/>
                <a:ahLst/>
                <a:cxnLst/>
                <a:rect l="l" t="t" r="r" b="b"/>
                <a:pathLst>
                  <a:path w="1387" h="1324" extrusionOk="0">
                    <a:moveTo>
                      <a:pt x="694" y="1"/>
                    </a:moveTo>
                    <a:cubicBezTo>
                      <a:pt x="347" y="1"/>
                      <a:pt x="32" y="316"/>
                      <a:pt x="32" y="662"/>
                    </a:cubicBezTo>
                    <a:cubicBezTo>
                      <a:pt x="1" y="1040"/>
                      <a:pt x="316" y="1324"/>
                      <a:pt x="694" y="1324"/>
                    </a:cubicBezTo>
                    <a:cubicBezTo>
                      <a:pt x="1103" y="1324"/>
                      <a:pt x="1387" y="1009"/>
                      <a:pt x="1387" y="662"/>
                    </a:cubicBezTo>
                    <a:cubicBezTo>
                      <a:pt x="1387" y="284"/>
                      <a:pt x="1072" y="1"/>
                      <a:pt x="69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Google Shape;16193;p139">
                <a:extLst>
                  <a:ext uri="{FF2B5EF4-FFF2-40B4-BE49-F238E27FC236}">
                    <a16:creationId xmlns:a16="http://schemas.microsoft.com/office/drawing/2014/main" id="{0B3F17D8-C68B-F518-024C-C9B57379780D}"/>
                  </a:ext>
                </a:extLst>
              </p:cNvPr>
              <p:cNvSpPr/>
              <p:nvPr/>
            </p:nvSpPr>
            <p:spPr>
              <a:xfrm>
                <a:off x="-4366325" y="3714800"/>
                <a:ext cx="68525" cy="34700"/>
              </a:xfrm>
              <a:custGeom>
                <a:avLst/>
                <a:gdLst/>
                <a:ahLst/>
                <a:cxnLst/>
                <a:rect l="l" t="t" r="r" b="b"/>
                <a:pathLst>
                  <a:path w="2741" h="1388" extrusionOk="0">
                    <a:moveTo>
                      <a:pt x="1008" y="1"/>
                    </a:moveTo>
                    <a:cubicBezTo>
                      <a:pt x="473" y="1"/>
                      <a:pt x="0" y="474"/>
                      <a:pt x="0" y="1009"/>
                    </a:cubicBezTo>
                    <a:lnTo>
                      <a:pt x="0" y="1387"/>
                    </a:lnTo>
                    <a:lnTo>
                      <a:pt x="2741" y="1387"/>
                    </a:lnTo>
                    <a:lnTo>
                      <a:pt x="2741" y="1009"/>
                    </a:lnTo>
                    <a:cubicBezTo>
                      <a:pt x="2741" y="474"/>
                      <a:pt x="2268" y="1"/>
                      <a:pt x="1670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Google Shape;16194;p139">
                <a:extLst>
                  <a:ext uri="{FF2B5EF4-FFF2-40B4-BE49-F238E27FC236}">
                    <a16:creationId xmlns:a16="http://schemas.microsoft.com/office/drawing/2014/main" id="{15CB0929-FEA3-84A2-9600-9E2AAF9A7E87}"/>
                  </a:ext>
                </a:extLst>
              </p:cNvPr>
              <p:cNvSpPr/>
              <p:nvPr/>
            </p:nvSpPr>
            <p:spPr>
              <a:xfrm>
                <a:off x="-4475825" y="3612425"/>
                <a:ext cx="293825" cy="291450"/>
              </a:xfrm>
              <a:custGeom>
                <a:avLst/>
                <a:gdLst/>
                <a:ahLst/>
                <a:cxnLst/>
                <a:rect l="l" t="t" r="r" b="b"/>
                <a:pathLst>
                  <a:path w="11753" h="11658" extrusionOk="0">
                    <a:moveTo>
                      <a:pt x="5703" y="1324"/>
                    </a:moveTo>
                    <a:cubicBezTo>
                      <a:pt x="6459" y="1324"/>
                      <a:pt x="7089" y="1954"/>
                      <a:pt x="7089" y="2710"/>
                    </a:cubicBezTo>
                    <a:cubicBezTo>
                      <a:pt x="7089" y="3025"/>
                      <a:pt x="6963" y="3340"/>
                      <a:pt x="6774" y="3592"/>
                    </a:cubicBezTo>
                    <a:cubicBezTo>
                      <a:pt x="7373" y="3844"/>
                      <a:pt x="7751" y="4443"/>
                      <a:pt x="7751" y="5104"/>
                    </a:cubicBezTo>
                    <a:lnTo>
                      <a:pt x="7751" y="5766"/>
                    </a:lnTo>
                    <a:lnTo>
                      <a:pt x="7783" y="5766"/>
                    </a:lnTo>
                    <a:cubicBezTo>
                      <a:pt x="7783" y="5986"/>
                      <a:pt x="7625" y="6144"/>
                      <a:pt x="7436" y="6144"/>
                    </a:cubicBezTo>
                    <a:lnTo>
                      <a:pt x="4002" y="6144"/>
                    </a:lnTo>
                    <a:cubicBezTo>
                      <a:pt x="3813" y="6144"/>
                      <a:pt x="3655" y="5986"/>
                      <a:pt x="3655" y="5766"/>
                    </a:cubicBezTo>
                    <a:lnTo>
                      <a:pt x="3655" y="5104"/>
                    </a:lnTo>
                    <a:cubicBezTo>
                      <a:pt x="3655" y="4443"/>
                      <a:pt x="4065" y="3844"/>
                      <a:pt x="4664" y="3592"/>
                    </a:cubicBezTo>
                    <a:cubicBezTo>
                      <a:pt x="4443" y="3340"/>
                      <a:pt x="4348" y="3056"/>
                      <a:pt x="4348" y="2710"/>
                    </a:cubicBezTo>
                    <a:cubicBezTo>
                      <a:pt x="4348" y="1954"/>
                      <a:pt x="4979" y="1324"/>
                      <a:pt x="5703" y="1324"/>
                    </a:cubicBezTo>
                    <a:close/>
                    <a:moveTo>
                      <a:pt x="5798" y="0"/>
                    </a:moveTo>
                    <a:cubicBezTo>
                      <a:pt x="3561" y="0"/>
                      <a:pt x="1702" y="1859"/>
                      <a:pt x="1702" y="4096"/>
                    </a:cubicBezTo>
                    <a:cubicBezTo>
                      <a:pt x="1702" y="5041"/>
                      <a:pt x="2017" y="5955"/>
                      <a:pt x="2553" y="6616"/>
                    </a:cubicBezTo>
                    <a:lnTo>
                      <a:pt x="1702" y="7120"/>
                    </a:lnTo>
                    <a:cubicBezTo>
                      <a:pt x="1513" y="6963"/>
                      <a:pt x="1293" y="6900"/>
                      <a:pt x="1040" y="6900"/>
                    </a:cubicBezTo>
                    <a:cubicBezTo>
                      <a:pt x="473" y="6900"/>
                      <a:pt x="1" y="7341"/>
                      <a:pt x="1" y="7908"/>
                    </a:cubicBezTo>
                    <a:cubicBezTo>
                      <a:pt x="1" y="8475"/>
                      <a:pt x="473" y="8948"/>
                      <a:pt x="1040" y="8948"/>
                    </a:cubicBezTo>
                    <a:cubicBezTo>
                      <a:pt x="1576" y="8948"/>
                      <a:pt x="2049" y="8475"/>
                      <a:pt x="2049" y="7908"/>
                    </a:cubicBezTo>
                    <a:lnTo>
                      <a:pt x="2049" y="7719"/>
                    </a:lnTo>
                    <a:lnTo>
                      <a:pt x="3025" y="7120"/>
                    </a:lnTo>
                    <a:cubicBezTo>
                      <a:pt x="3309" y="7372"/>
                      <a:pt x="3592" y="7593"/>
                      <a:pt x="3939" y="7751"/>
                    </a:cubicBezTo>
                    <a:lnTo>
                      <a:pt x="3277" y="8948"/>
                    </a:lnTo>
                    <a:lnTo>
                      <a:pt x="3088" y="8948"/>
                    </a:lnTo>
                    <a:cubicBezTo>
                      <a:pt x="2521" y="8948"/>
                      <a:pt x="2049" y="9420"/>
                      <a:pt x="2049" y="9956"/>
                    </a:cubicBezTo>
                    <a:cubicBezTo>
                      <a:pt x="2049" y="10523"/>
                      <a:pt x="2521" y="10996"/>
                      <a:pt x="3088" y="10996"/>
                    </a:cubicBezTo>
                    <a:cubicBezTo>
                      <a:pt x="3624" y="10996"/>
                      <a:pt x="4096" y="10523"/>
                      <a:pt x="4096" y="9956"/>
                    </a:cubicBezTo>
                    <a:cubicBezTo>
                      <a:pt x="4096" y="9735"/>
                      <a:pt x="4033" y="9483"/>
                      <a:pt x="3876" y="9294"/>
                    </a:cubicBezTo>
                    <a:lnTo>
                      <a:pt x="4569" y="8034"/>
                    </a:lnTo>
                    <a:cubicBezTo>
                      <a:pt x="4853" y="8097"/>
                      <a:pt x="5168" y="8192"/>
                      <a:pt x="5483" y="8223"/>
                    </a:cubicBezTo>
                    <a:lnTo>
                      <a:pt x="5483" y="9672"/>
                    </a:lnTo>
                    <a:cubicBezTo>
                      <a:pt x="5073" y="9830"/>
                      <a:pt x="4821" y="10208"/>
                      <a:pt x="4821" y="10617"/>
                    </a:cubicBezTo>
                    <a:cubicBezTo>
                      <a:pt x="4821" y="11185"/>
                      <a:pt x="5294" y="11657"/>
                      <a:pt x="5829" y="11657"/>
                    </a:cubicBezTo>
                    <a:cubicBezTo>
                      <a:pt x="6396" y="11657"/>
                      <a:pt x="6869" y="11185"/>
                      <a:pt x="6869" y="10617"/>
                    </a:cubicBezTo>
                    <a:cubicBezTo>
                      <a:pt x="6869" y="10208"/>
                      <a:pt x="6585" y="9798"/>
                      <a:pt x="6176" y="9672"/>
                    </a:cubicBezTo>
                    <a:lnTo>
                      <a:pt x="6176" y="8223"/>
                    </a:lnTo>
                    <a:cubicBezTo>
                      <a:pt x="6491" y="8192"/>
                      <a:pt x="6806" y="8160"/>
                      <a:pt x="7089" y="8034"/>
                    </a:cubicBezTo>
                    <a:lnTo>
                      <a:pt x="7814" y="9294"/>
                    </a:lnTo>
                    <a:cubicBezTo>
                      <a:pt x="7657" y="9483"/>
                      <a:pt x="7562" y="9672"/>
                      <a:pt x="7562" y="9956"/>
                    </a:cubicBezTo>
                    <a:cubicBezTo>
                      <a:pt x="7562" y="10523"/>
                      <a:pt x="8035" y="10996"/>
                      <a:pt x="8602" y="10996"/>
                    </a:cubicBezTo>
                    <a:cubicBezTo>
                      <a:pt x="9137" y="10996"/>
                      <a:pt x="9610" y="10523"/>
                      <a:pt x="9610" y="9956"/>
                    </a:cubicBezTo>
                    <a:cubicBezTo>
                      <a:pt x="9610" y="9420"/>
                      <a:pt x="9137" y="8948"/>
                      <a:pt x="8602" y="8948"/>
                    </a:cubicBezTo>
                    <a:lnTo>
                      <a:pt x="8381" y="8948"/>
                    </a:lnTo>
                    <a:lnTo>
                      <a:pt x="7720" y="7751"/>
                    </a:lnTo>
                    <a:cubicBezTo>
                      <a:pt x="8035" y="7593"/>
                      <a:pt x="8350" y="7372"/>
                      <a:pt x="8633" y="7120"/>
                    </a:cubicBezTo>
                    <a:lnTo>
                      <a:pt x="9704" y="7719"/>
                    </a:lnTo>
                    <a:lnTo>
                      <a:pt x="9704" y="7908"/>
                    </a:lnTo>
                    <a:cubicBezTo>
                      <a:pt x="9704" y="8475"/>
                      <a:pt x="10177" y="8948"/>
                      <a:pt x="10713" y="8948"/>
                    </a:cubicBezTo>
                    <a:cubicBezTo>
                      <a:pt x="11280" y="8948"/>
                      <a:pt x="11752" y="8475"/>
                      <a:pt x="11752" y="7908"/>
                    </a:cubicBezTo>
                    <a:cubicBezTo>
                      <a:pt x="11626" y="7309"/>
                      <a:pt x="11154" y="6900"/>
                      <a:pt x="10586" y="6900"/>
                    </a:cubicBezTo>
                    <a:cubicBezTo>
                      <a:pt x="10366" y="6900"/>
                      <a:pt x="10114" y="6963"/>
                      <a:pt x="9925" y="7120"/>
                    </a:cubicBezTo>
                    <a:lnTo>
                      <a:pt x="9011" y="6616"/>
                    </a:lnTo>
                    <a:cubicBezTo>
                      <a:pt x="9515" y="5892"/>
                      <a:pt x="9893" y="4978"/>
                      <a:pt x="9893" y="4096"/>
                    </a:cubicBezTo>
                    <a:cubicBezTo>
                      <a:pt x="9893" y="1796"/>
                      <a:pt x="8035" y="0"/>
                      <a:pt x="579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" name="Google Shape;16195;p139">
              <a:extLst>
                <a:ext uri="{FF2B5EF4-FFF2-40B4-BE49-F238E27FC236}">
                  <a16:creationId xmlns:a16="http://schemas.microsoft.com/office/drawing/2014/main" id="{2C6806E0-A501-0FEA-EA34-1F65C0191817}"/>
                </a:ext>
              </a:extLst>
            </p:cNvPr>
            <p:cNvGrpSpPr/>
            <p:nvPr/>
          </p:nvGrpSpPr>
          <p:grpSpPr>
            <a:xfrm>
              <a:off x="4101077" y="2756844"/>
              <a:ext cx="428730" cy="419623"/>
              <a:chOff x="-4480550" y="3970800"/>
              <a:chExt cx="297750" cy="291425"/>
            </a:xfrm>
            <a:grpFill/>
          </p:grpSpPr>
          <p:sp>
            <p:nvSpPr>
              <p:cNvPr id="504" name="Google Shape;16196;p139">
                <a:extLst>
                  <a:ext uri="{FF2B5EF4-FFF2-40B4-BE49-F238E27FC236}">
                    <a16:creationId xmlns:a16="http://schemas.microsoft.com/office/drawing/2014/main" id="{DA52D222-EB0E-7B6A-9CFF-65AAD9967CE2}"/>
                  </a:ext>
                </a:extLst>
              </p:cNvPr>
              <p:cNvSpPr/>
              <p:nvPr/>
            </p:nvSpPr>
            <p:spPr>
              <a:xfrm>
                <a:off x="-4426200" y="4058225"/>
                <a:ext cx="51225" cy="69325"/>
              </a:xfrm>
              <a:custGeom>
                <a:avLst/>
                <a:gdLst/>
                <a:ahLst/>
                <a:cxnLst/>
                <a:rect l="l" t="t" r="r" b="b"/>
                <a:pathLst>
                  <a:path w="2049" h="2773" extrusionOk="0">
                    <a:moveTo>
                      <a:pt x="1" y="0"/>
                    </a:moveTo>
                    <a:lnTo>
                      <a:pt x="1" y="2773"/>
                    </a:lnTo>
                    <a:lnTo>
                      <a:pt x="2048" y="2773"/>
                    </a:lnTo>
                    <a:lnTo>
                      <a:pt x="2048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Google Shape;16197;p139">
                <a:extLst>
                  <a:ext uri="{FF2B5EF4-FFF2-40B4-BE49-F238E27FC236}">
                    <a16:creationId xmlns:a16="http://schemas.microsoft.com/office/drawing/2014/main" id="{425BED7F-88D0-1A2A-513A-67FC4DE16C7F}"/>
                  </a:ext>
                </a:extLst>
              </p:cNvPr>
              <p:cNvSpPr/>
              <p:nvPr/>
            </p:nvSpPr>
            <p:spPr>
              <a:xfrm>
                <a:off x="-4480550" y="3970800"/>
                <a:ext cx="297750" cy="291425"/>
              </a:xfrm>
              <a:custGeom>
                <a:avLst/>
                <a:gdLst/>
                <a:ahLst/>
                <a:cxnLst/>
                <a:rect l="l" t="t" r="r" b="b"/>
                <a:pathLst>
                  <a:path w="11910" h="11657" extrusionOk="0">
                    <a:moveTo>
                      <a:pt x="10082" y="2804"/>
                    </a:moveTo>
                    <a:cubicBezTo>
                      <a:pt x="10492" y="2804"/>
                      <a:pt x="10555" y="3466"/>
                      <a:pt x="10082" y="3466"/>
                    </a:cubicBezTo>
                    <a:lnTo>
                      <a:pt x="5924" y="3466"/>
                    </a:lnTo>
                    <a:cubicBezTo>
                      <a:pt x="5913" y="3466"/>
                      <a:pt x="5903" y="3467"/>
                      <a:pt x="5893" y="3467"/>
                    </a:cubicBezTo>
                    <a:cubicBezTo>
                      <a:pt x="5451" y="3467"/>
                      <a:pt x="5462" y="2804"/>
                      <a:pt x="5924" y="2804"/>
                    </a:cubicBezTo>
                    <a:close/>
                    <a:moveTo>
                      <a:pt x="10082" y="4159"/>
                    </a:moveTo>
                    <a:cubicBezTo>
                      <a:pt x="10492" y="4159"/>
                      <a:pt x="10555" y="4852"/>
                      <a:pt x="10082" y="4852"/>
                    </a:cubicBezTo>
                    <a:lnTo>
                      <a:pt x="5924" y="4852"/>
                    </a:lnTo>
                    <a:cubicBezTo>
                      <a:pt x="5451" y="4852"/>
                      <a:pt x="5451" y="4159"/>
                      <a:pt x="5924" y="4159"/>
                    </a:cubicBezTo>
                    <a:close/>
                    <a:moveTo>
                      <a:pt x="6807" y="5481"/>
                    </a:moveTo>
                    <a:cubicBezTo>
                      <a:pt x="7492" y="5481"/>
                      <a:pt x="8531" y="5513"/>
                      <a:pt x="10082" y="5513"/>
                    </a:cubicBezTo>
                    <a:cubicBezTo>
                      <a:pt x="10492" y="5513"/>
                      <a:pt x="10555" y="6175"/>
                      <a:pt x="10082" y="6175"/>
                    </a:cubicBezTo>
                    <a:lnTo>
                      <a:pt x="5924" y="6175"/>
                    </a:lnTo>
                    <a:lnTo>
                      <a:pt x="5924" y="6206"/>
                    </a:lnTo>
                    <a:cubicBezTo>
                      <a:pt x="5735" y="6206"/>
                      <a:pt x="5577" y="6049"/>
                      <a:pt x="5577" y="5860"/>
                    </a:cubicBezTo>
                    <a:cubicBezTo>
                      <a:pt x="5577" y="5546"/>
                      <a:pt x="5837" y="5481"/>
                      <a:pt x="6807" y="5481"/>
                    </a:cubicBezTo>
                    <a:close/>
                    <a:moveTo>
                      <a:pt x="4569" y="2804"/>
                    </a:moveTo>
                    <a:cubicBezTo>
                      <a:pt x="4758" y="2804"/>
                      <a:pt x="4916" y="2961"/>
                      <a:pt x="4916" y="3151"/>
                    </a:cubicBezTo>
                    <a:lnTo>
                      <a:pt x="4916" y="6585"/>
                    </a:lnTo>
                    <a:cubicBezTo>
                      <a:pt x="4916" y="6774"/>
                      <a:pt x="4758" y="6931"/>
                      <a:pt x="4569" y="6931"/>
                    </a:cubicBezTo>
                    <a:lnTo>
                      <a:pt x="1797" y="6931"/>
                    </a:lnTo>
                    <a:cubicBezTo>
                      <a:pt x="1608" y="6931"/>
                      <a:pt x="1450" y="6774"/>
                      <a:pt x="1450" y="6585"/>
                    </a:cubicBezTo>
                    <a:lnTo>
                      <a:pt x="1450" y="3151"/>
                    </a:lnTo>
                    <a:cubicBezTo>
                      <a:pt x="1450" y="2961"/>
                      <a:pt x="1608" y="2804"/>
                      <a:pt x="1797" y="2804"/>
                    </a:cubicBezTo>
                    <a:close/>
                    <a:moveTo>
                      <a:pt x="4916" y="8317"/>
                    </a:moveTo>
                    <a:lnTo>
                      <a:pt x="4916" y="8979"/>
                    </a:lnTo>
                    <a:lnTo>
                      <a:pt x="3529" y="8979"/>
                    </a:lnTo>
                    <a:lnTo>
                      <a:pt x="3529" y="8317"/>
                    </a:lnTo>
                    <a:close/>
                    <a:moveTo>
                      <a:pt x="8381" y="8317"/>
                    </a:moveTo>
                    <a:lnTo>
                      <a:pt x="8381" y="8979"/>
                    </a:lnTo>
                    <a:lnTo>
                      <a:pt x="6963" y="8979"/>
                    </a:lnTo>
                    <a:lnTo>
                      <a:pt x="6963" y="8317"/>
                    </a:lnTo>
                    <a:close/>
                    <a:moveTo>
                      <a:pt x="1828" y="0"/>
                    </a:moveTo>
                    <a:cubicBezTo>
                      <a:pt x="1419" y="0"/>
                      <a:pt x="1355" y="662"/>
                      <a:pt x="1828" y="662"/>
                    </a:cubicBezTo>
                    <a:lnTo>
                      <a:pt x="2206" y="662"/>
                    </a:lnTo>
                    <a:lnTo>
                      <a:pt x="2206" y="1418"/>
                    </a:lnTo>
                    <a:lnTo>
                      <a:pt x="1166" y="1418"/>
                    </a:lnTo>
                    <a:cubicBezTo>
                      <a:pt x="631" y="1418"/>
                      <a:pt x="158" y="1890"/>
                      <a:pt x="158" y="2426"/>
                    </a:cubicBezTo>
                    <a:lnTo>
                      <a:pt x="158" y="7246"/>
                    </a:lnTo>
                    <a:cubicBezTo>
                      <a:pt x="158" y="7782"/>
                      <a:pt x="631" y="8254"/>
                      <a:pt x="1166" y="8254"/>
                    </a:cubicBezTo>
                    <a:lnTo>
                      <a:pt x="2868" y="8254"/>
                    </a:lnTo>
                    <a:lnTo>
                      <a:pt x="2868" y="8947"/>
                    </a:lnTo>
                    <a:lnTo>
                      <a:pt x="1828" y="8947"/>
                    </a:lnTo>
                    <a:cubicBezTo>
                      <a:pt x="1419" y="8947"/>
                      <a:pt x="1355" y="9609"/>
                      <a:pt x="1828" y="9609"/>
                    </a:cubicBezTo>
                    <a:lnTo>
                      <a:pt x="4916" y="9609"/>
                    </a:lnTo>
                    <a:lnTo>
                      <a:pt x="4916" y="10995"/>
                    </a:lnTo>
                    <a:lnTo>
                      <a:pt x="473" y="10995"/>
                    </a:lnTo>
                    <a:cubicBezTo>
                      <a:pt x="32" y="10995"/>
                      <a:pt x="1" y="11657"/>
                      <a:pt x="473" y="11657"/>
                    </a:cubicBezTo>
                    <a:lnTo>
                      <a:pt x="11437" y="11657"/>
                    </a:lnTo>
                    <a:cubicBezTo>
                      <a:pt x="11878" y="11657"/>
                      <a:pt x="11910" y="10995"/>
                      <a:pt x="11437" y="10995"/>
                    </a:cubicBezTo>
                    <a:lnTo>
                      <a:pt x="6963" y="10995"/>
                    </a:lnTo>
                    <a:lnTo>
                      <a:pt x="6963" y="9609"/>
                    </a:lnTo>
                    <a:lnTo>
                      <a:pt x="10082" y="9609"/>
                    </a:lnTo>
                    <a:cubicBezTo>
                      <a:pt x="10492" y="9609"/>
                      <a:pt x="10555" y="8947"/>
                      <a:pt x="10082" y="8947"/>
                    </a:cubicBezTo>
                    <a:lnTo>
                      <a:pt x="9043" y="8947"/>
                    </a:lnTo>
                    <a:lnTo>
                      <a:pt x="9043" y="8254"/>
                    </a:lnTo>
                    <a:lnTo>
                      <a:pt x="10775" y="8254"/>
                    </a:lnTo>
                    <a:cubicBezTo>
                      <a:pt x="11343" y="8254"/>
                      <a:pt x="11815" y="7782"/>
                      <a:pt x="11815" y="7246"/>
                    </a:cubicBezTo>
                    <a:lnTo>
                      <a:pt x="11815" y="2426"/>
                    </a:lnTo>
                    <a:cubicBezTo>
                      <a:pt x="11815" y="1890"/>
                      <a:pt x="11343" y="1418"/>
                      <a:pt x="10775" y="1418"/>
                    </a:cubicBezTo>
                    <a:lnTo>
                      <a:pt x="9767" y="1418"/>
                    </a:lnTo>
                    <a:lnTo>
                      <a:pt x="9767" y="662"/>
                    </a:lnTo>
                    <a:lnTo>
                      <a:pt x="10114" y="662"/>
                    </a:lnTo>
                    <a:cubicBezTo>
                      <a:pt x="10555" y="662"/>
                      <a:pt x="10586" y="0"/>
                      <a:pt x="10114" y="0"/>
                    </a:cubicBezTo>
                    <a:lnTo>
                      <a:pt x="8728" y="0"/>
                    </a:lnTo>
                    <a:cubicBezTo>
                      <a:pt x="8287" y="0"/>
                      <a:pt x="8255" y="662"/>
                      <a:pt x="8728" y="662"/>
                    </a:cubicBezTo>
                    <a:lnTo>
                      <a:pt x="9074" y="662"/>
                    </a:lnTo>
                    <a:lnTo>
                      <a:pt x="9074" y="1418"/>
                    </a:lnTo>
                    <a:lnTo>
                      <a:pt x="6302" y="1418"/>
                    </a:lnTo>
                    <a:lnTo>
                      <a:pt x="6302" y="662"/>
                    </a:lnTo>
                    <a:lnTo>
                      <a:pt x="6648" y="662"/>
                    </a:lnTo>
                    <a:cubicBezTo>
                      <a:pt x="7089" y="662"/>
                      <a:pt x="7121" y="0"/>
                      <a:pt x="6648" y="0"/>
                    </a:cubicBezTo>
                    <a:lnTo>
                      <a:pt x="5262" y="0"/>
                    </a:lnTo>
                    <a:cubicBezTo>
                      <a:pt x="4821" y="0"/>
                      <a:pt x="4790" y="662"/>
                      <a:pt x="5262" y="662"/>
                    </a:cubicBezTo>
                    <a:lnTo>
                      <a:pt x="5609" y="662"/>
                    </a:lnTo>
                    <a:lnTo>
                      <a:pt x="5609" y="1418"/>
                    </a:lnTo>
                    <a:lnTo>
                      <a:pt x="2868" y="1418"/>
                    </a:lnTo>
                    <a:lnTo>
                      <a:pt x="2868" y="662"/>
                    </a:lnTo>
                    <a:lnTo>
                      <a:pt x="3214" y="662"/>
                    </a:lnTo>
                    <a:cubicBezTo>
                      <a:pt x="3655" y="662"/>
                      <a:pt x="3687" y="0"/>
                      <a:pt x="321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" name="Google Shape;16198;p139">
              <a:extLst>
                <a:ext uri="{FF2B5EF4-FFF2-40B4-BE49-F238E27FC236}">
                  <a16:creationId xmlns:a16="http://schemas.microsoft.com/office/drawing/2014/main" id="{E40AE2BD-D9D4-77ED-31E4-FCD32DC1E92A}"/>
                </a:ext>
              </a:extLst>
            </p:cNvPr>
            <p:cNvGrpSpPr/>
            <p:nvPr/>
          </p:nvGrpSpPr>
          <p:grpSpPr>
            <a:xfrm>
              <a:off x="6804910" y="1689221"/>
              <a:ext cx="415123" cy="419659"/>
              <a:chOff x="-2668225" y="3239075"/>
              <a:chExt cx="288300" cy="291450"/>
            </a:xfrm>
            <a:grpFill/>
          </p:grpSpPr>
          <p:sp>
            <p:nvSpPr>
              <p:cNvPr id="499" name="Google Shape;16199;p139">
                <a:extLst>
                  <a:ext uri="{FF2B5EF4-FFF2-40B4-BE49-F238E27FC236}">
                    <a16:creationId xmlns:a16="http://schemas.microsoft.com/office/drawing/2014/main" id="{1146A46B-A89F-F42B-1208-3264AB151CB8}"/>
                  </a:ext>
                </a:extLst>
              </p:cNvPr>
              <p:cNvSpPr/>
              <p:nvPr/>
            </p:nvSpPr>
            <p:spPr>
              <a:xfrm>
                <a:off x="-2592600" y="3239075"/>
                <a:ext cx="137850" cy="51225"/>
              </a:xfrm>
              <a:custGeom>
                <a:avLst/>
                <a:gdLst/>
                <a:ahLst/>
                <a:cxnLst/>
                <a:rect l="l" t="t" r="r" b="b"/>
                <a:pathLst>
                  <a:path w="5514" h="2049" extrusionOk="0">
                    <a:moveTo>
                      <a:pt x="1355" y="1"/>
                    </a:moveTo>
                    <a:cubicBezTo>
                      <a:pt x="0" y="1"/>
                      <a:pt x="11" y="2049"/>
                      <a:pt x="1386" y="2049"/>
                    </a:cubicBezTo>
                    <a:lnTo>
                      <a:pt x="4127" y="2049"/>
                    </a:lnTo>
                    <a:cubicBezTo>
                      <a:pt x="5482" y="2049"/>
                      <a:pt x="5514" y="1"/>
                      <a:pt x="4127" y="1"/>
                    </a:cubicBezTo>
                    <a:lnTo>
                      <a:pt x="1386" y="1"/>
                    </a:lnTo>
                    <a:cubicBezTo>
                      <a:pt x="1376" y="1"/>
                      <a:pt x="1366" y="1"/>
                      <a:pt x="135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Google Shape;16200;p139">
                <a:extLst>
                  <a:ext uri="{FF2B5EF4-FFF2-40B4-BE49-F238E27FC236}">
                    <a16:creationId xmlns:a16="http://schemas.microsoft.com/office/drawing/2014/main" id="{9C56E316-9431-BDFE-CE57-ED8257B38E0A}"/>
                  </a:ext>
                </a:extLst>
              </p:cNvPr>
              <p:cNvSpPr/>
              <p:nvPr/>
            </p:nvSpPr>
            <p:spPr>
              <a:xfrm>
                <a:off x="-2587875" y="3307875"/>
                <a:ext cx="129200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5168" h="2794" extrusionOk="0">
                    <a:moveTo>
                      <a:pt x="1235" y="1"/>
                    </a:moveTo>
                    <a:cubicBezTo>
                      <a:pt x="1002" y="1"/>
                      <a:pt x="977" y="13"/>
                      <a:pt x="882" y="53"/>
                    </a:cubicBezTo>
                    <a:lnTo>
                      <a:pt x="882" y="1502"/>
                    </a:lnTo>
                    <a:cubicBezTo>
                      <a:pt x="788" y="1628"/>
                      <a:pt x="599" y="1943"/>
                      <a:pt x="0" y="2794"/>
                    </a:cubicBezTo>
                    <a:lnTo>
                      <a:pt x="5167" y="2794"/>
                    </a:lnTo>
                    <a:cubicBezTo>
                      <a:pt x="4568" y="1912"/>
                      <a:pt x="4379" y="1597"/>
                      <a:pt x="4316" y="1471"/>
                    </a:cubicBezTo>
                    <a:lnTo>
                      <a:pt x="4316" y="22"/>
                    </a:lnTo>
                    <a:lnTo>
                      <a:pt x="3938" y="22"/>
                    </a:lnTo>
                    <a:cubicBezTo>
                      <a:pt x="2228" y="22"/>
                      <a:pt x="1547" y="1"/>
                      <a:pt x="123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Google Shape;16201;p139">
                <a:extLst>
                  <a:ext uri="{FF2B5EF4-FFF2-40B4-BE49-F238E27FC236}">
                    <a16:creationId xmlns:a16="http://schemas.microsoft.com/office/drawing/2014/main" id="{A6A20EE1-C35B-A5B5-5E6A-7186E5C49267}"/>
                  </a:ext>
                </a:extLst>
              </p:cNvPr>
              <p:cNvSpPr/>
              <p:nvPr/>
            </p:nvSpPr>
            <p:spPr>
              <a:xfrm>
                <a:off x="-2566625" y="3427325"/>
                <a:ext cx="33125" cy="33100"/>
              </a:xfrm>
              <a:custGeom>
                <a:avLst/>
                <a:gdLst/>
                <a:ahLst/>
                <a:cxnLst/>
                <a:rect l="l" t="t" r="r" b="b"/>
                <a:pathLst>
                  <a:path w="1325" h="1324" extrusionOk="0">
                    <a:moveTo>
                      <a:pt x="662" y="1"/>
                    </a:moveTo>
                    <a:cubicBezTo>
                      <a:pt x="253" y="1"/>
                      <a:pt x="1" y="316"/>
                      <a:pt x="1" y="662"/>
                    </a:cubicBezTo>
                    <a:cubicBezTo>
                      <a:pt x="1" y="1009"/>
                      <a:pt x="316" y="1324"/>
                      <a:pt x="662" y="1324"/>
                    </a:cubicBezTo>
                    <a:cubicBezTo>
                      <a:pt x="1041" y="1324"/>
                      <a:pt x="1324" y="1009"/>
                      <a:pt x="1324" y="662"/>
                    </a:cubicBezTo>
                    <a:cubicBezTo>
                      <a:pt x="1324" y="316"/>
                      <a:pt x="1041" y="1"/>
                      <a:pt x="66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Google Shape;16202;p139">
                <a:extLst>
                  <a:ext uri="{FF2B5EF4-FFF2-40B4-BE49-F238E27FC236}">
                    <a16:creationId xmlns:a16="http://schemas.microsoft.com/office/drawing/2014/main" id="{B2E29AF5-4D74-4A07-E1F7-0F9EF5811FAD}"/>
                  </a:ext>
                </a:extLst>
              </p:cNvPr>
              <p:cNvSpPr/>
              <p:nvPr/>
            </p:nvSpPr>
            <p:spPr>
              <a:xfrm>
                <a:off x="-2481550" y="3461200"/>
                <a:ext cx="18125" cy="18150"/>
              </a:xfrm>
              <a:custGeom>
                <a:avLst/>
                <a:gdLst/>
                <a:ahLst/>
                <a:cxnLst/>
                <a:rect l="l" t="t" r="r" b="b"/>
                <a:pathLst>
                  <a:path w="725" h="726" extrusionOk="0">
                    <a:moveTo>
                      <a:pt x="378" y="0"/>
                    </a:moveTo>
                    <a:cubicBezTo>
                      <a:pt x="158" y="0"/>
                      <a:pt x="0" y="158"/>
                      <a:pt x="0" y="378"/>
                    </a:cubicBezTo>
                    <a:cubicBezTo>
                      <a:pt x="0" y="568"/>
                      <a:pt x="158" y="725"/>
                      <a:pt x="378" y="725"/>
                    </a:cubicBezTo>
                    <a:cubicBezTo>
                      <a:pt x="567" y="725"/>
                      <a:pt x="725" y="568"/>
                      <a:pt x="725" y="378"/>
                    </a:cubicBezTo>
                    <a:cubicBezTo>
                      <a:pt x="725" y="158"/>
                      <a:pt x="536" y="0"/>
                      <a:pt x="37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Google Shape;16203;p139">
                <a:extLst>
                  <a:ext uri="{FF2B5EF4-FFF2-40B4-BE49-F238E27FC236}">
                    <a16:creationId xmlns:a16="http://schemas.microsoft.com/office/drawing/2014/main" id="{D7FCEC45-9BCC-9688-A7FC-CAC6C8458640}"/>
                  </a:ext>
                </a:extLst>
              </p:cNvPr>
              <p:cNvSpPr/>
              <p:nvPr/>
            </p:nvSpPr>
            <p:spPr>
              <a:xfrm>
                <a:off x="-2668225" y="3393475"/>
                <a:ext cx="288300" cy="137050"/>
              </a:xfrm>
              <a:custGeom>
                <a:avLst/>
                <a:gdLst/>
                <a:ahLst/>
                <a:cxnLst/>
                <a:rect l="l" t="t" r="r" b="b"/>
                <a:pathLst>
                  <a:path w="11532" h="5482" extrusionOk="0">
                    <a:moveTo>
                      <a:pt x="4726" y="630"/>
                    </a:moveTo>
                    <a:cubicBezTo>
                      <a:pt x="5483" y="630"/>
                      <a:pt x="6113" y="1260"/>
                      <a:pt x="6113" y="2016"/>
                    </a:cubicBezTo>
                    <a:cubicBezTo>
                      <a:pt x="6113" y="2804"/>
                      <a:pt x="5514" y="3403"/>
                      <a:pt x="4726" y="3403"/>
                    </a:cubicBezTo>
                    <a:cubicBezTo>
                      <a:pt x="3970" y="3403"/>
                      <a:pt x="3340" y="2772"/>
                      <a:pt x="3340" y="2016"/>
                    </a:cubicBezTo>
                    <a:cubicBezTo>
                      <a:pt x="3340" y="1260"/>
                      <a:pt x="3970" y="630"/>
                      <a:pt x="4726" y="630"/>
                    </a:cubicBezTo>
                    <a:close/>
                    <a:moveTo>
                      <a:pt x="7845" y="2048"/>
                    </a:moveTo>
                    <a:cubicBezTo>
                      <a:pt x="8381" y="2048"/>
                      <a:pt x="8854" y="2520"/>
                      <a:pt x="8854" y="3087"/>
                    </a:cubicBezTo>
                    <a:cubicBezTo>
                      <a:pt x="8854" y="3623"/>
                      <a:pt x="8381" y="4096"/>
                      <a:pt x="7845" y="4096"/>
                    </a:cubicBezTo>
                    <a:cubicBezTo>
                      <a:pt x="7278" y="4096"/>
                      <a:pt x="6806" y="3623"/>
                      <a:pt x="6806" y="3087"/>
                    </a:cubicBezTo>
                    <a:cubicBezTo>
                      <a:pt x="6806" y="2520"/>
                      <a:pt x="7278" y="2048"/>
                      <a:pt x="7845" y="2048"/>
                    </a:cubicBezTo>
                    <a:close/>
                    <a:moveTo>
                      <a:pt x="2710" y="0"/>
                    </a:moveTo>
                    <a:cubicBezTo>
                      <a:pt x="2238" y="693"/>
                      <a:pt x="1607" y="1575"/>
                      <a:pt x="788" y="2804"/>
                    </a:cubicBezTo>
                    <a:cubicBezTo>
                      <a:pt x="1" y="3938"/>
                      <a:pt x="820" y="5482"/>
                      <a:pt x="2206" y="5482"/>
                    </a:cubicBezTo>
                    <a:lnTo>
                      <a:pt x="9295" y="5482"/>
                    </a:lnTo>
                    <a:cubicBezTo>
                      <a:pt x="10712" y="5482"/>
                      <a:pt x="11532" y="3938"/>
                      <a:pt x="10744" y="2804"/>
                    </a:cubicBezTo>
                    <a:cubicBezTo>
                      <a:pt x="9925" y="1575"/>
                      <a:pt x="9295" y="693"/>
                      <a:pt x="882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" name="Google Shape;16204;p139">
              <a:extLst>
                <a:ext uri="{FF2B5EF4-FFF2-40B4-BE49-F238E27FC236}">
                  <a16:creationId xmlns:a16="http://schemas.microsoft.com/office/drawing/2014/main" id="{87399EE4-51DA-59F7-FF92-111167FB4643}"/>
                </a:ext>
              </a:extLst>
            </p:cNvPr>
            <p:cNvGrpSpPr/>
            <p:nvPr/>
          </p:nvGrpSpPr>
          <p:grpSpPr>
            <a:xfrm>
              <a:off x="6802066" y="2205191"/>
              <a:ext cx="420811" cy="419659"/>
              <a:chOff x="-2671375" y="3597450"/>
              <a:chExt cx="292250" cy="291450"/>
            </a:xfrm>
            <a:grpFill/>
          </p:grpSpPr>
          <p:sp>
            <p:nvSpPr>
              <p:cNvPr id="497" name="Google Shape;16205;p139">
                <a:extLst>
                  <a:ext uri="{FF2B5EF4-FFF2-40B4-BE49-F238E27FC236}">
                    <a16:creationId xmlns:a16="http://schemas.microsoft.com/office/drawing/2014/main" id="{CEF6C96E-E6D5-1416-71B9-5F5F3950C9E5}"/>
                  </a:ext>
                </a:extLst>
              </p:cNvPr>
              <p:cNvSpPr/>
              <p:nvPr/>
            </p:nvSpPr>
            <p:spPr>
              <a:xfrm>
                <a:off x="-2654050" y="3597450"/>
                <a:ext cx="260725" cy="51225"/>
              </a:xfrm>
              <a:custGeom>
                <a:avLst/>
                <a:gdLst/>
                <a:ahLst/>
                <a:cxnLst/>
                <a:rect l="l" t="t" r="r" b="b"/>
                <a:pathLst>
                  <a:path w="10429" h="2049" extrusionOk="0">
                    <a:moveTo>
                      <a:pt x="1513" y="1"/>
                    </a:moveTo>
                    <a:cubicBezTo>
                      <a:pt x="1072" y="1"/>
                      <a:pt x="725" y="253"/>
                      <a:pt x="568" y="631"/>
                    </a:cubicBezTo>
                    <a:lnTo>
                      <a:pt x="1" y="2049"/>
                    </a:lnTo>
                    <a:lnTo>
                      <a:pt x="10429" y="2049"/>
                    </a:lnTo>
                    <a:lnTo>
                      <a:pt x="9830" y="631"/>
                    </a:lnTo>
                    <a:cubicBezTo>
                      <a:pt x="9673" y="253"/>
                      <a:pt x="9263" y="1"/>
                      <a:pt x="888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" name="Google Shape;16206;p139">
                <a:extLst>
                  <a:ext uri="{FF2B5EF4-FFF2-40B4-BE49-F238E27FC236}">
                    <a16:creationId xmlns:a16="http://schemas.microsoft.com/office/drawing/2014/main" id="{00258E15-4919-F436-274A-6BEAEA5B50B1}"/>
                  </a:ext>
                </a:extLst>
              </p:cNvPr>
              <p:cNvSpPr/>
              <p:nvPr/>
            </p:nvSpPr>
            <p:spPr>
              <a:xfrm>
                <a:off x="-2671375" y="3667550"/>
                <a:ext cx="292250" cy="221350"/>
              </a:xfrm>
              <a:custGeom>
                <a:avLst/>
                <a:gdLst/>
                <a:ahLst/>
                <a:cxnLst/>
                <a:rect l="l" t="t" r="r" b="b"/>
                <a:pathLst>
                  <a:path w="11690" h="8854" extrusionOk="0">
                    <a:moveTo>
                      <a:pt x="1733" y="1324"/>
                    </a:moveTo>
                    <a:cubicBezTo>
                      <a:pt x="1922" y="1324"/>
                      <a:pt x="2080" y="1481"/>
                      <a:pt x="2080" y="1702"/>
                    </a:cubicBezTo>
                    <a:cubicBezTo>
                      <a:pt x="2080" y="1891"/>
                      <a:pt x="1922" y="2049"/>
                      <a:pt x="1733" y="2049"/>
                    </a:cubicBezTo>
                    <a:cubicBezTo>
                      <a:pt x="1544" y="2049"/>
                      <a:pt x="1387" y="1891"/>
                      <a:pt x="1387" y="1702"/>
                    </a:cubicBezTo>
                    <a:cubicBezTo>
                      <a:pt x="1387" y="1481"/>
                      <a:pt x="1544" y="1324"/>
                      <a:pt x="1733" y="1324"/>
                    </a:cubicBezTo>
                    <a:close/>
                    <a:moveTo>
                      <a:pt x="10019" y="1387"/>
                    </a:moveTo>
                    <a:cubicBezTo>
                      <a:pt x="10492" y="1387"/>
                      <a:pt x="10492" y="2049"/>
                      <a:pt x="10019" y="2049"/>
                    </a:cubicBezTo>
                    <a:lnTo>
                      <a:pt x="3781" y="2049"/>
                    </a:lnTo>
                    <a:cubicBezTo>
                      <a:pt x="3340" y="2049"/>
                      <a:pt x="3309" y="1387"/>
                      <a:pt x="3781" y="1387"/>
                    </a:cubicBezTo>
                    <a:close/>
                    <a:moveTo>
                      <a:pt x="1733" y="4096"/>
                    </a:moveTo>
                    <a:cubicBezTo>
                      <a:pt x="1922" y="4096"/>
                      <a:pt x="2080" y="4254"/>
                      <a:pt x="2080" y="4443"/>
                    </a:cubicBezTo>
                    <a:cubicBezTo>
                      <a:pt x="2080" y="4632"/>
                      <a:pt x="1922" y="4789"/>
                      <a:pt x="1733" y="4789"/>
                    </a:cubicBezTo>
                    <a:cubicBezTo>
                      <a:pt x="1544" y="4789"/>
                      <a:pt x="1387" y="4632"/>
                      <a:pt x="1387" y="4443"/>
                    </a:cubicBezTo>
                    <a:cubicBezTo>
                      <a:pt x="1387" y="4254"/>
                      <a:pt x="1544" y="4096"/>
                      <a:pt x="1733" y="4096"/>
                    </a:cubicBezTo>
                    <a:close/>
                    <a:moveTo>
                      <a:pt x="10050" y="4127"/>
                    </a:moveTo>
                    <a:cubicBezTo>
                      <a:pt x="10492" y="4127"/>
                      <a:pt x="10481" y="4789"/>
                      <a:pt x="10019" y="4789"/>
                    </a:cubicBezTo>
                    <a:lnTo>
                      <a:pt x="3781" y="4789"/>
                    </a:lnTo>
                    <a:cubicBezTo>
                      <a:pt x="3340" y="4789"/>
                      <a:pt x="3309" y="4128"/>
                      <a:pt x="3781" y="4128"/>
                    </a:cubicBezTo>
                    <a:lnTo>
                      <a:pt x="10019" y="4128"/>
                    </a:lnTo>
                    <a:cubicBezTo>
                      <a:pt x="10030" y="4127"/>
                      <a:pt x="10040" y="4127"/>
                      <a:pt x="10050" y="4127"/>
                    </a:cubicBezTo>
                    <a:close/>
                    <a:moveTo>
                      <a:pt x="1733" y="6806"/>
                    </a:moveTo>
                    <a:cubicBezTo>
                      <a:pt x="1922" y="6806"/>
                      <a:pt x="2080" y="6963"/>
                      <a:pt x="2080" y="7152"/>
                    </a:cubicBezTo>
                    <a:cubicBezTo>
                      <a:pt x="2080" y="7373"/>
                      <a:pt x="1922" y="7499"/>
                      <a:pt x="1733" y="7499"/>
                    </a:cubicBezTo>
                    <a:cubicBezTo>
                      <a:pt x="1544" y="7499"/>
                      <a:pt x="1387" y="7373"/>
                      <a:pt x="1387" y="7152"/>
                    </a:cubicBezTo>
                    <a:cubicBezTo>
                      <a:pt x="1387" y="6963"/>
                      <a:pt x="1544" y="6806"/>
                      <a:pt x="1733" y="6806"/>
                    </a:cubicBezTo>
                    <a:close/>
                    <a:moveTo>
                      <a:pt x="10019" y="6837"/>
                    </a:moveTo>
                    <a:cubicBezTo>
                      <a:pt x="10492" y="6837"/>
                      <a:pt x="10492" y="7499"/>
                      <a:pt x="10019" y="7499"/>
                    </a:cubicBezTo>
                    <a:lnTo>
                      <a:pt x="3781" y="7499"/>
                    </a:lnTo>
                    <a:cubicBezTo>
                      <a:pt x="3340" y="7499"/>
                      <a:pt x="3309" y="6837"/>
                      <a:pt x="3781" y="6837"/>
                    </a:cubicBezTo>
                    <a:close/>
                    <a:moveTo>
                      <a:pt x="379" y="1"/>
                    </a:moveTo>
                    <a:lnTo>
                      <a:pt x="95" y="631"/>
                    </a:lnTo>
                    <a:cubicBezTo>
                      <a:pt x="64" y="757"/>
                      <a:pt x="1" y="883"/>
                      <a:pt x="1" y="1009"/>
                    </a:cubicBezTo>
                    <a:lnTo>
                      <a:pt x="1" y="2395"/>
                    </a:lnTo>
                    <a:cubicBezTo>
                      <a:pt x="1" y="2679"/>
                      <a:pt x="127" y="2899"/>
                      <a:pt x="284" y="3057"/>
                    </a:cubicBezTo>
                    <a:cubicBezTo>
                      <a:pt x="127" y="3246"/>
                      <a:pt x="1" y="3498"/>
                      <a:pt x="1" y="3718"/>
                    </a:cubicBezTo>
                    <a:lnTo>
                      <a:pt x="1" y="5104"/>
                    </a:lnTo>
                    <a:cubicBezTo>
                      <a:pt x="1" y="5388"/>
                      <a:pt x="127" y="5609"/>
                      <a:pt x="284" y="5766"/>
                    </a:cubicBezTo>
                    <a:cubicBezTo>
                      <a:pt x="127" y="5987"/>
                      <a:pt x="1" y="6207"/>
                      <a:pt x="1" y="6459"/>
                    </a:cubicBezTo>
                    <a:lnTo>
                      <a:pt x="1" y="7814"/>
                    </a:lnTo>
                    <a:cubicBezTo>
                      <a:pt x="1" y="8381"/>
                      <a:pt x="473" y="8854"/>
                      <a:pt x="1040" y="8854"/>
                    </a:cubicBezTo>
                    <a:lnTo>
                      <a:pt x="10649" y="8854"/>
                    </a:lnTo>
                    <a:cubicBezTo>
                      <a:pt x="11185" y="8854"/>
                      <a:pt x="11658" y="8381"/>
                      <a:pt x="11658" y="7814"/>
                    </a:cubicBezTo>
                    <a:lnTo>
                      <a:pt x="11658" y="6459"/>
                    </a:lnTo>
                    <a:cubicBezTo>
                      <a:pt x="11658" y="6176"/>
                      <a:pt x="11563" y="5924"/>
                      <a:pt x="11405" y="5766"/>
                    </a:cubicBezTo>
                    <a:cubicBezTo>
                      <a:pt x="11563" y="5577"/>
                      <a:pt x="11658" y="5357"/>
                      <a:pt x="11658" y="5104"/>
                    </a:cubicBezTo>
                    <a:lnTo>
                      <a:pt x="11658" y="3718"/>
                    </a:lnTo>
                    <a:cubicBezTo>
                      <a:pt x="11658" y="3466"/>
                      <a:pt x="11563" y="3214"/>
                      <a:pt x="11405" y="3057"/>
                    </a:cubicBezTo>
                    <a:cubicBezTo>
                      <a:pt x="11563" y="2868"/>
                      <a:pt x="11658" y="2616"/>
                      <a:pt x="11658" y="2395"/>
                    </a:cubicBezTo>
                    <a:lnTo>
                      <a:pt x="11658" y="1009"/>
                    </a:lnTo>
                    <a:lnTo>
                      <a:pt x="11689" y="1009"/>
                    </a:lnTo>
                    <a:cubicBezTo>
                      <a:pt x="11689" y="883"/>
                      <a:pt x="11658" y="757"/>
                      <a:pt x="11626" y="631"/>
                    </a:cubicBezTo>
                    <a:lnTo>
                      <a:pt x="1134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" name="Google Shape;16207;p139">
              <a:extLst>
                <a:ext uri="{FF2B5EF4-FFF2-40B4-BE49-F238E27FC236}">
                  <a16:creationId xmlns:a16="http://schemas.microsoft.com/office/drawing/2014/main" id="{423A0CE9-A889-2AD7-2F78-6ED9EA43DC34}"/>
                </a:ext>
              </a:extLst>
            </p:cNvPr>
            <p:cNvGrpSpPr/>
            <p:nvPr/>
          </p:nvGrpSpPr>
          <p:grpSpPr>
            <a:xfrm>
              <a:off x="6812849" y="2755691"/>
              <a:ext cx="423043" cy="421927"/>
              <a:chOff x="-2670575" y="3956600"/>
              <a:chExt cx="293800" cy="293025"/>
            </a:xfrm>
            <a:grpFill/>
          </p:grpSpPr>
          <p:sp>
            <p:nvSpPr>
              <p:cNvPr id="493" name="Google Shape;16208;p139">
                <a:extLst>
                  <a:ext uri="{FF2B5EF4-FFF2-40B4-BE49-F238E27FC236}">
                    <a16:creationId xmlns:a16="http://schemas.microsoft.com/office/drawing/2014/main" id="{24A06317-9C05-6087-CE55-066B1DF25495}"/>
                  </a:ext>
                </a:extLst>
              </p:cNvPr>
              <p:cNvSpPr/>
              <p:nvPr/>
            </p:nvSpPr>
            <p:spPr>
              <a:xfrm>
                <a:off x="-2670575" y="3975525"/>
                <a:ext cx="116575" cy="34675"/>
              </a:xfrm>
              <a:custGeom>
                <a:avLst/>
                <a:gdLst/>
                <a:ahLst/>
                <a:cxnLst/>
                <a:rect l="l" t="t" r="r" b="b"/>
                <a:pathLst>
                  <a:path w="4663" h="1387" extrusionOk="0">
                    <a:moveTo>
                      <a:pt x="1040" y="0"/>
                    </a:moveTo>
                    <a:cubicBezTo>
                      <a:pt x="473" y="0"/>
                      <a:pt x="0" y="473"/>
                      <a:pt x="0" y="1040"/>
                    </a:cubicBezTo>
                    <a:lnTo>
                      <a:pt x="0" y="1386"/>
                    </a:lnTo>
                    <a:lnTo>
                      <a:pt x="3781" y="1386"/>
                    </a:lnTo>
                    <a:cubicBezTo>
                      <a:pt x="4001" y="882"/>
                      <a:pt x="4316" y="410"/>
                      <a:pt x="46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Google Shape;16209;p139">
                <a:extLst>
                  <a:ext uri="{FF2B5EF4-FFF2-40B4-BE49-F238E27FC236}">
                    <a16:creationId xmlns:a16="http://schemas.microsoft.com/office/drawing/2014/main" id="{48E93976-D4A1-6841-BC01-1B367441BDC5}"/>
                  </a:ext>
                </a:extLst>
              </p:cNvPr>
              <p:cNvSpPr/>
              <p:nvPr/>
            </p:nvSpPr>
            <p:spPr>
              <a:xfrm>
                <a:off x="-2669800" y="4026700"/>
                <a:ext cx="170950" cy="136300"/>
              </a:xfrm>
              <a:custGeom>
                <a:avLst/>
                <a:gdLst/>
                <a:ahLst/>
                <a:cxnLst/>
                <a:rect l="l" t="t" r="r" b="b"/>
                <a:pathLst>
                  <a:path w="6838" h="5452" extrusionOk="0">
                    <a:moveTo>
                      <a:pt x="1" y="1"/>
                    </a:moveTo>
                    <a:lnTo>
                      <a:pt x="1" y="5451"/>
                    </a:lnTo>
                    <a:lnTo>
                      <a:pt x="6837" y="5451"/>
                    </a:lnTo>
                    <a:lnTo>
                      <a:pt x="6837" y="5357"/>
                    </a:lnTo>
                    <a:cubicBezTo>
                      <a:pt x="6522" y="5294"/>
                      <a:pt x="6207" y="5168"/>
                      <a:pt x="5924" y="5042"/>
                    </a:cubicBezTo>
                    <a:lnTo>
                      <a:pt x="5104" y="5325"/>
                    </a:lnTo>
                    <a:cubicBezTo>
                      <a:pt x="4975" y="5368"/>
                      <a:pt x="4845" y="5389"/>
                      <a:pt x="4720" y="5389"/>
                    </a:cubicBezTo>
                    <a:cubicBezTo>
                      <a:pt x="3931" y="5389"/>
                      <a:pt x="3289" y="4597"/>
                      <a:pt x="3561" y="3781"/>
                    </a:cubicBezTo>
                    <a:lnTo>
                      <a:pt x="3844" y="2962"/>
                    </a:lnTo>
                    <a:cubicBezTo>
                      <a:pt x="3561" y="2364"/>
                      <a:pt x="3403" y="1702"/>
                      <a:pt x="3403" y="1041"/>
                    </a:cubicBezTo>
                    <a:cubicBezTo>
                      <a:pt x="3403" y="662"/>
                      <a:pt x="3466" y="316"/>
                      <a:pt x="3529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" name="Google Shape;16210;p139">
                <a:extLst>
                  <a:ext uri="{FF2B5EF4-FFF2-40B4-BE49-F238E27FC236}">
                    <a16:creationId xmlns:a16="http://schemas.microsoft.com/office/drawing/2014/main" id="{964E9FFF-19D6-3C09-8FDE-ECF395F85E6F}"/>
                  </a:ext>
                </a:extLst>
              </p:cNvPr>
              <p:cNvSpPr/>
              <p:nvPr/>
            </p:nvSpPr>
            <p:spPr>
              <a:xfrm>
                <a:off x="-2669800" y="4179500"/>
                <a:ext cx="170950" cy="70125"/>
              </a:xfrm>
              <a:custGeom>
                <a:avLst/>
                <a:gdLst/>
                <a:ahLst/>
                <a:cxnLst/>
                <a:rect l="l" t="t" r="r" b="b"/>
                <a:pathLst>
                  <a:path w="6838" h="2805" extrusionOk="0">
                    <a:moveTo>
                      <a:pt x="3403" y="757"/>
                    </a:moveTo>
                    <a:cubicBezTo>
                      <a:pt x="3592" y="757"/>
                      <a:pt x="3750" y="914"/>
                      <a:pt x="3750" y="1103"/>
                    </a:cubicBezTo>
                    <a:cubicBezTo>
                      <a:pt x="3750" y="1293"/>
                      <a:pt x="3592" y="1450"/>
                      <a:pt x="3403" y="1450"/>
                    </a:cubicBezTo>
                    <a:cubicBezTo>
                      <a:pt x="3214" y="1450"/>
                      <a:pt x="3057" y="1293"/>
                      <a:pt x="3057" y="1103"/>
                    </a:cubicBezTo>
                    <a:cubicBezTo>
                      <a:pt x="3057" y="914"/>
                      <a:pt x="3214" y="757"/>
                      <a:pt x="3403" y="757"/>
                    </a:cubicBezTo>
                    <a:close/>
                    <a:moveTo>
                      <a:pt x="1" y="1"/>
                    </a:moveTo>
                    <a:lnTo>
                      <a:pt x="1" y="1765"/>
                    </a:lnTo>
                    <a:cubicBezTo>
                      <a:pt x="1" y="2332"/>
                      <a:pt x="442" y="2805"/>
                      <a:pt x="1009" y="2805"/>
                    </a:cubicBezTo>
                    <a:lnTo>
                      <a:pt x="5829" y="2805"/>
                    </a:lnTo>
                    <a:cubicBezTo>
                      <a:pt x="6365" y="2805"/>
                      <a:pt x="6837" y="2332"/>
                      <a:pt x="6837" y="1765"/>
                    </a:cubicBezTo>
                    <a:lnTo>
                      <a:pt x="683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Google Shape;16211;p139">
                <a:extLst>
                  <a:ext uri="{FF2B5EF4-FFF2-40B4-BE49-F238E27FC236}">
                    <a16:creationId xmlns:a16="http://schemas.microsoft.com/office/drawing/2014/main" id="{DF7E7EDD-894F-1DC4-A006-8840F554D9C9}"/>
                  </a:ext>
                </a:extLst>
              </p:cNvPr>
              <p:cNvSpPr/>
              <p:nvPr/>
            </p:nvSpPr>
            <p:spPr>
              <a:xfrm>
                <a:off x="-2566625" y="3956600"/>
                <a:ext cx="189850" cy="190650"/>
              </a:xfrm>
              <a:custGeom>
                <a:avLst/>
                <a:gdLst/>
                <a:ahLst/>
                <a:cxnLst/>
                <a:rect l="l" t="t" r="r" b="b"/>
                <a:pathLst>
                  <a:path w="7594" h="7626" extrusionOk="0">
                    <a:moveTo>
                      <a:pt x="3759" y="1391"/>
                    </a:moveTo>
                    <a:cubicBezTo>
                      <a:pt x="3929" y="1391"/>
                      <a:pt x="4096" y="1502"/>
                      <a:pt x="4096" y="1734"/>
                    </a:cubicBezTo>
                    <a:lnTo>
                      <a:pt x="4096" y="2175"/>
                    </a:lnTo>
                    <a:cubicBezTo>
                      <a:pt x="4254" y="2206"/>
                      <a:pt x="4349" y="2301"/>
                      <a:pt x="4475" y="2427"/>
                    </a:cubicBezTo>
                    <a:cubicBezTo>
                      <a:pt x="4716" y="2669"/>
                      <a:pt x="4494" y="3003"/>
                      <a:pt x="4235" y="3003"/>
                    </a:cubicBezTo>
                    <a:cubicBezTo>
                      <a:pt x="4157" y="3003"/>
                      <a:pt x="4075" y="2973"/>
                      <a:pt x="4002" y="2899"/>
                    </a:cubicBezTo>
                    <a:cubicBezTo>
                      <a:pt x="3926" y="2823"/>
                      <a:pt x="3839" y="2791"/>
                      <a:pt x="3756" y="2791"/>
                    </a:cubicBezTo>
                    <a:cubicBezTo>
                      <a:pt x="3493" y="2791"/>
                      <a:pt x="3266" y="3109"/>
                      <a:pt x="3529" y="3372"/>
                    </a:cubicBezTo>
                    <a:cubicBezTo>
                      <a:pt x="3624" y="3435"/>
                      <a:pt x="3687" y="3466"/>
                      <a:pt x="3781" y="3466"/>
                    </a:cubicBezTo>
                    <a:cubicBezTo>
                      <a:pt x="4317" y="3466"/>
                      <a:pt x="4790" y="3939"/>
                      <a:pt x="4790" y="4506"/>
                    </a:cubicBezTo>
                    <a:cubicBezTo>
                      <a:pt x="4790" y="4884"/>
                      <a:pt x="4569" y="5294"/>
                      <a:pt x="4128" y="5451"/>
                    </a:cubicBezTo>
                    <a:lnTo>
                      <a:pt x="4128" y="5829"/>
                    </a:lnTo>
                    <a:cubicBezTo>
                      <a:pt x="4128" y="6054"/>
                      <a:pt x="3957" y="6172"/>
                      <a:pt x="3789" y="6172"/>
                    </a:cubicBezTo>
                    <a:cubicBezTo>
                      <a:pt x="3626" y="6172"/>
                      <a:pt x="3466" y="6062"/>
                      <a:pt x="3466" y="5829"/>
                    </a:cubicBezTo>
                    <a:lnTo>
                      <a:pt x="3466" y="5451"/>
                    </a:lnTo>
                    <a:cubicBezTo>
                      <a:pt x="3309" y="5420"/>
                      <a:pt x="3183" y="5325"/>
                      <a:pt x="3057" y="5199"/>
                    </a:cubicBezTo>
                    <a:cubicBezTo>
                      <a:pt x="2815" y="4957"/>
                      <a:pt x="3037" y="4623"/>
                      <a:pt x="3296" y="4623"/>
                    </a:cubicBezTo>
                    <a:cubicBezTo>
                      <a:pt x="3374" y="4623"/>
                      <a:pt x="3456" y="4653"/>
                      <a:pt x="3529" y="4727"/>
                    </a:cubicBezTo>
                    <a:cubicBezTo>
                      <a:pt x="3603" y="4800"/>
                      <a:pt x="3684" y="4831"/>
                      <a:pt x="3763" y="4831"/>
                    </a:cubicBezTo>
                    <a:cubicBezTo>
                      <a:pt x="4022" y="4831"/>
                      <a:pt x="4244" y="4496"/>
                      <a:pt x="4002" y="4254"/>
                    </a:cubicBezTo>
                    <a:cubicBezTo>
                      <a:pt x="3939" y="4191"/>
                      <a:pt x="3844" y="4160"/>
                      <a:pt x="3781" y="4160"/>
                    </a:cubicBezTo>
                    <a:cubicBezTo>
                      <a:pt x="3214" y="4160"/>
                      <a:pt x="2742" y="3687"/>
                      <a:pt x="2742" y="3120"/>
                    </a:cubicBezTo>
                    <a:cubicBezTo>
                      <a:pt x="2742" y="2710"/>
                      <a:pt x="2994" y="2332"/>
                      <a:pt x="3403" y="2175"/>
                    </a:cubicBezTo>
                    <a:lnTo>
                      <a:pt x="3403" y="1734"/>
                    </a:lnTo>
                    <a:cubicBezTo>
                      <a:pt x="3403" y="1509"/>
                      <a:pt x="3583" y="1391"/>
                      <a:pt x="3759" y="1391"/>
                    </a:cubicBezTo>
                    <a:close/>
                    <a:moveTo>
                      <a:pt x="3781" y="1"/>
                    </a:moveTo>
                    <a:cubicBezTo>
                      <a:pt x="1734" y="1"/>
                      <a:pt x="1" y="1671"/>
                      <a:pt x="1" y="3782"/>
                    </a:cubicBezTo>
                    <a:cubicBezTo>
                      <a:pt x="1" y="4380"/>
                      <a:pt x="158" y="5010"/>
                      <a:pt x="410" y="5514"/>
                    </a:cubicBezTo>
                    <a:cubicBezTo>
                      <a:pt x="473" y="5609"/>
                      <a:pt x="473" y="5735"/>
                      <a:pt x="473" y="5798"/>
                    </a:cubicBezTo>
                    <a:lnTo>
                      <a:pt x="158" y="6774"/>
                    </a:lnTo>
                    <a:cubicBezTo>
                      <a:pt x="46" y="7141"/>
                      <a:pt x="311" y="7482"/>
                      <a:pt x="684" y="7482"/>
                    </a:cubicBezTo>
                    <a:cubicBezTo>
                      <a:pt x="728" y="7482"/>
                      <a:pt x="774" y="7478"/>
                      <a:pt x="820" y="7468"/>
                    </a:cubicBezTo>
                    <a:lnTo>
                      <a:pt x="1797" y="7121"/>
                    </a:lnTo>
                    <a:cubicBezTo>
                      <a:pt x="1831" y="7110"/>
                      <a:pt x="1866" y="7102"/>
                      <a:pt x="1900" y="7102"/>
                    </a:cubicBezTo>
                    <a:cubicBezTo>
                      <a:pt x="1960" y="7102"/>
                      <a:pt x="2020" y="7124"/>
                      <a:pt x="2080" y="7184"/>
                    </a:cubicBezTo>
                    <a:cubicBezTo>
                      <a:pt x="2584" y="7468"/>
                      <a:pt x="3214" y="7625"/>
                      <a:pt x="3813" y="7625"/>
                    </a:cubicBezTo>
                    <a:cubicBezTo>
                      <a:pt x="5892" y="7625"/>
                      <a:pt x="7594" y="5924"/>
                      <a:pt x="7594" y="3813"/>
                    </a:cubicBezTo>
                    <a:cubicBezTo>
                      <a:pt x="7499" y="1702"/>
                      <a:pt x="5861" y="1"/>
                      <a:pt x="378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" name="Google Shape;16212;p139">
              <a:extLst>
                <a:ext uri="{FF2B5EF4-FFF2-40B4-BE49-F238E27FC236}">
                  <a16:creationId xmlns:a16="http://schemas.microsoft.com/office/drawing/2014/main" id="{3199A537-82D3-0409-98E9-C6D9D33AB530}"/>
                </a:ext>
              </a:extLst>
            </p:cNvPr>
            <p:cNvGrpSpPr/>
            <p:nvPr/>
          </p:nvGrpSpPr>
          <p:grpSpPr>
            <a:xfrm>
              <a:off x="3070370" y="3311947"/>
              <a:ext cx="426462" cy="418363"/>
              <a:chOff x="-1183550" y="3586525"/>
              <a:chExt cx="296175" cy="290550"/>
            </a:xfrm>
            <a:grpFill/>
          </p:grpSpPr>
          <p:sp>
            <p:nvSpPr>
              <p:cNvPr id="484" name="Google Shape;16213;p139">
                <a:extLst>
                  <a:ext uri="{FF2B5EF4-FFF2-40B4-BE49-F238E27FC236}">
                    <a16:creationId xmlns:a16="http://schemas.microsoft.com/office/drawing/2014/main" id="{B95CEA7C-3E9C-0521-0452-5BD386073079}"/>
                  </a:ext>
                </a:extLst>
              </p:cNvPr>
              <p:cNvSpPr/>
              <p:nvPr/>
            </p:nvSpPr>
            <p:spPr>
              <a:xfrm>
                <a:off x="-927575" y="3671500"/>
                <a:ext cx="40200" cy="16575"/>
              </a:xfrm>
              <a:custGeom>
                <a:avLst/>
                <a:gdLst/>
                <a:ahLst/>
                <a:cxnLst/>
                <a:rect l="l" t="t" r="r" b="b"/>
                <a:pathLst>
                  <a:path w="1608" h="663" extrusionOk="0">
                    <a:moveTo>
                      <a:pt x="473" y="0"/>
                    </a:moveTo>
                    <a:cubicBezTo>
                      <a:pt x="32" y="0"/>
                      <a:pt x="1" y="662"/>
                      <a:pt x="473" y="662"/>
                    </a:cubicBezTo>
                    <a:lnTo>
                      <a:pt x="1135" y="662"/>
                    </a:lnTo>
                    <a:cubicBezTo>
                      <a:pt x="1145" y="663"/>
                      <a:pt x="1156" y="663"/>
                      <a:pt x="1166" y="663"/>
                    </a:cubicBezTo>
                    <a:cubicBezTo>
                      <a:pt x="1607" y="663"/>
                      <a:pt x="1597" y="0"/>
                      <a:pt x="113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Google Shape;16214;p139">
                <a:extLst>
                  <a:ext uri="{FF2B5EF4-FFF2-40B4-BE49-F238E27FC236}">
                    <a16:creationId xmlns:a16="http://schemas.microsoft.com/office/drawing/2014/main" id="{204FCC15-715E-8448-E1A1-27074036FA95}"/>
                  </a:ext>
                </a:extLst>
              </p:cNvPr>
              <p:cNvSpPr/>
              <p:nvPr/>
            </p:nvSpPr>
            <p:spPr>
              <a:xfrm>
                <a:off x="-1183550" y="3671500"/>
                <a:ext cx="39400" cy="16575"/>
              </a:xfrm>
              <a:custGeom>
                <a:avLst/>
                <a:gdLst/>
                <a:ahLst/>
                <a:cxnLst/>
                <a:rect l="l" t="t" r="r" b="b"/>
                <a:pathLst>
                  <a:path w="1576" h="663" extrusionOk="0">
                    <a:moveTo>
                      <a:pt x="473" y="0"/>
                    </a:moveTo>
                    <a:cubicBezTo>
                      <a:pt x="32" y="0"/>
                      <a:pt x="1" y="662"/>
                      <a:pt x="473" y="662"/>
                    </a:cubicBezTo>
                    <a:lnTo>
                      <a:pt x="1135" y="662"/>
                    </a:lnTo>
                    <a:cubicBezTo>
                      <a:pt x="1145" y="663"/>
                      <a:pt x="1154" y="663"/>
                      <a:pt x="1163" y="663"/>
                    </a:cubicBezTo>
                    <a:cubicBezTo>
                      <a:pt x="1576" y="663"/>
                      <a:pt x="1566" y="0"/>
                      <a:pt x="113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Google Shape;16215;p139">
                <a:extLst>
                  <a:ext uri="{FF2B5EF4-FFF2-40B4-BE49-F238E27FC236}">
                    <a16:creationId xmlns:a16="http://schemas.microsoft.com/office/drawing/2014/main" id="{48D0A4EE-87F3-A7FC-29E7-1822E091E626}"/>
                  </a:ext>
                </a:extLst>
              </p:cNvPr>
              <p:cNvSpPr/>
              <p:nvPr/>
            </p:nvSpPr>
            <p:spPr>
              <a:xfrm>
                <a:off x="-944250" y="3603025"/>
                <a:ext cx="39525" cy="26375"/>
              </a:xfrm>
              <a:custGeom>
                <a:avLst/>
                <a:gdLst/>
                <a:ahLst/>
                <a:cxnLst/>
                <a:rect l="l" t="t" r="r" b="b"/>
                <a:pathLst>
                  <a:path w="1581" h="1055" extrusionOk="0">
                    <a:moveTo>
                      <a:pt x="1086" y="1"/>
                    </a:moveTo>
                    <a:cubicBezTo>
                      <a:pt x="1024" y="1"/>
                      <a:pt x="957" y="19"/>
                      <a:pt x="888" y="61"/>
                    </a:cubicBezTo>
                    <a:lnTo>
                      <a:pt x="321" y="408"/>
                    </a:lnTo>
                    <a:cubicBezTo>
                      <a:pt x="0" y="595"/>
                      <a:pt x="179" y="1054"/>
                      <a:pt x="490" y="1054"/>
                    </a:cubicBezTo>
                    <a:cubicBezTo>
                      <a:pt x="546" y="1054"/>
                      <a:pt x="606" y="1040"/>
                      <a:pt x="668" y="1006"/>
                    </a:cubicBezTo>
                    <a:lnTo>
                      <a:pt x="1266" y="660"/>
                    </a:lnTo>
                    <a:cubicBezTo>
                      <a:pt x="1581" y="450"/>
                      <a:pt x="1394" y="1"/>
                      <a:pt x="108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Google Shape;16216;p139">
                <a:extLst>
                  <a:ext uri="{FF2B5EF4-FFF2-40B4-BE49-F238E27FC236}">
                    <a16:creationId xmlns:a16="http://schemas.microsoft.com/office/drawing/2014/main" id="{00B2361B-F058-7F9C-3700-D250AF7CA3D1}"/>
                  </a:ext>
                </a:extLst>
              </p:cNvPr>
              <p:cNvSpPr/>
              <p:nvPr/>
            </p:nvSpPr>
            <p:spPr>
              <a:xfrm>
                <a:off x="-1166200" y="3731225"/>
                <a:ext cx="39700" cy="26075"/>
              </a:xfrm>
              <a:custGeom>
                <a:avLst/>
                <a:gdLst/>
                <a:ahLst/>
                <a:cxnLst/>
                <a:rect l="l" t="t" r="r" b="b"/>
                <a:pathLst>
                  <a:path w="1588" h="1043" extrusionOk="0">
                    <a:moveTo>
                      <a:pt x="1071" y="1"/>
                    </a:moveTo>
                    <a:cubicBezTo>
                      <a:pt x="1021" y="1"/>
                      <a:pt x="968" y="12"/>
                      <a:pt x="913" y="37"/>
                    </a:cubicBezTo>
                    <a:lnTo>
                      <a:pt x="315" y="384"/>
                    </a:lnTo>
                    <a:cubicBezTo>
                      <a:pt x="0" y="593"/>
                      <a:pt x="187" y="1043"/>
                      <a:pt x="495" y="1043"/>
                    </a:cubicBezTo>
                    <a:cubicBezTo>
                      <a:pt x="557" y="1043"/>
                      <a:pt x="624" y="1025"/>
                      <a:pt x="693" y="982"/>
                    </a:cubicBezTo>
                    <a:lnTo>
                      <a:pt x="1260" y="636"/>
                    </a:lnTo>
                    <a:cubicBezTo>
                      <a:pt x="1587" y="472"/>
                      <a:pt x="1395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Google Shape;16217;p139">
                <a:extLst>
                  <a:ext uri="{FF2B5EF4-FFF2-40B4-BE49-F238E27FC236}">
                    <a16:creationId xmlns:a16="http://schemas.microsoft.com/office/drawing/2014/main" id="{B5323D8F-EB35-97FA-5F5C-8283E596A695}"/>
                  </a:ext>
                </a:extLst>
              </p:cNvPr>
              <p:cNvSpPr/>
              <p:nvPr/>
            </p:nvSpPr>
            <p:spPr>
              <a:xfrm>
                <a:off x="-944925" y="3730950"/>
                <a:ext cx="40200" cy="26375"/>
              </a:xfrm>
              <a:custGeom>
                <a:avLst/>
                <a:gdLst/>
                <a:ahLst/>
                <a:cxnLst/>
                <a:rect l="l" t="t" r="r" b="b"/>
                <a:pathLst>
                  <a:path w="1608" h="1055" extrusionOk="0">
                    <a:moveTo>
                      <a:pt x="515" y="0"/>
                    </a:moveTo>
                    <a:cubicBezTo>
                      <a:pt x="198" y="0"/>
                      <a:pt x="1" y="460"/>
                      <a:pt x="348" y="647"/>
                    </a:cubicBezTo>
                    <a:lnTo>
                      <a:pt x="915" y="993"/>
                    </a:lnTo>
                    <a:cubicBezTo>
                      <a:pt x="984" y="1036"/>
                      <a:pt x="1052" y="1054"/>
                      <a:pt x="1114" y="1054"/>
                    </a:cubicBezTo>
                    <a:cubicBezTo>
                      <a:pt x="1421" y="1054"/>
                      <a:pt x="1608" y="609"/>
                      <a:pt x="1293" y="426"/>
                    </a:cubicBezTo>
                    <a:lnTo>
                      <a:pt x="695" y="48"/>
                    </a:lnTo>
                    <a:cubicBezTo>
                      <a:pt x="633" y="15"/>
                      <a:pt x="572" y="0"/>
                      <a:pt x="51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Google Shape;16218;p139">
                <a:extLst>
                  <a:ext uri="{FF2B5EF4-FFF2-40B4-BE49-F238E27FC236}">
                    <a16:creationId xmlns:a16="http://schemas.microsoft.com/office/drawing/2014/main" id="{DA605C6F-5053-632A-741A-C6EECFD46EB0}"/>
                  </a:ext>
                </a:extLst>
              </p:cNvPr>
              <p:cNvSpPr/>
              <p:nvPr/>
            </p:nvSpPr>
            <p:spPr>
              <a:xfrm>
                <a:off x="-1167000" y="3603025"/>
                <a:ext cx="40200" cy="26375"/>
              </a:xfrm>
              <a:custGeom>
                <a:avLst/>
                <a:gdLst/>
                <a:ahLst/>
                <a:cxnLst/>
                <a:rect l="l" t="t" r="r" b="b"/>
                <a:pathLst>
                  <a:path w="1608" h="1055" extrusionOk="0">
                    <a:moveTo>
                      <a:pt x="477" y="1"/>
                    </a:moveTo>
                    <a:cubicBezTo>
                      <a:pt x="188" y="1"/>
                      <a:pt x="1" y="450"/>
                      <a:pt x="315" y="660"/>
                    </a:cubicBezTo>
                    <a:lnTo>
                      <a:pt x="914" y="1006"/>
                    </a:lnTo>
                    <a:cubicBezTo>
                      <a:pt x="981" y="1040"/>
                      <a:pt x="1044" y="1054"/>
                      <a:pt x="1103" y="1054"/>
                    </a:cubicBezTo>
                    <a:cubicBezTo>
                      <a:pt x="1434" y="1054"/>
                      <a:pt x="1608" y="595"/>
                      <a:pt x="1260" y="408"/>
                    </a:cubicBezTo>
                    <a:lnTo>
                      <a:pt x="662" y="61"/>
                    </a:lnTo>
                    <a:cubicBezTo>
                      <a:pt x="598" y="19"/>
                      <a:pt x="536" y="1"/>
                      <a:pt x="47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Google Shape;16219;p139">
                <a:extLst>
                  <a:ext uri="{FF2B5EF4-FFF2-40B4-BE49-F238E27FC236}">
                    <a16:creationId xmlns:a16="http://schemas.microsoft.com/office/drawing/2014/main" id="{CC655EE4-6FFE-25C5-E03B-163AB455C872}"/>
                  </a:ext>
                </a:extLst>
              </p:cNvPr>
              <p:cNvSpPr/>
              <p:nvPr/>
            </p:nvSpPr>
            <p:spPr>
              <a:xfrm>
                <a:off x="-1065400" y="3658900"/>
                <a:ext cx="59875" cy="77200"/>
              </a:xfrm>
              <a:custGeom>
                <a:avLst/>
                <a:gdLst/>
                <a:ahLst/>
                <a:cxnLst/>
                <a:rect l="l" t="t" r="r" b="b"/>
                <a:pathLst>
                  <a:path w="2395" h="3088" extrusionOk="0">
                    <a:moveTo>
                      <a:pt x="882" y="0"/>
                    </a:moveTo>
                    <a:lnTo>
                      <a:pt x="0" y="1355"/>
                    </a:lnTo>
                    <a:lnTo>
                      <a:pt x="1355" y="1922"/>
                    </a:lnTo>
                    <a:cubicBezTo>
                      <a:pt x="1450" y="1953"/>
                      <a:pt x="1544" y="2111"/>
                      <a:pt x="1544" y="2237"/>
                    </a:cubicBezTo>
                    <a:lnTo>
                      <a:pt x="1544" y="3088"/>
                    </a:lnTo>
                    <a:lnTo>
                      <a:pt x="2395" y="1733"/>
                    </a:lnTo>
                    <a:lnTo>
                      <a:pt x="1071" y="1166"/>
                    </a:lnTo>
                    <a:cubicBezTo>
                      <a:pt x="945" y="1134"/>
                      <a:pt x="882" y="1008"/>
                      <a:pt x="882" y="851"/>
                    </a:cubicBezTo>
                    <a:lnTo>
                      <a:pt x="88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Google Shape;16220;p139">
                <a:extLst>
                  <a:ext uri="{FF2B5EF4-FFF2-40B4-BE49-F238E27FC236}">
                    <a16:creationId xmlns:a16="http://schemas.microsoft.com/office/drawing/2014/main" id="{F7A3DDBD-1F9D-28FF-8746-59DDE74F87EC}"/>
                  </a:ext>
                </a:extLst>
              </p:cNvPr>
              <p:cNvSpPr/>
              <p:nvPr/>
            </p:nvSpPr>
            <p:spPr>
              <a:xfrm>
                <a:off x="-1078000" y="3809325"/>
                <a:ext cx="85075" cy="67750"/>
              </a:xfrm>
              <a:custGeom>
                <a:avLst/>
                <a:gdLst/>
                <a:ahLst/>
                <a:cxnLst/>
                <a:rect l="l" t="t" r="r" b="b"/>
                <a:pathLst>
                  <a:path w="3403" h="2710" extrusionOk="0">
                    <a:moveTo>
                      <a:pt x="0" y="1"/>
                    </a:moveTo>
                    <a:lnTo>
                      <a:pt x="0" y="662"/>
                    </a:lnTo>
                    <a:lnTo>
                      <a:pt x="1008" y="662"/>
                    </a:lnTo>
                    <a:cubicBezTo>
                      <a:pt x="1449" y="662"/>
                      <a:pt x="1481" y="1324"/>
                      <a:pt x="1008" y="1324"/>
                    </a:cubicBezTo>
                    <a:lnTo>
                      <a:pt x="0" y="1324"/>
                    </a:lnTo>
                    <a:lnTo>
                      <a:pt x="0" y="1670"/>
                    </a:lnTo>
                    <a:cubicBezTo>
                      <a:pt x="0" y="2237"/>
                      <a:pt x="473" y="2710"/>
                      <a:pt x="1008" y="2710"/>
                    </a:cubicBezTo>
                    <a:lnTo>
                      <a:pt x="2395" y="2710"/>
                    </a:lnTo>
                    <a:cubicBezTo>
                      <a:pt x="2962" y="2710"/>
                      <a:pt x="3403" y="2237"/>
                      <a:pt x="3403" y="1670"/>
                    </a:cubicBezTo>
                    <a:lnTo>
                      <a:pt x="3403" y="1324"/>
                    </a:lnTo>
                    <a:lnTo>
                      <a:pt x="2395" y="1324"/>
                    </a:lnTo>
                    <a:cubicBezTo>
                      <a:pt x="1954" y="1324"/>
                      <a:pt x="1922" y="662"/>
                      <a:pt x="2395" y="662"/>
                    </a:cubicBezTo>
                    <a:lnTo>
                      <a:pt x="3403" y="662"/>
                    </a:lnTo>
                    <a:lnTo>
                      <a:pt x="340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Google Shape;16221;p139">
                <a:extLst>
                  <a:ext uri="{FF2B5EF4-FFF2-40B4-BE49-F238E27FC236}">
                    <a16:creationId xmlns:a16="http://schemas.microsoft.com/office/drawing/2014/main" id="{4F39A7A6-01B5-B6DC-883E-BDCACFB83994}"/>
                  </a:ext>
                </a:extLst>
              </p:cNvPr>
              <p:cNvSpPr/>
              <p:nvPr/>
            </p:nvSpPr>
            <p:spPr>
              <a:xfrm>
                <a:off x="-1135500" y="3586525"/>
                <a:ext cx="193775" cy="204700"/>
              </a:xfrm>
              <a:custGeom>
                <a:avLst/>
                <a:gdLst/>
                <a:ahLst/>
                <a:cxnLst/>
                <a:rect l="l" t="t" r="r" b="b"/>
                <a:pathLst>
                  <a:path w="7751" h="8188" extrusionOk="0">
                    <a:moveTo>
                      <a:pt x="4023" y="1424"/>
                    </a:moveTo>
                    <a:cubicBezTo>
                      <a:pt x="4201" y="1424"/>
                      <a:pt x="4380" y="1561"/>
                      <a:pt x="4380" y="1761"/>
                    </a:cubicBezTo>
                    <a:lnTo>
                      <a:pt x="4380" y="3588"/>
                    </a:lnTo>
                    <a:lnTo>
                      <a:pt x="5892" y="4124"/>
                    </a:lnTo>
                    <a:cubicBezTo>
                      <a:pt x="5955" y="4187"/>
                      <a:pt x="6049" y="4250"/>
                      <a:pt x="6081" y="4344"/>
                    </a:cubicBezTo>
                    <a:cubicBezTo>
                      <a:pt x="6081" y="4407"/>
                      <a:pt x="6081" y="4533"/>
                      <a:pt x="5986" y="4628"/>
                    </a:cubicBezTo>
                    <a:lnTo>
                      <a:pt x="4285" y="7369"/>
                    </a:lnTo>
                    <a:cubicBezTo>
                      <a:pt x="4222" y="7495"/>
                      <a:pt x="4127" y="7526"/>
                      <a:pt x="4033" y="7526"/>
                    </a:cubicBezTo>
                    <a:lnTo>
                      <a:pt x="3938" y="7526"/>
                    </a:lnTo>
                    <a:cubicBezTo>
                      <a:pt x="3781" y="7495"/>
                      <a:pt x="3718" y="7369"/>
                      <a:pt x="3718" y="7211"/>
                    </a:cubicBezTo>
                    <a:lnTo>
                      <a:pt x="3718" y="5384"/>
                    </a:lnTo>
                    <a:lnTo>
                      <a:pt x="2206" y="4817"/>
                    </a:lnTo>
                    <a:cubicBezTo>
                      <a:pt x="2143" y="4754"/>
                      <a:pt x="2048" y="4691"/>
                      <a:pt x="2017" y="4596"/>
                    </a:cubicBezTo>
                    <a:cubicBezTo>
                      <a:pt x="1985" y="4533"/>
                      <a:pt x="2017" y="4407"/>
                      <a:pt x="2048" y="4344"/>
                    </a:cubicBezTo>
                    <a:lnTo>
                      <a:pt x="3749" y="1572"/>
                    </a:lnTo>
                    <a:cubicBezTo>
                      <a:pt x="3818" y="1469"/>
                      <a:pt x="3920" y="1424"/>
                      <a:pt x="4023" y="1424"/>
                    </a:cubicBezTo>
                    <a:close/>
                    <a:moveTo>
                      <a:pt x="4019" y="1"/>
                    </a:moveTo>
                    <a:cubicBezTo>
                      <a:pt x="3743" y="1"/>
                      <a:pt x="3463" y="31"/>
                      <a:pt x="3182" y="91"/>
                    </a:cubicBezTo>
                    <a:cubicBezTo>
                      <a:pt x="1733" y="406"/>
                      <a:pt x="567" y="1572"/>
                      <a:pt x="284" y="3084"/>
                    </a:cubicBezTo>
                    <a:cubicBezTo>
                      <a:pt x="0" y="4533"/>
                      <a:pt x="599" y="5479"/>
                      <a:pt x="1040" y="6140"/>
                    </a:cubicBezTo>
                    <a:cubicBezTo>
                      <a:pt x="1922" y="7526"/>
                      <a:pt x="1387" y="7526"/>
                      <a:pt x="1670" y="8188"/>
                    </a:cubicBezTo>
                    <a:lnTo>
                      <a:pt x="6301" y="8188"/>
                    </a:lnTo>
                    <a:cubicBezTo>
                      <a:pt x="6553" y="7526"/>
                      <a:pt x="6018" y="7526"/>
                      <a:pt x="6931" y="6109"/>
                    </a:cubicBezTo>
                    <a:cubicBezTo>
                      <a:pt x="7373" y="5447"/>
                      <a:pt x="7719" y="4817"/>
                      <a:pt x="7719" y="3746"/>
                    </a:cubicBezTo>
                    <a:cubicBezTo>
                      <a:pt x="7751" y="2612"/>
                      <a:pt x="7246" y="1540"/>
                      <a:pt x="6396" y="847"/>
                    </a:cubicBezTo>
                    <a:cubicBezTo>
                      <a:pt x="5726" y="297"/>
                      <a:pt x="4892" y="1"/>
                      <a:pt x="4019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" name="Google Shape;16222;p139">
              <a:extLst>
                <a:ext uri="{FF2B5EF4-FFF2-40B4-BE49-F238E27FC236}">
                  <a16:creationId xmlns:a16="http://schemas.microsoft.com/office/drawing/2014/main" id="{2B59D85B-0DBF-232D-8CC6-AE254BE03DC9}"/>
                </a:ext>
              </a:extLst>
            </p:cNvPr>
            <p:cNvGrpSpPr/>
            <p:nvPr/>
          </p:nvGrpSpPr>
          <p:grpSpPr>
            <a:xfrm>
              <a:off x="1933980" y="1689799"/>
              <a:ext cx="420811" cy="418507"/>
              <a:chOff x="-5971525" y="3273750"/>
              <a:chExt cx="292250" cy="290650"/>
            </a:xfrm>
            <a:grpFill/>
          </p:grpSpPr>
          <p:sp>
            <p:nvSpPr>
              <p:cNvPr id="482" name="Google Shape;16223;p139">
                <a:extLst>
                  <a:ext uri="{FF2B5EF4-FFF2-40B4-BE49-F238E27FC236}">
                    <a16:creationId xmlns:a16="http://schemas.microsoft.com/office/drawing/2014/main" id="{606C1387-5BEC-E552-5E58-ADDF3B55EBB6}"/>
                  </a:ext>
                </a:extLst>
              </p:cNvPr>
              <p:cNvSpPr/>
              <p:nvPr/>
            </p:nvSpPr>
            <p:spPr>
              <a:xfrm>
                <a:off x="-5868325" y="3273750"/>
                <a:ext cx="85075" cy="84300"/>
              </a:xfrm>
              <a:custGeom>
                <a:avLst/>
                <a:gdLst/>
                <a:ahLst/>
                <a:cxnLst/>
                <a:rect l="l" t="t" r="r" b="b"/>
                <a:pathLst>
                  <a:path w="3403" h="3372" extrusionOk="0">
                    <a:moveTo>
                      <a:pt x="1701" y="0"/>
                    </a:moveTo>
                    <a:cubicBezTo>
                      <a:pt x="788" y="0"/>
                      <a:pt x="0" y="756"/>
                      <a:pt x="0" y="1702"/>
                    </a:cubicBezTo>
                    <a:cubicBezTo>
                      <a:pt x="0" y="2615"/>
                      <a:pt x="788" y="3371"/>
                      <a:pt x="1701" y="3371"/>
                    </a:cubicBezTo>
                    <a:cubicBezTo>
                      <a:pt x="2646" y="3371"/>
                      <a:pt x="3403" y="2615"/>
                      <a:pt x="3403" y="1702"/>
                    </a:cubicBezTo>
                    <a:cubicBezTo>
                      <a:pt x="3403" y="756"/>
                      <a:pt x="2646" y="0"/>
                      <a:pt x="170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Google Shape;16224;p139">
                <a:extLst>
                  <a:ext uri="{FF2B5EF4-FFF2-40B4-BE49-F238E27FC236}">
                    <a16:creationId xmlns:a16="http://schemas.microsoft.com/office/drawing/2014/main" id="{0762ED94-8572-2728-7DCD-0FAF02ED6105}"/>
                  </a:ext>
                </a:extLst>
              </p:cNvPr>
              <p:cNvSpPr/>
              <p:nvPr/>
            </p:nvSpPr>
            <p:spPr>
              <a:xfrm>
                <a:off x="-5971525" y="3308400"/>
                <a:ext cx="292250" cy="256000"/>
              </a:xfrm>
              <a:custGeom>
                <a:avLst/>
                <a:gdLst/>
                <a:ahLst/>
                <a:cxnLst/>
                <a:rect l="l" t="t" r="r" b="b"/>
                <a:pathLst>
                  <a:path w="11690" h="10240" extrusionOk="0">
                    <a:moveTo>
                      <a:pt x="2049" y="1"/>
                    </a:moveTo>
                    <a:cubicBezTo>
                      <a:pt x="1324" y="1"/>
                      <a:pt x="694" y="599"/>
                      <a:pt x="694" y="1355"/>
                    </a:cubicBezTo>
                    <a:cubicBezTo>
                      <a:pt x="694" y="1733"/>
                      <a:pt x="852" y="2080"/>
                      <a:pt x="1072" y="2300"/>
                    </a:cubicBezTo>
                    <a:cubicBezTo>
                      <a:pt x="442" y="2647"/>
                      <a:pt x="1" y="3340"/>
                      <a:pt x="1" y="4096"/>
                    </a:cubicBezTo>
                    <a:lnTo>
                      <a:pt x="1" y="5766"/>
                    </a:lnTo>
                    <a:cubicBezTo>
                      <a:pt x="1" y="6207"/>
                      <a:pt x="284" y="6617"/>
                      <a:pt x="694" y="6774"/>
                    </a:cubicBezTo>
                    <a:lnTo>
                      <a:pt x="694" y="8538"/>
                    </a:lnTo>
                    <a:cubicBezTo>
                      <a:pt x="694" y="9074"/>
                      <a:pt x="1167" y="9546"/>
                      <a:pt x="1702" y="9546"/>
                    </a:cubicBezTo>
                    <a:lnTo>
                      <a:pt x="2364" y="9546"/>
                    </a:lnTo>
                    <a:cubicBezTo>
                      <a:pt x="2931" y="9546"/>
                      <a:pt x="3403" y="9074"/>
                      <a:pt x="3403" y="8538"/>
                    </a:cubicBezTo>
                    <a:lnTo>
                      <a:pt x="3403" y="6774"/>
                    </a:lnTo>
                    <a:cubicBezTo>
                      <a:pt x="3529" y="6711"/>
                      <a:pt x="3624" y="6648"/>
                      <a:pt x="3750" y="6522"/>
                    </a:cubicBezTo>
                    <a:cubicBezTo>
                      <a:pt x="3876" y="6585"/>
                      <a:pt x="3939" y="6680"/>
                      <a:pt x="4097" y="6774"/>
                    </a:cubicBezTo>
                    <a:lnTo>
                      <a:pt x="4097" y="9200"/>
                    </a:lnTo>
                    <a:cubicBezTo>
                      <a:pt x="4097" y="9735"/>
                      <a:pt x="4569" y="10240"/>
                      <a:pt x="5136" y="10240"/>
                    </a:cubicBezTo>
                    <a:lnTo>
                      <a:pt x="6522" y="10240"/>
                    </a:lnTo>
                    <a:cubicBezTo>
                      <a:pt x="7058" y="10240"/>
                      <a:pt x="7562" y="9767"/>
                      <a:pt x="7562" y="9200"/>
                    </a:cubicBezTo>
                    <a:lnTo>
                      <a:pt x="7562" y="6774"/>
                    </a:lnTo>
                    <a:cubicBezTo>
                      <a:pt x="7688" y="6711"/>
                      <a:pt x="7814" y="6648"/>
                      <a:pt x="7940" y="6522"/>
                    </a:cubicBezTo>
                    <a:cubicBezTo>
                      <a:pt x="8035" y="6585"/>
                      <a:pt x="8129" y="6680"/>
                      <a:pt x="8287" y="6774"/>
                    </a:cubicBezTo>
                    <a:lnTo>
                      <a:pt x="8287" y="8538"/>
                    </a:lnTo>
                    <a:cubicBezTo>
                      <a:pt x="8287" y="9074"/>
                      <a:pt x="8759" y="9546"/>
                      <a:pt x="9295" y="9546"/>
                    </a:cubicBezTo>
                    <a:lnTo>
                      <a:pt x="9988" y="9546"/>
                    </a:lnTo>
                    <a:cubicBezTo>
                      <a:pt x="10524" y="9546"/>
                      <a:pt x="10996" y="9074"/>
                      <a:pt x="10996" y="8538"/>
                    </a:cubicBezTo>
                    <a:lnTo>
                      <a:pt x="10996" y="6774"/>
                    </a:lnTo>
                    <a:cubicBezTo>
                      <a:pt x="11406" y="6617"/>
                      <a:pt x="11658" y="6238"/>
                      <a:pt x="11658" y="5766"/>
                    </a:cubicBezTo>
                    <a:lnTo>
                      <a:pt x="11658" y="4096"/>
                    </a:lnTo>
                    <a:cubicBezTo>
                      <a:pt x="11689" y="3340"/>
                      <a:pt x="11280" y="2678"/>
                      <a:pt x="10650" y="2300"/>
                    </a:cubicBezTo>
                    <a:cubicBezTo>
                      <a:pt x="10870" y="2080"/>
                      <a:pt x="11028" y="1733"/>
                      <a:pt x="11028" y="1355"/>
                    </a:cubicBezTo>
                    <a:cubicBezTo>
                      <a:pt x="11028" y="599"/>
                      <a:pt x="10398" y="1"/>
                      <a:pt x="9641" y="1"/>
                    </a:cubicBezTo>
                    <a:cubicBezTo>
                      <a:pt x="8917" y="1"/>
                      <a:pt x="8287" y="599"/>
                      <a:pt x="8287" y="1355"/>
                    </a:cubicBezTo>
                    <a:cubicBezTo>
                      <a:pt x="8287" y="1733"/>
                      <a:pt x="8444" y="2080"/>
                      <a:pt x="8665" y="2300"/>
                    </a:cubicBezTo>
                    <a:cubicBezTo>
                      <a:pt x="8444" y="2426"/>
                      <a:pt x="8224" y="2584"/>
                      <a:pt x="8066" y="2773"/>
                    </a:cubicBezTo>
                    <a:cubicBezTo>
                      <a:pt x="7972" y="2521"/>
                      <a:pt x="7751" y="2237"/>
                      <a:pt x="7562" y="2017"/>
                    </a:cubicBezTo>
                    <a:cubicBezTo>
                      <a:pt x="7216" y="2395"/>
                      <a:pt x="6743" y="2584"/>
                      <a:pt x="6239" y="2647"/>
                    </a:cubicBezTo>
                    <a:lnTo>
                      <a:pt x="6239" y="4380"/>
                    </a:lnTo>
                    <a:cubicBezTo>
                      <a:pt x="6239" y="4604"/>
                      <a:pt x="6043" y="4722"/>
                      <a:pt x="5851" y="4722"/>
                    </a:cubicBezTo>
                    <a:cubicBezTo>
                      <a:pt x="5665" y="4722"/>
                      <a:pt x="5483" y="4612"/>
                      <a:pt x="5483" y="4380"/>
                    </a:cubicBezTo>
                    <a:lnTo>
                      <a:pt x="5483" y="2647"/>
                    </a:lnTo>
                    <a:cubicBezTo>
                      <a:pt x="4979" y="2584"/>
                      <a:pt x="4506" y="2332"/>
                      <a:pt x="4160" y="2017"/>
                    </a:cubicBezTo>
                    <a:cubicBezTo>
                      <a:pt x="3908" y="2237"/>
                      <a:pt x="3750" y="2521"/>
                      <a:pt x="3624" y="2773"/>
                    </a:cubicBezTo>
                    <a:cubicBezTo>
                      <a:pt x="3466" y="2584"/>
                      <a:pt x="3277" y="2426"/>
                      <a:pt x="3057" y="2300"/>
                    </a:cubicBezTo>
                    <a:cubicBezTo>
                      <a:pt x="3277" y="2080"/>
                      <a:pt x="3435" y="1733"/>
                      <a:pt x="3435" y="1355"/>
                    </a:cubicBezTo>
                    <a:cubicBezTo>
                      <a:pt x="3435" y="599"/>
                      <a:pt x="2805" y="1"/>
                      <a:pt x="2049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" name="Google Shape;16225;p139">
              <a:extLst>
                <a:ext uri="{FF2B5EF4-FFF2-40B4-BE49-F238E27FC236}">
                  <a16:creationId xmlns:a16="http://schemas.microsoft.com/office/drawing/2014/main" id="{916AF4EB-595F-318A-01A2-005B62DB913B}"/>
                </a:ext>
              </a:extLst>
            </p:cNvPr>
            <p:cNvGrpSpPr/>
            <p:nvPr/>
          </p:nvGrpSpPr>
          <p:grpSpPr>
            <a:xfrm>
              <a:off x="1928310" y="2203826"/>
              <a:ext cx="432150" cy="422395"/>
              <a:chOff x="-5974675" y="3632100"/>
              <a:chExt cx="300125" cy="293350"/>
            </a:xfrm>
            <a:grpFill/>
          </p:grpSpPr>
          <p:sp>
            <p:nvSpPr>
              <p:cNvPr id="479" name="Google Shape;16226;p139">
                <a:extLst>
                  <a:ext uri="{FF2B5EF4-FFF2-40B4-BE49-F238E27FC236}">
                    <a16:creationId xmlns:a16="http://schemas.microsoft.com/office/drawing/2014/main" id="{EB6E7756-5253-FE65-71ED-4BAAD5B0240C}"/>
                  </a:ext>
                </a:extLst>
              </p:cNvPr>
              <p:cNvSpPr/>
              <p:nvPr/>
            </p:nvSpPr>
            <p:spPr>
              <a:xfrm>
                <a:off x="-5974675" y="3701875"/>
                <a:ext cx="141025" cy="221650"/>
              </a:xfrm>
              <a:custGeom>
                <a:avLst/>
                <a:gdLst/>
                <a:ahLst/>
                <a:cxnLst/>
                <a:rect l="l" t="t" r="r" b="b"/>
                <a:pathLst>
                  <a:path w="5641" h="8866" extrusionOk="0">
                    <a:moveTo>
                      <a:pt x="540" y="1"/>
                    </a:moveTo>
                    <a:cubicBezTo>
                      <a:pt x="331" y="1"/>
                      <a:pt x="123" y="188"/>
                      <a:pt x="221" y="423"/>
                    </a:cubicBezTo>
                    <a:lnTo>
                      <a:pt x="568" y="1526"/>
                    </a:lnTo>
                    <a:cubicBezTo>
                      <a:pt x="788" y="2251"/>
                      <a:pt x="1419" y="2723"/>
                      <a:pt x="2175" y="2723"/>
                    </a:cubicBezTo>
                    <a:lnTo>
                      <a:pt x="2899" y="2723"/>
                    </a:lnTo>
                    <a:lnTo>
                      <a:pt x="2899" y="4110"/>
                    </a:lnTo>
                    <a:lnTo>
                      <a:pt x="473" y="4110"/>
                    </a:lnTo>
                    <a:cubicBezTo>
                      <a:pt x="64" y="4110"/>
                      <a:pt x="1" y="4771"/>
                      <a:pt x="473" y="4771"/>
                    </a:cubicBezTo>
                    <a:lnTo>
                      <a:pt x="2899" y="4771"/>
                    </a:lnTo>
                    <a:lnTo>
                      <a:pt x="2899" y="5779"/>
                    </a:lnTo>
                    <a:cubicBezTo>
                      <a:pt x="2899" y="5905"/>
                      <a:pt x="2899" y="6031"/>
                      <a:pt x="2931" y="6126"/>
                    </a:cubicBezTo>
                    <a:lnTo>
                      <a:pt x="2175" y="6126"/>
                    </a:lnTo>
                    <a:cubicBezTo>
                      <a:pt x="1419" y="6126"/>
                      <a:pt x="788" y="6598"/>
                      <a:pt x="568" y="7323"/>
                    </a:cubicBezTo>
                    <a:lnTo>
                      <a:pt x="221" y="8426"/>
                    </a:lnTo>
                    <a:cubicBezTo>
                      <a:pt x="126" y="8691"/>
                      <a:pt x="329" y="8866"/>
                      <a:pt x="533" y="8866"/>
                    </a:cubicBezTo>
                    <a:cubicBezTo>
                      <a:pt x="667" y="8866"/>
                      <a:pt x="801" y="8790"/>
                      <a:pt x="852" y="8615"/>
                    </a:cubicBezTo>
                    <a:lnTo>
                      <a:pt x="1198" y="7512"/>
                    </a:lnTo>
                    <a:cubicBezTo>
                      <a:pt x="1356" y="7071"/>
                      <a:pt x="1734" y="6819"/>
                      <a:pt x="2175" y="6819"/>
                    </a:cubicBezTo>
                    <a:lnTo>
                      <a:pt x="3088" y="6819"/>
                    </a:lnTo>
                    <a:cubicBezTo>
                      <a:pt x="3466" y="7922"/>
                      <a:pt x="4475" y="8709"/>
                      <a:pt x="5640" y="8835"/>
                    </a:cubicBezTo>
                    <a:lnTo>
                      <a:pt x="5640" y="613"/>
                    </a:lnTo>
                    <a:lnTo>
                      <a:pt x="3939" y="613"/>
                    </a:lnTo>
                    <a:cubicBezTo>
                      <a:pt x="3372" y="676"/>
                      <a:pt x="2899" y="1148"/>
                      <a:pt x="2899" y="1684"/>
                    </a:cubicBezTo>
                    <a:lnTo>
                      <a:pt x="2899" y="2062"/>
                    </a:lnTo>
                    <a:lnTo>
                      <a:pt x="2175" y="2062"/>
                    </a:lnTo>
                    <a:cubicBezTo>
                      <a:pt x="1734" y="2062"/>
                      <a:pt x="1356" y="1778"/>
                      <a:pt x="1198" y="1337"/>
                    </a:cubicBezTo>
                    <a:lnTo>
                      <a:pt x="852" y="234"/>
                    </a:lnTo>
                    <a:cubicBezTo>
                      <a:pt x="792" y="69"/>
                      <a:pt x="666" y="1"/>
                      <a:pt x="540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Google Shape;16227;p139">
                <a:extLst>
                  <a:ext uri="{FF2B5EF4-FFF2-40B4-BE49-F238E27FC236}">
                    <a16:creationId xmlns:a16="http://schemas.microsoft.com/office/drawing/2014/main" id="{A679ECF4-98F5-7513-E9B0-DDB2D8B2000F}"/>
                  </a:ext>
                </a:extLst>
              </p:cNvPr>
              <p:cNvSpPr/>
              <p:nvPr/>
            </p:nvSpPr>
            <p:spPr>
              <a:xfrm>
                <a:off x="-5880150" y="3632100"/>
                <a:ext cx="108725" cy="68550"/>
              </a:xfrm>
              <a:custGeom>
                <a:avLst/>
                <a:gdLst/>
                <a:ahLst/>
                <a:cxnLst/>
                <a:rect l="l" t="t" r="r" b="b"/>
                <a:pathLst>
                  <a:path w="4349" h="2742" extrusionOk="0">
                    <a:moveTo>
                      <a:pt x="788" y="1"/>
                    </a:moveTo>
                    <a:cubicBezTo>
                      <a:pt x="599" y="1"/>
                      <a:pt x="442" y="159"/>
                      <a:pt x="442" y="348"/>
                    </a:cubicBezTo>
                    <a:lnTo>
                      <a:pt x="442" y="1009"/>
                    </a:lnTo>
                    <a:cubicBezTo>
                      <a:pt x="442" y="1324"/>
                      <a:pt x="599" y="1608"/>
                      <a:pt x="788" y="1797"/>
                    </a:cubicBezTo>
                    <a:cubicBezTo>
                      <a:pt x="442" y="2049"/>
                      <a:pt x="158" y="2364"/>
                      <a:pt x="0" y="2742"/>
                    </a:cubicBezTo>
                    <a:lnTo>
                      <a:pt x="4348" y="2742"/>
                    </a:lnTo>
                    <a:cubicBezTo>
                      <a:pt x="4159" y="2364"/>
                      <a:pt x="3876" y="2049"/>
                      <a:pt x="3561" y="1797"/>
                    </a:cubicBezTo>
                    <a:cubicBezTo>
                      <a:pt x="3813" y="1608"/>
                      <a:pt x="3907" y="1324"/>
                      <a:pt x="3907" y="1009"/>
                    </a:cubicBezTo>
                    <a:lnTo>
                      <a:pt x="3907" y="348"/>
                    </a:lnTo>
                    <a:cubicBezTo>
                      <a:pt x="3907" y="123"/>
                      <a:pt x="3736" y="5"/>
                      <a:pt x="3568" y="5"/>
                    </a:cubicBezTo>
                    <a:cubicBezTo>
                      <a:pt x="3405" y="5"/>
                      <a:pt x="3245" y="115"/>
                      <a:pt x="3245" y="348"/>
                    </a:cubicBezTo>
                    <a:lnTo>
                      <a:pt x="3245" y="1009"/>
                    </a:lnTo>
                    <a:cubicBezTo>
                      <a:pt x="3245" y="1230"/>
                      <a:pt x="3088" y="1387"/>
                      <a:pt x="2899" y="1387"/>
                    </a:cubicBezTo>
                    <a:lnTo>
                      <a:pt x="1513" y="1387"/>
                    </a:lnTo>
                    <a:cubicBezTo>
                      <a:pt x="1324" y="1387"/>
                      <a:pt x="1166" y="1230"/>
                      <a:pt x="1166" y="1009"/>
                    </a:cubicBezTo>
                    <a:lnTo>
                      <a:pt x="1166" y="348"/>
                    </a:lnTo>
                    <a:cubicBezTo>
                      <a:pt x="1166" y="159"/>
                      <a:pt x="1009" y="1"/>
                      <a:pt x="788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Google Shape;16228;p139">
                <a:extLst>
                  <a:ext uri="{FF2B5EF4-FFF2-40B4-BE49-F238E27FC236}">
                    <a16:creationId xmlns:a16="http://schemas.microsoft.com/office/drawing/2014/main" id="{464919C5-B6EA-EC4E-E4A8-1E85D3D7313B}"/>
                  </a:ext>
                </a:extLst>
              </p:cNvPr>
              <p:cNvSpPr/>
              <p:nvPr/>
            </p:nvSpPr>
            <p:spPr>
              <a:xfrm>
                <a:off x="-5814775" y="3702500"/>
                <a:ext cx="140225" cy="222950"/>
              </a:xfrm>
              <a:custGeom>
                <a:avLst/>
                <a:gdLst/>
                <a:ahLst/>
                <a:cxnLst/>
                <a:rect l="l" t="t" r="r" b="b"/>
                <a:pathLst>
                  <a:path w="5609" h="8918" extrusionOk="0">
                    <a:moveTo>
                      <a:pt x="5092" y="1"/>
                    </a:moveTo>
                    <a:cubicBezTo>
                      <a:pt x="4964" y="1"/>
                      <a:pt x="4837" y="72"/>
                      <a:pt x="4789" y="241"/>
                    </a:cubicBezTo>
                    <a:lnTo>
                      <a:pt x="4443" y="1344"/>
                    </a:lnTo>
                    <a:cubicBezTo>
                      <a:pt x="4285" y="1785"/>
                      <a:pt x="3907" y="2068"/>
                      <a:pt x="3466" y="2068"/>
                    </a:cubicBezTo>
                    <a:lnTo>
                      <a:pt x="2710" y="2068"/>
                    </a:lnTo>
                    <a:lnTo>
                      <a:pt x="2710" y="1722"/>
                    </a:lnTo>
                    <a:cubicBezTo>
                      <a:pt x="2710" y="1155"/>
                      <a:pt x="2237" y="682"/>
                      <a:pt x="1702" y="682"/>
                    </a:cubicBezTo>
                    <a:lnTo>
                      <a:pt x="0" y="682"/>
                    </a:lnTo>
                    <a:lnTo>
                      <a:pt x="0" y="8873"/>
                    </a:lnTo>
                    <a:cubicBezTo>
                      <a:pt x="1198" y="8747"/>
                      <a:pt x="2174" y="7928"/>
                      <a:pt x="2552" y="6857"/>
                    </a:cubicBezTo>
                    <a:lnTo>
                      <a:pt x="3466" y="6857"/>
                    </a:lnTo>
                    <a:cubicBezTo>
                      <a:pt x="3907" y="6857"/>
                      <a:pt x="4285" y="7140"/>
                      <a:pt x="4443" y="7582"/>
                    </a:cubicBezTo>
                    <a:lnTo>
                      <a:pt x="4789" y="8684"/>
                    </a:lnTo>
                    <a:cubicBezTo>
                      <a:pt x="4848" y="8850"/>
                      <a:pt x="4974" y="8918"/>
                      <a:pt x="5100" y="8918"/>
                    </a:cubicBezTo>
                    <a:cubicBezTo>
                      <a:pt x="5309" y="8918"/>
                      <a:pt x="5518" y="8731"/>
                      <a:pt x="5419" y="8495"/>
                    </a:cubicBezTo>
                    <a:lnTo>
                      <a:pt x="5041" y="7298"/>
                    </a:lnTo>
                    <a:cubicBezTo>
                      <a:pt x="4789" y="6573"/>
                      <a:pt x="4159" y="6101"/>
                      <a:pt x="3434" y="6101"/>
                    </a:cubicBezTo>
                    <a:lnTo>
                      <a:pt x="2678" y="6101"/>
                    </a:lnTo>
                    <a:cubicBezTo>
                      <a:pt x="2678" y="6006"/>
                      <a:pt x="2710" y="5880"/>
                      <a:pt x="2710" y="5754"/>
                    </a:cubicBezTo>
                    <a:lnTo>
                      <a:pt x="2710" y="4778"/>
                    </a:lnTo>
                    <a:lnTo>
                      <a:pt x="5136" y="4778"/>
                    </a:lnTo>
                    <a:cubicBezTo>
                      <a:pt x="5545" y="4778"/>
                      <a:pt x="5608" y="4116"/>
                      <a:pt x="5136" y="4116"/>
                    </a:cubicBezTo>
                    <a:lnTo>
                      <a:pt x="2710" y="4116"/>
                    </a:lnTo>
                    <a:lnTo>
                      <a:pt x="2710" y="2730"/>
                    </a:lnTo>
                    <a:lnTo>
                      <a:pt x="3466" y="2730"/>
                    </a:lnTo>
                    <a:cubicBezTo>
                      <a:pt x="4222" y="2730"/>
                      <a:pt x="4852" y="2257"/>
                      <a:pt x="5073" y="1564"/>
                    </a:cubicBezTo>
                    <a:lnTo>
                      <a:pt x="5419" y="461"/>
                    </a:lnTo>
                    <a:cubicBezTo>
                      <a:pt x="5517" y="189"/>
                      <a:pt x="5301" y="1"/>
                      <a:pt x="509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" name="Google Shape;16229;p139">
              <a:extLst>
                <a:ext uri="{FF2B5EF4-FFF2-40B4-BE49-F238E27FC236}">
                  <a16:creationId xmlns:a16="http://schemas.microsoft.com/office/drawing/2014/main" id="{28E03EC4-8570-6D9A-A054-F1C2D3FBAB85}"/>
                </a:ext>
              </a:extLst>
            </p:cNvPr>
            <p:cNvGrpSpPr/>
            <p:nvPr/>
          </p:nvGrpSpPr>
          <p:grpSpPr>
            <a:xfrm>
              <a:off x="1958351" y="2755694"/>
              <a:ext cx="395865" cy="421927"/>
              <a:chOff x="-5971525" y="3990475"/>
              <a:chExt cx="274925" cy="293025"/>
            </a:xfrm>
            <a:grpFill/>
          </p:grpSpPr>
          <p:sp>
            <p:nvSpPr>
              <p:cNvPr id="475" name="Google Shape;16230;p139">
                <a:extLst>
                  <a:ext uri="{FF2B5EF4-FFF2-40B4-BE49-F238E27FC236}">
                    <a16:creationId xmlns:a16="http://schemas.microsoft.com/office/drawing/2014/main" id="{6CD61567-2164-7250-1AA0-68080088C33A}"/>
                  </a:ext>
                </a:extLst>
              </p:cNvPr>
              <p:cNvSpPr/>
              <p:nvPr/>
            </p:nvSpPr>
            <p:spPr>
              <a:xfrm>
                <a:off x="-5851000" y="4061375"/>
                <a:ext cx="102400" cy="33875"/>
              </a:xfrm>
              <a:custGeom>
                <a:avLst/>
                <a:gdLst/>
                <a:ahLst/>
                <a:cxnLst/>
                <a:rect l="l" t="t" r="r" b="b"/>
                <a:pathLst>
                  <a:path w="4096" h="1355" extrusionOk="0">
                    <a:moveTo>
                      <a:pt x="0" y="0"/>
                    </a:moveTo>
                    <a:lnTo>
                      <a:pt x="0" y="1355"/>
                    </a:lnTo>
                    <a:lnTo>
                      <a:pt x="4096" y="1355"/>
                    </a:lnTo>
                    <a:lnTo>
                      <a:pt x="40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Google Shape;16231;p139">
                <a:extLst>
                  <a:ext uri="{FF2B5EF4-FFF2-40B4-BE49-F238E27FC236}">
                    <a16:creationId xmlns:a16="http://schemas.microsoft.com/office/drawing/2014/main" id="{4BDA2239-BCA6-5095-A2DF-2FD61B37AA15}"/>
                  </a:ext>
                </a:extLst>
              </p:cNvPr>
              <p:cNvSpPr/>
              <p:nvPr/>
            </p:nvSpPr>
            <p:spPr>
              <a:xfrm>
                <a:off x="-5971525" y="3990475"/>
                <a:ext cx="69350" cy="275700"/>
              </a:xfrm>
              <a:custGeom>
                <a:avLst/>
                <a:gdLst/>
                <a:ahLst/>
                <a:cxnLst/>
                <a:rect l="l" t="t" r="r" b="b"/>
                <a:pathLst>
                  <a:path w="2774" h="11028" extrusionOk="0">
                    <a:moveTo>
                      <a:pt x="1041" y="1"/>
                    </a:moveTo>
                    <a:lnTo>
                      <a:pt x="1041" y="32"/>
                    </a:lnTo>
                    <a:cubicBezTo>
                      <a:pt x="473" y="32"/>
                      <a:pt x="1" y="505"/>
                      <a:pt x="1" y="1072"/>
                    </a:cubicBezTo>
                    <a:lnTo>
                      <a:pt x="1" y="9988"/>
                    </a:lnTo>
                    <a:cubicBezTo>
                      <a:pt x="1" y="10555"/>
                      <a:pt x="473" y="11027"/>
                      <a:pt x="1041" y="11027"/>
                    </a:cubicBezTo>
                    <a:lnTo>
                      <a:pt x="2395" y="11027"/>
                    </a:lnTo>
                    <a:cubicBezTo>
                      <a:pt x="2521" y="11027"/>
                      <a:pt x="2647" y="10996"/>
                      <a:pt x="2773" y="10933"/>
                    </a:cubicBezTo>
                    <a:lnTo>
                      <a:pt x="2773" y="64"/>
                    </a:lnTo>
                    <a:cubicBezTo>
                      <a:pt x="2647" y="32"/>
                      <a:pt x="2521" y="1"/>
                      <a:pt x="239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Google Shape;16232;p139">
                <a:extLst>
                  <a:ext uri="{FF2B5EF4-FFF2-40B4-BE49-F238E27FC236}">
                    <a16:creationId xmlns:a16="http://schemas.microsoft.com/office/drawing/2014/main" id="{C698ED2A-8B8E-505A-2F37-466289F859D2}"/>
                  </a:ext>
                </a:extLst>
              </p:cNvPr>
              <p:cNvSpPr/>
              <p:nvPr/>
            </p:nvSpPr>
            <p:spPr>
              <a:xfrm>
                <a:off x="-5851000" y="4214950"/>
                <a:ext cx="103200" cy="68550"/>
              </a:xfrm>
              <a:custGeom>
                <a:avLst/>
                <a:gdLst/>
                <a:ahLst/>
                <a:cxnLst/>
                <a:rect l="l" t="t" r="r" b="b"/>
                <a:pathLst>
                  <a:path w="4128" h="2742" extrusionOk="0">
                    <a:moveTo>
                      <a:pt x="3056" y="694"/>
                    </a:moveTo>
                    <a:cubicBezTo>
                      <a:pt x="3277" y="694"/>
                      <a:pt x="3434" y="851"/>
                      <a:pt x="3434" y="1072"/>
                    </a:cubicBezTo>
                    <a:cubicBezTo>
                      <a:pt x="3434" y="1261"/>
                      <a:pt x="3277" y="1418"/>
                      <a:pt x="3056" y="1418"/>
                    </a:cubicBezTo>
                    <a:lnTo>
                      <a:pt x="1008" y="1418"/>
                    </a:lnTo>
                    <a:cubicBezTo>
                      <a:pt x="819" y="1418"/>
                      <a:pt x="662" y="1261"/>
                      <a:pt x="662" y="1072"/>
                    </a:cubicBezTo>
                    <a:cubicBezTo>
                      <a:pt x="662" y="851"/>
                      <a:pt x="819" y="694"/>
                      <a:pt x="1008" y="694"/>
                    </a:cubicBezTo>
                    <a:close/>
                    <a:moveTo>
                      <a:pt x="32" y="1"/>
                    </a:moveTo>
                    <a:lnTo>
                      <a:pt x="32" y="2395"/>
                    </a:lnTo>
                    <a:lnTo>
                      <a:pt x="0" y="2395"/>
                    </a:lnTo>
                    <a:cubicBezTo>
                      <a:pt x="0" y="2584"/>
                      <a:pt x="158" y="2741"/>
                      <a:pt x="347" y="2741"/>
                    </a:cubicBezTo>
                    <a:lnTo>
                      <a:pt x="3781" y="2741"/>
                    </a:lnTo>
                    <a:cubicBezTo>
                      <a:pt x="3970" y="2741"/>
                      <a:pt x="4127" y="2584"/>
                      <a:pt x="4127" y="2395"/>
                    </a:cubicBezTo>
                    <a:lnTo>
                      <a:pt x="412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Google Shape;16233;p139">
                <a:extLst>
                  <a:ext uri="{FF2B5EF4-FFF2-40B4-BE49-F238E27FC236}">
                    <a16:creationId xmlns:a16="http://schemas.microsoft.com/office/drawing/2014/main" id="{8BB849DD-CD82-0CA5-DF8E-B6DD5F7F66A3}"/>
                  </a:ext>
                </a:extLst>
              </p:cNvPr>
              <p:cNvSpPr/>
              <p:nvPr/>
            </p:nvSpPr>
            <p:spPr>
              <a:xfrm>
                <a:off x="-5885675" y="4010175"/>
                <a:ext cx="189075" cy="239450"/>
              </a:xfrm>
              <a:custGeom>
                <a:avLst/>
                <a:gdLst/>
                <a:ahLst/>
                <a:cxnLst/>
                <a:rect l="l" t="t" r="r" b="b"/>
                <a:pathLst>
                  <a:path w="7563" h="9578" extrusionOk="0">
                    <a:moveTo>
                      <a:pt x="5829" y="1323"/>
                    </a:moveTo>
                    <a:cubicBezTo>
                      <a:pt x="6018" y="1323"/>
                      <a:pt x="6176" y="1481"/>
                      <a:pt x="6176" y="1702"/>
                    </a:cubicBezTo>
                    <a:lnTo>
                      <a:pt x="6176" y="3749"/>
                    </a:lnTo>
                    <a:cubicBezTo>
                      <a:pt x="6176" y="3938"/>
                      <a:pt x="6018" y="4096"/>
                      <a:pt x="5829" y="4096"/>
                    </a:cubicBezTo>
                    <a:lnTo>
                      <a:pt x="1009" y="4096"/>
                    </a:lnTo>
                    <a:cubicBezTo>
                      <a:pt x="820" y="4096"/>
                      <a:pt x="663" y="3938"/>
                      <a:pt x="663" y="3749"/>
                    </a:cubicBezTo>
                    <a:lnTo>
                      <a:pt x="663" y="1702"/>
                    </a:lnTo>
                    <a:cubicBezTo>
                      <a:pt x="663" y="1481"/>
                      <a:pt x="820" y="1323"/>
                      <a:pt x="1009" y="1323"/>
                    </a:cubicBezTo>
                    <a:close/>
                    <a:moveTo>
                      <a:pt x="1734" y="4789"/>
                    </a:moveTo>
                    <a:cubicBezTo>
                      <a:pt x="2175" y="4789"/>
                      <a:pt x="2175" y="5482"/>
                      <a:pt x="1734" y="5482"/>
                    </a:cubicBezTo>
                    <a:lnTo>
                      <a:pt x="1072" y="5482"/>
                    </a:lnTo>
                    <a:cubicBezTo>
                      <a:pt x="631" y="5482"/>
                      <a:pt x="600" y="4789"/>
                      <a:pt x="1072" y="4789"/>
                    </a:cubicBezTo>
                    <a:close/>
                    <a:moveTo>
                      <a:pt x="3782" y="4758"/>
                    </a:moveTo>
                    <a:cubicBezTo>
                      <a:pt x="4223" y="4789"/>
                      <a:pt x="4223" y="5482"/>
                      <a:pt x="3782" y="5482"/>
                    </a:cubicBezTo>
                    <a:lnTo>
                      <a:pt x="3120" y="5482"/>
                    </a:lnTo>
                    <a:cubicBezTo>
                      <a:pt x="2899" y="5482"/>
                      <a:pt x="2742" y="5325"/>
                      <a:pt x="2742" y="5104"/>
                    </a:cubicBezTo>
                    <a:cubicBezTo>
                      <a:pt x="2742" y="4915"/>
                      <a:pt x="2899" y="4758"/>
                      <a:pt x="3120" y="4758"/>
                    </a:cubicBezTo>
                    <a:close/>
                    <a:moveTo>
                      <a:pt x="5829" y="4789"/>
                    </a:moveTo>
                    <a:cubicBezTo>
                      <a:pt x="6270" y="4789"/>
                      <a:pt x="6302" y="5482"/>
                      <a:pt x="5829" y="5482"/>
                    </a:cubicBezTo>
                    <a:lnTo>
                      <a:pt x="5168" y="5482"/>
                    </a:lnTo>
                    <a:cubicBezTo>
                      <a:pt x="4727" y="5482"/>
                      <a:pt x="4695" y="4789"/>
                      <a:pt x="5168" y="4789"/>
                    </a:cubicBezTo>
                    <a:close/>
                    <a:moveTo>
                      <a:pt x="1762" y="6174"/>
                    </a:moveTo>
                    <a:cubicBezTo>
                      <a:pt x="2175" y="6174"/>
                      <a:pt x="2165" y="6837"/>
                      <a:pt x="1734" y="6837"/>
                    </a:cubicBezTo>
                    <a:lnTo>
                      <a:pt x="1072" y="6837"/>
                    </a:lnTo>
                    <a:cubicBezTo>
                      <a:pt x="631" y="6837"/>
                      <a:pt x="600" y="6175"/>
                      <a:pt x="1072" y="6175"/>
                    </a:cubicBezTo>
                    <a:lnTo>
                      <a:pt x="1734" y="6175"/>
                    </a:lnTo>
                    <a:cubicBezTo>
                      <a:pt x="1744" y="6175"/>
                      <a:pt x="1753" y="6174"/>
                      <a:pt x="1762" y="6174"/>
                    </a:cubicBezTo>
                    <a:close/>
                    <a:moveTo>
                      <a:pt x="3782" y="6144"/>
                    </a:moveTo>
                    <a:cubicBezTo>
                      <a:pt x="4223" y="6144"/>
                      <a:pt x="4223" y="6837"/>
                      <a:pt x="3782" y="6837"/>
                    </a:cubicBezTo>
                    <a:lnTo>
                      <a:pt x="3120" y="6837"/>
                    </a:lnTo>
                    <a:cubicBezTo>
                      <a:pt x="2899" y="6837"/>
                      <a:pt x="2742" y="6679"/>
                      <a:pt x="2742" y="6490"/>
                    </a:cubicBezTo>
                    <a:cubicBezTo>
                      <a:pt x="2742" y="6301"/>
                      <a:pt x="2899" y="6144"/>
                      <a:pt x="3120" y="6144"/>
                    </a:cubicBezTo>
                    <a:close/>
                    <a:moveTo>
                      <a:pt x="5858" y="6174"/>
                    </a:moveTo>
                    <a:cubicBezTo>
                      <a:pt x="6272" y="6174"/>
                      <a:pt x="6291" y="6837"/>
                      <a:pt x="5829" y="6837"/>
                    </a:cubicBezTo>
                    <a:lnTo>
                      <a:pt x="5168" y="6837"/>
                    </a:lnTo>
                    <a:cubicBezTo>
                      <a:pt x="4727" y="6837"/>
                      <a:pt x="4695" y="6175"/>
                      <a:pt x="5168" y="6175"/>
                    </a:cubicBezTo>
                    <a:lnTo>
                      <a:pt x="5829" y="6175"/>
                    </a:lnTo>
                    <a:cubicBezTo>
                      <a:pt x="5839" y="6175"/>
                      <a:pt x="5849" y="6174"/>
                      <a:pt x="5858" y="6174"/>
                    </a:cubicBezTo>
                    <a:close/>
                    <a:moveTo>
                      <a:pt x="1" y="0"/>
                    </a:moveTo>
                    <a:lnTo>
                      <a:pt x="1" y="9578"/>
                    </a:lnTo>
                    <a:lnTo>
                      <a:pt x="663" y="9578"/>
                    </a:lnTo>
                    <a:lnTo>
                      <a:pt x="663" y="7876"/>
                    </a:lnTo>
                    <a:cubicBezTo>
                      <a:pt x="663" y="7687"/>
                      <a:pt x="820" y="7530"/>
                      <a:pt x="1009" y="7530"/>
                    </a:cubicBezTo>
                    <a:lnTo>
                      <a:pt x="5829" y="7530"/>
                    </a:lnTo>
                    <a:cubicBezTo>
                      <a:pt x="6018" y="7530"/>
                      <a:pt x="6176" y="7687"/>
                      <a:pt x="6176" y="7876"/>
                    </a:cubicBezTo>
                    <a:lnTo>
                      <a:pt x="6176" y="9578"/>
                    </a:lnTo>
                    <a:lnTo>
                      <a:pt x="6522" y="9578"/>
                    </a:lnTo>
                    <a:cubicBezTo>
                      <a:pt x="7090" y="9578"/>
                      <a:pt x="7562" y="9105"/>
                      <a:pt x="7562" y="8538"/>
                    </a:cubicBezTo>
                    <a:lnTo>
                      <a:pt x="7562" y="1008"/>
                    </a:lnTo>
                    <a:cubicBezTo>
                      <a:pt x="7531" y="473"/>
                      <a:pt x="7090" y="0"/>
                      <a:pt x="649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" name="Google Shape;16234;p139">
              <a:extLst>
                <a:ext uri="{FF2B5EF4-FFF2-40B4-BE49-F238E27FC236}">
                  <a16:creationId xmlns:a16="http://schemas.microsoft.com/office/drawing/2014/main" id="{5B33CFC3-6408-B19B-1E5B-9ADEBEDB30A5}"/>
                </a:ext>
              </a:extLst>
            </p:cNvPr>
            <p:cNvGrpSpPr/>
            <p:nvPr/>
          </p:nvGrpSpPr>
          <p:grpSpPr>
            <a:xfrm>
              <a:off x="4631558" y="1689798"/>
              <a:ext cx="420775" cy="418507"/>
              <a:chOff x="-4118225" y="3253275"/>
              <a:chExt cx="292225" cy="290650"/>
            </a:xfrm>
            <a:grpFill/>
          </p:grpSpPr>
          <p:sp>
            <p:nvSpPr>
              <p:cNvPr id="473" name="Google Shape;16235;p139">
                <a:extLst>
                  <a:ext uri="{FF2B5EF4-FFF2-40B4-BE49-F238E27FC236}">
                    <a16:creationId xmlns:a16="http://schemas.microsoft.com/office/drawing/2014/main" id="{3365B4BA-71D5-7FE5-3F7B-43D796EC5F22}"/>
                  </a:ext>
                </a:extLst>
              </p:cNvPr>
              <p:cNvSpPr/>
              <p:nvPr/>
            </p:nvSpPr>
            <p:spPr>
              <a:xfrm>
                <a:off x="-4118225" y="3287125"/>
                <a:ext cx="256725" cy="256800"/>
              </a:xfrm>
              <a:custGeom>
                <a:avLst/>
                <a:gdLst/>
                <a:ahLst/>
                <a:cxnLst/>
                <a:rect l="l" t="t" r="r" b="b"/>
                <a:pathLst>
                  <a:path w="10269" h="10272" extrusionOk="0">
                    <a:moveTo>
                      <a:pt x="5104" y="1"/>
                    </a:moveTo>
                    <a:cubicBezTo>
                      <a:pt x="2268" y="1"/>
                      <a:pt x="0" y="2301"/>
                      <a:pt x="0" y="5136"/>
                    </a:cubicBezTo>
                    <a:cubicBezTo>
                      <a:pt x="0" y="7972"/>
                      <a:pt x="2268" y="10271"/>
                      <a:pt x="5104" y="10271"/>
                    </a:cubicBezTo>
                    <a:cubicBezTo>
                      <a:pt x="7939" y="10271"/>
                      <a:pt x="10239" y="8003"/>
                      <a:pt x="10239" y="5168"/>
                    </a:cubicBezTo>
                    <a:cubicBezTo>
                      <a:pt x="10268" y="4993"/>
                      <a:pt x="10108" y="4818"/>
                      <a:pt x="9910" y="4818"/>
                    </a:cubicBezTo>
                    <a:cubicBezTo>
                      <a:pt x="9894" y="4818"/>
                      <a:pt x="9877" y="4819"/>
                      <a:pt x="9861" y="4821"/>
                    </a:cubicBezTo>
                    <a:lnTo>
                      <a:pt x="5797" y="4821"/>
                    </a:lnTo>
                    <a:cubicBezTo>
                      <a:pt x="5639" y="4821"/>
                      <a:pt x="5450" y="4695"/>
                      <a:pt x="5450" y="4506"/>
                    </a:cubicBezTo>
                    <a:lnTo>
                      <a:pt x="5450" y="347"/>
                    </a:lnTo>
                    <a:cubicBezTo>
                      <a:pt x="5450" y="158"/>
                      <a:pt x="5324" y="1"/>
                      <a:pt x="510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Google Shape;16236;p139">
                <a:extLst>
                  <a:ext uri="{FF2B5EF4-FFF2-40B4-BE49-F238E27FC236}">
                    <a16:creationId xmlns:a16="http://schemas.microsoft.com/office/drawing/2014/main" id="{154234CE-5BF8-4A0C-57EA-2788B76F1348}"/>
                  </a:ext>
                </a:extLst>
              </p:cNvPr>
              <p:cNvSpPr/>
              <p:nvPr/>
            </p:nvSpPr>
            <p:spPr>
              <a:xfrm>
                <a:off x="-3963850" y="3253275"/>
                <a:ext cx="137850" cy="137850"/>
              </a:xfrm>
              <a:custGeom>
                <a:avLst/>
                <a:gdLst/>
                <a:ahLst/>
                <a:cxnLst/>
                <a:rect l="l" t="t" r="r" b="b"/>
                <a:pathLst>
                  <a:path w="5514" h="5514" extrusionOk="0">
                    <a:moveTo>
                      <a:pt x="347" y="0"/>
                    </a:moveTo>
                    <a:cubicBezTo>
                      <a:pt x="158" y="0"/>
                      <a:pt x="0" y="158"/>
                      <a:pt x="0" y="347"/>
                    </a:cubicBezTo>
                    <a:lnTo>
                      <a:pt x="0" y="5135"/>
                    </a:lnTo>
                    <a:cubicBezTo>
                      <a:pt x="0" y="5356"/>
                      <a:pt x="158" y="5514"/>
                      <a:pt x="347" y="5514"/>
                    </a:cubicBezTo>
                    <a:lnTo>
                      <a:pt x="5167" y="5514"/>
                    </a:lnTo>
                    <a:cubicBezTo>
                      <a:pt x="5356" y="5514"/>
                      <a:pt x="5513" y="5356"/>
                      <a:pt x="5513" y="5135"/>
                    </a:cubicBezTo>
                    <a:cubicBezTo>
                      <a:pt x="5513" y="2269"/>
                      <a:pt x="3182" y="0"/>
                      <a:pt x="34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" name="Google Shape;16237;p139">
              <a:extLst>
                <a:ext uri="{FF2B5EF4-FFF2-40B4-BE49-F238E27FC236}">
                  <a16:creationId xmlns:a16="http://schemas.microsoft.com/office/drawing/2014/main" id="{093FE6A9-C5CF-0875-65B1-15A8CCF2BA08}"/>
                </a:ext>
              </a:extLst>
            </p:cNvPr>
            <p:cNvGrpSpPr/>
            <p:nvPr/>
          </p:nvGrpSpPr>
          <p:grpSpPr>
            <a:xfrm>
              <a:off x="4682008" y="2204922"/>
              <a:ext cx="319874" cy="420199"/>
              <a:chOff x="-4082800" y="3612425"/>
              <a:chExt cx="222150" cy="291825"/>
            </a:xfrm>
            <a:grpFill/>
          </p:grpSpPr>
          <p:sp>
            <p:nvSpPr>
              <p:cNvPr id="470" name="Google Shape;16238;p139">
                <a:extLst>
                  <a:ext uri="{FF2B5EF4-FFF2-40B4-BE49-F238E27FC236}">
                    <a16:creationId xmlns:a16="http://schemas.microsoft.com/office/drawing/2014/main" id="{366DD650-A215-05FB-9307-442ADE137596}"/>
                  </a:ext>
                </a:extLst>
              </p:cNvPr>
              <p:cNvSpPr/>
              <p:nvPr/>
            </p:nvSpPr>
            <p:spPr>
              <a:xfrm>
                <a:off x="-4027650" y="3663625"/>
                <a:ext cx="112650" cy="119725"/>
              </a:xfrm>
              <a:custGeom>
                <a:avLst/>
                <a:gdLst/>
                <a:ahLst/>
                <a:cxnLst/>
                <a:rect l="l" t="t" r="r" b="b"/>
                <a:pathLst>
                  <a:path w="4506" h="4789" extrusionOk="0">
                    <a:moveTo>
                      <a:pt x="2237" y="1355"/>
                    </a:moveTo>
                    <a:cubicBezTo>
                      <a:pt x="2773" y="1355"/>
                      <a:pt x="3245" y="1827"/>
                      <a:pt x="3245" y="2395"/>
                    </a:cubicBezTo>
                    <a:cubicBezTo>
                      <a:pt x="3308" y="2930"/>
                      <a:pt x="2836" y="3434"/>
                      <a:pt x="2237" y="3434"/>
                    </a:cubicBezTo>
                    <a:cubicBezTo>
                      <a:pt x="1670" y="3434"/>
                      <a:pt x="1197" y="2962"/>
                      <a:pt x="1197" y="2395"/>
                    </a:cubicBezTo>
                    <a:cubicBezTo>
                      <a:pt x="1197" y="1859"/>
                      <a:pt x="1670" y="1355"/>
                      <a:pt x="2237" y="1355"/>
                    </a:cubicBezTo>
                    <a:close/>
                    <a:moveTo>
                      <a:pt x="1922" y="0"/>
                    </a:moveTo>
                    <a:lnTo>
                      <a:pt x="1922" y="473"/>
                    </a:lnTo>
                    <a:cubicBezTo>
                      <a:pt x="1922" y="630"/>
                      <a:pt x="1827" y="725"/>
                      <a:pt x="1670" y="788"/>
                    </a:cubicBezTo>
                    <a:cubicBezTo>
                      <a:pt x="1481" y="851"/>
                      <a:pt x="1292" y="945"/>
                      <a:pt x="1134" y="1103"/>
                    </a:cubicBezTo>
                    <a:cubicBezTo>
                      <a:pt x="1055" y="1143"/>
                      <a:pt x="962" y="1183"/>
                      <a:pt x="873" y="1183"/>
                    </a:cubicBezTo>
                    <a:cubicBezTo>
                      <a:pt x="822" y="1183"/>
                      <a:pt x="771" y="1169"/>
                      <a:pt x="725" y="1134"/>
                    </a:cubicBezTo>
                    <a:lnTo>
                      <a:pt x="347" y="914"/>
                    </a:lnTo>
                    <a:lnTo>
                      <a:pt x="0" y="1481"/>
                    </a:lnTo>
                    <a:lnTo>
                      <a:pt x="378" y="1733"/>
                    </a:lnTo>
                    <a:cubicBezTo>
                      <a:pt x="504" y="1796"/>
                      <a:pt x="599" y="1922"/>
                      <a:pt x="536" y="2079"/>
                    </a:cubicBezTo>
                    <a:cubicBezTo>
                      <a:pt x="504" y="2332"/>
                      <a:pt x="504" y="2489"/>
                      <a:pt x="536" y="2710"/>
                    </a:cubicBezTo>
                    <a:cubicBezTo>
                      <a:pt x="599" y="2867"/>
                      <a:pt x="504" y="2993"/>
                      <a:pt x="378" y="3056"/>
                    </a:cubicBezTo>
                    <a:lnTo>
                      <a:pt x="0" y="3308"/>
                    </a:lnTo>
                    <a:lnTo>
                      <a:pt x="347" y="3907"/>
                    </a:lnTo>
                    <a:lnTo>
                      <a:pt x="725" y="3655"/>
                    </a:lnTo>
                    <a:cubicBezTo>
                      <a:pt x="773" y="3631"/>
                      <a:pt x="826" y="3620"/>
                      <a:pt x="879" y="3620"/>
                    </a:cubicBezTo>
                    <a:cubicBezTo>
                      <a:pt x="967" y="3620"/>
                      <a:pt x="1056" y="3647"/>
                      <a:pt x="1134" y="3686"/>
                    </a:cubicBezTo>
                    <a:cubicBezTo>
                      <a:pt x="1292" y="3812"/>
                      <a:pt x="1481" y="3938"/>
                      <a:pt x="1670" y="4001"/>
                    </a:cubicBezTo>
                    <a:cubicBezTo>
                      <a:pt x="1796" y="4064"/>
                      <a:pt x="1922" y="4222"/>
                      <a:pt x="1922" y="4316"/>
                    </a:cubicBezTo>
                    <a:lnTo>
                      <a:pt x="1922" y="4789"/>
                    </a:lnTo>
                    <a:lnTo>
                      <a:pt x="2584" y="4789"/>
                    </a:lnTo>
                    <a:lnTo>
                      <a:pt x="2584" y="4316"/>
                    </a:lnTo>
                    <a:cubicBezTo>
                      <a:pt x="2584" y="4159"/>
                      <a:pt x="2678" y="4064"/>
                      <a:pt x="2836" y="4001"/>
                    </a:cubicBezTo>
                    <a:cubicBezTo>
                      <a:pt x="3025" y="3938"/>
                      <a:pt x="3182" y="3844"/>
                      <a:pt x="3371" y="3686"/>
                    </a:cubicBezTo>
                    <a:cubicBezTo>
                      <a:pt x="3449" y="3647"/>
                      <a:pt x="3539" y="3620"/>
                      <a:pt x="3626" y="3620"/>
                    </a:cubicBezTo>
                    <a:cubicBezTo>
                      <a:pt x="3680" y="3620"/>
                      <a:pt x="3733" y="3631"/>
                      <a:pt x="3781" y="3655"/>
                    </a:cubicBezTo>
                    <a:lnTo>
                      <a:pt x="4159" y="3907"/>
                    </a:lnTo>
                    <a:lnTo>
                      <a:pt x="4505" y="3308"/>
                    </a:lnTo>
                    <a:lnTo>
                      <a:pt x="4127" y="3056"/>
                    </a:lnTo>
                    <a:cubicBezTo>
                      <a:pt x="4001" y="2993"/>
                      <a:pt x="3938" y="2867"/>
                      <a:pt x="3970" y="2710"/>
                    </a:cubicBezTo>
                    <a:cubicBezTo>
                      <a:pt x="4001" y="2489"/>
                      <a:pt x="4001" y="2332"/>
                      <a:pt x="3970" y="2079"/>
                    </a:cubicBezTo>
                    <a:cubicBezTo>
                      <a:pt x="3938" y="1922"/>
                      <a:pt x="4001" y="1796"/>
                      <a:pt x="4127" y="1733"/>
                    </a:cubicBezTo>
                    <a:lnTo>
                      <a:pt x="4505" y="1481"/>
                    </a:lnTo>
                    <a:lnTo>
                      <a:pt x="4159" y="914"/>
                    </a:lnTo>
                    <a:lnTo>
                      <a:pt x="3781" y="1134"/>
                    </a:lnTo>
                    <a:cubicBezTo>
                      <a:pt x="3734" y="1169"/>
                      <a:pt x="3684" y="1183"/>
                      <a:pt x="3632" y="1183"/>
                    </a:cubicBezTo>
                    <a:cubicBezTo>
                      <a:pt x="3543" y="1183"/>
                      <a:pt x="3451" y="1143"/>
                      <a:pt x="3371" y="1103"/>
                    </a:cubicBezTo>
                    <a:cubicBezTo>
                      <a:pt x="3214" y="977"/>
                      <a:pt x="3025" y="851"/>
                      <a:pt x="2836" y="788"/>
                    </a:cubicBezTo>
                    <a:cubicBezTo>
                      <a:pt x="2710" y="725"/>
                      <a:pt x="2584" y="567"/>
                      <a:pt x="2584" y="473"/>
                    </a:cubicBezTo>
                    <a:lnTo>
                      <a:pt x="2584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Google Shape;16239;p139">
                <a:extLst>
                  <a:ext uri="{FF2B5EF4-FFF2-40B4-BE49-F238E27FC236}">
                    <a16:creationId xmlns:a16="http://schemas.microsoft.com/office/drawing/2014/main" id="{850C383B-33BA-98FD-DB29-45130786303C}"/>
                  </a:ext>
                </a:extLst>
              </p:cNvPr>
              <p:cNvSpPr/>
              <p:nvPr/>
            </p:nvSpPr>
            <p:spPr>
              <a:xfrm>
                <a:off x="-4082800" y="3612425"/>
                <a:ext cx="222150" cy="291825"/>
              </a:xfrm>
              <a:custGeom>
                <a:avLst/>
                <a:gdLst/>
                <a:ahLst/>
                <a:cxnLst/>
                <a:rect l="l" t="t" r="r" b="b"/>
                <a:pathLst>
                  <a:path w="8886" h="11673" extrusionOk="0">
                    <a:moveTo>
                      <a:pt x="5168" y="1324"/>
                    </a:moveTo>
                    <a:cubicBezTo>
                      <a:pt x="5357" y="1324"/>
                      <a:pt x="5514" y="1481"/>
                      <a:pt x="5514" y="1702"/>
                    </a:cubicBezTo>
                    <a:lnTo>
                      <a:pt x="5514" y="2269"/>
                    </a:lnTo>
                    <a:cubicBezTo>
                      <a:pt x="5609" y="2332"/>
                      <a:pt x="5735" y="2395"/>
                      <a:pt x="5829" y="2489"/>
                    </a:cubicBezTo>
                    <a:lnTo>
                      <a:pt x="6333" y="2206"/>
                    </a:lnTo>
                    <a:cubicBezTo>
                      <a:pt x="6396" y="2174"/>
                      <a:pt x="6491" y="2174"/>
                      <a:pt x="6617" y="2174"/>
                    </a:cubicBezTo>
                    <a:cubicBezTo>
                      <a:pt x="6680" y="2206"/>
                      <a:pt x="6774" y="2237"/>
                      <a:pt x="6806" y="2300"/>
                    </a:cubicBezTo>
                    <a:lnTo>
                      <a:pt x="7467" y="3497"/>
                    </a:lnTo>
                    <a:cubicBezTo>
                      <a:pt x="7562" y="3655"/>
                      <a:pt x="7530" y="3844"/>
                      <a:pt x="7341" y="3970"/>
                    </a:cubicBezTo>
                    <a:lnTo>
                      <a:pt x="6837" y="4254"/>
                    </a:lnTo>
                    <a:cubicBezTo>
                      <a:pt x="6869" y="4380"/>
                      <a:pt x="6869" y="4474"/>
                      <a:pt x="6837" y="4632"/>
                    </a:cubicBezTo>
                    <a:lnTo>
                      <a:pt x="7341" y="4915"/>
                    </a:lnTo>
                    <a:cubicBezTo>
                      <a:pt x="7499" y="4978"/>
                      <a:pt x="7593" y="5230"/>
                      <a:pt x="7467" y="5388"/>
                    </a:cubicBezTo>
                    <a:lnTo>
                      <a:pt x="6806" y="6553"/>
                    </a:lnTo>
                    <a:cubicBezTo>
                      <a:pt x="6774" y="6648"/>
                      <a:pt x="6680" y="6679"/>
                      <a:pt x="6617" y="6711"/>
                    </a:cubicBezTo>
                    <a:cubicBezTo>
                      <a:pt x="6588" y="6730"/>
                      <a:pt x="6555" y="6738"/>
                      <a:pt x="6523" y="6738"/>
                    </a:cubicBezTo>
                    <a:cubicBezTo>
                      <a:pt x="6450" y="6738"/>
                      <a:pt x="6377" y="6701"/>
                      <a:pt x="6333" y="6679"/>
                    </a:cubicBezTo>
                    <a:lnTo>
                      <a:pt x="5829" y="6396"/>
                    </a:lnTo>
                    <a:cubicBezTo>
                      <a:pt x="5703" y="6490"/>
                      <a:pt x="5609" y="6522"/>
                      <a:pt x="5514" y="6616"/>
                    </a:cubicBezTo>
                    <a:lnTo>
                      <a:pt x="5514" y="7183"/>
                    </a:lnTo>
                    <a:cubicBezTo>
                      <a:pt x="5514" y="7404"/>
                      <a:pt x="5357" y="7562"/>
                      <a:pt x="5168" y="7562"/>
                    </a:cubicBezTo>
                    <a:lnTo>
                      <a:pt x="3781" y="7562"/>
                    </a:lnTo>
                    <a:cubicBezTo>
                      <a:pt x="3592" y="7562"/>
                      <a:pt x="3435" y="7404"/>
                      <a:pt x="3435" y="7183"/>
                    </a:cubicBezTo>
                    <a:lnTo>
                      <a:pt x="3435" y="6616"/>
                    </a:lnTo>
                    <a:cubicBezTo>
                      <a:pt x="3309" y="6553"/>
                      <a:pt x="3183" y="6490"/>
                      <a:pt x="3120" y="6396"/>
                    </a:cubicBezTo>
                    <a:lnTo>
                      <a:pt x="2584" y="6679"/>
                    </a:lnTo>
                    <a:cubicBezTo>
                      <a:pt x="2521" y="6711"/>
                      <a:pt x="2427" y="6711"/>
                      <a:pt x="2332" y="6711"/>
                    </a:cubicBezTo>
                    <a:cubicBezTo>
                      <a:pt x="2238" y="6679"/>
                      <a:pt x="2175" y="6648"/>
                      <a:pt x="2112" y="6553"/>
                    </a:cubicBezTo>
                    <a:lnTo>
                      <a:pt x="1450" y="5388"/>
                    </a:lnTo>
                    <a:cubicBezTo>
                      <a:pt x="1387" y="5230"/>
                      <a:pt x="1419" y="5041"/>
                      <a:pt x="1576" y="4915"/>
                    </a:cubicBezTo>
                    <a:lnTo>
                      <a:pt x="2080" y="4632"/>
                    </a:lnTo>
                    <a:lnTo>
                      <a:pt x="2080" y="4443"/>
                    </a:lnTo>
                    <a:lnTo>
                      <a:pt x="2080" y="4254"/>
                    </a:lnTo>
                    <a:lnTo>
                      <a:pt x="1576" y="3970"/>
                    </a:lnTo>
                    <a:cubicBezTo>
                      <a:pt x="1419" y="3907"/>
                      <a:pt x="1324" y="3655"/>
                      <a:pt x="1450" y="3497"/>
                    </a:cubicBezTo>
                    <a:lnTo>
                      <a:pt x="2112" y="2332"/>
                    </a:lnTo>
                    <a:cubicBezTo>
                      <a:pt x="2175" y="2237"/>
                      <a:pt x="2238" y="2206"/>
                      <a:pt x="2332" y="2174"/>
                    </a:cubicBezTo>
                    <a:cubicBezTo>
                      <a:pt x="2352" y="2155"/>
                      <a:pt x="2377" y="2147"/>
                      <a:pt x="2405" y="2147"/>
                    </a:cubicBezTo>
                    <a:cubicBezTo>
                      <a:pt x="2467" y="2147"/>
                      <a:pt x="2541" y="2184"/>
                      <a:pt x="2584" y="2206"/>
                    </a:cubicBezTo>
                    <a:lnTo>
                      <a:pt x="3120" y="2489"/>
                    </a:lnTo>
                    <a:cubicBezTo>
                      <a:pt x="3214" y="2395"/>
                      <a:pt x="3309" y="2363"/>
                      <a:pt x="3435" y="2269"/>
                    </a:cubicBezTo>
                    <a:lnTo>
                      <a:pt x="3435" y="1702"/>
                    </a:lnTo>
                    <a:cubicBezTo>
                      <a:pt x="3435" y="1481"/>
                      <a:pt x="3592" y="1324"/>
                      <a:pt x="3781" y="1324"/>
                    </a:cubicBezTo>
                    <a:close/>
                    <a:moveTo>
                      <a:pt x="4443" y="0"/>
                    </a:moveTo>
                    <a:cubicBezTo>
                      <a:pt x="1986" y="0"/>
                      <a:pt x="1" y="2017"/>
                      <a:pt x="1" y="4443"/>
                    </a:cubicBezTo>
                    <a:cubicBezTo>
                      <a:pt x="1" y="5419"/>
                      <a:pt x="316" y="6333"/>
                      <a:pt x="851" y="7120"/>
                    </a:cubicBezTo>
                    <a:lnTo>
                      <a:pt x="4159" y="11531"/>
                    </a:lnTo>
                    <a:cubicBezTo>
                      <a:pt x="4222" y="11626"/>
                      <a:pt x="4325" y="11673"/>
                      <a:pt x="4431" y="11673"/>
                    </a:cubicBezTo>
                    <a:cubicBezTo>
                      <a:pt x="4538" y="11673"/>
                      <a:pt x="4648" y="11626"/>
                      <a:pt x="4727" y="11531"/>
                    </a:cubicBezTo>
                    <a:lnTo>
                      <a:pt x="8066" y="6994"/>
                    </a:lnTo>
                    <a:cubicBezTo>
                      <a:pt x="8602" y="6270"/>
                      <a:pt x="8885" y="5356"/>
                      <a:pt x="8885" y="4443"/>
                    </a:cubicBezTo>
                    <a:cubicBezTo>
                      <a:pt x="8885" y="2017"/>
                      <a:pt x="6932" y="0"/>
                      <a:pt x="444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Google Shape;16240;p139">
                <a:extLst>
                  <a:ext uri="{FF2B5EF4-FFF2-40B4-BE49-F238E27FC236}">
                    <a16:creationId xmlns:a16="http://schemas.microsoft.com/office/drawing/2014/main" id="{808516B6-ED4F-CE5C-DA2E-9A039F07A251}"/>
                  </a:ext>
                </a:extLst>
              </p:cNvPr>
              <p:cNvSpPr/>
              <p:nvPr/>
            </p:nvSpPr>
            <p:spPr>
              <a:xfrm>
                <a:off x="-3980400" y="3714800"/>
                <a:ext cx="17350" cy="17375"/>
              </a:xfrm>
              <a:custGeom>
                <a:avLst/>
                <a:gdLst/>
                <a:ahLst/>
                <a:cxnLst/>
                <a:rect l="l" t="t" r="r" b="b"/>
                <a:pathLst>
                  <a:path w="694" h="695" extrusionOk="0">
                    <a:moveTo>
                      <a:pt x="347" y="1"/>
                    </a:moveTo>
                    <a:cubicBezTo>
                      <a:pt x="158" y="1"/>
                      <a:pt x="0" y="159"/>
                      <a:pt x="0" y="348"/>
                    </a:cubicBezTo>
                    <a:cubicBezTo>
                      <a:pt x="0" y="537"/>
                      <a:pt x="158" y="694"/>
                      <a:pt x="347" y="694"/>
                    </a:cubicBezTo>
                    <a:cubicBezTo>
                      <a:pt x="536" y="694"/>
                      <a:pt x="694" y="537"/>
                      <a:pt x="694" y="348"/>
                    </a:cubicBezTo>
                    <a:cubicBezTo>
                      <a:pt x="694" y="159"/>
                      <a:pt x="536" y="1"/>
                      <a:pt x="3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" name="Google Shape;16241;p139">
              <a:extLst>
                <a:ext uri="{FF2B5EF4-FFF2-40B4-BE49-F238E27FC236}">
                  <a16:creationId xmlns:a16="http://schemas.microsoft.com/office/drawing/2014/main" id="{6CD1B2E9-27D6-EB07-DE37-EA18F933F47D}"/>
                </a:ext>
              </a:extLst>
            </p:cNvPr>
            <p:cNvGrpSpPr/>
            <p:nvPr/>
          </p:nvGrpSpPr>
          <p:grpSpPr>
            <a:xfrm>
              <a:off x="4643456" y="2769876"/>
              <a:ext cx="420775" cy="393561"/>
              <a:chOff x="-4118225" y="3990475"/>
              <a:chExt cx="292225" cy="273325"/>
            </a:xfrm>
            <a:grpFill/>
          </p:grpSpPr>
          <p:sp>
            <p:nvSpPr>
              <p:cNvPr id="466" name="Google Shape;16242;p139">
                <a:extLst>
                  <a:ext uri="{FF2B5EF4-FFF2-40B4-BE49-F238E27FC236}">
                    <a16:creationId xmlns:a16="http://schemas.microsoft.com/office/drawing/2014/main" id="{33CC2EC0-24A3-CD9B-1F73-0A1E02360544}"/>
                  </a:ext>
                </a:extLst>
              </p:cNvPr>
              <p:cNvSpPr/>
              <p:nvPr/>
            </p:nvSpPr>
            <p:spPr>
              <a:xfrm>
                <a:off x="-3963850" y="4040100"/>
                <a:ext cx="51200" cy="51225"/>
              </a:xfrm>
              <a:custGeom>
                <a:avLst/>
                <a:gdLst/>
                <a:ahLst/>
                <a:cxnLst/>
                <a:rect l="l" t="t" r="r" b="b"/>
                <a:pathLst>
                  <a:path w="2048" h="2049" extrusionOk="0">
                    <a:moveTo>
                      <a:pt x="1008" y="0"/>
                    </a:moveTo>
                    <a:cubicBezTo>
                      <a:pt x="473" y="0"/>
                      <a:pt x="0" y="473"/>
                      <a:pt x="0" y="1040"/>
                    </a:cubicBezTo>
                    <a:cubicBezTo>
                      <a:pt x="0" y="1607"/>
                      <a:pt x="473" y="2048"/>
                      <a:pt x="1008" y="2048"/>
                    </a:cubicBezTo>
                    <a:cubicBezTo>
                      <a:pt x="1575" y="2048"/>
                      <a:pt x="2048" y="1607"/>
                      <a:pt x="2048" y="1040"/>
                    </a:cubicBezTo>
                    <a:cubicBezTo>
                      <a:pt x="2048" y="473"/>
                      <a:pt x="1575" y="0"/>
                      <a:pt x="100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Google Shape;16243;p139">
                <a:extLst>
                  <a:ext uri="{FF2B5EF4-FFF2-40B4-BE49-F238E27FC236}">
                    <a16:creationId xmlns:a16="http://schemas.microsoft.com/office/drawing/2014/main" id="{8DE93025-0DDF-AF32-7A11-8ABFE37948F3}"/>
                  </a:ext>
                </a:extLst>
              </p:cNvPr>
              <p:cNvSpPr/>
              <p:nvPr/>
            </p:nvSpPr>
            <p:spPr>
              <a:xfrm>
                <a:off x="-4015050" y="3990475"/>
                <a:ext cx="153600" cy="153625"/>
              </a:xfrm>
              <a:custGeom>
                <a:avLst/>
                <a:gdLst/>
                <a:ahLst/>
                <a:cxnLst/>
                <a:rect l="l" t="t" r="r" b="b"/>
                <a:pathLst>
                  <a:path w="6144" h="6145" extrusionOk="0">
                    <a:moveTo>
                      <a:pt x="3056" y="1324"/>
                    </a:moveTo>
                    <a:cubicBezTo>
                      <a:pt x="4001" y="1324"/>
                      <a:pt x="4757" y="2080"/>
                      <a:pt x="4757" y="3025"/>
                    </a:cubicBezTo>
                    <a:cubicBezTo>
                      <a:pt x="4757" y="3970"/>
                      <a:pt x="4033" y="4726"/>
                      <a:pt x="3056" y="4726"/>
                    </a:cubicBezTo>
                    <a:cubicBezTo>
                      <a:pt x="2111" y="4726"/>
                      <a:pt x="1386" y="3970"/>
                      <a:pt x="1386" y="3025"/>
                    </a:cubicBezTo>
                    <a:cubicBezTo>
                      <a:pt x="1386" y="2080"/>
                      <a:pt x="2111" y="1324"/>
                      <a:pt x="3056" y="1324"/>
                    </a:cubicBezTo>
                    <a:close/>
                    <a:moveTo>
                      <a:pt x="3056" y="1"/>
                    </a:moveTo>
                    <a:cubicBezTo>
                      <a:pt x="1386" y="1"/>
                      <a:pt x="0" y="1355"/>
                      <a:pt x="0" y="3057"/>
                    </a:cubicBezTo>
                    <a:cubicBezTo>
                      <a:pt x="0" y="4758"/>
                      <a:pt x="1323" y="6144"/>
                      <a:pt x="3056" y="6144"/>
                    </a:cubicBezTo>
                    <a:cubicBezTo>
                      <a:pt x="4757" y="6144"/>
                      <a:pt x="6144" y="4758"/>
                      <a:pt x="6144" y="3057"/>
                    </a:cubicBezTo>
                    <a:cubicBezTo>
                      <a:pt x="6144" y="1355"/>
                      <a:pt x="4757" y="1"/>
                      <a:pt x="305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Google Shape;16244;p139">
                <a:extLst>
                  <a:ext uri="{FF2B5EF4-FFF2-40B4-BE49-F238E27FC236}">
                    <a16:creationId xmlns:a16="http://schemas.microsoft.com/office/drawing/2014/main" id="{FD795CB3-E412-7C00-3FDD-09FD55326AF3}"/>
                  </a:ext>
                </a:extLst>
              </p:cNvPr>
              <p:cNvSpPr/>
              <p:nvPr/>
            </p:nvSpPr>
            <p:spPr>
              <a:xfrm>
                <a:off x="-4118225" y="4144075"/>
                <a:ext cx="33875" cy="119725"/>
              </a:xfrm>
              <a:custGeom>
                <a:avLst/>
                <a:gdLst/>
                <a:ahLst/>
                <a:cxnLst/>
                <a:rect l="l" t="t" r="r" b="b"/>
                <a:pathLst>
                  <a:path w="1355" h="4789" extrusionOk="0">
                    <a:moveTo>
                      <a:pt x="347" y="0"/>
                    </a:moveTo>
                    <a:cubicBezTo>
                      <a:pt x="158" y="0"/>
                      <a:pt x="0" y="158"/>
                      <a:pt x="0" y="347"/>
                    </a:cubicBezTo>
                    <a:lnTo>
                      <a:pt x="0" y="4442"/>
                    </a:lnTo>
                    <a:cubicBezTo>
                      <a:pt x="0" y="4631"/>
                      <a:pt x="158" y="4789"/>
                      <a:pt x="347" y="4789"/>
                    </a:cubicBezTo>
                    <a:lnTo>
                      <a:pt x="1008" y="4789"/>
                    </a:lnTo>
                    <a:cubicBezTo>
                      <a:pt x="1134" y="4789"/>
                      <a:pt x="1260" y="4757"/>
                      <a:pt x="1355" y="4726"/>
                    </a:cubicBezTo>
                    <a:lnTo>
                      <a:pt x="1355" y="63"/>
                    </a:lnTo>
                    <a:cubicBezTo>
                      <a:pt x="1260" y="32"/>
                      <a:pt x="1134" y="0"/>
                      <a:pt x="100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Google Shape;16245;p139">
                <a:extLst>
                  <a:ext uri="{FF2B5EF4-FFF2-40B4-BE49-F238E27FC236}">
                    <a16:creationId xmlns:a16="http://schemas.microsoft.com/office/drawing/2014/main" id="{093A5F24-D8FA-9B66-139D-426A9D04DF40}"/>
                  </a:ext>
                </a:extLst>
              </p:cNvPr>
              <p:cNvSpPr/>
              <p:nvPr/>
            </p:nvSpPr>
            <p:spPr>
              <a:xfrm>
                <a:off x="-4067050" y="4143750"/>
                <a:ext cx="241050" cy="120050"/>
              </a:xfrm>
              <a:custGeom>
                <a:avLst/>
                <a:gdLst/>
                <a:ahLst/>
                <a:cxnLst/>
                <a:rect l="l" t="t" r="r" b="b"/>
                <a:pathLst>
                  <a:path w="9642" h="4802" extrusionOk="0">
                    <a:moveTo>
                      <a:pt x="1750" y="1"/>
                    </a:moveTo>
                    <a:cubicBezTo>
                      <a:pt x="1124" y="1"/>
                      <a:pt x="537" y="197"/>
                      <a:pt x="1" y="549"/>
                    </a:cubicBezTo>
                    <a:lnTo>
                      <a:pt x="1" y="4550"/>
                    </a:lnTo>
                    <a:cubicBezTo>
                      <a:pt x="410" y="4707"/>
                      <a:pt x="883" y="4802"/>
                      <a:pt x="1356" y="4802"/>
                    </a:cubicBezTo>
                    <a:lnTo>
                      <a:pt x="5294" y="4802"/>
                    </a:lnTo>
                    <a:cubicBezTo>
                      <a:pt x="5735" y="4802"/>
                      <a:pt x="6144" y="4644"/>
                      <a:pt x="6459" y="4392"/>
                    </a:cubicBezTo>
                    <a:cubicBezTo>
                      <a:pt x="6459" y="4392"/>
                      <a:pt x="8507" y="2502"/>
                      <a:pt x="9169" y="1872"/>
                    </a:cubicBezTo>
                    <a:cubicBezTo>
                      <a:pt x="9169" y="1872"/>
                      <a:pt x="9547" y="1399"/>
                      <a:pt x="9547" y="1021"/>
                    </a:cubicBezTo>
                    <a:cubicBezTo>
                      <a:pt x="9641" y="454"/>
                      <a:pt x="9169" y="13"/>
                      <a:pt x="8602" y="13"/>
                    </a:cubicBezTo>
                    <a:cubicBezTo>
                      <a:pt x="8413" y="13"/>
                      <a:pt x="7751" y="202"/>
                      <a:pt x="6711" y="1777"/>
                    </a:cubicBezTo>
                    <a:cubicBezTo>
                      <a:pt x="6333" y="2376"/>
                      <a:pt x="5766" y="2754"/>
                      <a:pt x="5199" y="2754"/>
                    </a:cubicBezTo>
                    <a:lnTo>
                      <a:pt x="2710" y="2754"/>
                    </a:lnTo>
                    <a:cubicBezTo>
                      <a:pt x="2584" y="2754"/>
                      <a:pt x="2458" y="2849"/>
                      <a:pt x="2395" y="2975"/>
                    </a:cubicBezTo>
                    <a:cubicBezTo>
                      <a:pt x="2333" y="3099"/>
                      <a:pt x="2223" y="3152"/>
                      <a:pt x="2110" y="3152"/>
                    </a:cubicBezTo>
                    <a:cubicBezTo>
                      <a:pt x="1880" y="3152"/>
                      <a:pt x="1638" y="2934"/>
                      <a:pt x="1765" y="2660"/>
                    </a:cubicBezTo>
                    <a:cubicBezTo>
                      <a:pt x="1923" y="2344"/>
                      <a:pt x="2238" y="2092"/>
                      <a:pt x="2616" y="2092"/>
                    </a:cubicBezTo>
                    <a:lnTo>
                      <a:pt x="5231" y="2092"/>
                    </a:lnTo>
                    <a:cubicBezTo>
                      <a:pt x="6081" y="2061"/>
                      <a:pt x="6081" y="706"/>
                      <a:pt x="5136" y="706"/>
                    </a:cubicBezTo>
                    <a:lnTo>
                      <a:pt x="3844" y="706"/>
                    </a:lnTo>
                    <a:cubicBezTo>
                      <a:pt x="3116" y="220"/>
                      <a:pt x="2412" y="1"/>
                      <a:pt x="1750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" name="Google Shape;16246;p139">
              <a:extLst>
                <a:ext uri="{FF2B5EF4-FFF2-40B4-BE49-F238E27FC236}">
                  <a16:creationId xmlns:a16="http://schemas.microsoft.com/office/drawing/2014/main" id="{D0A191B3-05CA-4907-32CB-DC0AA563BC93}"/>
                </a:ext>
              </a:extLst>
            </p:cNvPr>
            <p:cNvGrpSpPr/>
            <p:nvPr/>
          </p:nvGrpSpPr>
          <p:grpSpPr>
            <a:xfrm>
              <a:off x="7354110" y="1688087"/>
              <a:ext cx="394713" cy="421927"/>
              <a:chOff x="-2312225" y="3238300"/>
              <a:chExt cx="274125" cy="293025"/>
            </a:xfrm>
            <a:grpFill/>
          </p:grpSpPr>
          <p:sp>
            <p:nvSpPr>
              <p:cNvPr id="464" name="Google Shape;16247;p139">
                <a:extLst>
                  <a:ext uri="{FF2B5EF4-FFF2-40B4-BE49-F238E27FC236}">
                    <a16:creationId xmlns:a16="http://schemas.microsoft.com/office/drawing/2014/main" id="{53CBFF2E-2EDD-0AB2-C952-4E50C4F11C9F}"/>
                  </a:ext>
                </a:extLst>
              </p:cNvPr>
              <p:cNvSpPr/>
              <p:nvPr/>
            </p:nvSpPr>
            <p:spPr>
              <a:xfrm>
                <a:off x="-2241325" y="3289500"/>
                <a:ext cx="203225" cy="241825"/>
              </a:xfrm>
              <a:custGeom>
                <a:avLst/>
                <a:gdLst/>
                <a:ahLst/>
                <a:cxnLst/>
                <a:rect l="l" t="t" r="r" b="b"/>
                <a:pathLst>
                  <a:path w="8129" h="9673" extrusionOk="0">
                    <a:moveTo>
                      <a:pt x="2458" y="0"/>
                    </a:moveTo>
                    <a:cubicBezTo>
                      <a:pt x="2174" y="0"/>
                      <a:pt x="1954" y="221"/>
                      <a:pt x="1954" y="504"/>
                    </a:cubicBezTo>
                    <a:lnTo>
                      <a:pt x="1954" y="2836"/>
                    </a:lnTo>
                    <a:lnTo>
                      <a:pt x="1954" y="5167"/>
                    </a:lnTo>
                    <a:lnTo>
                      <a:pt x="914" y="4128"/>
                    </a:lnTo>
                    <a:cubicBezTo>
                      <a:pt x="820" y="4033"/>
                      <a:pt x="693" y="3986"/>
                      <a:pt x="567" y="3986"/>
                    </a:cubicBezTo>
                    <a:cubicBezTo>
                      <a:pt x="441" y="3986"/>
                      <a:pt x="315" y="4033"/>
                      <a:pt x="221" y="4128"/>
                    </a:cubicBezTo>
                    <a:cubicBezTo>
                      <a:pt x="0" y="4317"/>
                      <a:pt x="0" y="4632"/>
                      <a:pt x="221" y="4852"/>
                    </a:cubicBezTo>
                    <a:lnTo>
                      <a:pt x="2678" y="7310"/>
                    </a:lnTo>
                    <a:lnTo>
                      <a:pt x="2678" y="8664"/>
                    </a:lnTo>
                    <a:cubicBezTo>
                      <a:pt x="2678" y="9200"/>
                      <a:pt x="3151" y="9672"/>
                      <a:pt x="3718" y="9672"/>
                    </a:cubicBezTo>
                    <a:lnTo>
                      <a:pt x="6459" y="9672"/>
                    </a:lnTo>
                    <a:cubicBezTo>
                      <a:pt x="7026" y="9672"/>
                      <a:pt x="7499" y="9200"/>
                      <a:pt x="7499" y="8664"/>
                    </a:cubicBezTo>
                    <a:lnTo>
                      <a:pt x="7499" y="8066"/>
                    </a:lnTo>
                    <a:cubicBezTo>
                      <a:pt x="7688" y="7656"/>
                      <a:pt x="7845" y="7278"/>
                      <a:pt x="7940" y="6837"/>
                    </a:cubicBezTo>
                    <a:cubicBezTo>
                      <a:pt x="8034" y="6396"/>
                      <a:pt x="8129" y="5986"/>
                      <a:pt x="8129" y="5514"/>
                    </a:cubicBezTo>
                    <a:lnTo>
                      <a:pt x="8129" y="3308"/>
                    </a:lnTo>
                    <a:cubicBezTo>
                      <a:pt x="8129" y="3025"/>
                      <a:pt x="7877" y="2773"/>
                      <a:pt x="7625" y="2773"/>
                    </a:cubicBezTo>
                    <a:cubicBezTo>
                      <a:pt x="7341" y="2773"/>
                      <a:pt x="7089" y="3025"/>
                      <a:pt x="7089" y="3308"/>
                    </a:cubicBezTo>
                    <a:lnTo>
                      <a:pt x="7089" y="3812"/>
                    </a:lnTo>
                    <a:cubicBezTo>
                      <a:pt x="7089" y="4002"/>
                      <a:pt x="6931" y="4159"/>
                      <a:pt x="6742" y="4159"/>
                    </a:cubicBezTo>
                    <a:cubicBezTo>
                      <a:pt x="6553" y="4159"/>
                      <a:pt x="6396" y="4002"/>
                      <a:pt x="6396" y="3812"/>
                    </a:cubicBezTo>
                    <a:lnTo>
                      <a:pt x="6396" y="2615"/>
                    </a:lnTo>
                    <a:cubicBezTo>
                      <a:pt x="6396" y="2363"/>
                      <a:pt x="6144" y="2111"/>
                      <a:pt x="5892" y="2111"/>
                    </a:cubicBezTo>
                    <a:cubicBezTo>
                      <a:pt x="5608" y="2111"/>
                      <a:pt x="5356" y="2363"/>
                      <a:pt x="5356" y="2615"/>
                    </a:cubicBezTo>
                    <a:cubicBezTo>
                      <a:pt x="5357" y="2615"/>
                      <a:pt x="5358" y="2615"/>
                      <a:pt x="5359" y="2615"/>
                    </a:cubicBezTo>
                    <a:cubicBezTo>
                      <a:pt x="5418" y="2615"/>
                      <a:pt x="5419" y="3769"/>
                      <a:pt x="5419" y="3781"/>
                    </a:cubicBezTo>
                    <a:lnTo>
                      <a:pt x="5419" y="3781"/>
                    </a:lnTo>
                    <a:cubicBezTo>
                      <a:pt x="5419" y="3970"/>
                      <a:pt x="5262" y="4128"/>
                      <a:pt x="5041" y="4128"/>
                    </a:cubicBezTo>
                    <a:cubicBezTo>
                      <a:pt x="4852" y="4128"/>
                      <a:pt x="4695" y="3970"/>
                      <a:pt x="4695" y="3781"/>
                    </a:cubicBezTo>
                    <a:lnTo>
                      <a:pt x="4695" y="2584"/>
                    </a:lnTo>
                    <a:cubicBezTo>
                      <a:pt x="4695" y="2332"/>
                      <a:pt x="4474" y="2080"/>
                      <a:pt x="4191" y="2080"/>
                    </a:cubicBezTo>
                    <a:cubicBezTo>
                      <a:pt x="3907" y="2080"/>
                      <a:pt x="3686" y="2332"/>
                      <a:pt x="3686" y="2584"/>
                    </a:cubicBezTo>
                    <a:lnTo>
                      <a:pt x="3686" y="3781"/>
                    </a:lnTo>
                    <a:cubicBezTo>
                      <a:pt x="3686" y="3970"/>
                      <a:pt x="3529" y="4128"/>
                      <a:pt x="3308" y="4128"/>
                    </a:cubicBezTo>
                    <a:cubicBezTo>
                      <a:pt x="3119" y="4128"/>
                      <a:pt x="2962" y="3970"/>
                      <a:pt x="2962" y="3781"/>
                    </a:cubicBezTo>
                    <a:lnTo>
                      <a:pt x="2962" y="504"/>
                    </a:lnTo>
                    <a:cubicBezTo>
                      <a:pt x="2962" y="221"/>
                      <a:pt x="2741" y="0"/>
                      <a:pt x="245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Google Shape;16248;p139">
                <a:extLst>
                  <a:ext uri="{FF2B5EF4-FFF2-40B4-BE49-F238E27FC236}">
                    <a16:creationId xmlns:a16="http://schemas.microsoft.com/office/drawing/2014/main" id="{01413232-EBF6-2527-586E-086651476D83}"/>
                  </a:ext>
                </a:extLst>
              </p:cNvPr>
              <p:cNvSpPr/>
              <p:nvPr/>
            </p:nvSpPr>
            <p:spPr>
              <a:xfrm>
                <a:off x="-2312225" y="3238300"/>
                <a:ext cx="241825" cy="241050"/>
              </a:xfrm>
              <a:custGeom>
                <a:avLst/>
                <a:gdLst/>
                <a:ahLst/>
                <a:cxnLst/>
                <a:rect l="l" t="t" r="r" b="b"/>
                <a:pathLst>
                  <a:path w="9673" h="9642" extrusionOk="0">
                    <a:moveTo>
                      <a:pt x="379" y="1"/>
                    </a:moveTo>
                    <a:cubicBezTo>
                      <a:pt x="158" y="1"/>
                      <a:pt x="1" y="158"/>
                      <a:pt x="1" y="347"/>
                    </a:cubicBezTo>
                    <a:lnTo>
                      <a:pt x="1" y="1733"/>
                    </a:lnTo>
                    <a:cubicBezTo>
                      <a:pt x="1" y="1922"/>
                      <a:pt x="158" y="2080"/>
                      <a:pt x="379" y="2080"/>
                    </a:cubicBezTo>
                    <a:lnTo>
                      <a:pt x="726" y="2080"/>
                    </a:lnTo>
                    <a:lnTo>
                      <a:pt x="726" y="7562"/>
                    </a:lnTo>
                    <a:lnTo>
                      <a:pt x="379" y="7562"/>
                    </a:lnTo>
                    <a:cubicBezTo>
                      <a:pt x="158" y="7562"/>
                      <a:pt x="1" y="7719"/>
                      <a:pt x="1" y="7908"/>
                    </a:cubicBezTo>
                    <a:lnTo>
                      <a:pt x="1" y="9294"/>
                    </a:lnTo>
                    <a:cubicBezTo>
                      <a:pt x="1" y="9484"/>
                      <a:pt x="158" y="9641"/>
                      <a:pt x="379" y="9641"/>
                    </a:cubicBezTo>
                    <a:lnTo>
                      <a:pt x="1734" y="9641"/>
                    </a:lnTo>
                    <a:cubicBezTo>
                      <a:pt x="1954" y="9641"/>
                      <a:pt x="2112" y="9484"/>
                      <a:pt x="2112" y="9294"/>
                    </a:cubicBezTo>
                    <a:lnTo>
                      <a:pt x="2112" y="8916"/>
                    </a:lnTo>
                    <a:lnTo>
                      <a:pt x="4160" y="8916"/>
                    </a:lnTo>
                    <a:lnTo>
                      <a:pt x="3435" y="8223"/>
                    </a:lnTo>
                    <a:lnTo>
                      <a:pt x="2112" y="8223"/>
                    </a:lnTo>
                    <a:lnTo>
                      <a:pt x="2112" y="7877"/>
                    </a:lnTo>
                    <a:cubicBezTo>
                      <a:pt x="2112" y="7688"/>
                      <a:pt x="1954" y="7530"/>
                      <a:pt x="1734" y="7530"/>
                    </a:cubicBezTo>
                    <a:lnTo>
                      <a:pt x="1387" y="7530"/>
                    </a:lnTo>
                    <a:lnTo>
                      <a:pt x="1387" y="2080"/>
                    </a:lnTo>
                    <a:lnTo>
                      <a:pt x="1734" y="2080"/>
                    </a:lnTo>
                    <a:cubicBezTo>
                      <a:pt x="1954" y="2080"/>
                      <a:pt x="2112" y="1922"/>
                      <a:pt x="2112" y="1733"/>
                    </a:cubicBezTo>
                    <a:lnTo>
                      <a:pt x="2112" y="1387"/>
                    </a:lnTo>
                    <a:lnTo>
                      <a:pt x="7562" y="1387"/>
                    </a:lnTo>
                    <a:lnTo>
                      <a:pt x="7562" y="1733"/>
                    </a:lnTo>
                    <a:cubicBezTo>
                      <a:pt x="7562" y="1922"/>
                      <a:pt x="7720" y="2080"/>
                      <a:pt x="7940" y="2080"/>
                    </a:cubicBezTo>
                    <a:lnTo>
                      <a:pt x="8287" y="2080"/>
                    </a:lnTo>
                    <a:lnTo>
                      <a:pt x="8287" y="3592"/>
                    </a:lnTo>
                    <a:cubicBezTo>
                      <a:pt x="8444" y="3498"/>
                      <a:pt x="8602" y="3466"/>
                      <a:pt x="8791" y="3466"/>
                    </a:cubicBezTo>
                    <a:cubicBezTo>
                      <a:pt x="8885" y="3466"/>
                      <a:pt x="8917" y="3466"/>
                      <a:pt x="8948" y="3498"/>
                    </a:cubicBezTo>
                    <a:lnTo>
                      <a:pt x="8948" y="2080"/>
                    </a:lnTo>
                    <a:lnTo>
                      <a:pt x="9326" y="2080"/>
                    </a:lnTo>
                    <a:cubicBezTo>
                      <a:pt x="9515" y="2080"/>
                      <a:pt x="9673" y="1922"/>
                      <a:pt x="9673" y="1733"/>
                    </a:cubicBezTo>
                    <a:lnTo>
                      <a:pt x="9673" y="347"/>
                    </a:lnTo>
                    <a:cubicBezTo>
                      <a:pt x="9673" y="158"/>
                      <a:pt x="9515" y="1"/>
                      <a:pt x="9326" y="1"/>
                    </a:cubicBezTo>
                    <a:lnTo>
                      <a:pt x="7940" y="1"/>
                    </a:lnTo>
                    <a:cubicBezTo>
                      <a:pt x="7751" y="1"/>
                      <a:pt x="7562" y="158"/>
                      <a:pt x="7562" y="347"/>
                    </a:cubicBezTo>
                    <a:lnTo>
                      <a:pt x="7562" y="694"/>
                    </a:lnTo>
                    <a:lnTo>
                      <a:pt x="2112" y="694"/>
                    </a:lnTo>
                    <a:lnTo>
                      <a:pt x="2112" y="347"/>
                    </a:lnTo>
                    <a:cubicBezTo>
                      <a:pt x="2112" y="158"/>
                      <a:pt x="1954" y="1"/>
                      <a:pt x="173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1" name="Google Shape;16249;p139">
              <a:extLst>
                <a:ext uri="{FF2B5EF4-FFF2-40B4-BE49-F238E27FC236}">
                  <a16:creationId xmlns:a16="http://schemas.microsoft.com/office/drawing/2014/main" id="{00907218-05CF-E903-5A56-D27A2702C0E9}"/>
                </a:ext>
              </a:extLst>
            </p:cNvPr>
            <p:cNvGrpSpPr/>
            <p:nvPr/>
          </p:nvGrpSpPr>
          <p:grpSpPr>
            <a:xfrm>
              <a:off x="7341062" y="2153586"/>
              <a:ext cx="420811" cy="522864"/>
              <a:chOff x="-2310650" y="3525775"/>
              <a:chExt cx="292250" cy="363125"/>
            </a:xfrm>
            <a:grpFill/>
          </p:grpSpPr>
          <p:sp>
            <p:nvSpPr>
              <p:cNvPr id="460" name="Google Shape;16250;p139">
                <a:extLst>
                  <a:ext uri="{FF2B5EF4-FFF2-40B4-BE49-F238E27FC236}">
                    <a16:creationId xmlns:a16="http://schemas.microsoft.com/office/drawing/2014/main" id="{2FB8097D-2D29-4BD6-1CAA-A55EBC093B56}"/>
                  </a:ext>
                </a:extLst>
              </p:cNvPr>
              <p:cNvSpPr/>
              <p:nvPr/>
            </p:nvSpPr>
            <p:spPr>
              <a:xfrm>
                <a:off x="-2053075" y="3648650"/>
                <a:ext cx="34675" cy="233950"/>
              </a:xfrm>
              <a:custGeom>
                <a:avLst/>
                <a:gdLst/>
                <a:ahLst/>
                <a:cxnLst/>
                <a:rect l="l" t="t" r="r" b="b"/>
                <a:pathLst>
                  <a:path w="1387" h="9358" extrusionOk="0">
                    <a:moveTo>
                      <a:pt x="0" y="1"/>
                    </a:moveTo>
                    <a:lnTo>
                      <a:pt x="0" y="8286"/>
                    </a:lnTo>
                    <a:cubicBezTo>
                      <a:pt x="0" y="8664"/>
                      <a:pt x="158" y="9011"/>
                      <a:pt x="441" y="9263"/>
                    </a:cubicBezTo>
                    <a:cubicBezTo>
                      <a:pt x="504" y="9326"/>
                      <a:pt x="591" y="9358"/>
                      <a:pt x="677" y="9358"/>
                    </a:cubicBezTo>
                    <a:cubicBezTo>
                      <a:pt x="764" y="9358"/>
                      <a:pt x="851" y="9326"/>
                      <a:pt x="914" y="9263"/>
                    </a:cubicBezTo>
                    <a:cubicBezTo>
                      <a:pt x="1197" y="9011"/>
                      <a:pt x="1355" y="8664"/>
                      <a:pt x="1355" y="8286"/>
                    </a:cubicBezTo>
                    <a:lnTo>
                      <a:pt x="1355" y="347"/>
                    </a:lnTo>
                    <a:lnTo>
                      <a:pt x="1386" y="347"/>
                    </a:lnTo>
                    <a:cubicBezTo>
                      <a:pt x="1386" y="158"/>
                      <a:pt x="1229" y="1"/>
                      <a:pt x="1040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Google Shape;16251;p139">
                <a:extLst>
                  <a:ext uri="{FF2B5EF4-FFF2-40B4-BE49-F238E27FC236}">
                    <a16:creationId xmlns:a16="http://schemas.microsoft.com/office/drawing/2014/main" id="{BC394CB3-C610-5509-DC46-04E5F956A16C}"/>
                  </a:ext>
                </a:extLst>
              </p:cNvPr>
              <p:cNvSpPr/>
              <p:nvPr/>
            </p:nvSpPr>
            <p:spPr>
              <a:xfrm>
                <a:off x="-2259450" y="3751825"/>
                <a:ext cx="51225" cy="51225"/>
              </a:xfrm>
              <a:custGeom>
                <a:avLst/>
                <a:gdLst/>
                <a:ahLst/>
                <a:cxnLst/>
                <a:rect l="l" t="t" r="r" b="b"/>
                <a:pathLst>
                  <a:path w="2049" h="2049" extrusionOk="0">
                    <a:moveTo>
                      <a:pt x="1" y="1"/>
                    </a:moveTo>
                    <a:lnTo>
                      <a:pt x="1" y="2049"/>
                    </a:lnTo>
                    <a:lnTo>
                      <a:pt x="2049" y="2049"/>
                    </a:lnTo>
                    <a:lnTo>
                      <a:pt x="204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Google Shape;16252;p139">
                <a:extLst>
                  <a:ext uri="{FF2B5EF4-FFF2-40B4-BE49-F238E27FC236}">
                    <a16:creationId xmlns:a16="http://schemas.microsoft.com/office/drawing/2014/main" id="{1E18AB7C-31A1-3465-8301-BB7B4F15231A}"/>
                  </a:ext>
                </a:extLst>
              </p:cNvPr>
              <p:cNvSpPr/>
              <p:nvPr/>
            </p:nvSpPr>
            <p:spPr>
              <a:xfrm>
                <a:off x="-2259450" y="3649450"/>
                <a:ext cx="137075" cy="51200"/>
              </a:xfrm>
              <a:custGeom>
                <a:avLst/>
                <a:gdLst/>
                <a:ahLst/>
                <a:cxnLst/>
                <a:rect l="l" t="t" r="r" b="b"/>
                <a:pathLst>
                  <a:path w="5483" h="2048" extrusionOk="0">
                    <a:moveTo>
                      <a:pt x="1" y="0"/>
                    </a:moveTo>
                    <a:lnTo>
                      <a:pt x="1" y="2048"/>
                    </a:lnTo>
                    <a:lnTo>
                      <a:pt x="5483" y="2048"/>
                    </a:lnTo>
                    <a:lnTo>
                      <a:pt x="548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Google Shape;16253;p139">
                <a:extLst>
                  <a:ext uri="{FF2B5EF4-FFF2-40B4-BE49-F238E27FC236}">
                    <a16:creationId xmlns:a16="http://schemas.microsoft.com/office/drawing/2014/main" id="{9CA58A6C-3839-0AF5-715B-31B557B0CD94}"/>
                  </a:ext>
                </a:extLst>
              </p:cNvPr>
              <p:cNvSpPr/>
              <p:nvPr/>
            </p:nvSpPr>
            <p:spPr>
              <a:xfrm>
                <a:off x="-2310650" y="3525775"/>
                <a:ext cx="252075" cy="363125"/>
              </a:xfrm>
              <a:custGeom>
                <a:avLst/>
                <a:gdLst/>
                <a:ahLst/>
                <a:cxnLst/>
                <a:rect l="l" t="t" r="r" b="b"/>
                <a:pathLst>
                  <a:path w="10083" h="14525" extrusionOk="0">
                    <a:moveTo>
                      <a:pt x="7814" y="4222"/>
                    </a:moveTo>
                    <a:cubicBezTo>
                      <a:pt x="8035" y="4222"/>
                      <a:pt x="8192" y="4380"/>
                      <a:pt x="8192" y="4569"/>
                    </a:cubicBezTo>
                    <a:lnTo>
                      <a:pt x="8192" y="7310"/>
                    </a:lnTo>
                    <a:cubicBezTo>
                      <a:pt x="8192" y="7530"/>
                      <a:pt x="8035" y="7657"/>
                      <a:pt x="7814" y="7657"/>
                    </a:cubicBezTo>
                    <a:lnTo>
                      <a:pt x="1671" y="7657"/>
                    </a:lnTo>
                    <a:cubicBezTo>
                      <a:pt x="1482" y="7657"/>
                      <a:pt x="1324" y="7530"/>
                      <a:pt x="1324" y="7310"/>
                    </a:cubicBezTo>
                    <a:lnTo>
                      <a:pt x="1324" y="4569"/>
                    </a:lnTo>
                    <a:cubicBezTo>
                      <a:pt x="1324" y="4380"/>
                      <a:pt x="1482" y="4222"/>
                      <a:pt x="1671" y="4222"/>
                    </a:cubicBezTo>
                    <a:close/>
                    <a:moveTo>
                      <a:pt x="7904" y="8380"/>
                    </a:moveTo>
                    <a:cubicBezTo>
                      <a:pt x="8287" y="8380"/>
                      <a:pt x="8278" y="9043"/>
                      <a:pt x="7877" y="9043"/>
                    </a:cubicBezTo>
                    <a:lnTo>
                      <a:pt x="5829" y="9043"/>
                    </a:lnTo>
                    <a:cubicBezTo>
                      <a:pt x="5388" y="9043"/>
                      <a:pt x="5357" y="8381"/>
                      <a:pt x="5829" y="8381"/>
                    </a:cubicBezTo>
                    <a:lnTo>
                      <a:pt x="7877" y="8381"/>
                    </a:lnTo>
                    <a:cubicBezTo>
                      <a:pt x="7886" y="8380"/>
                      <a:pt x="7895" y="8380"/>
                      <a:pt x="7904" y="8380"/>
                    </a:cubicBezTo>
                    <a:close/>
                    <a:moveTo>
                      <a:pt x="7904" y="9766"/>
                    </a:moveTo>
                    <a:cubicBezTo>
                      <a:pt x="8287" y="9766"/>
                      <a:pt x="8278" y="10429"/>
                      <a:pt x="7877" y="10429"/>
                    </a:cubicBezTo>
                    <a:lnTo>
                      <a:pt x="5829" y="10429"/>
                    </a:lnTo>
                    <a:cubicBezTo>
                      <a:pt x="5388" y="10429"/>
                      <a:pt x="5357" y="9767"/>
                      <a:pt x="5829" y="9767"/>
                    </a:cubicBezTo>
                    <a:lnTo>
                      <a:pt x="7877" y="9767"/>
                    </a:lnTo>
                    <a:cubicBezTo>
                      <a:pt x="7886" y="9767"/>
                      <a:pt x="7895" y="9766"/>
                      <a:pt x="7904" y="9766"/>
                    </a:cubicBezTo>
                    <a:close/>
                    <a:moveTo>
                      <a:pt x="7877" y="11091"/>
                    </a:moveTo>
                    <a:cubicBezTo>
                      <a:pt x="8287" y="11091"/>
                      <a:pt x="8287" y="11784"/>
                      <a:pt x="7877" y="11784"/>
                    </a:cubicBezTo>
                    <a:lnTo>
                      <a:pt x="5829" y="11784"/>
                    </a:lnTo>
                    <a:cubicBezTo>
                      <a:pt x="5388" y="11784"/>
                      <a:pt x="5357" y="11091"/>
                      <a:pt x="5829" y="11091"/>
                    </a:cubicBezTo>
                    <a:close/>
                    <a:moveTo>
                      <a:pt x="4475" y="8350"/>
                    </a:moveTo>
                    <a:cubicBezTo>
                      <a:pt x="4664" y="8350"/>
                      <a:pt x="4821" y="8507"/>
                      <a:pt x="4821" y="8696"/>
                    </a:cubicBezTo>
                    <a:lnTo>
                      <a:pt x="4821" y="11469"/>
                    </a:lnTo>
                    <a:cubicBezTo>
                      <a:pt x="4821" y="11658"/>
                      <a:pt x="4664" y="11815"/>
                      <a:pt x="4475" y="11815"/>
                    </a:cubicBezTo>
                    <a:lnTo>
                      <a:pt x="1734" y="11815"/>
                    </a:lnTo>
                    <a:cubicBezTo>
                      <a:pt x="1513" y="11815"/>
                      <a:pt x="1356" y="11658"/>
                      <a:pt x="1356" y="11469"/>
                    </a:cubicBezTo>
                    <a:lnTo>
                      <a:pt x="1356" y="8696"/>
                    </a:lnTo>
                    <a:cubicBezTo>
                      <a:pt x="1356" y="8507"/>
                      <a:pt x="1513" y="8350"/>
                      <a:pt x="1734" y="8350"/>
                    </a:cubicBezTo>
                    <a:close/>
                    <a:moveTo>
                      <a:pt x="7877" y="12508"/>
                    </a:moveTo>
                    <a:cubicBezTo>
                      <a:pt x="8287" y="12508"/>
                      <a:pt x="8287" y="13170"/>
                      <a:pt x="7877" y="13170"/>
                    </a:cubicBezTo>
                    <a:lnTo>
                      <a:pt x="1734" y="13170"/>
                    </a:lnTo>
                    <a:cubicBezTo>
                      <a:pt x="1293" y="13170"/>
                      <a:pt x="1261" y="12508"/>
                      <a:pt x="1734" y="12508"/>
                    </a:cubicBezTo>
                    <a:close/>
                    <a:moveTo>
                      <a:pt x="348" y="2868"/>
                    </a:moveTo>
                    <a:cubicBezTo>
                      <a:pt x="158" y="2868"/>
                      <a:pt x="1" y="3025"/>
                      <a:pt x="1" y="3214"/>
                    </a:cubicBezTo>
                    <a:lnTo>
                      <a:pt x="1" y="12823"/>
                    </a:lnTo>
                    <a:cubicBezTo>
                      <a:pt x="1" y="13768"/>
                      <a:pt x="726" y="14525"/>
                      <a:pt x="1702" y="14525"/>
                    </a:cubicBezTo>
                    <a:lnTo>
                      <a:pt x="10083" y="14525"/>
                    </a:lnTo>
                    <a:cubicBezTo>
                      <a:pt x="9767" y="14178"/>
                      <a:pt x="9515" y="13705"/>
                      <a:pt x="9515" y="13138"/>
                    </a:cubicBezTo>
                    <a:cubicBezTo>
                      <a:pt x="9547" y="1"/>
                      <a:pt x="9547" y="6333"/>
                      <a:pt x="9547" y="3214"/>
                    </a:cubicBezTo>
                    <a:cubicBezTo>
                      <a:pt x="9547" y="3025"/>
                      <a:pt x="9389" y="2868"/>
                      <a:pt x="9200" y="286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2" name="Google Shape;16254;p139">
              <a:extLst>
                <a:ext uri="{FF2B5EF4-FFF2-40B4-BE49-F238E27FC236}">
                  <a16:creationId xmlns:a16="http://schemas.microsoft.com/office/drawing/2014/main" id="{D9BCC64D-C24B-DA78-15FD-3F707038F2A7}"/>
                </a:ext>
              </a:extLst>
            </p:cNvPr>
            <p:cNvGrpSpPr/>
            <p:nvPr/>
          </p:nvGrpSpPr>
          <p:grpSpPr>
            <a:xfrm>
              <a:off x="7351827" y="2756825"/>
              <a:ext cx="423079" cy="419659"/>
              <a:chOff x="-2310650" y="3958175"/>
              <a:chExt cx="293825" cy="291450"/>
            </a:xfrm>
            <a:grpFill/>
          </p:grpSpPr>
          <p:sp>
            <p:nvSpPr>
              <p:cNvPr id="458" name="Google Shape;16255;p139">
                <a:extLst>
                  <a:ext uri="{FF2B5EF4-FFF2-40B4-BE49-F238E27FC236}">
                    <a16:creationId xmlns:a16="http://schemas.microsoft.com/office/drawing/2014/main" id="{140A9508-01FE-77BD-DE74-C5F9A0E438BE}"/>
                  </a:ext>
                </a:extLst>
              </p:cNvPr>
              <p:cNvSpPr/>
              <p:nvPr/>
            </p:nvSpPr>
            <p:spPr>
              <a:xfrm>
                <a:off x="-2310650" y="3958175"/>
                <a:ext cx="185925" cy="118950"/>
              </a:xfrm>
              <a:custGeom>
                <a:avLst/>
                <a:gdLst/>
                <a:ahLst/>
                <a:cxnLst/>
                <a:rect l="l" t="t" r="r" b="b"/>
                <a:pathLst>
                  <a:path w="7437" h="4758" extrusionOk="0">
                    <a:moveTo>
                      <a:pt x="1009" y="1"/>
                    </a:moveTo>
                    <a:cubicBezTo>
                      <a:pt x="474" y="1"/>
                      <a:pt x="1" y="474"/>
                      <a:pt x="1" y="1009"/>
                    </a:cubicBezTo>
                    <a:lnTo>
                      <a:pt x="1" y="2395"/>
                    </a:lnTo>
                    <a:cubicBezTo>
                      <a:pt x="1" y="2931"/>
                      <a:pt x="474" y="3372"/>
                      <a:pt x="1009" y="3372"/>
                    </a:cubicBezTo>
                    <a:lnTo>
                      <a:pt x="1356" y="3372"/>
                    </a:lnTo>
                    <a:lnTo>
                      <a:pt x="1356" y="4412"/>
                    </a:lnTo>
                    <a:cubicBezTo>
                      <a:pt x="1356" y="4618"/>
                      <a:pt x="1518" y="4757"/>
                      <a:pt x="1692" y="4757"/>
                    </a:cubicBezTo>
                    <a:cubicBezTo>
                      <a:pt x="1784" y="4757"/>
                      <a:pt x="1878" y="4719"/>
                      <a:pt x="1954" y="4632"/>
                    </a:cubicBezTo>
                    <a:lnTo>
                      <a:pt x="3214" y="3372"/>
                    </a:lnTo>
                    <a:lnTo>
                      <a:pt x="3403" y="3372"/>
                    </a:lnTo>
                    <a:lnTo>
                      <a:pt x="3403" y="2364"/>
                    </a:lnTo>
                    <a:cubicBezTo>
                      <a:pt x="3403" y="1419"/>
                      <a:pt x="4160" y="663"/>
                      <a:pt x="5105" y="663"/>
                    </a:cubicBezTo>
                    <a:lnTo>
                      <a:pt x="7436" y="663"/>
                    </a:lnTo>
                    <a:cubicBezTo>
                      <a:pt x="7279" y="253"/>
                      <a:pt x="6932" y="1"/>
                      <a:pt x="649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Google Shape;16256;p139">
                <a:extLst>
                  <a:ext uri="{FF2B5EF4-FFF2-40B4-BE49-F238E27FC236}">
                    <a16:creationId xmlns:a16="http://schemas.microsoft.com/office/drawing/2014/main" id="{07818E01-82B6-D824-4752-A1F41150D26D}"/>
                  </a:ext>
                </a:extLst>
              </p:cNvPr>
              <p:cNvSpPr/>
              <p:nvPr/>
            </p:nvSpPr>
            <p:spPr>
              <a:xfrm>
                <a:off x="-2309075" y="3992050"/>
                <a:ext cx="292250" cy="257575"/>
              </a:xfrm>
              <a:custGeom>
                <a:avLst/>
                <a:gdLst/>
                <a:ahLst/>
                <a:cxnLst/>
                <a:rect l="l" t="t" r="r" b="b"/>
                <a:pathLst>
                  <a:path w="11690" h="10303" extrusionOk="0">
                    <a:moveTo>
                      <a:pt x="5042" y="1"/>
                    </a:moveTo>
                    <a:cubicBezTo>
                      <a:pt x="4506" y="1"/>
                      <a:pt x="4034" y="473"/>
                      <a:pt x="4034" y="1040"/>
                    </a:cubicBezTo>
                    <a:lnTo>
                      <a:pt x="4034" y="2395"/>
                    </a:lnTo>
                    <a:cubicBezTo>
                      <a:pt x="4034" y="2962"/>
                      <a:pt x="4506" y="3435"/>
                      <a:pt x="5042" y="3435"/>
                    </a:cubicBezTo>
                    <a:lnTo>
                      <a:pt x="6964" y="3435"/>
                    </a:lnTo>
                    <a:lnTo>
                      <a:pt x="7814" y="4254"/>
                    </a:lnTo>
                    <a:cubicBezTo>
                      <a:pt x="7216" y="4537"/>
                      <a:pt x="6775" y="5136"/>
                      <a:pt x="6775" y="5829"/>
                    </a:cubicBezTo>
                    <a:cubicBezTo>
                      <a:pt x="6775" y="6270"/>
                      <a:pt x="6932" y="6680"/>
                      <a:pt x="7216" y="6932"/>
                    </a:cubicBezTo>
                    <a:cubicBezTo>
                      <a:pt x="6585" y="7089"/>
                      <a:pt x="6081" y="7499"/>
                      <a:pt x="5766" y="8034"/>
                    </a:cubicBezTo>
                    <a:cubicBezTo>
                      <a:pt x="5451" y="7499"/>
                      <a:pt x="4916" y="7089"/>
                      <a:pt x="4286" y="6932"/>
                    </a:cubicBezTo>
                    <a:cubicBezTo>
                      <a:pt x="4569" y="6617"/>
                      <a:pt x="4727" y="6270"/>
                      <a:pt x="4727" y="5829"/>
                    </a:cubicBezTo>
                    <a:cubicBezTo>
                      <a:pt x="4727" y="4884"/>
                      <a:pt x="3971" y="4159"/>
                      <a:pt x="3025" y="4159"/>
                    </a:cubicBezTo>
                    <a:cubicBezTo>
                      <a:pt x="2080" y="4159"/>
                      <a:pt x="1356" y="4884"/>
                      <a:pt x="1356" y="5829"/>
                    </a:cubicBezTo>
                    <a:cubicBezTo>
                      <a:pt x="1356" y="6270"/>
                      <a:pt x="1513" y="6680"/>
                      <a:pt x="1765" y="6932"/>
                    </a:cubicBezTo>
                    <a:cubicBezTo>
                      <a:pt x="757" y="7215"/>
                      <a:pt x="1" y="8129"/>
                      <a:pt x="1" y="9263"/>
                    </a:cubicBezTo>
                    <a:lnTo>
                      <a:pt x="1" y="9925"/>
                    </a:lnTo>
                    <a:cubicBezTo>
                      <a:pt x="1" y="10145"/>
                      <a:pt x="158" y="10303"/>
                      <a:pt x="348" y="10303"/>
                    </a:cubicBezTo>
                    <a:lnTo>
                      <a:pt x="11343" y="10303"/>
                    </a:lnTo>
                    <a:cubicBezTo>
                      <a:pt x="11532" y="10303"/>
                      <a:pt x="11689" y="10145"/>
                      <a:pt x="11689" y="9925"/>
                    </a:cubicBezTo>
                    <a:lnTo>
                      <a:pt x="11689" y="9263"/>
                    </a:lnTo>
                    <a:cubicBezTo>
                      <a:pt x="11689" y="8160"/>
                      <a:pt x="10965" y="7215"/>
                      <a:pt x="9925" y="6932"/>
                    </a:cubicBezTo>
                    <a:cubicBezTo>
                      <a:pt x="10209" y="6617"/>
                      <a:pt x="10366" y="6270"/>
                      <a:pt x="10366" y="5829"/>
                    </a:cubicBezTo>
                    <a:cubicBezTo>
                      <a:pt x="10366" y="5010"/>
                      <a:pt x="9767" y="4317"/>
                      <a:pt x="8980" y="4159"/>
                    </a:cubicBezTo>
                    <a:lnTo>
                      <a:pt x="8980" y="3435"/>
                    </a:lnTo>
                    <a:lnTo>
                      <a:pt x="10555" y="3435"/>
                    </a:lnTo>
                    <a:cubicBezTo>
                      <a:pt x="11122" y="3435"/>
                      <a:pt x="11595" y="2962"/>
                      <a:pt x="11595" y="2395"/>
                    </a:cubicBezTo>
                    <a:lnTo>
                      <a:pt x="11595" y="1040"/>
                    </a:lnTo>
                    <a:cubicBezTo>
                      <a:pt x="11595" y="473"/>
                      <a:pt x="11122" y="1"/>
                      <a:pt x="1055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" name="Google Shape;16257;p139">
              <a:extLst>
                <a:ext uri="{FF2B5EF4-FFF2-40B4-BE49-F238E27FC236}">
                  <a16:creationId xmlns:a16="http://schemas.microsoft.com/office/drawing/2014/main" id="{D3DA8D3F-D636-E3A6-5F4C-F4FDBA409DD8}"/>
                </a:ext>
              </a:extLst>
            </p:cNvPr>
            <p:cNvGrpSpPr/>
            <p:nvPr/>
          </p:nvGrpSpPr>
          <p:grpSpPr>
            <a:xfrm>
              <a:off x="4718688" y="3308459"/>
              <a:ext cx="424159" cy="419659"/>
              <a:chOff x="-1182750" y="3962900"/>
              <a:chExt cx="294575" cy="291450"/>
            </a:xfrm>
            <a:grpFill/>
          </p:grpSpPr>
          <p:sp>
            <p:nvSpPr>
              <p:cNvPr id="451" name="Google Shape;16258;p139">
                <a:extLst>
                  <a:ext uri="{FF2B5EF4-FFF2-40B4-BE49-F238E27FC236}">
                    <a16:creationId xmlns:a16="http://schemas.microsoft.com/office/drawing/2014/main" id="{856B9B8B-B9E7-4D29-4A6D-3B5D6AC04140}"/>
                  </a:ext>
                </a:extLst>
              </p:cNvPr>
              <p:cNvSpPr/>
              <p:nvPr/>
            </p:nvSpPr>
            <p:spPr>
              <a:xfrm>
                <a:off x="-1078000" y="4030650"/>
                <a:ext cx="17350" cy="17350"/>
              </a:xfrm>
              <a:custGeom>
                <a:avLst/>
                <a:gdLst/>
                <a:ahLst/>
                <a:cxnLst/>
                <a:rect l="l" t="t" r="r" b="b"/>
                <a:pathLst>
                  <a:path w="694" h="694" extrusionOk="0">
                    <a:moveTo>
                      <a:pt x="347" y="0"/>
                    </a:moveTo>
                    <a:cubicBezTo>
                      <a:pt x="158" y="0"/>
                      <a:pt x="0" y="158"/>
                      <a:pt x="0" y="347"/>
                    </a:cubicBezTo>
                    <a:cubicBezTo>
                      <a:pt x="0" y="536"/>
                      <a:pt x="158" y="694"/>
                      <a:pt x="347" y="694"/>
                    </a:cubicBezTo>
                    <a:cubicBezTo>
                      <a:pt x="536" y="694"/>
                      <a:pt x="693" y="536"/>
                      <a:pt x="693" y="347"/>
                    </a:cubicBezTo>
                    <a:cubicBezTo>
                      <a:pt x="693" y="158"/>
                      <a:pt x="536" y="0"/>
                      <a:pt x="34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Google Shape;16259;p139">
                <a:extLst>
                  <a:ext uri="{FF2B5EF4-FFF2-40B4-BE49-F238E27FC236}">
                    <a16:creationId xmlns:a16="http://schemas.microsoft.com/office/drawing/2014/main" id="{84E16D6E-638E-39F2-EA28-F9E3753C19D4}"/>
                  </a:ext>
                </a:extLst>
              </p:cNvPr>
              <p:cNvSpPr/>
              <p:nvPr/>
            </p:nvSpPr>
            <p:spPr>
              <a:xfrm>
                <a:off x="-1129200" y="4099950"/>
                <a:ext cx="17350" cy="17350"/>
              </a:xfrm>
              <a:custGeom>
                <a:avLst/>
                <a:gdLst/>
                <a:ahLst/>
                <a:cxnLst/>
                <a:rect l="l" t="t" r="r" b="b"/>
                <a:pathLst>
                  <a:path w="694" h="694" extrusionOk="0">
                    <a:moveTo>
                      <a:pt x="347" y="1"/>
                    </a:moveTo>
                    <a:cubicBezTo>
                      <a:pt x="158" y="1"/>
                      <a:pt x="0" y="158"/>
                      <a:pt x="0" y="347"/>
                    </a:cubicBezTo>
                    <a:cubicBezTo>
                      <a:pt x="0" y="536"/>
                      <a:pt x="158" y="694"/>
                      <a:pt x="347" y="694"/>
                    </a:cubicBezTo>
                    <a:cubicBezTo>
                      <a:pt x="536" y="694"/>
                      <a:pt x="693" y="536"/>
                      <a:pt x="693" y="347"/>
                    </a:cubicBezTo>
                    <a:cubicBezTo>
                      <a:pt x="693" y="158"/>
                      <a:pt x="536" y="1"/>
                      <a:pt x="3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Google Shape;16260;p139">
                <a:extLst>
                  <a:ext uri="{FF2B5EF4-FFF2-40B4-BE49-F238E27FC236}">
                    <a16:creationId xmlns:a16="http://schemas.microsoft.com/office/drawing/2014/main" id="{46DA4924-00BF-5B66-BA37-EBE8B6E0E9CC}"/>
                  </a:ext>
                </a:extLst>
              </p:cNvPr>
              <p:cNvSpPr/>
              <p:nvPr/>
            </p:nvSpPr>
            <p:spPr>
              <a:xfrm>
                <a:off x="-1009475" y="4081850"/>
                <a:ext cx="18125" cy="17350"/>
              </a:xfrm>
              <a:custGeom>
                <a:avLst/>
                <a:gdLst/>
                <a:ahLst/>
                <a:cxnLst/>
                <a:rect l="l" t="t" r="r" b="b"/>
                <a:pathLst>
                  <a:path w="725" h="694" extrusionOk="0">
                    <a:moveTo>
                      <a:pt x="347" y="0"/>
                    </a:moveTo>
                    <a:cubicBezTo>
                      <a:pt x="158" y="0"/>
                      <a:pt x="0" y="158"/>
                      <a:pt x="0" y="347"/>
                    </a:cubicBezTo>
                    <a:cubicBezTo>
                      <a:pt x="0" y="536"/>
                      <a:pt x="158" y="693"/>
                      <a:pt x="347" y="693"/>
                    </a:cubicBezTo>
                    <a:cubicBezTo>
                      <a:pt x="567" y="693"/>
                      <a:pt x="725" y="536"/>
                      <a:pt x="725" y="347"/>
                    </a:cubicBezTo>
                    <a:cubicBezTo>
                      <a:pt x="725" y="158"/>
                      <a:pt x="567" y="0"/>
                      <a:pt x="34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Google Shape;16261;p139">
                <a:extLst>
                  <a:ext uri="{FF2B5EF4-FFF2-40B4-BE49-F238E27FC236}">
                    <a16:creationId xmlns:a16="http://schemas.microsoft.com/office/drawing/2014/main" id="{55F05198-EB07-16A7-9047-34CF184E4DEE}"/>
                  </a:ext>
                </a:extLst>
              </p:cNvPr>
              <p:cNvSpPr/>
              <p:nvPr/>
            </p:nvSpPr>
            <p:spPr>
              <a:xfrm>
                <a:off x="-1182750" y="4168475"/>
                <a:ext cx="292225" cy="34675"/>
              </a:xfrm>
              <a:custGeom>
                <a:avLst/>
                <a:gdLst/>
                <a:ahLst/>
                <a:cxnLst/>
                <a:rect l="l" t="t" r="r" b="b"/>
                <a:pathLst>
                  <a:path w="11689" h="1387" extrusionOk="0">
                    <a:moveTo>
                      <a:pt x="0" y="1"/>
                    </a:moveTo>
                    <a:lnTo>
                      <a:pt x="0" y="347"/>
                    </a:lnTo>
                    <a:lnTo>
                      <a:pt x="63" y="347"/>
                    </a:lnTo>
                    <a:cubicBezTo>
                      <a:pt x="63" y="914"/>
                      <a:pt x="504" y="1387"/>
                      <a:pt x="1071" y="1387"/>
                    </a:cubicBezTo>
                    <a:lnTo>
                      <a:pt x="10680" y="1387"/>
                    </a:lnTo>
                    <a:cubicBezTo>
                      <a:pt x="11247" y="1387"/>
                      <a:pt x="11688" y="914"/>
                      <a:pt x="11688" y="347"/>
                    </a:cubicBezTo>
                    <a:lnTo>
                      <a:pt x="1168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Google Shape;16262;p139">
                <a:extLst>
                  <a:ext uri="{FF2B5EF4-FFF2-40B4-BE49-F238E27FC236}">
                    <a16:creationId xmlns:a16="http://schemas.microsoft.com/office/drawing/2014/main" id="{13DB321C-72C2-18F8-F287-5AF7864F430C}"/>
                  </a:ext>
                </a:extLst>
              </p:cNvPr>
              <p:cNvSpPr/>
              <p:nvPr/>
            </p:nvSpPr>
            <p:spPr>
              <a:xfrm>
                <a:off x="-1117400" y="4220475"/>
                <a:ext cx="161500" cy="33875"/>
              </a:xfrm>
              <a:custGeom>
                <a:avLst/>
                <a:gdLst/>
                <a:ahLst/>
                <a:cxnLst/>
                <a:rect l="l" t="t" r="r" b="b"/>
                <a:pathLst>
                  <a:path w="6460" h="1355" extrusionOk="0">
                    <a:moveTo>
                      <a:pt x="1513" y="0"/>
                    </a:moveTo>
                    <a:lnTo>
                      <a:pt x="1356" y="693"/>
                    </a:lnTo>
                    <a:lnTo>
                      <a:pt x="474" y="693"/>
                    </a:lnTo>
                    <a:cubicBezTo>
                      <a:pt x="32" y="693"/>
                      <a:pt x="1" y="1355"/>
                      <a:pt x="474" y="1355"/>
                    </a:cubicBezTo>
                    <a:lnTo>
                      <a:pt x="5924" y="1355"/>
                    </a:lnTo>
                    <a:cubicBezTo>
                      <a:pt x="6459" y="1355"/>
                      <a:pt x="6459" y="693"/>
                      <a:pt x="5987" y="693"/>
                    </a:cubicBezTo>
                    <a:lnTo>
                      <a:pt x="5073" y="693"/>
                    </a:lnTo>
                    <a:lnTo>
                      <a:pt x="491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Google Shape;16263;p139">
                <a:extLst>
                  <a:ext uri="{FF2B5EF4-FFF2-40B4-BE49-F238E27FC236}">
                    <a16:creationId xmlns:a16="http://schemas.microsoft.com/office/drawing/2014/main" id="{8E8C5788-4310-490E-9155-C71C56FEA8B6}"/>
                  </a:ext>
                </a:extLst>
              </p:cNvPr>
              <p:cNvSpPr/>
              <p:nvPr/>
            </p:nvSpPr>
            <p:spPr>
              <a:xfrm>
                <a:off x="-958300" y="4014100"/>
                <a:ext cx="18150" cy="17350"/>
              </a:xfrm>
              <a:custGeom>
                <a:avLst/>
                <a:gdLst/>
                <a:ahLst/>
                <a:cxnLst/>
                <a:rect l="l" t="t" r="r" b="b"/>
                <a:pathLst>
                  <a:path w="726" h="694" extrusionOk="0">
                    <a:moveTo>
                      <a:pt x="348" y="1"/>
                    </a:moveTo>
                    <a:cubicBezTo>
                      <a:pt x="158" y="1"/>
                      <a:pt x="1" y="158"/>
                      <a:pt x="1" y="347"/>
                    </a:cubicBezTo>
                    <a:cubicBezTo>
                      <a:pt x="1" y="536"/>
                      <a:pt x="158" y="694"/>
                      <a:pt x="348" y="694"/>
                    </a:cubicBezTo>
                    <a:cubicBezTo>
                      <a:pt x="568" y="694"/>
                      <a:pt x="726" y="536"/>
                      <a:pt x="726" y="347"/>
                    </a:cubicBezTo>
                    <a:cubicBezTo>
                      <a:pt x="726" y="158"/>
                      <a:pt x="568" y="1"/>
                      <a:pt x="348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Google Shape;16264;p139">
                <a:extLst>
                  <a:ext uri="{FF2B5EF4-FFF2-40B4-BE49-F238E27FC236}">
                    <a16:creationId xmlns:a16="http://schemas.microsoft.com/office/drawing/2014/main" id="{575CCF36-2388-264F-B2AF-3B4FF309DD78}"/>
                  </a:ext>
                </a:extLst>
              </p:cNvPr>
              <p:cNvSpPr/>
              <p:nvPr/>
            </p:nvSpPr>
            <p:spPr>
              <a:xfrm>
                <a:off x="-1180400" y="3962900"/>
                <a:ext cx="292225" cy="188275"/>
              </a:xfrm>
              <a:custGeom>
                <a:avLst/>
                <a:gdLst/>
                <a:ahLst/>
                <a:cxnLst/>
                <a:rect l="l" t="t" r="r" b="b"/>
                <a:pathLst>
                  <a:path w="11689" h="7531" extrusionOk="0">
                    <a:moveTo>
                      <a:pt x="9232" y="1324"/>
                    </a:moveTo>
                    <a:cubicBezTo>
                      <a:pt x="9799" y="1324"/>
                      <a:pt x="10271" y="1797"/>
                      <a:pt x="10271" y="2364"/>
                    </a:cubicBezTo>
                    <a:cubicBezTo>
                      <a:pt x="10271" y="2922"/>
                      <a:pt x="9822" y="3391"/>
                      <a:pt x="9247" y="3391"/>
                    </a:cubicBezTo>
                    <a:cubicBezTo>
                      <a:pt x="9140" y="3391"/>
                      <a:pt x="9029" y="3375"/>
                      <a:pt x="8916" y="3341"/>
                    </a:cubicBezTo>
                    <a:lnTo>
                      <a:pt x="8034" y="4538"/>
                    </a:lnTo>
                    <a:cubicBezTo>
                      <a:pt x="8507" y="5199"/>
                      <a:pt x="7971" y="6144"/>
                      <a:pt x="7152" y="6144"/>
                    </a:cubicBezTo>
                    <a:cubicBezTo>
                      <a:pt x="6491" y="6144"/>
                      <a:pt x="5987" y="5514"/>
                      <a:pt x="6176" y="4790"/>
                    </a:cubicBezTo>
                    <a:lnTo>
                      <a:pt x="4978" y="3908"/>
                    </a:lnTo>
                    <a:cubicBezTo>
                      <a:pt x="4839" y="4007"/>
                      <a:pt x="4661" y="4069"/>
                      <a:pt x="4470" y="4069"/>
                    </a:cubicBezTo>
                    <a:cubicBezTo>
                      <a:pt x="4359" y="4069"/>
                      <a:pt x="4243" y="4048"/>
                      <a:pt x="4128" y="4002"/>
                    </a:cubicBezTo>
                    <a:lnTo>
                      <a:pt x="3214" y="5199"/>
                    </a:lnTo>
                    <a:cubicBezTo>
                      <a:pt x="3340" y="5357"/>
                      <a:pt x="3372" y="5546"/>
                      <a:pt x="3372" y="5735"/>
                    </a:cubicBezTo>
                    <a:cubicBezTo>
                      <a:pt x="3372" y="6302"/>
                      <a:pt x="2899" y="6775"/>
                      <a:pt x="2363" y="6775"/>
                    </a:cubicBezTo>
                    <a:cubicBezTo>
                      <a:pt x="1796" y="6775"/>
                      <a:pt x="1324" y="6302"/>
                      <a:pt x="1324" y="5735"/>
                    </a:cubicBezTo>
                    <a:cubicBezTo>
                      <a:pt x="1324" y="5199"/>
                      <a:pt x="1796" y="4727"/>
                      <a:pt x="2363" y="4727"/>
                    </a:cubicBezTo>
                    <a:cubicBezTo>
                      <a:pt x="2489" y="4727"/>
                      <a:pt x="2552" y="4758"/>
                      <a:pt x="2678" y="4758"/>
                    </a:cubicBezTo>
                    <a:lnTo>
                      <a:pt x="3592" y="3593"/>
                    </a:lnTo>
                    <a:cubicBezTo>
                      <a:pt x="3120" y="2899"/>
                      <a:pt x="3624" y="1954"/>
                      <a:pt x="4443" y="1954"/>
                    </a:cubicBezTo>
                    <a:cubicBezTo>
                      <a:pt x="5104" y="1954"/>
                      <a:pt x="5640" y="2584"/>
                      <a:pt x="5419" y="3309"/>
                    </a:cubicBezTo>
                    <a:lnTo>
                      <a:pt x="6617" y="4223"/>
                    </a:lnTo>
                    <a:cubicBezTo>
                      <a:pt x="6766" y="4116"/>
                      <a:pt x="6959" y="4038"/>
                      <a:pt x="7165" y="4038"/>
                    </a:cubicBezTo>
                    <a:cubicBezTo>
                      <a:pt x="7264" y="4038"/>
                      <a:pt x="7365" y="4056"/>
                      <a:pt x="7467" y="4097"/>
                    </a:cubicBezTo>
                    <a:lnTo>
                      <a:pt x="8381" y="2899"/>
                    </a:lnTo>
                    <a:cubicBezTo>
                      <a:pt x="8255" y="2742"/>
                      <a:pt x="8223" y="2553"/>
                      <a:pt x="8223" y="2364"/>
                    </a:cubicBezTo>
                    <a:cubicBezTo>
                      <a:pt x="8223" y="1797"/>
                      <a:pt x="8696" y="1324"/>
                      <a:pt x="9232" y="1324"/>
                    </a:cubicBezTo>
                    <a:close/>
                    <a:moveTo>
                      <a:pt x="1009" y="1"/>
                    </a:moveTo>
                    <a:cubicBezTo>
                      <a:pt x="473" y="1"/>
                      <a:pt x="1" y="474"/>
                      <a:pt x="1" y="1009"/>
                    </a:cubicBezTo>
                    <a:lnTo>
                      <a:pt x="1" y="7531"/>
                    </a:lnTo>
                    <a:lnTo>
                      <a:pt x="11689" y="7531"/>
                    </a:lnTo>
                    <a:lnTo>
                      <a:pt x="11689" y="1009"/>
                    </a:lnTo>
                    <a:cubicBezTo>
                      <a:pt x="11657" y="411"/>
                      <a:pt x="11185" y="1"/>
                      <a:pt x="10618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4" name="Google Shape;16265;p139">
              <a:extLst>
                <a:ext uri="{FF2B5EF4-FFF2-40B4-BE49-F238E27FC236}">
                  <a16:creationId xmlns:a16="http://schemas.microsoft.com/office/drawing/2014/main" id="{98863609-C990-541E-715B-6BB752C7EE62}"/>
                </a:ext>
              </a:extLst>
            </p:cNvPr>
            <p:cNvGrpSpPr/>
            <p:nvPr/>
          </p:nvGrpSpPr>
          <p:grpSpPr>
            <a:xfrm>
              <a:off x="2471824" y="1689223"/>
              <a:ext cx="424195" cy="419659"/>
              <a:chOff x="-5611575" y="3272950"/>
              <a:chExt cx="294600" cy="291450"/>
            </a:xfrm>
            <a:grpFill/>
          </p:grpSpPr>
          <p:sp>
            <p:nvSpPr>
              <p:cNvPr id="446" name="Google Shape;16266;p139">
                <a:extLst>
                  <a:ext uri="{FF2B5EF4-FFF2-40B4-BE49-F238E27FC236}">
                    <a16:creationId xmlns:a16="http://schemas.microsoft.com/office/drawing/2014/main" id="{950FD7FD-E651-375E-FD82-B9B40EB2F0EA}"/>
                  </a:ext>
                </a:extLst>
              </p:cNvPr>
              <p:cNvSpPr/>
              <p:nvPr/>
            </p:nvSpPr>
            <p:spPr>
              <a:xfrm>
                <a:off x="-5594250" y="3273750"/>
                <a:ext cx="85875" cy="84300"/>
              </a:xfrm>
              <a:custGeom>
                <a:avLst/>
                <a:gdLst/>
                <a:ahLst/>
                <a:cxnLst/>
                <a:rect l="l" t="t" r="r" b="b"/>
                <a:pathLst>
                  <a:path w="3435" h="3372" extrusionOk="0">
                    <a:moveTo>
                      <a:pt x="1734" y="0"/>
                    </a:moveTo>
                    <a:cubicBezTo>
                      <a:pt x="788" y="0"/>
                      <a:pt x="32" y="756"/>
                      <a:pt x="32" y="1702"/>
                    </a:cubicBezTo>
                    <a:cubicBezTo>
                      <a:pt x="1" y="2678"/>
                      <a:pt x="820" y="3371"/>
                      <a:pt x="1702" y="3371"/>
                    </a:cubicBezTo>
                    <a:cubicBezTo>
                      <a:pt x="2269" y="3371"/>
                      <a:pt x="2899" y="3025"/>
                      <a:pt x="3214" y="2426"/>
                    </a:cubicBezTo>
                    <a:cubicBezTo>
                      <a:pt x="3340" y="2206"/>
                      <a:pt x="3435" y="1922"/>
                      <a:pt x="3435" y="1702"/>
                    </a:cubicBezTo>
                    <a:cubicBezTo>
                      <a:pt x="3435" y="756"/>
                      <a:pt x="2679" y="0"/>
                      <a:pt x="173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Google Shape;16267;p139">
                <a:extLst>
                  <a:ext uri="{FF2B5EF4-FFF2-40B4-BE49-F238E27FC236}">
                    <a16:creationId xmlns:a16="http://schemas.microsoft.com/office/drawing/2014/main" id="{22FB83C1-6B54-B34E-4676-33E3FCDFBB5E}"/>
                  </a:ext>
                </a:extLst>
              </p:cNvPr>
              <p:cNvSpPr/>
              <p:nvPr/>
            </p:nvSpPr>
            <p:spPr>
              <a:xfrm>
                <a:off x="-5457200" y="3324950"/>
                <a:ext cx="67775" cy="67750"/>
              </a:xfrm>
              <a:custGeom>
                <a:avLst/>
                <a:gdLst/>
                <a:ahLst/>
                <a:cxnLst/>
                <a:rect l="l" t="t" r="r" b="b"/>
                <a:pathLst>
                  <a:path w="2711" h="2710" extrusionOk="0">
                    <a:moveTo>
                      <a:pt x="1009" y="0"/>
                    </a:moveTo>
                    <a:cubicBezTo>
                      <a:pt x="410" y="158"/>
                      <a:pt x="1" y="662"/>
                      <a:pt x="1" y="1323"/>
                    </a:cubicBezTo>
                    <a:cubicBezTo>
                      <a:pt x="1" y="2079"/>
                      <a:pt x="631" y="2710"/>
                      <a:pt x="1355" y="2710"/>
                    </a:cubicBezTo>
                    <a:cubicBezTo>
                      <a:pt x="1985" y="2710"/>
                      <a:pt x="2553" y="2268"/>
                      <a:pt x="2710" y="1701"/>
                    </a:cubicBezTo>
                    <a:lnTo>
                      <a:pt x="1355" y="1701"/>
                    </a:lnTo>
                    <a:cubicBezTo>
                      <a:pt x="1166" y="1701"/>
                      <a:pt x="1009" y="1544"/>
                      <a:pt x="1009" y="1323"/>
                    </a:cubicBezTo>
                    <a:lnTo>
                      <a:pt x="100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Google Shape;16268;p139">
                <a:extLst>
                  <a:ext uri="{FF2B5EF4-FFF2-40B4-BE49-F238E27FC236}">
                    <a16:creationId xmlns:a16="http://schemas.microsoft.com/office/drawing/2014/main" id="{FBA8D247-8CE8-B24F-46C6-5BC1C2EB970E}"/>
                  </a:ext>
                </a:extLst>
              </p:cNvPr>
              <p:cNvSpPr/>
              <p:nvPr/>
            </p:nvSpPr>
            <p:spPr>
              <a:xfrm>
                <a:off x="-5415450" y="3325725"/>
                <a:ext cx="25225" cy="24450"/>
              </a:xfrm>
              <a:custGeom>
                <a:avLst/>
                <a:gdLst/>
                <a:ahLst/>
                <a:cxnLst/>
                <a:rect l="l" t="t" r="r" b="b"/>
                <a:pathLst>
                  <a:path w="1009" h="978" extrusionOk="0">
                    <a:moveTo>
                      <a:pt x="0" y="1"/>
                    </a:moveTo>
                    <a:lnTo>
                      <a:pt x="0" y="977"/>
                    </a:lnTo>
                    <a:lnTo>
                      <a:pt x="1009" y="977"/>
                    </a:lnTo>
                    <a:cubicBezTo>
                      <a:pt x="883" y="473"/>
                      <a:pt x="473" y="127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Google Shape;16269;p139">
                <a:extLst>
                  <a:ext uri="{FF2B5EF4-FFF2-40B4-BE49-F238E27FC236}">
                    <a16:creationId xmlns:a16="http://schemas.microsoft.com/office/drawing/2014/main" id="{A840C8A6-9620-8437-25F5-54C6C73EDD20}"/>
                  </a:ext>
                </a:extLst>
              </p:cNvPr>
              <p:cNvSpPr/>
              <p:nvPr/>
            </p:nvSpPr>
            <p:spPr>
              <a:xfrm>
                <a:off x="-5611575" y="3359600"/>
                <a:ext cx="118950" cy="204800"/>
              </a:xfrm>
              <a:custGeom>
                <a:avLst/>
                <a:gdLst/>
                <a:ahLst/>
                <a:cxnLst/>
                <a:rect l="l" t="t" r="r" b="b"/>
                <a:pathLst>
                  <a:path w="4758" h="8192" extrusionOk="0">
                    <a:moveTo>
                      <a:pt x="694" y="0"/>
                    </a:moveTo>
                    <a:cubicBezTo>
                      <a:pt x="253" y="410"/>
                      <a:pt x="1" y="1008"/>
                      <a:pt x="1" y="1670"/>
                    </a:cubicBezTo>
                    <a:lnTo>
                      <a:pt x="1" y="3718"/>
                    </a:lnTo>
                    <a:cubicBezTo>
                      <a:pt x="1" y="4159"/>
                      <a:pt x="253" y="4569"/>
                      <a:pt x="662" y="4726"/>
                    </a:cubicBezTo>
                    <a:lnTo>
                      <a:pt x="662" y="7152"/>
                    </a:lnTo>
                    <a:cubicBezTo>
                      <a:pt x="662" y="7687"/>
                      <a:pt x="1135" y="8192"/>
                      <a:pt x="1670" y="8192"/>
                    </a:cubicBezTo>
                    <a:lnTo>
                      <a:pt x="3057" y="8192"/>
                    </a:lnTo>
                    <a:cubicBezTo>
                      <a:pt x="3624" y="8192"/>
                      <a:pt x="4096" y="7719"/>
                      <a:pt x="4096" y="7152"/>
                    </a:cubicBezTo>
                    <a:lnTo>
                      <a:pt x="4096" y="4726"/>
                    </a:lnTo>
                    <a:cubicBezTo>
                      <a:pt x="4474" y="4569"/>
                      <a:pt x="4758" y="4190"/>
                      <a:pt x="4758" y="3718"/>
                    </a:cubicBezTo>
                    <a:lnTo>
                      <a:pt x="4758" y="1670"/>
                    </a:lnTo>
                    <a:cubicBezTo>
                      <a:pt x="4758" y="1008"/>
                      <a:pt x="4474" y="410"/>
                      <a:pt x="4033" y="0"/>
                    </a:cubicBezTo>
                    <a:cubicBezTo>
                      <a:pt x="3718" y="347"/>
                      <a:pt x="3246" y="567"/>
                      <a:pt x="2742" y="662"/>
                    </a:cubicBezTo>
                    <a:lnTo>
                      <a:pt x="2742" y="2395"/>
                    </a:lnTo>
                    <a:cubicBezTo>
                      <a:pt x="2742" y="2584"/>
                      <a:pt x="2584" y="2741"/>
                      <a:pt x="2395" y="2741"/>
                    </a:cubicBezTo>
                    <a:cubicBezTo>
                      <a:pt x="2175" y="2741"/>
                      <a:pt x="2017" y="2584"/>
                      <a:pt x="2017" y="2395"/>
                    </a:cubicBezTo>
                    <a:lnTo>
                      <a:pt x="2017" y="662"/>
                    </a:lnTo>
                    <a:cubicBezTo>
                      <a:pt x="1513" y="567"/>
                      <a:pt x="1040" y="347"/>
                      <a:pt x="69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Google Shape;16270;p139">
                <a:extLst>
                  <a:ext uri="{FF2B5EF4-FFF2-40B4-BE49-F238E27FC236}">
                    <a16:creationId xmlns:a16="http://schemas.microsoft.com/office/drawing/2014/main" id="{CF7451B9-40B6-2D53-03B3-4995B0590157}"/>
                  </a:ext>
                </a:extLst>
              </p:cNvPr>
              <p:cNvSpPr/>
              <p:nvPr/>
            </p:nvSpPr>
            <p:spPr>
              <a:xfrm>
                <a:off x="-5510750" y="3272950"/>
                <a:ext cx="193775" cy="187475"/>
              </a:xfrm>
              <a:custGeom>
                <a:avLst/>
                <a:gdLst/>
                <a:ahLst/>
                <a:cxnLst/>
                <a:rect l="l" t="t" r="r" b="b"/>
                <a:pathLst>
                  <a:path w="7751" h="7499" extrusionOk="0">
                    <a:moveTo>
                      <a:pt x="3497" y="1355"/>
                    </a:moveTo>
                    <a:cubicBezTo>
                      <a:pt x="4663" y="1355"/>
                      <a:pt x="5577" y="2269"/>
                      <a:pt x="5577" y="3403"/>
                    </a:cubicBezTo>
                    <a:cubicBezTo>
                      <a:pt x="5577" y="4569"/>
                      <a:pt x="4600" y="5451"/>
                      <a:pt x="3497" y="5451"/>
                    </a:cubicBezTo>
                    <a:cubicBezTo>
                      <a:pt x="2363" y="5451"/>
                      <a:pt x="1450" y="4569"/>
                      <a:pt x="1450" y="3403"/>
                    </a:cubicBezTo>
                    <a:cubicBezTo>
                      <a:pt x="1450" y="2269"/>
                      <a:pt x="2363" y="1355"/>
                      <a:pt x="3497" y="1355"/>
                    </a:cubicBezTo>
                    <a:close/>
                    <a:moveTo>
                      <a:pt x="0" y="1"/>
                    </a:moveTo>
                    <a:cubicBezTo>
                      <a:pt x="441" y="410"/>
                      <a:pt x="725" y="1009"/>
                      <a:pt x="725" y="1671"/>
                    </a:cubicBezTo>
                    <a:cubicBezTo>
                      <a:pt x="725" y="2112"/>
                      <a:pt x="599" y="2521"/>
                      <a:pt x="410" y="2868"/>
                    </a:cubicBezTo>
                    <a:cubicBezTo>
                      <a:pt x="1040" y="3403"/>
                      <a:pt x="1387" y="4191"/>
                      <a:pt x="1387" y="5105"/>
                    </a:cubicBezTo>
                    <a:lnTo>
                      <a:pt x="1387" y="7152"/>
                    </a:lnTo>
                    <a:cubicBezTo>
                      <a:pt x="1387" y="7278"/>
                      <a:pt x="1387" y="7404"/>
                      <a:pt x="1355" y="7499"/>
                    </a:cubicBezTo>
                    <a:lnTo>
                      <a:pt x="5829" y="7499"/>
                    </a:lnTo>
                    <a:cubicBezTo>
                      <a:pt x="6396" y="7499"/>
                      <a:pt x="6900" y="7026"/>
                      <a:pt x="6900" y="6491"/>
                    </a:cubicBezTo>
                    <a:lnTo>
                      <a:pt x="6900" y="694"/>
                    </a:lnTo>
                    <a:lnTo>
                      <a:pt x="7246" y="694"/>
                    </a:lnTo>
                    <a:cubicBezTo>
                      <a:pt x="7751" y="694"/>
                      <a:pt x="7751" y="1"/>
                      <a:pt x="7278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5" name="Google Shape;16271;p139">
              <a:extLst>
                <a:ext uri="{FF2B5EF4-FFF2-40B4-BE49-F238E27FC236}">
                  <a16:creationId xmlns:a16="http://schemas.microsoft.com/office/drawing/2014/main" id="{25776BD5-1C6B-DD0A-03B6-328B13F12667}"/>
                </a:ext>
              </a:extLst>
            </p:cNvPr>
            <p:cNvGrpSpPr/>
            <p:nvPr/>
          </p:nvGrpSpPr>
          <p:grpSpPr>
            <a:xfrm>
              <a:off x="2471824" y="2205770"/>
              <a:ext cx="424195" cy="418507"/>
              <a:chOff x="-5613150" y="3632900"/>
              <a:chExt cx="294600" cy="290650"/>
            </a:xfrm>
            <a:grpFill/>
          </p:grpSpPr>
          <p:sp>
            <p:nvSpPr>
              <p:cNvPr id="444" name="Google Shape;16272;p139">
                <a:extLst>
                  <a:ext uri="{FF2B5EF4-FFF2-40B4-BE49-F238E27FC236}">
                    <a16:creationId xmlns:a16="http://schemas.microsoft.com/office/drawing/2014/main" id="{CAA35BDB-E334-78B7-600A-FC986E7142CE}"/>
                  </a:ext>
                </a:extLst>
              </p:cNvPr>
              <p:cNvSpPr/>
              <p:nvPr/>
            </p:nvSpPr>
            <p:spPr>
              <a:xfrm>
                <a:off x="-5440825" y="3708275"/>
                <a:ext cx="49550" cy="41450"/>
              </a:xfrm>
              <a:custGeom>
                <a:avLst/>
                <a:gdLst/>
                <a:ahLst/>
                <a:cxnLst/>
                <a:rect l="l" t="t" r="r" b="b"/>
                <a:pathLst>
                  <a:path w="1982" h="1658" extrusionOk="0">
                    <a:moveTo>
                      <a:pt x="522" y="1"/>
                    </a:moveTo>
                    <a:cubicBezTo>
                      <a:pt x="249" y="1"/>
                      <a:pt x="1" y="335"/>
                      <a:pt x="291" y="577"/>
                    </a:cubicBezTo>
                    <a:lnTo>
                      <a:pt x="1267" y="1554"/>
                    </a:lnTo>
                    <a:cubicBezTo>
                      <a:pt x="1341" y="1627"/>
                      <a:pt x="1422" y="1658"/>
                      <a:pt x="1501" y="1658"/>
                    </a:cubicBezTo>
                    <a:cubicBezTo>
                      <a:pt x="1760" y="1658"/>
                      <a:pt x="1982" y="1323"/>
                      <a:pt x="1740" y="1081"/>
                    </a:cubicBezTo>
                    <a:lnTo>
                      <a:pt x="763" y="104"/>
                    </a:lnTo>
                    <a:cubicBezTo>
                      <a:pt x="690" y="31"/>
                      <a:pt x="605" y="1"/>
                      <a:pt x="52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Google Shape;16273;p139">
                <a:extLst>
                  <a:ext uri="{FF2B5EF4-FFF2-40B4-BE49-F238E27FC236}">
                    <a16:creationId xmlns:a16="http://schemas.microsoft.com/office/drawing/2014/main" id="{7ECA6FBA-624F-E8F6-5619-DBB6B51BCC1F}"/>
                  </a:ext>
                </a:extLst>
              </p:cNvPr>
              <p:cNvSpPr/>
              <p:nvPr/>
            </p:nvSpPr>
            <p:spPr>
              <a:xfrm>
                <a:off x="-5613150" y="3632900"/>
                <a:ext cx="294600" cy="290650"/>
              </a:xfrm>
              <a:custGeom>
                <a:avLst/>
                <a:gdLst/>
                <a:ahLst/>
                <a:cxnLst/>
                <a:rect l="l" t="t" r="r" b="b"/>
                <a:pathLst>
                  <a:path w="11784" h="11626" extrusionOk="0">
                    <a:moveTo>
                      <a:pt x="7444" y="2281"/>
                    </a:moveTo>
                    <a:cubicBezTo>
                      <a:pt x="7676" y="2281"/>
                      <a:pt x="7915" y="2370"/>
                      <a:pt x="8129" y="2584"/>
                    </a:cubicBezTo>
                    <a:lnTo>
                      <a:pt x="9106" y="3592"/>
                    </a:lnTo>
                    <a:cubicBezTo>
                      <a:pt x="9736" y="4254"/>
                      <a:pt x="9263" y="5356"/>
                      <a:pt x="8349" y="5356"/>
                    </a:cubicBezTo>
                    <a:cubicBezTo>
                      <a:pt x="8066" y="5356"/>
                      <a:pt x="7814" y="5230"/>
                      <a:pt x="7656" y="5041"/>
                    </a:cubicBezTo>
                    <a:lnTo>
                      <a:pt x="6648" y="4065"/>
                    </a:lnTo>
                    <a:cubicBezTo>
                      <a:pt x="5941" y="3333"/>
                      <a:pt x="6649" y="2281"/>
                      <a:pt x="7444" y="2281"/>
                    </a:cubicBezTo>
                    <a:close/>
                    <a:moveTo>
                      <a:pt x="5495" y="3992"/>
                    </a:moveTo>
                    <a:cubicBezTo>
                      <a:pt x="5754" y="3992"/>
                      <a:pt x="5976" y="4327"/>
                      <a:pt x="5735" y="4569"/>
                    </a:cubicBezTo>
                    <a:lnTo>
                      <a:pt x="5262" y="5041"/>
                    </a:lnTo>
                    <a:cubicBezTo>
                      <a:pt x="4978" y="5325"/>
                      <a:pt x="5262" y="5514"/>
                      <a:pt x="5483" y="5734"/>
                    </a:cubicBezTo>
                    <a:lnTo>
                      <a:pt x="6207" y="5041"/>
                    </a:lnTo>
                    <a:cubicBezTo>
                      <a:pt x="6280" y="4968"/>
                      <a:pt x="6362" y="4937"/>
                      <a:pt x="6440" y="4937"/>
                    </a:cubicBezTo>
                    <a:cubicBezTo>
                      <a:pt x="6699" y="4937"/>
                      <a:pt x="6922" y="5272"/>
                      <a:pt x="6680" y="5514"/>
                    </a:cubicBezTo>
                    <a:lnTo>
                      <a:pt x="5955" y="6207"/>
                    </a:lnTo>
                    <a:cubicBezTo>
                      <a:pt x="6132" y="6384"/>
                      <a:pt x="6294" y="6577"/>
                      <a:pt x="6462" y="6577"/>
                    </a:cubicBezTo>
                    <a:cubicBezTo>
                      <a:pt x="6533" y="6577"/>
                      <a:pt x="6605" y="6543"/>
                      <a:pt x="6680" y="6459"/>
                    </a:cubicBezTo>
                    <a:lnTo>
                      <a:pt x="7152" y="5986"/>
                    </a:lnTo>
                    <a:cubicBezTo>
                      <a:pt x="7213" y="5926"/>
                      <a:pt x="7285" y="5900"/>
                      <a:pt x="7358" y="5900"/>
                    </a:cubicBezTo>
                    <a:cubicBezTo>
                      <a:pt x="7626" y="5900"/>
                      <a:pt x="7904" y="6250"/>
                      <a:pt x="7656" y="6522"/>
                    </a:cubicBezTo>
                    <a:lnTo>
                      <a:pt x="7184" y="6995"/>
                    </a:lnTo>
                    <a:cubicBezTo>
                      <a:pt x="6963" y="7215"/>
                      <a:pt x="6743" y="7310"/>
                      <a:pt x="6459" y="7310"/>
                    </a:cubicBezTo>
                    <a:cubicBezTo>
                      <a:pt x="6176" y="7310"/>
                      <a:pt x="5924" y="7215"/>
                      <a:pt x="5766" y="6995"/>
                    </a:cubicBezTo>
                    <a:lnTo>
                      <a:pt x="4789" y="6018"/>
                    </a:lnTo>
                    <a:cubicBezTo>
                      <a:pt x="4380" y="5640"/>
                      <a:pt x="4380" y="4947"/>
                      <a:pt x="4789" y="4569"/>
                    </a:cubicBezTo>
                    <a:lnTo>
                      <a:pt x="5262" y="4096"/>
                    </a:lnTo>
                    <a:cubicBezTo>
                      <a:pt x="5335" y="4023"/>
                      <a:pt x="5417" y="3992"/>
                      <a:pt x="5495" y="3992"/>
                    </a:cubicBezTo>
                    <a:close/>
                    <a:moveTo>
                      <a:pt x="3510" y="5977"/>
                    </a:moveTo>
                    <a:cubicBezTo>
                      <a:pt x="3769" y="5977"/>
                      <a:pt x="3992" y="6312"/>
                      <a:pt x="3750" y="6553"/>
                    </a:cubicBezTo>
                    <a:lnTo>
                      <a:pt x="3277" y="7026"/>
                    </a:lnTo>
                    <a:cubicBezTo>
                      <a:pt x="3035" y="7268"/>
                      <a:pt x="3258" y="7603"/>
                      <a:pt x="3516" y="7603"/>
                    </a:cubicBezTo>
                    <a:cubicBezTo>
                      <a:pt x="3595" y="7603"/>
                      <a:pt x="3677" y="7572"/>
                      <a:pt x="3750" y="7499"/>
                    </a:cubicBezTo>
                    <a:cubicBezTo>
                      <a:pt x="3976" y="7273"/>
                      <a:pt x="4227" y="7178"/>
                      <a:pt x="4467" y="7178"/>
                    </a:cubicBezTo>
                    <a:cubicBezTo>
                      <a:pt x="5267" y="7178"/>
                      <a:pt x="5950" y="8221"/>
                      <a:pt x="5199" y="8948"/>
                    </a:cubicBezTo>
                    <a:lnTo>
                      <a:pt x="4726" y="9420"/>
                    </a:lnTo>
                    <a:cubicBezTo>
                      <a:pt x="4653" y="9494"/>
                      <a:pt x="4571" y="9524"/>
                      <a:pt x="4493" y="9524"/>
                    </a:cubicBezTo>
                    <a:cubicBezTo>
                      <a:pt x="4234" y="9524"/>
                      <a:pt x="4012" y="9190"/>
                      <a:pt x="4254" y="8948"/>
                    </a:cubicBezTo>
                    <a:lnTo>
                      <a:pt x="4726" y="8475"/>
                    </a:lnTo>
                    <a:cubicBezTo>
                      <a:pt x="4968" y="8233"/>
                      <a:pt x="4746" y="7899"/>
                      <a:pt x="4487" y="7899"/>
                    </a:cubicBezTo>
                    <a:cubicBezTo>
                      <a:pt x="4409" y="7899"/>
                      <a:pt x="4327" y="7929"/>
                      <a:pt x="4254" y="8003"/>
                    </a:cubicBezTo>
                    <a:cubicBezTo>
                      <a:pt x="4035" y="8222"/>
                      <a:pt x="3787" y="8314"/>
                      <a:pt x="3547" y="8314"/>
                    </a:cubicBezTo>
                    <a:cubicBezTo>
                      <a:pt x="2754" y="8314"/>
                      <a:pt x="2054" y="7304"/>
                      <a:pt x="2805" y="6553"/>
                    </a:cubicBezTo>
                    <a:lnTo>
                      <a:pt x="3277" y="6081"/>
                    </a:lnTo>
                    <a:cubicBezTo>
                      <a:pt x="3350" y="6008"/>
                      <a:pt x="3432" y="5977"/>
                      <a:pt x="3510" y="5977"/>
                    </a:cubicBezTo>
                    <a:close/>
                    <a:moveTo>
                      <a:pt x="11390" y="0"/>
                    </a:moveTo>
                    <a:cubicBezTo>
                      <a:pt x="11303" y="0"/>
                      <a:pt x="11216" y="32"/>
                      <a:pt x="11153" y="95"/>
                    </a:cubicBezTo>
                    <a:lnTo>
                      <a:pt x="10208" y="1009"/>
                    </a:lnTo>
                    <a:cubicBezTo>
                      <a:pt x="9893" y="820"/>
                      <a:pt x="9547" y="757"/>
                      <a:pt x="9169" y="757"/>
                    </a:cubicBezTo>
                    <a:lnTo>
                      <a:pt x="6396" y="914"/>
                    </a:lnTo>
                    <a:cubicBezTo>
                      <a:pt x="5798" y="946"/>
                      <a:pt x="5230" y="1166"/>
                      <a:pt x="4821" y="1607"/>
                    </a:cubicBezTo>
                    <a:lnTo>
                      <a:pt x="410" y="6018"/>
                    </a:lnTo>
                    <a:cubicBezTo>
                      <a:pt x="1" y="6427"/>
                      <a:pt x="1" y="7089"/>
                      <a:pt x="410" y="7467"/>
                    </a:cubicBezTo>
                    <a:lnTo>
                      <a:pt x="4254" y="11342"/>
                    </a:lnTo>
                    <a:cubicBezTo>
                      <a:pt x="4459" y="11531"/>
                      <a:pt x="4726" y="11626"/>
                      <a:pt x="4990" y="11626"/>
                    </a:cubicBezTo>
                    <a:cubicBezTo>
                      <a:pt x="5254" y="11626"/>
                      <a:pt x="5514" y="11531"/>
                      <a:pt x="5703" y="11342"/>
                    </a:cubicBezTo>
                    <a:cubicBezTo>
                      <a:pt x="9704" y="7373"/>
                      <a:pt x="8854" y="8192"/>
                      <a:pt x="9956" y="7058"/>
                    </a:cubicBezTo>
                    <a:cubicBezTo>
                      <a:pt x="10492" y="6616"/>
                      <a:pt x="10807" y="5986"/>
                      <a:pt x="10838" y="5325"/>
                    </a:cubicBezTo>
                    <a:lnTo>
                      <a:pt x="10996" y="2521"/>
                    </a:lnTo>
                    <a:cubicBezTo>
                      <a:pt x="10996" y="2174"/>
                      <a:pt x="10901" y="1765"/>
                      <a:pt x="10712" y="1481"/>
                    </a:cubicBezTo>
                    <a:lnTo>
                      <a:pt x="11689" y="568"/>
                    </a:lnTo>
                    <a:cubicBezTo>
                      <a:pt x="11784" y="442"/>
                      <a:pt x="11784" y="190"/>
                      <a:pt x="11626" y="95"/>
                    </a:cubicBezTo>
                    <a:cubicBezTo>
                      <a:pt x="11563" y="32"/>
                      <a:pt x="11476" y="0"/>
                      <a:pt x="1139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6" name="Google Shape;16274;p139">
              <a:extLst>
                <a:ext uri="{FF2B5EF4-FFF2-40B4-BE49-F238E27FC236}">
                  <a16:creationId xmlns:a16="http://schemas.microsoft.com/office/drawing/2014/main" id="{113BE60C-EFC2-8232-D3A1-1A713939C9FF}"/>
                </a:ext>
              </a:extLst>
            </p:cNvPr>
            <p:cNvGrpSpPr/>
            <p:nvPr/>
          </p:nvGrpSpPr>
          <p:grpSpPr>
            <a:xfrm>
              <a:off x="2483722" y="2756270"/>
              <a:ext cx="424195" cy="420775"/>
              <a:chOff x="-5613150" y="3991275"/>
              <a:chExt cx="294600" cy="292225"/>
            </a:xfrm>
            <a:grpFill/>
          </p:grpSpPr>
          <p:sp>
            <p:nvSpPr>
              <p:cNvPr id="435" name="Google Shape;16275;p139">
                <a:extLst>
                  <a:ext uri="{FF2B5EF4-FFF2-40B4-BE49-F238E27FC236}">
                    <a16:creationId xmlns:a16="http://schemas.microsoft.com/office/drawing/2014/main" id="{CD532167-C7FB-8433-5A00-210122787913}"/>
                  </a:ext>
                </a:extLst>
              </p:cNvPr>
              <p:cNvSpPr/>
              <p:nvPr/>
            </p:nvSpPr>
            <p:spPr>
              <a:xfrm>
                <a:off x="-5480050" y="4046400"/>
                <a:ext cx="27600" cy="14200"/>
              </a:xfrm>
              <a:custGeom>
                <a:avLst/>
                <a:gdLst/>
                <a:ahLst/>
                <a:cxnLst/>
                <a:rect l="l" t="t" r="r" b="b"/>
                <a:pathLst>
                  <a:path w="1104" h="568" extrusionOk="0">
                    <a:moveTo>
                      <a:pt x="537" y="1"/>
                    </a:moveTo>
                    <a:lnTo>
                      <a:pt x="1" y="568"/>
                    </a:lnTo>
                    <a:lnTo>
                      <a:pt x="1104" y="568"/>
                    </a:lnTo>
                    <a:lnTo>
                      <a:pt x="53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Google Shape;16276;p139">
                <a:extLst>
                  <a:ext uri="{FF2B5EF4-FFF2-40B4-BE49-F238E27FC236}">
                    <a16:creationId xmlns:a16="http://schemas.microsoft.com/office/drawing/2014/main" id="{E87C3C8C-E7FF-AD4F-A138-36F75A522173}"/>
                  </a:ext>
                </a:extLst>
              </p:cNvPr>
              <p:cNvSpPr/>
              <p:nvPr/>
            </p:nvSpPr>
            <p:spPr>
              <a:xfrm>
                <a:off x="-5531225" y="4042450"/>
                <a:ext cx="44125" cy="18150"/>
              </a:xfrm>
              <a:custGeom>
                <a:avLst/>
                <a:gdLst/>
                <a:ahLst/>
                <a:cxnLst/>
                <a:rect l="l" t="t" r="r" b="b"/>
                <a:pathLst>
                  <a:path w="1765" h="726" extrusionOk="0">
                    <a:moveTo>
                      <a:pt x="693" y="1"/>
                    </a:moveTo>
                    <a:lnTo>
                      <a:pt x="0" y="726"/>
                    </a:lnTo>
                    <a:lnTo>
                      <a:pt x="1103" y="726"/>
                    </a:lnTo>
                    <a:lnTo>
                      <a:pt x="176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Google Shape;16277;p139">
                <a:extLst>
                  <a:ext uri="{FF2B5EF4-FFF2-40B4-BE49-F238E27FC236}">
                    <a16:creationId xmlns:a16="http://schemas.microsoft.com/office/drawing/2014/main" id="{F7E18CE5-6CA4-197A-E7C3-A1B2FE86A549}"/>
                  </a:ext>
                </a:extLst>
              </p:cNvPr>
              <p:cNvSpPr/>
              <p:nvPr/>
            </p:nvSpPr>
            <p:spPr>
              <a:xfrm>
                <a:off x="-5443025" y="4077125"/>
                <a:ext cx="41775" cy="40975"/>
              </a:xfrm>
              <a:custGeom>
                <a:avLst/>
                <a:gdLst/>
                <a:ahLst/>
                <a:cxnLst/>
                <a:rect l="l" t="t" r="r" b="b"/>
                <a:pathLst>
                  <a:path w="1671" h="1639" extrusionOk="0">
                    <a:moveTo>
                      <a:pt x="694" y="0"/>
                    </a:moveTo>
                    <a:lnTo>
                      <a:pt x="1" y="1638"/>
                    </a:lnTo>
                    <a:lnTo>
                      <a:pt x="1" y="1638"/>
                    </a:lnTo>
                    <a:lnTo>
                      <a:pt x="167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Google Shape;16278;p139">
                <a:extLst>
                  <a:ext uri="{FF2B5EF4-FFF2-40B4-BE49-F238E27FC236}">
                    <a16:creationId xmlns:a16="http://schemas.microsoft.com/office/drawing/2014/main" id="{EA68E913-E766-A451-ADE9-7A88ADB22A48}"/>
                  </a:ext>
                </a:extLst>
              </p:cNvPr>
              <p:cNvSpPr/>
              <p:nvPr/>
            </p:nvSpPr>
            <p:spPr>
              <a:xfrm>
                <a:off x="-5487925" y="4077125"/>
                <a:ext cx="43350" cy="54375"/>
              </a:xfrm>
              <a:custGeom>
                <a:avLst/>
                <a:gdLst/>
                <a:ahLst/>
                <a:cxnLst/>
                <a:rect l="l" t="t" r="r" b="b"/>
                <a:pathLst>
                  <a:path w="1734" h="2175" extrusionOk="0">
                    <a:moveTo>
                      <a:pt x="1" y="0"/>
                    </a:moveTo>
                    <a:lnTo>
                      <a:pt x="852" y="2174"/>
                    </a:lnTo>
                    <a:lnTo>
                      <a:pt x="1734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Google Shape;16279;p139">
                <a:extLst>
                  <a:ext uri="{FF2B5EF4-FFF2-40B4-BE49-F238E27FC236}">
                    <a16:creationId xmlns:a16="http://schemas.microsoft.com/office/drawing/2014/main" id="{ACC47735-4626-BF2F-E5DB-3A8F4B0B59E8}"/>
                  </a:ext>
                </a:extLst>
              </p:cNvPr>
              <p:cNvSpPr/>
              <p:nvPr/>
            </p:nvSpPr>
            <p:spPr>
              <a:xfrm>
                <a:off x="-5445375" y="4042450"/>
                <a:ext cx="44125" cy="18150"/>
              </a:xfrm>
              <a:custGeom>
                <a:avLst/>
                <a:gdLst/>
                <a:ahLst/>
                <a:cxnLst/>
                <a:rect l="l" t="t" r="r" b="b"/>
                <a:pathLst>
                  <a:path w="1765" h="726" extrusionOk="0">
                    <a:moveTo>
                      <a:pt x="0" y="1"/>
                    </a:moveTo>
                    <a:lnTo>
                      <a:pt x="693" y="726"/>
                    </a:lnTo>
                    <a:lnTo>
                      <a:pt x="1764" y="726"/>
                    </a:lnTo>
                    <a:lnTo>
                      <a:pt x="110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Google Shape;16280;p139">
                <a:extLst>
                  <a:ext uri="{FF2B5EF4-FFF2-40B4-BE49-F238E27FC236}">
                    <a16:creationId xmlns:a16="http://schemas.microsoft.com/office/drawing/2014/main" id="{224A2D53-8B17-42A3-9F32-8E810F4B8F54}"/>
                  </a:ext>
                </a:extLst>
              </p:cNvPr>
              <p:cNvSpPr/>
              <p:nvPr/>
            </p:nvSpPr>
            <p:spPr>
              <a:xfrm>
                <a:off x="-5531225" y="4077125"/>
                <a:ext cx="41750" cy="40975"/>
              </a:xfrm>
              <a:custGeom>
                <a:avLst/>
                <a:gdLst/>
                <a:ahLst/>
                <a:cxnLst/>
                <a:rect l="l" t="t" r="r" b="b"/>
                <a:pathLst>
                  <a:path w="1670" h="1639" extrusionOk="0">
                    <a:moveTo>
                      <a:pt x="0" y="0"/>
                    </a:moveTo>
                    <a:lnTo>
                      <a:pt x="1670" y="1638"/>
                    </a:lnTo>
                    <a:lnTo>
                      <a:pt x="97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Google Shape;16281;p139">
                <a:extLst>
                  <a:ext uri="{FF2B5EF4-FFF2-40B4-BE49-F238E27FC236}">
                    <a16:creationId xmlns:a16="http://schemas.microsoft.com/office/drawing/2014/main" id="{95D02C92-63FD-4B05-CA03-9AA1C3487FBA}"/>
                  </a:ext>
                </a:extLst>
              </p:cNvPr>
              <p:cNvSpPr/>
              <p:nvPr/>
            </p:nvSpPr>
            <p:spPr>
              <a:xfrm>
                <a:off x="-5613150" y="4198400"/>
                <a:ext cx="292225" cy="33900"/>
              </a:xfrm>
              <a:custGeom>
                <a:avLst/>
                <a:gdLst/>
                <a:ahLst/>
                <a:cxnLst/>
                <a:rect l="l" t="t" r="r" b="b"/>
                <a:pathLst>
                  <a:path w="11689" h="1356" extrusionOk="0">
                    <a:moveTo>
                      <a:pt x="1" y="1"/>
                    </a:moveTo>
                    <a:lnTo>
                      <a:pt x="1" y="347"/>
                    </a:lnTo>
                    <a:lnTo>
                      <a:pt x="32" y="347"/>
                    </a:lnTo>
                    <a:cubicBezTo>
                      <a:pt x="32" y="883"/>
                      <a:pt x="505" y="1356"/>
                      <a:pt x="1072" y="1356"/>
                    </a:cubicBezTo>
                    <a:lnTo>
                      <a:pt x="10681" y="1356"/>
                    </a:lnTo>
                    <a:cubicBezTo>
                      <a:pt x="11216" y="1356"/>
                      <a:pt x="11689" y="883"/>
                      <a:pt x="11689" y="347"/>
                    </a:cubicBezTo>
                    <a:lnTo>
                      <a:pt x="1168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Google Shape;16282;p139">
                <a:extLst>
                  <a:ext uri="{FF2B5EF4-FFF2-40B4-BE49-F238E27FC236}">
                    <a16:creationId xmlns:a16="http://schemas.microsoft.com/office/drawing/2014/main" id="{55999365-FE4A-E236-36DD-FC5F01558528}"/>
                  </a:ext>
                </a:extLst>
              </p:cNvPr>
              <p:cNvSpPr/>
              <p:nvPr/>
            </p:nvSpPr>
            <p:spPr>
              <a:xfrm>
                <a:off x="-5610775" y="3991275"/>
                <a:ext cx="292225" cy="189050"/>
              </a:xfrm>
              <a:custGeom>
                <a:avLst/>
                <a:gdLst/>
                <a:ahLst/>
                <a:cxnLst/>
                <a:rect l="l" t="t" r="r" b="b"/>
                <a:pathLst>
                  <a:path w="11689" h="7562" extrusionOk="0">
                    <a:moveTo>
                      <a:pt x="7813" y="1386"/>
                    </a:moveTo>
                    <a:cubicBezTo>
                      <a:pt x="7908" y="1386"/>
                      <a:pt x="8034" y="1418"/>
                      <a:pt x="8065" y="1512"/>
                    </a:cubicBezTo>
                    <a:cubicBezTo>
                      <a:pt x="8128" y="1575"/>
                      <a:pt x="9483" y="2867"/>
                      <a:pt x="9515" y="2993"/>
                    </a:cubicBezTo>
                    <a:cubicBezTo>
                      <a:pt x="9578" y="3088"/>
                      <a:pt x="9578" y="3214"/>
                      <a:pt x="9452" y="3340"/>
                    </a:cubicBezTo>
                    <a:lnTo>
                      <a:pt x="6018" y="6774"/>
                    </a:lnTo>
                    <a:cubicBezTo>
                      <a:pt x="5943" y="6848"/>
                      <a:pt x="5862" y="6880"/>
                      <a:pt x="5783" y="6880"/>
                    </a:cubicBezTo>
                    <a:cubicBezTo>
                      <a:pt x="5696" y="6880"/>
                      <a:pt x="5612" y="6840"/>
                      <a:pt x="5545" y="6774"/>
                    </a:cubicBezTo>
                    <a:lnTo>
                      <a:pt x="2111" y="3340"/>
                    </a:lnTo>
                    <a:cubicBezTo>
                      <a:pt x="2001" y="3230"/>
                      <a:pt x="1987" y="2976"/>
                      <a:pt x="2027" y="2976"/>
                    </a:cubicBezTo>
                    <a:cubicBezTo>
                      <a:pt x="2033" y="2976"/>
                      <a:pt x="2040" y="2981"/>
                      <a:pt x="2048" y="2993"/>
                    </a:cubicBezTo>
                    <a:cubicBezTo>
                      <a:pt x="2048" y="2962"/>
                      <a:pt x="2079" y="2930"/>
                      <a:pt x="2111" y="2867"/>
                    </a:cubicBezTo>
                    <a:lnTo>
                      <a:pt x="3497" y="1512"/>
                    </a:lnTo>
                    <a:cubicBezTo>
                      <a:pt x="3560" y="1418"/>
                      <a:pt x="3655" y="1386"/>
                      <a:pt x="3718" y="1386"/>
                    </a:cubicBezTo>
                    <a:close/>
                    <a:moveTo>
                      <a:pt x="1008" y="0"/>
                    </a:moveTo>
                    <a:cubicBezTo>
                      <a:pt x="473" y="0"/>
                      <a:pt x="0" y="473"/>
                      <a:pt x="0" y="1040"/>
                    </a:cubicBezTo>
                    <a:lnTo>
                      <a:pt x="0" y="7561"/>
                    </a:lnTo>
                    <a:lnTo>
                      <a:pt x="11689" y="7561"/>
                    </a:lnTo>
                    <a:lnTo>
                      <a:pt x="11689" y="1040"/>
                    </a:lnTo>
                    <a:cubicBezTo>
                      <a:pt x="11657" y="473"/>
                      <a:pt x="11184" y="0"/>
                      <a:pt x="1061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Google Shape;16283;p139">
                <a:extLst>
                  <a:ext uri="{FF2B5EF4-FFF2-40B4-BE49-F238E27FC236}">
                    <a16:creationId xmlns:a16="http://schemas.microsoft.com/office/drawing/2014/main" id="{1631E1C2-671B-0DBD-FD11-3649441F00EF}"/>
                  </a:ext>
                </a:extLst>
              </p:cNvPr>
              <p:cNvSpPr/>
              <p:nvPr/>
            </p:nvSpPr>
            <p:spPr>
              <a:xfrm>
                <a:off x="-5546975" y="4250400"/>
                <a:ext cx="160700" cy="33100"/>
              </a:xfrm>
              <a:custGeom>
                <a:avLst/>
                <a:gdLst/>
                <a:ahLst/>
                <a:cxnLst/>
                <a:rect l="l" t="t" r="r" b="b"/>
                <a:pathLst>
                  <a:path w="6428" h="1324" extrusionOk="0">
                    <a:moveTo>
                      <a:pt x="1544" y="0"/>
                    </a:moveTo>
                    <a:lnTo>
                      <a:pt x="1386" y="662"/>
                    </a:lnTo>
                    <a:lnTo>
                      <a:pt x="473" y="662"/>
                    </a:lnTo>
                    <a:cubicBezTo>
                      <a:pt x="32" y="662"/>
                      <a:pt x="0" y="1323"/>
                      <a:pt x="473" y="1323"/>
                    </a:cubicBezTo>
                    <a:lnTo>
                      <a:pt x="5955" y="1323"/>
                    </a:lnTo>
                    <a:cubicBezTo>
                      <a:pt x="6427" y="1323"/>
                      <a:pt x="6427" y="662"/>
                      <a:pt x="5986" y="662"/>
                    </a:cubicBezTo>
                    <a:lnTo>
                      <a:pt x="5072" y="662"/>
                    </a:lnTo>
                    <a:lnTo>
                      <a:pt x="4915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7" name="Google Shape;16284;p139">
              <a:extLst>
                <a:ext uri="{FF2B5EF4-FFF2-40B4-BE49-F238E27FC236}">
                  <a16:creationId xmlns:a16="http://schemas.microsoft.com/office/drawing/2014/main" id="{72304090-1338-8E8E-95E7-F031AADDFCC4}"/>
                </a:ext>
              </a:extLst>
            </p:cNvPr>
            <p:cNvGrpSpPr/>
            <p:nvPr/>
          </p:nvGrpSpPr>
          <p:grpSpPr>
            <a:xfrm>
              <a:off x="5155210" y="1689438"/>
              <a:ext cx="434634" cy="419227"/>
              <a:chOff x="-3768700" y="3253275"/>
              <a:chExt cx="301850" cy="291150"/>
            </a:xfrm>
            <a:grpFill/>
          </p:grpSpPr>
          <p:sp>
            <p:nvSpPr>
              <p:cNvPr id="432" name="Google Shape;16285;p139">
                <a:extLst>
                  <a:ext uri="{FF2B5EF4-FFF2-40B4-BE49-F238E27FC236}">
                    <a16:creationId xmlns:a16="http://schemas.microsoft.com/office/drawing/2014/main" id="{198D6BA4-5963-D8DC-2EDC-AE7E3C82A632}"/>
                  </a:ext>
                </a:extLst>
              </p:cNvPr>
              <p:cNvSpPr/>
              <p:nvPr/>
            </p:nvSpPr>
            <p:spPr>
              <a:xfrm>
                <a:off x="-3603925" y="3355650"/>
                <a:ext cx="69350" cy="33900"/>
              </a:xfrm>
              <a:custGeom>
                <a:avLst/>
                <a:gdLst/>
                <a:ahLst/>
                <a:cxnLst/>
                <a:rect l="l" t="t" r="r" b="b"/>
                <a:pathLst>
                  <a:path w="2774" h="1356" extrusionOk="0">
                    <a:moveTo>
                      <a:pt x="1040" y="1"/>
                    </a:moveTo>
                    <a:cubicBezTo>
                      <a:pt x="505" y="1"/>
                      <a:pt x="1" y="473"/>
                      <a:pt x="1" y="1009"/>
                    </a:cubicBezTo>
                    <a:lnTo>
                      <a:pt x="1" y="1356"/>
                    </a:lnTo>
                    <a:lnTo>
                      <a:pt x="2773" y="1356"/>
                    </a:lnTo>
                    <a:lnTo>
                      <a:pt x="2773" y="1009"/>
                    </a:lnTo>
                    <a:cubicBezTo>
                      <a:pt x="2742" y="473"/>
                      <a:pt x="2269" y="1"/>
                      <a:pt x="170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Google Shape;16286;p139">
                <a:extLst>
                  <a:ext uri="{FF2B5EF4-FFF2-40B4-BE49-F238E27FC236}">
                    <a16:creationId xmlns:a16="http://schemas.microsoft.com/office/drawing/2014/main" id="{C8410A2F-BC19-E21C-003A-59EB6013D098}"/>
                  </a:ext>
                </a:extLst>
              </p:cNvPr>
              <p:cNvSpPr/>
              <p:nvPr/>
            </p:nvSpPr>
            <p:spPr>
              <a:xfrm>
                <a:off x="-3586600" y="3305250"/>
                <a:ext cx="33125" cy="33100"/>
              </a:xfrm>
              <a:custGeom>
                <a:avLst/>
                <a:gdLst/>
                <a:ahLst/>
                <a:cxnLst/>
                <a:rect l="l" t="t" r="r" b="b"/>
                <a:pathLst>
                  <a:path w="1325" h="1324" extrusionOk="0">
                    <a:moveTo>
                      <a:pt x="663" y="0"/>
                    </a:moveTo>
                    <a:cubicBezTo>
                      <a:pt x="253" y="0"/>
                      <a:pt x="1" y="316"/>
                      <a:pt x="1" y="662"/>
                    </a:cubicBezTo>
                    <a:cubicBezTo>
                      <a:pt x="1" y="1009"/>
                      <a:pt x="316" y="1324"/>
                      <a:pt x="663" y="1324"/>
                    </a:cubicBezTo>
                    <a:cubicBezTo>
                      <a:pt x="1041" y="1324"/>
                      <a:pt x="1324" y="1009"/>
                      <a:pt x="1324" y="662"/>
                    </a:cubicBezTo>
                    <a:cubicBezTo>
                      <a:pt x="1324" y="284"/>
                      <a:pt x="1009" y="0"/>
                      <a:pt x="6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Google Shape;16287;p139">
                <a:extLst>
                  <a:ext uri="{FF2B5EF4-FFF2-40B4-BE49-F238E27FC236}">
                    <a16:creationId xmlns:a16="http://schemas.microsoft.com/office/drawing/2014/main" id="{2918D319-7E03-21E7-5D72-687C47FD8531}"/>
                  </a:ext>
                </a:extLst>
              </p:cNvPr>
              <p:cNvSpPr/>
              <p:nvPr/>
            </p:nvSpPr>
            <p:spPr>
              <a:xfrm>
                <a:off x="-3768700" y="3253275"/>
                <a:ext cx="301850" cy="291150"/>
              </a:xfrm>
              <a:custGeom>
                <a:avLst/>
                <a:gdLst/>
                <a:ahLst/>
                <a:cxnLst/>
                <a:rect l="l" t="t" r="r" b="b"/>
                <a:pathLst>
                  <a:path w="12074" h="11646" extrusionOk="0">
                    <a:moveTo>
                      <a:pt x="7947" y="1323"/>
                    </a:moveTo>
                    <a:cubicBezTo>
                      <a:pt x="8703" y="1323"/>
                      <a:pt x="9333" y="1953"/>
                      <a:pt x="9333" y="2710"/>
                    </a:cubicBezTo>
                    <a:cubicBezTo>
                      <a:pt x="9333" y="3025"/>
                      <a:pt x="9207" y="3340"/>
                      <a:pt x="9018" y="3560"/>
                    </a:cubicBezTo>
                    <a:cubicBezTo>
                      <a:pt x="9585" y="3844"/>
                      <a:pt x="9994" y="4442"/>
                      <a:pt x="9994" y="5104"/>
                    </a:cubicBezTo>
                    <a:lnTo>
                      <a:pt x="9994" y="5766"/>
                    </a:lnTo>
                    <a:lnTo>
                      <a:pt x="10026" y="5766"/>
                    </a:lnTo>
                    <a:cubicBezTo>
                      <a:pt x="10026" y="5955"/>
                      <a:pt x="9868" y="6112"/>
                      <a:pt x="9679" y="6112"/>
                    </a:cubicBezTo>
                    <a:lnTo>
                      <a:pt x="6245" y="6112"/>
                    </a:lnTo>
                    <a:cubicBezTo>
                      <a:pt x="6056" y="6112"/>
                      <a:pt x="5899" y="5955"/>
                      <a:pt x="5899" y="5766"/>
                    </a:cubicBezTo>
                    <a:lnTo>
                      <a:pt x="5899" y="5104"/>
                    </a:lnTo>
                    <a:cubicBezTo>
                      <a:pt x="5899" y="4442"/>
                      <a:pt x="6308" y="3844"/>
                      <a:pt x="6875" y="3560"/>
                    </a:cubicBezTo>
                    <a:cubicBezTo>
                      <a:pt x="6686" y="3340"/>
                      <a:pt x="6560" y="3056"/>
                      <a:pt x="6560" y="2710"/>
                    </a:cubicBezTo>
                    <a:cubicBezTo>
                      <a:pt x="6560" y="1953"/>
                      <a:pt x="7190" y="1323"/>
                      <a:pt x="7947" y="1323"/>
                    </a:cubicBezTo>
                    <a:close/>
                    <a:moveTo>
                      <a:pt x="7947" y="0"/>
                    </a:moveTo>
                    <a:cubicBezTo>
                      <a:pt x="5647" y="0"/>
                      <a:pt x="3851" y="1827"/>
                      <a:pt x="3851" y="4096"/>
                    </a:cubicBezTo>
                    <a:cubicBezTo>
                      <a:pt x="3851" y="5104"/>
                      <a:pt x="4197" y="6018"/>
                      <a:pt x="4828" y="6711"/>
                    </a:cubicBezTo>
                    <a:lnTo>
                      <a:pt x="4134" y="7435"/>
                    </a:lnTo>
                    <a:cubicBezTo>
                      <a:pt x="3981" y="7364"/>
                      <a:pt x="3823" y="7329"/>
                      <a:pt x="3669" y="7329"/>
                    </a:cubicBezTo>
                    <a:cubicBezTo>
                      <a:pt x="3412" y="7329"/>
                      <a:pt x="3166" y="7427"/>
                      <a:pt x="2969" y="7624"/>
                    </a:cubicBezTo>
                    <a:lnTo>
                      <a:pt x="732" y="9861"/>
                    </a:lnTo>
                    <a:cubicBezTo>
                      <a:pt x="0" y="10593"/>
                      <a:pt x="722" y="11645"/>
                      <a:pt x="1509" y="11645"/>
                    </a:cubicBezTo>
                    <a:cubicBezTo>
                      <a:pt x="1739" y="11645"/>
                      <a:pt x="1975" y="11555"/>
                      <a:pt x="2181" y="11342"/>
                    </a:cubicBezTo>
                    <a:lnTo>
                      <a:pt x="4449" y="9074"/>
                    </a:lnTo>
                    <a:cubicBezTo>
                      <a:pt x="4765" y="8759"/>
                      <a:pt x="4796" y="8286"/>
                      <a:pt x="4638" y="7939"/>
                    </a:cubicBezTo>
                    <a:lnTo>
                      <a:pt x="5332" y="7246"/>
                    </a:lnTo>
                    <a:cubicBezTo>
                      <a:pt x="6056" y="7813"/>
                      <a:pt x="7001" y="8223"/>
                      <a:pt x="7978" y="8223"/>
                    </a:cubicBezTo>
                    <a:cubicBezTo>
                      <a:pt x="10278" y="8223"/>
                      <a:pt x="12074" y="6364"/>
                      <a:pt x="12074" y="4127"/>
                    </a:cubicBezTo>
                    <a:cubicBezTo>
                      <a:pt x="12074" y="1796"/>
                      <a:pt x="10215" y="0"/>
                      <a:pt x="794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8" name="Google Shape;16288;p139">
              <a:extLst>
                <a:ext uri="{FF2B5EF4-FFF2-40B4-BE49-F238E27FC236}">
                  <a16:creationId xmlns:a16="http://schemas.microsoft.com/office/drawing/2014/main" id="{057328DF-A0A1-A7B7-E97E-C31DE25EC203}"/>
                </a:ext>
              </a:extLst>
            </p:cNvPr>
            <p:cNvGrpSpPr/>
            <p:nvPr/>
          </p:nvGrpSpPr>
          <p:grpSpPr>
            <a:xfrm>
              <a:off x="5159293" y="2217090"/>
              <a:ext cx="426462" cy="395865"/>
              <a:chOff x="-3808700" y="3628950"/>
              <a:chExt cx="296175" cy="274925"/>
            </a:xfrm>
            <a:grpFill/>
          </p:grpSpPr>
          <p:sp>
            <p:nvSpPr>
              <p:cNvPr id="429" name="Google Shape;16289;p139">
                <a:extLst>
                  <a:ext uri="{FF2B5EF4-FFF2-40B4-BE49-F238E27FC236}">
                    <a16:creationId xmlns:a16="http://schemas.microsoft.com/office/drawing/2014/main" id="{C19D3A7F-FB40-3F8B-C861-EBD868635BCA}"/>
                  </a:ext>
                </a:extLst>
              </p:cNvPr>
              <p:cNvSpPr/>
              <p:nvPr/>
            </p:nvSpPr>
            <p:spPr>
              <a:xfrm>
                <a:off x="-3665972" y="3680950"/>
                <a:ext cx="51200" cy="51225"/>
              </a:xfrm>
              <a:custGeom>
                <a:avLst/>
                <a:gdLst/>
                <a:ahLst/>
                <a:cxnLst/>
                <a:rect l="l" t="t" r="r" b="b"/>
                <a:pathLst>
                  <a:path w="2048" h="2049" extrusionOk="0">
                    <a:moveTo>
                      <a:pt x="1008" y="0"/>
                    </a:moveTo>
                    <a:cubicBezTo>
                      <a:pt x="441" y="0"/>
                      <a:pt x="0" y="473"/>
                      <a:pt x="0" y="1040"/>
                    </a:cubicBezTo>
                    <a:cubicBezTo>
                      <a:pt x="0" y="1607"/>
                      <a:pt x="441" y="2048"/>
                      <a:pt x="1008" y="2048"/>
                    </a:cubicBezTo>
                    <a:cubicBezTo>
                      <a:pt x="1575" y="2048"/>
                      <a:pt x="2048" y="1607"/>
                      <a:pt x="2048" y="1040"/>
                    </a:cubicBezTo>
                    <a:cubicBezTo>
                      <a:pt x="2048" y="473"/>
                      <a:pt x="1575" y="0"/>
                      <a:pt x="100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Google Shape;16290;p139">
                <a:extLst>
                  <a:ext uri="{FF2B5EF4-FFF2-40B4-BE49-F238E27FC236}">
                    <a16:creationId xmlns:a16="http://schemas.microsoft.com/office/drawing/2014/main" id="{CE371602-98DC-A1AD-7F51-0B72CE0D3435}"/>
                  </a:ext>
                </a:extLst>
              </p:cNvPr>
              <p:cNvSpPr/>
              <p:nvPr/>
            </p:nvSpPr>
            <p:spPr>
              <a:xfrm>
                <a:off x="-3808700" y="3664400"/>
                <a:ext cx="296175" cy="239475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9579" extrusionOk="0">
                    <a:moveTo>
                      <a:pt x="3970" y="8223"/>
                    </a:moveTo>
                    <a:cubicBezTo>
                      <a:pt x="4159" y="8223"/>
                      <a:pt x="4316" y="8381"/>
                      <a:pt x="4316" y="8570"/>
                    </a:cubicBezTo>
                    <a:cubicBezTo>
                      <a:pt x="4316" y="8791"/>
                      <a:pt x="4159" y="8948"/>
                      <a:pt x="3970" y="8948"/>
                    </a:cubicBezTo>
                    <a:cubicBezTo>
                      <a:pt x="3781" y="8948"/>
                      <a:pt x="3623" y="8791"/>
                      <a:pt x="3623" y="8570"/>
                    </a:cubicBezTo>
                    <a:cubicBezTo>
                      <a:pt x="3623" y="8349"/>
                      <a:pt x="3781" y="8223"/>
                      <a:pt x="3970" y="8223"/>
                    </a:cubicBezTo>
                    <a:close/>
                    <a:moveTo>
                      <a:pt x="8727" y="8223"/>
                    </a:moveTo>
                    <a:cubicBezTo>
                      <a:pt x="8916" y="8223"/>
                      <a:pt x="9074" y="8381"/>
                      <a:pt x="9074" y="8570"/>
                    </a:cubicBezTo>
                    <a:cubicBezTo>
                      <a:pt x="9074" y="8791"/>
                      <a:pt x="8916" y="8948"/>
                      <a:pt x="8727" y="8948"/>
                    </a:cubicBezTo>
                    <a:cubicBezTo>
                      <a:pt x="8538" y="8948"/>
                      <a:pt x="8381" y="8791"/>
                      <a:pt x="8381" y="8570"/>
                    </a:cubicBezTo>
                    <a:cubicBezTo>
                      <a:pt x="8412" y="8349"/>
                      <a:pt x="8538" y="8223"/>
                      <a:pt x="8727" y="8223"/>
                    </a:cubicBezTo>
                    <a:close/>
                    <a:moveTo>
                      <a:pt x="473" y="1"/>
                    </a:moveTo>
                    <a:cubicBezTo>
                      <a:pt x="32" y="1"/>
                      <a:pt x="0" y="662"/>
                      <a:pt x="473" y="662"/>
                    </a:cubicBezTo>
                    <a:lnTo>
                      <a:pt x="819" y="662"/>
                    </a:lnTo>
                    <a:cubicBezTo>
                      <a:pt x="977" y="662"/>
                      <a:pt x="1134" y="788"/>
                      <a:pt x="1166" y="946"/>
                    </a:cubicBezTo>
                    <a:lnTo>
                      <a:pt x="2143" y="6428"/>
                    </a:lnTo>
                    <a:cubicBezTo>
                      <a:pt x="1481" y="7058"/>
                      <a:pt x="1922" y="8192"/>
                      <a:pt x="2867" y="8192"/>
                    </a:cubicBezTo>
                    <a:lnTo>
                      <a:pt x="2930" y="8192"/>
                    </a:lnTo>
                    <a:cubicBezTo>
                      <a:pt x="2899" y="8318"/>
                      <a:pt x="2867" y="8412"/>
                      <a:pt x="2867" y="8538"/>
                    </a:cubicBezTo>
                    <a:cubicBezTo>
                      <a:pt x="2867" y="9106"/>
                      <a:pt x="3340" y="9578"/>
                      <a:pt x="3875" y="9578"/>
                    </a:cubicBezTo>
                    <a:cubicBezTo>
                      <a:pt x="4442" y="9578"/>
                      <a:pt x="4915" y="9106"/>
                      <a:pt x="4915" y="8538"/>
                    </a:cubicBezTo>
                    <a:cubicBezTo>
                      <a:pt x="4915" y="8412"/>
                      <a:pt x="4884" y="8318"/>
                      <a:pt x="4821" y="8192"/>
                    </a:cubicBezTo>
                    <a:lnTo>
                      <a:pt x="7719" y="8192"/>
                    </a:lnTo>
                    <a:cubicBezTo>
                      <a:pt x="7656" y="8318"/>
                      <a:pt x="7624" y="8412"/>
                      <a:pt x="7624" y="8538"/>
                    </a:cubicBezTo>
                    <a:cubicBezTo>
                      <a:pt x="7624" y="9106"/>
                      <a:pt x="8097" y="9578"/>
                      <a:pt x="8664" y="9578"/>
                    </a:cubicBezTo>
                    <a:cubicBezTo>
                      <a:pt x="9200" y="9578"/>
                      <a:pt x="9672" y="9106"/>
                      <a:pt x="9672" y="8538"/>
                    </a:cubicBezTo>
                    <a:cubicBezTo>
                      <a:pt x="9672" y="8412"/>
                      <a:pt x="9641" y="8318"/>
                      <a:pt x="9609" y="8192"/>
                    </a:cubicBezTo>
                    <a:lnTo>
                      <a:pt x="9987" y="8192"/>
                    </a:lnTo>
                    <a:cubicBezTo>
                      <a:pt x="10176" y="8192"/>
                      <a:pt x="10334" y="8034"/>
                      <a:pt x="10334" y="7845"/>
                    </a:cubicBezTo>
                    <a:cubicBezTo>
                      <a:pt x="10334" y="7625"/>
                      <a:pt x="10176" y="7467"/>
                      <a:pt x="9987" y="7467"/>
                    </a:cubicBezTo>
                    <a:lnTo>
                      <a:pt x="2773" y="7467"/>
                    </a:lnTo>
                    <a:cubicBezTo>
                      <a:pt x="2759" y="7470"/>
                      <a:pt x="2746" y="7471"/>
                      <a:pt x="2733" y="7471"/>
                    </a:cubicBezTo>
                    <a:cubicBezTo>
                      <a:pt x="2459" y="7471"/>
                      <a:pt x="2477" y="6837"/>
                      <a:pt x="2899" y="6837"/>
                    </a:cubicBezTo>
                    <a:lnTo>
                      <a:pt x="10145" y="6837"/>
                    </a:lnTo>
                    <a:cubicBezTo>
                      <a:pt x="10302" y="6837"/>
                      <a:pt x="10428" y="6774"/>
                      <a:pt x="10460" y="6617"/>
                    </a:cubicBezTo>
                    <a:lnTo>
                      <a:pt x="11815" y="2553"/>
                    </a:lnTo>
                    <a:cubicBezTo>
                      <a:pt x="11846" y="2427"/>
                      <a:pt x="11815" y="2332"/>
                      <a:pt x="11752" y="2238"/>
                    </a:cubicBezTo>
                    <a:cubicBezTo>
                      <a:pt x="11657" y="2080"/>
                      <a:pt x="11500" y="2048"/>
                      <a:pt x="10775" y="2048"/>
                    </a:cubicBezTo>
                    <a:lnTo>
                      <a:pt x="10491" y="2048"/>
                    </a:lnTo>
                    <a:lnTo>
                      <a:pt x="10491" y="2395"/>
                    </a:lnTo>
                    <a:cubicBezTo>
                      <a:pt x="10491" y="2584"/>
                      <a:pt x="10334" y="2742"/>
                      <a:pt x="10145" y="2742"/>
                    </a:cubicBezTo>
                    <a:lnTo>
                      <a:pt x="9641" y="2742"/>
                    </a:lnTo>
                    <a:cubicBezTo>
                      <a:pt x="9609" y="2868"/>
                      <a:pt x="9546" y="2962"/>
                      <a:pt x="9515" y="3057"/>
                    </a:cubicBezTo>
                    <a:lnTo>
                      <a:pt x="9861" y="3435"/>
                    </a:lnTo>
                    <a:cubicBezTo>
                      <a:pt x="9987" y="3529"/>
                      <a:pt x="9987" y="3781"/>
                      <a:pt x="9861" y="3907"/>
                    </a:cubicBezTo>
                    <a:lnTo>
                      <a:pt x="8885" y="4884"/>
                    </a:lnTo>
                    <a:cubicBezTo>
                      <a:pt x="8822" y="4947"/>
                      <a:pt x="8735" y="4978"/>
                      <a:pt x="8648" y="4978"/>
                    </a:cubicBezTo>
                    <a:cubicBezTo>
                      <a:pt x="8562" y="4978"/>
                      <a:pt x="8475" y="4947"/>
                      <a:pt x="8412" y="4884"/>
                    </a:cubicBezTo>
                    <a:lnTo>
                      <a:pt x="8066" y="4537"/>
                    </a:lnTo>
                    <a:cubicBezTo>
                      <a:pt x="7971" y="4569"/>
                      <a:pt x="7877" y="4600"/>
                      <a:pt x="7751" y="4632"/>
                    </a:cubicBezTo>
                    <a:lnTo>
                      <a:pt x="7751" y="5167"/>
                    </a:lnTo>
                    <a:cubicBezTo>
                      <a:pt x="7751" y="5356"/>
                      <a:pt x="7593" y="5514"/>
                      <a:pt x="7404" y="5514"/>
                    </a:cubicBezTo>
                    <a:lnTo>
                      <a:pt x="5986" y="5514"/>
                    </a:lnTo>
                    <a:cubicBezTo>
                      <a:pt x="5766" y="5514"/>
                      <a:pt x="5608" y="5356"/>
                      <a:pt x="5608" y="5167"/>
                    </a:cubicBezTo>
                    <a:lnTo>
                      <a:pt x="5608" y="4632"/>
                    </a:lnTo>
                    <a:cubicBezTo>
                      <a:pt x="5514" y="4600"/>
                      <a:pt x="5419" y="4569"/>
                      <a:pt x="5293" y="4537"/>
                    </a:cubicBezTo>
                    <a:lnTo>
                      <a:pt x="4947" y="4884"/>
                    </a:lnTo>
                    <a:cubicBezTo>
                      <a:pt x="4884" y="4947"/>
                      <a:pt x="4797" y="4978"/>
                      <a:pt x="4710" y="4978"/>
                    </a:cubicBezTo>
                    <a:cubicBezTo>
                      <a:pt x="4624" y="4978"/>
                      <a:pt x="4537" y="4947"/>
                      <a:pt x="4474" y="4884"/>
                    </a:cubicBezTo>
                    <a:lnTo>
                      <a:pt x="3497" y="3907"/>
                    </a:lnTo>
                    <a:cubicBezTo>
                      <a:pt x="3371" y="3781"/>
                      <a:pt x="3371" y="3529"/>
                      <a:pt x="3497" y="3435"/>
                    </a:cubicBezTo>
                    <a:lnTo>
                      <a:pt x="3844" y="3057"/>
                    </a:lnTo>
                    <a:cubicBezTo>
                      <a:pt x="3812" y="2994"/>
                      <a:pt x="3781" y="2868"/>
                      <a:pt x="3718" y="2742"/>
                    </a:cubicBezTo>
                    <a:lnTo>
                      <a:pt x="3214" y="2742"/>
                    </a:lnTo>
                    <a:cubicBezTo>
                      <a:pt x="3025" y="2742"/>
                      <a:pt x="2867" y="2584"/>
                      <a:pt x="2867" y="2395"/>
                    </a:cubicBezTo>
                    <a:lnTo>
                      <a:pt x="2867" y="2048"/>
                    </a:lnTo>
                    <a:lnTo>
                      <a:pt x="2080" y="2048"/>
                    </a:lnTo>
                    <a:lnTo>
                      <a:pt x="1828" y="820"/>
                    </a:lnTo>
                    <a:cubicBezTo>
                      <a:pt x="1765" y="347"/>
                      <a:pt x="1324" y="1"/>
                      <a:pt x="819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Google Shape;16291;p139">
                <a:extLst>
                  <a:ext uri="{FF2B5EF4-FFF2-40B4-BE49-F238E27FC236}">
                    <a16:creationId xmlns:a16="http://schemas.microsoft.com/office/drawing/2014/main" id="{A6B08E64-E8DF-6049-9B47-7B9D087CE124}"/>
                  </a:ext>
                </a:extLst>
              </p:cNvPr>
              <p:cNvSpPr/>
              <p:nvPr/>
            </p:nvSpPr>
            <p:spPr>
              <a:xfrm>
                <a:off x="-3718359" y="3628950"/>
                <a:ext cx="155975" cy="156775"/>
              </a:xfrm>
              <a:custGeom>
                <a:avLst/>
                <a:gdLst/>
                <a:ahLst/>
                <a:cxnLst/>
                <a:rect l="l" t="t" r="r" b="b"/>
                <a:pathLst>
                  <a:path w="6239" h="6271" extrusionOk="0">
                    <a:moveTo>
                      <a:pt x="3056" y="1419"/>
                    </a:moveTo>
                    <a:cubicBezTo>
                      <a:pt x="4001" y="1419"/>
                      <a:pt x="4758" y="2175"/>
                      <a:pt x="4758" y="3120"/>
                    </a:cubicBezTo>
                    <a:cubicBezTo>
                      <a:pt x="4758" y="4065"/>
                      <a:pt x="4001" y="4821"/>
                      <a:pt x="3056" y="4821"/>
                    </a:cubicBezTo>
                    <a:cubicBezTo>
                      <a:pt x="2111" y="4821"/>
                      <a:pt x="1355" y="4065"/>
                      <a:pt x="1355" y="3120"/>
                    </a:cubicBezTo>
                    <a:cubicBezTo>
                      <a:pt x="1355" y="2175"/>
                      <a:pt x="2111" y="1419"/>
                      <a:pt x="3056" y="1419"/>
                    </a:cubicBezTo>
                    <a:close/>
                    <a:moveTo>
                      <a:pt x="2773" y="1"/>
                    </a:moveTo>
                    <a:lnTo>
                      <a:pt x="2773" y="442"/>
                    </a:lnTo>
                    <a:cubicBezTo>
                      <a:pt x="2773" y="600"/>
                      <a:pt x="2678" y="726"/>
                      <a:pt x="2521" y="757"/>
                    </a:cubicBezTo>
                    <a:cubicBezTo>
                      <a:pt x="2300" y="789"/>
                      <a:pt x="2080" y="915"/>
                      <a:pt x="1891" y="1041"/>
                    </a:cubicBezTo>
                    <a:cubicBezTo>
                      <a:pt x="1846" y="1063"/>
                      <a:pt x="1793" y="1073"/>
                      <a:pt x="1739" y="1073"/>
                    </a:cubicBezTo>
                    <a:cubicBezTo>
                      <a:pt x="1639" y="1073"/>
                      <a:pt x="1531" y="1039"/>
                      <a:pt x="1450" y="978"/>
                    </a:cubicBezTo>
                    <a:lnTo>
                      <a:pt x="1135" y="663"/>
                    </a:lnTo>
                    <a:lnTo>
                      <a:pt x="662" y="1135"/>
                    </a:lnTo>
                    <a:lnTo>
                      <a:pt x="977" y="1450"/>
                    </a:lnTo>
                    <a:cubicBezTo>
                      <a:pt x="1103" y="1576"/>
                      <a:pt x="1103" y="1734"/>
                      <a:pt x="1009" y="1891"/>
                    </a:cubicBezTo>
                    <a:cubicBezTo>
                      <a:pt x="883" y="2080"/>
                      <a:pt x="819" y="2301"/>
                      <a:pt x="725" y="2521"/>
                    </a:cubicBezTo>
                    <a:cubicBezTo>
                      <a:pt x="693" y="2679"/>
                      <a:pt x="599" y="2805"/>
                      <a:pt x="410" y="2805"/>
                    </a:cubicBezTo>
                    <a:lnTo>
                      <a:pt x="0" y="2805"/>
                    </a:lnTo>
                    <a:lnTo>
                      <a:pt x="0" y="3466"/>
                    </a:lnTo>
                    <a:lnTo>
                      <a:pt x="410" y="3466"/>
                    </a:lnTo>
                    <a:cubicBezTo>
                      <a:pt x="567" y="3466"/>
                      <a:pt x="693" y="3593"/>
                      <a:pt x="725" y="3750"/>
                    </a:cubicBezTo>
                    <a:cubicBezTo>
                      <a:pt x="788" y="3939"/>
                      <a:pt x="883" y="4191"/>
                      <a:pt x="1009" y="4380"/>
                    </a:cubicBezTo>
                    <a:cubicBezTo>
                      <a:pt x="1103" y="4506"/>
                      <a:pt x="1040" y="4695"/>
                      <a:pt x="977" y="4821"/>
                    </a:cubicBezTo>
                    <a:lnTo>
                      <a:pt x="662" y="5136"/>
                    </a:lnTo>
                    <a:lnTo>
                      <a:pt x="1135" y="5609"/>
                    </a:lnTo>
                    <a:lnTo>
                      <a:pt x="1450" y="5294"/>
                    </a:lnTo>
                    <a:cubicBezTo>
                      <a:pt x="1523" y="5220"/>
                      <a:pt x="1608" y="5189"/>
                      <a:pt x="1697" y="5189"/>
                    </a:cubicBezTo>
                    <a:cubicBezTo>
                      <a:pt x="1760" y="5189"/>
                      <a:pt x="1825" y="5205"/>
                      <a:pt x="1891" y="5231"/>
                    </a:cubicBezTo>
                    <a:cubicBezTo>
                      <a:pt x="2080" y="5357"/>
                      <a:pt x="2269" y="5451"/>
                      <a:pt x="2521" y="5514"/>
                    </a:cubicBezTo>
                    <a:cubicBezTo>
                      <a:pt x="2678" y="5546"/>
                      <a:pt x="2773" y="5672"/>
                      <a:pt x="2773" y="5829"/>
                    </a:cubicBezTo>
                    <a:lnTo>
                      <a:pt x="2773" y="6270"/>
                    </a:lnTo>
                    <a:lnTo>
                      <a:pt x="3466" y="6270"/>
                    </a:lnTo>
                    <a:lnTo>
                      <a:pt x="3466" y="5829"/>
                    </a:lnTo>
                    <a:cubicBezTo>
                      <a:pt x="3466" y="5672"/>
                      <a:pt x="3560" y="5546"/>
                      <a:pt x="3718" y="5514"/>
                    </a:cubicBezTo>
                    <a:cubicBezTo>
                      <a:pt x="3938" y="5483"/>
                      <a:pt x="4159" y="5357"/>
                      <a:pt x="4348" y="5231"/>
                    </a:cubicBezTo>
                    <a:cubicBezTo>
                      <a:pt x="4393" y="5208"/>
                      <a:pt x="4445" y="5198"/>
                      <a:pt x="4500" y="5198"/>
                    </a:cubicBezTo>
                    <a:cubicBezTo>
                      <a:pt x="4600" y="5198"/>
                      <a:pt x="4708" y="5233"/>
                      <a:pt x="4789" y="5294"/>
                    </a:cubicBezTo>
                    <a:lnTo>
                      <a:pt x="5104" y="5609"/>
                    </a:lnTo>
                    <a:lnTo>
                      <a:pt x="5577" y="5136"/>
                    </a:lnTo>
                    <a:lnTo>
                      <a:pt x="5262" y="4821"/>
                    </a:lnTo>
                    <a:cubicBezTo>
                      <a:pt x="5136" y="4695"/>
                      <a:pt x="5136" y="4538"/>
                      <a:pt x="5230" y="4380"/>
                    </a:cubicBezTo>
                    <a:cubicBezTo>
                      <a:pt x="5356" y="4191"/>
                      <a:pt x="5419" y="3971"/>
                      <a:pt x="5514" y="3750"/>
                    </a:cubicBezTo>
                    <a:cubicBezTo>
                      <a:pt x="5545" y="3593"/>
                      <a:pt x="5671" y="3466"/>
                      <a:pt x="5829" y="3466"/>
                    </a:cubicBezTo>
                    <a:lnTo>
                      <a:pt x="6238" y="3466"/>
                    </a:lnTo>
                    <a:lnTo>
                      <a:pt x="6238" y="2805"/>
                    </a:lnTo>
                    <a:lnTo>
                      <a:pt x="5829" y="2805"/>
                    </a:lnTo>
                    <a:cubicBezTo>
                      <a:pt x="5671" y="2805"/>
                      <a:pt x="5545" y="2679"/>
                      <a:pt x="5514" y="2521"/>
                    </a:cubicBezTo>
                    <a:cubicBezTo>
                      <a:pt x="5451" y="2332"/>
                      <a:pt x="5356" y="2080"/>
                      <a:pt x="5230" y="1891"/>
                    </a:cubicBezTo>
                    <a:cubicBezTo>
                      <a:pt x="5136" y="1765"/>
                      <a:pt x="5199" y="1576"/>
                      <a:pt x="5262" y="1450"/>
                    </a:cubicBezTo>
                    <a:lnTo>
                      <a:pt x="5577" y="1135"/>
                    </a:lnTo>
                    <a:lnTo>
                      <a:pt x="5104" y="663"/>
                    </a:lnTo>
                    <a:lnTo>
                      <a:pt x="4789" y="978"/>
                    </a:lnTo>
                    <a:cubicBezTo>
                      <a:pt x="4715" y="1051"/>
                      <a:pt x="4641" y="1082"/>
                      <a:pt x="4555" y="1082"/>
                    </a:cubicBezTo>
                    <a:cubicBezTo>
                      <a:pt x="4494" y="1082"/>
                      <a:pt x="4426" y="1067"/>
                      <a:pt x="4348" y="1041"/>
                    </a:cubicBezTo>
                    <a:cubicBezTo>
                      <a:pt x="4159" y="915"/>
                      <a:pt x="3970" y="820"/>
                      <a:pt x="3718" y="757"/>
                    </a:cubicBezTo>
                    <a:cubicBezTo>
                      <a:pt x="3560" y="726"/>
                      <a:pt x="3466" y="600"/>
                      <a:pt x="3466" y="442"/>
                    </a:cubicBezTo>
                    <a:lnTo>
                      <a:pt x="346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9" name="Google Shape;16292;p139">
              <a:extLst>
                <a:ext uri="{FF2B5EF4-FFF2-40B4-BE49-F238E27FC236}">
                  <a16:creationId xmlns:a16="http://schemas.microsoft.com/office/drawing/2014/main" id="{41AF1318-D408-0451-B01D-76573AEA9749}"/>
                </a:ext>
              </a:extLst>
            </p:cNvPr>
            <p:cNvGrpSpPr/>
            <p:nvPr/>
          </p:nvGrpSpPr>
          <p:grpSpPr>
            <a:xfrm>
              <a:off x="5224504" y="2756412"/>
              <a:ext cx="419443" cy="420487"/>
              <a:chOff x="-3771675" y="3971775"/>
              <a:chExt cx="291300" cy="292025"/>
            </a:xfrm>
            <a:grpFill/>
          </p:grpSpPr>
          <p:sp>
            <p:nvSpPr>
              <p:cNvPr id="424" name="Google Shape;16293;p139">
                <a:extLst>
                  <a:ext uri="{FF2B5EF4-FFF2-40B4-BE49-F238E27FC236}">
                    <a16:creationId xmlns:a16="http://schemas.microsoft.com/office/drawing/2014/main" id="{6C11AFFC-6D3A-C652-06CD-632DC18B484D}"/>
                  </a:ext>
                </a:extLst>
              </p:cNvPr>
              <p:cNvSpPr/>
              <p:nvPr/>
            </p:nvSpPr>
            <p:spPr>
              <a:xfrm>
                <a:off x="-3770100" y="3971775"/>
                <a:ext cx="218975" cy="66775"/>
              </a:xfrm>
              <a:custGeom>
                <a:avLst/>
                <a:gdLst/>
                <a:ahLst/>
                <a:cxnLst/>
                <a:rect l="l" t="t" r="r" b="b"/>
                <a:pathLst>
                  <a:path w="8759" h="2671" extrusionOk="0">
                    <a:moveTo>
                      <a:pt x="4391" y="0"/>
                    </a:moveTo>
                    <a:cubicBezTo>
                      <a:pt x="2410" y="0"/>
                      <a:pt x="426" y="449"/>
                      <a:pt x="0" y="1347"/>
                    </a:cubicBezTo>
                    <a:cubicBezTo>
                      <a:pt x="426" y="2229"/>
                      <a:pt x="2410" y="2670"/>
                      <a:pt x="4391" y="2670"/>
                    </a:cubicBezTo>
                    <a:cubicBezTo>
                      <a:pt x="6372" y="2670"/>
                      <a:pt x="8349" y="2229"/>
                      <a:pt x="8759" y="1347"/>
                    </a:cubicBezTo>
                    <a:cubicBezTo>
                      <a:pt x="8349" y="449"/>
                      <a:pt x="6372" y="0"/>
                      <a:pt x="439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Google Shape;16294;p139">
                <a:extLst>
                  <a:ext uri="{FF2B5EF4-FFF2-40B4-BE49-F238E27FC236}">
                    <a16:creationId xmlns:a16="http://schemas.microsoft.com/office/drawing/2014/main" id="{687BF402-197D-F7FC-D34A-A9F9CB737C03}"/>
                  </a:ext>
                </a:extLst>
              </p:cNvPr>
              <p:cNvSpPr/>
              <p:nvPr/>
            </p:nvSpPr>
            <p:spPr>
              <a:xfrm>
                <a:off x="-3771675" y="4030650"/>
                <a:ext cx="222125" cy="78000"/>
              </a:xfrm>
              <a:custGeom>
                <a:avLst/>
                <a:gdLst/>
                <a:ahLst/>
                <a:cxnLst/>
                <a:rect l="l" t="t" r="r" b="b"/>
                <a:pathLst>
                  <a:path w="8885" h="3120" extrusionOk="0">
                    <a:moveTo>
                      <a:pt x="0" y="0"/>
                    </a:moveTo>
                    <a:lnTo>
                      <a:pt x="0" y="1418"/>
                    </a:lnTo>
                    <a:cubicBezTo>
                      <a:pt x="0" y="2521"/>
                      <a:pt x="2048" y="3088"/>
                      <a:pt x="4127" y="3119"/>
                    </a:cubicBezTo>
                    <a:cubicBezTo>
                      <a:pt x="4915" y="1891"/>
                      <a:pt x="6301" y="1103"/>
                      <a:pt x="7877" y="1103"/>
                    </a:cubicBezTo>
                    <a:cubicBezTo>
                      <a:pt x="8223" y="1103"/>
                      <a:pt x="8570" y="1135"/>
                      <a:pt x="8885" y="1229"/>
                    </a:cubicBezTo>
                    <a:lnTo>
                      <a:pt x="8885" y="0"/>
                    </a:lnTo>
                    <a:cubicBezTo>
                      <a:pt x="7908" y="788"/>
                      <a:pt x="6112" y="1072"/>
                      <a:pt x="4443" y="1072"/>
                    </a:cubicBezTo>
                    <a:cubicBezTo>
                      <a:pt x="2804" y="1072"/>
                      <a:pt x="977" y="757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Google Shape;16295;p139">
                <a:extLst>
                  <a:ext uri="{FF2B5EF4-FFF2-40B4-BE49-F238E27FC236}">
                    <a16:creationId xmlns:a16="http://schemas.microsoft.com/office/drawing/2014/main" id="{CA3C4B6D-4636-62CC-1430-1797E8CA055D}"/>
                  </a:ext>
                </a:extLst>
              </p:cNvPr>
              <p:cNvSpPr/>
              <p:nvPr/>
            </p:nvSpPr>
            <p:spPr>
              <a:xfrm>
                <a:off x="-3669425" y="4074750"/>
                <a:ext cx="189050" cy="189050"/>
              </a:xfrm>
              <a:custGeom>
                <a:avLst/>
                <a:gdLst/>
                <a:ahLst/>
                <a:cxnLst/>
                <a:rect l="l" t="t" r="r" b="b"/>
                <a:pathLst>
                  <a:path w="7562" h="7562" extrusionOk="0">
                    <a:moveTo>
                      <a:pt x="5501" y="2732"/>
                    </a:moveTo>
                    <a:cubicBezTo>
                      <a:pt x="5748" y="2732"/>
                      <a:pt x="6008" y="3067"/>
                      <a:pt x="5766" y="3309"/>
                    </a:cubicBezTo>
                    <a:lnTo>
                      <a:pt x="3718" y="5356"/>
                    </a:lnTo>
                    <a:cubicBezTo>
                      <a:pt x="3655" y="5420"/>
                      <a:pt x="3568" y="5451"/>
                      <a:pt x="3482" y="5451"/>
                    </a:cubicBezTo>
                    <a:cubicBezTo>
                      <a:pt x="3395" y="5451"/>
                      <a:pt x="3308" y="5420"/>
                      <a:pt x="3245" y="5356"/>
                    </a:cubicBezTo>
                    <a:lnTo>
                      <a:pt x="1859" y="4002"/>
                    </a:lnTo>
                    <a:cubicBezTo>
                      <a:pt x="1617" y="3760"/>
                      <a:pt x="1840" y="3425"/>
                      <a:pt x="2099" y="3425"/>
                    </a:cubicBezTo>
                    <a:cubicBezTo>
                      <a:pt x="2177" y="3425"/>
                      <a:pt x="2259" y="3456"/>
                      <a:pt x="2332" y="3529"/>
                    </a:cubicBezTo>
                    <a:lnTo>
                      <a:pt x="3466" y="4663"/>
                    </a:lnTo>
                    <a:lnTo>
                      <a:pt x="5293" y="2836"/>
                    </a:lnTo>
                    <a:cubicBezTo>
                      <a:pt x="5352" y="2763"/>
                      <a:pt x="5426" y="2732"/>
                      <a:pt x="5501" y="2732"/>
                    </a:cubicBezTo>
                    <a:close/>
                    <a:moveTo>
                      <a:pt x="3781" y="1"/>
                    </a:moveTo>
                    <a:cubicBezTo>
                      <a:pt x="1702" y="1"/>
                      <a:pt x="0" y="1702"/>
                      <a:pt x="0" y="3781"/>
                    </a:cubicBezTo>
                    <a:cubicBezTo>
                      <a:pt x="0" y="5892"/>
                      <a:pt x="1702" y="7562"/>
                      <a:pt x="3781" y="7562"/>
                    </a:cubicBezTo>
                    <a:cubicBezTo>
                      <a:pt x="5860" y="7562"/>
                      <a:pt x="7562" y="5892"/>
                      <a:pt x="7562" y="3781"/>
                    </a:cubicBezTo>
                    <a:cubicBezTo>
                      <a:pt x="7562" y="1702"/>
                      <a:pt x="5860" y="1"/>
                      <a:pt x="378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Google Shape;16296;p139">
                <a:extLst>
                  <a:ext uri="{FF2B5EF4-FFF2-40B4-BE49-F238E27FC236}">
                    <a16:creationId xmlns:a16="http://schemas.microsoft.com/office/drawing/2014/main" id="{ADAC3A45-DE03-29D5-03A2-DCEAE3DD63E0}"/>
                  </a:ext>
                </a:extLst>
              </p:cNvPr>
              <p:cNvSpPr/>
              <p:nvPr/>
            </p:nvSpPr>
            <p:spPr>
              <a:xfrm>
                <a:off x="-3771675" y="4099950"/>
                <a:ext cx="94525" cy="76425"/>
              </a:xfrm>
              <a:custGeom>
                <a:avLst/>
                <a:gdLst/>
                <a:ahLst/>
                <a:cxnLst/>
                <a:rect l="l" t="t" r="r" b="b"/>
                <a:pathLst>
                  <a:path w="3781" h="3057" extrusionOk="0">
                    <a:moveTo>
                      <a:pt x="0" y="1"/>
                    </a:moveTo>
                    <a:lnTo>
                      <a:pt x="0" y="1419"/>
                    </a:lnTo>
                    <a:cubicBezTo>
                      <a:pt x="0" y="2364"/>
                      <a:pt x="1607" y="2899"/>
                      <a:pt x="3434" y="3057"/>
                    </a:cubicBezTo>
                    <a:cubicBezTo>
                      <a:pt x="3371" y="2364"/>
                      <a:pt x="3497" y="1671"/>
                      <a:pt x="3781" y="1040"/>
                    </a:cubicBezTo>
                    <a:cubicBezTo>
                      <a:pt x="2332" y="977"/>
                      <a:pt x="819" y="662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Google Shape;16297;p139">
                <a:extLst>
                  <a:ext uri="{FF2B5EF4-FFF2-40B4-BE49-F238E27FC236}">
                    <a16:creationId xmlns:a16="http://schemas.microsoft.com/office/drawing/2014/main" id="{E2633FE2-2B03-2FCD-A535-300A343BA57A}"/>
                  </a:ext>
                </a:extLst>
              </p:cNvPr>
              <p:cNvSpPr/>
              <p:nvPr/>
            </p:nvSpPr>
            <p:spPr>
              <a:xfrm>
                <a:off x="-3771675" y="4167700"/>
                <a:ext cx="135500" cy="95325"/>
              </a:xfrm>
              <a:custGeom>
                <a:avLst/>
                <a:gdLst/>
                <a:ahLst/>
                <a:cxnLst/>
                <a:rect l="l" t="t" r="r" b="b"/>
                <a:pathLst>
                  <a:path w="5420" h="3813" extrusionOk="0">
                    <a:moveTo>
                      <a:pt x="0" y="0"/>
                    </a:moveTo>
                    <a:lnTo>
                      <a:pt x="0" y="2111"/>
                    </a:lnTo>
                    <a:cubicBezTo>
                      <a:pt x="0" y="3277"/>
                      <a:pt x="2237" y="3812"/>
                      <a:pt x="4443" y="3812"/>
                    </a:cubicBezTo>
                    <a:cubicBezTo>
                      <a:pt x="4789" y="3812"/>
                      <a:pt x="5104" y="3812"/>
                      <a:pt x="5419" y="3781"/>
                    </a:cubicBezTo>
                    <a:cubicBezTo>
                      <a:pt x="4474" y="3151"/>
                      <a:pt x="3781" y="2206"/>
                      <a:pt x="3529" y="1071"/>
                    </a:cubicBezTo>
                    <a:cubicBezTo>
                      <a:pt x="2174" y="977"/>
                      <a:pt x="788" y="662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0" name="Google Shape;16298;p139">
              <a:extLst>
                <a:ext uri="{FF2B5EF4-FFF2-40B4-BE49-F238E27FC236}">
                  <a16:creationId xmlns:a16="http://schemas.microsoft.com/office/drawing/2014/main" id="{F1EDB521-8101-411B-D58D-739BC7343CA7}"/>
                </a:ext>
              </a:extLst>
            </p:cNvPr>
            <p:cNvGrpSpPr/>
            <p:nvPr/>
          </p:nvGrpSpPr>
          <p:grpSpPr>
            <a:xfrm>
              <a:off x="7885948" y="1716461"/>
              <a:ext cx="420271" cy="320774"/>
              <a:chOff x="-1951475" y="3273100"/>
              <a:chExt cx="291875" cy="222775"/>
            </a:xfrm>
            <a:grpFill/>
          </p:grpSpPr>
          <p:sp>
            <p:nvSpPr>
              <p:cNvPr id="421" name="Google Shape;16299;p139">
                <a:extLst>
                  <a:ext uri="{FF2B5EF4-FFF2-40B4-BE49-F238E27FC236}">
                    <a16:creationId xmlns:a16="http://schemas.microsoft.com/office/drawing/2014/main" id="{21FFA5CF-F775-A212-CC26-84CBE028D7BD}"/>
                  </a:ext>
                </a:extLst>
              </p:cNvPr>
              <p:cNvSpPr/>
              <p:nvPr/>
            </p:nvSpPr>
            <p:spPr>
              <a:xfrm>
                <a:off x="-1951475" y="3325050"/>
                <a:ext cx="51225" cy="119250"/>
              </a:xfrm>
              <a:custGeom>
                <a:avLst/>
                <a:gdLst/>
                <a:ahLst/>
                <a:cxnLst/>
                <a:rect l="l" t="t" r="r" b="b"/>
                <a:pathLst>
                  <a:path w="2049" h="4770" extrusionOk="0">
                    <a:moveTo>
                      <a:pt x="1033" y="0"/>
                    </a:moveTo>
                    <a:cubicBezTo>
                      <a:pt x="518" y="0"/>
                      <a:pt x="0" y="339"/>
                      <a:pt x="0" y="1004"/>
                    </a:cubicBezTo>
                    <a:lnTo>
                      <a:pt x="0" y="3777"/>
                    </a:lnTo>
                    <a:cubicBezTo>
                      <a:pt x="0" y="4438"/>
                      <a:pt x="512" y="4769"/>
                      <a:pt x="1024" y="4769"/>
                    </a:cubicBezTo>
                    <a:cubicBezTo>
                      <a:pt x="1536" y="4769"/>
                      <a:pt x="2048" y="4438"/>
                      <a:pt x="2048" y="3777"/>
                    </a:cubicBezTo>
                    <a:lnTo>
                      <a:pt x="2048" y="1004"/>
                    </a:lnTo>
                    <a:cubicBezTo>
                      <a:pt x="2048" y="331"/>
                      <a:pt x="1542" y="0"/>
                      <a:pt x="103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Google Shape;16300;p139">
                <a:extLst>
                  <a:ext uri="{FF2B5EF4-FFF2-40B4-BE49-F238E27FC236}">
                    <a16:creationId xmlns:a16="http://schemas.microsoft.com/office/drawing/2014/main" id="{92C3EE81-5754-0C2F-8DB5-9EE20EF7CA97}"/>
                  </a:ext>
                </a:extLst>
              </p:cNvPr>
              <p:cNvSpPr/>
              <p:nvPr/>
            </p:nvSpPr>
            <p:spPr>
              <a:xfrm>
                <a:off x="-1711250" y="3273100"/>
                <a:ext cx="51650" cy="221725"/>
              </a:xfrm>
              <a:custGeom>
                <a:avLst/>
                <a:gdLst/>
                <a:ahLst/>
                <a:cxnLst/>
                <a:rect l="l" t="t" r="r" b="b"/>
                <a:pathLst>
                  <a:path w="2066" h="8869" extrusionOk="0">
                    <a:moveTo>
                      <a:pt x="1027" y="0"/>
                    </a:moveTo>
                    <a:cubicBezTo>
                      <a:pt x="608" y="0"/>
                      <a:pt x="186" y="229"/>
                      <a:pt x="32" y="719"/>
                    </a:cubicBezTo>
                    <a:cubicBezTo>
                      <a:pt x="0" y="814"/>
                      <a:pt x="0" y="940"/>
                      <a:pt x="0" y="1003"/>
                    </a:cubicBezTo>
                    <a:lnTo>
                      <a:pt x="0" y="7871"/>
                    </a:lnTo>
                    <a:cubicBezTo>
                      <a:pt x="0" y="7934"/>
                      <a:pt x="0" y="8060"/>
                      <a:pt x="32" y="8123"/>
                    </a:cubicBezTo>
                    <a:cubicBezTo>
                      <a:pt x="173" y="8632"/>
                      <a:pt x="594" y="8869"/>
                      <a:pt x="1015" y="8869"/>
                    </a:cubicBezTo>
                    <a:cubicBezTo>
                      <a:pt x="1532" y="8869"/>
                      <a:pt x="2048" y="8513"/>
                      <a:pt x="2048" y="7871"/>
                    </a:cubicBezTo>
                    <a:lnTo>
                      <a:pt x="2048" y="1003"/>
                    </a:lnTo>
                    <a:cubicBezTo>
                      <a:pt x="2066" y="356"/>
                      <a:pt x="1549" y="0"/>
                      <a:pt x="102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Google Shape;16301;p139">
                <a:extLst>
                  <a:ext uri="{FF2B5EF4-FFF2-40B4-BE49-F238E27FC236}">
                    <a16:creationId xmlns:a16="http://schemas.microsoft.com/office/drawing/2014/main" id="{992CE881-8F0F-7D42-8A88-A2CF85D12B78}"/>
                  </a:ext>
                </a:extLst>
              </p:cNvPr>
              <p:cNvSpPr/>
              <p:nvPr/>
            </p:nvSpPr>
            <p:spPr>
              <a:xfrm>
                <a:off x="-1886900" y="3296575"/>
                <a:ext cx="156775" cy="199300"/>
              </a:xfrm>
              <a:custGeom>
                <a:avLst/>
                <a:gdLst/>
                <a:ahLst/>
                <a:cxnLst/>
                <a:rect l="l" t="t" r="r" b="b"/>
                <a:pathLst>
                  <a:path w="6271" h="7972" extrusionOk="0">
                    <a:moveTo>
                      <a:pt x="851" y="5672"/>
                    </a:moveTo>
                    <a:lnTo>
                      <a:pt x="3466" y="6333"/>
                    </a:lnTo>
                    <a:cubicBezTo>
                      <a:pt x="3277" y="6869"/>
                      <a:pt x="2773" y="7279"/>
                      <a:pt x="2174" y="7279"/>
                    </a:cubicBezTo>
                    <a:cubicBezTo>
                      <a:pt x="1418" y="7279"/>
                      <a:pt x="788" y="6648"/>
                      <a:pt x="788" y="5892"/>
                    </a:cubicBezTo>
                    <a:cubicBezTo>
                      <a:pt x="851" y="5798"/>
                      <a:pt x="851" y="5735"/>
                      <a:pt x="851" y="5672"/>
                    </a:cubicBezTo>
                    <a:close/>
                    <a:moveTo>
                      <a:pt x="6270" y="1"/>
                    </a:moveTo>
                    <a:lnTo>
                      <a:pt x="1" y="1576"/>
                    </a:lnTo>
                    <a:cubicBezTo>
                      <a:pt x="95" y="1734"/>
                      <a:pt x="127" y="1923"/>
                      <a:pt x="127" y="2143"/>
                    </a:cubicBezTo>
                    <a:lnTo>
                      <a:pt x="127" y="4916"/>
                    </a:lnTo>
                    <a:cubicBezTo>
                      <a:pt x="127" y="5105"/>
                      <a:pt x="95" y="5294"/>
                      <a:pt x="1" y="5514"/>
                    </a:cubicBezTo>
                    <a:lnTo>
                      <a:pt x="158" y="5546"/>
                    </a:lnTo>
                    <a:cubicBezTo>
                      <a:pt x="127" y="5672"/>
                      <a:pt x="127" y="5829"/>
                      <a:pt x="127" y="5924"/>
                    </a:cubicBezTo>
                    <a:cubicBezTo>
                      <a:pt x="127" y="7090"/>
                      <a:pt x="1040" y="7972"/>
                      <a:pt x="2174" y="7972"/>
                    </a:cubicBezTo>
                    <a:cubicBezTo>
                      <a:pt x="3120" y="7972"/>
                      <a:pt x="3907" y="7405"/>
                      <a:pt x="4159" y="6522"/>
                    </a:cubicBezTo>
                    <a:lnTo>
                      <a:pt x="6270" y="7090"/>
                    </a:lnTo>
                    <a:lnTo>
                      <a:pt x="6270" y="5672"/>
                    </a:lnTo>
                    <a:lnTo>
                      <a:pt x="6270" y="2238"/>
                    </a:lnTo>
                    <a:lnTo>
                      <a:pt x="627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" name="Google Shape;16302;p139">
              <a:extLst>
                <a:ext uri="{FF2B5EF4-FFF2-40B4-BE49-F238E27FC236}">
                  <a16:creationId xmlns:a16="http://schemas.microsoft.com/office/drawing/2014/main" id="{7EB74592-F4EC-A361-C1C9-F068C1768064}"/>
                </a:ext>
              </a:extLst>
            </p:cNvPr>
            <p:cNvGrpSpPr/>
            <p:nvPr/>
          </p:nvGrpSpPr>
          <p:grpSpPr>
            <a:xfrm>
              <a:off x="7883429" y="2205191"/>
              <a:ext cx="425310" cy="419659"/>
              <a:chOff x="-1951475" y="3597450"/>
              <a:chExt cx="295375" cy="291450"/>
            </a:xfrm>
            <a:grpFill/>
          </p:grpSpPr>
          <p:sp>
            <p:nvSpPr>
              <p:cNvPr id="417" name="Google Shape;16303;p139">
                <a:extLst>
                  <a:ext uri="{FF2B5EF4-FFF2-40B4-BE49-F238E27FC236}">
                    <a16:creationId xmlns:a16="http://schemas.microsoft.com/office/drawing/2014/main" id="{C4943700-68E8-515B-0923-13FDB4B77604}"/>
                  </a:ext>
                </a:extLst>
              </p:cNvPr>
              <p:cNvSpPr/>
              <p:nvPr/>
            </p:nvSpPr>
            <p:spPr>
              <a:xfrm>
                <a:off x="-1951475" y="3597450"/>
                <a:ext cx="170925" cy="34675"/>
              </a:xfrm>
              <a:custGeom>
                <a:avLst/>
                <a:gdLst/>
                <a:ahLst/>
                <a:cxnLst/>
                <a:rect l="l" t="t" r="r" b="b"/>
                <a:pathLst>
                  <a:path w="6837" h="1387" extrusionOk="0">
                    <a:moveTo>
                      <a:pt x="1008" y="1"/>
                    </a:moveTo>
                    <a:cubicBezTo>
                      <a:pt x="473" y="1"/>
                      <a:pt x="0" y="473"/>
                      <a:pt x="0" y="1040"/>
                    </a:cubicBezTo>
                    <a:lnTo>
                      <a:pt x="0" y="1387"/>
                    </a:lnTo>
                    <a:lnTo>
                      <a:pt x="6837" y="1387"/>
                    </a:lnTo>
                    <a:lnTo>
                      <a:pt x="6837" y="1040"/>
                    </a:lnTo>
                    <a:cubicBezTo>
                      <a:pt x="6837" y="473"/>
                      <a:pt x="6364" y="1"/>
                      <a:pt x="5829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16304;p139">
                <a:extLst>
                  <a:ext uri="{FF2B5EF4-FFF2-40B4-BE49-F238E27FC236}">
                    <a16:creationId xmlns:a16="http://schemas.microsoft.com/office/drawing/2014/main" id="{C6F0AD7D-569B-9030-F655-E025AAFC2C4D}"/>
                  </a:ext>
                </a:extLst>
              </p:cNvPr>
              <p:cNvSpPr/>
              <p:nvPr/>
            </p:nvSpPr>
            <p:spPr>
              <a:xfrm>
                <a:off x="-1949900" y="3648650"/>
                <a:ext cx="171725" cy="173300"/>
              </a:xfrm>
              <a:custGeom>
                <a:avLst/>
                <a:gdLst/>
                <a:ahLst/>
                <a:cxnLst/>
                <a:rect l="l" t="t" r="r" b="b"/>
                <a:pathLst>
                  <a:path w="6869" h="6932" extrusionOk="0">
                    <a:moveTo>
                      <a:pt x="0" y="1"/>
                    </a:moveTo>
                    <a:lnTo>
                      <a:pt x="0" y="6932"/>
                    </a:lnTo>
                    <a:lnTo>
                      <a:pt x="2426" y="6932"/>
                    </a:lnTo>
                    <a:cubicBezTo>
                      <a:pt x="2521" y="6585"/>
                      <a:pt x="2836" y="6333"/>
                      <a:pt x="3245" y="6270"/>
                    </a:cubicBezTo>
                    <a:lnTo>
                      <a:pt x="1166" y="4191"/>
                    </a:lnTo>
                    <a:cubicBezTo>
                      <a:pt x="693" y="3718"/>
                      <a:pt x="693" y="2962"/>
                      <a:pt x="1166" y="2489"/>
                    </a:cubicBezTo>
                    <a:cubicBezTo>
                      <a:pt x="1386" y="2237"/>
                      <a:pt x="1670" y="2143"/>
                      <a:pt x="2017" y="2143"/>
                    </a:cubicBezTo>
                    <a:cubicBezTo>
                      <a:pt x="2363" y="2143"/>
                      <a:pt x="2647" y="2237"/>
                      <a:pt x="2899" y="2489"/>
                    </a:cubicBezTo>
                    <a:lnTo>
                      <a:pt x="3560" y="3151"/>
                    </a:lnTo>
                    <a:cubicBezTo>
                      <a:pt x="3592" y="2994"/>
                      <a:pt x="3718" y="2836"/>
                      <a:pt x="3844" y="2710"/>
                    </a:cubicBezTo>
                    <a:cubicBezTo>
                      <a:pt x="4064" y="2489"/>
                      <a:pt x="4348" y="2363"/>
                      <a:pt x="4694" y="2363"/>
                    </a:cubicBezTo>
                    <a:cubicBezTo>
                      <a:pt x="4694" y="2048"/>
                      <a:pt x="4820" y="1733"/>
                      <a:pt x="5041" y="1513"/>
                    </a:cubicBezTo>
                    <a:cubicBezTo>
                      <a:pt x="5293" y="1261"/>
                      <a:pt x="5577" y="1135"/>
                      <a:pt x="5923" y="1135"/>
                    </a:cubicBezTo>
                    <a:cubicBezTo>
                      <a:pt x="6112" y="1135"/>
                      <a:pt x="6301" y="1198"/>
                      <a:pt x="6459" y="1261"/>
                    </a:cubicBezTo>
                    <a:cubicBezTo>
                      <a:pt x="6522" y="1072"/>
                      <a:pt x="6616" y="914"/>
                      <a:pt x="6774" y="757"/>
                    </a:cubicBezTo>
                    <a:lnTo>
                      <a:pt x="6868" y="662"/>
                    </a:lnTo>
                    <a:lnTo>
                      <a:pt x="686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Google Shape;16305;p139">
                <a:extLst>
                  <a:ext uri="{FF2B5EF4-FFF2-40B4-BE49-F238E27FC236}">
                    <a16:creationId xmlns:a16="http://schemas.microsoft.com/office/drawing/2014/main" id="{BE45D931-EBCA-42C4-ABF7-5413FFD1D9F4}"/>
                  </a:ext>
                </a:extLst>
              </p:cNvPr>
              <p:cNvSpPr/>
              <p:nvPr/>
            </p:nvSpPr>
            <p:spPr>
              <a:xfrm>
                <a:off x="-1951475" y="3838475"/>
                <a:ext cx="170925" cy="50425"/>
              </a:xfrm>
              <a:custGeom>
                <a:avLst/>
                <a:gdLst/>
                <a:ahLst/>
                <a:cxnLst/>
                <a:rect l="l" t="t" r="r" b="b"/>
                <a:pathLst>
                  <a:path w="6837" h="2017" extrusionOk="0">
                    <a:moveTo>
                      <a:pt x="0" y="0"/>
                    </a:moveTo>
                    <a:lnTo>
                      <a:pt x="0" y="1008"/>
                    </a:lnTo>
                    <a:cubicBezTo>
                      <a:pt x="0" y="1544"/>
                      <a:pt x="473" y="2017"/>
                      <a:pt x="1008" y="2017"/>
                    </a:cubicBezTo>
                    <a:lnTo>
                      <a:pt x="5829" y="2017"/>
                    </a:lnTo>
                    <a:cubicBezTo>
                      <a:pt x="6333" y="2017"/>
                      <a:pt x="6774" y="1670"/>
                      <a:pt x="6837" y="1166"/>
                    </a:cubicBezTo>
                    <a:lnTo>
                      <a:pt x="6679" y="1071"/>
                    </a:lnTo>
                    <a:lnTo>
                      <a:pt x="3466" y="1071"/>
                    </a:lnTo>
                    <a:cubicBezTo>
                      <a:pt x="2867" y="1071"/>
                      <a:pt x="2363" y="599"/>
                      <a:pt x="226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Google Shape;16306;p139">
                <a:extLst>
                  <a:ext uri="{FF2B5EF4-FFF2-40B4-BE49-F238E27FC236}">
                    <a16:creationId xmlns:a16="http://schemas.microsoft.com/office/drawing/2014/main" id="{4858BADB-37F7-524A-45E2-CD7E77A6E81B}"/>
                  </a:ext>
                </a:extLst>
              </p:cNvPr>
              <p:cNvSpPr/>
              <p:nvPr/>
            </p:nvSpPr>
            <p:spPr>
              <a:xfrm>
                <a:off x="-1912900" y="3675825"/>
                <a:ext cx="256800" cy="202825"/>
              </a:xfrm>
              <a:custGeom>
                <a:avLst/>
                <a:gdLst/>
                <a:ahLst/>
                <a:cxnLst/>
                <a:rect l="l" t="t" r="r" b="b"/>
                <a:pathLst>
                  <a:path w="10272" h="8113" extrusionOk="0">
                    <a:moveTo>
                      <a:pt x="6085" y="0"/>
                    </a:moveTo>
                    <a:cubicBezTo>
                      <a:pt x="5955" y="0"/>
                      <a:pt x="5829" y="48"/>
                      <a:pt x="5735" y="142"/>
                    </a:cubicBezTo>
                    <a:cubicBezTo>
                      <a:pt x="5546" y="331"/>
                      <a:pt x="5546" y="646"/>
                      <a:pt x="5735" y="835"/>
                    </a:cubicBezTo>
                    <a:lnTo>
                      <a:pt x="6081" y="1213"/>
                    </a:lnTo>
                    <a:cubicBezTo>
                      <a:pt x="6207" y="1308"/>
                      <a:pt x="6207" y="1560"/>
                      <a:pt x="6081" y="1655"/>
                    </a:cubicBezTo>
                    <a:cubicBezTo>
                      <a:pt x="6034" y="1718"/>
                      <a:pt x="5948" y="1749"/>
                      <a:pt x="5857" y="1749"/>
                    </a:cubicBezTo>
                    <a:cubicBezTo>
                      <a:pt x="5766" y="1749"/>
                      <a:pt x="5672" y="1718"/>
                      <a:pt x="5609" y="1655"/>
                    </a:cubicBezTo>
                    <a:lnTo>
                      <a:pt x="4758" y="804"/>
                    </a:lnTo>
                    <a:cubicBezTo>
                      <a:pt x="4664" y="709"/>
                      <a:pt x="4538" y="662"/>
                      <a:pt x="4408" y="662"/>
                    </a:cubicBezTo>
                    <a:cubicBezTo>
                      <a:pt x="4278" y="662"/>
                      <a:pt x="4144" y="709"/>
                      <a:pt x="4034" y="804"/>
                    </a:cubicBezTo>
                    <a:cubicBezTo>
                      <a:pt x="3845" y="993"/>
                      <a:pt x="3845" y="1308"/>
                      <a:pt x="4034" y="1528"/>
                    </a:cubicBezTo>
                    <a:cubicBezTo>
                      <a:pt x="4034" y="1655"/>
                      <a:pt x="4884" y="2505"/>
                      <a:pt x="4821" y="2505"/>
                    </a:cubicBezTo>
                    <a:cubicBezTo>
                      <a:pt x="4947" y="2631"/>
                      <a:pt x="4947" y="2852"/>
                      <a:pt x="4821" y="2978"/>
                    </a:cubicBezTo>
                    <a:cubicBezTo>
                      <a:pt x="4774" y="3041"/>
                      <a:pt x="4687" y="3072"/>
                      <a:pt x="4601" y="3072"/>
                    </a:cubicBezTo>
                    <a:cubicBezTo>
                      <a:pt x="4514" y="3072"/>
                      <a:pt x="4427" y="3041"/>
                      <a:pt x="4380" y="2978"/>
                    </a:cubicBezTo>
                    <a:lnTo>
                      <a:pt x="3498" y="2096"/>
                    </a:lnTo>
                    <a:cubicBezTo>
                      <a:pt x="3403" y="2001"/>
                      <a:pt x="3277" y="1954"/>
                      <a:pt x="3151" y="1954"/>
                    </a:cubicBezTo>
                    <a:cubicBezTo>
                      <a:pt x="3025" y="1954"/>
                      <a:pt x="2899" y="2001"/>
                      <a:pt x="2805" y="2096"/>
                    </a:cubicBezTo>
                    <a:cubicBezTo>
                      <a:pt x="2584" y="2316"/>
                      <a:pt x="2584" y="2631"/>
                      <a:pt x="2805" y="2820"/>
                    </a:cubicBezTo>
                    <a:lnTo>
                      <a:pt x="3656" y="3671"/>
                    </a:lnTo>
                    <a:cubicBezTo>
                      <a:pt x="3782" y="3797"/>
                      <a:pt x="3782" y="4017"/>
                      <a:pt x="3656" y="4143"/>
                    </a:cubicBezTo>
                    <a:cubicBezTo>
                      <a:pt x="3593" y="4206"/>
                      <a:pt x="3506" y="4238"/>
                      <a:pt x="3419" y="4238"/>
                    </a:cubicBezTo>
                    <a:cubicBezTo>
                      <a:pt x="3333" y="4238"/>
                      <a:pt x="3246" y="4206"/>
                      <a:pt x="3183" y="4143"/>
                    </a:cubicBezTo>
                    <a:lnTo>
                      <a:pt x="883" y="1875"/>
                    </a:lnTo>
                    <a:cubicBezTo>
                      <a:pt x="789" y="1765"/>
                      <a:pt x="663" y="1710"/>
                      <a:pt x="537" y="1710"/>
                    </a:cubicBezTo>
                    <a:cubicBezTo>
                      <a:pt x="411" y="1710"/>
                      <a:pt x="284" y="1765"/>
                      <a:pt x="190" y="1875"/>
                    </a:cubicBezTo>
                    <a:cubicBezTo>
                      <a:pt x="1" y="2064"/>
                      <a:pt x="1" y="2379"/>
                      <a:pt x="190" y="2568"/>
                    </a:cubicBezTo>
                    <a:lnTo>
                      <a:pt x="1797" y="4206"/>
                    </a:lnTo>
                    <a:lnTo>
                      <a:pt x="3403" y="5845"/>
                    </a:lnTo>
                    <a:lnTo>
                      <a:pt x="1954" y="5845"/>
                    </a:lnTo>
                    <a:cubicBezTo>
                      <a:pt x="1671" y="5845"/>
                      <a:pt x="1450" y="6097"/>
                      <a:pt x="1450" y="6349"/>
                    </a:cubicBezTo>
                    <a:cubicBezTo>
                      <a:pt x="1450" y="6632"/>
                      <a:pt x="1671" y="6884"/>
                      <a:pt x="1954" y="6884"/>
                    </a:cubicBezTo>
                    <a:lnTo>
                      <a:pt x="5451" y="6884"/>
                    </a:lnTo>
                    <a:cubicBezTo>
                      <a:pt x="5514" y="6916"/>
                      <a:pt x="6491" y="7829"/>
                      <a:pt x="6491" y="7829"/>
                    </a:cubicBezTo>
                    <a:cubicBezTo>
                      <a:pt x="6680" y="8018"/>
                      <a:pt x="6948" y="8113"/>
                      <a:pt x="7216" y="8113"/>
                    </a:cubicBezTo>
                    <a:cubicBezTo>
                      <a:pt x="7483" y="8113"/>
                      <a:pt x="7751" y="8018"/>
                      <a:pt x="7940" y="7829"/>
                    </a:cubicBezTo>
                    <a:lnTo>
                      <a:pt x="9862" y="5876"/>
                    </a:lnTo>
                    <a:cubicBezTo>
                      <a:pt x="10272" y="5498"/>
                      <a:pt x="10272" y="4836"/>
                      <a:pt x="9862" y="4427"/>
                    </a:cubicBezTo>
                    <a:lnTo>
                      <a:pt x="9452" y="3986"/>
                    </a:lnTo>
                    <a:cubicBezTo>
                      <a:pt x="9326" y="3608"/>
                      <a:pt x="9043" y="3198"/>
                      <a:pt x="8822" y="2820"/>
                    </a:cubicBezTo>
                    <a:cubicBezTo>
                      <a:pt x="8570" y="2411"/>
                      <a:pt x="8350" y="2064"/>
                      <a:pt x="8035" y="1718"/>
                    </a:cubicBezTo>
                    <a:lnTo>
                      <a:pt x="6459" y="142"/>
                    </a:lnTo>
                    <a:cubicBezTo>
                      <a:pt x="6349" y="48"/>
                      <a:pt x="6215" y="0"/>
                      <a:pt x="608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2" name="Google Shape;16307;p139">
              <a:extLst>
                <a:ext uri="{FF2B5EF4-FFF2-40B4-BE49-F238E27FC236}">
                  <a16:creationId xmlns:a16="http://schemas.microsoft.com/office/drawing/2014/main" id="{D8933710-F7C7-4490-8C24-7772E1FEF161}"/>
                </a:ext>
              </a:extLst>
            </p:cNvPr>
            <p:cNvGrpSpPr/>
            <p:nvPr/>
          </p:nvGrpSpPr>
          <p:grpSpPr>
            <a:xfrm>
              <a:off x="7885680" y="2756825"/>
              <a:ext cx="444605" cy="419659"/>
              <a:chOff x="-1960150" y="3956600"/>
              <a:chExt cx="308775" cy="291450"/>
            </a:xfrm>
            <a:grpFill/>
          </p:grpSpPr>
          <p:sp>
            <p:nvSpPr>
              <p:cNvPr id="415" name="Google Shape;16308;p139">
                <a:extLst>
                  <a:ext uri="{FF2B5EF4-FFF2-40B4-BE49-F238E27FC236}">
                    <a16:creationId xmlns:a16="http://schemas.microsoft.com/office/drawing/2014/main" id="{C21D7258-B51C-A8C0-3899-C5F8866F5716}"/>
                  </a:ext>
                </a:extLst>
              </p:cNvPr>
              <p:cNvSpPr/>
              <p:nvPr/>
            </p:nvSpPr>
            <p:spPr>
              <a:xfrm>
                <a:off x="-1960150" y="3956600"/>
                <a:ext cx="308775" cy="51275"/>
              </a:xfrm>
              <a:custGeom>
                <a:avLst/>
                <a:gdLst/>
                <a:ahLst/>
                <a:cxnLst/>
                <a:rect l="l" t="t" r="r" b="b"/>
                <a:pathLst>
                  <a:path w="12351" h="2051" extrusionOk="0">
                    <a:moveTo>
                      <a:pt x="1355" y="1"/>
                    </a:moveTo>
                    <a:cubicBezTo>
                      <a:pt x="1" y="1"/>
                      <a:pt x="32" y="2049"/>
                      <a:pt x="1355" y="2049"/>
                    </a:cubicBezTo>
                    <a:lnTo>
                      <a:pt x="11027" y="2049"/>
                    </a:lnTo>
                    <a:cubicBezTo>
                      <a:pt x="11047" y="2050"/>
                      <a:pt x="11066" y="2050"/>
                      <a:pt x="11085" y="2050"/>
                    </a:cubicBezTo>
                    <a:cubicBezTo>
                      <a:pt x="12350" y="2050"/>
                      <a:pt x="12331" y="1"/>
                      <a:pt x="1102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16309;p139">
                <a:extLst>
                  <a:ext uri="{FF2B5EF4-FFF2-40B4-BE49-F238E27FC236}">
                    <a16:creationId xmlns:a16="http://schemas.microsoft.com/office/drawing/2014/main" id="{E1A46CA2-C2D3-119A-00A5-33BC8B844B0D}"/>
                  </a:ext>
                </a:extLst>
              </p:cNvPr>
              <p:cNvSpPr/>
              <p:nvPr/>
            </p:nvSpPr>
            <p:spPr>
              <a:xfrm>
                <a:off x="-1934950" y="4025925"/>
                <a:ext cx="256000" cy="222125"/>
              </a:xfrm>
              <a:custGeom>
                <a:avLst/>
                <a:gdLst/>
                <a:ahLst/>
                <a:cxnLst/>
                <a:rect l="l" t="t" r="r" b="b"/>
                <a:pathLst>
                  <a:path w="10240" h="8885" extrusionOk="0">
                    <a:moveTo>
                      <a:pt x="8570" y="756"/>
                    </a:moveTo>
                    <a:cubicBezTo>
                      <a:pt x="8759" y="756"/>
                      <a:pt x="8917" y="914"/>
                      <a:pt x="8917" y="1103"/>
                    </a:cubicBezTo>
                    <a:lnTo>
                      <a:pt x="8917" y="1765"/>
                    </a:lnTo>
                    <a:cubicBezTo>
                      <a:pt x="8917" y="1995"/>
                      <a:pt x="8737" y="2116"/>
                      <a:pt x="8558" y="2116"/>
                    </a:cubicBezTo>
                    <a:cubicBezTo>
                      <a:pt x="8419" y="2116"/>
                      <a:pt x="8279" y="2042"/>
                      <a:pt x="8224" y="1891"/>
                    </a:cubicBezTo>
                    <a:lnTo>
                      <a:pt x="6081" y="4065"/>
                    </a:lnTo>
                    <a:cubicBezTo>
                      <a:pt x="6018" y="4112"/>
                      <a:pt x="5924" y="4135"/>
                      <a:pt x="5833" y="4135"/>
                    </a:cubicBezTo>
                    <a:cubicBezTo>
                      <a:pt x="5743" y="4135"/>
                      <a:pt x="5656" y="4112"/>
                      <a:pt x="5609" y="4065"/>
                    </a:cubicBezTo>
                    <a:lnTo>
                      <a:pt x="3781" y="2237"/>
                    </a:lnTo>
                    <a:lnTo>
                      <a:pt x="1986" y="4065"/>
                    </a:lnTo>
                    <a:cubicBezTo>
                      <a:pt x="1912" y="4138"/>
                      <a:pt x="1831" y="4168"/>
                      <a:pt x="1752" y="4168"/>
                    </a:cubicBezTo>
                    <a:cubicBezTo>
                      <a:pt x="1493" y="4168"/>
                      <a:pt x="1271" y="3834"/>
                      <a:pt x="1513" y="3592"/>
                    </a:cubicBezTo>
                    <a:lnTo>
                      <a:pt x="3561" y="1544"/>
                    </a:lnTo>
                    <a:cubicBezTo>
                      <a:pt x="3624" y="1481"/>
                      <a:pt x="3711" y="1450"/>
                      <a:pt x="3797" y="1450"/>
                    </a:cubicBezTo>
                    <a:cubicBezTo>
                      <a:pt x="3884" y="1450"/>
                      <a:pt x="3970" y="1481"/>
                      <a:pt x="4033" y="1544"/>
                    </a:cubicBezTo>
                    <a:lnTo>
                      <a:pt x="5829" y="3340"/>
                    </a:lnTo>
                    <a:lnTo>
                      <a:pt x="7783" y="1418"/>
                    </a:lnTo>
                    <a:cubicBezTo>
                      <a:pt x="7404" y="1292"/>
                      <a:pt x="7499" y="756"/>
                      <a:pt x="7877" y="756"/>
                    </a:cubicBezTo>
                    <a:close/>
                    <a:moveTo>
                      <a:pt x="5136" y="7562"/>
                    </a:moveTo>
                    <a:cubicBezTo>
                      <a:pt x="5325" y="7562"/>
                      <a:pt x="5483" y="7719"/>
                      <a:pt x="5483" y="7908"/>
                    </a:cubicBezTo>
                    <a:cubicBezTo>
                      <a:pt x="5483" y="8097"/>
                      <a:pt x="5325" y="8255"/>
                      <a:pt x="5136" y="8255"/>
                    </a:cubicBezTo>
                    <a:cubicBezTo>
                      <a:pt x="4916" y="8255"/>
                      <a:pt x="4758" y="8097"/>
                      <a:pt x="4758" y="7908"/>
                    </a:cubicBezTo>
                    <a:cubicBezTo>
                      <a:pt x="4758" y="7719"/>
                      <a:pt x="4916" y="7562"/>
                      <a:pt x="5136" y="7562"/>
                    </a:cubicBezTo>
                    <a:close/>
                    <a:moveTo>
                      <a:pt x="1" y="0"/>
                    </a:moveTo>
                    <a:lnTo>
                      <a:pt x="1" y="5167"/>
                    </a:lnTo>
                    <a:cubicBezTo>
                      <a:pt x="1" y="5703"/>
                      <a:pt x="442" y="6175"/>
                      <a:pt x="1040" y="6175"/>
                    </a:cubicBezTo>
                    <a:lnTo>
                      <a:pt x="4758" y="6175"/>
                    </a:lnTo>
                    <a:lnTo>
                      <a:pt x="4758" y="6931"/>
                    </a:lnTo>
                    <a:cubicBezTo>
                      <a:pt x="4380" y="7089"/>
                      <a:pt x="4096" y="7436"/>
                      <a:pt x="4096" y="7877"/>
                    </a:cubicBezTo>
                    <a:cubicBezTo>
                      <a:pt x="4096" y="8412"/>
                      <a:pt x="4569" y="8885"/>
                      <a:pt x="5136" y="8885"/>
                    </a:cubicBezTo>
                    <a:cubicBezTo>
                      <a:pt x="5672" y="8885"/>
                      <a:pt x="6144" y="8412"/>
                      <a:pt x="6144" y="7877"/>
                    </a:cubicBezTo>
                    <a:cubicBezTo>
                      <a:pt x="6144" y="7436"/>
                      <a:pt x="5861" y="7057"/>
                      <a:pt x="5483" y="6931"/>
                    </a:cubicBezTo>
                    <a:lnTo>
                      <a:pt x="5483" y="6175"/>
                    </a:lnTo>
                    <a:lnTo>
                      <a:pt x="9232" y="6175"/>
                    </a:lnTo>
                    <a:cubicBezTo>
                      <a:pt x="9767" y="6175"/>
                      <a:pt x="10240" y="5703"/>
                      <a:pt x="10240" y="5167"/>
                    </a:cubicBezTo>
                    <a:lnTo>
                      <a:pt x="10240" y="0"/>
                    </a:lnTo>
                    <a:cubicBezTo>
                      <a:pt x="10114" y="32"/>
                      <a:pt x="10019" y="32"/>
                      <a:pt x="9893" y="32"/>
                    </a:cubicBezTo>
                    <a:lnTo>
                      <a:pt x="347" y="32"/>
                    </a:lnTo>
                    <a:cubicBezTo>
                      <a:pt x="253" y="32"/>
                      <a:pt x="127" y="32"/>
                      <a:pt x="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3" name="Google Shape;16310;p139">
              <a:extLst>
                <a:ext uri="{FF2B5EF4-FFF2-40B4-BE49-F238E27FC236}">
                  <a16:creationId xmlns:a16="http://schemas.microsoft.com/office/drawing/2014/main" id="{EF63F64D-A617-2C07-5B81-1BD1F8662440}"/>
                </a:ext>
              </a:extLst>
            </p:cNvPr>
            <p:cNvGrpSpPr/>
            <p:nvPr/>
          </p:nvGrpSpPr>
          <p:grpSpPr>
            <a:xfrm>
              <a:off x="1939718" y="3307636"/>
              <a:ext cx="420775" cy="420775"/>
              <a:chOff x="-804700" y="3226500"/>
              <a:chExt cx="292225" cy="292225"/>
            </a:xfrm>
            <a:grpFill/>
          </p:grpSpPr>
          <p:sp>
            <p:nvSpPr>
              <p:cNvPr id="408" name="Google Shape;16311;p139">
                <a:extLst>
                  <a:ext uri="{FF2B5EF4-FFF2-40B4-BE49-F238E27FC236}">
                    <a16:creationId xmlns:a16="http://schemas.microsoft.com/office/drawing/2014/main" id="{0854EBBC-B3C6-846B-7930-FE5A1ABB6BFF}"/>
                  </a:ext>
                </a:extLst>
              </p:cNvPr>
              <p:cNvSpPr/>
              <p:nvPr/>
            </p:nvSpPr>
            <p:spPr>
              <a:xfrm>
                <a:off x="-804700" y="3467500"/>
                <a:ext cx="85875" cy="51225"/>
              </a:xfrm>
              <a:custGeom>
                <a:avLst/>
                <a:gdLst/>
                <a:ahLst/>
                <a:cxnLst/>
                <a:rect l="l" t="t" r="r" b="b"/>
                <a:pathLst>
                  <a:path w="3435" h="2049" extrusionOk="0">
                    <a:moveTo>
                      <a:pt x="1040" y="0"/>
                    </a:moveTo>
                    <a:cubicBezTo>
                      <a:pt x="473" y="0"/>
                      <a:pt x="0" y="473"/>
                      <a:pt x="0" y="1040"/>
                    </a:cubicBezTo>
                    <a:cubicBezTo>
                      <a:pt x="0" y="1576"/>
                      <a:pt x="473" y="2048"/>
                      <a:pt x="1040" y="2048"/>
                    </a:cubicBezTo>
                    <a:lnTo>
                      <a:pt x="2395" y="2048"/>
                    </a:lnTo>
                    <a:cubicBezTo>
                      <a:pt x="2962" y="2048"/>
                      <a:pt x="3434" y="1576"/>
                      <a:pt x="3434" y="1040"/>
                    </a:cubicBezTo>
                    <a:cubicBezTo>
                      <a:pt x="3434" y="473"/>
                      <a:pt x="2962" y="0"/>
                      <a:pt x="239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Google Shape;16312;p139">
                <a:extLst>
                  <a:ext uri="{FF2B5EF4-FFF2-40B4-BE49-F238E27FC236}">
                    <a16:creationId xmlns:a16="http://schemas.microsoft.com/office/drawing/2014/main" id="{C860A832-87F8-4636-71D3-9A72A7A00B4A}"/>
                  </a:ext>
                </a:extLst>
              </p:cNvPr>
              <p:cNvSpPr/>
              <p:nvPr/>
            </p:nvSpPr>
            <p:spPr>
              <a:xfrm>
                <a:off x="-710975" y="3466700"/>
                <a:ext cx="196925" cy="51225"/>
              </a:xfrm>
              <a:custGeom>
                <a:avLst/>
                <a:gdLst/>
                <a:ahLst/>
                <a:cxnLst/>
                <a:rect l="l" t="t" r="r" b="b"/>
                <a:pathLst>
                  <a:path w="7877" h="2049" extrusionOk="0">
                    <a:moveTo>
                      <a:pt x="1" y="1"/>
                    </a:moveTo>
                    <a:cubicBezTo>
                      <a:pt x="221" y="253"/>
                      <a:pt x="347" y="663"/>
                      <a:pt x="347" y="1009"/>
                    </a:cubicBezTo>
                    <a:cubicBezTo>
                      <a:pt x="347" y="1419"/>
                      <a:pt x="221" y="1765"/>
                      <a:pt x="1" y="2049"/>
                    </a:cubicBezTo>
                    <a:lnTo>
                      <a:pt x="6837" y="2049"/>
                    </a:lnTo>
                    <a:cubicBezTo>
                      <a:pt x="7404" y="2049"/>
                      <a:pt x="7877" y="1576"/>
                      <a:pt x="7877" y="1009"/>
                    </a:cubicBezTo>
                    <a:cubicBezTo>
                      <a:pt x="7877" y="474"/>
                      <a:pt x="7436" y="1"/>
                      <a:pt x="683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Google Shape;16313;p139">
                <a:extLst>
                  <a:ext uri="{FF2B5EF4-FFF2-40B4-BE49-F238E27FC236}">
                    <a16:creationId xmlns:a16="http://schemas.microsoft.com/office/drawing/2014/main" id="{B976F64C-F9E8-E6C0-87A8-8979FD50EF0F}"/>
                  </a:ext>
                </a:extLst>
              </p:cNvPr>
              <p:cNvSpPr/>
              <p:nvPr/>
            </p:nvSpPr>
            <p:spPr>
              <a:xfrm>
                <a:off x="-667650" y="3312350"/>
                <a:ext cx="18125" cy="17350"/>
              </a:xfrm>
              <a:custGeom>
                <a:avLst/>
                <a:gdLst/>
                <a:ahLst/>
                <a:cxnLst/>
                <a:rect l="l" t="t" r="r" b="b"/>
                <a:pathLst>
                  <a:path w="725" h="694" extrusionOk="0">
                    <a:moveTo>
                      <a:pt x="347" y="0"/>
                    </a:moveTo>
                    <a:cubicBezTo>
                      <a:pt x="158" y="0"/>
                      <a:pt x="0" y="158"/>
                      <a:pt x="0" y="347"/>
                    </a:cubicBezTo>
                    <a:cubicBezTo>
                      <a:pt x="0" y="567"/>
                      <a:pt x="158" y="693"/>
                      <a:pt x="347" y="693"/>
                    </a:cubicBezTo>
                    <a:cubicBezTo>
                      <a:pt x="536" y="693"/>
                      <a:pt x="725" y="536"/>
                      <a:pt x="725" y="347"/>
                    </a:cubicBezTo>
                    <a:cubicBezTo>
                      <a:pt x="725" y="158"/>
                      <a:pt x="536" y="0"/>
                      <a:pt x="34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16314;p139">
                <a:extLst>
                  <a:ext uri="{FF2B5EF4-FFF2-40B4-BE49-F238E27FC236}">
                    <a16:creationId xmlns:a16="http://schemas.microsoft.com/office/drawing/2014/main" id="{17539BBF-A08B-3BC2-688E-32C032154E7E}"/>
                  </a:ext>
                </a:extLst>
              </p:cNvPr>
              <p:cNvSpPr/>
              <p:nvPr/>
            </p:nvSpPr>
            <p:spPr>
              <a:xfrm>
                <a:off x="-683400" y="3347775"/>
                <a:ext cx="48050" cy="16575"/>
              </a:xfrm>
              <a:custGeom>
                <a:avLst/>
                <a:gdLst/>
                <a:ahLst/>
                <a:cxnLst/>
                <a:rect l="l" t="t" r="r" b="b"/>
                <a:pathLst>
                  <a:path w="1922" h="663" extrusionOk="0">
                    <a:moveTo>
                      <a:pt x="977" y="1"/>
                    </a:moveTo>
                    <a:cubicBezTo>
                      <a:pt x="567" y="1"/>
                      <a:pt x="158" y="253"/>
                      <a:pt x="0" y="662"/>
                    </a:cubicBezTo>
                    <a:lnTo>
                      <a:pt x="1922" y="662"/>
                    </a:lnTo>
                    <a:cubicBezTo>
                      <a:pt x="1796" y="253"/>
                      <a:pt x="1418" y="1"/>
                      <a:pt x="97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16315;p139">
                <a:extLst>
                  <a:ext uri="{FF2B5EF4-FFF2-40B4-BE49-F238E27FC236}">
                    <a16:creationId xmlns:a16="http://schemas.microsoft.com/office/drawing/2014/main" id="{6AF3D5AE-B801-5366-53AA-FC62017AB79B}"/>
                  </a:ext>
                </a:extLst>
              </p:cNvPr>
              <p:cNvSpPr/>
              <p:nvPr/>
            </p:nvSpPr>
            <p:spPr>
              <a:xfrm>
                <a:off x="-735400" y="3261925"/>
                <a:ext cx="153625" cy="187875"/>
              </a:xfrm>
              <a:custGeom>
                <a:avLst/>
                <a:gdLst/>
                <a:ahLst/>
                <a:cxnLst/>
                <a:rect l="l" t="t" r="r" b="b"/>
                <a:pathLst>
                  <a:path w="6145" h="7515" extrusionOk="0">
                    <a:moveTo>
                      <a:pt x="3025" y="1324"/>
                    </a:moveTo>
                    <a:cubicBezTo>
                      <a:pt x="3561" y="1324"/>
                      <a:pt x="4034" y="1796"/>
                      <a:pt x="4034" y="2364"/>
                    </a:cubicBezTo>
                    <a:cubicBezTo>
                      <a:pt x="4034" y="2553"/>
                      <a:pt x="3970" y="2742"/>
                      <a:pt x="3844" y="2962"/>
                    </a:cubicBezTo>
                    <a:cubicBezTo>
                      <a:pt x="4349" y="3277"/>
                      <a:pt x="4727" y="3781"/>
                      <a:pt x="4727" y="4443"/>
                    </a:cubicBezTo>
                    <a:cubicBezTo>
                      <a:pt x="4758" y="4632"/>
                      <a:pt x="4601" y="4789"/>
                      <a:pt x="4443" y="4789"/>
                    </a:cubicBezTo>
                    <a:lnTo>
                      <a:pt x="1671" y="4789"/>
                    </a:lnTo>
                    <a:cubicBezTo>
                      <a:pt x="1482" y="4789"/>
                      <a:pt x="1324" y="4632"/>
                      <a:pt x="1324" y="4443"/>
                    </a:cubicBezTo>
                    <a:cubicBezTo>
                      <a:pt x="1324" y="3813"/>
                      <a:pt x="1671" y="3277"/>
                      <a:pt x="2206" y="2962"/>
                    </a:cubicBezTo>
                    <a:cubicBezTo>
                      <a:pt x="2080" y="2805"/>
                      <a:pt x="1986" y="2584"/>
                      <a:pt x="1986" y="2364"/>
                    </a:cubicBezTo>
                    <a:cubicBezTo>
                      <a:pt x="1986" y="1796"/>
                      <a:pt x="2458" y="1324"/>
                      <a:pt x="3025" y="1324"/>
                    </a:cubicBezTo>
                    <a:close/>
                    <a:moveTo>
                      <a:pt x="1009" y="1"/>
                    </a:moveTo>
                    <a:cubicBezTo>
                      <a:pt x="473" y="1"/>
                      <a:pt x="1" y="473"/>
                      <a:pt x="1" y="1009"/>
                    </a:cubicBezTo>
                    <a:lnTo>
                      <a:pt x="1" y="5105"/>
                    </a:lnTo>
                    <a:cubicBezTo>
                      <a:pt x="1" y="5672"/>
                      <a:pt x="473" y="6144"/>
                      <a:pt x="1009" y="6144"/>
                    </a:cubicBezTo>
                    <a:lnTo>
                      <a:pt x="1954" y="6144"/>
                    </a:lnTo>
                    <a:lnTo>
                      <a:pt x="2773" y="7373"/>
                    </a:lnTo>
                    <a:cubicBezTo>
                      <a:pt x="2836" y="7467"/>
                      <a:pt x="2947" y="7515"/>
                      <a:pt x="3057" y="7515"/>
                    </a:cubicBezTo>
                    <a:cubicBezTo>
                      <a:pt x="3167" y="7515"/>
                      <a:pt x="3277" y="7467"/>
                      <a:pt x="3340" y="7373"/>
                    </a:cubicBezTo>
                    <a:lnTo>
                      <a:pt x="4160" y="6144"/>
                    </a:lnTo>
                    <a:lnTo>
                      <a:pt x="5105" y="6144"/>
                    </a:lnTo>
                    <a:cubicBezTo>
                      <a:pt x="5672" y="6144"/>
                      <a:pt x="6144" y="5672"/>
                      <a:pt x="6144" y="5105"/>
                    </a:cubicBezTo>
                    <a:lnTo>
                      <a:pt x="6144" y="1009"/>
                    </a:lnTo>
                    <a:cubicBezTo>
                      <a:pt x="6144" y="473"/>
                      <a:pt x="5672" y="1"/>
                      <a:pt x="510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16316;p139">
                <a:extLst>
                  <a:ext uri="{FF2B5EF4-FFF2-40B4-BE49-F238E27FC236}">
                    <a16:creationId xmlns:a16="http://schemas.microsoft.com/office/drawing/2014/main" id="{F4D61151-2FCC-06EE-0A74-38E1C329CF9E}"/>
                  </a:ext>
                </a:extLst>
              </p:cNvPr>
              <p:cNvSpPr/>
              <p:nvPr/>
            </p:nvSpPr>
            <p:spPr>
              <a:xfrm>
                <a:off x="-804700" y="3226500"/>
                <a:ext cx="118175" cy="170925"/>
              </a:xfrm>
              <a:custGeom>
                <a:avLst/>
                <a:gdLst/>
                <a:ahLst/>
                <a:cxnLst/>
                <a:rect l="l" t="t" r="r" b="b"/>
                <a:pathLst>
                  <a:path w="4727" h="6837" extrusionOk="0">
                    <a:moveTo>
                      <a:pt x="1040" y="0"/>
                    </a:moveTo>
                    <a:cubicBezTo>
                      <a:pt x="473" y="0"/>
                      <a:pt x="0" y="473"/>
                      <a:pt x="0" y="1008"/>
                    </a:cubicBezTo>
                    <a:lnTo>
                      <a:pt x="0" y="4442"/>
                    </a:lnTo>
                    <a:cubicBezTo>
                      <a:pt x="0" y="5009"/>
                      <a:pt x="473" y="5450"/>
                      <a:pt x="1040" y="5450"/>
                    </a:cubicBezTo>
                    <a:cubicBezTo>
                      <a:pt x="1040" y="5450"/>
                      <a:pt x="1198" y="5986"/>
                      <a:pt x="1387" y="6490"/>
                    </a:cubicBezTo>
                    <a:cubicBezTo>
                      <a:pt x="1481" y="6679"/>
                      <a:pt x="1544" y="6837"/>
                      <a:pt x="1733" y="6837"/>
                    </a:cubicBezTo>
                    <a:cubicBezTo>
                      <a:pt x="1891" y="6837"/>
                      <a:pt x="1985" y="6774"/>
                      <a:pt x="2111" y="6648"/>
                    </a:cubicBezTo>
                    <a:lnTo>
                      <a:pt x="2111" y="6522"/>
                    </a:lnTo>
                    <a:lnTo>
                      <a:pt x="2111" y="2426"/>
                    </a:lnTo>
                    <a:cubicBezTo>
                      <a:pt x="2111" y="1481"/>
                      <a:pt x="2836" y="725"/>
                      <a:pt x="3781" y="725"/>
                    </a:cubicBezTo>
                    <a:lnTo>
                      <a:pt x="4726" y="725"/>
                    </a:lnTo>
                    <a:cubicBezTo>
                      <a:pt x="4569" y="284"/>
                      <a:pt x="4222" y="0"/>
                      <a:pt x="378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Google Shape;16317;p139">
                <a:extLst>
                  <a:ext uri="{FF2B5EF4-FFF2-40B4-BE49-F238E27FC236}">
                    <a16:creationId xmlns:a16="http://schemas.microsoft.com/office/drawing/2014/main" id="{F073E9D0-9ED1-F1DB-3170-81921AAA2030}"/>
                  </a:ext>
                </a:extLst>
              </p:cNvPr>
              <p:cNvSpPr/>
              <p:nvPr/>
            </p:nvSpPr>
            <p:spPr>
              <a:xfrm>
                <a:off x="-630625" y="3226500"/>
                <a:ext cx="118150" cy="170950"/>
              </a:xfrm>
              <a:custGeom>
                <a:avLst/>
                <a:gdLst/>
                <a:ahLst/>
                <a:cxnLst/>
                <a:rect l="l" t="t" r="r" b="b"/>
                <a:pathLst>
                  <a:path w="4726" h="6838" extrusionOk="0">
                    <a:moveTo>
                      <a:pt x="945" y="0"/>
                    </a:moveTo>
                    <a:cubicBezTo>
                      <a:pt x="536" y="0"/>
                      <a:pt x="126" y="284"/>
                      <a:pt x="0" y="662"/>
                    </a:cubicBezTo>
                    <a:lnTo>
                      <a:pt x="945" y="662"/>
                    </a:lnTo>
                    <a:cubicBezTo>
                      <a:pt x="1890" y="662"/>
                      <a:pt x="2646" y="1418"/>
                      <a:pt x="2646" y="2363"/>
                    </a:cubicBezTo>
                    <a:lnTo>
                      <a:pt x="2646" y="6490"/>
                    </a:lnTo>
                    <a:lnTo>
                      <a:pt x="2646" y="6616"/>
                    </a:lnTo>
                    <a:cubicBezTo>
                      <a:pt x="2766" y="6736"/>
                      <a:pt x="2868" y="6838"/>
                      <a:pt x="2993" y="6838"/>
                    </a:cubicBezTo>
                    <a:cubicBezTo>
                      <a:pt x="3032" y="6838"/>
                      <a:pt x="3074" y="6828"/>
                      <a:pt x="3119" y="6805"/>
                    </a:cubicBezTo>
                    <a:cubicBezTo>
                      <a:pt x="3245" y="6774"/>
                      <a:pt x="3277" y="6616"/>
                      <a:pt x="3308" y="6490"/>
                    </a:cubicBezTo>
                    <a:cubicBezTo>
                      <a:pt x="3497" y="6017"/>
                      <a:pt x="3686" y="5482"/>
                      <a:pt x="3686" y="5482"/>
                    </a:cubicBezTo>
                    <a:cubicBezTo>
                      <a:pt x="4222" y="5482"/>
                      <a:pt x="4694" y="5009"/>
                      <a:pt x="4694" y="4442"/>
                    </a:cubicBezTo>
                    <a:lnTo>
                      <a:pt x="4694" y="1008"/>
                    </a:lnTo>
                    <a:cubicBezTo>
                      <a:pt x="4726" y="473"/>
                      <a:pt x="4253" y="0"/>
                      <a:pt x="371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4" name="Google Shape;16318;p139">
              <a:extLst>
                <a:ext uri="{FF2B5EF4-FFF2-40B4-BE49-F238E27FC236}">
                  <a16:creationId xmlns:a16="http://schemas.microsoft.com/office/drawing/2014/main" id="{BFD679F6-D5E4-050C-4F23-132A73786D0E}"/>
                </a:ext>
              </a:extLst>
            </p:cNvPr>
            <p:cNvGrpSpPr/>
            <p:nvPr/>
          </p:nvGrpSpPr>
          <p:grpSpPr>
            <a:xfrm>
              <a:off x="3019809" y="1688647"/>
              <a:ext cx="420775" cy="420811"/>
              <a:chOff x="-5251625" y="3272950"/>
              <a:chExt cx="292225" cy="292250"/>
            </a:xfrm>
            <a:grpFill/>
          </p:grpSpPr>
          <p:sp>
            <p:nvSpPr>
              <p:cNvPr id="405" name="Google Shape;16319;p139">
                <a:extLst>
                  <a:ext uri="{FF2B5EF4-FFF2-40B4-BE49-F238E27FC236}">
                    <a16:creationId xmlns:a16="http://schemas.microsoft.com/office/drawing/2014/main" id="{75486B9F-36F4-E82D-1F1B-D418B2A89414}"/>
                  </a:ext>
                </a:extLst>
              </p:cNvPr>
              <p:cNvSpPr/>
              <p:nvPr/>
            </p:nvSpPr>
            <p:spPr>
              <a:xfrm>
                <a:off x="-5156325" y="3462775"/>
                <a:ext cx="33900" cy="33100"/>
              </a:xfrm>
              <a:custGeom>
                <a:avLst/>
                <a:gdLst/>
                <a:ahLst/>
                <a:cxnLst/>
                <a:rect l="l" t="t" r="r" b="b"/>
                <a:pathLst>
                  <a:path w="1356" h="1324" extrusionOk="0">
                    <a:moveTo>
                      <a:pt x="662" y="0"/>
                    </a:moveTo>
                    <a:cubicBezTo>
                      <a:pt x="284" y="0"/>
                      <a:pt x="1" y="315"/>
                      <a:pt x="1" y="662"/>
                    </a:cubicBezTo>
                    <a:cubicBezTo>
                      <a:pt x="1" y="1072"/>
                      <a:pt x="316" y="1324"/>
                      <a:pt x="662" y="1324"/>
                    </a:cubicBezTo>
                    <a:cubicBezTo>
                      <a:pt x="1072" y="1324"/>
                      <a:pt x="1355" y="1009"/>
                      <a:pt x="1355" y="662"/>
                    </a:cubicBezTo>
                    <a:cubicBezTo>
                      <a:pt x="1355" y="284"/>
                      <a:pt x="1040" y="0"/>
                      <a:pt x="6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Google Shape;16320;p139">
                <a:extLst>
                  <a:ext uri="{FF2B5EF4-FFF2-40B4-BE49-F238E27FC236}">
                    <a16:creationId xmlns:a16="http://schemas.microsoft.com/office/drawing/2014/main" id="{6A8E745C-D966-FAD6-6B15-7A91096FAA7A}"/>
                  </a:ext>
                </a:extLst>
              </p:cNvPr>
              <p:cNvSpPr/>
              <p:nvPr/>
            </p:nvSpPr>
            <p:spPr>
              <a:xfrm>
                <a:off x="-5251625" y="3272950"/>
                <a:ext cx="292225" cy="292250"/>
              </a:xfrm>
              <a:custGeom>
                <a:avLst/>
                <a:gdLst/>
                <a:ahLst/>
                <a:cxnLst/>
                <a:rect l="l" t="t" r="r" b="b"/>
                <a:pathLst>
                  <a:path w="11689" h="11690" extrusionOk="0">
                    <a:moveTo>
                      <a:pt x="3699" y="2764"/>
                    </a:moveTo>
                    <a:cubicBezTo>
                      <a:pt x="3958" y="2764"/>
                      <a:pt x="4180" y="3098"/>
                      <a:pt x="3939" y="3340"/>
                    </a:cubicBezTo>
                    <a:lnTo>
                      <a:pt x="3497" y="3781"/>
                    </a:lnTo>
                    <a:lnTo>
                      <a:pt x="3939" y="4191"/>
                    </a:lnTo>
                    <a:cubicBezTo>
                      <a:pt x="4180" y="4433"/>
                      <a:pt x="3958" y="4767"/>
                      <a:pt x="3699" y="4767"/>
                    </a:cubicBezTo>
                    <a:cubicBezTo>
                      <a:pt x="3621" y="4767"/>
                      <a:pt x="3539" y="4737"/>
                      <a:pt x="3466" y="4664"/>
                    </a:cubicBezTo>
                    <a:lnTo>
                      <a:pt x="3025" y="4222"/>
                    </a:lnTo>
                    <a:lnTo>
                      <a:pt x="2584" y="4664"/>
                    </a:lnTo>
                    <a:cubicBezTo>
                      <a:pt x="2515" y="4756"/>
                      <a:pt x="2432" y="4794"/>
                      <a:pt x="2352" y="4794"/>
                    </a:cubicBezTo>
                    <a:cubicBezTo>
                      <a:pt x="2103" y="4794"/>
                      <a:pt x="1873" y="4429"/>
                      <a:pt x="2111" y="4191"/>
                    </a:cubicBezTo>
                    <a:lnTo>
                      <a:pt x="2552" y="3781"/>
                    </a:lnTo>
                    <a:lnTo>
                      <a:pt x="2111" y="3340"/>
                    </a:lnTo>
                    <a:cubicBezTo>
                      <a:pt x="1869" y="3098"/>
                      <a:pt x="2092" y="2764"/>
                      <a:pt x="2351" y="2764"/>
                    </a:cubicBezTo>
                    <a:cubicBezTo>
                      <a:pt x="2429" y="2764"/>
                      <a:pt x="2511" y="2795"/>
                      <a:pt x="2584" y="2868"/>
                    </a:cubicBezTo>
                    <a:lnTo>
                      <a:pt x="3025" y="3309"/>
                    </a:lnTo>
                    <a:lnTo>
                      <a:pt x="3466" y="2868"/>
                    </a:lnTo>
                    <a:cubicBezTo>
                      <a:pt x="3539" y="2795"/>
                      <a:pt x="3621" y="2764"/>
                      <a:pt x="3699" y="2764"/>
                    </a:cubicBezTo>
                    <a:close/>
                    <a:moveTo>
                      <a:pt x="8583" y="6922"/>
                    </a:moveTo>
                    <a:cubicBezTo>
                      <a:pt x="8841" y="6922"/>
                      <a:pt x="9064" y="7257"/>
                      <a:pt x="8822" y="7499"/>
                    </a:cubicBezTo>
                    <a:lnTo>
                      <a:pt x="8381" y="7940"/>
                    </a:lnTo>
                    <a:lnTo>
                      <a:pt x="8822" y="8381"/>
                    </a:lnTo>
                    <a:cubicBezTo>
                      <a:pt x="9064" y="8623"/>
                      <a:pt x="8841" y="8958"/>
                      <a:pt x="8583" y="8958"/>
                    </a:cubicBezTo>
                    <a:cubicBezTo>
                      <a:pt x="8504" y="8958"/>
                      <a:pt x="8422" y="8927"/>
                      <a:pt x="8349" y="8854"/>
                    </a:cubicBezTo>
                    <a:lnTo>
                      <a:pt x="7908" y="8413"/>
                    </a:lnTo>
                    <a:lnTo>
                      <a:pt x="7467" y="8854"/>
                    </a:lnTo>
                    <a:cubicBezTo>
                      <a:pt x="7394" y="8927"/>
                      <a:pt x="7312" y="8958"/>
                      <a:pt x="7234" y="8958"/>
                    </a:cubicBezTo>
                    <a:cubicBezTo>
                      <a:pt x="6975" y="8958"/>
                      <a:pt x="6753" y="8623"/>
                      <a:pt x="6995" y="8381"/>
                    </a:cubicBezTo>
                    <a:lnTo>
                      <a:pt x="7436" y="7940"/>
                    </a:lnTo>
                    <a:lnTo>
                      <a:pt x="6995" y="7499"/>
                    </a:lnTo>
                    <a:cubicBezTo>
                      <a:pt x="6753" y="7257"/>
                      <a:pt x="6975" y="6922"/>
                      <a:pt x="7234" y="6922"/>
                    </a:cubicBezTo>
                    <a:cubicBezTo>
                      <a:pt x="7312" y="6922"/>
                      <a:pt x="7394" y="6953"/>
                      <a:pt x="7467" y="7026"/>
                    </a:cubicBezTo>
                    <a:lnTo>
                      <a:pt x="7908" y="7467"/>
                    </a:lnTo>
                    <a:lnTo>
                      <a:pt x="8349" y="7026"/>
                    </a:lnTo>
                    <a:cubicBezTo>
                      <a:pt x="8422" y="6953"/>
                      <a:pt x="8504" y="6922"/>
                      <a:pt x="8583" y="6922"/>
                    </a:cubicBezTo>
                    <a:close/>
                    <a:moveTo>
                      <a:pt x="7895" y="2732"/>
                    </a:moveTo>
                    <a:cubicBezTo>
                      <a:pt x="7974" y="2732"/>
                      <a:pt x="8055" y="2763"/>
                      <a:pt x="8129" y="2836"/>
                    </a:cubicBezTo>
                    <a:lnTo>
                      <a:pt x="8790" y="3498"/>
                    </a:lnTo>
                    <a:cubicBezTo>
                      <a:pt x="8916" y="3624"/>
                      <a:pt x="8916" y="3844"/>
                      <a:pt x="8790" y="3970"/>
                    </a:cubicBezTo>
                    <a:lnTo>
                      <a:pt x="8129" y="4632"/>
                    </a:lnTo>
                    <a:cubicBezTo>
                      <a:pt x="8055" y="4705"/>
                      <a:pt x="7974" y="4736"/>
                      <a:pt x="7895" y="4736"/>
                    </a:cubicBezTo>
                    <a:cubicBezTo>
                      <a:pt x="7637" y="4736"/>
                      <a:pt x="7414" y="4401"/>
                      <a:pt x="7656" y="4159"/>
                    </a:cubicBezTo>
                    <a:lnTo>
                      <a:pt x="7719" y="4096"/>
                    </a:lnTo>
                    <a:lnTo>
                      <a:pt x="7719" y="4096"/>
                    </a:lnTo>
                    <a:cubicBezTo>
                      <a:pt x="6175" y="4159"/>
                      <a:pt x="4978" y="5388"/>
                      <a:pt x="4852" y="6932"/>
                    </a:cubicBezTo>
                    <a:cubicBezTo>
                      <a:pt x="5451" y="7089"/>
                      <a:pt x="5829" y="7593"/>
                      <a:pt x="5829" y="8224"/>
                    </a:cubicBezTo>
                    <a:cubicBezTo>
                      <a:pt x="5829" y="9011"/>
                      <a:pt x="5230" y="9641"/>
                      <a:pt x="4474" y="9641"/>
                    </a:cubicBezTo>
                    <a:cubicBezTo>
                      <a:pt x="3750" y="9641"/>
                      <a:pt x="3119" y="9011"/>
                      <a:pt x="3119" y="8255"/>
                    </a:cubicBezTo>
                    <a:cubicBezTo>
                      <a:pt x="3119" y="7625"/>
                      <a:pt x="3529" y="7089"/>
                      <a:pt x="4128" y="6932"/>
                    </a:cubicBezTo>
                    <a:cubicBezTo>
                      <a:pt x="4285" y="5042"/>
                      <a:pt x="5829" y="3498"/>
                      <a:pt x="7751" y="3403"/>
                    </a:cubicBezTo>
                    <a:lnTo>
                      <a:pt x="7656" y="3309"/>
                    </a:lnTo>
                    <a:cubicBezTo>
                      <a:pt x="7414" y="3067"/>
                      <a:pt x="7637" y="2732"/>
                      <a:pt x="7895" y="2732"/>
                    </a:cubicBezTo>
                    <a:close/>
                    <a:moveTo>
                      <a:pt x="5829" y="1"/>
                    </a:moveTo>
                    <a:cubicBezTo>
                      <a:pt x="2647" y="1"/>
                      <a:pt x="0" y="2584"/>
                      <a:pt x="0" y="5829"/>
                    </a:cubicBezTo>
                    <a:cubicBezTo>
                      <a:pt x="0" y="9011"/>
                      <a:pt x="2615" y="11689"/>
                      <a:pt x="5829" y="11689"/>
                    </a:cubicBezTo>
                    <a:cubicBezTo>
                      <a:pt x="9011" y="11689"/>
                      <a:pt x="11689" y="9043"/>
                      <a:pt x="11689" y="5829"/>
                    </a:cubicBezTo>
                    <a:cubicBezTo>
                      <a:pt x="11657" y="5357"/>
                      <a:pt x="11563" y="4884"/>
                      <a:pt x="11500" y="4443"/>
                    </a:cubicBezTo>
                    <a:cubicBezTo>
                      <a:pt x="11248" y="4884"/>
                      <a:pt x="10838" y="5136"/>
                      <a:pt x="10303" y="5136"/>
                    </a:cubicBezTo>
                    <a:cubicBezTo>
                      <a:pt x="9578" y="5136"/>
                      <a:pt x="8948" y="4506"/>
                      <a:pt x="8948" y="3781"/>
                    </a:cubicBezTo>
                    <a:cubicBezTo>
                      <a:pt x="8948" y="3025"/>
                      <a:pt x="9578" y="2395"/>
                      <a:pt x="10303" y="2395"/>
                    </a:cubicBezTo>
                    <a:cubicBezTo>
                      <a:pt x="10397" y="2395"/>
                      <a:pt x="10523" y="2395"/>
                      <a:pt x="10586" y="2427"/>
                    </a:cubicBezTo>
                    <a:cubicBezTo>
                      <a:pt x="9483" y="883"/>
                      <a:pt x="7719" y="1"/>
                      <a:pt x="5829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Google Shape;16321;p139">
                <a:extLst>
                  <a:ext uri="{FF2B5EF4-FFF2-40B4-BE49-F238E27FC236}">
                    <a16:creationId xmlns:a16="http://schemas.microsoft.com/office/drawing/2014/main" id="{B2F8DD7A-41DD-9115-7F16-F29563761B0B}"/>
                  </a:ext>
                </a:extLst>
              </p:cNvPr>
              <p:cNvSpPr/>
              <p:nvPr/>
            </p:nvSpPr>
            <p:spPr>
              <a:xfrm>
                <a:off x="-5011400" y="3350150"/>
                <a:ext cx="33900" cy="33875"/>
              </a:xfrm>
              <a:custGeom>
                <a:avLst/>
                <a:gdLst/>
                <a:ahLst/>
                <a:cxnLst/>
                <a:rect l="l" t="t" r="r" b="b"/>
                <a:pathLst>
                  <a:path w="1356" h="1355" extrusionOk="0">
                    <a:moveTo>
                      <a:pt x="662" y="0"/>
                    </a:moveTo>
                    <a:cubicBezTo>
                      <a:pt x="315" y="0"/>
                      <a:pt x="0" y="284"/>
                      <a:pt x="0" y="693"/>
                    </a:cubicBezTo>
                    <a:cubicBezTo>
                      <a:pt x="0" y="1071"/>
                      <a:pt x="315" y="1355"/>
                      <a:pt x="662" y="1355"/>
                    </a:cubicBezTo>
                    <a:cubicBezTo>
                      <a:pt x="1072" y="1355"/>
                      <a:pt x="1355" y="1040"/>
                      <a:pt x="1355" y="693"/>
                    </a:cubicBezTo>
                    <a:cubicBezTo>
                      <a:pt x="1355" y="315"/>
                      <a:pt x="1040" y="0"/>
                      <a:pt x="6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5" name="Google Shape;16322;p139">
              <a:extLst>
                <a:ext uri="{FF2B5EF4-FFF2-40B4-BE49-F238E27FC236}">
                  <a16:creationId xmlns:a16="http://schemas.microsoft.com/office/drawing/2014/main" id="{7C118D20-FA73-2302-A0F3-F04382B73339}"/>
                </a:ext>
              </a:extLst>
            </p:cNvPr>
            <p:cNvGrpSpPr/>
            <p:nvPr/>
          </p:nvGrpSpPr>
          <p:grpSpPr>
            <a:xfrm>
              <a:off x="3016407" y="2204348"/>
              <a:ext cx="427578" cy="421351"/>
              <a:chOff x="-5254775" y="3631325"/>
              <a:chExt cx="296950" cy="292625"/>
            </a:xfrm>
            <a:grpFill/>
          </p:grpSpPr>
          <p:sp>
            <p:nvSpPr>
              <p:cNvPr id="398" name="Google Shape;16323;p139">
                <a:extLst>
                  <a:ext uri="{FF2B5EF4-FFF2-40B4-BE49-F238E27FC236}">
                    <a16:creationId xmlns:a16="http://schemas.microsoft.com/office/drawing/2014/main" id="{C1BBF747-BB6A-E618-F77E-247D5C808F99}"/>
                  </a:ext>
                </a:extLst>
              </p:cNvPr>
              <p:cNvSpPr/>
              <p:nvPr/>
            </p:nvSpPr>
            <p:spPr>
              <a:xfrm>
                <a:off x="-5246900" y="3766400"/>
                <a:ext cx="58300" cy="55150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2206" extrusionOk="0">
                    <a:moveTo>
                      <a:pt x="1769" y="1"/>
                    </a:moveTo>
                    <a:cubicBezTo>
                      <a:pt x="1639" y="1"/>
                      <a:pt x="1513" y="48"/>
                      <a:pt x="1418" y="142"/>
                    </a:cubicBezTo>
                    <a:lnTo>
                      <a:pt x="189" y="1371"/>
                    </a:lnTo>
                    <a:cubicBezTo>
                      <a:pt x="0" y="1560"/>
                      <a:pt x="0" y="1875"/>
                      <a:pt x="189" y="2064"/>
                    </a:cubicBezTo>
                    <a:cubicBezTo>
                      <a:pt x="300" y="2159"/>
                      <a:pt x="434" y="2206"/>
                      <a:pt x="564" y="2206"/>
                    </a:cubicBezTo>
                    <a:cubicBezTo>
                      <a:pt x="694" y="2206"/>
                      <a:pt x="820" y="2159"/>
                      <a:pt x="914" y="2064"/>
                    </a:cubicBezTo>
                    <a:lnTo>
                      <a:pt x="2143" y="835"/>
                    </a:lnTo>
                    <a:cubicBezTo>
                      <a:pt x="2332" y="646"/>
                      <a:pt x="2332" y="331"/>
                      <a:pt x="2143" y="142"/>
                    </a:cubicBezTo>
                    <a:cubicBezTo>
                      <a:pt x="2033" y="48"/>
                      <a:pt x="1899" y="1"/>
                      <a:pt x="1769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Google Shape;16324;p139">
                <a:extLst>
                  <a:ext uri="{FF2B5EF4-FFF2-40B4-BE49-F238E27FC236}">
                    <a16:creationId xmlns:a16="http://schemas.microsoft.com/office/drawing/2014/main" id="{1BAE29AF-6E7D-9234-3998-B7C2971DCE05}"/>
                  </a:ext>
                </a:extLst>
              </p:cNvPr>
              <p:cNvSpPr/>
              <p:nvPr/>
            </p:nvSpPr>
            <p:spPr>
              <a:xfrm>
                <a:off x="-5216175" y="3795550"/>
                <a:ext cx="58300" cy="55950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2238" extrusionOk="0">
                    <a:moveTo>
                      <a:pt x="1764" y="0"/>
                    </a:moveTo>
                    <a:cubicBezTo>
                      <a:pt x="1638" y="0"/>
                      <a:pt x="1512" y="47"/>
                      <a:pt x="1418" y="142"/>
                    </a:cubicBezTo>
                    <a:lnTo>
                      <a:pt x="189" y="1371"/>
                    </a:lnTo>
                    <a:cubicBezTo>
                      <a:pt x="0" y="1560"/>
                      <a:pt x="0" y="1875"/>
                      <a:pt x="189" y="2095"/>
                    </a:cubicBezTo>
                    <a:cubicBezTo>
                      <a:pt x="284" y="2190"/>
                      <a:pt x="410" y="2237"/>
                      <a:pt x="540" y="2237"/>
                    </a:cubicBezTo>
                    <a:cubicBezTo>
                      <a:pt x="670" y="2237"/>
                      <a:pt x="804" y="2190"/>
                      <a:pt x="914" y="2095"/>
                    </a:cubicBezTo>
                    <a:lnTo>
                      <a:pt x="2111" y="867"/>
                    </a:lnTo>
                    <a:cubicBezTo>
                      <a:pt x="2332" y="678"/>
                      <a:pt x="2332" y="363"/>
                      <a:pt x="2111" y="142"/>
                    </a:cubicBezTo>
                    <a:cubicBezTo>
                      <a:pt x="2016" y="47"/>
                      <a:pt x="1890" y="0"/>
                      <a:pt x="176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Google Shape;16325;p139">
                <a:extLst>
                  <a:ext uri="{FF2B5EF4-FFF2-40B4-BE49-F238E27FC236}">
                    <a16:creationId xmlns:a16="http://schemas.microsoft.com/office/drawing/2014/main" id="{E86E1177-7C61-4F08-4CE7-6B80FF40EE5A}"/>
                  </a:ext>
                </a:extLst>
              </p:cNvPr>
              <p:cNvSpPr/>
              <p:nvPr/>
            </p:nvSpPr>
            <p:spPr>
              <a:xfrm>
                <a:off x="-5185475" y="3826250"/>
                <a:ext cx="57525" cy="55750"/>
              </a:xfrm>
              <a:custGeom>
                <a:avLst/>
                <a:gdLst/>
                <a:ahLst/>
                <a:cxnLst/>
                <a:rect l="l" t="t" r="r" b="b"/>
                <a:pathLst>
                  <a:path w="2301" h="2230" extrusionOk="0">
                    <a:moveTo>
                      <a:pt x="1765" y="1"/>
                    </a:moveTo>
                    <a:cubicBezTo>
                      <a:pt x="1639" y="1"/>
                      <a:pt x="1513" y="48"/>
                      <a:pt x="1419" y="143"/>
                    </a:cubicBezTo>
                    <a:lnTo>
                      <a:pt x="190" y="1371"/>
                    </a:lnTo>
                    <a:cubicBezTo>
                      <a:pt x="1" y="1560"/>
                      <a:pt x="1" y="1875"/>
                      <a:pt x="190" y="2064"/>
                    </a:cubicBezTo>
                    <a:cubicBezTo>
                      <a:pt x="284" y="2175"/>
                      <a:pt x="410" y="2230"/>
                      <a:pt x="536" y="2230"/>
                    </a:cubicBezTo>
                    <a:cubicBezTo>
                      <a:pt x="662" y="2230"/>
                      <a:pt x="788" y="2175"/>
                      <a:pt x="883" y="2064"/>
                    </a:cubicBezTo>
                    <a:lnTo>
                      <a:pt x="2112" y="836"/>
                    </a:lnTo>
                    <a:cubicBezTo>
                      <a:pt x="2301" y="647"/>
                      <a:pt x="2301" y="332"/>
                      <a:pt x="2112" y="143"/>
                    </a:cubicBezTo>
                    <a:cubicBezTo>
                      <a:pt x="2017" y="48"/>
                      <a:pt x="1891" y="1"/>
                      <a:pt x="17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Google Shape;16326;p139">
                <a:extLst>
                  <a:ext uri="{FF2B5EF4-FFF2-40B4-BE49-F238E27FC236}">
                    <a16:creationId xmlns:a16="http://schemas.microsoft.com/office/drawing/2014/main" id="{996B29A9-67E2-7DD2-5A76-85DEDB6D8FFE}"/>
                  </a:ext>
                </a:extLst>
              </p:cNvPr>
              <p:cNvSpPr/>
              <p:nvPr/>
            </p:nvSpPr>
            <p:spPr>
              <a:xfrm>
                <a:off x="-5156325" y="3856375"/>
                <a:ext cx="58300" cy="55750"/>
              </a:xfrm>
              <a:custGeom>
                <a:avLst/>
                <a:gdLst/>
                <a:ahLst/>
                <a:cxnLst/>
                <a:rect l="l" t="t" r="r" b="b"/>
                <a:pathLst>
                  <a:path w="2332" h="2230" extrusionOk="0">
                    <a:moveTo>
                      <a:pt x="1781" y="1"/>
                    </a:moveTo>
                    <a:cubicBezTo>
                      <a:pt x="1655" y="1"/>
                      <a:pt x="1529" y="56"/>
                      <a:pt x="1418" y="166"/>
                    </a:cubicBezTo>
                    <a:lnTo>
                      <a:pt x="190" y="1395"/>
                    </a:lnTo>
                    <a:cubicBezTo>
                      <a:pt x="1" y="1584"/>
                      <a:pt x="1" y="1899"/>
                      <a:pt x="190" y="2088"/>
                    </a:cubicBezTo>
                    <a:cubicBezTo>
                      <a:pt x="300" y="2183"/>
                      <a:pt x="442" y="2230"/>
                      <a:pt x="575" y="2230"/>
                    </a:cubicBezTo>
                    <a:cubicBezTo>
                      <a:pt x="709" y="2230"/>
                      <a:pt x="835" y="2183"/>
                      <a:pt x="914" y="2088"/>
                    </a:cubicBezTo>
                    <a:lnTo>
                      <a:pt x="2143" y="859"/>
                    </a:lnTo>
                    <a:cubicBezTo>
                      <a:pt x="2332" y="670"/>
                      <a:pt x="2332" y="355"/>
                      <a:pt x="2143" y="166"/>
                    </a:cubicBezTo>
                    <a:cubicBezTo>
                      <a:pt x="2033" y="56"/>
                      <a:pt x="1907" y="1"/>
                      <a:pt x="178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Google Shape;16327;p139">
                <a:extLst>
                  <a:ext uri="{FF2B5EF4-FFF2-40B4-BE49-F238E27FC236}">
                    <a16:creationId xmlns:a16="http://schemas.microsoft.com/office/drawing/2014/main" id="{C3A22219-5E10-2148-23B1-AC07745740AD}"/>
                  </a:ext>
                </a:extLst>
              </p:cNvPr>
              <p:cNvSpPr/>
              <p:nvPr/>
            </p:nvSpPr>
            <p:spPr>
              <a:xfrm>
                <a:off x="-5105925" y="3886525"/>
                <a:ext cx="37050" cy="37425"/>
              </a:xfrm>
              <a:custGeom>
                <a:avLst/>
                <a:gdLst/>
                <a:ahLst/>
                <a:cxnLst/>
                <a:rect l="l" t="t" r="r" b="b"/>
                <a:pathLst>
                  <a:path w="1482" h="1497" extrusionOk="0">
                    <a:moveTo>
                      <a:pt x="662" y="0"/>
                    </a:moveTo>
                    <a:lnTo>
                      <a:pt x="536" y="126"/>
                    </a:lnTo>
                    <a:lnTo>
                      <a:pt x="1" y="756"/>
                    </a:lnTo>
                    <a:lnTo>
                      <a:pt x="599" y="1355"/>
                    </a:lnTo>
                    <a:cubicBezTo>
                      <a:pt x="694" y="1449"/>
                      <a:pt x="820" y="1497"/>
                      <a:pt x="946" y="1497"/>
                    </a:cubicBezTo>
                    <a:cubicBezTo>
                      <a:pt x="1072" y="1497"/>
                      <a:pt x="1198" y="1449"/>
                      <a:pt x="1293" y="1355"/>
                    </a:cubicBezTo>
                    <a:cubicBezTo>
                      <a:pt x="1482" y="1166"/>
                      <a:pt x="1482" y="851"/>
                      <a:pt x="1293" y="662"/>
                    </a:cubicBezTo>
                    <a:lnTo>
                      <a:pt x="66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16328;p139">
                <a:extLst>
                  <a:ext uri="{FF2B5EF4-FFF2-40B4-BE49-F238E27FC236}">
                    <a16:creationId xmlns:a16="http://schemas.microsoft.com/office/drawing/2014/main" id="{E07AB053-4A74-19D9-FFFF-77D0415E38F8}"/>
                  </a:ext>
                </a:extLst>
              </p:cNvPr>
              <p:cNvSpPr/>
              <p:nvPr/>
            </p:nvSpPr>
            <p:spPr>
              <a:xfrm>
                <a:off x="-5254775" y="3648050"/>
                <a:ext cx="278050" cy="248325"/>
              </a:xfrm>
              <a:custGeom>
                <a:avLst/>
                <a:gdLst/>
                <a:ahLst/>
                <a:cxnLst/>
                <a:rect l="l" t="t" r="r" b="b"/>
                <a:pathLst>
                  <a:path w="11122" h="9933" extrusionOk="0">
                    <a:moveTo>
                      <a:pt x="4049" y="1"/>
                    </a:moveTo>
                    <a:cubicBezTo>
                      <a:pt x="3781" y="1"/>
                      <a:pt x="3513" y="103"/>
                      <a:pt x="3308" y="308"/>
                    </a:cubicBezTo>
                    <a:lnTo>
                      <a:pt x="410" y="3364"/>
                    </a:lnTo>
                    <a:cubicBezTo>
                      <a:pt x="0" y="3774"/>
                      <a:pt x="0" y="4435"/>
                      <a:pt x="410" y="4813"/>
                    </a:cubicBezTo>
                    <a:lnTo>
                      <a:pt x="631" y="5065"/>
                    </a:lnTo>
                    <a:lnTo>
                      <a:pt x="1198" y="4498"/>
                    </a:lnTo>
                    <a:cubicBezTo>
                      <a:pt x="1454" y="4242"/>
                      <a:pt x="1794" y="4106"/>
                      <a:pt x="2122" y="4106"/>
                    </a:cubicBezTo>
                    <a:cubicBezTo>
                      <a:pt x="2398" y="4106"/>
                      <a:pt x="2666" y="4202"/>
                      <a:pt x="2867" y="4404"/>
                    </a:cubicBezTo>
                    <a:cubicBezTo>
                      <a:pt x="3151" y="4624"/>
                      <a:pt x="3308" y="4971"/>
                      <a:pt x="3277" y="5286"/>
                    </a:cubicBezTo>
                    <a:cubicBezTo>
                      <a:pt x="3592" y="5286"/>
                      <a:pt x="3907" y="5412"/>
                      <a:pt x="4128" y="5664"/>
                    </a:cubicBezTo>
                    <a:cubicBezTo>
                      <a:pt x="4380" y="5884"/>
                      <a:pt x="4506" y="6200"/>
                      <a:pt x="4506" y="6515"/>
                    </a:cubicBezTo>
                    <a:cubicBezTo>
                      <a:pt x="4821" y="6515"/>
                      <a:pt x="5136" y="6641"/>
                      <a:pt x="5356" y="6861"/>
                    </a:cubicBezTo>
                    <a:cubicBezTo>
                      <a:pt x="5608" y="7113"/>
                      <a:pt x="5703" y="7428"/>
                      <a:pt x="5703" y="7743"/>
                    </a:cubicBezTo>
                    <a:cubicBezTo>
                      <a:pt x="6018" y="7743"/>
                      <a:pt x="6364" y="7869"/>
                      <a:pt x="6585" y="8090"/>
                    </a:cubicBezTo>
                    <a:cubicBezTo>
                      <a:pt x="6837" y="8342"/>
                      <a:pt x="6931" y="8657"/>
                      <a:pt x="6931" y="8909"/>
                    </a:cubicBezTo>
                    <a:lnTo>
                      <a:pt x="7814" y="9791"/>
                    </a:lnTo>
                    <a:cubicBezTo>
                      <a:pt x="7908" y="9886"/>
                      <a:pt x="8034" y="9933"/>
                      <a:pt x="8160" y="9933"/>
                    </a:cubicBezTo>
                    <a:cubicBezTo>
                      <a:pt x="8286" y="9933"/>
                      <a:pt x="8412" y="9886"/>
                      <a:pt x="8507" y="9791"/>
                    </a:cubicBezTo>
                    <a:cubicBezTo>
                      <a:pt x="8727" y="9602"/>
                      <a:pt x="8727" y="9287"/>
                      <a:pt x="8507" y="9066"/>
                    </a:cubicBezTo>
                    <a:lnTo>
                      <a:pt x="7656" y="8216"/>
                    </a:lnTo>
                    <a:cubicBezTo>
                      <a:pt x="7530" y="8090"/>
                      <a:pt x="7530" y="7869"/>
                      <a:pt x="7656" y="7743"/>
                    </a:cubicBezTo>
                    <a:cubicBezTo>
                      <a:pt x="7748" y="7596"/>
                      <a:pt x="7851" y="7534"/>
                      <a:pt x="7953" y="7534"/>
                    </a:cubicBezTo>
                    <a:cubicBezTo>
                      <a:pt x="8024" y="7534"/>
                      <a:pt x="8095" y="7565"/>
                      <a:pt x="8160" y="7617"/>
                    </a:cubicBezTo>
                    <a:lnTo>
                      <a:pt x="9011" y="8499"/>
                    </a:lnTo>
                    <a:cubicBezTo>
                      <a:pt x="9121" y="8594"/>
                      <a:pt x="9255" y="8641"/>
                      <a:pt x="9385" y="8641"/>
                    </a:cubicBezTo>
                    <a:cubicBezTo>
                      <a:pt x="9515" y="8641"/>
                      <a:pt x="9641" y="8594"/>
                      <a:pt x="9735" y="8499"/>
                    </a:cubicBezTo>
                    <a:cubicBezTo>
                      <a:pt x="9924" y="8279"/>
                      <a:pt x="9924" y="7964"/>
                      <a:pt x="9735" y="7775"/>
                    </a:cubicBezTo>
                    <a:lnTo>
                      <a:pt x="8853" y="6924"/>
                    </a:lnTo>
                    <a:cubicBezTo>
                      <a:pt x="8759" y="6798"/>
                      <a:pt x="8759" y="6578"/>
                      <a:pt x="8853" y="6452"/>
                    </a:cubicBezTo>
                    <a:cubicBezTo>
                      <a:pt x="8916" y="6389"/>
                      <a:pt x="9011" y="6357"/>
                      <a:pt x="9101" y="6357"/>
                    </a:cubicBezTo>
                    <a:cubicBezTo>
                      <a:pt x="9192" y="6357"/>
                      <a:pt x="9279" y="6389"/>
                      <a:pt x="9326" y="6452"/>
                    </a:cubicBezTo>
                    <a:lnTo>
                      <a:pt x="10208" y="7302"/>
                    </a:lnTo>
                    <a:cubicBezTo>
                      <a:pt x="10303" y="7397"/>
                      <a:pt x="10429" y="7444"/>
                      <a:pt x="10555" y="7444"/>
                    </a:cubicBezTo>
                    <a:cubicBezTo>
                      <a:pt x="10681" y="7444"/>
                      <a:pt x="10807" y="7397"/>
                      <a:pt x="10901" y="7302"/>
                    </a:cubicBezTo>
                    <a:cubicBezTo>
                      <a:pt x="11122" y="7113"/>
                      <a:pt x="11122" y="6798"/>
                      <a:pt x="10901" y="6609"/>
                    </a:cubicBezTo>
                    <a:lnTo>
                      <a:pt x="10334" y="6010"/>
                    </a:lnTo>
                    <a:lnTo>
                      <a:pt x="10208" y="5884"/>
                    </a:lnTo>
                    <a:lnTo>
                      <a:pt x="6931" y="2608"/>
                    </a:lnTo>
                    <a:cubicBezTo>
                      <a:pt x="6884" y="2561"/>
                      <a:pt x="6798" y="2537"/>
                      <a:pt x="6707" y="2537"/>
                    </a:cubicBezTo>
                    <a:cubicBezTo>
                      <a:pt x="6616" y="2537"/>
                      <a:pt x="6522" y="2561"/>
                      <a:pt x="6459" y="2608"/>
                    </a:cubicBezTo>
                    <a:lnTo>
                      <a:pt x="5167" y="3931"/>
                    </a:lnTo>
                    <a:cubicBezTo>
                      <a:pt x="4904" y="4176"/>
                      <a:pt x="4562" y="4308"/>
                      <a:pt x="4229" y="4308"/>
                    </a:cubicBezTo>
                    <a:cubicBezTo>
                      <a:pt x="4004" y="4308"/>
                      <a:pt x="3783" y="4247"/>
                      <a:pt x="3592" y="4120"/>
                    </a:cubicBezTo>
                    <a:cubicBezTo>
                      <a:pt x="2962" y="3679"/>
                      <a:pt x="2930" y="2829"/>
                      <a:pt x="3434" y="2293"/>
                    </a:cubicBezTo>
                    <a:lnTo>
                      <a:pt x="5010" y="529"/>
                    </a:lnTo>
                    <a:lnTo>
                      <a:pt x="4789" y="308"/>
                    </a:lnTo>
                    <a:cubicBezTo>
                      <a:pt x="4584" y="103"/>
                      <a:pt x="4317" y="1"/>
                      <a:pt x="4049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Google Shape;16329;p139">
                <a:extLst>
                  <a:ext uri="{FF2B5EF4-FFF2-40B4-BE49-F238E27FC236}">
                    <a16:creationId xmlns:a16="http://schemas.microsoft.com/office/drawing/2014/main" id="{CD65D4FB-40E6-8F15-EBDF-CE484350E367}"/>
                  </a:ext>
                </a:extLst>
              </p:cNvPr>
              <p:cNvSpPr/>
              <p:nvPr/>
            </p:nvSpPr>
            <p:spPr>
              <a:xfrm>
                <a:off x="-5163425" y="3631325"/>
                <a:ext cx="205600" cy="150450"/>
              </a:xfrm>
              <a:custGeom>
                <a:avLst/>
                <a:gdLst/>
                <a:ahLst/>
                <a:cxnLst/>
                <a:rect l="l" t="t" r="r" b="b"/>
                <a:pathLst>
                  <a:path w="8224" h="6018" extrusionOk="0">
                    <a:moveTo>
                      <a:pt x="3699" y="0"/>
                    </a:moveTo>
                    <a:cubicBezTo>
                      <a:pt x="3435" y="0"/>
                      <a:pt x="3167" y="95"/>
                      <a:pt x="2962" y="284"/>
                    </a:cubicBezTo>
                    <a:lnTo>
                      <a:pt x="2364" y="883"/>
                    </a:lnTo>
                    <a:lnTo>
                      <a:pt x="2269" y="1009"/>
                    </a:lnTo>
                    <a:lnTo>
                      <a:pt x="222" y="3245"/>
                    </a:lnTo>
                    <a:cubicBezTo>
                      <a:pt x="1" y="3435"/>
                      <a:pt x="1" y="3781"/>
                      <a:pt x="222" y="3970"/>
                    </a:cubicBezTo>
                    <a:cubicBezTo>
                      <a:pt x="316" y="4065"/>
                      <a:pt x="442" y="4112"/>
                      <a:pt x="568" y="4112"/>
                    </a:cubicBezTo>
                    <a:cubicBezTo>
                      <a:pt x="694" y="4112"/>
                      <a:pt x="820" y="4065"/>
                      <a:pt x="915" y="3970"/>
                    </a:cubicBezTo>
                    <a:lnTo>
                      <a:pt x="2269" y="2615"/>
                    </a:lnTo>
                    <a:cubicBezTo>
                      <a:pt x="2458" y="2426"/>
                      <a:pt x="2718" y="2332"/>
                      <a:pt x="2982" y="2332"/>
                    </a:cubicBezTo>
                    <a:cubicBezTo>
                      <a:pt x="3246" y="2332"/>
                      <a:pt x="3514" y="2426"/>
                      <a:pt x="3719" y="2615"/>
                    </a:cubicBezTo>
                    <a:lnTo>
                      <a:pt x="7090" y="6018"/>
                    </a:lnTo>
                    <a:lnTo>
                      <a:pt x="7814" y="5356"/>
                    </a:lnTo>
                    <a:cubicBezTo>
                      <a:pt x="8224" y="4947"/>
                      <a:pt x="8224" y="4285"/>
                      <a:pt x="7814" y="3876"/>
                    </a:cubicBezTo>
                    <a:lnTo>
                      <a:pt x="4412" y="284"/>
                    </a:lnTo>
                    <a:cubicBezTo>
                      <a:pt x="4223" y="95"/>
                      <a:pt x="3963" y="0"/>
                      <a:pt x="369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6" name="Google Shape;16330;p139">
              <a:extLst>
                <a:ext uri="{FF2B5EF4-FFF2-40B4-BE49-F238E27FC236}">
                  <a16:creationId xmlns:a16="http://schemas.microsoft.com/office/drawing/2014/main" id="{BC92431A-F095-782B-EDCA-8F5AE7178791}"/>
                </a:ext>
              </a:extLst>
            </p:cNvPr>
            <p:cNvGrpSpPr/>
            <p:nvPr/>
          </p:nvGrpSpPr>
          <p:grpSpPr>
            <a:xfrm>
              <a:off x="3032265" y="2756270"/>
              <a:ext cx="419659" cy="420775"/>
              <a:chOff x="-5251625" y="3991275"/>
              <a:chExt cx="291450" cy="292225"/>
            </a:xfrm>
            <a:grpFill/>
          </p:grpSpPr>
          <p:sp>
            <p:nvSpPr>
              <p:cNvPr id="393" name="Google Shape;16331;p139">
                <a:extLst>
                  <a:ext uri="{FF2B5EF4-FFF2-40B4-BE49-F238E27FC236}">
                    <a16:creationId xmlns:a16="http://schemas.microsoft.com/office/drawing/2014/main" id="{CD44D4F3-3239-E7FC-B9DB-66F4C506AC5A}"/>
                  </a:ext>
                </a:extLst>
              </p:cNvPr>
              <p:cNvSpPr/>
              <p:nvPr/>
            </p:nvSpPr>
            <p:spPr>
              <a:xfrm>
                <a:off x="-5179950" y="4198400"/>
                <a:ext cx="145725" cy="85100"/>
              </a:xfrm>
              <a:custGeom>
                <a:avLst/>
                <a:gdLst/>
                <a:ahLst/>
                <a:cxnLst/>
                <a:rect l="l" t="t" r="r" b="b"/>
                <a:pathLst>
                  <a:path w="5829" h="3404" extrusionOk="0">
                    <a:moveTo>
                      <a:pt x="0" y="1"/>
                    </a:moveTo>
                    <a:lnTo>
                      <a:pt x="504" y="3151"/>
                    </a:lnTo>
                    <a:cubicBezTo>
                      <a:pt x="567" y="3309"/>
                      <a:pt x="662" y="3403"/>
                      <a:pt x="883" y="3403"/>
                    </a:cubicBezTo>
                    <a:lnTo>
                      <a:pt x="4978" y="3403"/>
                    </a:lnTo>
                    <a:cubicBezTo>
                      <a:pt x="5136" y="3403"/>
                      <a:pt x="5293" y="3309"/>
                      <a:pt x="5325" y="3151"/>
                    </a:cubicBezTo>
                    <a:lnTo>
                      <a:pt x="582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Google Shape;16332;p139">
                <a:extLst>
                  <a:ext uri="{FF2B5EF4-FFF2-40B4-BE49-F238E27FC236}">
                    <a16:creationId xmlns:a16="http://schemas.microsoft.com/office/drawing/2014/main" id="{B4730621-0623-D75A-2F88-78C11C58A74A}"/>
                  </a:ext>
                </a:extLst>
              </p:cNvPr>
              <p:cNvSpPr/>
              <p:nvPr/>
            </p:nvSpPr>
            <p:spPr>
              <a:xfrm>
                <a:off x="-5203575" y="4129100"/>
                <a:ext cx="196925" cy="51225"/>
              </a:xfrm>
              <a:custGeom>
                <a:avLst/>
                <a:gdLst/>
                <a:ahLst/>
                <a:cxnLst/>
                <a:rect l="l" t="t" r="r" b="b"/>
                <a:pathLst>
                  <a:path w="7877" h="2049" extrusionOk="0">
                    <a:moveTo>
                      <a:pt x="1229" y="1"/>
                    </a:moveTo>
                    <a:cubicBezTo>
                      <a:pt x="504" y="1"/>
                      <a:pt x="0" y="662"/>
                      <a:pt x="284" y="1387"/>
                    </a:cubicBezTo>
                    <a:cubicBezTo>
                      <a:pt x="284" y="1702"/>
                      <a:pt x="567" y="1922"/>
                      <a:pt x="882" y="2017"/>
                    </a:cubicBezTo>
                    <a:cubicBezTo>
                      <a:pt x="945" y="2048"/>
                      <a:pt x="1071" y="2048"/>
                      <a:pt x="1197" y="2048"/>
                    </a:cubicBezTo>
                    <a:lnTo>
                      <a:pt x="6648" y="2048"/>
                    </a:lnTo>
                    <a:cubicBezTo>
                      <a:pt x="6774" y="2048"/>
                      <a:pt x="6868" y="2017"/>
                      <a:pt x="6963" y="2017"/>
                    </a:cubicBezTo>
                    <a:cubicBezTo>
                      <a:pt x="7278" y="1922"/>
                      <a:pt x="7530" y="1702"/>
                      <a:pt x="7656" y="1387"/>
                    </a:cubicBezTo>
                    <a:cubicBezTo>
                      <a:pt x="7876" y="662"/>
                      <a:pt x="7372" y="1"/>
                      <a:pt x="671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Google Shape;16333;p139">
                <a:extLst>
                  <a:ext uri="{FF2B5EF4-FFF2-40B4-BE49-F238E27FC236}">
                    <a16:creationId xmlns:a16="http://schemas.microsoft.com/office/drawing/2014/main" id="{557952C3-1EE9-0435-B400-79C54A36E826}"/>
                  </a:ext>
                </a:extLst>
              </p:cNvPr>
              <p:cNvSpPr/>
              <p:nvPr/>
            </p:nvSpPr>
            <p:spPr>
              <a:xfrm>
                <a:off x="-5251625" y="3991275"/>
                <a:ext cx="291450" cy="172500"/>
              </a:xfrm>
              <a:custGeom>
                <a:avLst/>
                <a:gdLst/>
                <a:ahLst/>
                <a:cxnLst/>
                <a:rect l="l" t="t" r="r" b="b"/>
                <a:pathLst>
                  <a:path w="11658" h="6900" extrusionOk="0">
                    <a:moveTo>
                      <a:pt x="1009" y="0"/>
                    </a:moveTo>
                    <a:cubicBezTo>
                      <a:pt x="473" y="0"/>
                      <a:pt x="0" y="473"/>
                      <a:pt x="0" y="1040"/>
                    </a:cubicBezTo>
                    <a:lnTo>
                      <a:pt x="0" y="5829"/>
                    </a:lnTo>
                    <a:cubicBezTo>
                      <a:pt x="0" y="6396"/>
                      <a:pt x="473" y="6900"/>
                      <a:pt x="1009" y="6900"/>
                    </a:cubicBezTo>
                    <a:lnTo>
                      <a:pt x="1418" y="6900"/>
                    </a:lnTo>
                    <a:cubicBezTo>
                      <a:pt x="1387" y="6774"/>
                      <a:pt x="1387" y="6648"/>
                      <a:pt x="1387" y="6553"/>
                    </a:cubicBezTo>
                    <a:cubicBezTo>
                      <a:pt x="1387" y="5608"/>
                      <a:pt x="2111" y="4852"/>
                      <a:pt x="3056" y="4852"/>
                    </a:cubicBezTo>
                    <a:lnTo>
                      <a:pt x="3781" y="4852"/>
                    </a:lnTo>
                    <a:cubicBezTo>
                      <a:pt x="3907" y="4285"/>
                      <a:pt x="4254" y="3875"/>
                      <a:pt x="4726" y="3623"/>
                    </a:cubicBezTo>
                    <a:cubicBezTo>
                      <a:pt x="4537" y="3371"/>
                      <a:pt x="4411" y="3119"/>
                      <a:pt x="4411" y="2773"/>
                    </a:cubicBezTo>
                    <a:cubicBezTo>
                      <a:pt x="4411" y="2016"/>
                      <a:pt x="5041" y="1386"/>
                      <a:pt x="5797" y="1386"/>
                    </a:cubicBezTo>
                    <a:cubicBezTo>
                      <a:pt x="6522" y="1386"/>
                      <a:pt x="7152" y="2016"/>
                      <a:pt x="7152" y="2773"/>
                    </a:cubicBezTo>
                    <a:cubicBezTo>
                      <a:pt x="7152" y="3088"/>
                      <a:pt x="7058" y="3403"/>
                      <a:pt x="6837" y="3623"/>
                    </a:cubicBezTo>
                    <a:cubicBezTo>
                      <a:pt x="7310" y="3875"/>
                      <a:pt x="7688" y="4285"/>
                      <a:pt x="7782" y="4852"/>
                    </a:cubicBezTo>
                    <a:lnTo>
                      <a:pt x="8507" y="4852"/>
                    </a:lnTo>
                    <a:cubicBezTo>
                      <a:pt x="9452" y="4852"/>
                      <a:pt x="10208" y="5608"/>
                      <a:pt x="10208" y="6553"/>
                    </a:cubicBezTo>
                    <a:cubicBezTo>
                      <a:pt x="10208" y="6648"/>
                      <a:pt x="10208" y="6774"/>
                      <a:pt x="10145" y="6900"/>
                    </a:cubicBezTo>
                    <a:lnTo>
                      <a:pt x="10586" y="6900"/>
                    </a:lnTo>
                    <a:cubicBezTo>
                      <a:pt x="11153" y="6900"/>
                      <a:pt x="11626" y="6427"/>
                      <a:pt x="11626" y="5829"/>
                    </a:cubicBezTo>
                    <a:lnTo>
                      <a:pt x="11626" y="1040"/>
                    </a:lnTo>
                    <a:cubicBezTo>
                      <a:pt x="11657" y="473"/>
                      <a:pt x="11185" y="0"/>
                      <a:pt x="1061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Google Shape;16334;p139">
                <a:extLst>
                  <a:ext uri="{FF2B5EF4-FFF2-40B4-BE49-F238E27FC236}">
                    <a16:creationId xmlns:a16="http://schemas.microsoft.com/office/drawing/2014/main" id="{4178568E-786A-78D5-8641-45C96BC1F0F3}"/>
                  </a:ext>
                </a:extLst>
              </p:cNvPr>
              <p:cNvSpPr/>
              <p:nvPr/>
            </p:nvSpPr>
            <p:spPr>
              <a:xfrm>
                <a:off x="-5139775" y="4096025"/>
                <a:ext cx="65400" cy="17350"/>
              </a:xfrm>
              <a:custGeom>
                <a:avLst/>
                <a:gdLst/>
                <a:ahLst/>
                <a:cxnLst/>
                <a:rect l="l" t="t" r="r" b="b"/>
                <a:pathLst>
                  <a:path w="2616" h="694" extrusionOk="0">
                    <a:moveTo>
                      <a:pt x="1008" y="0"/>
                    </a:moveTo>
                    <a:cubicBezTo>
                      <a:pt x="567" y="0"/>
                      <a:pt x="158" y="315"/>
                      <a:pt x="0" y="693"/>
                    </a:cubicBezTo>
                    <a:lnTo>
                      <a:pt x="2615" y="693"/>
                    </a:lnTo>
                    <a:cubicBezTo>
                      <a:pt x="2489" y="252"/>
                      <a:pt x="2111" y="0"/>
                      <a:pt x="167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Google Shape;16335;p139">
                <a:extLst>
                  <a:ext uri="{FF2B5EF4-FFF2-40B4-BE49-F238E27FC236}">
                    <a16:creationId xmlns:a16="http://schemas.microsoft.com/office/drawing/2014/main" id="{7A378FCE-DD7B-E026-903D-F6A8A4578882}"/>
                  </a:ext>
                </a:extLst>
              </p:cNvPr>
              <p:cNvSpPr/>
              <p:nvPr/>
            </p:nvSpPr>
            <p:spPr>
              <a:xfrm>
                <a:off x="-5122450" y="4044825"/>
                <a:ext cx="33100" cy="33100"/>
              </a:xfrm>
              <a:custGeom>
                <a:avLst/>
                <a:gdLst/>
                <a:ahLst/>
                <a:cxnLst/>
                <a:rect l="l" t="t" r="r" b="b"/>
                <a:pathLst>
                  <a:path w="1324" h="1324" extrusionOk="0">
                    <a:moveTo>
                      <a:pt x="662" y="0"/>
                    </a:moveTo>
                    <a:cubicBezTo>
                      <a:pt x="252" y="0"/>
                      <a:pt x="0" y="316"/>
                      <a:pt x="0" y="662"/>
                    </a:cubicBezTo>
                    <a:cubicBezTo>
                      <a:pt x="0" y="1009"/>
                      <a:pt x="315" y="1324"/>
                      <a:pt x="662" y="1324"/>
                    </a:cubicBezTo>
                    <a:cubicBezTo>
                      <a:pt x="1008" y="1324"/>
                      <a:pt x="1323" y="1009"/>
                      <a:pt x="1323" y="662"/>
                    </a:cubicBezTo>
                    <a:cubicBezTo>
                      <a:pt x="1323" y="253"/>
                      <a:pt x="1008" y="0"/>
                      <a:pt x="6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7" name="Google Shape;16336;p139">
              <a:extLst>
                <a:ext uri="{FF2B5EF4-FFF2-40B4-BE49-F238E27FC236}">
                  <a16:creationId xmlns:a16="http://schemas.microsoft.com/office/drawing/2014/main" id="{FCAC4F9D-A55A-2218-216B-DB52B47EA91C}"/>
                </a:ext>
              </a:extLst>
            </p:cNvPr>
            <p:cNvGrpSpPr/>
            <p:nvPr/>
          </p:nvGrpSpPr>
          <p:grpSpPr>
            <a:xfrm>
              <a:off x="5772848" y="1689240"/>
              <a:ext cx="319874" cy="419623"/>
              <a:chOff x="-3365275" y="3253275"/>
              <a:chExt cx="222150" cy="291425"/>
            </a:xfrm>
            <a:grpFill/>
          </p:grpSpPr>
          <p:sp>
            <p:nvSpPr>
              <p:cNvPr id="391" name="Google Shape;16337;p139">
                <a:extLst>
                  <a:ext uri="{FF2B5EF4-FFF2-40B4-BE49-F238E27FC236}">
                    <a16:creationId xmlns:a16="http://schemas.microsoft.com/office/drawing/2014/main" id="{D56F0D86-F386-94A3-AE23-3F0D5D421EC7}"/>
                  </a:ext>
                </a:extLst>
              </p:cNvPr>
              <p:cNvSpPr/>
              <p:nvPr/>
            </p:nvSpPr>
            <p:spPr>
              <a:xfrm>
                <a:off x="-3365275" y="3253275"/>
                <a:ext cx="222150" cy="291425"/>
              </a:xfrm>
              <a:custGeom>
                <a:avLst/>
                <a:gdLst/>
                <a:ahLst/>
                <a:cxnLst/>
                <a:rect l="l" t="t" r="r" b="b"/>
                <a:pathLst>
                  <a:path w="8886" h="11657" extrusionOk="0">
                    <a:moveTo>
                      <a:pt x="5861" y="662"/>
                    </a:moveTo>
                    <a:cubicBezTo>
                      <a:pt x="6302" y="662"/>
                      <a:pt x="6302" y="1323"/>
                      <a:pt x="5861" y="1323"/>
                    </a:cubicBezTo>
                    <a:lnTo>
                      <a:pt x="3120" y="1323"/>
                    </a:lnTo>
                    <a:cubicBezTo>
                      <a:pt x="2647" y="1323"/>
                      <a:pt x="2647" y="662"/>
                      <a:pt x="3120" y="662"/>
                    </a:cubicBezTo>
                    <a:close/>
                    <a:moveTo>
                      <a:pt x="7215" y="3466"/>
                    </a:moveTo>
                    <a:cubicBezTo>
                      <a:pt x="7625" y="3466"/>
                      <a:pt x="7625" y="4127"/>
                      <a:pt x="7215" y="4127"/>
                    </a:cubicBezTo>
                    <a:lnTo>
                      <a:pt x="4443" y="4127"/>
                    </a:lnTo>
                    <a:cubicBezTo>
                      <a:pt x="4002" y="4127"/>
                      <a:pt x="3970" y="3466"/>
                      <a:pt x="4443" y="3466"/>
                    </a:cubicBezTo>
                    <a:close/>
                    <a:moveTo>
                      <a:pt x="3101" y="2795"/>
                    </a:moveTo>
                    <a:cubicBezTo>
                      <a:pt x="3360" y="2795"/>
                      <a:pt x="3582" y="3129"/>
                      <a:pt x="3340" y="3371"/>
                    </a:cubicBezTo>
                    <a:lnTo>
                      <a:pt x="2899" y="3812"/>
                    </a:lnTo>
                    <a:lnTo>
                      <a:pt x="3340" y="4253"/>
                    </a:lnTo>
                    <a:cubicBezTo>
                      <a:pt x="3582" y="4495"/>
                      <a:pt x="3360" y="4830"/>
                      <a:pt x="3101" y="4830"/>
                    </a:cubicBezTo>
                    <a:cubicBezTo>
                      <a:pt x="3023" y="4830"/>
                      <a:pt x="2941" y="4799"/>
                      <a:pt x="2868" y="4726"/>
                    </a:cubicBezTo>
                    <a:lnTo>
                      <a:pt x="2427" y="4285"/>
                    </a:lnTo>
                    <a:lnTo>
                      <a:pt x="2017" y="4726"/>
                    </a:lnTo>
                    <a:cubicBezTo>
                      <a:pt x="1944" y="4799"/>
                      <a:pt x="1862" y="4830"/>
                      <a:pt x="1784" y="4830"/>
                    </a:cubicBezTo>
                    <a:cubicBezTo>
                      <a:pt x="1525" y="4830"/>
                      <a:pt x="1303" y="4495"/>
                      <a:pt x="1545" y="4253"/>
                    </a:cubicBezTo>
                    <a:lnTo>
                      <a:pt x="1954" y="3812"/>
                    </a:lnTo>
                    <a:lnTo>
                      <a:pt x="1545" y="3371"/>
                    </a:lnTo>
                    <a:cubicBezTo>
                      <a:pt x="1303" y="3129"/>
                      <a:pt x="1525" y="2795"/>
                      <a:pt x="1784" y="2795"/>
                    </a:cubicBezTo>
                    <a:cubicBezTo>
                      <a:pt x="1862" y="2795"/>
                      <a:pt x="1944" y="2825"/>
                      <a:pt x="2017" y="2899"/>
                    </a:cubicBezTo>
                    <a:lnTo>
                      <a:pt x="2427" y="3340"/>
                    </a:lnTo>
                    <a:lnTo>
                      <a:pt x="2868" y="2899"/>
                    </a:lnTo>
                    <a:cubicBezTo>
                      <a:pt x="2941" y="2825"/>
                      <a:pt x="3023" y="2795"/>
                      <a:pt x="3101" y="2795"/>
                    </a:cubicBezTo>
                    <a:close/>
                    <a:moveTo>
                      <a:pt x="7242" y="6206"/>
                    </a:moveTo>
                    <a:cubicBezTo>
                      <a:pt x="7625" y="6206"/>
                      <a:pt x="7616" y="6868"/>
                      <a:pt x="7215" y="6868"/>
                    </a:cubicBezTo>
                    <a:lnTo>
                      <a:pt x="4443" y="6868"/>
                    </a:lnTo>
                    <a:cubicBezTo>
                      <a:pt x="4002" y="6868"/>
                      <a:pt x="3970" y="6207"/>
                      <a:pt x="4443" y="6207"/>
                    </a:cubicBezTo>
                    <a:lnTo>
                      <a:pt x="7215" y="6207"/>
                    </a:lnTo>
                    <a:cubicBezTo>
                      <a:pt x="7225" y="6206"/>
                      <a:pt x="7233" y="6206"/>
                      <a:pt x="7242" y="6206"/>
                    </a:cubicBezTo>
                    <a:close/>
                    <a:moveTo>
                      <a:pt x="3101" y="5504"/>
                    </a:moveTo>
                    <a:cubicBezTo>
                      <a:pt x="3360" y="5504"/>
                      <a:pt x="3582" y="5839"/>
                      <a:pt x="3340" y="6081"/>
                    </a:cubicBezTo>
                    <a:lnTo>
                      <a:pt x="2899" y="6522"/>
                    </a:lnTo>
                    <a:lnTo>
                      <a:pt x="3340" y="6963"/>
                    </a:lnTo>
                    <a:cubicBezTo>
                      <a:pt x="3582" y="7205"/>
                      <a:pt x="3360" y="7539"/>
                      <a:pt x="3101" y="7539"/>
                    </a:cubicBezTo>
                    <a:cubicBezTo>
                      <a:pt x="3023" y="7539"/>
                      <a:pt x="2941" y="7509"/>
                      <a:pt x="2868" y="7435"/>
                    </a:cubicBezTo>
                    <a:lnTo>
                      <a:pt x="2427" y="6994"/>
                    </a:lnTo>
                    <a:lnTo>
                      <a:pt x="2017" y="7435"/>
                    </a:lnTo>
                    <a:cubicBezTo>
                      <a:pt x="1944" y="7509"/>
                      <a:pt x="1862" y="7539"/>
                      <a:pt x="1784" y="7539"/>
                    </a:cubicBezTo>
                    <a:cubicBezTo>
                      <a:pt x="1525" y="7539"/>
                      <a:pt x="1303" y="7205"/>
                      <a:pt x="1545" y="6963"/>
                    </a:cubicBezTo>
                    <a:lnTo>
                      <a:pt x="1954" y="6522"/>
                    </a:lnTo>
                    <a:lnTo>
                      <a:pt x="1545" y="6081"/>
                    </a:lnTo>
                    <a:cubicBezTo>
                      <a:pt x="1303" y="5839"/>
                      <a:pt x="1525" y="5504"/>
                      <a:pt x="1784" y="5504"/>
                    </a:cubicBezTo>
                    <a:cubicBezTo>
                      <a:pt x="1862" y="5504"/>
                      <a:pt x="1944" y="5535"/>
                      <a:pt x="2017" y="5608"/>
                    </a:cubicBezTo>
                    <a:lnTo>
                      <a:pt x="2427" y="6049"/>
                    </a:lnTo>
                    <a:lnTo>
                      <a:pt x="2868" y="5608"/>
                    </a:lnTo>
                    <a:cubicBezTo>
                      <a:pt x="2941" y="5535"/>
                      <a:pt x="3023" y="5504"/>
                      <a:pt x="3101" y="5504"/>
                    </a:cubicBezTo>
                    <a:close/>
                    <a:moveTo>
                      <a:pt x="7215" y="8916"/>
                    </a:moveTo>
                    <a:cubicBezTo>
                      <a:pt x="7625" y="8916"/>
                      <a:pt x="7625" y="9609"/>
                      <a:pt x="7215" y="9609"/>
                    </a:cubicBezTo>
                    <a:lnTo>
                      <a:pt x="4443" y="9609"/>
                    </a:lnTo>
                    <a:cubicBezTo>
                      <a:pt x="4002" y="9609"/>
                      <a:pt x="3970" y="8916"/>
                      <a:pt x="4443" y="8916"/>
                    </a:cubicBezTo>
                    <a:close/>
                    <a:moveTo>
                      <a:pt x="2395" y="8254"/>
                    </a:moveTo>
                    <a:cubicBezTo>
                      <a:pt x="2962" y="8254"/>
                      <a:pt x="3435" y="8727"/>
                      <a:pt x="3435" y="9263"/>
                    </a:cubicBezTo>
                    <a:cubicBezTo>
                      <a:pt x="3435" y="9830"/>
                      <a:pt x="2994" y="10302"/>
                      <a:pt x="2395" y="10302"/>
                    </a:cubicBezTo>
                    <a:cubicBezTo>
                      <a:pt x="1860" y="10302"/>
                      <a:pt x="1387" y="9830"/>
                      <a:pt x="1387" y="9263"/>
                    </a:cubicBezTo>
                    <a:cubicBezTo>
                      <a:pt x="1387" y="8727"/>
                      <a:pt x="1860" y="8254"/>
                      <a:pt x="2395" y="8254"/>
                    </a:cubicBezTo>
                    <a:close/>
                    <a:moveTo>
                      <a:pt x="3057" y="0"/>
                    </a:moveTo>
                    <a:cubicBezTo>
                      <a:pt x="2647" y="0"/>
                      <a:pt x="2238" y="252"/>
                      <a:pt x="2112" y="662"/>
                    </a:cubicBezTo>
                    <a:lnTo>
                      <a:pt x="1009" y="662"/>
                    </a:lnTo>
                    <a:cubicBezTo>
                      <a:pt x="473" y="662"/>
                      <a:pt x="1" y="1134"/>
                      <a:pt x="1" y="1670"/>
                    </a:cubicBezTo>
                    <a:lnTo>
                      <a:pt x="1" y="10617"/>
                    </a:lnTo>
                    <a:cubicBezTo>
                      <a:pt x="1" y="11153"/>
                      <a:pt x="473" y="11657"/>
                      <a:pt x="1009" y="11657"/>
                    </a:cubicBezTo>
                    <a:lnTo>
                      <a:pt x="7877" y="11657"/>
                    </a:lnTo>
                    <a:cubicBezTo>
                      <a:pt x="8413" y="11657"/>
                      <a:pt x="8885" y="11184"/>
                      <a:pt x="8885" y="10617"/>
                    </a:cubicBezTo>
                    <a:lnTo>
                      <a:pt x="8885" y="1670"/>
                    </a:lnTo>
                    <a:cubicBezTo>
                      <a:pt x="8885" y="1134"/>
                      <a:pt x="8476" y="662"/>
                      <a:pt x="7877" y="662"/>
                    </a:cubicBezTo>
                    <a:lnTo>
                      <a:pt x="6774" y="662"/>
                    </a:lnTo>
                    <a:cubicBezTo>
                      <a:pt x="6617" y="252"/>
                      <a:pt x="6270" y="0"/>
                      <a:pt x="582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Google Shape;16338;p139">
                <a:extLst>
                  <a:ext uri="{FF2B5EF4-FFF2-40B4-BE49-F238E27FC236}">
                    <a16:creationId xmlns:a16="http://schemas.microsoft.com/office/drawing/2014/main" id="{82182810-4BBB-2FE2-4DCF-13AF300C8D98}"/>
                  </a:ext>
                </a:extLst>
              </p:cNvPr>
              <p:cNvSpPr/>
              <p:nvPr/>
            </p:nvSpPr>
            <p:spPr>
              <a:xfrm>
                <a:off x="-3314075" y="3476175"/>
                <a:ext cx="17350" cy="18125"/>
              </a:xfrm>
              <a:custGeom>
                <a:avLst/>
                <a:gdLst/>
                <a:ahLst/>
                <a:cxnLst/>
                <a:rect l="l" t="t" r="r" b="b"/>
                <a:pathLst>
                  <a:path w="694" h="725" extrusionOk="0">
                    <a:moveTo>
                      <a:pt x="347" y="0"/>
                    </a:moveTo>
                    <a:cubicBezTo>
                      <a:pt x="158" y="0"/>
                      <a:pt x="1" y="158"/>
                      <a:pt x="1" y="347"/>
                    </a:cubicBezTo>
                    <a:cubicBezTo>
                      <a:pt x="1" y="567"/>
                      <a:pt x="158" y="725"/>
                      <a:pt x="347" y="725"/>
                    </a:cubicBezTo>
                    <a:cubicBezTo>
                      <a:pt x="536" y="725"/>
                      <a:pt x="694" y="567"/>
                      <a:pt x="694" y="347"/>
                    </a:cubicBezTo>
                    <a:cubicBezTo>
                      <a:pt x="694" y="158"/>
                      <a:pt x="536" y="0"/>
                      <a:pt x="34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8" name="Google Shape;16339;p139">
              <a:extLst>
                <a:ext uri="{FF2B5EF4-FFF2-40B4-BE49-F238E27FC236}">
                  <a16:creationId xmlns:a16="http://schemas.microsoft.com/office/drawing/2014/main" id="{38FC4F3C-A1A5-2242-E2FE-9E00E1B63349}"/>
                </a:ext>
              </a:extLst>
            </p:cNvPr>
            <p:cNvGrpSpPr/>
            <p:nvPr/>
          </p:nvGrpSpPr>
          <p:grpSpPr>
            <a:xfrm>
              <a:off x="5746786" y="2204058"/>
              <a:ext cx="371998" cy="421927"/>
              <a:chOff x="-3383375" y="3611625"/>
              <a:chExt cx="258350" cy="293025"/>
            </a:xfrm>
            <a:grpFill/>
          </p:grpSpPr>
          <p:sp>
            <p:nvSpPr>
              <p:cNvPr id="389" name="Google Shape;16340;p139">
                <a:extLst>
                  <a:ext uri="{FF2B5EF4-FFF2-40B4-BE49-F238E27FC236}">
                    <a16:creationId xmlns:a16="http://schemas.microsoft.com/office/drawing/2014/main" id="{648699D3-BACA-8DDB-2173-771EFA03216D}"/>
                  </a:ext>
                </a:extLst>
              </p:cNvPr>
              <p:cNvSpPr/>
              <p:nvPr/>
            </p:nvSpPr>
            <p:spPr>
              <a:xfrm>
                <a:off x="-3383375" y="3611625"/>
                <a:ext cx="258350" cy="85175"/>
              </a:xfrm>
              <a:custGeom>
                <a:avLst/>
                <a:gdLst/>
                <a:ahLst/>
                <a:cxnLst/>
                <a:rect l="l" t="t" r="r" b="b"/>
                <a:pathLst>
                  <a:path w="10334" h="3407" extrusionOk="0">
                    <a:moveTo>
                      <a:pt x="6049" y="694"/>
                    </a:moveTo>
                    <a:cubicBezTo>
                      <a:pt x="6207" y="694"/>
                      <a:pt x="6301" y="757"/>
                      <a:pt x="6364" y="946"/>
                    </a:cubicBezTo>
                    <a:lnTo>
                      <a:pt x="6522" y="1356"/>
                    </a:lnTo>
                    <a:lnTo>
                      <a:pt x="3781" y="1356"/>
                    </a:lnTo>
                    <a:lnTo>
                      <a:pt x="4001" y="946"/>
                    </a:lnTo>
                    <a:cubicBezTo>
                      <a:pt x="4033" y="788"/>
                      <a:pt x="4190" y="694"/>
                      <a:pt x="4316" y="694"/>
                    </a:cubicBezTo>
                    <a:close/>
                    <a:moveTo>
                      <a:pt x="4316" y="1"/>
                    </a:moveTo>
                    <a:cubicBezTo>
                      <a:pt x="3875" y="1"/>
                      <a:pt x="3466" y="253"/>
                      <a:pt x="3308" y="694"/>
                    </a:cubicBezTo>
                    <a:lnTo>
                      <a:pt x="3088" y="1356"/>
                    </a:lnTo>
                    <a:lnTo>
                      <a:pt x="1040" y="1356"/>
                    </a:lnTo>
                    <a:cubicBezTo>
                      <a:pt x="473" y="1356"/>
                      <a:pt x="0" y="1828"/>
                      <a:pt x="0" y="2395"/>
                    </a:cubicBezTo>
                    <a:lnTo>
                      <a:pt x="0" y="3057"/>
                    </a:lnTo>
                    <a:cubicBezTo>
                      <a:pt x="0" y="3370"/>
                      <a:pt x="221" y="3407"/>
                      <a:pt x="480" y="3407"/>
                    </a:cubicBezTo>
                    <a:cubicBezTo>
                      <a:pt x="560" y="3407"/>
                      <a:pt x="643" y="3403"/>
                      <a:pt x="725" y="3403"/>
                    </a:cubicBezTo>
                    <a:lnTo>
                      <a:pt x="9924" y="3403"/>
                    </a:lnTo>
                    <a:cubicBezTo>
                      <a:pt x="10145" y="3403"/>
                      <a:pt x="10302" y="3246"/>
                      <a:pt x="10302" y="3057"/>
                    </a:cubicBezTo>
                    <a:lnTo>
                      <a:pt x="10302" y="2395"/>
                    </a:lnTo>
                    <a:cubicBezTo>
                      <a:pt x="10334" y="1828"/>
                      <a:pt x="9861" y="1356"/>
                      <a:pt x="9294" y="1356"/>
                    </a:cubicBezTo>
                    <a:lnTo>
                      <a:pt x="7246" y="1356"/>
                    </a:lnTo>
                    <a:lnTo>
                      <a:pt x="7026" y="694"/>
                    </a:lnTo>
                    <a:cubicBezTo>
                      <a:pt x="6868" y="253"/>
                      <a:pt x="6522" y="1"/>
                      <a:pt x="6049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Google Shape;16341;p139">
                <a:extLst>
                  <a:ext uri="{FF2B5EF4-FFF2-40B4-BE49-F238E27FC236}">
                    <a16:creationId xmlns:a16="http://schemas.microsoft.com/office/drawing/2014/main" id="{5862F7E1-430A-A2D7-7BA9-B311DDA74D9E}"/>
                  </a:ext>
                </a:extLst>
              </p:cNvPr>
              <p:cNvSpPr/>
              <p:nvPr/>
            </p:nvSpPr>
            <p:spPr>
              <a:xfrm>
                <a:off x="-3362900" y="3716375"/>
                <a:ext cx="218200" cy="188275"/>
              </a:xfrm>
              <a:custGeom>
                <a:avLst/>
                <a:gdLst/>
                <a:ahLst/>
                <a:cxnLst/>
                <a:rect l="l" t="t" r="r" b="b"/>
                <a:pathLst>
                  <a:path w="8728" h="7531" extrusionOk="0">
                    <a:moveTo>
                      <a:pt x="2324" y="666"/>
                    </a:moveTo>
                    <a:cubicBezTo>
                      <a:pt x="2487" y="666"/>
                      <a:pt x="2647" y="777"/>
                      <a:pt x="2647" y="1009"/>
                    </a:cubicBezTo>
                    <a:lnTo>
                      <a:pt x="2647" y="5798"/>
                    </a:lnTo>
                    <a:cubicBezTo>
                      <a:pt x="2647" y="6022"/>
                      <a:pt x="2476" y="6141"/>
                      <a:pt x="2307" y="6141"/>
                    </a:cubicBezTo>
                    <a:cubicBezTo>
                      <a:pt x="2145" y="6141"/>
                      <a:pt x="1985" y="6030"/>
                      <a:pt x="1985" y="5798"/>
                    </a:cubicBezTo>
                    <a:lnTo>
                      <a:pt x="1985" y="1009"/>
                    </a:lnTo>
                    <a:cubicBezTo>
                      <a:pt x="1985" y="785"/>
                      <a:pt x="2156" y="666"/>
                      <a:pt x="2324" y="666"/>
                    </a:cubicBezTo>
                    <a:close/>
                    <a:moveTo>
                      <a:pt x="4372" y="666"/>
                    </a:moveTo>
                    <a:cubicBezTo>
                      <a:pt x="4535" y="666"/>
                      <a:pt x="4695" y="777"/>
                      <a:pt x="4695" y="1009"/>
                    </a:cubicBezTo>
                    <a:lnTo>
                      <a:pt x="4695" y="5798"/>
                    </a:lnTo>
                    <a:cubicBezTo>
                      <a:pt x="4695" y="6022"/>
                      <a:pt x="4523" y="6141"/>
                      <a:pt x="4355" y="6141"/>
                    </a:cubicBezTo>
                    <a:cubicBezTo>
                      <a:pt x="4193" y="6141"/>
                      <a:pt x="4033" y="6030"/>
                      <a:pt x="4033" y="5798"/>
                    </a:cubicBezTo>
                    <a:lnTo>
                      <a:pt x="4033" y="1009"/>
                    </a:lnTo>
                    <a:cubicBezTo>
                      <a:pt x="4033" y="785"/>
                      <a:pt x="4204" y="666"/>
                      <a:pt x="4372" y="666"/>
                    </a:cubicBezTo>
                    <a:close/>
                    <a:moveTo>
                      <a:pt x="6427" y="631"/>
                    </a:moveTo>
                    <a:cubicBezTo>
                      <a:pt x="6648" y="631"/>
                      <a:pt x="6805" y="789"/>
                      <a:pt x="6805" y="1009"/>
                    </a:cubicBezTo>
                    <a:lnTo>
                      <a:pt x="6805" y="5798"/>
                    </a:lnTo>
                    <a:cubicBezTo>
                      <a:pt x="6805" y="6022"/>
                      <a:pt x="6626" y="6141"/>
                      <a:pt x="6450" y="6141"/>
                    </a:cubicBezTo>
                    <a:cubicBezTo>
                      <a:pt x="6280" y="6141"/>
                      <a:pt x="6112" y="6030"/>
                      <a:pt x="6112" y="5798"/>
                    </a:cubicBezTo>
                    <a:lnTo>
                      <a:pt x="6112" y="1009"/>
                    </a:lnTo>
                    <a:lnTo>
                      <a:pt x="6081" y="1009"/>
                    </a:lnTo>
                    <a:cubicBezTo>
                      <a:pt x="6081" y="789"/>
                      <a:pt x="6238" y="631"/>
                      <a:pt x="6427" y="631"/>
                    </a:cubicBezTo>
                    <a:close/>
                    <a:moveTo>
                      <a:pt x="0" y="1"/>
                    </a:moveTo>
                    <a:lnTo>
                      <a:pt x="536" y="6585"/>
                    </a:lnTo>
                    <a:cubicBezTo>
                      <a:pt x="567" y="7121"/>
                      <a:pt x="1008" y="7531"/>
                      <a:pt x="1576" y="7531"/>
                    </a:cubicBezTo>
                    <a:lnTo>
                      <a:pt x="7152" y="7531"/>
                    </a:lnTo>
                    <a:cubicBezTo>
                      <a:pt x="7688" y="7531"/>
                      <a:pt x="8129" y="7121"/>
                      <a:pt x="8192" y="6585"/>
                    </a:cubicBezTo>
                    <a:lnTo>
                      <a:pt x="872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9" name="Google Shape;16342;p139">
              <a:extLst>
                <a:ext uri="{FF2B5EF4-FFF2-40B4-BE49-F238E27FC236}">
                  <a16:creationId xmlns:a16="http://schemas.microsoft.com/office/drawing/2014/main" id="{1EA6510D-7DDC-12B5-063F-C86431822153}"/>
                </a:ext>
              </a:extLst>
            </p:cNvPr>
            <p:cNvGrpSpPr/>
            <p:nvPr/>
          </p:nvGrpSpPr>
          <p:grpSpPr>
            <a:xfrm>
              <a:off x="5809135" y="2756826"/>
              <a:ext cx="271097" cy="419659"/>
              <a:chOff x="-3347950" y="3971575"/>
              <a:chExt cx="188275" cy="291450"/>
            </a:xfrm>
            <a:grpFill/>
          </p:grpSpPr>
          <p:sp>
            <p:nvSpPr>
              <p:cNvPr id="386" name="Google Shape;16343;p139">
                <a:extLst>
                  <a:ext uri="{FF2B5EF4-FFF2-40B4-BE49-F238E27FC236}">
                    <a16:creationId xmlns:a16="http://schemas.microsoft.com/office/drawing/2014/main" id="{D7916E24-D74E-DC03-F1B8-F8F80632D592}"/>
                  </a:ext>
                </a:extLst>
              </p:cNvPr>
              <p:cNvSpPr/>
              <p:nvPr/>
            </p:nvSpPr>
            <p:spPr>
              <a:xfrm>
                <a:off x="-3246325" y="4032225"/>
                <a:ext cx="29950" cy="42550"/>
              </a:xfrm>
              <a:custGeom>
                <a:avLst/>
                <a:gdLst/>
                <a:ahLst/>
                <a:cxnLst/>
                <a:rect l="l" t="t" r="r" b="b"/>
                <a:pathLst>
                  <a:path w="1198" h="1702" extrusionOk="0">
                    <a:moveTo>
                      <a:pt x="347" y="0"/>
                    </a:moveTo>
                    <a:lnTo>
                      <a:pt x="0" y="536"/>
                    </a:lnTo>
                    <a:lnTo>
                      <a:pt x="599" y="1702"/>
                    </a:lnTo>
                    <a:lnTo>
                      <a:pt x="1197" y="1702"/>
                    </a:lnTo>
                    <a:lnTo>
                      <a:pt x="34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Google Shape;16344;p139">
                <a:extLst>
                  <a:ext uri="{FF2B5EF4-FFF2-40B4-BE49-F238E27FC236}">
                    <a16:creationId xmlns:a16="http://schemas.microsoft.com/office/drawing/2014/main" id="{52505C9A-2AAE-3109-7407-14F943329A2F}"/>
                  </a:ext>
                </a:extLst>
              </p:cNvPr>
              <p:cNvSpPr/>
              <p:nvPr/>
            </p:nvSpPr>
            <p:spPr>
              <a:xfrm>
                <a:off x="-3291225" y="4034575"/>
                <a:ext cx="40975" cy="40200"/>
              </a:xfrm>
              <a:custGeom>
                <a:avLst/>
                <a:gdLst/>
                <a:ahLst/>
                <a:cxnLst/>
                <a:rect l="l" t="t" r="r" b="b"/>
                <a:pathLst>
                  <a:path w="1639" h="1608" extrusionOk="0">
                    <a:moveTo>
                      <a:pt x="819" y="1"/>
                    </a:moveTo>
                    <a:lnTo>
                      <a:pt x="0" y="1608"/>
                    </a:lnTo>
                    <a:lnTo>
                      <a:pt x="1639" y="1608"/>
                    </a:lnTo>
                    <a:lnTo>
                      <a:pt x="81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Google Shape;16345;p139">
                <a:extLst>
                  <a:ext uri="{FF2B5EF4-FFF2-40B4-BE49-F238E27FC236}">
                    <a16:creationId xmlns:a16="http://schemas.microsoft.com/office/drawing/2014/main" id="{C8596BF3-26DF-C766-59F9-75B0F64AEF48}"/>
                  </a:ext>
                </a:extLst>
              </p:cNvPr>
              <p:cNvSpPr/>
              <p:nvPr/>
            </p:nvSpPr>
            <p:spPr>
              <a:xfrm>
                <a:off x="-3347950" y="3971575"/>
                <a:ext cx="188275" cy="291450"/>
              </a:xfrm>
              <a:custGeom>
                <a:avLst/>
                <a:gdLst/>
                <a:ahLst/>
                <a:cxnLst/>
                <a:rect l="l" t="t" r="r" b="b"/>
                <a:pathLst>
                  <a:path w="7531" h="11658" extrusionOk="0">
                    <a:moveTo>
                      <a:pt x="4491" y="1351"/>
                    </a:moveTo>
                    <a:cubicBezTo>
                      <a:pt x="4609" y="1351"/>
                      <a:pt x="4725" y="1414"/>
                      <a:pt x="4790" y="1544"/>
                    </a:cubicBezTo>
                    <a:lnTo>
                      <a:pt x="6144" y="4285"/>
                    </a:lnTo>
                    <a:cubicBezTo>
                      <a:pt x="6239" y="4569"/>
                      <a:pt x="6081" y="4821"/>
                      <a:pt x="5829" y="4821"/>
                    </a:cubicBezTo>
                    <a:lnTo>
                      <a:pt x="1702" y="4821"/>
                    </a:lnTo>
                    <a:cubicBezTo>
                      <a:pt x="1482" y="4821"/>
                      <a:pt x="1261" y="4537"/>
                      <a:pt x="1387" y="4285"/>
                    </a:cubicBezTo>
                    <a:lnTo>
                      <a:pt x="2773" y="1544"/>
                    </a:lnTo>
                    <a:cubicBezTo>
                      <a:pt x="2836" y="1418"/>
                      <a:pt x="2962" y="1355"/>
                      <a:pt x="3088" y="1355"/>
                    </a:cubicBezTo>
                    <a:cubicBezTo>
                      <a:pt x="3214" y="1355"/>
                      <a:pt x="3340" y="1418"/>
                      <a:pt x="3403" y="1544"/>
                    </a:cubicBezTo>
                    <a:lnTo>
                      <a:pt x="3719" y="2174"/>
                    </a:lnTo>
                    <a:lnTo>
                      <a:pt x="4191" y="1513"/>
                    </a:lnTo>
                    <a:cubicBezTo>
                      <a:pt x="4267" y="1406"/>
                      <a:pt x="4380" y="1351"/>
                      <a:pt x="4491" y="1351"/>
                    </a:cubicBezTo>
                    <a:close/>
                    <a:moveTo>
                      <a:pt x="5136" y="5514"/>
                    </a:moveTo>
                    <a:cubicBezTo>
                      <a:pt x="5609" y="5514"/>
                      <a:pt x="5609" y="6175"/>
                      <a:pt x="5136" y="6175"/>
                    </a:cubicBezTo>
                    <a:lnTo>
                      <a:pt x="2364" y="6175"/>
                    </a:lnTo>
                    <a:cubicBezTo>
                      <a:pt x="1954" y="6175"/>
                      <a:pt x="1891" y="5514"/>
                      <a:pt x="2364" y="5514"/>
                    </a:cubicBezTo>
                    <a:close/>
                    <a:moveTo>
                      <a:pt x="5136" y="6869"/>
                    </a:moveTo>
                    <a:cubicBezTo>
                      <a:pt x="5609" y="6900"/>
                      <a:pt x="5609" y="7562"/>
                      <a:pt x="5136" y="7562"/>
                    </a:cubicBezTo>
                    <a:lnTo>
                      <a:pt x="2364" y="7562"/>
                    </a:lnTo>
                    <a:cubicBezTo>
                      <a:pt x="2175" y="7562"/>
                      <a:pt x="2017" y="7404"/>
                      <a:pt x="2017" y="7215"/>
                    </a:cubicBezTo>
                    <a:cubicBezTo>
                      <a:pt x="2017" y="7026"/>
                      <a:pt x="2175" y="6869"/>
                      <a:pt x="2364" y="6869"/>
                    </a:cubicBezTo>
                    <a:close/>
                    <a:moveTo>
                      <a:pt x="4790" y="8948"/>
                    </a:moveTo>
                    <a:lnTo>
                      <a:pt x="4790" y="10996"/>
                    </a:lnTo>
                    <a:lnTo>
                      <a:pt x="2742" y="10996"/>
                    </a:lnTo>
                    <a:lnTo>
                      <a:pt x="2742" y="8948"/>
                    </a:lnTo>
                    <a:close/>
                    <a:moveTo>
                      <a:pt x="1041" y="1"/>
                    </a:moveTo>
                    <a:cubicBezTo>
                      <a:pt x="505" y="1"/>
                      <a:pt x="1" y="473"/>
                      <a:pt x="1" y="1040"/>
                    </a:cubicBezTo>
                    <a:lnTo>
                      <a:pt x="1" y="7908"/>
                    </a:lnTo>
                    <a:cubicBezTo>
                      <a:pt x="1" y="8475"/>
                      <a:pt x="473" y="8948"/>
                      <a:pt x="1041" y="8948"/>
                    </a:cubicBezTo>
                    <a:lnTo>
                      <a:pt x="2080" y="8948"/>
                    </a:lnTo>
                    <a:lnTo>
                      <a:pt x="2080" y="10996"/>
                    </a:lnTo>
                    <a:lnTo>
                      <a:pt x="1041" y="10996"/>
                    </a:lnTo>
                    <a:cubicBezTo>
                      <a:pt x="600" y="10996"/>
                      <a:pt x="568" y="11657"/>
                      <a:pt x="1041" y="11657"/>
                    </a:cubicBezTo>
                    <a:lnTo>
                      <a:pt x="6522" y="11657"/>
                    </a:lnTo>
                    <a:cubicBezTo>
                      <a:pt x="6711" y="11657"/>
                      <a:pt x="6869" y="11500"/>
                      <a:pt x="6869" y="11311"/>
                    </a:cubicBezTo>
                    <a:cubicBezTo>
                      <a:pt x="6869" y="11122"/>
                      <a:pt x="6711" y="10964"/>
                      <a:pt x="6522" y="10964"/>
                    </a:cubicBezTo>
                    <a:lnTo>
                      <a:pt x="5483" y="10964"/>
                    </a:lnTo>
                    <a:lnTo>
                      <a:pt x="5483" y="8916"/>
                    </a:lnTo>
                    <a:lnTo>
                      <a:pt x="6522" y="8916"/>
                    </a:lnTo>
                    <a:cubicBezTo>
                      <a:pt x="7058" y="8916"/>
                      <a:pt x="7531" y="8444"/>
                      <a:pt x="7531" y="7877"/>
                    </a:cubicBezTo>
                    <a:lnTo>
                      <a:pt x="7531" y="977"/>
                    </a:lnTo>
                    <a:cubicBezTo>
                      <a:pt x="7531" y="442"/>
                      <a:pt x="7058" y="1"/>
                      <a:pt x="652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0" name="Google Shape;16346;p139">
              <a:extLst>
                <a:ext uri="{FF2B5EF4-FFF2-40B4-BE49-F238E27FC236}">
                  <a16:creationId xmlns:a16="http://schemas.microsoft.com/office/drawing/2014/main" id="{977EC6BB-D9E1-FDF3-B4BF-80F38E513823}"/>
                </a:ext>
              </a:extLst>
            </p:cNvPr>
            <p:cNvGrpSpPr/>
            <p:nvPr/>
          </p:nvGrpSpPr>
          <p:grpSpPr>
            <a:xfrm>
              <a:off x="858994" y="3307061"/>
              <a:ext cx="371998" cy="421927"/>
              <a:chOff x="-1575775" y="3238300"/>
              <a:chExt cx="258350" cy="293025"/>
            </a:xfrm>
            <a:grpFill/>
          </p:grpSpPr>
          <p:sp>
            <p:nvSpPr>
              <p:cNvPr id="381" name="Google Shape;16347;p139">
                <a:extLst>
                  <a:ext uri="{FF2B5EF4-FFF2-40B4-BE49-F238E27FC236}">
                    <a16:creationId xmlns:a16="http://schemas.microsoft.com/office/drawing/2014/main" id="{C7B26EEE-934B-1647-9260-90FD69BB7643}"/>
                  </a:ext>
                </a:extLst>
              </p:cNvPr>
              <p:cNvSpPr/>
              <p:nvPr/>
            </p:nvSpPr>
            <p:spPr>
              <a:xfrm>
                <a:off x="-1489150" y="3306825"/>
                <a:ext cx="85875" cy="33100"/>
              </a:xfrm>
              <a:custGeom>
                <a:avLst/>
                <a:gdLst/>
                <a:ahLst/>
                <a:cxnLst/>
                <a:rect l="l" t="t" r="r" b="b"/>
                <a:pathLst>
                  <a:path w="3435" h="1324" extrusionOk="0">
                    <a:moveTo>
                      <a:pt x="1" y="0"/>
                    </a:moveTo>
                    <a:lnTo>
                      <a:pt x="1702" y="1324"/>
                    </a:lnTo>
                    <a:lnTo>
                      <a:pt x="3435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Google Shape;16348;p139">
                <a:extLst>
                  <a:ext uri="{FF2B5EF4-FFF2-40B4-BE49-F238E27FC236}">
                    <a16:creationId xmlns:a16="http://schemas.microsoft.com/office/drawing/2014/main" id="{9FDCBFA9-7060-7B58-8E36-59D889FD6A02}"/>
                  </a:ext>
                </a:extLst>
              </p:cNvPr>
              <p:cNvSpPr/>
              <p:nvPr/>
            </p:nvSpPr>
            <p:spPr>
              <a:xfrm>
                <a:off x="-1506475" y="3316275"/>
                <a:ext cx="46500" cy="67750"/>
              </a:xfrm>
              <a:custGeom>
                <a:avLst/>
                <a:gdLst/>
                <a:ahLst/>
                <a:cxnLst/>
                <a:rect l="l" t="t" r="r" b="b"/>
                <a:pathLst>
                  <a:path w="1860" h="2710" extrusionOk="0">
                    <a:moveTo>
                      <a:pt x="1" y="1"/>
                    </a:moveTo>
                    <a:lnTo>
                      <a:pt x="1" y="2710"/>
                    </a:lnTo>
                    <a:lnTo>
                      <a:pt x="1859" y="1324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Google Shape;16349;p139">
                <a:extLst>
                  <a:ext uri="{FF2B5EF4-FFF2-40B4-BE49-F238E27FC236}">
                    <a16:creationId xmlns:a16="http://schemas.microsoft.com/office/drawing/2014/main" id="{F5580287-0D0F-5E98-3567-3A0BB7BA2653}"/>
                  </a:ext>
                </a:extLst>
              </p:cNvPr>
              <p:cNvSpPr/>
              <p:nvPr/>
            </p:nvSpPr>
            <p:spPr>
              <a:xfrm>
                <a:off x="-1575775" y="3238300"/>
                <a:ext cx="258350" cy="293025"/>
              </a:xfrm>
              <a:custGeom>
                <a:avLst/>
                <a:gdLst/>
                <a:ahLst/>
                <a:cxnLst/>
                <a:rect l="l" t="t" r="r" b="b"/>
                <a:pathLst>
                  <a:path w="10334" h="11721" extrusionOk="0">
                    <a:moveTo>
                      <a:pt x="1418" y="694"/>
                    </a:moveTo>
                    <a:lnTo>
                      <a:pt x="1418" y="1387"/>
                    </a:lnTo>
                    <a:lnTo>
                      <a:pt x="756" y="1387"/>
                    </a:lnTo>
                    <a:lnTo>
                      <a:pt x="756" y="694"/>
                    </a:lnTo>
                    <a:close/>
                    <a:moveTo>
                      <a:pt x="9609" y="694"/>
                    </a:moveTo>
                    <a:lnTo>
                      <a:pt x="9609" y="1387"/>
                    </a:lnTo>
                    <a:lnTo>
                      <a:pt x="8947" y="1387"/>
                    </a:lnTo>
                    <a:lnTo>
                      <a:pt x="8947" y="694"/>
                    </a:lnTo>
                    <a:close/>
                    <a:moveTo>
                      <a:pt x="8002" y="2080"/>
                    </a:moveTo>
                    <a:cubicBezTo>
                      <a:pt x="8160" y="2080"/>
                      <a:pt x="8286" y="2206"/>
                      <a:pt x="8317" y="2395"/>
                    </a:cubicBezTo>
                    <a:lnTo>
                      <a:pt x="8317" y="2426"/>
                    </a:lnTo>
                    <a:lnTo>
                      <a:pt x="8317" y="6522"/>
                    </a:lnTo>
                    <a:lnTo>
                      <a:pt x="8254" y="6522"/>
                    </a:lnTo>
                    <a:cubicBezTo>
                      <a:pt x="8191" y="6774"/>
                      <a:pt x="8034" y="6900"/>
                      <a:pt x="7876" y="6900"/>
                    </a:cubicBezTo>
                    <a:lnTo>
                      <a:pt x="2457" y="6900"/>
                    </a:lnTo>
                    <a:cubicBezTo>
                      <a:pt x="2300" y="6900"/>
                      <a:pt x="2142" y="6774"/>
                      <a:pt x="2142" y="6554"/>
                    </a:cubicBezTo>
                    <a:lnTo>
                      <a:pt x="2142" y="6522"/>
                    </a:lnTo>
                    <a:lnTo>
                      <a:pt x="2142" y="2426"/>
                    </a:lnTo>
                    <a:cubicBezTo>
                      <a:pt x="2142" y="2269"/>
                      <a:pt x="2300" y="2080"/>
                      <a:pt x="2489" y="2080"/>
                    </a:cubicBezTo>
                    <a:close/>
                    <a:moveTo>
                      <a:pt x="7215" y="7562"/>
                    </a:moveTo>
                    <a:cubicBezTo>
                      <a:pt x="7687" y="7562"/>
                      <a:pt x="7687" y="8223"/>
                      <a:pt x="7215" y="8223"/>
                    </a:cubicBezTo>
                    <a:lnTo>
                      <a:pt x="3119" y="8223"/>
                    </a:lnTo>
                    <a:cubicBezTo>
                      <a:pt x="2678" y="8223"/>
                      <a:pt x="2646" y="7562"/>
                      <a:pt x="3119" y="7562"/>
                    </a:cubicBezTo>
                    <a:close/>
                    <a:moveTo>
                      <a:pt x="7215" y="8979"/>
                    </a:moveTo>
                    <a:cubicBezTo>
                      <a:pt x="7687" y="8979"/>
                      <a:pt x="7687" y="9641"/>
                      <a:pt x="7215" y="9641"/>
                    </a:cubicBezTo>
                    <a:lnTo>
                      <a:pt x="3119" y="9641"/>
                    </a:lnTo>
                    <a:cubicBezTo>
                      <a:pt x="2678" y="9641"/>
                      <a:pt x="2646" y="8979"/>
                      <a:pt x="3119" y="8979"/>
                    </a:cubicBezTo>
                    <a:close/>
                    <a:moveTo>
                      <a:pt x="1418" y="10366"/>
                    </a:moveTo>
                    <a:lnTo>
                      <a:pt x="1418" y="11027"/>
                    </a:lnTo>
                    <a:lnTo>
                      <a:pt x="756" y="11027"/>
                    </a:lnTo>
                    <a:lnTo>
                      <a:pt x="756" y="10366"/>
                    </a:lnTo>
                    <a:close/>
                    <a:moveTo>
                      <a:pt x="9609" y="10366"/>
                    </a:moveTo>
                    <a:lnTo>
                      <a:pt x="9609" y="11027"/>
                    </a:lnTo>
                    <a:lnTo>
                      <a:pt x="8947" y="11027"/>
                    </a:lnTo>
                    <a:lnTo>
                      <a:pt x="8947" y="10366"/>
                    </a:lnTo>
                    <a:close/>
                    <a:moveTo>
                      <a:pt x="378" y="1"/>
                    </a:moveTo>
                    <a:cubicBezTo>
                      <a:pt x="158" y="1"/>
                      <a:pt x="0" y="158"/>
                      <a:pt x="0" y="347"/>
                    </a:cubicBezTo>
                    <a:lnTo>
                      <a:pt x="0" y="1733"/>
                    </a:lnTo>
                    <a:cubicBezTo>
                      <a:pt x="0" y="1922"/>
                      <a:pt x="158" y="2080"/>
                      <a:pt x="378" y="2080"/>
                    </a:cubicBezTo>
                    <a:lnTo>
                      <a:pt x="725" y="2080"/>
                    </a:lnTo>
                    <a:lnTo>
                      <a:pt x="725" y="9641"/>
                    </a:lnTo>
                    <a:lnTo>
                      <a:pt x="378" y="9641"/>
                    </a:lnTo>
                    <a:cubicBezTo>
                      <a:pt x="158" y="9641"/>
                      <a:pt x="0" y="9799"/>
                      <a:pt x="0" y="9988"/>
                    </a:cubicBezTo>
                    <a:lnTo>
                      <a:pt x="0" y="11374"/>
                    </a:lnTo>
                    <a:cubicBezTo>
                      <a:pt x="0" y="11563"/>
                      <a:pt x="158" y="11720"/>
                      <a:pt x="378" y="11720"/>
                    </a:cubicBezTo>
                    <a:lnTo>
                      <a:pt x="1733" y="11720"/>
                    </a:lnTo>
                    <a:cubicBezTo>
                      <a:pt x="1953" y="11720"/>
                      <a:pt x="2111" y="11563"/>
                      <a:pt x="2111" y="11374"/>
                    </a:cubicBezTo>
                    <a:lnTo>
                      <a:pt x="2111" y="11027"/>
                    </a:lnTo>
                    <a:lnTo>
                      <a:pt x="8254" y="11027"/>
                    </a:lnTo>
                    <a:lnTo>
                      <a:pt x="8254" y="11374"/>
                    </a:lnTo>
                    <a:cubicBezTo>
                      <a:pt x="8254" y="11563"/>
                      <a:pt x="8412" y="11720"/>
                      <a:pt x="8601" y="11720"/>
                    </a:cubicBezTo>
                    <a:lnTo>
                      <a:pt x="9987" y="11720"/>
                    </a:lnTo>
                    <a:cubicBezTo>
                      <a:pt x="10176" y="11720"/>
                      <a:pt x="10334" y="11563"/>
                      <a:pt x="10334" y="11374"/>
                    </a:cubicBezTo>
                    <a:lnTo>
                      <a:pt x="10334" y="9988"/>
                    </a:lnTo>
                    <a:cubicBezTo>
                      <a:pt x="10334" y="9799"/>
                      <a:pt x="10176" y="9641"/>
                      <a:pt x="9987" y="9641"/>
                    </a:cubicBezTo>
                    <a:lnTo>
                      <a:pt x="9609" y="9641"/>
                    </a:lnTo>
                    <a:lnTo>
                      <a:pt x="9609" y="2080"/>
                    </a:lnTo>
                    <a:lnTo>
                      <a:pt x="9987" y="2080"/>
                    </a:lnTo>
                    <a:cubicBezTo>
                      <a:pt x="10176" y="2080"/>
                      <a:pt x="10334" y="1922"/>
                      <a:pt x="10334" y="1733"/>
                    </a:cubicBezTo>
                    <a:lnTo>
                      <a:pt x="10334" y="347"/>
                    </a:lnTo>
                    <a:cubicBezTo>
                      <a:pt x="10334" y="158"/>
                      <a:pt x="10176" y="1"/>
                      <a:pt x="9987" y="1"/>
                    </a:cubicBezTo>
                    <a:lnTo>
                      <a:pt x="8601" y="1"/>
                    </a:lnTo>
                    <a:cubicBezTo>
                      <a:pt x="8412" y="1"/>
                      <a:pt x="8254" y="158"/>
                      <a:pt x="8254" y="347"/>
                    </a:cubicBezTo>
                    <a:lnTo>
                      <a:pt x="8254" y="694"/>
                    </a:lnTo>
                    <a:lnTo>
                      <a:pt x="2111" y="694"/>
                    </a:lnTo>
                    <a:lnTo>
                      <a:pt x="2111" y="347"/>
                    </a:lnTo>
                    <a:cubicBezTo>
                      <a:pt x="2111" y="158"/>
                      <a:pt x="1953" y="1"/>
                      <a:pt x="173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Google Shape;16350;p139">
                <a:extLst>
                  <a:ext uri="{FF2B5EF4-FFF2-40B4-BE49-F238E27FC236}">
                    <a16:creationId xmlns:a16="http://schemas.microsoft.com/office/drawing/2014/main" id="{A205061C-E2CF-F52E-CBA9-253D0A1F8376}"/>
                  </a:ext>
                </a:extLst>
              </p:cNvPr>
              <p:cNvSpPr/>
              <p:nvPr/>
            </p:nvSpPr>
            <p:spPr>
              <a:xfrm>
                <a:off x="-1489150" y="3360375"/>
                <a:ext cx="85875" cy="32325"/>
              </a:xfrm>
              <a:custGeom>
                <a:avLst/>
                <a:gdLst/>
                <a:ahLst/>
                <a:cxnLst/>
                <a:rect l="l" t="t" r="r" b="b"/>
                <a:pathLst>
                  <a:path w="3435" h="1293" extrusionOk="0">
                    <a:moveTo>
                      <a:pt x="1702" y="1"/>
                    </a:moveTo>
                    <a:lnTo>
                      <a:pt x="1" y="1293"/>
                    </a:lnTo>
                    <a:lnTo>
                      <a:pt x="3435" y="1293"/>
                    </a:lnTo>
                    <a:lnTo>
                      <a:pt x="170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Google Shape;16351;p139">
                <a:extLst>
                  <a:ext uri="{FF2B5EF4-FFF2-40B4-BE49-F238E27FC236}">
                    <a16:creationId xmlns:a16="http://schemas.microsoft.com/office/drawing/2014/main" id="{B4608C59-1220-0D67-5046-31E7A2EC559F}"/>
                  </a:ext>
                </a:extLst>
              </p:cNvPr>
              <p:cNvSpPr/>
              <p:nvPr/>
            </p:nvSpPr>
            <p:spPr>
              <a:xfrm>
                <a:off x="-1431650" y="3316275"/>
                <a:ext cx="44925" cy="67750"/>
              </a:xfrm>
              <a:custGeom>
                <a:avLst/>
                <a:gdLst/>
                <a:ahLst/>
                <a:cxnLst/>
                <a:rect l="l" t="t" r="r" b="b"/>
                <a:pathLst>
                  <a:path w="1797" h="2710" extrusionOk="0">
                    <a:moveTo>
                      <a:pt x="1796" y="1"/>
                    </a:moveTo>
                    <a:lnTo>
                      <a:pt x="0" y="1324"/>
                    </a:lnTo>
                    <a:lnTo>
                      <a:pt x="1796" y="2710"/>
                    </a:lnTo>
                    <a:lnTo>
                      <a:pt x="179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1" name="Google Shape;16352;p139">
              <a:extLst>
                <a:ext uri="{FF2B5EF4-FFF2-40B4-BE49-F238E27FC236}">
                  <a16:creationId xmlns:a16="http://schemas.microsoft.com/office/drawing/2014/main" id="{63A75B21-29AC-0B65-CB8A-C5C57FF150A8}"/>
                </a:ext>
              </a:extLst>
            </p:cNvPr>
            <p:cNvGrpSpPr/>
            <p:nvPr/>
          </p:nvGrpSpPr>
          <p:grpSpPr>
            <a:xfrm>
              <a:off x="2503892" y="3309051"/>
              <a:ext cx="423079" cy="424159"/>
              <a:chOff x="-1591550" y="3597475"/>
              <a:chExt cx="293825" cy="294575"/>
            </a:xfrm>
            <a:grpFill/>
          </p:grpSpPr>
          <p:sp>
            <p:nvSpPr>
              <p:cNvPr id="378" name="Google Shape;16353;p139">
                <a:extLst>
                  <a:ext uri="{FF2B5EF4-FFF2-40B4-BE49-F238E27FC236}">
                    <a16:creationId xmlns:a16="http://schemas.microsoft.com/office/drawing/2014/main" id="{05266C44-FA48-9C92-03E9-16074725D7BF}"/>
                  </a:ext>
                </a:extLst>
              </p:cNvPr>
              <p:cNvSpPr/>
              <p:nvPr/>
            </p:nvSpPr>
            <p:spPr>
              <a:xfrm>
                <a:off x="-1509625" y="3597475"/>
                <a:ext cx="211900" cy="207150"/>
              </a:xfrm>
              <a:custGeom>
                <a:avLst/>
                <a:gdLst/>
                <a:ahLst/>
                <a:cxnLst/>
                <a:rect l="l" t="t" r="r" b="b"/>
                <a:pathLst>
                  <a:path w="8476" h="8286" extrusionOk="0">
                    <a:moveTo>
                      <a:pt x="6105" y="1"/>
                    </a:moveTo>
                    <a:cubicBezTo>
                      <a:pt x="6014" y="1"/>
                      <a:pt x="5916" y="39"/>
                      <a:pt x="5829" y="126"/>
                    </a:cubicBezTo>
                    <a:lnTo>
                      <a:pt x="3781" y="2205"/>
                    </a:lnTo>
                    <a:cubicBezTo>
                      <a:pt x="3718" y="2268"/>
                      <a:pt x="3655" y="2363"/>
                      <a:pt x="3655" y="2426"/>
                    </a:cubicBezTo>
                    <a:lnTo>
                      <a:pt x="3655" y="4253"/>
                    </a:lnTo>
                    <a:lnTo>
                      <a:pt x="1544" y="6332"/>
                    </a:lnTo>
                    <a:cubicBezTo>
                      <a:pt x="1400" y="6270"/>
                      <a:pt x="1256" y="6242"/>
                      <a:pt x="1119" y="6242"/>
                    </a:cubicBezTo>
                    <a:cubicBezTo>
                      <a:pt x="835" y="6242"/>
                      <a:pt x="580" y="6362"/>
                      <a:pt x="410" y="6553"/>
                    </a:cubicBezTo>
                    <a:cubicBezTo>
                      <a:pt x="0" y="6931"/>
                      <a:pt x="0" y="7592"/>
                      <a:pt x="410" y="8002"/>
                    </a:cubicBezTo>
                    <a:cubicBezTo>
                      <a:pt x="599" y="8191"/>
                      <a:pt x="859" y="8286"/>
                      <a:pt x="1123" y="8286"/>
                    </a:cubicBezTo>
                    <a:cubicBezTo>
                      <a:pt x="1387" y="8286"/>
                      <a:pt x="1655" y="8191"/>
                      <a:pt x="1859" y="8002"/>
                    </a:cubicBezTo>
                    <a:cubicBezTo>
                      <a:pt x="2174" y="7687"/>
                      <a:pt x="2206" y="7214"/>
                      <a:pt x="2048" y="6868"/>
                    </a:cubicBezTo>
                    <a:lnTo>
                      <a:pt x="4128" y="4757"/>
                    </a:lnTo>
                    <a:lnTo>
                      <a:pt x="5955" y="4757"/>
                    </a:lnTo>
                    <a:cubicBezTo>
                      <a:pt x="6018" y="4757"/>
                      <a:pt x="6144" y="4725"/>
                      <a:pt x="6175" y="4662"/>
                    </a:cubicBezTo>
                    <a:lnTo>
                      <a:pt x="8286" y="2552"/>
                    </a:lnTo>
                    <a:cubicBezTo>
                      <a:pt x="8475" y="2331"/>
                      <a:pt x="8349" y="1985"/>
                      <a:pt x="8034" y="1985"/>
                    </a:cubicBezTo>
                    <a:lnTo>
                      <a:pt x="6428" y="1985"/>
                    </a:lnTo>
                    <a:lnTo>
                      <a:pt x="6428" y="346"/>
                    </a:lnTo>
                    <a:cubicBezTo>
                      <a:pt x="6428" y="140"/>
                      <a:pt x="6278" y="1"/>
                      <a:pt x="610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Google Shape;16354;p139">
                <a:extLst>
                  <a:ext uri="{FF2B5EF4-FFF2-40B4-BE49-F238E27FC236}">
                    <a16:creationId xmlns:a16="http://schemas.microsoft.com/office/drawing/2014/main" id="{689C803A-D8CD-1782-6BF4-2875AD66B99C}"/>
                  </a:ext>
                </a:extLst>
              </p:cNvPr>
              <p:cNvSpPr/>
              <p:nvPr/>
            </p:nvSpPr>
            <p:spPr>
              <a:xfrm>
                <a:off x="-1541125" y="3719125"/>
                <a:ext cx="120525" cy="118275"/>
              </a:xfrm>
              <a:custGeom>
                <a:avLst/>
                <a:gdLst/>
                <a:ahLst/>
                <a:cxnLst/>
                <a:rect l="l" t="t" r="r" b="b"/>
                <a:pathLst>
                  <a:path w="4821" h="4731" extrusionOk="0">
                    <a:moveTo>
                      <a:pt x="2340" y="1"/>
                    </a:moveTo>
                    <a:cubicBezTo>
                      <a:pt x="1722" y="1"/>
                      <a:pt x="1163" y="241"/>
                      <a:pt x="725" y="679"/>
                    </a:cubicBezTo>
                    <a:cubicBezTo>
                      <a:pt x="284" y="1120"/>
                      <a:pt x="0" y="1750"/>
                      <a:pt x="0" y="2380"/>
                    </a:cubicBezTo>
                    <a:cubicBezTo>
                      <a:pt x="0" y="3943"/>
                      <a:pt x="1211" y="4731"/>
                      <a:pt x="2420" y="4731"/>
                    </a:cubicBezTo>
                    <a:cubicBezTo>
                      <a:pt x="3622" y="4731"/>
                      <a:pt x="4821" y="3951"/>
                      <a:pt x="4821" y="2380"/>
                    </a:cubicBezTo>
                    <a:cubicBezTo>
                      <a:pt x="4821" y="2096"/>
                      <a:pt x="4758" y="1844"/>
                      <a:pt x="4663" y="1592"/>
                    </a:cubicBezTo>
                    <a:lnTo>
                      <a:pt x="4096" y="2159"/>
                    </a:lnTo>
                    <a:cubicBezTo>
                      <a:pt x="4253" y="3199"/>
                      <a:pt x="3434" y="4081"/>
                      <a:pt x="2395" y="4081"/>
                    </a:cubicBezTo>
                    <a:cubicBezTo>
                      <a:pt x="882" y="4081"/>
                      <a:pt x="126" y="2222"/>
                      <a:pt x="1197" y="1151"/>
                    </a:cubicBezTo>
                    <a:cubicBezTo>
                      <a:pt x="1522" y="827"/>
                      <a:pt x="1984" y="665"/>
                      <a:pt x="2428" y="665"/>
                    </a:cubicBezTo>
                    <a:cubicBezTo>
                      <a:pt x="2501" y="665"/>
                      <a:pt x="2575" y="670"/>
                      <a:pt x="2647" y="679"/>
                    </a:cubicBezTo>
                    <a:lnTo>
                      <a:pt x="3182" y="143"/>
                    </a:lnTo>
                    <a:cubicBezTo>
                      <a:pt x="2894" y="47"/>
                      <a:pt x="2611" y="1"/>
                      <a:pt x="2340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16355;p139">
                <a:extLst>
                  <a:ext uri="{FF2B5EF4-FFF2-40B4-BE49-F238E27FC236}">
                    <a16:creationId xmlns:a16="http://schemas.microsoft.com/office/drawing/2014/main" id="{93E237E7-AB2A-BFE0-96AE-159FC8A11C10}"/>
                  </a:ext>
                </a:extLst>
              </p:cNvPr>
              <p:cNvSpPr/>
              <p:nvPr/>
            </p:nvSpPr>
            <p:spPr>
              <a:xfrm>
                <a:off x="-1591550" y="3668825"/>
                <a:ext cx="222925" cy="223225"/>
              </a:xfrm>
              <a:custGeom>
                <a:avLst/>
                <a:gdLst/>
                <a:ahLst/>
                <a:cxnLst/>
                <a:rect l="l" t="t" r="r" b="b"/>
                <a:pathLst>
                  <a:path w="8917" h="8929" extrusionOk="0">
                    <a:moveTo>
                      <a:pt x="4475" y="1"/>
                    </a:moveTo>
                    <a:cubicBezTo>
                      <a:pt x="3329" y="1"/>
                      <a:pt x="2187" y="454"/>
                      <a:pt x="1324" y="1336"/>
                    </a:cubicBezTo>
                    <a:cubicBezTo>
                      <a:pt x="474" y="2155"/>
                      <a:pt x="1" y="3289"/>
                      <a:pt x="1" y="4486"/>
                    </a:cubicBezTo>
                    <a:cubicBezTo>
                      <a:pt x="1" y="6912"/>
                      <a:pt x="2017" y="8929"/>
                      <a:pt x="4475" y="8929"/>
                    </a:cubicBezTo>
                    <a:cubicBezTo>
                      <a:pt x="6901" y="8929"/>
                      <a:pt x="8917" y="6912"/>
                      <a:pt x="8917" y="4486"/>
                    </a:cubicBezTo>
                    <a:cubicBezTo>
                      <a:pt x="8917" y="3604"/>
                      <a:pt x="8696" y="2817"/>
                      <a:pt x="8255" y="2124"/>
                    </a:cubicBezTo>
                    <a:cubicBezTo>
                      <a:pt x="8098" y="2218"/>
                      <a:pt x="7342" y="2943"/>
                      <a:pt x="7184" y="3100"/>
                    </a:cubicBezTo>
                    <a:cubicBezTo>
                      <a:pt x="8161" y="5148"/>
                      <a:pt x="6680" y="7511"/>
                      <a:pt x="4412" y="7511"/>
                    </a:cubicBezTo>
                    <a:cubicBezTo>
                      <a:pt x="1702" y="7511"/>
                      <a:pt x="316" y="4203"/>
                      <a:pt x="2269" y="2281"/>
                    </a:cubicBezTo>
                    <a:cubicBezTo>
                      <a:pt x="2869" y="1681"/>
                      <a:pt x="3659" y="1373"/>
                      <a:pt x="4447" y="1373"/>
                    </a:cubicBezTo>
                    <a:cubicBezTo>
                      <a:pt x="4900" y="1373"/>
                      <a:pt x="5352" y="1475"/>
                      <a:pt x="5766" y="1682"/>
                    </a:cubicBezTo>
                    <a:cubicBezTo>
                      <a:pt x="5924" y="1525"/>
                      <a:pt x="6617" y="800"/>
                      <a:pt x="6838" y="706"/>
                    </a:cubicBezTo>
                    <a:cubicBezTo>
                      <a:pt x="6115" y="233"/>
                      <a:pt x="5294" y="1"/>
                      <a:pt x="44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2" name="Google Shape;16356;p139">
              <a:extLst>
                <a:ext uri="{FF2B5EF4-FFF2-40B4-BE49-F238E27FC236}">
                  <a16:creationId xmlns:a16="http://schemas.microsoft.com/office/drawing/2014/main" id="{08840E99-F8B8-729C-3C03-03E60718E51D}"/>
                </a:ext>
              </a:extLst>
            </p:cNvPr>
            <p:cNvGrpSpPr/>
            <p:nvPr/>
          </p:nvGrpSpPr>
          <p:grpSpPr>
            <a:xfrm>
              <a:off x="4153362" y="3318663"/>
              <a:ext cx="421927" cy="399248"/>
              <a:chOff x="-1592325" y="3957400"/>
              <a:chExt cx="293025" cy="277275"/>
            </a:xfrm>
            <a:grpFill/>
          </p:grpSpPr>
          <p:sp>
            <p:nvSpPr>
              <p:cNvPr id="374" name="Google Shape;16357;p139">
                <a:extLst>
                  <a:ext uri="{FF2B5EF4-FFF2-40B4-BE49-F238E27FC236}">
                    <a16:creationId xmlns:a16="http://schemas.microsoft.com/office/drawing/2014/main" id="{A8FE283F-5931-2343-2516-7686B50475EF}"/>
                  </a:ext>
                </a:extLst>
              </p:cNvPr>
              <p:cNvSpPr/>
              <p:nvPr/>
            </p:nvSpPr>
            <p:spPr>
              <a:xfrm>
                <a:off x="-1591550" y="3957400"/>
                <a:ext cx="292250" cy="68550"/>
              </a:xfrm>
              <a:custGeom>
                <a:avLst/>
                <a:gdLst/>
                <a:ahLst/>
                <a:cxnLst/>
                <a:rect l="l" t="t" r="r" b="b"/>
                <a:pathLst>
                  <a:path w="11690" h="2742" extrusionOk="0">
                    <a:moveTo>
                      <a:pt x="9894" y="1355"/>
                    </a:moveTo>
                    <a:cubicBezTo>
                      <a:pt x="10335" y="1355"/>
                      <a:pt x="10366" y="2017"/>
                      <a:pt x="9894" y="2017"/>
                    </a:cubicBezTo>
                    <a:lnTo>
                      <a:pt x="5798" y="2017"/>
                    </a:lnTo>
                    <a:cubicBezTo>
                      <a:pt x="5778" y="2019"/>
                      <a:pt x="5759" y="2021"/>
                      <a:pt x="5741" y="2021"/>
                    </a:cubicBezTo>
                    <a:cubicBezTo>
                      <a:pt x="5326" y="2021"/>
                      <a:pt x="5345" y="1355"/>
                      <a:pt x="5798" y="1355"/>
                    </a:cubicBezTo>
                    <a:close/>
                    <a:moveTo>
                      <a:pt x="1671" y="1355"/>
                    </a:moveTo>
                    <a:cubicBezTo>
                      <a:pt x="1860" y="1355"/>
                      <a:pt x="2017" y="1513"/>
                      <a:pt x="2017" y="1702"/>
                    </a:cubicBezTo>
                    <a:cubicBezTo>
                      <a:pt x="2017" y="1891"/>
                      <a:pt x="1860" y="2048"/>
                      <a:pt x="1671" y="2048"/>
                    </a:cubicBezTo>
                    <a:cubicBezTo>
                      <a:pt x="1482" y="2048"/>
                      <a:pt x="1324" y="1891"/>
                      <a:pt x="1324" y="1702"/>
                    </a:cubicBezTo>
                    <a:cubicBezTo>
                      <a:pt x="1356" y="1513"/>
                      <a:pt x="1513" y="1355"/>
                      <a:pt x="1671" y="1355"/>
                    </a:cubicBezTo>
                    <a:close/>
                    <a:moveTo>
                      <a:pt x="3057" y="1355"/>
                    </a:moveTo>
                    <a:cubicBezTo>
                      <a:pt x="3246" y="1355"/>
                      <a:pt x="3404" y="1513"/>
                      <a:pt x="3404" y="1702"/>
                    </a:cubicBezTo>
                    <a:cubicBezTo>
                      <a:pt x="3404" y="1891"/>
                      <a:pt x="3246" y="2048"/>
                      <a:pt x="3057" y="2048"/>
                    </a:cubicBezTo>
                    <a:cubicBezTo>
                      <a:pt x="2836" y="2048"/>
                      <a:pt x="2679" y="1891"/>
                      <a:pt x="2679" y="1702"/>
                    </a:cubicBezTo>
                    <a:cubicBezTo>
                      <a:pt x="2679" y="1513"/>
                      <a:pt x="2836" y="1355"/>
                      <a:pt x="3057" y="1355"/>
                    </a:cubicBezTo>
                    <a:close/>
                    <a:moveTo>
                      <a:pt x="4412" y="1355"/>
                    </a:moveTo>
                    <a:cubicBezTo>
                      <a:pt x="4632" y="1355"/>
                      <a:pt x="4790" y="1513"/>
                      <a:pt x="4790" y="1702"/>
                    </a:cubicBezTo>
                    <a:cubicBezTo>
                      <a:pt x="4790" y="1891"/>
                      <a:pt x="4632" y="2048"/>
                      <a:pt x="4412" y="2048"/>
                    </a:cubicBezTo>
                    <a:cubicBezTo>
                      <a:pt x="4223" y="2048"/>
                      <a:pt x="4065" y="1891"/>
                      <a:pt x="4065" y="1702"/>
                    </a:cubicBezTo>
                    <a:cubicBezTo>
                      <a:pt x="4065" y="1513"/>
                      <a:pt x="4223" y="1355"/>
                      <a:pt x="4412" y="1355"/>
                    </a:cubicBezTo>
                    <a:close/>
                    <a:moveTo>
                      <a:pt x="1041" y="0"/>
                    </a:moveTo>
                    <a:cubicBezTo>
                      <a:pt x="474" y="0"/>
                      <a:pt x="1" y="473"/>
                      <a:pt x="1" y="1040"/>
                    </a:cubicBezTo>
                    <a:lnTo>
                      <a:pt x="1" y="2741"/>
                    </a:lnTo>
                    <a:lnTo>
                      <a:pt x="11689" y="2741"/>
                    </a:lnTo>
                    <a:lnTo>
                      <a:pt x="11689" y="1040"/>
                    </a:lnTo>
                    <a:cubicBezTo>
                      <a:pt x="11689" y="505"/>
                      <a:pt x="11154" y="0"/>
                      <a:pt x="1061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Google Shape;16358;p139">
                <a:extLst>
                  <a:ext uri="{FF2B5EF4-FFF2-40B4-BE49-F238E27FC236}">
                    <a16:creationId xmlns:a16="http://schemas.microsoft.com/office/drawing/2014/main" id="{F938BDE8-3252-2BD3-17B4-62A0A3A8294F}"/>
                  </a:ext>
                </a:extLst>
              </p:cNvPr>
              <p:cNvSpPr/>
              <p:nvPr/>
            </p:nvSpPr>
            <p:spPr>
              <a:xfrm>
                <a:off x="-1592325" y="4043250"/>
                <a:ext cx="291450" cy="171725"/>
              </a:xfrm>
              <a:custGeom>
                <a:avLst/>
                <a:gdLst/>
                <a:ahLst/>
                <a:cxnLst/>
                <a:rect l="l" t="t" r="r" b="b"/>
                <a:pathLst>
                  <a:path w="11658" h="6869" extrusionOk="0">
                    <a:moveTo>
                      <a:pt x="0" y="0"/>
                    </a:moveTo>
                    <a:lnTo>
                      <a:pt x="0" y="5829"/>
                    </a:lnTo>
                    <a:cubicBezTo>
                      <a:pt x="0" y="6396"/>
                      <a:pt x="473" y="6869"/>
                      <a:pt x="1040" y="6869"/>
                    </a:cubicBezTo>
                    <a:lnTo>
                      <a:pt x="2867" y="6869"/>
                    </a:lnTo>
                    <a:lnTo>
                      <a:pt x="2647" y="6616"/>
                    </a:lnTo>
                    <a:cubicBezTo>
                      <a:pt x="2521" y="6522"/>
                      <a:pt x="2521" y="6270"/>
                      <a:pt x="2647" y="6144"/>
                    </a:cubicBezTo>
                    <a:lnTo>
                      <a:pt x="2993" y="5797"/>
                    </a:lnTo>
                    <a:cubicBezTo>
                      <a:pt x="2962" y="5734"/>
                      <a:pt x="2930" y="5608"/>
                      <a:pt x="2867" y="5482"/>
                    </a:cubicBezTo>
                    <a:lnTo>
                      <a:pt x="2363" y="5482"/>
                    </a:lnTo>
                    <a:cubicBezTo>
                      <a:pt x="2174" y="5482"/>
                      <a:pt x="2017" y="5325"/>
                      <a:pt x="2017" y="5136"/>
                    </a:cubicBezTo>
                    <a:lnTo>
                      <a:pt x="2017" y="3750"/>
                    </a:lnTo>
                    <a:cubicBezTo>
                      <a:pt x="2017" y="3561"/>
                      <a:pt x="2174" y="3403"/>
                      <a:pt x="2363" y="3403"/>
                    </a:cubicBezTo>
                    <a:lnTo>
                      <a:pt x="2867" y="3403"/>
                    </a:lnTo>
                    <a:cubicBezTo>
                      <a:pt x="2930" y="3277"/>
                      <a:pt x="2962" y="3214"/>
                      <a:pt x="2993" y="3088"/>
                    </a:cubicBezTo>
                    <a:lnTo>
                      <a:pt x="2647" y="2741"/>
                    </a:lnTo>
                    <a:cubicBezTo>
                      <a:pt x="2521" y="2615"/>
                      <a:pt x="2521" y="2363"/>
                      <a:pt x="2647" y="2269"/>
                    </a:cubicBezTo>
                    <a:lnTo>
                      <a:pt x="3624" y="1261"/>
                    </a:lnTo>
                    <a:cubicBezTo>
                      <a:pt x="3687" y="1213"/>
                      <a:pt x="3773" y="1190"/>
                      <a:pt x="3860" y="1190"/>
                    </a:cubicBezTo>
                    <a:cubicBezTo>
                      <a:pt x="3946" y="1190"/>
                      <a:pt x="4033" y="1213"/>
                      <a:pt x="4096" y="1261"/>
                    </a:cubicBezTo>
                    <a:lnTo>
                      <a:pt x="4443" y="1639"/>
                    </a:lnTo>
                    <a:cubicBezTo>
                      <a:pt x="4537" y="1576"/>
                      <a:pt x="4663" y="1544"/>
                      <a:pt x="4758" y="1513"/>
                    </a:cubicBezTo>
                    <a:lnTo>
                      <a:pt x="4758" y="1009"/>
                    </a:lnTo>
                    <a:cubicBezTo>
                      <a:pt x="4758" y="788"/>
                      <a:pt x="4915" y="631"/>
                      <a:pt x="5136" y="631"/>
                    </a:cubicBezTo>
                    <a:lnTo>
                      <a:pt x="6490" y="631"/>
                    </a:lnTo>
                    <a:cubicBezTo>
                      <a:pt x="6711" y="631"/>
                      <a:pt x="6869" y="788"/>
                      <a:pt x="6869" y="1009"/>
                    </a:cubicBezTo>
                    <a:lnTo>
                      <a:pt x="6869" y="1513"/>
                    </a:lnTo>
                    <a:cubicBezTo>
                      <a:pt x="6963" y="1544"/>
                      <a:pt x="7058" y="1576"/>
                      <a:pt x="7184" y="1639"/>
                    </a:cubicBezTo>
                    <a:lnTo>
                      <a:pt x="7530" y="1261"/>
                    </a:lnTo>
                    <a:cubicBezTo>
                      <a:pt x="7593" y="1213"/>
                      <a:pt x="7680" y="1190"/>
                      <a:pt x="7766" y="1190"/>
                    </a:cubicBezTo>
                    <a:cubicBezTo>
                      <a:pt x="7853" y="1190"/>
                      <a:pt x="7940" y="1213"/>
                      <a:pt x="8003" y="1261"/>
                    </a:cubicBezTo>
                    <a:lnTo>
                      <a:pt x="8979" y="2269"/>
                    </a:lnTo>
                    <a:cubicBezTo>
                      <a:pt x="9105" y="2363"/>
                      <a:pt x="9105" y="2615"/>
                      <a:pt x="8979" y="2741"/>
                    </a:cubicBezTo>
                    <a:lnTo>
                      <a:pt x="8633" y="3088"/>
                    </a:lnTo>
                    <a:cubicBezTo>
                      <a:pt x="8664" y="3151"/>
                      <a:pt x="8696" y="3277"/>
                      <a:pt x="8759" y="3403"/>
                    </a:cubicBezTo>
                    <a:lnTo>
                      <a:pt x="9263" y="3403"/>
                    </a:lnTo>
                    <a:cubicBezTo>
                      <a:pt x="9452" y="3403"/>
                      <a:pt x="9609" y="3561"/>
                      <a:pt x="9609" y="3750"/>
                    </a:cubicBezTo>
                    <a:lnTo>
                      <a:pt x="9609" y="5136"/>
                    </a:lnTo>
                    <a:cubicBezTo>
                      <a:pt x="9609" y="5325"/>
                      <a:pt x="9452" y="5482"/>
                      <a:pt x="9263" y="5482"/>
                    </a:cubicBezTo>
                    <a:lnTo>
                      <a:pt x="8759" y="5482"/>
                    </a:lnTo>
                    <a:cubicBezTo>
                      <a:pt x="8727" y="5608"/>
                      <a:pt x="8664" y="5671"/>
                      <a:pt x="8633" y="5797"/>
                    </a:cubicBezTo>
                    <a:lnTo>
                      <a:pt x="8979" y="6144"/>
                    </a:lnTo>
                    <a:cubicBezTo>
                      <a:pt x="9105" y="6270"/>
                      <a:pt x="9105" y="6522"/>
                      <a:pt x="8979" y="6616"/>
                    </a:cubicBezTo>
                    <a:lnTo>
                      <a:pt x="8759" y="6869"/>
                    </a:lnTo>
                    <a:lnTo>
                      <a:pt x="10586" y="6869"/>
                    </a:lnTo>
                    <a:cubicBezTo>
                      <a:pt x="11153" y="6869"/>
                      <a:pt x="11657" y="6396"/>
                      <a:pt x="11657" y="5829"/>
                    </a:cubicBezTo>
                    <a:lnTo>
                      <a:pt x="1165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Google Shape;16359;p139">
                <a:extLst>
                  <a:ext uri="{FF2B5EF4-FFF2-40B4-BE49-F238E27FC236}">
                    <a16:creationId xmlns:a16="http://schemas.microsoft.com/office/drawing/2014/main" id="{A4BB884D-9D76-F58D-8B17-2961F18E991D}"/>
                  </a:ext>
                </a:extLst>
              </p:cNvPr>
              <p:cNvSpPr/>
              <p:nvPr/>
            </p:nvSpPr>
            <p:spPr>
              <a:xfrm>
                <a:off x="-1471825" y="4129100"/>
                <a:ext cx="51225" cy="51225"/>
              </a:xfrm>
              <a:custGeom>
                <a:avLst/>
                <a:gdLst/>
                <a:ahLst/>
                <a:cxnLst/>
                <a:rect l="l" t="t" r="r" b="b"/>
                <a:pathLst>
                  <a:path w="2049" h="2049" extrusionOk="0">
                    <a:moveTo>
                      <a:pt x="1009" y="1"/>
                    </a:moveTo>
                    <a:cubicBezTo>
                      <a:pt x="442" y="1"/>
                      <a:pt x="1" y="473"/>
                      <a:pt x="1" y="1009"/>
                    </a:cubicBezTo>
                    <a:cubicBezTo>
                      <a:pt x="1" y="1576"/>
                      <a:pt x="442" y="2048"/>
                      <a:pt x="1009" y="2048"/>
                    </a:cubicBezTo>
                    <a:cubicBezTo>
                      <a:pt x="1576" y="2048"/>
                      <a:pt x="2049" y="1576"/>
                      <a:pt x="2049" y="1009"/>
                    </a:cubicBezTo>
                    <a:cubicBezTo>
                      <a:pt x="2049" y="473"/>
                      <a:pt x="1576" y="1"/>
                      <a:pt x="1009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Google Shape;16360;p139">
                <a:extLst>
                  <a:ext uri="{FF2B5EF4-FFF2-40B4-BE49-F238E27FC236}">
                    <a16:creationId xmlns:a16="http://schemas.microsoft.com/office/drawing/2014/main" id="{7635E584-C972-A2FD-389F-FAD7F259FEAF}"/>
                  </a:ext>
                </a:extLst>
              </p:cNvPr>
              <p:cNvSpPr/>
              <p:nvPr/>
            </p:nvSpPr>
            <p:spPr>
              <a:xfrm>
                <a:off x="-1526175" y="4077900"/>
                <a:ext cx="156775" cy="156775"/>
              </a:xfrm>
              <a:custGeom>
                <a:avLst/>
                <a:gdLst/>
                <a:ahLst/>
                <a:cxnLst/>
                <a:rect l="l" t="t" r="r" b="b"/>
                <a:pathLst>
                  <a:path w="6271" h="6271" extrusionOk="0">
                    <a:moveTo>
                      <a:pt x="3183" y="1418"/>
                    </a:moveTo>
                    <a:cubicBezTo>
                      <a:pt x="4128" y="1418"/>
                      <a:pt x="4884" y="2175"/>
                      <a:pt x="4884" y="3120"/>
                    </a:cubicBezTo>
                    <a:cubicBezTo>
                      <a:pt x="4884" y="4033"/>
                      <a:pt x="4128" y="4821"/>
                      <a:pt x="3183" y="4821"/>
                    </a:cubicBezTo>
                    <a:cubicBezTo>
                      <a:pt x="2238" y="4821"/>
                      <a:pt x="1482" y="4065"/>
                      <a:pt x="1482" y="3120"/>
                    </a:cubicBezTo>
                    <a:cubicBezTo>
                      <a:pt x="1482" y="2175"/>
                      <a:pt x="2238" y="1418"/>
                      <a:pt x="3183" y="1418"/>
                    </a:cubicBezTo>
                    <a:close/>
                    <a:moveTo>
                      <a:pt x="2805" y="1"/>
                    </a:moveTo>
                    <a:lnTo>
                      <a:pt x="2805" y="442"/>
                    </a:lnTo>
                    <a:cubicBezTo>
                      <a:pt x="2805" y="599"/>
                      <a:pt x="2679" y="725"/>
                      <a:pt x="2521" y="757"/>
                    </a:cubicBezTo>
                    <a:cubicBezTo>
                      <a:pt x="2332" y="788"/>
                      <a:pt x="2080" y="914"/>
                      <a:pt x="1891" y="1040"/>
                    </a:cubicBezTo>
                    <a:cubicBezTo>
                      <a:pt x="1847" y="1063"/>
                      <a:pt x="1794" y="1073"/>
                      <a:pt x="1739" y="1073"/>
                    </a:cubicBezTo>
                    <a:cubicBezTo>
                      <a:pt x="1639" y="1073"/>
                      <a:pt x="1531" y="1038"/>
                      <a:pt x="1450" y="977"/>
                    </a:cubicBezTo>
                    <a:lnTo>
                      <a:pt x="1135" y="662"/>
                    </a:lnTo>
                    <a:lnTo>
                      <a:pt x="662" y="1135"/>
                    </a:lnTo>
                    <a:lnTo>
                      <a:pt x="978" y="1450"/>
                    </a:lnTo>
                    <a:cubicBezTo>
                      <a:pt x="1104" y="1576"/>
                      <a:pt x="1104" y="1733"/>
                      <a:pt x="1041" y="1891"/>
                    </a:cubicBezTo>
                    <a:cubicBezTo>
                      <a:pt x="915" y="2080"/>
                      <a:pt x="820" y="2301"/>
                      <a:pt x="757" y="2521"/>
                    </a:cubicBezTo>
                    <a:cubicBezTo>
                      <a:pt x="726" y="2679"/>
                      <a:pt x="599" y="2805"/>
                      <a:pt x="442" y="2805"/>
                    </a:cubicBezTo>
                    <a:lnTo>
                      <a:pt x="1" y="2805"/>
                    </a:lnTo>
                    <a:lnTo>
                      <a:pt x="1" y="3466"/>
                    </a:lnTo>
                    <a:lnTo>
                      <a:pt x="442" y="3466"/>
                    </a:lnTo>
                    <a:cubicBezTo>
                      <a:pt x="599" y="3466"/>
                      <a:pt x="726" y="3592"/>
                      <a:pt x="757" y="3750"/>
                    </a:cubicBezTo>
                    <a:cubicBezTo>
                      <a:pt x="789" y="3939"/>
                      <a:pt x="915" y="4191"/>
                      <a:pt x="1041" y="4380"/>
                    </a:cubicBezTo>
                    <a:cubicBezTo>
                      <a:pt x="1104" y="4506"/>
                      <a:pt x="1072" y="4695"/>
                      <a:pt x="978" y="4821"/>
                    </a:cubicBezTo>
                    <a:lnTo>
                      <a:pt x="662" y="5136"/>
                    </a:lnTo>
                    <a:lnTo>
                      <a:pt x="1135" y="5609"/>
                    </a:lnTo>
                    <a:lnTo>
                      <a:pt x="1450" y="5294"/>
                    </a:lnTo>
                    <a:cubicBezTo>
                      <a:pt x="1524" y="5220"/>
                      <a:pt x="1609" y="5189"/>
                      <a:pt x="1698" y="5189"/>
                    </a:cubicBezTo>
                    <a:cubicBezTo>
                      <a:pt x="1761" y="5189"/>
                      <a:pt x="1826" y="5204"/>
                      <a:pt x="1891" y="5230"/>
                    </a:cubicBezTo>
                    <a:cubicBezTo>
                      <a:pt x="2080" y="5357"/>
                      <a:pt x="2301" y="5451"/>
                      <a:pt x="2521" y="5514"/>
                    </a:cubicBezTo>
                    <a:cubicBezTo>
                      <a:pt x="2679" y="5546"/>
                      <a:pt x="2805" y="5672"/>
                      <a:pt x="2805" y="5829"/>
                    </a:cubicBezTo>
                    <a:lnTo>
                      <a:pt x="2805" y="6270"/>
                    </a:lnTo>
                    <a:lnTo>
                      <a:pt x="3466" y="6270"/>
                    </a:lnTo>
                    <a:lnTo>
                      <a:pt x="3466" y="5829"/>
                    </a:lnTo>
                    <a:cubicBezTo>
                      <a:pt x="3466" y="5672"/>
                      <a:pt x="3592" y="5546"/>
                      <a:pt x="3750" y="5514"/>
                    </a:cubicBezTo>
                    <a:cubicBezTo>
                      <a:pt x="3939" y="5483"/>
                      <a:pt x="4160" y="5357"/>
                      <a:pt x="4380" y="5230"/>
                    </a:cubicBezTo>
                    <a:cubicBezTo>
                      <a:pt x="4414" y="5208"/>
                      <a:pt x="4463" y="5198"/>
                      <a:pt x="4517" y="5198"/>
                    </a:cubicBezTo>
                    <a:cubicBezTo>
                      <a:pt x="4615" y="5198"/>
                      <a:pt x="4729" y="5232"/>
                      <a:pt x="4790" y="5294"/>
                    </a:cubicBezTo>
                    <a:lnTo>
                      <a:pt x="5105" y="5609"/>
                    </a:lnTo>
                    <a:lnTo>
                      <a:pt x="5577" y="5136"/>
                    </a:lnTo>
                    <a:lnTo>
                      <a:pt x="5262" y="4821"/>
                    </a:lnTo>
                    <a:cubicBezTo>
                      <a:pt x="5168" y="4695"/>
                      <a:pt x="5168" y="4537"/>
                      <a:pt x="5231" y="4380"/>
                    </a:cubicBezTo>
                    <a:cubicBezTo>
                      <a:pt x="5357" y="4191"/>
                      <a:pt x="5420" y="3970"/>
                      <a:pt x="5514" y="3750"/>
                    </a:cubicBezTo>
                    <a:cubicBezTo>
                      <a:pt x="5546" y="3592"/>
                      <a:pt x="5672" y="3466"/>
                      <a:pt x="5829" y="3466"/>
                    </a:cubicBezTo>
                    <a:lnTo>
                      <a:pt x="6270" y="3466"/>
                    </a:lnTo>
                    <a:lnTo>
                      <a:pt x="6270" y="2773"/>
                    </a:lnTo>
                    <a:lnTo>
                      <a:pt x="5829" y="2773"/>
                    </a:lnTo>
                    <a:cubicBezTo>
                      <a:pt x="5672" y="2773"/>
                      <a:pt x="5546" y="2647"/>
                      <a:pt x="5514" y="2490"/>
                    </a:cubicBezTo>
                    <a:cubicBezTo>
                      <a:pt x="5483" y="2301"/>
                      <a:pt x="5357" y="2049"/>
                      <a:pt x="5231" y="1859"/>
                    </a:cubicBezTo>
                    <a:cubicBezTo>
                      <a:pt x="5168" y="1733"/>
                      <a:pt x="5199" y="1544"/>
                      <a:pt x="5262" y="1418"/>
                    </a:cubicBezTo>
                    <a:lnTo>
                      <a:pt x="5577" y="1103"/>
                    </a:lnTo>
                    <a:lnTo>
                      <a:pt x="5105" y="631"/>
                    </a:lnTo>
                    <a:lnTo>
                      <a:pt x="4790" y="946"/>
                    </a:lnTo>
                    <a:cubicBezTo>
                      <a:pt x="4739" y="1013"/>
                      <a:pt x="4670" y="1045"/>
                      <a:pt x="4593" y="1045"/>
                    </a:cubicBezTo>
                    <a:cubicBezTo>
                      <a:pt x="4526" y="1045"/>
                      <a:pt x="4453" y="1021"/>
                      <a:pt x="4380" y="977"/>
                    </a:cubicBezTo>
                    <a:cubicBezTo>
                      <a:pt x="4160" y="883"/>
                      <a:pt x="3971" y="788"/>
                      <a:pt x="3750" y="725"/>
                    </a:cubicBezTo>
                    <a:cubicBezTo>
                      <a:pt x="3592" y="662"/>
                      <a:pt x="3466" y="568"/>
                      <a:pt x="3466" y="410"/>
                    </a:cubicBezTo>
                    <a:lnTo>
                      <a:pt x="346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3" name="Google Shape;16361;p139">
              <a:extLst>
                <a:ext uri="{FF2B5EF4-FFF2-40B4-BE49-F238E27FC236}">
                  <a16:creationId xmlns:a16="http://schemas.microsoft.com/office/drawing/2014/main" id="{B40B18B8-A1A5-9912-EF66-5ED493DBC6C5}"/>
                </a:ext>
              </a:extLst>
            </p:cNvPr>
            <p:cNvGrpSpPr/>
            <p:nvPr/>
          </p:nvGrpSpPr>
          <p:grpSpPr>
            <a:xfrm>
              <a:off x="3640232" y="3310744"/>
              <a:ext cx="369730" cy="420775"/>
              <a:chOff x="-778700" y="3612425"/>
              <a:chExt cx="256775" cy="292225"/>
            </a:xfrm>
            <a:grpFill/>
          </p:grpSpPr>
          <p:sp>
            <p:nvSpPr>
              <p:cNvPr id="368" name="Google Shape;16362;p139">
                <a:extLst>
                  <a:ext uri="{FF2B5EF4-FFF2-40B4-BE49-F238E27FC236}">
                    <a16:creationId xmlns:a16="http://schemas.microsoft.com/office/drawing/2014/main" id="{66B61D0E-224B-60D6-18BC-971831AEC581}"/>
                  </a:ext>
                </a:extLst>
              </p:cNvPr>
              <p:cNvSpPr/>
              <p:nvPr/>
            </p:nvSpPr>
            <p:spPr>
              <a:xfrm>
                <a:off x="-692850" y="3699050"/>
                <a:ext cx="17350" cy="17350"/>
              </a:xfrm>
              <a:custGeom>
                <a:avLst/>
                <a:gdLst/>
                <a:ahLst/>
                <a:cxnLst/>
                <a:rect l="l" t="t" r="r" b="b"/>
                <a:pathLst>
                  <a:path w="694" h="694" extrusionOk="0">
                    <a:moveTo>
                      <a:pt x="347" y="1"/>
                    </a:moveTo>
                    <a:cubicBezTo>
                      <a:pt x="158" y="1"/>
                      <a:pt x="0" y="158"/>
                      <a:pt x="0" y="347"/>
                    </a:cubicBezTo>
                    <a:cubicBezTo>
                      <a:pt x="0" y="536"/>
                      <a:pt x="158" y="694"/>
                      <a:pt x="347" y="694"/>
                    </a:cubicBezTo>
                    <a:cubicBezTo>
                      <a:pt x="536" y="694"/>
                      <a:pt x="693" y="536"/>
                      <a:pt x="693" y="347"/>
                    </a:cubicBezTo>
                    <a:cubicBezTo>
                      <a:pt x="693" y="158"/>
                      <a:pt x="536" y="1"/>
                      <a:pt x="3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Google Shape;16363;p139">
                <a:extLst>
                  <a:ext uri="{FF2B5EF4-FFF2-40B4-BE49-F238E27FC236}">
                    <a16:creationId xmlns:a16="http://schemas.microsoft.com/office/drawing/2014/main" id="{3A86BAE0-A6F5-4E81-7B35-C6C6C46A369E}"/>
                  </a:ext>
                </a:extLst>
              </p:cNvPr>
              <p:cNvSpPr/>
              <p:nvPr/>
            </p:nvSpPr>
            <p:spPr>
              <a:xfrm>
                <a:off x="-777925" y="3612425"/>
                <a:ext cx="204800" cy="34675"/>
              </a:xfrm>
              <a:custGeom>
                <a:avLst/>
                <a:gdLst/>
                <a:ahLst/>
                <a:cxnLst/>
                <a:rect l="l" t="t" r="r" b="b"/>
                <a:pathLst>
                  <a:path w="8192" h="1387" extrusionOk="0">
                    <a:moveTo>
                      <a:pt x="1009" y="0"/>
                    </a:moveTo>
                    <a:cubicBezTo>
                      <a:pt x="473" y="0"/>
                      <a:pt x="1" y="473"/>
                      <a:pt x="1" y="1009"/>
                    </a:cubicBezTo>
                    <a:lnTo>
                      <a:pt x="1" y="1387"/>
                    </a:lnTo>
                    <a:lnTo>
                      <a:pt x="8192" y="1387"/>
                    </a:lnTo>
                    <a:lnTo>
                      <a:pt x="8192" y="1009"/>
                    </a:lnTo>
                    <a:cubicBezTo>
                      <a:pt x="8192" y="473"/>
                      <a:pt x="7719" y="0"/>
                      <a:pt x="715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Google Shape;16364;p139">
                <a:extLst>
                  <a:ext uri="{FF2B5EF4-FFF2-40B4-BE49-F238E27FC236}">
                    <a16:creationId xmlns:a16="http://schemas.microsoft.com/office/drawing/2014/main" id="{BA4E6A95-B048-3D35-37B5-031A6C1E8612}"/>
                  </a:ext>
                </a:extLst>
              </p:cNvPr>
              <p:cNvSpPr/>
              <p:nvPr/>
            </p:nvSpPr>
            <p:spPr>
              <a:xfrm>
                <a:off x="-727525" y="3699050"/>
                <a:ext cx="17375" cy="17350"/>
              </a:xfrm>
              <a:custGeom>
                <a:avLst/>
                <a:gdLst/>
                <a:ahLst/>
                <a:cxnLst/>
                <a:rect l="l" t="t" r="r" b="b"/>
                <a:pathLst>
                  <a:path w="695" h="694" extrusionOk="0">
                    <a:moveTo>
                      <a:pt x="347" y="1"/>
                    </a:moveTo>
                    <a:cubicBezTo>
                      <a:pt x="158" y="1"/>
                      <a:pt x="1" y="158"/>
                      <a:pt x="1" y="347"/>
                    </a:cubicBezTo>
                    <a:cubicBezTo>
                      <a:pt x="1" y="536"/>
                      <a:pt x="158" y="694"/>
                      <a:pt x="347" y="694"/>
                    </a:cubicBezTo>
                    <a:cubicBezTo>
                      <a:pt x="537" y="694"/>
                      <a:pt x="694" y="536"/>
                      <a:pt x="694" y="347"/>
                    </a:cubicBezTo>
                    <a:cubicBezTo>
                      <a:pt x="694" y="158"/>
                      <a:pt x="537" y="1"/>
                      <a:pt x="3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Google Shape;16365;p139">
                <a:extLst>
                  <a:ext uri="{FF2B5EF4-FFF2-40B4-BE49-F238E27FC236}">
                    <a16:creationId xmlns:a16="http://schemas.microsoft.com/office/drawing/2014/main" id="{88E52796-FF53-3383-4DC5-684E2016B788}"/>
                  </a:ext>
                </a:extLst>
              </p:cNvPr>
              <p:cNvSpPr/>
              <p:nvPr/>
            </p:nvSpPr>
            <p:spPr>
              <a:xfrm>
                <a:off x="-778700" y="3664400"/>
                <a:ext cx="205575" cy="102425"/>
              </a:xfrm>
              <a:custGeom>
                <a:avLst/>
                <a:gdLst/>
                <a:ahLst/>
                <a:cxnLst/>
                <a:rect l="l" t="t" r="r" b="b"/>
                <a:pathLst>
                  <a:path w="8223" h="4097" extrusionOk="0">
                    <a:moveTo>
                      <a:pt x="3781" y="694"/>
                    </a:moveTo>
                    <a:cubicBezTo>
                      <a:pt x="4316" y="694"/>
                      <a:pt x="4789" y="1166"/>
                      <a:pt x="4789" y="1733"/>
                    </a:cubicBezTo>
                    <a:cubicBezTo>
                      <a:pt x="4789" y="2301"/>
                      <a:pt x="4316" y="2773"/>
                      <a:pt x="3781" y="2773"/>
                    </a:cubicBezTo>
                    <a:cubicBezTo>
                      <a:pt x="3497" y="2773"/>
                      <a:pt x="3245" y="2647"/>
                      <a:pt x="3088" y="2490"/>
                    </a:cubicBezTo>
                    <a:cubicBezTo>
                      <a:pt x="2899" y="2647"/>
                      <a:pt x="2678" y="2773"/>
                      <a:pt x="2426" y="2773"/>
                    </a:cubicBezTo>
                    <a:cubicBezTo>
                      <a:pt x="1890" y="2773"/>
                      <a:pt x="1418" y="2301"/>
                      <a:pt x="1418" y="1733"/>
                    </a:cubicBezTo>
                    <a:cubicBezTo>
                      <a:pt x="1418" y="1198"/>
                      <a:pt x="1890" y="694"/>
                      <a:pt x="2426" y="694"/>
                    </a:cubicBezTo>
                    <a:cubicBezTo>
                      <a:pt x="2710" y="694"/>
                      <a:pt x="2930" y="820"/>
                      <a:pt x="3088" y="977"/>
                    </a:cubicBezTo>
                    <a:cubicBezTo>
                      <a:pt x="3308" y="820"/>
                      <a:pt x="3529" y="694"/>
                      <a:pt x="3781" y="694"/>
                    </a:cubicBezTo>
                    <a:close/>
                    <a:moveTo>
                      <a:pt x="0" y="1"/>
                    </a:moveTo>
                    <a:lnTo>
                      <a:pt x="0" y="3088"/>
                    </a:lnTo>
                    <a:cubicBezTo>
                      <a:pt x="0" y="3624"/>
                      <a:pt x="473" y="4096"/>
                      <a:pt x="1008" y="4096"/>
                    </a:cubicBezTo>
                    <a:lnTo>
                      <a:pt x="6837" y="4096"/>
                    </a:lnTo>
                    <a:lnTo>
                      <a:pt x="6837" y="3498"/>
                    </a:lnTo>
                    <a:lnTo>
                      <a:pt x="5766" y="2458"/>
                    </a:lnTo>
                    <a:cubicBezTo>
                      <a:pt x="5034" y="1726"/>
                      <a:pt x="5756" y="674"/>
                      <a:pt x="6558" y="674"/>
                    </a:cubicBezTo>
                    <a:cubicBezTo>
                      <a:pt x="6792" y="674"/>
                      <a:pt x="7033" y="764"/>
                      <a:pt x="7246" y="977"/>
                    </a:cubicBezTo>
                    <a:lnTo>
                      <a:pt x="8223" y="1985"/>
                    </a:lnTo>
                    <a:lnTo>
                      <a:pt x="822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Google Shape;16366;p139">
                <a:extLst>
                  <a:ext uri="{FF2B5EF4-FFF2-40B4-BE49-F238E27FC236}">
                    <a16:creationId xmlns:a16="http://schemas.microsoft.com/office/drawing/2014/main" id="{18680DFD-691D-6235-C6EC-C18F09F1BC46}"/>
                  </a:ext>
                </a:extLst>
              </p:cNvPr>
              <p:cNvSpPr/>
              <p:nvPr/>
            </p:nvSpPr>
            <p:spPr>
              <a:xfrm>
                <a:off x="-659775" y="3835325"/>
                <a:ext cx="137850" cy="69325"/>
              </a:xfrm>
              <a:custGeom>
                <a:avLst/>
                <a:gdLst/>
                <a:ahLst/>
                <a:cxnLst/>
                <a:rect l="l" t="t" r="r" b="b"/>
                <a:pathLst>
                  <a:path w="5514" h="2773" extrusionOk="0">
                    <a:moveTo>
                      <a:pt x="1733" y="693"/>
                    </a:moveTo>
                    <a:cubicBezTo>
                      <a:pt x="1922" y="693"/>
                      <a:pt x="2080" y="851"/>
                      <a:pt x="2080" y="1040"/>
                    </a:cubicBezTo>
                    <a:cubicBezTo>
                      <a:pt x="2080" y="1229"/>
                      <a:pt x="1922" y="1386"/>
                      <a:pt x="1733" y="1386"/>
                    </a:cubicBezTo>
                    <a:cubicBezTo>
                      <a:pt x="1544" y="1386"/>
                      <a:pt x="1387" y="1229"/>
                      <a:pt x="1387" y="1040"/>
                    </a:cubicBezTo>
                    <a:cubicBezTo>
                      <a:pt x="1387" y="851"/>
                      <a:pt x="1544" y="693"/>
                      <a:pt x="1733" y="693"/>
                    </a:cubicBezTo>
                    <a:close/>
                    <a:moveTo>
                      <a:pt x="63" y="0"/>
                    </a:moveTo>
                    <a:cubicBezTo>
                      <a:pt x="32" y="126"/>
                      <a:pt x="0" y="252"/>
                      <a:pt x="0" y="378"/>
                    </a:cubicBezTo>
                    <a:lnTo>
                      <a:pt x="0" y="2426"/>
                    </a:lnTo>
                    <a:cubicBezTo>
                      <a:pt x="0" y="2615"/>
                      <a:pt x="158" y="2773"/>
                      <a:pt x="347" y="2773"/>
                    </a:cubicBezTo>
                    <a:lnTo>
                      <a:pt x="5167" y="2773"/>
                    </a:lnTo>
                    <a:cubicBezTo>
                      <a:pt x="5356" y="2773"/>
                      <a:pt x="5514" y="2615"/>
                      <a:pt x="5514" y="2426"/>
                    </a:cubicBezTo>
                    <a:lnTo>
                      <a:pt x="5514" y="378"/>
                    </a:lnTo>
                    <a:cubicBezTo>
                      <a:pt x="5514" y="252"/>
                      <a:pt x="5482" y="126"/>
                      <a:pt x="54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Google Shape;16367;p139">
                <a:extLst>
                  <a:ext uri="{FF2B5EF4-FFF2-40B4-BE49-F238E27FC236}">
                    <a16:creationId xmlns:a16="http://schemas.microsoft.com/office/drawing/2014/main" id="{D10EA2F8-3633-ACBA-0DB0-B97B9B54FA63}"/>
                  </a:ext>
                </a:extLst>
              </p:cNvPr>
              <p:cNvSpPr/>
              <p:nvPr/>
            </p:nvSpPr>
            <p:spPr>
              <a:xfrm>
                <a:off x="-658200" y="3669925"/>
                <a:ext cx="136275" cy="148875"/>
              </a:xfrm>
              <a:custGeom>
                <a:avLst/>
                <a:gdLst/>
                <a:ahLst/>
                <a:cxnLst/>
                <a:rect l="l" t="t" r="r" b="b"/>
                <a:pathLst>
                  <a:path w="5451" h="5955" extrusionOk="0">
                    <a:moveTo>
                      <a:pt x="4064" y="0"/>
                    </a:moveTo>
                    <a:lnTo>
                      <a:pt x="4064" y="2615"/>
                    </a:lnTo>
                    <a:cubicBezTo>
                      <a:pt x="4064" y="2829"/>
                      <a:pt x="3905" y="2970"/>
                      <a:pt x="3734" y="2970"/>
                    </a:cubicBezTo>
                    <a:cubicBezTo>
                      <a:pt x="3652" y="2970"/>
                      <a:pt x="3568" y="2938"/>
                      <a:pt x="3497" y="2867"/>
                    </a:cubicBezTo>
                    <a:lnTo>
                      <a:pt x="1922" y="1292"/>
                    </a:lnTo>
                    <a:cubicBezTo>
                      <a:pt x="1858" y="1228"/>
                      <a:pt x="1780" y="1201"/>
                      <a:pt x="1701" y="1201"/>
                    </a:cubicBezTo>
                    <a:cubicBezTo>
                      <a:pt x="1429" y="1201"/>
                      <a:pt x="1150" y="1520"/>
                      <a:pt x="1418" y="1764"/>
                    </a:cubicBezTo>
                    <a:lnTo>
                      <a:pt x="2615" y="2930"/>
                    </a:lnTo>
                    <a:cubicBezTo>
                      <a:pt x="2710" y="3025"/>
                      <a:pt x="2741" y="3088"/>
                      <a:pt x="2741" y="3182"/>
                    </a:cubicBezTo>
                    <a:lnTo>
                      <a:pt x="2741" y="3970"/>
                    </a:lnTo>
                    <a:cubicBezTo>
                      <a:pt x="2741" y="4222"/>
                      <a:pt x="2804" y="4505"/>
                      <a:pt x="2930" y="4789"/>
                    </a:cubicBezTo>
                    <a:cubicBezTo>
                      <a:pt x="3052" y="5074"/>
                      <a:pt x="2833" y="5280"/>
                      <a:pt x="2611" y="5280"/>
                    </a:cubicBezTo>
                    <a:cubicBezTo>
                      <a:pt x="2490" y="5280"/>
                      <a:pt x="2367" y="5218"/>
                      <a:pt x="2300" y="5072"/>
                    </a:cubicBezTo>
                    <a:cubicBezTo>
                      <a:pt x="2206" y="4915"/>
                      <a:pt x="2174" y="4757"/>
                      <a:pt x="2143" y="4600"/>
                    </a:cubicBezTo>
                    <a:lnTo>
                      <a:pt x="0" y="4600"/>
                    </a:lnTo>
                    <a:lnTo>
                      <a:pt x="0" y="4631"/>
                    </a:lnTo>
                    <a:cubicBezTo>
                      <a:pt x="0" y="5104"/>
                      <a:pt x="126" y="5545"/>
                      <a:pt x="378" y="5923"/>
                    </a:cubicBezTo>
                    <a:lnTo>
                      <a:pt x="5104" y="5923"/>
                    </a:lnTo>
                    <a:lnTo>
                      <a:pt x="5104" y="5955"/>
                    </a:lnTo>
                    <a:cubicBezTo>
                      <a:pt x="5325" y="5577"/>
                      <a:pt x="5451" y="5104"/>
                      <a:pt x="5451" y="4663"/>
                    </a:cubicBezTo>
                    <a:lnTo>
                      <a:pt x="5451" y="2111"/>
                    </a:lnTo>
                    <a:cubicBezTo>
                      <a:pt x="5451" y="1638"/>
                      <a:pt x="5262" y="1197"/>
                      <a:pt x="4947" y="882"/>
                    </a:cubicBezTo>
                    <a:lnTo>
                      <a:pt x="4064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" name="Google Shape;16368;p139">
              <a:extLst>
                <a:ext uri="{FF2B5EF4-FFF2-40B4-BE49-F238E27FC236}">
                  <a16:creationId xmlns:a16="http://schemas.microsoft.com/office/drawing/2014/main" id="{5B46CA29-DB3A-511F-CDD6-CAEF9501E7B9}"/>
                </a:ext>
              </a:extLst>
            </p:cNvPr>
            <p:cNvGrpSpPr/>
            <p:nvPr/>
          </p:nvGrpSpPr>
          <p:grpSpPr>
            <a:xfrm>
              <a:off x="6111733" y="3828305"/>
              <a:ext cx="340731" cy="387641"/>
              <a:chOff x="7728464" y="1561258"/>
              <a:chExt cx="349719" cy="397866"/>
            </a:xfrm>
            <a:grpFill/>
          </p:grpSpPr>
          <p:sp>
            <p:nvSpPr>
              <p:cNvPr id="366" name="Google Shape;16369;p139">
                <a:extLst>
                  <a:ext uri="{FF2B5EF4-FFF2-40B4-BE49-F238E27FC236}">
                    <a16:creationId xmlns:a16="http://schemas.microsoft.com/office/drawing/2014/main" id="{965C1F39-2730-3248-B1EC-F6B9C7607243}"/>
                  </a:ext>
                </a:extLst>
              </p:cNvPr>
              <p:cNvSpPr/>
              <p:nvPr/>
            </p:nvSpPr>
            <p:spPr>
              <a:xfrm>
                <a:off x="7891642" y="1678585"/>
                <a:ext cx="23354" cy="23333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1118" extrusionOk="0">
                    <a:moveTo>
                      <a:pt x="0" y="1"/>
                    </a:moveTo>
                    <a:lnTo>
                      <a:pt x="0" y="1117"/>
                    </a:lnTo>
                    <a:lnTo>
                      <a:pt x="1118" y="1117"/>
                    </a:lnTo>
                    <a:lnTo>
                      <a:pt x="111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Google Shape;16370;p139">
                <a:extLst>
                  <a:ext uri="{FF2B5EF4-FFF2-40B4-BE49-F238E27FC236}">
                    <a16:creationId xmlns:a16="http://schemas.microsoft.com/office/drawing/2014/main" id="{C17385D4-8DF0-E735-9393-78AEBD786E91}"/>
                  </a:ext>
                </a:extLst>
              </p:cNvPr>
              <p:cNvSpPr/>
              <p:nvPr/>
            </p:nvSpPr>
            <p:spPr>
              <a:xfrm>
                <a:off x="7728464" y="1561258"/>
                <a:ext cx="349719" cy="397866"/>
              </a:xfrm>
              <a:custGeom>
                <a:avLst/>
                <a:gdLst/>
                <a:ahLst/>
                <a:cxnLst/>
                <a:rect l="l" t="t" r="r" b="b"/>
                <a:pathLst>
                  <a:path w="16757" h="19064" extrusionOk="0">
                    <a:moveTo>
                      <a:pt x="9496" y="2830"/>
                    </a:moveTo>
                    <a:cubicBezTo>
                      <a:pt x="9804" y="2830"/>
                      <a:pt x="10054" y="3079"/>
                      <a:pt x="10054" y="3389"/>
                    </a:cubicBezTo>
                    <a:lnTo>
                      <a:pt x="10054" y="4505"/>
                    </a:lnTo>
                    <a:lnTo>
                      <a:pt x="11172" y="4505"/>
                    </a:lnTo>
                    <a:cubicBezTo>
                      <a:pt x="11480" y="4505"/>
                      <a:pt x="11729" y="4756"/>
                      <a:pt x="11729" y="5064"/>
                    </a:cubicBezTo>
                    <a:cubicBezTo>
                      <a:pt x="11729" y="5373"/>
                      <a:pt x="11480" y="5623"/>
                      <a:pt x="11172" y="5623"/>
                    </a:cubicBezTo>
                    <a:lnTo>
                      <a:pt x="10054" y="5623"/>
                    </a:lnTo>
                    <a:lnTo>
                      <a:pt x="10054" y="6739"/>
                    </a:lnTo>
                    <a:lnTo>
                      <a:pt x="11172" y="6739"/>
                    </a:lnTo>
                    <a:cubicBezTo>
                      <a:pt x="11480" y="6739"/>
                      <a:pt x="11729" y="6990"/>
                      <a:pt x="11729" y="7298"/>
                    </a:cubicBezTo>
                    <a:cubicBezTo>
                      <a:pt x="11729" y="7608"/>
                      <a:pt x="11480" y="7857"/>
                      <a:pt x="11172" y="7857"/>
                    </a:cubicBezTo>
                    <a:lnTo>
                      <a:pt x="10054" y="7857"/>
                    </a:lnTo>
                    <a:lnTo>
                      <a:pt x="10054" y="8973"/>
                    </a:lnTo>
                    <a:cubicBezTo>
                      <a:pt x="10054" y="9283"/>
                      <a:pt x="9804" y="9532"/>
                      <a:pt x="9495" y="9532"/>
                    </a:cubicBezTo>
                    <a:cubicBezTo>
                      <a:pt x="9187" y="9532"/>
                      <a:pt x="8936" y="9283"/>
                      <a:pt x="8936" y="8973"/>
                    </a:cubicBezTo>
                    <a:lnTo>
                      <a:pt x="8936" y="7857"/>
                    </a:lnTo>
                    <a:lnTo>
                      <a:pt x="7819" y="7857"/>
                    </a:lnTo>
                    <a:lnTo>
                      <a:pt x="7819" y="8973"/>
                    </a:lnTo>
                    <a:cubicBezTo>
                      <a:pt x="7819" y="9283"/>
                      <a:pt x="7570" y="9532"/>
                      <a:pt x="7260" y="9532"/>
                    </a:cubicBezTo>
                    <a:cubicBezTo>
                      <a:pt x="6953" y="9532"/>
                      <a:pt x="6701" y="9283"/>
                      <a:pt x="6701" y="8973"/>
                    </a:cubicBezTo>
                    <a:lnTo>
                      <a:pt x="6701" y="7857"/>
                    </a:lnTo>
                    <a:lnTo>
                      <a:pt x="5585" y="7857"/>
                    </a:lnTo>
                    <a:cubicBezTo>
                      <a:pt x="5276" y="7857"/>
                      <a:pt x="5026" y="7608"/>
                      <a:pt x="5026" y="7298"/>
                    </a:cubicBezTo>
                    <a:cubicBezTo>
                      <a:pt x="5026" y="6990"/>
                      <a:pt x="5276" y="6739"/>
                      <a:pt x="5585" y="6739"/>
                    </a:cubicBezTo>
                    <a:lnTo>
                      <a:pt x="6701" y="6739"/>
                    </a:lnTo>
                    <a:lnTo>
                      <a:pt x="6701" y="5623"/>
                    </a:lnTo>
                    <a:lnTo>
                      <a:pt x="5585" y="5623"/>
                    </a:lnTo>
                    <a:cubicBezTo>
                      <a:pt x="5277" y="5623"/>
                      <a:pt x="5028" y="5373"/>
                      <a:pt x="5028" y="5064"/>
                    </a:cubicBezTo>
                    <a:cubicBezTo>
                      <a:pt x="5028" y="4756"/>
                      <a:pt x="5277" y="4505"/>
                      <a:pt x="5585" y="4505"/>
                    </a:cubicBezTo>
                    <a:lnTo>
                      <a:pt x="6703" y="4505"/>
                    </a:lnTo>
                    <a:lnTo>
                      <a:pt x="6703" y="3389"/>
                    </a:lnTo>
                    <a:cubicBezTo>
                      <a:pt x="6703" y="3079"/>
                      <a:pt x="6953" y="2830"/>
                      <a:pt x="7262" y="2830"/>
                    </a:cubicBezTo>
                    <a:cubicBezTo>
                      <a:pt x="7570" y="2830"/>
                      <a:pt x="7819" y="3079"/>
                      <a:pt x="7819" y="3389"/>
                    </a:cubicBezTo>
                    <a:lnTo>
                      <a:pt x="7819" y="4505"/>
                    </a:lnTo>
                    <a:lnTo>
                      <a:pt x="8937" y="4505"/>
                    </a:lnTo>
                    <a:lnTo>
                      <a:pt x="8937" y="3389"/>
                    </a:lnTo>
                    <a:cubicBezTo>
                      <a:pt x="8937" y="3079"/>
                      <a:pt x="9187" y="2830"/>
                      <a:pt x="9496" y="2830"/>
                    </a:cubicBezTo>
                    <a:close/>
                    <a:moveTo>
                      <a:pt x="12845" y="10091"/>
                    </a:moveTo>
                    <a:cubicBezTo>
                      <a:pt x="12952" y="10091"/>
                      <a:pt x="13060" y="10121"/>
                      <a:pt x="13157" y="10185"/>
                    </a:cubicBezTo>
                    <a:cubicBezTo>
                      <a:pt x="13413" y="10357"/>
                      <a:pt x="13482" y="10702"/>
                      <a:pt x="13310" y="10960"/>
                    </a:cubicBezTo>
                    <a:cubicBezTo>
                      <a:pt x="12210" y="12612"/>
                      <a:pt x="10365" y="13599"/>
                      <a:pt x="8378" y="13599"/>
                    </a:cubicBezTo>
                    <a:cubicBezTo>
                      <a:pt x="6392" y="13599"/>
                      <a:pt x="4547" y="12612"/>
                      <a:pt x="3445" y="10960"/>
                    </a:cubicBezTo>
                    <a:cubicBezTo>
                      <a:pt x="3275" y="10702"/>
                      <a:pt x="3344" y="10355"/>
                      <a:pt x="3600" y="10185"/>
                    </a:cubicBezTo>
                    <a:cubicBezTo>
                      <a:pt x="3696" y="10121"/>
                      <a:pt x="3804" y="10091"/>
                      <a:pt x="3910" y="10091"/>
                    </a:cubicBezTo>
                    <a:cubicBezTo>
                      <a:pt x="4090" y="10091"/>
                      <a:pt x="4267" y="10178"/>
                      <a:pt x="4375" y="10339"/>
                    </a:cubicBezTo>
                    <a:cubicBezTo>
                      <a:pt x="5269" y="11682"/>
                      <a:pt x="6765" y="12481"/>
                      <a:pt x="8378" y="12481"/>
                    </a:cubicBezTo>
                    <a:cubicBezTo>
                      <a:pt x="9990" y="12481"/>
                      <a:pt x="11487" y="11682"/>
                      <a:pt x="12382" y="10339"/>
                    </a:cubicBezTo>
                    <a:cubicBezTo>
                      <a:pt x="12488" y="10178"/>
                      <a:pt x="12665" y="10091"/>
                      <a:pt x="12845" y="10091"/>
                    </a:cubicBezTo>
                    <a:close/>
                    <a:moveTo>
                      <a:pt x="2794" y="1"/>
                    </a:moveTo>
                    <a:cubicBezTo>
                      <a:pt x="1253" y="1"/>
                      <a:pt x="0" y="1291"/>
                      <a:pt x="0" y="2830"/>
                    </a:cubicBezTo>
                    <a:lnTo>
                      <a:pt x="0" y="14001"/>
                    </a:lnTo>
                    <a:cubicBezTo>
                      <a:pt x="0" y="15540"/>
                      <a:pt x="1253" y="16792"/>
                      <a:pt x="2794" y="16792"/>
                    </a:cubicBezTo>
                    <a:lnTo>
                      <a:pt x="5912" y="16792"/>
                    </a:lnTo>
                    <a:lnTo>
                      <a:pt x="7984" y="18901"/>
                    </a:lnTo>
                    <a:cubicBezTo>
                      <a:pt x="8092" y="19009"/>
                      <a:pt x="8235" y="19064"/>
                      <a:pt x="8378" y="19064"/>
                    </a:cubicBezTo>
                    <a:cubicBezTo>
                      <a:pt x="8522" y="19064"/>
                      <a:pt x="8665" y="19009"/>
                      <a:pt x="8773" y="18901"/>
                    </a:cubicBezTo>
                    <a:lnTo>
                      <a:pt x="10844" y="16792"/>
                    </a:lnTo>
                    <a:lnTo>
                      <a:pt x="13963" y="16792"/>
                    </a:lnTo>
                    <a:cubicBezTo>
                      <a:pt x="15504" y="16792"/>
                      <a:pt x="16756" y="15540"/>
                      <a:pt x="16756" y="14001"/>
                    </a:cubicBezTo>
                    <a:lnTo>
                      <a:pt x="16756" y="2830"/>
                    </a:lnTo>
                    <a:cubicBezTo>
                      <a:pt x="16756" y="1291"/>
                      <a:pt x="15504" y="1"/>
                      <a:pt x="139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5" name="Google Shape;16371;p139">
              <a:extLst>
                <a:ext uri="{FF2B5EF4-FFF2-40B4-BE49-F238E27FC236}">
                  <a16:creationId xmlns:a16="http://schemas.microsoft.com/office/drawing/2014/main" id="{A427400D-AD23-5C65-55AA-51DB4A56CF40}"/>
                </a:ext>
              </a:extLst>
            </p:cNvPr>
            <p:cNvGrpSpPr/>
            <p:nvPr/>
          </p:nvGrpSpPr>
          <p:grpSpPr>
            <a:xfrm>
              <a:off x="4034702" y="3828305"/>
              <a:ext cx="387681" cy="387641"/>
              <a:chOff x="5611350" y="1561258"/>
              <a:chExt cx="397907" cy="397866"/>
            </a:xfrm>
            <a:grpFill/>
          </p:grpSpPr>
          <p:sp>
            <p:nvSpPr>
              <p:cNvPr id="362" name="Google Shape;16372;p139">
                <a:extLst>
                  <a:ext uri="{FF2B5EF4-FFF2-40B4-BE49-F238E27FC236}">
                    <a16:creationId xmlns:a16="http://schemas.microsoft.com/office/drawing/2014/main" id="{853DEFD8-3910-1D45-E1D5-7454508F55A6}"/>
                  </a:ext>
                </a:extLst>
              </p:cNvPr>
              <p:cNvSpPr/>
              <p:nvPr/>
            </p:nvSpPr>
            <p:spPr>
              <a:xfrm>
                <a:off x="5713589" y="1812337"/>
                <a:ext cx="38443" cy="39653"/>
              </a:xfrm>
              <a:custGeom>
                <a:avLst/>
                <a:gdLst/>
                <a:ahLst/>
                <a:cxnLst/>
                <a:rect l="l" t="t" r="r" b="b"/>
                <a:pathLst>
                  <a:path w="1842" h="1900" extrusionOk="0">
                    <a:moveTo>
                      <a:pt x="1842" y="1"/>
                    </a:moveTo>
                    <a:lnTo>
                      <a:pt x="630" y="486"/>
                    </a:lnTo>
                    <a:cubicBezTo>
                      <a:pt x="81" y="705"/>
                      <a:pt x="0" y="1450"/>
                      <a:pt x="490" y="1782"/>
                    </a:cubicBezTo>
                    <a:cubicBezTo>
                      <a:pt x="608" y="1862"/>
                      <a:pt x="755" y="1900"/>
                      <a:pt x="908" y="1900"/>
                    </a:cubicBezTo>
                    <a:cubicBezTo>
                      <a:pt x="1349" y="1900"/>
                      <a:pt x="1842" y="1590"/>
                      <a:pt x="1842" y="1092"/>
                    </a:cubicBezTo>
                    <a:lnTo>
                      <a:pt x="184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Google Shape;16373;p139">
                <a:extLst>
                  <a:ext uri="{FF2B5EF4-FFF2-40B4-BE49-F238E27FC236}">
                    <a16:creationId xmlns:a16="http://schemas.microsoft.com/office/drawing/2014/main" id="{D7E21FC2-F8D3-0FEF-8D8D-D7A4F1B8241D}"/>
                  </a:ext>
                </a:extLst>
              </p:cNvPr>
              <p:cNvSpPr/>
              <p:nvPr/>
            </p:nvSpPr>
            <p:spPr>
              <a:xfrm>
                <a:off x="5830124" y="1789047"/>
                <a:ext cx="38505" cy="39653"/>
              </a:xfrm>
              <a:custGeom>
                <a:avLst/>
                <a:gdLst/>
                <a:ahLst/>
                <a:cxnLst/>
                <a:rect l="l" t="t" r="r" b="b"/>
                <a:pathLst>
                  <a:path w="1845" h="1900" extrusionOk="0">
                    <a:moveTo>
                      <a:pt x="1844" y="1"/>
                    </a:moveTo>
                    <a:lnTo>
                      <a:pt x="631" y="485"/>
                    </a:lnTo>
                    <a:cubicBezTo>
                      <a:pt x="82" y="705"/>
                      <a:pt x="1" y="1450"/>
                      <a:pt x="491" y="1782"/>
                    </a:cubicBezTo>
                    <a:cubicBezTo>
                      <a:pt x="608" y="1862"/>
                      <a:pt x="755" y="1899"/>
                      <a:pt x="908" y="1899"/>
                    </a:cubicBezTo>
                    <a:cubicBezTo>
                      <a:pt x="1349" y="1899"/>
                      <a:pt x="1844" y="1588"/>
                      <a:pt x="1844" y="1090"/>
                    </a:cubicBezTo>
                    <a:lnTo>
                      <a:pt x="184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Google Shape;16374;p139">
                <a:extLst>
                  <a:ext uri="{FF2B5EF4-FFF2-40B4-BE49-F238E27FC236}">
                    <a16:creationId xmlns:a16="http://schemas.microsoft.com/office/drawing/2014/main" id="{C03140C9-2350-9A8A-2009-AC87614E031D}"/>
                  </a:ext>
                </a:extLst>
              </p:cNvPr>
              <p:cNvSpPr/>
              <p:nvPr/>
            </p:nvSpPr>
            <p:spPr>
              <a:xfrm>
                <a:off x="5611350" y="1561258"/>
                <a:ext cx="397907" cy="397866"/>
              </a:xfrm>
              <a:custGeom>
                <a:avLst/>
                <a:gdLst/>
                <a:ahLst/>
                <a:cxnLst/>
                <a:rect l="l" t="t" r="r" b="b"/>
                <a:pathLst>
                  <a:path w="19066" h="19064" extrusionOk="0">
                    <a:moveTo>
                      <a:pt x="12883" y="3949"/>
                    </a:moveTo>
                    <a:cubicBezTo>
                      <a:pt x="13013" y="3949"/>
                      <a:pt x="13138" y="3991"/>
                      <a:pt x="13238" y="4073"/>
                    </a:cubicBezTo>
                    <a:cubicBezTo>
                      <a:pt x="13369" y="4179"/>
                      <a:pt x="13443" y="4339"/>
                      <a:pt x="13443" y="4505"/>
                    </a:cubicBezTo>
                    <a:lnTo>
                      <a:pt x="13443" y="12005"/>
                    </a:lnTo>
                    <a:cubicBezTo>
                      <a:pt x="13443" y="13161"/>
                      <a:pt x="12421" y="13941"/>
                      <a:pt x="11388" y="13941"/>
                    </a:cubicBezTo>
                    <a:cubicBezTo>
                      <a:pt x="10369" y="13941"/>
                      <a:pt x="9534" y="13113"/>
                      <a:pt x="9534" y="12085"/>
                    </a:cubicBezTo>
                    <a:cubicBezTo>
                      <a:pt x="9534" y="11323"/>
                      <a:pt x="9990" y="10647"/>
                      <a:pt x="10700" y="10364"/>
                    </a:cubicBezTo>
                    <a:lnTo>
                      <a:pt x="12327" y="9713"/>
                    </a:lnTo>
                    <a:lnTo>
                      <a:pt x="12327" y="7420"/>
                    </a:lnTo>
                    <a:lnTo>
                      <a:pt x="7859" y="8315"/>
                    </a:lnTo>
                    <a:lnTo>
                      <a:pt x="7859" y="13123"/>
                    </a:lnTo>
                    <a:cubicBezTo>
                      <a:pt x="7859" y="14277"/>
                      <a:pt x="6834" y="15057"/>
                      <a:pt x="5803" y="15057"/>
                    </a:cubicBezTo>
                    <a:cubicBezTo>
                      <a:pt x="4784" y="15057"/>
                      <a:pt x="3949" y="14229"/>
                      <a:pt x="3949" y="13203"/>
                    </a:cubicBezTo>
                    <a:cubicBezTo>
                      <a:pt x="3949" y="12439"/>
                      <a:pt x="4406" y="11763"/>
                      <a:pt x="5115" y="11480"/>
                    </a:cubicBezTo>
                    <a:lnTo>
                      <a:pt x="6741" y="10829"/>
                    </a:lnTo>
                    <a:lnTo>
                      <a:pt x="6741" y="5623"/>
                    </a:lnTo>
                    <a:cubicBezTo>
                      <a:pt x="6741" y="5356"/>
                      <a:pt x="6930" y="5128"/>
                      <a:pt x="7190" y="5074"/>
                    </a:cubicBezTo>
                    <a:lnTo>
                      <a:pt x="12775" y="3958"/>
                    </a:lnTo>
                    <a:cubicBezTo>
                      <a:pt x="12811" y="3952"/>
                      <a:pt x="12847" y="3949"/>
                      <a:pt x="12883" y="3949"/>
                    </a:cubicBezTo>
                    <a:close/>
                    <a:moveTo>
                      <a:pt x="9534" y="1"/>
                    </a:moveTo>
                    <a:cubicBezTo>
                      <a:pt x="4298" y="1"/>
                      <a:pt x="1" y="4296"/>
                      <a:pt x="1" y="9532"/>
                    </a:cubicBezTo>
                    <a:cubicBezTo>
                      <a:pt x="1" y="14769"/>
                      <a:pt x="4298" y="19064"/>
                      <a:pt x="9534" y="19064"/>
                    </a:cubicBezTo>
                    <a:cubicBezTo>
                      <a:pt x="14768" y="19064"/>
                      <a:pt x="19065" y="14769"/>
                      <a:pt x="19065" y="9532"/>
                    </a:cubicBezTo>
                    <a:cubicBezTo>
                      <a:pt x="19065" y="4296"/>
                      <a:pt x="14768" y="1"/>
                      <a:pt x="953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Google Shape;16375;p139">
                <a:extLst>
                  <a:ext uri="{FF2B5EF4-FFF2-40B4-BE49-F238E27FC236}">
                    <a16:creationId xmlns:a16="http://schemas.microsoft.com/office/drawing/2014/main" id="{FEB4C1FB-8027-6144-3AA9-065654F12338}"/>
                  </a:ext>
                </a:extLst>
              </p:cNvPr>
              <p:cNvSpPr/>
              <p:nvPr/>
            </p:nvSpPr>
            <p:spPr>
              <a:xfrm>
                <a:off x="5775341" y="1669507"/>
                <a:ext cx="93247" cy="41531"/>
              </a:xfrm>
              <a:custGeom>
                <a:avLst/>
                <a:gdLst/>
                <a:ahLst/>
                <a:cxnLst/>
                <a:rect l="l" t="t" r="r" b="b"/>
                <a:pathLst>
                  <a:path w="4468" h="1990" extrusionOk="0">
                    <a:moveTo>
                      <a:pt x="4467" y="1"/>
                    </a:moveTo>
                    <a:lnTo>
                      <a:pt x="1" y="894"/>
                    </a:lnTo>
                    <a:lnTo>
                      <a:pt x="1" y="1989"/>
                    </a:lnTo>
                    <a:lnTo>
                      <a:pt x="4467" y="1096"/>
                    </a:lnTo>
                    <a:lnTo>
                      <a:pt x="446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6" name="Google Shape;16376;p139">
              <a:extLst>
                <a:ext uri="{FF2B5EF4-FFF2-40B4-BE49-F238E27FC236}">
                  <a16:creationId xmlns:a16="http://schemas.microsoft.com/office/drawing/2014/main" id="{1ECFB402-4B8D-83D9-E86E-B355347E87AD}"/>
                </a:ext>
              </a:extLst>
            </p:cNvPr>
            <p:cNvGrpSpPr/>
            <p:nvPr/>
          </p:nvGrpSpPr>
          <p:grpSpPr>
            <a:xfrm>
              <a:off x="4553987" y="3925571"/>
              <a:ext cx="387610" cy="193109"/>
              <a:chOff x="6140660" y="1661097"/>
              <a:chExt cx="397835" cy="198202"/>
            </a:xfrm>
            <a:grpFill/>
          </p:grpSpPr>
          <p:sp>
            <p:nvSpPr>
              <p:cNvPr id="358" name="Google Shape;16377;p139">
                <a:extLst>
                  <a:ext uri="{FF2B5EF4-FFF2-40B4-BE49-F238E27FC236}">
                    <a16:creationId xmlns:a16="http://schemas.microsoft.com/office/drawing/2014/main" id="{463E402E-32BB-AB3E-27E8-2652E75940AB}"/>
                  </a:ext>
                </a:extLst>
              </p:cNvPr>
              <p:cNvSpPr/>
              <p:nvPr/>
            </p:nvSpPr>
            <p:spPr>
              <a:xfrm>
                <a:off x="6281298" y="1707719"/>
                <a:ext cx="58290" cy="151579"/>
              </a:xfrm>
              <a:custGeom>
                <a:avLst/>
                <a:gdLst/>
                <a:ahLst/>
                <a:cxnLst/>
                <a:rect l="l" t="t" r="r" b="b"/>
                <a:pathLst>
                  <a:path w="2793" h="7263" extrusionOk="0">
                    <a:moveTo>
                      <a:pt x="1397" y="1"/>
                    </a:moveTo>
                    <a:cubicBezTo>
                      <a:pt x="627" y="1"/>
                      <a:pt x="1" y="627"/>
                      <a:pt x="1" y="1398"/>
                    </a:cubicBezTo>
                    <a:lnTo>
                      <a:pt x="1" y="5865"/>
                    </a:lnTo>
                    <a:cubicBezTo>
                      <a:pt x="1" y="6636"/>
                      <a:pt x="627" y="7262"/>
                      <a:pt x="1397" y="7262"/>
                    </a:cubicBezTo>
                    <a:cubicBezTo>
                      <a:pt x="2166" y="7262"/>
                      <a:pt x="2792" y="6634"/>
                      <a:pt x="2792" y="5865"/>
                    </a:cubicBezTo>
                    <a:lnTo>
                      <a:pt x="2792" y="1398"/>
                    </a:lnTo>
                    <a:cubicBezTo>
                      <a:pt x="2792" y="627"/>
                      <a:pt x="2166" y="1"/>
                      <a:pt x="139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Google Shape;16378;p139">
                <a:extLst>
                  <a:ext uri="{FF2B5EF4-FFF2-40B4-BE49-F238E27FC236}">
                    <a16:creationId xmlns:a16="http://schemas.microsoft.com/office/drawing/2014/main" id="{921046E4-27E5-8233-63A8-161C5A091EFC}"/>
                  </a:ext>
                </a:extLst>
              </p:cNvPr>
              <p:cNvSpPr/>
              <p:nvPr/>
            </p:nvSpPr>
            <p:spPr>
              <a:xfrm>
                <a:off x="6480225" y="1742675"/>
                <a:ext cx="58269" cy="58332"/>
              </a:xfrm>
              <a:custGeom>
                <a:avLst/>
                <a:gdLst/>
                <a:ahLst/>
                <a:cxnLst/>
                <a:rect l="l" t="t" r="r" b="b"/>
                <a:pathLst>
                  <a:path w="2792" h="2795" extrusionOk="0">
                    <a:moveTo>
                      <a:pt x="1396" y="1"/>
                    </a:moveTo>
                    <a:cubicBezTo>
                      <a:pt x="627" y="1"/>
                      <a:pt x="0" y="629"/>
                      <a:pt x="0" y="1398"/>
                    </a:cubicBezTo>
                    <a:cubicBezTo>
                      <a:pt x="0" y="2168"/>
                      <a:pt x="627" y="2794"/>
                      <a:pt x="1396" y="2794"/>
                    </a:cubicBezTo>
                    <a:cubicBezTo>
                      <a:pt x="2167" y="2794"/>
                      <a:pt x="2792" y="2168"/>
                      <a:pt x="2792" y="1398"/>
                    </a:cubicBezTo>
                    <a:cubicBezTo>
                      <a:pt x="2792" y="629"/>
                      <a:pt x="2167" y="1"/>
                      <a:pt x="139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Google Shape;16379;p139">
                <a:extLst>
                  <a:ext uri="{FF2B5EF4-FFF2-40B4-BE49-F238E27FC236}">
                    <a16:creationId xmlns:a16="http://schemas.microsoft.com/office/drawing/2014/main" id="{9C95C026-F35F-3762-C002-ED4245CD4811}"/>
                  </a:ext>
                </a:extLst>
              </p:cNvPr>
              <p:cNvSpPr/>
              <p:nvPr/>
            </p:nvSpPr>
            <p:spPr>
              <a:xfrm>
                <a:off x="6352004" y="1661097"/>
                <a:ext cx="129206" cy="198202"/>
              </a:xfrm>
              <a:custGeom>
                <a:avLst/>
                <a:gdLst/>
                <a:ahLst/>
                <a:cxnLst/>
                <a:rect l="l" t="t" r="r" b="b"/>
                <a:pathLst>
                  <a:path w="6191" h="9497" extrusionOk="0">
                    <a:moveTo>
                      <a:pt x="1396" y="0"/>
                    </a:moveTo>
                    <a:cubicBezTo>
                      <a:pt x="627" y="0"/>
                      <a:pt x="1" y="628"/>
                      <a:pt x="1" y="1398"/>
                    </a:cubicBezTo>
                    <a:lnTo>
                      <a:pt x="1" y="8099"/>
                    </a:lnTo>
                    <a:cubicBezTo>
                      <a:pt x="1" y="8870"/>
                      <a:pt x="627" y="9496"/>
                      <a:pt x="1396" y="9496"/>
                    </a:cubicBezTo>
                    <a:cubicBezTo>
                      <a:pt x="2168" y="9496"/>
                      <a:pt x="2792" y="8868"/>
                      <a:pt x="2792" y="8099"/>
                    </a:cubicBezTo>
                    <a:lnTo>
                      <a:pt x="2792" y="7683"/>
                    </a:lnTo>
                    <a:lnTo>
                      <a:pt x="3586" y="8874"/>
                    </a:lnTo>
                    <a:cubicBezTo>
                      <a:pt x="3845" y="9263"/>
                      <a:pt x="4280" y="9496"/>
                      <a:pt x="4749" y="9496"/>
                    </a:cubicBezTo>
                    <a:cubicBezTo>
                      <a:pt x="5025" y="9496"/>
                      <a:pt x="5293" y="9415"/>
                      <a:pt x="5522" y="9261"/>
                    </a:cubicBezTo>
                    <a:cubicBezTo>
                      <a:pt x="5833" y="9054"/>
                      <a:pt x="6044" y="8739"/>
                      <a:pt x="6118" y="8373"/>
                    </a:cubicBezTo>
                    <a:cubicBezTo>
                      <a:pt x="6190" y="8007"/>
                      <a:pt x="6116" y="7635"/>
                      <a:pt x="5909" y="7324"/>
                    </a:cubicBezTo>
                    <a:lnTo>
                      <a:pt x="4535" y="5261"/>
                    </a:lnTo>
                    <a:lnTo>
                      <a:pt x="5177" y="4619"/>
                    </a:lnTo>
                    <a:cubicBezTo>
                      <a:pt x="5722" y="4074"/>
                      <a:pt x="5722" y="3188"/>
                      <a:pt x="5177" y="2643"/>
                    </a:cubicBezTo>
                    <a:cubicBezTo>
                      <a:pt x="4904" y="2372"/>
                      <a:pt x="4547" y="2236"/>
                      <a:pt x="4190" y="2236"/>
                    </a:cubicBezTo>
                    <a:cubicBezTo>
                      <a:pt x="3832" y="2236"/>
                      <a:pt x="3475" y="2372"/>
                      <a:pt x="3203" y="2643"/>
                    </a:cubicBezTo>
                    <a:lnTo>
                      <a:pt x="2792" y="3054"/>
                    </a:lnTo>
                    <a:lnTo>
                      <a:pt x="2792" y="1398"/>
                    </a:lnTo>
                    <a:cubicBezTo>
                      <a:pt x="2792" y="627"/>
                      <a:pt x="2166" y="0"/>
                      <a:pt x="139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Google Shape;16380;p139">
                <a:extLst>
                  <a:ext uri="{FF2B5EF4-FFF2-40B4-BE49-F238E27FC236}">
                    <a16:creationId xmlns:a16="http://schemas.microsoft.com/office/drawing/2014/main" id="{BCA6BBB1-B64B-6D8A-E0BF-B5B173BB80B8}"/>
                  </a:ext>
                </a:extLst>
              </p:cNvPr>
              <p:cNvSpPr/>
              <p:nvPr/>
            </p:nvSpPr>
            <p:spPr>
              <a:xfrm>
                <a:off x="6140660" y="1661097"/>
                <a:ext cx="129185" cy="198202"/>
              </a:xfrm>
              <a:custGeom>
                <a:avLst/>
                <a:gdLst/>
                <a:ahLst/>
                <a:cxnLst/>
                <a:rect l="l" t="t" r="r" b="b"/>
                <a:pathLst>
                  <a:path w="6190" h="9497" extrusionOk="0">
                    <a:moveTo>
                      <a:pt x="1396" y="0"/>
                    </a:moveTo>
                    <a:cubicBezTo>
                      <a:pt x="626" y="0"/>
                      <a:pt x="0" y="628"/>
                      <a:pt x="0" y="1398"/>
                    </a:cubicBezTo>
                    <a:lnTo>
                      <a:pt x="0" y="8099"/>
                    </a:lnTo>
                    <a:cubicBezTo>
                      <a:pt x="0" y="8870"/>
                      <a:pt x="626" y="9496"/>
                      <a:pt x="1396" y="9496"/>
                    </a:cubicBezTo>
                    <a:cubicBezTo>
                      <a:pt x="2165" y="9496"/>
                      <a:pt x="2792" y="8868"/>
                      <a:pt x="2792" y="8099"/>
                    </a:cubicBezTo>
                    <a:lnTo>
                      <a:pt x="2792" y="7683"/>
                    </a:lnTo>
                    <a:lnTo>
                      <a:pt x="3586" y="8874"/>
                    </a:lnTo>
                    <a:cubicBezTo>
                      <a:pt x="3844" y="9263"/>
                      <a:pt x="4279" y="9496"/>
                      <a:pt x="4748" y="9496"/>
                    </a:cubicBezTo>
                    <a:cubicBezTo>
                      <a:pt x="5024" y="9496"/>
                      <a:pt x="5291" y="9415"/>
                      <a:pt x="5521" y="9261"/>
                    </a:cubicBezTo>
                    <a:cubicBezTo>
                      <a:pt x="5832" y="9054"/>
                      <a:pt x="6043" y="8739"/>
                      <a:pt x="6117" y="8373"/>
                    </a:cubicBezTo>
                    <a:cubicBezTo>
                      <a:pt x="6190" y="8007"/>
                      <a:pt x="6115" y="7635"/>
                      <a:pt x="5909" y="7324"/>
                    </a:cubicBezTo>
                    <a:lnTo>
                      <a:pt x="4534" y="5261"/>
                    </a:lnTo>
                    <a:lnTo>
                      <a:pt x="5176" y="4619"/>
                    </a:lnTo>
                    <a:cubicBezTo>
                      <a:pt x="5721" y="4074"/>
                      <a:pt x="5721" y="3188"/>
                      <a:pt x="5176" y="2643"/>
                    </a:cubicBezTo>
                    <a:cubicBezTo>
                      <a:pt x="4904" y="2372"/>
                      <a:pt x="4546" y="2236"/>
                      <a:pt x="4188" y="2236"/>
                    </a:cubicBezTo>
                    <a:cubicBezTo>
                      <a:pt x="3831" y="2236"/>
                      <a:pt x="3473" y="2372"/>
                      <a:pt x="3202" y="2643"/>
                    </a:cubicBezTo>
                    <a:lnTo>
                      <a:pt x="2792" y="3054"/>
                    </a:lnTo>
                    <a:lnTo>
                      <a:pt x="2792" y="1398"/>
                    </a:lnTo>
                    <a:cubicBezTo>
                      <a:pt x="2792" y="627"/>
                      <a:pt x="2165" y="0"/>
                      <a:pt x="139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7" name="Google Shape;16381;p139">
              <a:extLst>
                <a:ext uri="{FF2B5EF4-FFF2-40B4-BE49-F238E27FC236}">
                  <a16:creationId xmlns:a16="http://schemas.microsoft.com/office/drawing/2014/main" id="{9E25E062-AF7F-88B6-7620-934B7E630952}"/>
                </a:ext>
              </a:extLst>
            </p:cNvPr>
            <p:cNvGrpSpPr/>
            <p:nvPr/>
          </p:nvGrpSpPr>
          <p:grpSpPr>
            <a:xfrm>
              <a:off x="5073202" y="3828305"/>
              <a:ext cx="387681" cy="387641"/>
              <a:chOff x="6669907" y="1561258"/>
              <a:chExt cx="397907" cy="397866"/>
            </a:xfrm>
            <a:grpFill/>
          </p:grpSpPr>
          <p:sp>
            <p:nvSpPr>
              <p:cNvPr id="353" name="Google Shape;16382;p139">
                <a:extLst>
                  <a:ext uri="{FF2B5EF4-FFF2-40B4-BE49-F238E27FC236}">
                    <a16:creationId xmlns:a16="http://schemas.microsoft.com/office/drawing/2014/main" id="{95CCA435-F662-D897-8E45-FAD98DC14C2B}"/>
                  </a:ext>
                </a:extLst>
              </p:cNvPr>
              <p:cNvSpPr/>
              <p:nvPr/>
            </p:nvSpPr>
            <p:spPr>
              <a:xfrm>
                <a:off x="6950454" y="1655253"/>
                <a:ext cx="23312" cy="23354"/>
              </a:xfrm>
              <a:custGeom>
                <a:avLst/>
                <a:gdLst/>
                <a:ahLst/>
                <a:cxnLst/>
                <a:rect l="l" t="t" r="r" b="b"/>
                <a:pathLst>
                  <a:path w="1117" h="1119" extrusionOk="0">
                    <a:moveTo>
                      <a:pt x="558" y="1"/>
                    </a:moveTo>
                    <a:cubicBezTo>
                      <a:pt x="250" y="1"/>
                      <a:pt x="0" y="252"/>
                      <a:pt x="0" y="560"/>
                    </a:cubicBezTo>
                    <a:cubicBezTo>
                      <a:pt x="0" y="868"/>
                      <a:pt x="250" y="1119"/>
                      <a:pt x="558" y="1119"/>
                    </a:cubicBezTo>
                    <a:cubicBezTo>
                      <a:pt x="867" y="1119"/>
                      <a:pt x="1117" y="868"/>
                      <a:pt x="1117" y="560"/>
                    </a:cubicBezTo>
                    <a:cubicBezTo>
                      <a:pt x="1117" y="252"/>
                      <a:pt x="867" y="1"/>
                      <a:pt x="558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Google Shape;16383;p139">
                <a:extLst>
                  <a:ext uri="{FF2B5EF4-FFF2-40B4-BE49-F238E27FC236}">
                    <a16:creationId xmlns:a16="http://schemas.microsoft.com/office/drawing/2014/main" id="{A9AAD8C6-488B-5514-6C40-E75B3DB2CDDE}"/>
                  </a:ext>
                </a:extLst>
              </p:cNvPr>
              <p:cNvSpPr/>
              <p:nvPr/>
            </p:nvSpPr>
            <p:spPr>
              <a:xfrm>
                <a:off x="6740633" y="1725228"/>
                <a:ext cx="36919" cy="39632"/>
              </a:xfrm>
              <a:custGeom>
                <a:avLst/>
                <a:gdLst/>
                <a:ahLst/>
                <a:cxnLst/>
                <a:rect l="l" t="t" r="r" b="b"/>
                <a:pathLst>
                  <a:path w="1769" h="1899" extrusionOk="0">
                    <a:moveTo>
                      <a:pt x="1117" y="0"/>
                    </a:moveTo>
                    <a:cubicBezTo>
                      <a:pt x="502" y="0"/>
                      <a:pt x="1" y="501"/>
                      <a:pt x="1" y="1116"/>
                    </a:cubicBezTo>
                    <a:cubicBezTo>
                      <a:pt x="1" y="1419"/>
                      <a:pt x="135" y="1691"/>
                      <a:pt x="341" y="1898"/>
                    </a:cubicBezTo>
                    <a:cubicBezTo>
                      <a:pt x="643" y="1261"/>
                      <a:pt x="1133" y="690"/>
                      <a:pt x="1768" y="219"/>
                    </a:cubicBezTo>
                    <a:cubicBezTo>
                      <a:pt x="1581" y="83"/>
                      <a:pt x="1358" y="0"/>
                      <a:pt x="111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Google Shape;16384;p139">
                <a:extLst>
                  <a:ext uri="{FF2B5EF4-FFF2-40B4-BE49-F238E27FC236}">
                    <a16:creationId xmlns:a16="http://schemas.microsoft.com/office/drawing/2014/main" id="{61780292-669F-B156-320D-BB191C893F84}"/>
                  </a:ext>
                </a:extLst>
              </p:cNvPr>
              <p:cNvSpPr/>
              <p:nvPr/>
            </p:nvSpPr>
            <p:spPr>
              <a:xfrm>
                <a:off x="6763944" y="1725228"/>
                <a:ext cx="209827" cy="139892"/>
              </a:xfrm>
              <a:custGeom>
                <a:avLst/>
                <a:gdLst/>
                <a:ahLst/>
                <a:cxnLst/>
                <a:rect l="l" t="t" r="r" b="b"/>
                <a:pathLst>
                  <a:path w="10054" h="6703" extrusionOk="0">
                    <a:moveTo>
                      <a:pt x="2793" y="1116"/>
                    </a:moveTo>
                    <a:cubicBezTo>
                      <a:pt x="3409" y="1116"/>
                      <a:pt x="3910" y="1619"/>
                      <a:pt x="3910" y="2234"/>
                    </a:cubicBezTo>
                    <a:cubicBezTo>
                      <a:pt x="3910" y="2850"/>
                      <a:pt x="3409" y="3351"/>
                      <a:pt x="2793" y="3351"/>
                    </a:cubicBezTo>
                    <a:cubicBezTo>
                      <a:pt x="2178" y="3351"/>
                      <a:pt x="1675" y="2850"/>
                      <a:pt x="1675" y="2234"/>
                    </a:cubicBezTo>
                    <a:cubicBezTo>
                      <a:pt x="1675" y="1619"/>
                      <a:pt x="2178" y="1116"/>
                      <a:pt x="2793" y="1116"/>
                    </a:cubicBezTo>
                    <a:close/>
                    <a:moveTo>
                      <a:pt x="7262" y="1116"/>
                    </a:moveTo>
                    <a:cubicBezTo>
                      <a:pt x="7878" y="1116"/>
                      <a:pt x="8378" y="1619"/>
                      <a:pt x="8378" y="2234"/>
                    </a:cubicBezTo>
                    <a:cubicBezTo>
                      <a:pt x="8378" y="2850"/>
                      <a:pt x="7878" y="3351"/>
                      <a:pt x="7262" y="3351"/>
                    </a:cubicBezTo>
                    <a:cubicBezTo>
                      <a:pt x="6645" y="3351"/>
                      <a:pt x="6144" y="2850"/>
                      <a:pt x="6144" y="2234"/>
                    </a:cubicBezTo>
                    <a:cubicBezTo>
                      <a:pt x="6144" y="1619"/>
                      <a:pt x="6645" y="1116"/>
                      <a:pt x="7262" y="1116"/>
                    </a:cubicBezTo>
                    <a:close/>
                    <a:moveTo>
                      <a:pt x="7261" y="4469"/>
                    </a:moveTo>
                    <a:cubicBezTo>
                      <a:pt x="7466" y="4469"/>
                      <a:pt x="7663" y="4581"/>
                      <a:pt x="7761" y="4776"/>
                    </a:cubicBezTo>
                    <a:cubicBezTo>
                      <a:pt x="7899" y="5052"/>
                      <a:pt x="7787" y="5389"/>
                      <a:pt x="7511" y="5527"/>
                    </a:cubicBezTo>
                    <a:cubicBezTo>
                      <a:pt x="6733" y="5916"/>
                      <a:pt x="5880" y="6109"/>
                      <a:pt x="5028" y="6109"/>
                    </a:cubicBezTo>
                    <a:cubicBezTo>
                      <a:pt x="4173" y="6109"/>
                      <a:pt x="3321" y="5916"/>
                      <a:pt x="2544" y="5527"/>
                    </a:cubicBezTo>
                    <a:cubicBezTo>
                      <a:pt x="2268" y="5389"/>
                      <a:pt x="2155" y="5052"/>
                      <a:pt x="2293" y="4776"/>
                    </a:cubicBezTo>
                    <a:cubicBezTo>
                      <a:pt x="2391" y="4581"/>
                      <a:pt x="2589" y="4469"/>
                      <a:pt x="2794" y="4469"/>
                    </a:cubicBezTo>
                    <a:cubicBezTo>
                      <a:pt x="2878" y="4469"/>
                      <a:pt x="2963" y="4487"/>
                      <a:pt x="3043" y="4527"/>
                    </a:cubicBezTo>
                    <a:cubicBezTo>
                      <a:pt x="3664" y="4838"/>
                      <a:pt x="4345" y="4994"/>
                      <a:pt x="5027" y="4994"/>
                    </a:cubicBezTo>
                    <a:cubicBezTo>
                      <a:pt x="5708" y="4994"/>
                      <a:pt x="6390" y="4838"/>
                      <a:pt x="7011" y="4527"/>
                    </a:cubicBezTo>
                    <a:cubicBezTo>
                      <a:pt x="7092" y="4487"/>
                      <a:pt x="7177" y="4469"/>
                      <a:pt x="7261" y="4469"/>
                    </a:cubicBezTo>
                    <a:close/>
                    <a:moveTo>
                      <a:pt x="5028" y="0"/>
                    </a:moveTo>
                    <a:cubicBezTo>
                      <a:pt x="2256" y="0"/>
                      <a:pt x="0" y="1504"/>
                      <a:pt x="0" y="3351"/>
                    </a:cubicBezTo>
                    <a:cubicBezTo>
                      <a:pt x="0" y="5199"/>
                      <a:pt x="2256" y="6703"/>
                      <a:pt x="5028" y="6703"/>
                    </a:cubicBezTo>
                    <a:cubicBezTo>
                      <a:pt x="7798" y="6703"/>
                      <a:pt x="10054" y="5199"/>
                      <a:pt x="10054" y="3351"/>
                    </a:cubicBezTo>
                    <a:cubicBezTo>
                      <a:pt x="10054" y="1504"/>
                      <a:pt x="7798" y="0"/>
                      <a:pt x="502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Google Shape;16385;p139">
                <a:extLst>
                  <a:ext uri="{FF2B5EF4-FFF2-40B4-BE49-F238E27FC236}">
                    <a16:creationId xmlns:a16="http://schemas.microsoft.com/office/drawing/2014/main" id="{63FF389B-04C9-356F-394E-47919387A69B}"/>
                  </a:ext>
                </a:extLst>
              </p:cNvPr>
              <p:cNvSpPr/>
              <p:nvPr/>
            </p:nvSpPr>
            <p:spPr>
              <a:xfrm>
                <a:off x="6669907" y="1561258"/>
                <a:ext cx="397907" cy="397866"/>
              </a:xfrm>
              <a:custGeom>
                <a:avLst/>
                <a:gdLst/>
                <a:ahLst/>
                <a:cxnLst/>
                <a:rect l="l" t="t" r="r" b="b"/>
                <a:pathLst>
                  <a:path w="19066" h="19064" extrusionOk="0">
                    <a:moveTo>
                      <a:pt x="10650" y="3388"/>
                    </a:moveTo>
                    <a:cubicBezTo>
                      <a:pt x="10708" y="3388"/>
                      <a:pt x="10768" y="3398"/>
                      <a:pt x="10827" y="3417"/>
                    </a:cubicBezTo>
                    <a:lnTo>
                      <a:pt x="12686" y="4038"/>
                    </a:lnTo>
                    <a:cubicBezTo>
                      <a:pt x="12994" y="3645"/>
                      <a:pt x="13466" y="3389"/>
                      <a:pt x="14001" y="3389"/>
                    </a:cubicBezTo>
                    <a:cubicBezTo>
                      <a:pt x="14924" y="3389"/>
                      <a:pt x="15676" y="4140"/>
                      <a:pt x="15676" y="5064"/>
                    </a:cubicBezTo>
                    <a:cubicBezTo>
                      <a:pt x="15676" y="5987"/>
                      <a:pt x="14924" y="6739"/>
                      <a:pt x="14001" y="6739"/>
                    </a:cubicBezTo>
                    <a:cubicBezTo>
                      <a:pt x="13088" y="6739"/>
                      <a:pt x="12345" y="6003"/>
                      <a:pt x="12329" y="5094"/>
                    </a:cubicBezTo>
                    <a:lnTo>
                      <a:pt x="11004" y="4653"/>
                    </a:lnTo>
                    <a:lnTo>
                      <a:pt x="10294" y="6778"/>
                    </a:lnTo>
                    <a:cubicBezTo>
                      <a:pt x="11251" y="6865"/>
                      <a:pt x="12140" y="7109"/>
                      <a:pt x="12909" y="7479"/>
                    </a:cubicBezTo>
                    <a:cubicBezTo>
                      <a:pt x="13327" y="7017"/>
                      <a:pt x="13919" y="6739"/>
                      <a:pt x="14560" y="6739"/>
                    </a:cubicBezTo>
                    <a:cubicBezTo>
                      <a:pt x="15791" y="6739"/>
                      <a:pt x="16794" y="7742"/>
                      <a:pt x="16794" y="8973"/>
                    </a:cubicBezTo>
                    <a:cubicBezTo>
                      <a:pt x="16794" y="9780"/>
                      <a:pt x="16336" y="10498"/>
                      <a:pt x="15655" y="10891"/>
                    </a:cubicBezTo>
                    <a:cubicBezTo>
                      <a:pt x="15665" y="10997"/>
                      <a:pt x="15676" y="11101"/>
                      <a:pt x="15676" y="11208"/>
                    </a:cubicBezTo>
                    <a:cubicBezTo>
                      <a:pt x="15676" y="13672"/>
                      <a:pt x="12921" y="15676"/>
                      <a:pt x="9532" y="15676"/>
                    </a:cubicBezTo>
                    <a:cubicBezTo>
                      <a:pt x="6144" y="15676"/>
                      <a:pt x="3388" y="13672"/>
                      <a:pt x="3388" y="11208"/>
                    </a:cubicBezTo>
                    <a:cubicBezTo>
                      <a:pt x="3388" y="11101"/>
                      <a:pt x="3401" y="10997"/>
                      <a:pt x="3411" y="10891"/>
                    </a:cubicBezTo>
                    <a:cubicBezTo>
                      <a:pt x="2730" y="10498"/>
                      <a:pt x="2272" y="9780"/>
                      <a:pt x="2272" y="8973"/>
                    </a:cubicBezTo>
                    <a:cubicBezTo>
                      <a:pt x="2272" y="7742"/>
                      <a:pt x="3273" y="6739"/>
                      <a:pt x="4506" y="6739"/>
                    </a:cubicBezTo>
                    <a:cubicBezTo>
                      <a:pt x="5145" y="6739"/>
                      <a:pt x="5737" y="7017"/>
                      <a:pt x="6157" y="7479"/>
                    </a:cubicBezTo>
                    <a:cubicBezTo>
                      <a:pt x="7018" y="7065"/>
                      <a:pt x="8034" y="6806"/>
                      <a:pt x="9125" y="6755"/>
                    </a:cubicBezTo>
                    <a:lnTo>
                      <a:pt x="10119" y="3771"/>
                    </a:lnTo>
                    <a:cubicBezTo>
                      <a:pt x="10199" y="3537"/>
                      <a:pt x="10415" y="3388"/>
                      <a:pt x="10650" y="3388"/>
                    </a:cubicBezTo>
                    <a:close/>
                    <a:moveTo>
                      <a:pt x="9534" y="1"/>
                    </a:moveTo>
                    <a:cubicBezTo>
                      <a:pt x="4297" y="1"/>
                      <a:pt x="1" y="4296"/>
                      <a:pt x="1" y="9532"/>
                    </a:cubicBezTo>
                    <a:cubicBezTo>
                      <a:pt x="1" y="14769"/>
                      <a:pt x="4297" y="19064"/>
                      <a:pt x="9534" y="19064"/>
                    </a:cubicBezTo>
                    <a:cubicBezTo>
                      <a:pt x="14768" y="19064"/>
                      <a:pt x="19065" y="14769"/>
                      <a:pt x="19065" y="9532"/>
                    </a:cubicBezTo>
                    <a:cubicBezTo>
                      <a:pt x="19065" y="4296"/>
                      <a:pt x="14768" y="1"/>
                      <a:pt x="953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Google Shape;16386;p139">
                <a:extLst>
                  <a:ext uri="{FF2B5EF4-FFF2-40B4-BE49-F238E27FC236}">
                    <a16:creationId xmlns:a16="http://schemas.microsoft.com/office/drawing/2014/main" id="{2C1FEF52-3D37-A806-88AA-37ED8D4378BF}"/>
                  </a:ext>
                </a:extLst>
              </p:cNvPr>
              <p:cNvSpPr/>
              <p:nvPr/>
            </p:nvSpPr>
            <p:spPr>
              <a:xfrm>
                <a:off x="6960158" y="1725228"/>
                <a:ext cx="36940" cy="39632"/>
              </a:xfrm>
              <a:custGeom>
                <a:avLst/>
                <a:gdLst/>
                <a:ahLst/>
                <a:cxnLst/>
                <a:rect l="l" t="t" r="r" b="b"/>
                <a:pathLst>
                  <a:path w="1770" h="1899" extrusionOk="0">
                    <a:moveTo>
                      <a:pt x="652" y="0"/>
                    </a:moveTo>
                    <a:cubicBezTo>
                      <a:pt x="413" y="0"/>
                      <a:pt x="188" y="83"/>
                      <a:pt x="1" y="219"/>
                    </a:cubicBezTo>
                    <a:cubicBezTo>
                      <a:pt x="637" y="690"/>
                      <a:pt x="1127" y="1261"/>
                      <a:pt x="1428" y="1898"/>
                    </a:cubicBezTo>
                    <a:cubicBezTo>
                      <a:pt x="1635" y="1691"/>
                      <a:pt x="1770" y="1419"/>
                      <a:pt x="1770" y="1116"/>
                    </a:cubicBezTo>
                    <a:cubicBezTo>
                      <a:pt x="1770" y="501"/>
                      <a:pt x="1267" y="0"/>
                      <a:pt x="65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" name="Google Shape;16387;p139">
              <a:extLst>
                <a:ext uri="{FF2B5EF4-FFF2-40B4-BE49-F238E27FC236}">
                  <a16:creationId xmlns:a16="http://schemas.microsoft.com/office/drawing/2014/main" id="{62D889D6-EA86-C4FE-539A-938ECCFC7687}"/>
                </a:ext>
              </a:extLst>
            </p:cNvPr>
            <p:cNvGrpSpPr/>
            <p:nvPr/>
          </p:nvGrpSpPr>
          <p:grpSpPr>
            <a:xfrm>
              <a:off x="1958433" y="3885842"/>
              <a:ext cx="387681" cy="272572"/>
              <a:chOff x="3386036" y="1746339"/>
              <a:chExt cx="397907" cy="279762"/>
            </a:xfrm>
            <a:grpFill/>
          </p:grpSpPr>
          <p:sp>
            <p:nvSpPr>
              <p:cNvPr id="351" name="Google Shape;16388;p139">
                <a:extLst>
                  <a:ext uri="{FF2B5EF4-FFF2-40B4-BE49-F238E27FC236}">
                    <a16:creationId xmlns:a16="http://schemas.microsoft.com/office/drawing/2014/main" id="{3B7C6A4D-6A94-291C-7639-C89191AE96D2}"/>
                  </a:ext>
                </a:extLst>
              </p:cNvPr>
              <p:cNvSpPr/>
              <p:nvPr/>
            </p:nvSpPr>
            <p:spPr>
              <a:xfrm>
                <a:off x="3561652" y="1848954"/>
                <a:ext cx="59646" cy="74506"/>
              </a:xfrm>
              <a:custGeom>
                <a:avLst/>
                <a:gdLst/>
                <a:ahLst/>
                <a:cxnLst/>
                <a:rect l="l" t="t" r="r" b="b"/>
                <a:pathLst>
                  <a:path w="2858" h="3570" extrusionOk="0">
                    <a:moveTo>
                      <a:pt x="1" y="0"/>
                    </a:moveTo>
                    <a:lnTo>
                      <a:pt x="1" y="3570"/>
                    </a:lnTo>
                    <a:lnTo>
                      <a:pt x="2858" y="1785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Google Shape;16389;p139">
                <a:extLst>
                  <a:ext uri="{FF2B5EF4-FFF2-40B4-BE49-F238E27FC236}">
                    <a16:creationId xmlns:a16="http://schemas.microsoft.com/office/drawing/2014/main" id="{6BBFBB96-87A7-C980-8472-FAC96C5390CD}"/>
                  </a:ext>
                </a:extLst>
              </p:cNvPr>
              <p:cNvSpPr/>
              <p:nvPr/>
            </p:nvSpPr>
            <p:spPr>
              <a:xfrm>
                <a:off x="3386036" y="1746339"/>
                <a:ext cx="397907" cy="279762"/>
              </a:xfrm>
              <a:custGeom>
                <a:avLst/>
                <a:gdLst/>
                <a:ahLst/>
                <a:cxnLst/>
                <a:rect l="l" t="t" r="r" b="b"/>
                <a:pathLst>
                  <a:path w="19066" h="13405" extrusionOk="0">
                    <a:moveTo>
                      <a:pt x="7858" y="3351"/>
                    </a:moveTo>
                    <a:cubicBezTo>
                      <a:pt x="7961" y="3351"/>
                      <a:pt x="8064" y="3379"/>
                      <a:pt x="8154" y="3436"/>
                    </a:cubicBezTo>
                    <a:lnTo>
                      <a:pt x="12622" y="6230"/>
                    </a:lnTo>
                    <a:cubicBezTo>
                      <a:pt x="12785" y="6330"/>
                      <a:pt x="12884" y="6509"/>
                      <a:pt x="12884" y="6702"/>
                    </a:cubicBezTo>
                    <a:cubicBezTo>
                      <a:pt x="12884" y="6895"/>
                      <a:pt x="12785" y="7073"/>
                      <a:pt x="12622" y="7176"/>
                    </a:cubicBezTo>
                    <a:lnTo>
                      <a:pt x="8154" y="9968"/>
                    </a:lnTo>
                    <a:cubicBezTo>
                      <a:pt x="8063" y="10025"/>
                      <a:pt x="7961" y="10053"/>
                      <a:pt x="7859" y="10053"/>
                    </a:cubicBezTo>
                    <a:cubicBezTo>
                      <a:pt x="7765" y="10053"/>
                      <a:pt x="7671" y="10029"/>
                      <a:pt x="7588" y="9983"/>
                    </a:cubicBezTo>
                    <a:cubicBezTo>
                      <a:pt x="7409" y="9884"/>
                      <a:pt x="7299" y="9699"/>
                      <a:pt x="7299" y="9495"/>
                    </a:cubicBezTo>
                    <a:lnTo>
                      <a:pt x="7299" y="3910"/>
                    </a:lnTo>
                    <a:cubicBezTo>
                      <a:pt x="7299" y="3707"/>
                      <a:pt x="7409" y="3519"/>
                      <a:pt x="7588" y="3420"/>
                    </a:cubicBezTo>
                    <a:cubicBezTo>
                      <a:pt x="7671" y="3374"/>
                      <a:pt x="7765" y="3351"/>
                      <a:pt x="7858" y="3351"/>
                    </a:cubicBezTo>
                    <a:close/>
                    <a:moveTo>
                      <a:pt x="2794" y="1"/>
                    </a:moveTo>
                    <a:cubicBezTo>
                      <a:pt x="1255" y="1"/>
                      <a:pt x="1" y="1253"/>
                      <a:pt x="1" y="2792"/>
                    </a:cubicBezTo>
                    <a:lnTo>
                      <a:pt x="1" y="10611"/>
                    </a:lnTo>
                    <a:cubicBezTo>
                      <a:pt x="1" y="12152"/>
                      <a:pt x="1255" y="13405"/>
                      <a:pt x="2794" y="13405"/>
                    </a:cubicBezTo>
                    <a:lnTo>
                      <a:pt x="16274" y="13405"/>
                    </a:lnTo>
                    <a:cubicBezTo>
                      <a:pt x="17813" y="13405"/>
                      <a:pt x="19065" y="12152"/>
                      <a:pt x="19065" y="10611"/>
                    </a:cubicBezTo>
                    <a:lnTo>
                      <a:pt x="19065" y="2792"/>
                    </a:lnTo>
                    <a:cubicBezTo>
                      <a:pt x="19065" y="1253"/>
                      <a:pt x="17813" y="1"/>
                      <a:pt x="162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9" name="Google Shape;16390;p139">
              <a:extLst>
                <a:ext uri="{FF2B5EF4-FFF2-40B4-BE49-F238E27FC236}">
                  <a16:creationId xmlns:a16="http://schemas.microsoft.com/office/drawing/2014/main" id="{22CF2CF9-7D67-5C8D-58BD-143632AAC986}"/>
                </a:ext>
              </a:extLst>
            </p:cNvPr>
            <p:cNvGrpSpPr/>
            <p:nvPr/>
          </p:nvGrpSpPr>
          <p:grpSpPr>
            <a:xfrm>
              <a:off x="2996130" y="3828288"/>
              <a:ext cx="387681" cy="387681"/>
              <a:chOff x="4417380" y="1687279"/>
              <a:chExt cx="397907" cy="397907"/>
            </a:xfrm>
            <a:grpFill/>
          </p:grpSpPr>
          <p:sp>
            <p:nvSpPr>
              <p:cNvPr id="349" name="Google Shape;16391;p139">
                <a:extLst>
                  <a:ext uri="{FF2B5EF4-FFF2-40B4-BE49-F238E27FC236}">
                    <a16:creationId xmlns:a16="http://schemas.microsoft.com/office/drawing/2014/main" id="{0C9C5CF6-55F4-21F8-C246-C50D8BA4BB5B}"/>
                  </a:ext>
                </a:extLst>
              </p:cNvPr>
              <p:cNvSpPr/>
              <p:nvPr/>
            </p:nvSpPr>
            <p:spPr>
              <a:xfrm>
                <a:off x="4417380" y="1687279"/>
                <a:ext cx="397907" cy="397907"/>
              </a:xfrm>
              <a:custGeom>
                <a:avLst/>
                <a:gdLst/>
                <a:ahLst/>
                <a:cxnLst/>
                <a:rect l="l" t="t" r="r" b="b"/>
                <a:pathLst>
                  <a:path w="19066" h="19066" extrusionOk="0">
                    <a:moveTo>
                      <a:pt x="9525" y="2794"/>
                    </a:moveTo>
                    <a:cubicBezTo>
                      <a:pt x="11382" y="2845"/>
                      <a:pt x="13514" y="4021"/>
                      <a:pt x="13514" y="6949"/>
                    </a:cubicBezTo>
                    <a:cubicBezTo>
                      <a:pt x="13514" y="7361"/>
                      <a:pt x="13500" y="7674"/>
                      <a:pt x="13486" y="7912"/>
                    </a:cubicBezTo>
                    <a:cubicBezTo>
                      <a:pt x="13689" y="7867"/>
                      <a:pt x="14004" y="7789"/>
                      <a:pt x="14208" y="7789"/>
                    </a:cubicBezTo>
                    <a:cubicBezTo>
                      <a:pt x="14882" y="7789"/>
                      <a:pt x="15370" y="8202"/>
                      <a:pt x="15370" y="8769"/>
                    </a:cubicBezTo>
                    <a:cubicBezTo>
                      <a:pt x="15370" y="9574"/>
                      <a:pt x="14598" y="9882"/>
                      <a:pt x="14137" y="10066"/>
                    </a:cubicBezTo>
                    <a:cubicBezTo>
                      <a:pt x="14020" y="10112"/>
                      <a:pt x="13857" y="10178"/>
                      <a:pt x="13767" y="10231"/>
                    </a:cubicBezTo>
                    <a:cubicBezTo>
                      <a:pt x="13822" y="10949"/>
                      <a:pt x="14437" y="11278"/>
                      <a:pt x="15354" y="11690"/>
                    </a:cubicBezTo>
                    <a:cubicBezTo>
                      <a:pt x="16061" y="12007"/>
                      <a:pt x="16794" y="12336"/>
                      <a:pt x="16794" y="13104"/>
                    </a:cubicBezTo>
                    <a:cubicBezTo>
                      <a:pt x="16794" y="13896"/>
                      <a:pt x="16088" y="14016"/>
                      <a:pt x="15520" y="14112"/>
                    </a:cubicBezTo>
                    <a:cubicBezTo>
                      <a:pt x="15333" y="14146"/>
                      <a:pt x="15111" y="14183"/>
                      <a:pt x="14855" y="14239"/>
                    </a:cubicBezTo>
                    <a:cubicBezTo>
                      <a:pt x="14768" y="14620"/>
                      <a:pt x="14600" y="15156"/>
                      <a:pt x="13939" y="15156"/>
                    </a:cubicBezTo>
                    <a:cubicBezTo>
                      <a:pt x="13709" y="15156"/>
                      <a:pt x="13258" y="15035"/>
                      <a:pt x="12916" y="15035"/>
                    </a:cubicBezTo>
                    <a:cubicBezTo>
                      <a:pt x="12370" y="15035"/>
                      <a:pt x="12048" y="15253"/>
                      <a:pt x="11642" y="15531"/>
                    </a:cubicBezTo>
                    <a:cubicBezTo>
                      <a:pt x="11160" y="15860"/>
                      <a:pt x="10556" y="16272"/>
                      <a:pt x="9534" y="16272"/>
                    </a:cubicBezTo>
                    <a:cubicBezTo>
                      <a:pt x="8510" y="16272"/>
                      <a:pt x="7908" y="15860"/>
                      <a:pt x="7425" y="15531"/>
                    </a:cubicBezTo>
                    <a:cubicBezTo>
                      <a:pt x="7020" y="15255"/>
                      <a:pt x="6698" y="15035"/>
                      <a:pt x="6151" y="15035"/>
                    </a:cubicBezTo>
                    <a:cubicBezTo>
                      <a:pt x="5810" y="15035"/>
                      <a:pt x="5357" y="15156"/>
                      <a:pt x="5129" y="15156"/>
                    </a:cubicBezTo>
                    <a:cubicBezTo>
                      <a:pt x="4467" y="15156"/>
                      <a:pt x="4298" y="14620"/>
                      <a:pt x="4211" y="14239"/>
                    </a:cubicBezTo>
                    <a:cubicBezTo>
                      <a:pt x="3956" y="14183"/>
                      <a:pt x="3735" y="14146"/>
                      <a:pt x="3547" y="14112"/>
                    </a:cubicBezTo>
                    <a:cubicBezTo>
                      <a:pt x="2980" y="14016"/>
                      <a:pt x="2272" y="13896"/>
                      <a:pt x="2272" y="13104"/>
                    </a:cubicBezTo>
                    <a:cubicBezTo>
                      <a:pt x="2272" y="12336"/>
                      <a:pt x="3004" y="12007"/>
                      <a:pt x="3712" y="11690"/>
                    </a:cubicBezTo>
                    <a:cubicBezTo>
                      <a:pt x="4630" y="11280"/>
                      <a:pt x="5246" y="10949"/>
                      <a:pt x="5299" y="10231"/>
                    </a:cubicBezTo>
                    <a:cubicBezTo>
                      <a:pt x="5209" y="10178"/>
                      <a:pt x="5046" y="10112"/>
                      <a:pt x="4929" y="10066"/>
                    </a:cubicBezTo>
                    <a:cubicBezTo>
                      <a:pt x="4469" y="9882"/>
                      <a:pt x="3696" y="9573"/>
                      <a:pt x="3696" y="8769"/>
                    </a:cubicBezTo>
                    <a:cubicBezTo>
                      <a:pt x="3696" y="8202"/>
                      <a:pt x="4186" y="7789"/>
                      <a:pt x="4858" y="7789"/>
                    </a:cubicBezTo>
                    <a:cubicBezTo>
                      <a:pt x="5062" y="7789"/>
                      <a:pt x="5378" y="7867"/>
                      <a:pt x="5580" y="7912"/>
                    </a:cubicBezTo>
                    <a:cubicBezTo>
                      <a:pt x="5568" y="7674"/>
                      <a:pt x="5554" y="7361"/>
                      <a:pt x="5554" y="6949"/>
                    </a:cubicBezTo>
                    <a:cubicBezTo>
                      <a:pt x="5554" y="4011"/>
                      <a:pt x="7692" y="2840"/>
                      <a:pt x="9525" y="2794"/>
                    </a:cubicBezTo>
                    <a:close/>
                    <a:moveTo>
                      <a:pt x="2794" y="1"/>
                    </a:moveTo>
                    <a:cubicBezTo>
                      <a:pt x="1255" y="1"/>
                      <a:pt x="1" y="1253"/>
                      <a:pt x="1" y="2794"/>
                    </a:cubicBezTo>
                    <a:lnTo>
                      <a:pt x="1" y="16272"/>
                    </a:lnTo>
                    <a:cubicBezTo>
                      <a:pt x="1" y="17811"/>
                      <a:pt x="1255" y="19065"/>
                      <a:pt x="2794" y="19065"/>
                    </a:cubicBezTo>
                    <a:lnTo>
                      <a:pt x="16274" y="19065"/>
                    </a:lnTo>
                    <a:cubicBezTo>
                      <a:pt x="17813" y="19065"/>
                      <a:pt x="19065" y="17811"/>
                      <a:pt x="19065" y="16272"/>
                    </a:cubicBezTo>
                    <a:lnTo>
                      <a:pt x="19065" y="2792"/>
                    </a:lnTo>
                    <a:cubicBezTo>
                      <a:pt x="19065" y="1253"/>
                      <a:pt x="17813" y="1"/>
                      <a:pt x="162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Google Shape;16392;p139">
                <a:extLst>
                  <a:ext uri="{FF2B5EF4-FFF2-40B4-BE49-F238E27FC236}">
                    <a16:creationId xmlns:a16="http://schemas.microsoft.com/office/drawing/2014/main" id="{0B334B3F-15E8-5435-C65D-C350B94BDACD}"/>
                  </a:ext>
                </a:extLst>
              </p:cNvPr>
              <p:cNvSpPr/>
              <p:nvPr/>
            </p:nvSpPr>
            <p:spPr>
              <a:xfrm>
                <a:off x="4492363" y="1768878"/>
                <a:ext cx="248270" cy="234704"/>
              </a:xfrm>
              <a:custGeom>
                <a:avLst/>
                <a:gdLst/>
                <a:ahLst/>
                <a:cxnLst/>
                <a:rect l="l" t="t" r="r" b="b"/>
                <a:pathLst>
                  <a:path w="11896" h="11246" extrusionOk="0">
                    <a:moveTo>
                      <a:pt x="5930" y="0"/>
                    </a:moveTo>
                    <a:cubicBezTo>
                      <a:pt x="5093" y="21"/>
                      <a:pt x="3077" y="428"/>
                      <a:pt x="3077" y="3039"/>
                    </a:cubicBezTo>
                    <a:cubicBezTo>
                      <a:pt x="3077" y="3478"/>
                      <a:pt x="3094" y="3798"/>
                      <a:pt x="3107" y="4028"/>
                    </a:cubicBezTo>
                    <a:cubicBezTo>
                      <a:pt x="3142" y="4647"/>
                      <a:pt x="3077" y="5187"/>
                      <a:pt x="2410" y="5187"/>
                    </a:cubicBezTo>
                    <a:cubicBezTo>
                      <a:pt x="2173" y="5187"/>
                      <a:pt x="1840" y="5114"/>
                      <a:pt x="1608" y="5061"/>
                    </a:cubicBezTo>
                    <a:lnTo>
                      <a:pt x="1608" y="5061"/>
                    </a:lnTo>
                    <a:cubicBezTo>
                      <a:pt x="2217" y="5314"/>
                      <a:pt x="2827" y="5535"/>
                      <a:pt x="2827" y="6215"/>
                    </a:cubicBezTo>
                    <a:cubicBezTo>
                      <a:pt x="2827" y="7791"/>
                      <a:pt x="1472" y="8398"/>
                      <a:pt x="577" y="8799"/>
                    </a:cubicBezTo>
                    <a:cubicBezTo>
                      <a:pt x="400" y="8879"/>
                      <a:pt x="169" y="8981"/>
                      <a:pt x="0" y="9077"/>
                    </a:cubicBezTo>
                    <a:cubicBezTo>
                      <a:pt x="386" y="9148"/>
                      <a:pt x="526" y="9160"/>
                      <a:pt x="965" y="9263"/>
                    </a:cubicBezTo>
                    <a:cubicBezTo>
                      <a:pt x="1348" y="9355"/>
                      <a:pt x="1603" y="9620"/>
                      <a:pt x="1713" y="10103"/>
                    </a:cubicBezTo>
                    <a:cubicBezTo>
                      <a:pt x="2012" y="10046"/>
                      <a:pt x="2244" y="10007"/>
                      <a:pt x="2558" y="10007"/>
                    </a:cubicBezTo>
                    <a:cubicBezTo>
                      <a:pt x="3450" y="10007"/>
                      <a:pt x="3988" y="10373"/>
                      <a:pt x="4460" y="10697"/>
                    </a:cubicBezTo>
                    <a:cubicBezTo>
                      <a:pt x="4892" y="10991"/>
                      <a:pt x="5261" y="11244"/>
                      <a:pt x="5941" y="11246"/>
                    </a:cubicBezTo>
                    <a:cubicBezTo>
                      <a:pt x="6620" y="11244"/>
                      <a:pt x="6990" y="10991"/>
                      <a:pt x="7420" y="10697"/>
                    </a:cubicBezTo>
                    <a:cubicBezTo>
                      <a:pt x="7894" y="10373"/>
                      <a:pt x="8430" y="10007"/>
                      <a:pt x="9323" y="10007"/>
                    </a:cubicBezTo>
                    <a:cubicBezTo>
                      <a:pt x="9638" y="10007"/>
                      <a:pt x="9870" y="10044"/>
                      <a:pt x="10169" y="10103"/>
                    </a:cubicBezTo>
                    <a:cubicBezTo>
                      <a:pt x="10280" y="9616"/>
                      <a:pt x="10535" y="9355"/>
                      <a:pt x="10917" y="9263"/>
                    </a:cubicBezTo>
                    <a:cubicBezTo>
                      <a:pt x="11308" y="9171"/>
                      <a:pt x="11524" y="9140"/>
                      <a:pt x="11895" y="9075"/>
                    </a:cubicBezTo>
                    <a:cubicBezTo>
                      <a:pt x="11727" y="8988"/>
                      <a:pt x="11487" y="8880"/>
                      <a:pt x="11304" y="8799"/>
                    </a:cubicBezTo>
                    <a:cubicBezTo>
                      <a:pt x="10409" y="8398"/>
                      <a:pt x="9054" y="7791"/>
                      <a:pt x="9054" y="6215"/>
                    </a:cubicBezTo>
                    <a:cubicBezTo>
                      <a:pt x="9054" y="5541"/>
                      <a:pt x="9663" y="5312"/>
                      <a:pt x="10271" y="5061"/>
                    </a:cubicBezTo>
                    <a:lnTo>
                      <a:pt x="10271" y="5061"/>
                    </a:lnTo>
                    <a:cubicBezTo>
                      <a:pt x="9985" y="5105"/>
                      <a:pt x="9811" y="5187"/>
                      <a:pt x="9472" y="5187"/>
                    </a:cubicBezTo>
                    <a:cubicBezTo>
                      <a:pt x="8805" y="5187"/>
                      <a:pt x="8739" y="4647"/>
                      <a:pt x="8773" y="4028"/>
                    </a:cubicBezTo>
                    <a:cubicBezTo>
                      <a:pt x="8787" y="3798"/>
                      <a:pt x="8805" y="3478"/>
                      <a:pt x="8805" y="3039"/>
                    </a:cubicBezTo>
                    <a:cubicBezTo>
                      <a:pt x="8805" y="439"/>
                      <a:pt x="6795" y="25"/>
                      <a:pt x="593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0" name="Google Shape;16393;p139">
              <a:extLst>
                <a:ext uri="{FF2B5EF4-FFF2-40B4-BE49-F238E27FC236}">
                  <a16:creationId xmlns:a16="http://schemas.microsoft.com/office/drawing/2014/main" id="{5CF2698F-7070-D590-287B-4766FF92CE6B}"/>
                </a:ext>
              </a:extLst>
            </p:cNvPr>
            <p:cNvGrpSpPr/>
            <p:nvPr/>
          </p:nvGrpSpPr>
          <p:grpSpPr>
            <a:xfrm>
              <a:off x="7942611" y="3308537"/>
              <a:ext cx="387661" cy="387661"/>
              <a:chOff x="2869999" y="1687279"/>
              <a:chExt cx="397887" cy="397887"/>
            </a:xfrm>
            <a:grpFill/>
          </p:grpSpPr>
          <p:sp>
            <p:nvSpPr>
              <p:cNvPr id="347" name="Google Shape;16394;p139">
                <a:extLst>
                  <a:ext uri="{FF2B5EF4-FFF2-40B4-BE49-F238E27FC236}">
                    <a16:creationId xmlns:a16="http://schemas.microsoft.com/office/drawing/2014/main" id="{4A61C75A-49C4-D6FF-DD6C-CC7447D480FB}"/>
                  </a:ext>
                </a:extLst>
              </p:cNvPr>
              <p:cNvSpPr/>
              <p:nvPr/>
            </p:nvSpPr>
            <p:spPr>
              <a:xfrm>
                <a:off x="2994590" y="1833740"/>
                <a:ext cx="148657" cy="81685"/>
              </a:xfrm>
              <a:custGeom>
                <a:avLst/>
                <a:gdLst/>
                <a:ahLst/>
                <a:cxnLst/>
                <a:rect l="l" t="t" r="r" b="b"/>
                <a:pathLst>
                  <a:path w="7123" h="3914" extrusionOk="0">
                    <a:moveTo>
                      <a:pt x="2491" y="0"/>
                    </a:moveTo>
                    <a:lnTo>
                      <a:pt x="1" y="3112"/>
                    </a:lnTo>
                    <a:lnTo>
                      <a:pt x="1" y="3112"/>
                    </a:lnTo>
                    <a:lnTo>
                      <a:pt x="2196" y="2015"/>
                    </a:lnTo>
                    <a:cubicBezTo>
                      <a:pt x="2275" y="1975"/>
                      <a:pt x="2360" y="1956"/>
                      <a:pt x="2445" y="1956"/>
                    </a:cubicBezTo>
                    <a:cubicBezTo>
                      <a:pt x="2590" y="1956"/>
                      <a:pt x="2733" y="2012"/>
                      <a:pt x="2840" y="2119"/>
                    </a:cubicBezTo>
                    <a:lnTo>
                      <a:pt x="4634" y="3913"/>
                    </a:lnTo>
                    <a:lnTo>
                      <a:pt x="7123" y="800"/>
                    </a:lnTo>
                    <a:lnTo>
                      <a:pt x="4929" y="1897"/>
                    </a:lnTo>
                    <a:cubicBezTo>
                      <a:pt x="4850" y="1937"/>
                      <a:pt x="4764" y="1957"/>
                      <a:pt x="4679" y="1957"/>
                    </a:cubicBezTo>
                    <a:cubicBezTo>
                      <a:pt x="4535" y="1957"/>
                      <a:pt x="4392" y="1900"/>
                      <a:pt x="4285" y="1792"/>
                    </a:cubicBezTo>
                    <a:lnTo>
                      <a:pt x="2491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Google Shape;16395;p139">
                <a:extLst>
                  <a:ext uri="{FF2B5EF4-FFF2-40B4-BE49-F238E27FC236}">
                    <a16:creationId xmlns:a16="http://schemas.microsoft.com/office/drawing/2014/main" id="{27B6CCAF-6F93-F71D-64A0-B8B7F82D73C9}"/>
                  </a:ext>
                </a:extLst>
              </p:cNvPr>
              <p:cNvSpPr/>
              <p:nvPr/>
            </p:nvSpPr>
            <p:spPr>
              <a:xfrm>
                <a:off x="2869999" y="1687279"/>
                <a:ext cx="397887" cy="397887"/>
              </a:xfrm>
              <a:custGeom>
                <a:avLst/>
                <a:gdLst/>
                <a:ahLst/>
                <a:cxnLst/>
                <a:rect l="l" t="t" r="r" b="b"/>
                <a:pathLst>
                  <a:path w="19065" h="19065" extrusionOk="0">
                    <a:moveTo>
                      <a:pt x="8420" y="5623"/>
                    </a:moveTo>
                    <a:cubicBezTo>
                      <a:pt x="8569" y="5623"/>
                      <a:pt x="8707" y="5682"/>
                      <a:pt x="8810" y="5787"/>
                    </a:cubicBezTo>
                    <a:lnTo>
                      <a:pt x="10759" y="7736"/>
                    </a:lnTo>
                    <a:lnTo>
                      <a:pt x="14867" y="5683"/>
                    </a:lnTo>
                    <a:cubicBezTo>
                      <a:pt x="14947" y="5643"/>
                      <a:pt x="15033" y="5624"/>
                      <a:pt x="15118" y="5624"/>
                    </a:cubicBezTo>
                    <a:cubicBezTo>
                      <a:pt x="15283" y="5624"/>
                      <a:pt x="15443" y="5695"/>
                      <a:pt x="15552" y="5829"/>
                    </a:cubicBezTo>
                    <a:cubicBezTo>
                      <a:pt x="15716" y="6035"/>
                      <a:pt x="15718" y="6325"/>
                      <a:pt x="15553" y="6530"/>
                    </a:cubicBezTo>
                    <a:lnTo>
                      <a:pt x="11085" y="12116"/>
                    </a:lnTo>
                    <a:cubicBezTo>
                      <a:pt x="10973" y="12256"/>
                      <a:pt x="10812" y="12324"/>
                      <a:pt x="10652" y="12324"/>
                    </a:cubicBezTo>
                    <a:cubicBezTo>
                      <a:pt x="10507" y="12324"/>
                      <a:pt x="10363" y="12269"/>
                      <a:pt x="10255" y="12161"/>
                    </a:cubicBezTo>
                    <a:lnTo>
                      <a:pt x="8306" y="10211"/>
                    </a:lnTo>
                    <a:lnTo>
                      <a:pt x="4196" y="12267"/>
                    </a:lnTo>
                    <a:cubicBezTo>
                      <a:pt x="4117" y="12306"/>
                      <a:pt x="4032" y="12325"/>
                      <a:pt x="3948" y="12325"/>
                    </a:cubicBezTo>
                    <a:cubicBezTo>
                      <a:pt x="3784" y="12325"/>
                      <a:pt x="3622" y="12253"/>
                      <a:pt x="3514" y="12118"/>
                    </a:cubicBezTo>
                    <a:cubicBezTo>
                      <a:pt x="3347" y="11913"/>
                      <a:pt x="3347" y="11623"/>
                      <a:pt x="3510" y="11418"/>
                    </a:cubicBezTo>
                    <a:lnTo>
                      <a:pt x="7979" y="5833"/>
                    </a:lnTo>
                    <a:cubicBezTo>
                      <a:pt x="8078" y="5709"/>
                      <a:pt x="8226" y="5633"/>
                      <a:pt x="8384" y="5624"/>
                    </a:cubicBezTo>
                    <a:cubicBezTo>
                      <a:pt x="8396" y="5623"/>
                      <a:pt x="8408" y="5623"/>
                      <a:pt x="8420" y="5623"/>
                    </a:cubicBezTo>
                    <a:close/>
                    <a:moveTo>
                      <a:pt x="9532" y="1"/>
                    </a:moveTo>
                    <a:cubicBezTo>
                      <a:pt x="4297" y="1"/>
                      <a:pt x="0" y="4046"/>
                      <a:pt x="0" y="8975"/>
                    </a:cubicBezTo>
                    <a:cubicBezTo>
                      <a:pt x="0" y="11616"/>
                      <a:pt x="1255" y="14085"/>
                      <a:pt x="3388" y="15787"/>
                    </a:cubicBezTo>
                    <a:lnTo>
                      <a:pt x="3388" y="18506"/>
                    </a:lnTo>
                    <a:cubicBezTo>
                      <a:pt x="3388" y="18699"/>
                      <a:pt x="3489" y="18879"/>
                      <a:pt x="3653" y="18980"/>
                    </a:cubicBezTo>
                    <a:cubicBezTo>
                      <a:pt x="3742" y="19036"/>
                      <a:pt x="3843" y="19064"/>
                      <a:pt x="3946" y="19064"/>
                    </a:cubicBezTo>
                    <a:cubicBezTo>
                      <a:pt x="4031" y="19064"/>
                      <a:pt x="4117" y="19045"/>
                      <a:pt x="4196" y="19005"/>
                    </a:cubicBezTo>
                    <a:lnTo>
                      <a:pt x="6970" y="17581"/>
                    </a:lnTo>
                    <a:cubicBezTo>
                      <a:pt x="7802" y="17799"/>
                      <a:pt x="8661" y="17910"/>
                      <a:pt x="9532" y="17910"/>
                    </a:cubicBezTo>
                    <a:cubicBezTo>
                      <a:pt x="14768" y="17910"/>
                      <a:pt x="19065" y="13901"/>
                      <a:pt x="19065" y="8975"/>
                    </a:cubicBezTo>
                    <a:cubicBezTo>
                      <a:pt x="19065" y="4046"/>
                      <a:pt x="14768" y="1"/>
                      <a:pt x="953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1" name="Google Shape;16396;p139">
              <a:extLst>
                <a:ext uri="{FF2B5EF4-FFF2-40B4-BE49-F238E27FC236}">
                  <a16:creationId xmlns:a16="http://schemas.microsoft.com/office/drawing/2014/main" id="{D0232E95-1E24-21EB-EBA7-4A9669A0F532}"/>
                </a:ext>
              </a:extLst>
            </p:cNvPr>
            <p:cNvGrpSpPr/>
            <p:nvPr/>
          </p:nvGrpSpPr>
          <p:grpSpPr>
            <a:xfrm>
              <a:off x="2477718" y="3828664"/>
              <a:ext cx="386807" cy="386929"/>
              <a:chOff x="3902887" y="1687655"/>
              <a:chExt cx="397010" cy="397135"/>
            </a:xfrm>
            <a:grpFill/>
          </p:grpSpPr>
          <p:sp>
            <p:nvSpPr>
              <p:cNvPr id="345" name="Google Shape;16397;p139">
                <a:extLst>
                  <a:ext uri="{FF2B5EF4-FFF2-40B4-BE49-F238E27FC236}">
                    <a16:creationId xmlns:a16="http://schemas.microsoft.com/office/drawing/2014/main" id="{23FDFBC4-CD93-3E53-EE94-A7118E97625B}"/>
                  </a:ext>
                </a:extLst>
              </p:cNvPr>
              <p:cNvSpPr/>
              <p:nvPr/>
            </p:nvSpPr>
            <p:spPr>
              <a:xfrm>
                <a:off x="4023345" y="1785845"/>
                <a:ext cx="156275" cy="200269"/>
              </a:xfrm>
              <a:custGeom>
                <a:avLst/>
                <a:gdLst/>
                <a:ahLst/>
                <a:cxnLst/>
                <a:rect l="l" t="t" r="r" b="b"/>
                <a:pathLst>
                  <a:path w="7488" h="9596" extrusionOk="0">
                    <a:moveTo>
                      <a:pt x="3585" y="1"/>
                    </a:moveTo>
                    <a:cubicBezTo>
                      <a:pt x="3550" y="1"/>
                      <a:pt x="36" y="31"/>
                      <a:pt x="36" y="2561"/>
                    </a:cubicBezTo>
                    <a:cubicBezTo>
                      <a:pt x="36" y="4296"/>
                      <a:pt x="1381" y="4712"/>
                      <a:pt x="3429" y="5147"/>
                    </a:cubicBezTo>
                    <a:cubicBezTo>
                      <a:pt x="4813" y="5440"/>
                      <a:pt x="6242" y="5745"/>
                      <a:pt x="6242" y="7084"/>
                    </a:cubicBezTo>
                    <a:cubicBezTo>
                      <a:pt x="6242" y="8290"/>
                      <a:pt x="4968" y="9010"/>
                      <a:pt x="3737" y="9010"/>
                    </a:cubicBezTo>
                    <a:cubicBezTo>
                      <a:pt x="2265" y="9010"/>
                      <a:pt x="1591" y="8227"/>
                      <a:pt x="1100" y="7655"/>
                    </a:cubicBezTo>
                    <a:cubicBezTo>
                      <a:pt x="793" y="7298"/>
                      <a:pt x="640" y="7140"/>
                      <a:pt x="463" y="7140"/>
                    </a:cubicBezTo>
                    <a:cubicBezTo>
                      <a:pt x="330" y="7140"/>
                      <a:pt x="1" y="7243"/>
                      <a:pt x="1" y="7485"/>
                    </a:cubicBezTo>
                    <a:cubicBezTo>
                      <a:pt x="1" y="8301"/>
                      <a:pt x="1016" y="9596"/>
                      <a:pt x="3744" y="9596"/>
                    </a:cubicBezTo>
                    <a:cubicBezTo>
                      <a:pt x="5165" y="9594"/>
                      <a:pt x="6203" y="9265"/>
                      <a:pt x="6831" y="8616"/>
                    </a:cubicBezTo>
                    <a:cubicBezTo>
                      <a:pt x="7479" y="7947"/>
                      <a:pt x="7487" y="7116"/>
                      <a:pt x="7482" y="6957"/>
                    </a:cubicBezTo>
                    <a:cubicBezTo>
                      <a:pt x="7482" y="5087"/>
                      <a:pt x="6088" y="4674"/>
                      <a:pt x="3964" y="4255"/>
                    </a:cubicBezTo>
                    <a:cubicBezTo>
                      <a:pt x="2598" y="3986"/>
                      <a:pt x="1186" y="3709"/>
                      <a:pt x="1186" y="2410"/>
                    </a:cubicBezTo>
                    <a:cubicBezTo>
                      <a:pt x="1186" y="1420"/>
                      <a:pt x="2170" y="675"/>
                      <a:pt x="3475" y="675"/>
                    </a:cubicBezTo>
                    <a:cubicBezTo>
                      <a:pt x="4868" y="675"/>
                      <a:pt x="5485" y="1305"/>
                      <a:pt x="5938" y="1766"/>
                    </a:cubicBezTo>
                    <a:cubicBezTo>
                      <a:pt x="6247" y="2081"/>
                      <a:pt x="6375" y="2191"/>
                      <a:pt x="6598" y="2191"/>
                    </a:cubicBezTo>
                    <a:cubicBezTo>
                      <a:pt x="6794" y="2191"/>
                      <a:pt x="7082" y="2072"/>
                      <a:pt x="7082" y="1818"/>
                    </a:cubicBezTo>
                    <a:cubicBezTo>
                      <a:pt x="7082" y="1381"/>
                      <a:pt x="5803" y="1"/>
                      <a:pt x="358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16398;p139">
                <a:extLst>
                  <a:ext uri="{FF2B5EF4-FFF2-40B4-BE49-F238E27FC236}">
                    <a16:creationId xmlns:a16="http://schemas.microsoft.com/office/drawing/2014/main" id="{27D1D3A2-8068-7E00-75D6-54965E6AB993}"/>
                  </a:ext>
                </a:extLst>
              </p:cNvPr>
              <p:cNvSpPr/>
              <p:nvPr/>
            </p:nvSpPr>
            <p:spPr>
              <a:xfrm>
                <a:off x="3902887" y="1687655"/>
                <a:ext cx="397010" cy="397135"/>
              </a:xfrm>
              <a:custGeom>
                <a:avLst/>
                <a:gdLst/>
                <a:ahLst/>
                <a:cxnLst/>
                <a:rect l="l" t="t" r="r" b="b"/>
                <a:pathLst>
                  <a:path w="19023" h="19029" extrusionOk="0">
                    <a:moveTo>
                      <a:pt x="9357" y="3591"/>
                    </a:moveTo>
                    <a:cubicBezTo>
                      <a:pt x="11911" y="3591"/>
                      <a:pt x="13969" y="5196"/>
                      <a:pt x="13969" y="6523"/>
                    </a:cubicBezTo>
                    <a:cubicBezTo>
                      <a:pt x="13969" y="7455"/>
                      <a:pt x="13157" y="8010"/>
                      <a:pt x="12370" y="8010"/>
                    </a:cubicBezTo>
                    <a:cubicBezTo>
                      <a:pt x="11658" y="8010"/>
                      <a:pt x="11246" y="7589"/>
                      <a:pt x="10914" y="7251"/>
                    </a:cubicBezTo>
                    <a:cubicBezTo>
                      <a:pt x="10514" y="6845"/>
                      <a:pt x="10171" y="6494"/>
                      <a:pt x="9247" y="6494"/>
                    </a:cubicBezTo>
                    <a:cubicBezTo>
                      <a:pt x="8481" y="6494"/>
                      <a:pt x="8073" y="6855"/>
                      <a:pt x="8073" y="7115"/>
                    </a:cubicBezTo>
                    <a:cubicBezTo>
                      <a:pt x="8073" y="7497"/>
                      <a:pt x="9028" y="7685"/>
                      <a:pt x="9950" y="7867"/>
                    </a:cubicBezTo>
                    <a:cubicBezTo>
                      <a:pt x="11710" y="8214"/>
                      <a:pt x="14369" y="8739"/>
                      <a:pt x="14369" y="11635"/>
                    </a:cubicBezTo>
                    <a:cubicBezTo>
                      <a:pt x="14379" y="11960"/>
                      <a:pt x="14340" y="13128"/>
                      <a:pt x="13404" y="14096"/>
                    </a:cubicBezTo>
                    <a:cubicBezTo>
                      <a:pt x="12561" y="14970"/>
                      <a:pt x="11252" y="15414"/>
                      <a:pt x="9518" y="15415"/>
                    </a:cubicBezTo>
                    <a:lnTo>
                      <a:pt x="9516" y="15415"/>
                    </a:lnTo>
                    <a:cubicBezTo>
                      <a:pt x="5952" y="15415"/>
                      <a:pt x="4658" y="13487"/>
                      <a:pt x="4658" y="12190"/>
                    </a:cubicBezTo>
                    <a:cubicBezTo>
                      <a:pt x="4658" y="11290"/>
                      <a:pt x="5476" y="10731"/>
                      <a:pt x="6235" y="10731"/>
                    </a:cubicBezTo>
                    <a:cubicBezTo>
                      <a:pt x="6942" y="10731"/>
                      <a:pt x="7354" y="11210"/>
                      <a:pt x="7717" y="11633"/>
                    </a:cubicBezTo>
                    <a:cubicBezTo>
                      <a:pt x="8145" y="12132"/>
                      <a:pt x="8549" y="12601"/>
                      <a:pt x="9509" y="12601"/>
                    </a:cubicBezTo>
                    <a:cubicBezTo>
                      <a:pt x="10165" y="12601"/>
                      <a:pt x="10898" y="12254"/>
                      <a:pt x="10898" y="11789"/>
                    </a:cubicBezTo>
                    <a:cubicBezTo>
                      <a:pt x="10898" y="11384"/>
                      <a:pt x="10135" y="11191"/>
                      <a:pt x="8970" y="10943"/>
                    </a:cubicBezTo>
                    <a:cubicBezTo>
                      <a:pt x="7165" y="10559"/>
                      <a:pt x="4694" y="10032"/>
                      <a:pt x="4694" y="7266"/>
                    </a:cubicBezTo>
                    <a:cubicBezTo>
                      <a:pt x="4694" y="4359"/>
                      <a:pt x="7744" y="3591"/>
                      <a:pt x="9357" y="3591"/>
                    </a:cubicBezTo>
                    <a:close/>
                    <a:moveTo>
                      <a:pt x="5202" y="0"/>
                    </a:moveTo>
                    <a:cubicBezTo>
                      <a:pt x="2338" y="0"/>
                      <a:pt x="6" y="2303"/>
                      <a:pt x="1" y="5148"/>
                    </a:cubicBezTo>
                    <a:lnTo>
                      <a:pt x="1" y="5159"/>
                    </a:lnTo>
                    <a:cubicBezTo>
                      <a:pt x="2" y="6225"/>
                      <a:pt x="261" y="6830"/>
                      <a:pt x="469" y="7319"/>
                    </a:cubicBezTo>
                    <a:cubicBezTo>
                      <a:pt x="609" y="7646"/>
                      <a:pt x="712" y="7885"/>
                      <a:pt x="712" y="8212"/>
                    </a:cubicBezTo>
                    <a:cubicBezTo>
                      <a:pt x="712" y="8219"/>
                      <a:pt x="632" y="9035"/>
                      <a:pt x="632" y="9553"/>
                    </a:cubicBezTo>
                    <a:cubicBezTo>
                      <a:pt x="632" y="12302"/>
                      <a:pt x="2927" y="18423"/>
                      <a:pt x="9541" y="18423"/>
                    </a:cubicBezTo>
                    <a:cubicBezTo>
                      <a:pt x="10171" y="18423"/>
                      <a:pt x="10931" y="18343"/>
                      <a:pt x="10931" y="18343"/>
                    </a:cubicBezTo>
                    <a:cubicBezTo>
                      <a:pt x="11190" y="18343"/>
                      <a:pt x="11441" y="18446"/>
                      <a:pt x="11759" y="18577"/>
                    </a:cubicBezTo>
                    <a:cubicBezTo>
                      <a:pt x="12509" y="18886"/>
                      <a:pt x="13241" y="19028"/>
                      <a:pt x="13937" y="19028"/>
                    </a:cubicBezTo>
                    <a:cubicBezTo>
                      <a:pt x="15330" y="19028"/>
                      <a:pt x="16576" y="18458"/>
                      <a:pt x="17517" y="17520"/>
                    </a:cubicBezTo>
                    <a:cubicBezTo>
                      <a:pt x="18489" y="16555"/>
                      <a:pt x="19023" y="15260"/>
                      <a:pt x="19023" y="13878"/>
                    </a:cubicBezTo>
                    <a:cubicBezTo>
                      <a:pt x="19023" y="12804"/>
                      <a:pt x="18763" y="12198"/>
                      <a:pt x="18554" y="11708"/>
                    </a:cubicBezTo>
                    <a:cubicBezTo>
                      <a:pt x="18414" y="11380"/>
                      <a:pt x="18312" y="11141"/>
                      <a:pt x="18312" y="10814"/>
                    </a:cubicBezTo>
                    <a:cubicBezTo>
                      <a:pt x="18312" y="10804"/>
                      <a:pt x="18391" y="9993"/>
                      <a:pt x="18391" y="9473"/>
                    </a:cubicBezTo>
                    <a:cubicBezTo>
                      <a:pt x="18391" y="6724"/>
                      <a:pt x="16095" y="603"/>
                      <a:pt x="9483" y="603"/>
                    </a:cubicBezTo>
                    <a:cubicBezTo>
                      <a:pt x="8853" y="603"/>
                      <a:pt x="8092" y="683"/>
                      <a:pt x="8092" y="683"/>
                    </a:cubicBezTo>
                    <a:cubicBezTo>
                      <a:pt x="7832" y="683"/>
                      <a:pt x="7583" y="580"/>
                      <a:pt x="7264" y="450"/>
                    </a:cubicBezTo>
                    <a:cubicBezTo>
                      <a:pt x="6767" y="244"/>
                      <a:pt x="6150" y="0"/>
                      <a:pt x="520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2" name="Google Shape;16399;p139">
              <a:extLst>
                <a:ext uri="{FF2B5EF4-FFF2-40B4-BE49-F238E27FC236}">
                  <a16:creationId xmlns:a16="http://schemas.microsoft.com/office/drawing/2014/main" id="{FA8C8796-5523-FA56-DD48-FCC3747A8797}"/>
                </a:ext>
              </a:extLst>
            </p:cNvPr>
            <p:cNvGrpSpPr/>
            <p:nvPr/>
          </p:nvGrpSpPr>
          <p:grpSpPr>
            <a:xfrm>
              <a:off x="3515416" y="3828344"/>
              <a:ext cx="387681" cy="387681"/>
              <a:chOff x="4933458" y="1687279"/>
              <a:chExt cx="397907" cy="397907"/>
            </a:xfrm>
            <a:grpFill/>
          </p:grpSpPr>
          <p:sp>
            <p:nvSpPr>
              <p:cNvPr id="342" name="Google Shape;16400;p139">
                <a:extLst>
                  <a:ext uri="{FF2B5EF4-FFF2-40B4-BE49-F238E27FC236}">
                    <a16:creationId xmlns:a16="http://schemas.microsoft.com/office/drawing/2014/main" id="{D93E53AE-EA99-8241-A767-8D070CC5B5FA}"/>
                  </a:ext>
                </a:extLst>
              </p:cNvPr>
              <p:cNvSpPr/>
              <p:nvPr/>
            </p:nvSpPr>
            <p:spPr>
              <a:xfrm>
                <a:off x="5071801" y="1766541"/>
                <a:ext cx="125867" cy="241215"/>
              </a:xfrm>
              <a:custGeom>
                <a:avLst/>
                <a:gdLst/>
                <a:ahLst/>
                <a:cxnLst/>
                <a:rect l="l" t="t" r="r" b="b"/>
                <a:pathLst>
                  <a:path w="6031" h="11558" extrusionOk="0">
                    <a:moveTo>
                      <a:pt x="2415" y="1"/>
                    </a:moveTo>
                    <a:cubicBezTo>
                      <a:pt x="2233" y="993"/>
                      <a:pt x="1808" y="2415"/>
                      <a:pt x="0" y="2785"/>
                    </a:cubicBezTo>
                    <a:lnTo>
                      <a:pt x="0" y="4244"/>
                    </a:lnTo>
                    <a:lnTo>
                      <a:pt x="1228" y="4244"/>
                    </a:lnTo>
                    <a:cubicBezTo>
                      <a:pt x="1537" y="4244"/>
                      <a:pt x="1787" y="4496"/>
                      <a:pt x="1787" y="4803"/>
                    </a:cubicBezTo>
                    <a:lnTo>
                      <a:pt x="1787" y="9077"/>
                    </a:lnTo>
                    <a:cubicBezTo>
                      <a:pt x="1787" y="10222"/>
                      <a:pt x="2553" y="11558"/>
                      <a:pt x="4714" y="11558"/>
                    </a:cubicBezTo>
                    <a:cubicBezTo>
                      <a:pt x="5212" y="11558"/>
                      <a:pt x="5689" y="11535"/>
                      <a:pt x="6031" y="11512"/>
                    </a:cubicBezTo>
                    <a:lnTo>
                      <a:pt x="6031" y="9905"/>
                    </a:lnTo>
                    <a:lnTo>
                      <a:pt x="4891" y="9905"/>
                    </a:lnTo>
                    <a:cubicBezTo>
                      <a:pt x="3535" y="9905"/>
                      <a:pt x="3351" y="9125"/>
                      <a:pt x="3351" y="8363"/>
                    </a:cubicBezTo>
                    <a:lnTo>
                      <a:pt x="3351" y="4803"/>
                    </a:lnTo>
                    <a:cubicBezTo>
                      <a:pt x="3351" y="4496"/>
                      <a:pt x="3600" y="4244"/>
                      <a:pt x="3910" y="4244"/>
                    </a:cubicBezTo>
                    <a:lnTo>
                      <a:pt x="6031" y="4244"/>
                    </a:lnTo>
                    <a:lnTo>
                      <a:pt x="6031" y="2681"/>
                    </a:lnTo>
                    <a:lnTo>
                      <a:pt x="3910" y="2681"/>
                    </a:lnTo>
                    <a:cubicBezTo>
                      <a:pt x="3600" y="2681"/>
                      <a:pt x="3351" y="2431"/>
                      <a:pt x="3351" y="2122"/>
                    </a:cubicBezTo>
                    <a:lnTo>
                      <a:pt x="335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Google Shape;16401;p139">
                <a:extLst>
                  <a:ext uri="{FF2B5EF4-FFF2-40B4-BE49-F238E27FC236}">
                    <a16:creationId xmlns:a16="http://schemas.microsoft.com/office/drawing/2014/main" id="{006D481C-A97B-9395-DBDD-213A479B9552}"/>
                  </a:ext>
                </a:extLst>
              </p:cNvPr>
              <p:cNvSpPr/>
              <p:nvPr/>
            </p:nvSpPr>
            <p:spPr>
              <a:xfrm>
                <a:off x="4933458" y="1687279"/>
                <a:ext cx="397907" cy="397907"/>
              </a:xfrm>
              <a:custGeom>
                <a:avLst/>
                <a:gdLst/>
                <a:ahLst/>
                <a:cxnLst/>
                <a:rect l="l" t="t" r="r" b="b"/>
                <a:pathLst>
                  <a:path w="19066" h="19066" extrusionOk="0">
                    <a:moveTo>
                      <a:pt x="10539" y="2681"/>
                    </a:moveTo>
                    <a:cubicBezTo>
                      <a:pt x="10846" y="2681"/>
                      <a:pt x="11059" y="2932"/>
                      <a:pt x="11059" y="3240"/>
                    </a:cubicBezTo>
                    <a:lnTo>
                      <a:pt x="11059" y="5362"/>
                    </a:lnTo>
                    <a:lnTo>
                      <a:pt x="13219" y="5362"/>
                    </a:lnTo>
                    <a:cubicBezTo>
                      <a:pt x="13528" y="5362"/>
                      <a:pt x="13778" y="5612"/>
                      <a:pt x="13778" y="5921"/>
                    </a:cubicBezTo>
                    <a:lnTo>
                      <a:pt x="13778" y="8601"/>
                    </a:lnTo>
                    <a:cubicBezTo>
                      <a:pt x="13778" y="8911"/>
                      <a:pt x="13528" y="9160"/>
                      <a:pt x="13219" y="9160"/>
                    </a:cubicBezTo>
                    <a:lnTo>
                      <a:pt x="11096" y="9160"/>
                    </a:lnTo>
                    <a:lnTo>
                      <a:pt x="11096" y="12161"/>
                    </a:lnTo>
                    <a:cubicBezTo>
                      <a:pt x="11096" y="12440"/>
                      <a:pt x="11121" y="12520"/>
                      <a:pt x="11133" y="12541"/>
                    </a:cubicBezTo>
                    <a:cubicBezTo>
                      <a:pt x="11140" y="12541"/>
                      <a:pt x="11234" y="12585"/>
                      <a:pt x="11520" y="12585"/>
                    </a:cubicBezTo>
                    <a:lnTo>
                      <a:pt x="13219" y="12585"/>
                    </a:lnTo>
                    <a:cubicBezTo>
                      <a:pt x="13528" y="12585"/>
                      <a:pt x="13741" y="12836"/>
                      <a:pt x="13741" y="13144"/>
                    </a:cubicBezTo>
                    <a:lnTo>
                      <a:pt x="13741" y="15826"/>
                    </a:lnTo>
                    <a:cubicBezTo>
                      <a:pt x="13741" y="16113"/>
                      <a:pt x="13560" y="16351"/>
                      <a:pt x="13273" y="16382"/>
                    </a:cubicBezTo>
                    <a:cubicBezTo>
                      <a:pt x="13236" y="16385"/>
                      <a:pt x="12341" y="16474"/>
                      <a:pt x="11342" y="16474"/>
                    </a:cubicBezTo>
                    <a:cubicBezTo>
                      <a:pt x="8564" y="16474"/>
                      <a:pt x="7298" y="14609"/>
                      <a:pt x="7298" y="12877"/>
                    </a:cubicBezTo>
                    <a:lnTo>
                      <a:pt x="7298" y="9160"/>
                    </a:lnTo>
                    <a:lnTo>
                      <a:pt x="6070" y="9160"/>
                    </a:lnTo>
                    <a:cubicBezTo>
                      <a:pt x="5760" y="9160"/>
                      <a:pt x="5511" y="8911"/>
                      <a:pt x="5511" y="8601"/>
                    </a:cubicBezTo>
                    <a:lnTo>
                      <a:pt x="5511" y="6100"/>
                    </a:lnTo>
                    <a:cubicBezTo>
                      <a:pt x="5511" y="5808"/>
                      <a:pt x="5734" y="5568"/>
                      <a:pt x="6024" y="5543"/>
                    </a:cubicBezTo>
                    <a:cubicBezTo>
                      <a:pt x="7535" y="5417"/>
                      <a:pt x="7797" y="4524"/>
                      <a:pt x="8000" y="3275"/>
                    </a:cubicBezTo>
                    <a:lnTo>
                      <a:pt x="8021" y="3148"/>
                    </a:lnTo>
                    <a:cubicBezTo>
                      <a:pt x="8066" y="2879"/>
                      <a:pt x="8299" y="2681"/>
                      <a:pt x="8571" y="2681"/>
                    </a:cubicBezTo>
                    <a:close/>
                    <a:moveTo>
                      <a:pt x="2794" y="1"/>
                    </a:moveTo>
                    <a:cubicBezTo>
                      <a:pt x="1253" y="1"/>
                      <a:pt x="1" y="1253"/>
                      <a:pt x="1" y="2794"/>
                    </a:cubicBezTo>
                    <a:lnTo>
                      <a:pt x="1" y="16272"/>
                    </a:lnTo>
                    <a:cubicBezTo>
                      <a:pt x="1" y="17811"/>
                      <a:pt x="1253" y="19065"/>
                      <a:pt x="2794" y="19065"/>
                    </a:cubicBezTo>
                    <a:lnTo>
                      <a:pt x="16272" y="19065"/>
                    </a:lnTo>
                    <a:cubicBezTo>
                      <a:pt x="17813" y="19065"/>
                      <a:pt x="19065" y="17811"/>
                      <a:pt x="19065" y="16272"/>
                    </a:cubicBezTo>
                    <a:lnTo>
                      <a:pt x="19065" y="2792"/>
                    </a:lnTo>
                    <a:cubicBezTo>
                      <a:pt x="19065" y="1253"/>
                      <a:pt x="17813" y="1"/>
                      <a:pt x="1627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3" name="Google Shape;16402;p139">
              <a:extLst>
                <a:ext uri="{FF2B5EF4-FFF2-40B4-BE49-F238E27FC236}">
                  <a16:creationId xmlns:a16="http://schemas.microsoft.com/office/drawing/2014/main" id="{EBE89C6B-9960-2954-8931-BA3B4B45007D}"/>
                </a:ext>
              </a:extLst>
            </p:cNvPr>
            <p:cNvGrpSpPr/>
            <p:nvPr/>
          </p:nvGrpSpPr>
          <p:grpSpPr>
            <a:xfrm>
              <a:off x="6348367" y="3308537"/>
              <a:ext cx="387661" cy="387661"/>
              <a:chOff x="1379798" y="1723250"/>
              <a:chExt cx="397887" cy="397887"/>
            </a:xfrm>
            <a:grpFill/>
          </p:grpSpPr>
          <p:sp>
            <p:nvSpPr>
              <p:cNvPr id="338" name="Google Shape;16403;p139">
                <a:extLst>
                  <a:ext uri="{FF2B5EF4-FFF2-40B4-BE49-F238E27FC236}">
                    <a16:creationId xmlns:a16="http://schemas.microsoft.com/office/drawing/2014/main" id="{184D996A-E994-025C-3273-F3C92C2B4181}"/>
                  </a:ext>
                </a:extLst>
              </p:cNvPr>
              <p:cNvSpPr/>
              <p:nvPr/>
            </p:nvSpPr>
            <p:spPr>
              <a:xfrm>
                <a:off x="1462169" y="1793977"/>
                <a:ext cx="23354" cy="23312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1117" extrusionOk="0">
                    <a:moveTo>
                      <a:pt x="559" y="1"/>
                    </a:moveTo>
                    <a:cubicBezTo>
                      <a:pt x="251" y="1"/>
                      <a:pt x="0" y="250"/>
                      <a:pt x="0" y="558"/>
                    </a:cubicBezTo>
                    <a:cubicBezTo>
                      <a:pt x="0" y="866"/>
                      <a:pt x="251" y="1117"/>
                      <a:pt x="559" y="1117"/>
                    </a:cubicBezTo>
                    <a:cubicBezTo>
                      <a:pt x="867" y="1117"/>
                      <a:pt x="1118" y="866"/>
                      <a:pt x="1118" y="558"/>
                    </a:cubicBezTo>
                    <a:cubicBezTo>
                      <a:pt x="1118" y="250"/>
                      <a:pt x="867" y="1"/>
                      <a:pt x="559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Google Shape;16404;p139">
                <a:extLst>
                  <a:ext uri="{FF2B5EF4-FFF2-40B4-BE49-F238E27FC236}">
                    <a16:creationId xmlns:a16="http://schemas.microsoft.com/office/drawing/2014/main" id="{6A6564BE-BE0E-947D-761E-754F8061D2B7}"/>
                  </a:ext>
                </a:extLst>
              </p:cNvPr>
              <p:cNvSpPr/>
              <p:nvPr/>
            </p:nvSpPr>
            <p:spPr>
              <a:xfrm>
                <a:off x="1379798" y="1723250"/>
                <a:ext cx="397887" cy="397887"/>
              </a:xfrm>
              <a:custGeom>
                <a:avLst/>
                <a:gdLst/>
                <a:ahLst/>
                <a:cxnLst/>
                <a:rect l="l" t="t" r="r" b="b"/>
                <a:pathLst>
                  <a:path w="19065" h="19065" extrusionOk="0">
                    <a:moveTo>
                      <a:pt x="4506" y="2271"/>
                    </a:moveTo>
                    <a:cubicBezTo>
                      <a:pt x="5429" y="2271"/>
                      <a:pt x="6181" y="3023"/>
                      <a:pt x="6181" y="3947"/>
                    </a:cubicBezTo>
                    <a:cubicBezTo>
                      <a:pt x="6181" y="4872"/>
                      <a:pt x="5429" y="5622"/>
                      <a:pt x="4506" y="5622"/>
                    </a:cubicBezTo>
                    <a:cubicBezTo>
                      <a:pt x="3583" y="5622"/>
                      <a:pt x="2831" y="4872"/>
                      <a:pt x="2831" y="3947"/>
                    </a:cubicBezTo>
                    <a:cubicBezTo>
                      <a:pt x="2831" y="3023"/>
                      <a:pt x="3583" y="2271"/>
                      <a:pt x="4506" y="2271"/>
                    </a:cubicBezTo>
                    <a:close/>
                    <a:moveTo>
                      <a:pt x="5622" y="6740"/>
                    </a:moveTo>
                    <a:cubicBezTo>
                      <a:pt x="5932" y="6740"/>
                      <a:pt x="6181" y="6989"/>
                      <a:pt x="6181" y="7299"/>
                    </a:cubicBezTo>
                    <a:lnTo>
                      <a:pt x="6181" y="16234"/>
                    </a:lnTo>
                    <a:cubicBezTo>
                      <a:pt x="6181" y="16544"/>
                      <a:pt x="5932" y="16793"/>
                      <a:pt x="5622" y="16793"/>
                    </a:cubicBezTo>
                    <a:lnTo>
                      <a:pt x="3388" y="16793"/>
                    </a:lnTo>
                    <a:cubicBezTo>
                      <a:pt x="3080" y="16793"/>
                      <a:pt x="2831" y="16544"/>
                      <a:pt x="2831" y="16234"/>
                    </a:cubicBezTo>
                    <a:lnTo>
                      <a:pt x="2831" y="7299"/>
                    </a:lnTo>
                    <a:cubicBezTo>
                      <a:pt x="2831" y="6989"/>
                      <a:pt x="3080" y="6740"/>
                      <a:pt x="3388" y="6740"/>
                    </a:cubicBezTo>
                    <a:close/>
                    <a:moveTo>
                      <a:pt x="12596" y="6721"/>
                    </a:moveTo>
                    <a:cubicBezTo>
                      <a:pt x="12811" y="6721"/>
                      <a:pt x="13027" y="6739"/>
                      <a:pt x="13241" y="6774"/>
                    </a:cubicBezTo>
                    <a:cubicBezTo>
                      <a:pt x="15058" y="7069"/>
                      <a:pt x="16235" y="8557"/>
                      <a:pt x="16235" y="10223"/>
                    </a:cubicBezTo>
                    <a:lnTo>
                      <a:pt x="16235" y="16234"/>
                    </a:lnTo>
                    <a:cubicBezTo>
                      <a:pt x="16235" y="16544"/>
                      <a:pt x="15985" y="16793"/>
                      <a:pt x="15676" y="16793"/>
                    </a:cubicBezTo>
                    <a:lnTo>
                      <a:pt x="13441" y="16793"/>
                    </a:lnTo>
                    <a:cubicBezTo>
                      <a:pt x="13133" y="16793"/>
                      <a:pt x="12884" y="16544"/>
                      <a:pt x="12884" y="16234"/>
                    </a:cubicBezTo>
                    <a:lnTo>
                      <a:pt x="12884" y="11209"/>
                    </a:lnTo>
                    <a:cubicBezTo>
                      <a:pt x="12884" y="10593"/>
                      <a:pt x="12382" y="10091"/>
                      <a:pt x="11766" y="10091"/>
                    </a:cubicBezTo>
                    <a:cubicBezTo>
                      <a:pt x="11150" y="10091"/>
                      <a:pt x="10650" y="10593"/>
                      <a:pt x="10650" y="11209"/>
                    </a:cubicBezTo>
                    <a:lnTo>
                      <a:pt x="10650" y="16234"/>
                    </a:lnTo>
                    <a:cubicBezTo>
                      <a:pt x="10650" y="16544"/>
                      <a:pt x="10399" y="16793"/>
                      <a:pt x="10091" y="16793"/>
                    </a:cubicBezTo>
                    <a:lnTo>
                      <a:pt x="7857" y="16793"/>
                    </a:lnTo>
                    <a:cubicBezTo>
                      <a:pt x="7547" y="16793"/>
                      <a:pt x="7298" y="16544"/>
                      <a:pt x="7298" y="16234"/>
                    </a:cubicBezTo>
                    <a:lnTo>
                      <a:pt x="7298" y="7299"/>
                    </a:lnTo>
                    <a:cubicBezTo>
                      <a:pt x="7298" y="6989"/>
                      <a:pt x="7547" y="6740"/>
                      <a:pt x="7857" y="6740"/>
                    </a:cubicBezTo>
                    <a:lnTo>
                      <a:pt x="10091" y="6740"/>
                    </a:lnTo>
                    <a:cubicBezTo>
                      <a:pt x="10377" y="6740"/>
                      <a:pt x="10613" y="6956"/>
                      <a:pt x="10644" y="7234"/>
                    </a:cubicBezTo>
                    <a:cubicBezTo>
                      <a:pt x="11219" y="6901"/>
                      <a:pt x="11901" y="6721"/>
                      <a:pt x="12596" y="6721"/>
                    </a:cubicBezTo>
                    <a:close/>
                    <a:moveTo>
                      <a:pt x="2831" y="0"/>
                    </a:moveTo>
                    <a:cubicBezTo>
                      <a:pt x="1290" y="0"/>
                      <a:pt x="0" y="1290"/>
                      <a:pt x="0" y="2831"/>
                    </a:cubicBezTo>
                    <a:lnTo>
                      <a:pt x="0" y="16234"/>
                    </a:lnTo>
                    <a:cubicBezTo>
                      <a:pt x="0" y="17775"/>
                      <a:pt x="1290" y="19065"/>
                      <a:pt x="2831" y="19065"/>
                    </a:cubicBezTo>
                    <a:lnTo>
                      <a:pt x="16235" y="19065"/>
                    </a:lnTo>
                    <a:cubicBezTo>
                      <a:pt x="17774" y="19065"/>
                      <a:pt x="19065" y="17775"/>
                      <a:pt x="19065" y="16234"/>
                    </a:cubicBezTo>
                    <a:lnTo>
                      <a:pt x="19065" y="2831"/>
                    </a:lnTo>
                    <a:cubicBezTo>
                      <a:pt x="19065" y="1290"/>
                      <a:pt x="17774" y="0"/>
                      <a:pt x="1623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Google Shape;16405;p139">
                <a:extLst>
                  <a:ext uri="{FF2B5EF4-FFF2-40B4-BE49-F238E27FC236}">
                    <a16:creationId xmlns:a16="http://schemas.microsoft.com/office/drawing/2014/main" id="{5C2BD431-994A-80F2-68F1-38339D79A093}"/>
                  </a:ext>
                </a:extLst>
              </p:cNvPr>
              <p:cNvSpPr/>
              <p:nvPr/>
            </p:nvSpPr>
            <p:spPr>
              <a:xfrm>
                <a:off x="1555413" y="1886846"/>
                <a:ext cx="139912" cy="163558"/>
              </a:xfrm>
              <a:custGeom>
                <a:avLst/>
                <a:gdLst/>
                <a:ahLst/>
                <a:cxnLst/>
                <a:rect l="l" t="t" r="r" b="b"/>
                <a:pathLst>
                  <a:path w="6704" h="7837" extrusionOk="0">
                    <a:moveTo>
                      <a:pt x="4182" y="0"/>
                    </a:moveTo>
                    <a:cubicBezTo>
                      <a:pt x="3474" y="0"/>
                      <a:pt x="2782" y="261"/>
                      <a:pt x="2332" y="711"/>
                    </a:cubicBezTo>
                    <a:cubicBezTo>
                      <a:pt x="2108" y="935"/>
                      <a:pt x="1938" y="1142"/>
                      <a:pt x="1686" y="1142"/>
                    </a:cubicBezTo>
                    <a:cubicBezTo>
                      <a:pt x="1618" y="1142"/>
                      <a:pt x="1544" y="1127"/>
                      <a:pt x="1462" y="1093"/>
                    </a:cubicBezTo>
                    <a:cubicBezTo>
                      <a:pt x="1253" y="1006"/>
                      <a:pt x="1117" y="803"/>
                      <a:pt x="1117" y="576"/>
                    </a:cubicBezTo>
                    <a:lnTo>
                      <a:pt x="1117" y="17"/>
                    </a:lnTo>
                    <a:lnTo>
                      <a:pt x="1" y="17"/>
                    </a:lnTo>
                    <a:lnTo>
                      <a:pt x="1" y="7836"/>
                    </a:lnTo>
                    <a:lnTo>
                      <a:pt x="1117" y="7836"/>
                    </a:lnTo>
                    <a:lnTo>
                      <a:pt x="1117" y="3370"/>
                    </a:lnTo>
                    <a:cubicBezTo>
                      <a:pt x="1117" y="2137"/>
                      <a:pt x="2120" y="1135"/>
                      <a:pt x="3351" y="1135"/>
                    </a:cubicBezTo>
                    <a:cubicBezTo>
                      <a:pt x="4584" y="1135"/>
                      <a:pt x="5585" y="2137"/>
                      <a:pt x="5585" y="3370"/>
                    </a:cubicBezTo>
                    <a:lnTo>
                      <a:pt x="5585" y="7836"/>
                    </a:lnTo>
                    <a:lnTo>
                      <a:pt x="6703" y="7836"/>
                    </a:lnTo>
                    <a:lnTo>
                      <a:pt x="6703" y="2384"/>
                    </a:lnTo>
                    <a:cubicBezTo>
                      <a:pt x="6703" y="1266"/>
                      <a:pt x="5932" y="245"/>
                      <a:pt x="4648" y="38"/>
                    </a:cubicBezTo>
                    <a:cubicBezTo>
                      <a:pt x="4493" y="13"/>
                      <a:pt x="4337" y="0"/>
                      <a:pt x="418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Google Shape;16406;p139">
                <a:extLst>
                  <a:ext uri="{FF2B5EF4-FFF2-40B4-BE49-F238E27FC236}">
                    <a16:creationId xmlns:a16="http://schemas.microsoft.com/office/drawing/2014/main" id="{2BB524E1-519E-7545-D517-C7CAEED639BC}"/>
                  </a:ext>
                </a:extLst>
              </p:cNvPr>
              <p:cNvSpPr/>
              <p:nvPr/>
            </p:nvSpPr>
            <p:spPr>
              <a:xfrm>
                <a:off x="1462169" y="1887200"/>
                <a:ext cx="23354" cy="163203"/>
              </a:xfrm>
              <a:custGeom>
                <a:avLst/>
                <a:gdLst/>
                <a:ahLst/>
                <a:cxnLst/>
                <a:rect l="l" t="t" r="r" b="b"/>
                <a:pathLst>
                  <a:path w="1119" h="7820" extrusionOk="0">
                    <a:moveTo>
                      <a:pt x="0" y="0"/>
                    </a:moveTo>
                    <a:lnTo>
                      <a:pt x="0" y="7819"/>
                    </a:lnTo>
                    <a:lnTo>
                      <a:pt x="1118" y="7819"/>
                    </a:lnTo>
                    <a:lnTo>
                      <a:pt x="1118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20" name="Google Shape;16407;p139">
              <a:extLst>
                <a:ext uri="{FF2B5EF4-FFF2-40B4-BE49-F238E27FC236}">
                  <a16:creationId xmlns:a16="http://schemas.microsoft.com/office/drawing/2014/main" id="{61ABA91B-2BE2-D22F-AE7B-233BD67A6D23}"/>
                </a:ext>
              </a:extLst>
            </p:cNvPr>
            <p:cNvGrpSpPr/>
            <p:nvPr/>
          </p:nvGrpSpPr>
          <p:grpSpPr>
            <a:xfrm>
              <a:off x="5286246" y="3308537"/>
              <a:ext cx="387681" cy="387661"/>
              <a:chOff x="266768" y="1721375"/>
              <a:chExt cx="397907" cy="397887"/>
            </a:xfrm>
            <a:grpFill/>
          </p:grpSpPr>
          <p:sp>
            <p:nvSpPr>
              <p:cNvPr id="336" name="Google Shape;16408;p139">
                <a:extLst>
                  <a:ext uri="{FF2B5EF4-FFF2-40B4-BE49-F238E27FC236}">
                    <a16:creationId xmlns:a16="http://schemas.microsoft.com/office/drawing/2014/main" id="{A5B5B83B-0E11-9826-8965-CD6EA82816A1}"/>
                  </a:ext>
                </a:extLst>
              </p:cNvPr>
              <p:cNvSpPr/>
              <p:nvPr/>
            </p:nvSpPr>
            <p:spPr>
              <a:xfrm>
                <a:off x="454843" y="1791037"/>
                <a:ext cx="136218" cy="328222"/>
              </a:xfrm>
              <a:custGeom>
                <a:avLst/>
                <a:gdLst/>
                <a:ahLst/>
                <a:cxnLst/>
                <a:rect l="l" t="t" r="r" b="b"/>
                <a:pathLst>
                  <a:path w="6527" h="15727" extrusionOk="0">
                    <a:moveTo>
                      <a:pt x="4957" y="1"/>
                    </a:moveTo>
                    <a:cubicBezTo>
                      <a:pt x="4645" y="1"/>
                      <a:pt x="4336" y="24"/>
                      <a:pt x="4028" y="69"/>
                    </a:cubicBezTo>
                    <a:cubicBezTo>
                      <a:pt x="2588" y="280"/>
                      <a:pt x="1700" y="890"/>
                      <a:pt x="1675" y="2250"/>
                    </a:cubicBezTo>
                    <a:lnTo>
                      <a:pt x="1675" y="5040"/>
                    </a:lnTo>
                    <a:cubicBezTo>
                      <a:pt x="1675" y="5348"/>
                      <a:pt x="1426" y="5599"/>
                      <a:pt x="1118" y="5599"/>
                    </a:cubicBezTo>
                    <a:lnTo>
                      <a:pt x="0" y="5599"/>
                    </a:lnTo>
                    <a:lnTo>
                      <a:pt x="0" y="6715"/>
                    </a:lnTo>
                    <a:lnTo>
                      <a:pt x="1118" y="6715"/>
                    </a:lnTo>
                    <a:cubicBezTo>
                      <a:pt x="1426" y="6715"/>
                      <a:pt x="1675" y="6965"/>
                      <a:pt x="1675" y="7274"/>
                    </a:cubicBezTo>
                    <a:lnTo>
                      <a:pt x="1675" y="15727"/>
                    </a:lnTo>
                    <a:lnTo>
                      <a:pt x="3352" y="15727"/>
                    </a:lnTo>
                    <a:lnTo>
                      <a:pt x="3352" y="7274"/>
                    </a:lnTo>
                    <a:cubicBezTo>
                      <a:pt x="3352" y="6965"/>
                      <a:pt x="3602" y="6715"/>
                      <a:pt x="3910" y="6715"/>
                    </a:cubicBezTo>
                    <a:lnTo>
                      <a:pt x="5709" y="6715"/>
                    </a:lnTo>
                    <a:lnTo>
                      <a:pt x="5987" y="5599"/>
                    </a:lnTo>
                    <a:lnTo>
                      <a:pt x="3910" y="5599"/>
                    </a:lnTo>
                    <a:cubicBezTo>
                      <a:pt x="3602" y="5599"/>
                      <a:pt x="3352" y="5348"/>
                      <a:pt x="3352" y="5040"/>
                    </a:cubicBezTo>
                    <a:lnTo>
                      <a:pt x="3352" y="3253"/>
                    </a:lnTo>
                    <a:cubicBezTo>
                      <a:pt x="3352" y="2316"/>
                      <a:pt x="3942" y="1677"/>
                      <a:pt x="4968" y="1504"/>
                    </a:cubicBezTo>
                    <a:cubicBezTo>
                      <a:pt x="5157" y="1473"/>
                      <a:pt x="5339" y="1460"/>
                      <a:pt x="5511" y="1460"/>
                    </a:cubicBezTo>
                    <a:cubicBezTo>
                      <a:pt x="5810" y="1460"/>
                      <a:pt x="6082" y="1498"/>
                      <a:pt x="6324" y="1546"/>
                    </a:cubicBezTo>
                    <a:lnTo>
                      <a:pt x="6526" y="182"/>
                    </a:lnTo>
                    <a:cubicBezTo>
                      <a:pt x="5988" y="62"/>
                      <a:pt x="5468" y="1"/>
                      <a:pt x="49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Google Shape;16409;p139">
                <a:extLst>
                  <a:ext uri="{FF2B5EF4-FFF2-40B4-BE49-F238E27FC236}">
                    <a16:creationId xmlns:a16="http://schemas.microsoft.com/office/drawing/2014/main" id="{3AC14980-98CE-6122-08DD-DAA3D8597F0D}"/>
                  </a:ext>
                </a:extLst>
              </p:cNvPr>
              <p:cNvSpPr/>
              <p:nvPr/>
            </p:nvSpPr>
            <p:spPr>
              <a:xfrm>
                <a:off x="266768" y="1721375"/>
                <a:ext cx="397907" cy="397887"/>
              </a:xfrm>
              <a:custGeom>
                <a:avLst/>
                <a:gdLst/>
                <a:ahLst/>
                <a:cxnLst/>
                <a:rect l="l" t="t" r="r" b="b"/>
                <a:pathLst>
                  <a:path w="19066" h="19065" extrusionOk="0">
                    <a:moveTo>
                      <a:pt x="2794" y="0"/>
                    </a:moveTo>
                    <a:cubicBezTo>
                      <a:pt x="1255" y="0"/>
                      <a:pt x="1" y="1253"/>
                      <a:pt x="1" y="2793"/>
                    </a:cubicBezTo>
                    <a:lnTo>
                      <a:pt x="1" y="16271"/>
                    </a:lnTo>
                    <a:cubicBezTo>
                      <a:pt x="1" y="17812"/>
                      <a:pt x="1255" y="19065"/>
                      <a:pt x="2794" y="19065"/>
                    </a:cubicBezTo>
                    <a:lnTo>
                      <a:pt x="9571" y="19065"/>
                    </a:lnTo>
                    <a:lnTo>
                      <a:pt x="9571" y="11171"/>
                    </a:lnTo>
                    <a:lnTo>
                      <a:pt x="8453" y="11171"/>
                    </a:lnTo>
                    <a:cubicBezTo>
                      <a:pt x="8145" y="11171"/>
                      <a:pt x="7896" y="10920"/>
                      <a:pt x="7896" y="10612"/>
                    </a:cubicBezTo>
                    <a:lnTo>
                      <a:pt x="7896" y="8378"/>
                    </a:lnTo>
                    <a:cubicBezTo>
                      <a:pt x="7896" y="8070"/>
                      <a:pt x="8145" y="7819"/>
                      <a:pt x="8453" y="7819"/>
                    </a:cubicBezTo>
                    <a:lnTo>
                      <a:pt x="9571" y="7819"/>
                    </a:lnTo>
                    <a:lnTo>
                      <a:pt x="9571" y="5836"/>
                    </a:lnTo>
                    <a:cubicBezTo>
                      <a:pt x="9571" y="3710"/>
                      <a:pt x="10741" y="2615"/>
                      <a:pt x="12878" y="2302"/>
                    </a:cubicBezTo>
                    <a:cubicBezTo>
                      <a:pt x="13231" y="2249"/>
                      <a:pt x="13591" y="2223"/>
                      <a:pt x="13956" y="2223"/>
                    </a:cubicBezTo>
                    <a:cubicBezTo>
                      <a:pt x="14725" y="2223"/>
                      <a:pt x="15517" y="2339"/>
                      <a:pt x="16318" y="2567"/>
                    </a:cubicBezTo>
                    <a:cubicBezTo>
                      <a:pt x="16589" y="2643"/>
                      <a:pt x="16759" y="2908"/>
                      <a:pt x="16718" y="3186"/>
                    </a:cubicBezTo>
                    <a:lnTo>
                      <a:pt x="16352" y="5650"/>
                    </a:lnTo>
                    <a:cubicBezTo>
                      <a:pt x="16329" y="5806"/>
                      <a:pt x="16240" y="5944"/>
                      <a:pt x="16111" y="6031"/>
                    </a:cubicBezTo>
                    <a:cubicBezTo>
                      <a:pt x="16006" y="6102"/>
                      <a:pt x="15912" y="6127"/>
                      <a:pt x="15818" y="6127"/>
                    </a:cubicBezTo>
                    <a:cubicBezTo>
                      <a:pt x="15717" y="6127"/>
                      <a:pt x="15614" y="6098"/>
                      <a:pt x="15494" y="6068"/>
                    </a:cubicBezTo>
                    <a:cubicBezTo>
                      <a:pt x="15202" y="5995"/>
                      <a:pt x="14879" y="5914"/>
                      <a:pt x="14527" y="5914"/>
                    </a:cubicBezTo>
                    <a:cubicBezTo>
                      <a:pt x="14409" y="5914"/>
                      <a:pt x="14289" y="5923"/>
                      <a:pt x="14165" y="5944"/>
                    </a:cubicBezTo>
                    <a:cubicBezTo>
                      <a:pt x="13534" y="6050"/>
                      <a:pt x="13481" y="6333"/>
                      <a:pt x="13481" y="6590"/>
                    </a:cubicBezTo>
                    <a:lnTo>
                      <a:pt x="13481" y="7819"/>
                    </a:lnTo>
                    <a:lnTo>
                      <a:pt x="15715" y="7819"/>
                    </a:lnTo>
                    <a:cubicBezTo>
                      <a:pt x="15887" y="7819"/>
                      <a:pt x="16048" y="7899"/>
                      <a:pt x="16154" y="8035"/>
                    </a:cubicBezTo>
                    <a:cubicBezTo>
                      <a:pt x="16260" y="8169"/>
                      <a:pt x="16297" y="8346"/>
                      <a:pt x="16256" y="8513"/>
                    </a:cubicBezTo>
                    <a:lnTo>
                      <a:pt x="15697" y="10747"/>
                    </a:lnTo>
                    <a:cubicBezTo>
                      <a:pt x="15635" y="10996"/>
                      <a:pt x="15412" y="11170"/>
                      <a:pt x="15156" y="11170"/>
                    </a:cubicBezTo>
                    <a:lnTo>
                      <a:pt x="13481" y="11170"/>
                    </a:lnTo>
                    <a:lnTo>
                      <a:pt x="13481" y="19065"/>
                    </a:lnTo>
                    <a:lnTo>
                      <a:pt x="16272" y="19065"/>
                    </a:lnTo>
                    <a:cubicBezTo>
                      <a:pt x="17813" y="19065"/>
                      <a:pt x="19066" y="17810"/>
                      <a:pt x="19066" y="16271"/>
                    </a:cubicBezTo>
                    <a:lnTo>
                      <a:pt x="19066" y="2793"/>
                    </a:lnTo>
                    <a:cubicBezTo>
                      <a:pt x="19066" y="1253"/>
                      <a:pt x="17813" y="0"/>
                      <a:pt x="162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21" name="Google Shape;16410;p139">
              <a:extLst>
                <a:ext uri="{FF2B5EF4-FFF2-40B4-BE49-F238E27FC236}">
                  <a16:creationId xmlns:a16="http://schemas.microsoft.com/office/drawing/2014/main" id="{555926AE-5E2E-BC99-F7A2-583C3BE3402C}"/>
                </a:ext>
              </a:extLst>
            </p:cNvPr>
            <p:cNvGrpSpPr/>
            <p:nvPr/>
          </p:nvGrpSpPr>
          <p:grpSpPr>
            <a:xfrm>
              <a:off x="5817327" y="3308537"/>
              <a:ext cx="387641" cy="387661"/>
              <a:chOff x="864491" y="1723250"/>
              <a:chExt cx="397866" cy="397887"/>
            </a:xfrm>
            <a:grpFill/>
          </p:grpSpPr>
          <p:sp>
            <p:nvSpPr>
              <p:cNvPr id="333" name="Google Shape;16411;p139">
                <a:extLst>
                  <a:ext uri="{FF2B5EF4-FFF2-40B4-BE49-F238E27FC236}">
                    <a16:creationId xmlns:a16="http://schemas.microsoft.com/office/drawing/2014/main" id="{1B3DD53D-1E48-166E-2742-5802A140390C}"/>
                  </a:ext>
                </a:extLst>
              </p:cNvPr>
              <p:cNvSpPr/>
              <p:nvPr/>
            </p:nvSpPr>
            <p:spPr>
              <a:xfrm>
                <a:off x="935197" y="1793977"/>
                <a:ext cx="256451" cy="256430"/>
              </a:xfrm>
              <a:custGeom>
                <a:avLst/>
                <a:gdLst/>
                <a:ahLst/>
                <a:cxnLst/>
                <a:rect l="l" t="t" r="r" b="b"/>
                <a:pathLst>
                  <a:path w="12288" h="12287" extrusionOk="0">
                    <a:moveTo>
                      <a:pt x="10053" y="1117"/>
                    </a:moveTo>
                    <a:cubicBezTo>
                      <a:pt x="10669" y="1117"/>
                      <a:pt x="11171" y="1617"/>
                      <a:pt x="11171" y="2233"/>
                    </a:cubicBezTo>
                    <a:cubicBezTo>
                      <a:pt x="11170" y="2850"/>
                      <a:pt x="10669" y="3351"/>
                      <a:pt x="10053" y="3351"/>
                    </a:cubicBezTo>
                    <a:cubicBezTo>
                      <a:pt x="9438" y="3351"/>
                      <a:pt x="8937" y="2850"/>
                      <a:pt x="8937" y="2233"/>
                    </a:cubicBezTo>
                    <a:cubicBezTo>
                      <a:pt x="8937" y="1617"/>
                      <a:pt x="9438" y="1117"/>
                      <a:pt x="10053" y="1117"/>
                    </a:cubicBezTo>
                    <a:close/>
                    <a:moveTo>
                      <a:pt x="6144" y="2233"/>
                    </a:moveTo>
                    <a:cubicBezTo>
                      <a:pt x="8300" y="2233"/>
                      <a:pt x="10053" y="3988"/>
                      <a:pt x="10053" y="6144"/>
                    </a:cubicBezTo>
                    <a:cubicBezTo>
                      <a:pt x="10053" y="8299"/>
                      <a:pt x="8300" y="10054"/>
                      <a:pt x="6144" y="10054"/>
                    </a:cubicBezTo>
                    <a:cubicBezTo>
                      <a:pt x="3989" y="10054"/>
                      <a:pt x="2234" y="8299"/>
                      <a:pt x="2234" y="6144"/>
                    </a:cubicBezTo>
                    <a:cubicBezTo>
                      <a:pt x="2234" y="3988"/>
                      <a:pt x="3987" y="2233"/>
                      <a:pt x="6144" y="2233"/>
                    </a:cubicBezTo>
                    <a:close/>
                    <a:moveTo>
                      <a:pt x="1675" y="1"/>
                    </a:moveTo>
                    <a:cubicBezTo>
                      <a:pt x="752" y="1"/>
                      <a:pt x="0" y="751"/>
                      <a:pt x="0" y="1676"/>
                    </a:cubicBezTo>
                    <a:lnTo>
                      <a:pt x="0" y="10611"/>
                    </a:lnTo>
                    <a:cubicBezTo>
                      <a:pt x="0" y="11536"/>
                      <a:pt x="752" y="12286"/>
                      <a:pt x="1675" y="12286"/>
                    </a:cubicBezTo>
                    <a:lnTo>
                      <a:pt x="10612" y="12286"/>
                    </a:lnTo>
                    <a:cubicBezTo>
                      <a:pt x="11536" y="12286"/>
                      <a:pt x="12288" y="11536"/>
                      <a:pt x="12288" y="10611"/>
                    </a:cubicBezTo>
                    <a:lnTo>
                      <a:pt x="12288" y="1676"/>
                    </a:lnTo>
                    <a:cubicBezTo>
                      <a:pt x="12288" y="752"/>
                      <a:pt x="11536" y="1"/>
                      <a:pt x="1061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Google Shape;16412;p139">
                <a:extLst>
                  <a:ext uri="{FF2B5EF4-FFF2-40B4-BE49-F238E27FC236}">
                    <a16:creationId xmlns:a16="http://schemas.microsoft.com/office/drawing/2014/main" id="{8DCAC072-DBB6-3B16-7280-9388DE083499}"/>
                  </a:ext>
                </a:extLst>
              </p:cNvPr>
              <p:cNvSpPr/>
              <p:nvPr/>
            </p:nvSpPr>
            <p:spPr>
              <a:xfrm>
                <a:off x="1005109" y="1863910"/>
                <a:ext cx="116622" cy="116559"/>
              </a:xfrm>
              <a:custGeom>
                <a:avLst/>
                <a:gdLst/>
                <a:ahLst/>
                <a:cxnLst/>
                <a:rect l="l" t="t" r="r" b="b"/>
                <a:pathLst>
                  <a:path w="5588" h="5585" extrusionOk="0">
                    <a:moveTo>
                      <a:pt x="2794" y="0"/>
                    </a:moveTo>
                    <a:cubicBezTo>
                      <a:pt x="1255" y="0"/>
                      <a:pt x="1" y="1252"/>
                      <a:pt x="1" y="2793"/>
                    </a:cubicBezTo>
                    <a:cubicBezTo>
                      <a:pt x="1" y="4332"/>
                      <a:pt x="1255" y="5585"/>
                      <a:pt x="2794" y="5585"/>
                    </a:cubicBezTo>
                    <a:cubicBezTo>
                      <a:pt x="4333" y="5585"/>
                      <a:pt x="5587" y="4332"/>
                      <a:pt x="5587" y="2793"/>
                    </a:cubicBezTo>
                    <a:cubicBezTo>
                      <a:pt x="5587" y="1252"/>
                      <a:pt x="4333" y="0"/>
                      <a:pt x="279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Google Shape;16413;p139">
                <a:extLst>
                  <a:ext uri="{FF2B5EF4-FFF2-40B4-BE49-F238E27FC236}">
                    <a16:creationId xmlns:a16="http://schemas.microsoft.com/office/drawing/2014/main" id="{8749E5B0-512E-33C6-E609-404478C1532E}"/>
                  </a:ext>
                </a:extLst>
              </p:cNvPr>
              <p:cNvSpPr/>
              <p:nvPr/>
            </p:nvSpPr>
            <p:spPr>
              <a:xfrm>
                <a:off x="864491" y="1723250"/>
                <a:ext cx="397866" cy="397887"/>
              </a:xfrm>
              <a:custGeom>
                <a:avLst/>
                <a:gdLst/>
                <a:ahLst/>
                <a:cxnLst/>
                <a:rect l="l" t="t" r="r" b="b"/>
                <a:pathLst>
                  <a:path w="19064" h="19065" extrusionOk="0">
                    <a:moveTo>
                      <a:pt x="14000" y="2271"/>
                    </a:moveTo>
                    <a:cubicBezTo>
                      <a:pt x="15539" y="2271"/>
                      <a:pt x="16794" y="3524"/>
                      <a:pt x="16794" y="5065"/>
                    </a:cubicBezTo>
                    <a:lnTo>
                      <a:pt x="16794" y="14000"/>
                    </a:lnTo>
                    <a:cubicBezTo>
                      <a:pt x="16794" y="15541"/>
                      <a:pt x="15539" y="16793"/>
                      <a:pt x="14000" y="16793"/>
                    </a:cubicBezTo>
                    <a:lnTo>
                      <a:pt x="5063" y="16793"/>
                    </a:lnTo>
                    <a:cubicBezTo>
                      <a:pt x="3524" y="16793"/>
                      <a:pt x="2272" y="15541"/>
                      <a:pt x="2272" y="14000"/>
                    </a:cubicBezTo>
                    <a:lnTo>
                      <a:pt x="2272" y="5065"/>
                    </a:lnTo>
                    <a:cubicBezTo>
                      <a:pt x="2272" y="3524"/>
                      <a:pt x="3524" y="2271"/>
                      <a:pt x="5063" y="2271"/>
                    </a:cubicBezTo>
                    <a:close/>
                    <a:moveTo>
                      <a:pt x="2829" y="0"/>
                    </a:moveTo>
                    <a:cubicBezTo>
                      <a:pt x="1290" y="0"/>
                      <a:pt x="0" y="1290"/>
                      <a:pt x="0" y="2831"/>
                    </a:cubicBezTo>
                    <a:lnTo>
                      <a:pt x="0" y="16234"/>
                    </a:lnTo>
                    <a:cubicBezTo>
                      <a:pt x="0" y="17775"/>
                      <a:pt x="1290" y="19065"/>
                      <a:pt x="2829" y="19065"/>
                    </a:cubicBezTo>
                    <a:lnTo>
                      <a:pt x="16235" y="19065"/>
                    </a:lnTo>
                    <a:cubicBezTo>
                      <a:pt x="17774" y="19065"/>
                      <a:pt x="19063" y="17775"/>
                      <a:pt x="19063" y="16234"/>
                    </a:cubicBezTo>
                    <a:lnTo>
                      <a:pt x="19063" y="2831"/>
                    </a:lnTo>
                    <a:cubicBezTo>
                      <a:pt x="19063" y="1290"/>
                      <a:pt x="17774" y="0"/>
                      <a:pt x="1623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22" name="Google Shape;16414;p139">
              <a:extLst>
                <a:ext uri="{FF2B5EF4-FFF2-40B4-BE49-F238E27FC236}">
                  <a16:creationId xmlns:a16="http://schemas.microsoft.com/office/drawing/2014/main" id="{4471B495-2C3A-A3E1-ED4A-284FA842D07C}"/>
                </a:ext>
              </a:extLst>
            </p:cNvPr>
            <p:cNvSpPr/>
            <p:nvPr/>
          </p:nvSpPr>
          <p:spPr>
            <a:xfrm>
              <a:off x="6879427" y="3343765"/>
              <a:ext cx="388846" cy="317145"/>
            </a:xfrm>
            <a:custGeom>
              <a:avLst/>
              <a:gdLst/>
              <a:ahLst/>
              <a:cxnLst/>
              <a:rect l="l" t="t" r="r" b="b"/>
              <a:pathLst>
                <a:path w="19122" h="15596" extrusionOk="0">
                  <a:moveTo>
                    <a:pt x="12981" y="0"/>
                  </a:moveTo>
                  <a:cubicBezTo>
                    <a:pt x="12091" y="0"/>
                    <a:pt x="10821" y="352"/>
                    <a:pt x="9915" y="1352"/>
                  </a:cubicBezTo>
                  <a:cubicBezTo>
                    <a:pt x="9203" y="2141"/>
                    <a:pt x="8847" y="3174"/>
                    <a:pt x="8856" y="4430"/>
                  </a:cubicBezTo>
                  <a:cubicBezTo>
                    <a:pt x="6243" y="4110"/>
                    <a:pt x="4101" y="2933"/>
                    <a:pt x="2323" y="846"/>
                  </a:cubicBezTo>
                  <a:cubicBezTo>
                    <a:pt x="2216" y="723"/>
                    <a:pt x="2064" y="650"/>
                    <a:pt x="1902" y="650"/>
                  </a:cubicBezTo>
                  <a:cubicBezTo>
                    <a:pt x="1875" y="650"/>
                    <a:pt x="1848" y="652"/>
                    <a:pt x="1820" y="656"/>
                  </a:cubicBezTo>
                  <a:cubicBezTo>
                    <a:pt x="1631" y="683"/>
                    <a:pt x="1468" y="805"/>
                    <a:pt x="1391" y="977"/>
                  </a:cubicBezTo>
                  <a:cubicBezTo>
                    <a:pt x="695" y="2512"/>
                    <a:pt x="701" y="3895"/>
                    <a:pt x="1403" y="5113"/>
                  </a:cubicBezTo>
                  <a:cubicBezTo>
                    <a:pt x="1389" y="5111"/>
                    <a:pt x="1374" y="5111"/>
                    <a:pt x="1360" y="5111"/>
                  </a:cubicBezTo>
                  <a:cubicBezTo>
                    <a:pt x="1076" y="5111"/>
                    <a:pt x="803" y="5375"/>
                    <a:pt x="824" y="5707"/>
                  </a:cubicBezTo>
                  <a:cubicBezTo>
                    <a:pt x="916" y="7101"/>
                    <a:pt x="1428" y="8182"/>
                    <a:pt x="2351" y="8934"/>
                  </a:cubicBezTo>
                  <a:cubicBezTo>
                    <a:pt x="2176" y="9073"/>
                    <a:pt x="2102" y="9307"/>
                    <a:pt x="2164" y="9524"/>
                  </a:cubicBezTo>
                  <a:cubicBezTo>
                    <a:pt x="2456" y="10535"/>
                    <a:pt x="3310" y="11633"/>
                    <a:pt x="4615" y="12155"/>
                  </a:cubicBezTo>
                  <a:cubicBezTo>
                    <a:pt x="3657" y="12655"/>
                    <a:pt x="2516" y="12903"/>
                    <a:pt x="1345" y="12903"/>
                  </a:cubicBezTo>
                  <a:cubicBezTo>
                    <a:pt x="1111" y="12903"/>
                    <a:pt x="876" y="12893"/>
                    <a:pt x="641" y="12873"/>
                  </a:cubicBezTo>
                  <a:cubicBezTo>
                    <a:pt x="628" y="12872"/>
                    <a:pt x="615" y="12872"/>
                    <a:pt x="603" y="12872"/>
                  </a:cubicBezTo>
                  <a:cubicBezTo>
                    <a:pt x="362" y="12872"/>
                    <a:pt x="155" y="13031"/>
                    <a:pt x="78" y="13266"/>
                  </a:cubicBezTo>
                  <a:cubicBezTo>
                    <a:pt x="0" y="13512"/>
                    <a:pt x="113" y="13788"/>
                    <a:pt x="334" y="13922"/>
                  </a:cubicBezTo>
                  <a:cubicBezTo>
                    <a:pt x="1162" y="14423"/>
                    <a:pt x="3243" y="15596"/>
                    <a:pt x="6294" y="15596"/>
                  </a:cubicBezTo>
                  <a:cubicBezTo>
                    <a:pt x="14568" y="15596"/>
                    <a:pt x="17244" y="8279"/>
                    <a:pt x="17244" y="4736"/>
                  </a:cubicBezTo>
                  <a:cubicBezTo>
                    <a:pt x="17241" y="4515"/>
                    <a:pt x="17243" y="4541"/>
                    <a:pt x="17230" y="4426"/>
                  </a:cubicBezTo>
                  <a:cubicBezTo>
                    <a:pt x="17250" y="4403"/>
                    <a:pt x="17326" y="4347"/>
                    <a:pt x="17386" y="4301"/>
                  </a:cubicBezTo>
                  <a:cubicBezTo>
                    <a:pt x="17696" y="4067"/>
                    <a:pt x="18237" y="3680"/>
                    <a:pt x="18983" y="2590"/>
                  </a:cubicBezTo>
                  <a:cubicBezTo>
                    <a:pt x="19121" y="2386"/>
                    <a:pt x="19111" y="2118"/>
                    <a:pt x="18957" y="1925"/>
                  </a:cubicBezTo>
                  <a:cubicBezTo>
                    <a:pt x="18840" y="1779"/>
                    <a:pt x="18708" y="1722"/>
                    <a:pt x="18558" y="1722"/>
                  </a:cubicBezTo>
                  <a:cubicBezTo>
                    <a:pt x="18451" y="1722"/>
                    <a:pt x="18336" y="1751"/>
                    <a:pt x="18212" y="1799"/>
                  </a:cubicBezTo>
                  <a:cubicBezTo>
                    <a:pt x="18352" y="1553"/>
                    <a:pt x="18467" y="1291"/>
                    <a:pt x="18559" y="1014"/>
                  </a:cubicBezTo>
                  <a:cubicBezTo>
                    <a:pt x="18631" y="800"/>
                    <a:pt x="18553" y="614"/>
                    <a:pt x="18382" y="465"/>
                  </a:cubicBezTo>
                  <a:cubicBezTo>
                    <a:pt x="18282" y="379"/>
                    <a:pt x="18151" y="335"/>
                    <a:pt x="18020" y="335"/>
                  </a:cubicBezTo>
                  <a:cubicBezTo>
                    <a:pt x="17928" y="335"/>
                    <a:pt x="17837" y="356"/>
                    <a:pt x="17754" y="398"/>
                  </a:cubicBezTo>
                  <a:cubicBezTo>
                    <a:pt x="16848" y="856"/>
                    <a:pt x="16172" y="1054"/>
                    <a:pt x="15873" y="1113"/>
                  </a:cubicBezTo>
                  <a:cubicBezTo>
                    <a:pt x="15090" y="395"/>
                    <a:pt x="14251" y="0"/>
                    <a:pt x="129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23" name="Google Shape;16415;p139">
              <a:extLst>
                <a:ext uri="{FF2B5EF4-FFF2-40B4-BE49-F238E27FC236}">
                  <a16:creationId xmlns:a16="http://schemas.microsoft.com/office/drawing/2014/main" id="{1583B842-7F61-04FA-17B1-7D45707B3460}"/>
                </a:ext>
              </a:extLst>
            </p:cNvPr>
            <p:cNvGrpSpPr/>
            <p:nvPr/>
          </p:nvGrpSpPr>
          <p:grpSpPr>
            <a:xfrm>
              <a:off x="7411672" y="3308924"/>
              <a:ext cx="387539" cy="386888"/>
              <a:chOff x="2408992" y="1722875"/>
              <a:chExt cx="397761" cy="397093"/>
            </a:xfrm>
            <a:grpFill/>
          </p:grpSpPr>
          <p:sp>
            <p:nvSpPr>
              <p:cNvPr id="331" name="Google Shape;16416;p139">
                <a:extLst>
                  <a:ext uri="{FF2B5EF4-FFF2-40B4-BE49-F238E27FC236}">
                    <a16:creationId xmlns:a16="http://schemas.microsoft.com/office/drawing/2014/main" id="{D6223C7B-DB8E-678D-1D20-25A5D765EE9E}"/>
                  </a:ext>
                </a:extLst>
              </p:cNvPr>
              <p:cNvSpPr/>
              <p:nvPr/>
            </p:nvSpPr>
            <p:spPr>
              <a:xfrm>
                <a:off x="2492135" y="1827639"/>
                <a:ext cx="213667" cy="185326"/>
              </a:xfrm>
              <a:custGeom>
                <a:avLst/>
                <a:gdLst/>
                <a:ahLst/>
                <a:cxnLst/>
                <a:rect l="l" t="t" r="r" b="b"/>
                <a:pathLst>
                  <a:path w="10238" h="8880" extrusionOk="0">
                    <a:moveTo>
                      <a:pt x="2548" y="1"/>
                    </a:moveTo>
                    <a:cubicBezTo>
                      <a:pt x="2277" y="1"/>
                      <a:pt x="2002" y="169"/>
                      <a:pt x="1743" y="427"/>
                    </a:cubicBezTo>
                    <a:cubicBezTo>
                      <a:pt x="1" y="2171"/>
                      <a:pt x="2739" y="5655"/>
                      <a:pt x="3567" y="6491"/>
                    </a:cubicBezTo>
                    <a:cubicBezTo>
                      <a:pt x="4206" y="7123"/>
                      <a:pt x="6403" y="8880"/>
                      <a:pt x="8179" y="8880"/>
                    </a:cubicBezTo>
                    <a:cubicBezTo>
                      <a:pt x="8718" y="8880"/>
                      <a:pt x="9219" y="8718"/>
                      <a:pt x="9626" y="8312"/>
                    </a:cubicBezTo>
                    <a:cubicBezTo>
                      <a:pt x="10054" y="7884"/>
                      <a:pt x="10238" y="7401"/>
                      <a:pt x="9812" y="6981"/>
                    </a:cubicBezTo>
                    <a:cubicBezTo>
                      <a:pt x="9168" y="6339"/>
                      <a:pt x="8797" y="6140"/>
                      <a:pt x="8555" y="6140"/>
                    </a:cubicBezTo>
                    <a:cubicBezTo>
                      <a:pt x="8422" y="6140"/>
                      <a:pt x="8327" y="6200"/>
                      <a:pt x="8248" y="6279"/>
                    </a:cubicBezTo>
                    <a:cubicBezTo>
                      <a:pt x="8064" y="6461"/>
                      <a:pt x="7636" y="7077"/>
                      <a:pt x="7461" y="7252"/>
                    </a:cubicBezTo>
                    <a:cubicBezTo>
                      <a:pt x="7260" y="7452"/>
                      <a:pt x="7021" y="7534"/>
                      <a:pt x="6762" y="7534"/>
                    </a:cubicBezTo>
                    <a:cubicBezTo>
                      <a:pt x="5839" y="7534"/>
                      <a:pt x="4665" y="6485"/>
                      <a:pt x="4117" y="5939"/>
                    </a:cubicBezTo>
                    <a:lnTo>
                      <a:pt x="4115" y="5938"/>
                    </a:lnTo>
                    <a:cubicBezTo>
                      <a:pt x="3417" y="5235"/>
                      <a:pt x="1890" y="3505"/>
                      <a:pt x="2803" y="2592"/>
                    </a:cubicBezTo>
                    <a:cubicBezTo>
                      <a:pt x="2879" y="2516"/>
                      <a:pt x="3056" y="2378"/>
                      <a:pt x="3254" y="2228"/>
                    </a:cubicBezTo>
                    <a:cubicBezTo>
                      <a:pt x="3445" y="2083"/>
                      <a:pt x="3661" y="1922"/>
                      <a:pt x="3776" y="1807"/>
                    </a:cubicBezTo>
                    <a:cubicBezTo>
                      <a:pt x="3999" y="1584"/>
                      <a:pt x="4069" y="1241"/>
                      <a:pt x="3080" y="250"/>
                    </a:cubicBezTo>
                    <a:cubicBezTo>
                      <a:pt x="2909" y="76"/>
                      <a:pt x="2730" y="1"/>
                      <a:pt x="2548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Google Shape;16417;p139">
                <a:extLst>
                  <a:ext uri="{FF2B5EF4-FFF2-40B4-BE49-F238E27FC236}">
                    <a16:creationId xmlns:a16="http://schemas.microsoft.com/office/drawing/2014/main" id="{8B041994-5D78-8686-0904-61CE7312EAFC}"/>
                  </a:ext>
                </a:extLst>
              </p:cNvPr>
              <p:cNvSpPr/>
              <p:nvPr/>
            </p:nvSpPr>
            <p:spPr>
              <a:xfrm>
                <a:off x="2408992" y="1722875"/>
                <a:ext cx="397761" cy="397093"/>
              </a:xfrm>
              <a:custGeom>
                <a:avLst/>
                <a:gdLst/>
                <a:ahLst/>
                <a:cxnLst/>
                <a:rect l="l" t="t" r="r" b="b"/>
                <a:pathLst>
                  <a:path w="19059" h="19027" extrusionOk="0">
                    <a:moveTo>
                      <a:pt x="6538" y="3907"/>
                    </a:moveTo>
                    <a:cubicBezTo>
                      <a:pt x="7030" y="3907"/>
                      <a:pt x="7490" y="4114"/>
                      <a:pt x="7853" y="4483"/>
                    </a:cubicBezTo>
                    <a:cubicBezTo>
                      <a:pt x="8326" y="4955"/>
                      <a:pt x="9768" y="6397"/>
                      <a:pt x="8549" y="7616"/>
                    </a:cubicBezTo>
                    <a:cubicBezTo>
                      <a:pt x="8407" y="7756"/>
                      <a:pt x="8145" y="7957"/>
                      <a:pt x="7912" y="8136"/>
                    </a:cubicBezTo>
                    <a:cubicBezTo>
                      <a:pt x="7767" y="8246"/>
                      <a:pt x="7634" y="8343"/>
                      <a:pt x="7576" y="8400"/>
                    </a:cubicBezTo>
                    <a:cubicBezTo>
                      <a:pt x="7599" y="8585"/>
                      <a:pt x="8227" y="9504"/>
                      <a:pt x="8888" y="10169"/>
                    </a:cubicBezTo>
                    <a:cubicBezTo>
                      <a:pt x="9546" y="10823"/>
                      <a:pt x="10450" y="11437"/>
                      <a:pt x="10732" y="11437"/>
                    </a:cubicBezTo>
                    <a:cubicBezTo>
                      <a:pt x="10736" y="11437"/>
                      <a:pt x="10740" y="11437"/>
                      <a:pt x="10744" y="11437"/>
                    </a:cubicBezTo>
                    <a:cubicBezTo>
                      <a:pt x="10716" y="11423"/>
                      <a:pt x="10813" y="11292"/>
                      <a:pt x="10923" y="11147"/>
                    </a:cubicBezTo>
                    <a:cubicBezTo>
                      <a:pt x="11100" y="10913"/>
                      <a:pt x="11301" y="10650"/>
                      <a:pt x="11443" y="10510"/>
                    </a:cubicBezTo>
                    <a:cubicBezTo>
                      <a:pt x="11789" y="10163"/>
                      <a:pt x="12153" y="10031"/>
                      <a:pt x="12508" y="10031"/>
                    </a:cubicBezTo>
                    <a:cubicBezTo>
                      <a:pt x="13402" y="10031"/>
                      <a:pt x="14236" y="10866"/>
                      <a:pt x="14576" y="11205"/>
                    </a:cubicBezTo>
                    <a:cubicBezTo>
                      <a:pt x="15328" y="11943"/>
                      <a:pt x="15425" y="13093"/>
                      <a:pt x="14399" y="14119"/>
                    </a:cubicBezTo>
                    <a:cubicBezTo>
                      <a:pt x="13750" y="14770"/>
                      <a:pt x="12980" y="15023"/>
                      <a:pt x="12179" y="15023"/>
                    </a:cubicBezTo>
                    <a:cubicBezTo>
                      <a:pt x="10063" y="15023"/>
                      <a:pt x="7723" y="13248"/>
                      <a:pt x="6764" y="12299"/>
                    </a:cubicBezTo>
                    <a:cubicBezTo>
                      <a:pt x="5451" y="10974"/>
                      <a:pt x="2573" y="7025"/>
                      <a:pt x="4938" y="4660"/>
                    </a:cubicBezTo>
                    <a:cubicBezTo>
                      <a:pt x="5458" y="4140"/>
                      <a:pt x="6017" y="3907"/>
                      <a:pt x="6538" y="3907"/>
                    </a:cubicBezTo>
                    <a:close/>
                    <a:moveTo>
                      <a:pt x="9545" y="0"/>
                    </a:moveTo>
                    <a:cubicBezTo>
                      <a:pt x="4319" y="0"/>
                      <a:pt x="31" y="4288"/>
                      <a:pt x="31" y="9514"/>
                    </a:cubicBezTo>
                    <a:cubicBezTo>
                      <a:pt x="31" y="11064"/>
                      <a:pt x="448" y="12594"/>
                      <a:pt x="1172" y="13954"/>
                    </a:cubicBezTo>
                    <a:lnTo>
                      <a:pt x="49" y="18334"/>
                    </a:lnTo>
                    <a:cubicBezTo>
                      <a:pt x="1" y="18524"/>
                      <a:pt x="57" y="18725"/>
                      <a:pt x="195" y="18863"/>
                    </a:cubicBezTo>
                    <a:cubicBezTo>
                      <a:pt x="302" y="18971"/>
                      <a:pt x="445" y="19027"/>
                      <a:pt x="590" y="19027"/>
                    </a:cubicBezTo>
                    <a:cubicBezTo>
                      <a:pt x="635" y="19027"/>
                      <a:pt x="680" y="19021"/>
                      <a:pt x="724" y="19010"/>
                    </a:cubicBezTo>
                    <a:lnTo>
                      <a:pt x="5104" y="17887"/>
                    </a:lnTo>
                    <a:cubicBezTo>
                      <a:pt x="6465" y="18609"/>
                      <a:pt x="7995" y="19026"/>
                      <a:pt x="9545" y="19026"/>
                    </a:cubicBezTo>
                    <a:cubicBezTo>
                      <a:pt x="14770" y="19026"/>
                      <a:pt x="19058" y="14738"/>
                      <a:pt x="19058" y="9514"/>
                    </a:cubicBezTo>
                    <a:cubicBezTo>
                      <a:pt x="19058" y="4288"/>
                      <a:pt x="14770" y="0"/>
                      <a:pt x="954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24" name="Google Shape;16418;p139">
              <a:extLst>
                <a:ext uri="{FF2B5EF4-FFF2-40B4-BE49-F238E27FC236}">
                  <a16:creationId xmlns:a16="http://schemas.microsoft.com/office/drawing/2014/main" id="{8E5117CD-331D-A2E6-85A5-8E4381C1DDC7}"/>
                </a:ext>
              </a:extLst>
            </p:cNvPr>
            <p:cNvGrpSpPr/>
            <p:nvPr/>
          </p:nvGrpSpPr>
          <p:grpSpPr>
            <a:xfrm>
              <a:off x="6584154" y="3827060"/>
              <a:ext cx="388966" cy="388966"/>
              <a:chOff x="1190625" y="238125"/>
              <a:chExt cx="5235075" cy="5235075"/>
            </a:xfrm>
            <a:grpFill/>
          </p:grpSpPr>
          <p:sp>
            <p:nvSpPr>
              <p:cNvPr id="329" name="Google Shape;16419;p139">
                <a:extLst>
                  <a:ext uri="{FF2B5EF4-FFF2-40B4-BE49-F238E27FC236}">
                    <a16:creationId xmlns:a16="http://schemas.microsoft.com/office/drawing/2014/main" id="{70A82087-AA32-0C5F-5FC9-58C6EDE13AA9}"/>
                  </a:ext>
                </a:extLst>
              </p:cNvPr>
              <p:cNvSpPr/>
              <p:nvPr/>
            </p:nvSpPr>
            <p:spPr>
              <a:xfrm>
                <a:off x="2315100" y="1168900"/>
                <a:ext cx="2952100" cy="3373700"/>
              </a:xfrm>
              <a:custGeom>
                <a:avLst/>
                <a:gdLst/>
                <a:ahLst/>
                <a:cxnLst/>
                <a:rect l="l" t="t" r="r" b="b"/>
                <a:pathLst>
                  <a:path w="118084" h="134948" extrusionOk="0">
                    <a:moveTo>
                      <a:pt x="69703" y="1"/>
                    </a:moveTo>
                    <a:cubicBezTo>
                      <a:pt x="69732" y="18483"/>
                      <a:pt x="69791" y="73192"/>
                      <a:pt x="69614" y="94277"/>
                    </a:cubicBezTo>
                    <a:cubicBezTo>
                      <a:pt x="69555" y="101848"/>
                      <a:pt x="66627" y="108827"/>
                      <a:pt x="61393" y="113914"/>
                    </a:cubicBezTo>
                    <a:cubicBezTo>
                      <a:pt x="56291" y="118871"/>
                      <a:pt x="49391" y="121638"/>
                      <a:pt x="41981" y="121638"/>
                    </a:cubicBezTo>
                    <a:cubicBezTo>
                      <a:pt x="41788" y="121638"/>
                      <a:pt x="41595" y="121636"/>
                      <a:pt x="41402" y="121632"/>
                    </a:cubicBezTo>
                    <a:cubicBezTo>
                      <a:pt x="26527" y="121336"/>
                      <a:pt x="14462" y="109005"/>
                      <a:pt x="14491" y="94159"/>
                    </a:cubicBezTo>
                    <a:cubicBezTo>
                      <a:pt x="14491" y="82094"/>
                      <a:pt x="22387" y="71477"/>
                      <a:pt x="33950" y="67988"/>
                    </a:cubicBezTo>
                    <a:lnTo>
                      <a:pt x="33861" y="54473"/>
                    </a:lnTo>
                    <a:cubicBezTo>
                      <a:pt x="25522" y="56070"/>
                      <a:pt x="17360" y="60949"/>
                      <a:pt x="11238" y="68224"/>
                    </a:cubicBezTo>
                    <a:cubicBezTo>
                      <a:pt x="3401" y="77480"/>
                      <a:pt x="1" y="88984"/>
                      <a:pt x="1864" y="99837"/>
                    </a:cubicBezTo>
                    <a:cubicBezTo>
                      <a:pt x="3668" y="109951"/>
                      <a:pt x="8961" y="119148"/>
                      <a:pt x="16857" y="125772"/>
                    </a:cubicBezTo>
                    <a:cubicBezTo>
                      <a:pt x="23901" y="131741"/>
                      <a:pt x="32192" y="134947"/>
                      <a:pt x="40396" y="134947"/>
                    </a:cubicBezTo>
                    <a:cubicBezTo>
                      <a:pt x="41215" y="134947"/>
                      <a:pt x="42034" y="134915"/>
                      <a:pt x="42851" y="134851"/>
                    </a:cubicBezTo>
                    <a:cubicBezTo>
                      <a:pt x="66893" y="133017"/>
                      <a:pt x="82508" y="116634"/>
                      <a:pt x="82596" y="93183"/>
                    </a:cubicBezTo>
                    <a:lnTo>
                      <a:pt x="82626" y="43738"/>
                    </a:lnTo>
                    <a:cubicBezTo>
                      <a:pt x="82626" y="40066"/>
                      <a:pt x="85620" y="37517"/>
                      <a:pt x="88833" y="37517"/>
                    </a:cubicBezTo>
                    <a:cubicBezTo>
                      <a:pt x="90045" y="37517"/>
                      <a:pt x="91289" y="37880"/>
                      <a:pt x="92414" y="38681"/>
                    </a:cubicBezTo>
                    <a:cubicBezTo>
                      <a:pt x="100014" y="44064"/>
                      <a:pt x="111163" y="46104"/>
                      <a:pt x="118083" y="46873"/>
                    </a:cubicBezTo>
                    <a:lnTo>
                      <a:pt x="118083" y="34127"/>
                    </a:lnTo>
                    <a:cubicBezTo>
                      <a:pt x="112405" y="32530"/>
                      <a:pt x="106432" y="30697"/>
                      <a:pt x="101197" y="27503"/>
                    </a:cubicBezTo>
                    <a:cubicBezTo>
                      <a:pt x="91320" y="21441"/>
                      <a:pt x="85228" y="12214"/>
                      <a:pt x="83069" y="30"/>
                    </a:cubicBezTo>
                    <a:lnTo>
                      <a:pt x="8306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Google Shape;16420;p139">
                <a:extLst>
                  <a:ext uri="{FF2B5EF4-FFF2-40B4-BE49-F238E27FC236}">
                    <a16:creationId xmlns:a16="http://schemas.microsoft.com/office/drawing/2014/main" id="{79858CAC-30AB-5896-9B97-EFA7AE6ABDB3}"/>
                  </a:ext>
                </a:extLst>
              </p:cNvPr>
              <p:cNvSpPr/>
              <p:nvPr/>
            </p:nvSpPr>
            <p:spPr>
              <a:xfrm>
                <a:off x="1190625" y="238125"/>
                <a:ext cx="5235075" cy="5235075"/>
              </a:xfrm>
              <a:custGeom>
                <a:avLst/>
                <a:gdLst/>
                <a:ahLst/>
                <a:cxnLst/>
                <a:rect l="l" t="t" r="r" b="b"/>
                <a:pathLst>
                  <a:path w="209403" h="209403" extrusionOk="0">
                    <a:moveTo>
                      <a:pt x="108469" y="24836"/>
                    </a:moveTo>
                    <a:cubicBezTo>
                      <a:pt x="108549" y="24836"/>
                      <a:pt x="108628" y="24838"/>
                      <a:pt x="108708" y="24841"/>
                    </a:cubicBezTo>
                    <a:lnTo>
                      <a:pt x="132248" y="24841"/>
                    </a:lnTo>
                    <a:cubicBezTo>
                      <a:pt x="132267" y="24841"/>
                      <a:pt x="132287" y="24841"/>
                      <a:pt x="132306" y="24841"/>
                    </a:cubicBezTo>
                    <a:cubicBezTo>
                      <a:pt x="136154" y="24841"/>
                      <a:pt x="139377" y="27758"/>
                      <a:pt x="139789" y="31583"/>
                    </a:cubicBezTo>
                    <a:cubicBezTo>
                      <a:pt x="140794" y="42082"/>
                      <a:pt x="144993" y="49445"/>
                      <a:pt x="152653" y="54147"/>
                    </a:cubicBezTo>
                    <a:cubicBezTo>
                      <a:pt x="156556" y="56542"/>
                      <a:pt x="161406" y="57991"/>
                      <a:pt x="166463" y="59411"/>
                    </a:cubicBezTo>
                    <a:cubicBezTo>
                      <a:pt x="167557" y="59736"/>
                      <a:pt x="168651" y="59973"/>
                      <a:pt x="169775" y="60150"/>
                    </a:cubicBezTo>
                    <a:cubicBezTo>
                      <a:pt x="173028" y="60357"/>
                      <a:pt x="175512" y="63078"/>
                      <a:pt x="175453" y="66331"/>
                    </a:cubicBezTo>
                    <a:lnTo>
                      <a:pt x="175453" y="90787"/>
                    </a:lnTo>
                    <a:cubicBezTo>
                      <a:pt x="175453" y="92414"/>
                      <a:pt x="174802" y="94011"/>
                      <a:pt x="173620" y="95194"/>
                    </a:cubicBezTo>
                    <a:cubicBezTo>
                      <a:pt x="172462" y="96322"/>
                      <a:pt x="170909" y="96969"/>
                      <a:pt x="169292" y="96969"/>
                    </a:cubicBezTo>
                    <a:cubicBezTo>
                      <a:pt x="169256" y="96969"/>
                      <a:pt x="169220" y="96969"/>
                      <a:pt x="169184" y="96968"/>
                    </a:cubicBezTo>
                    <a:cubicBezTo>
                      <a:pt x="168444" y="96968"/>
                      <a:pt x="154871" y="96702"/>
                      <a:pt x="141888" y="91970"/>
                    </a:cubicBezTo>
                    <a:cubicBezTo>
                      <a:pt x="141720" y="91905"/>
                      <a:pt x="141550" y="91875"/>
                      <a:pt x="141384" y="91875"/>
                    </a:cubicBezTo>
                    <a:cubicBezTo>
                      <a:pt x="140646" y="91875"/>
                      <a:pt x="139996" y="92474"/>
                      <a:pt x="139996" y="93271"/>
                    </a:cubicBezTo>
                    <a:lnTo>
                      <a:pt x="139966" y="130444"/>
                    </a:lnTo>
                    <a:cubicBezTo>
                      <a:pt x="139848" y="160371"/>
                      <a:pt x="119265" y="182077"/>
                      <a:pt x="88776" y="184443"/>
                    </a:cubicBezTo>
                    <a:cubicBezTo>
                      <a:pt x="87653" y="184532"/>
                      <a:pt x="86529" y="184561"/>
                      <a:pt x="85405" y="184561"/>
                    </a:cubicBezTo>
                    <a:cubicBezTo>
                      <a:pt x="61481" y="184561"/>
                      <a:pt x="39095" y="164896"/>
                      <a:pt x="34629" y="139168"/>
                    </a:cubicBezTo>
                    <a:cubicBezTo>
                      <a:pt x="32116" y="124707"/>
                      <a:pt x="36522" y="109507"/>
                      <a:pt x="46724" y="97441"/>
                    </a:cubicBezTo>
                    <a:cubicBezTo>
                      <a:pt x="56803" y="85541"/>
                      <a:pt x="70647" y="78721"/>
                      <a:pt x="84747" y="78721"/>
                    </a:cubicBezTo>
                    <a:cubicBezTo>
                      <a:pt x="84839" y="78721"/>
                      <a:pt x="84930" y="78721"/>
                      <a:pt x="85021" y="78722"/>
                    </a:cubicBezTo>
                    <a:cubicBezTo>
                      <a:pt x="88392" y="78722"/>
                      <a:pt x="91142" y="81472"/>
                      <a:pt x="91172" y="84873"/>
                    </a:cubicBezTo>
                    <a:lnTo>
                      <a:pt x="91349" y="108856"/>
                    </a:lnTo>
                    <a:cubicBezTo>
                      <a:pt x="91349" y="112641"/>
                      <a:pt x="88658" y="116013"/>
                      <a:pt x="84902" y="116545"/>
                    </a:cubicBezTo>
                    <a:cubicBezTo>
                      <a:pt x="77125" y="117580"/>
                      <a:pt x="71447" y="124441"/>
                      <a:pt x="71890" y="132277"/>
                    </a:cubicBezTo>
                    <a:cubicBezTo>
                      <a:pt x="72334" y="140114"/>
                      <a:pt x="78751" y="146295"/>
                      <a:pt x="86618" y="146443"/>
                    </a:cubicBezTo>
                    <a:cubicBezTo>
                      <a:pt x="86736" y="146445"/>
                      <a:pt x="86855" y="146446"/>
                      <a:pt x="86973" y="146446"/>
                    </a:cubicBezTo>
                    <a:cubicBezTo>
                      <a:pt x="91096" y="146446"/>
                      <a:pt x="94919" y="144946"/>
                      <a:pt x="97707" y="142243"/>
                    </a:cubicBezTo>
                    <a:cubicBezTo>
                      <a:pt x="100605" y="139434"/>
                      <a:pt x="102143" y="135619"/>
                      <a:pt x="102173" y="131390"/>
                    </a:cubicBezTo>
                    <a:cubicBezTo>
                      <a:pt x="102380" y="106047"/>
                      <a:pt x="102291" y="31790"/>
                      <a:pt x="102291" y="31051"/>
                    </a:cubicBezTo>
                    <a:cubicBezTo>
                      <a:pt x="102291" y="28419"/>
                      <a:pt x="103917" y="26083"/>
                      <a:pt x="106401" y="25196"/>
                    </a:cubicBezTo>
                    <a:cubicBezTo>
                      <a:pt x="107067" y="24956"/>
                      <a:pt x="107756" y="24836"/>
                      <a:pt x="108469" y="24836"/>
                    </a:cubicBezTo>
                    <a:close/>
                    <a:moveTo>
                      <a:pt x="33831" y="0"/>
                    </a:moveTo>
                    <a:cubicBezTo>
                      <a:pt x="15141" y="0"/>
                      <a:pt x="0" y="15141"/>
                      <a:pt x="0" y="33831"/>
                    </a:cubicBezTo>
                    <a:lnTo>
                      <a:pt x="0" y="175601"/>
                    </a:lnTo>
                    <a:cubicBezTo>
                      <a:pt x="0" y="194261"/>
                      <a:pt x="15141" y="209402"/>
                      <a:pt x="33831" y="209402"/>
                    </a:cubicBezTo>
                    <a:lnTo>
                      <a:pt x="175601" y="209402"/>
                    </a:lnTo>
                    <a:cubicBezTo>
                      <a:pt x="194261" y="209402"/>
                      <a:pt x="209402" y="194261"/>
                      <a:pt x="209402" y="175601"/>
                    </a:cubicBezTo>
                    <a:lnTo>
                      <a:pt x="209402" y="33831"/>
                    </a:lnTo>
                    <a:cubicBezTo>
                      <a:pt x="209402" y="15141"/>
                      <a:pt x="194261" y="0"/>
                      <a:pt x="17560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25" name="Google Shape;16421;p139">
              <a:extLst>
                <a:ext uri="{FF2B5EF4-FFF2-40B4-BE49-F238E27FC236}">
                  <a16:creationId xmlns:a16="http://schemas.microsoft.com/office/drawing/2014/main" id="{91580C05-6600-98FB-7E50-7DBC7E3367DD}"/>
                </a:ext>
              </a:extLst>
            </p:cNvPr>
            <p:cNvGrpSpPr/>
            <p:nvPr/>
          </p:nvGrpSpPr>
          <p:grpSpPr>
            <a:xfrm>
              <a:off x="5592488" y="3828305"/>
              <a:ext cx="387641" cy="387641"/>
              <a:chOff x="7199196" y="1561258"/>
              <a:chExt cx="397866" cy="397866"/>
            </a:xfrm>
            <a:grpFill/>
          </p:grpSpPr>
          <p:sp>
            <p:nvSpPr>
              <p:cNvPr id="326" name="Google Shape;16422;p139">
                <a:extLst>
                  <a:ext uri="{FF2B5EF4-FFF2-40B4-BE49-F238E27FC236}">
                    <a16:creationId xmlns:a16="http://schemas.microsoft.com/office/drawing/2014/main" id="{BCC6BAFC-107A-0E2D-C53C-8D6AFFDBCD66}"/>
                  </a:ext>
                </a:extLst>
              </p:cNvPr>
              <p:cNvSpPr/>
              <p:nvPr/>
            </p:nvSpPr>
            <p:spPr>
              <a:xfrm>
                <a:off x="7316523" y="1655253"/>
                <a:ext cx="163203" cy="209869"/>
              </a:xfrm>
              <a:custGeom>
                <a:avLst/>
                <a:gdLst/>
                <a:ahLst/>
                <a:cxnLst/>
                <a:rect l="l" t="t" r="r" b="b"/>
                <a:pathLst>
                  <a:path w="7820" h="10056" extrusionOk="0">
                    <a:moveTo>
                      <a:pt x="3910" y="1119"/>
                    </a:moveTo>
                    <a:cubicBezTo>
                      <a:pt x="5449" y="1119"/>
                      <a:pt x="6704" y="2371"/>
                      <a:pt x="6704" y="3910"/>
                    </a:cubicBezTo>
                    <a:cubicBezTo>
                      <a:pt x="6704" y="5451"/>
                      <a:pt x="5449" y="6704"/>
                      <a:pt x="3910" y="6704"/>
                    </a:cubicBezTo>
                    <a:cubicBezTo>
                      <a:pt x="2371" y="6704"/>
                      <a:pt x="1117" y="5451"/>
                      <a:pt x="1117" y="3912"/>
                    </a:cubicBezTo>
                    <a:cubicBezTo>
                      <a:pt x="1117" y="3652"/>
                      <a:pt x="1161" y="3383"/>
                      <a:pt x="1251" y="3091"/>
                    </a:cubicBezTo>
                    <a:cubicBezTo>
                      <a:pt x="1299" y="2939"/>
                      <a:pt x="1409" y="2814"/>
                      <a:pt x="1554" y="2746"/>
                    </a:cubicBezTo>
                    <a:cubicBezTo>
                      <a:pt x="1627" y="2713"/>
                      <a:pt x="1706" y="2696"/>
                      <a:pt x="1786" y="2696"/>
                    </a:cubicBezTo>
                    <a:cubicBezTo>
                      <a:pt x="1863" y="2696"/>
                      <a:pt x="1940" y="2712"/>
                      <a:pt x="2012" y="2745"/>
                    </a:cubicBezTo>
                    <a:cubicBezTo>
                      <a:pt x="2088" y="2779"/>
                      <a:pt x="2165" y="2794"/>
                      <a:pt x="2239" y="2794"/>
                    </a:cubicBezTo>
                    <a:cubicBezTo>
                      <a:pt x="2538" y="2794"/>
                      <a:pt x="2794" y="2541"/>
                      <a:pt x="2794" y="2235"/>
                    </a:cubicBezTo>
                    <a:cubicBezTo>
                      <a:pt x="2794" y="1934"/>
                      <a:pt x="2584" y="1911"/>
                      <a:pt x="2746" y="1554"/>
                    </a:cubicBezTo>
                    <a:cubicBezTo>
                      <a:pt x="2812" y="1409"/>
                      <a:pt x="2937" y="1299"/>
                      <a:pt x="3089" y="1252"/>
                    </a:cubicBezTo>
                    <a:cubicBezTo>
                      <a:pt x="3381" y="1163"/>
                      <a:pt x="3650" y="1119"/>
                      <a:pt x="3910" y="1119"/>
                    </a:cubicBezTo>
                    <a:close/>
                    <a:moveTo>
                      <a:pt x="3910" y="1"/>
                    </a:moveTo>
                    <a:cubicBezTo>
                      <a:pt x="1756" y="1"/>
                      <a:pt x="1" y="1756"/>
                      <a:pt x="1" y="3912"/>
                    </a:cubicBezTo>
                    <a:cubicBezTo>
                      <a:pt x="1" y="6194"/>
                      <a:pt x="3139" y="9964"/>
                      <a:pt x="3917" y="10056"/>
                    </a:cubicBezTo>
                    <a:cubicBezTo>
                      <a:pt x="4682" y="9964"/>
                      <a:pt x="7820" y="6194"/>
                      <a:pt x="7820" y="3912"/>
                    </a:cubicBezTo>
                    <a:cubicBezTo>
                      <a:pt x="7820" y="1756"/>
                      <a:pt x="6065" y="1"/>
                      <a:pt x="3910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Google Shape;16423;p139">
                <a:extLst>
                  <a:ext uri="{FF2B5EF4-FFF2-40B4-BE49-F238E27FC236}">
                    <a16:creationId xmlns:a16="http://schemas.microsoft.com/office/drawing/2014/main" id="{A8A08432-4EE2-2792-9E2C-42813A5D690A}"/>
                  </a:ext>
                </a:extLst>
              </p:cNvPr>
              <p:cNvSpPr/>
              <p:nvPr/>
            </p:nvSpPr>
            <p:spPr>
              <a:xfrm>
                <a:off x="7199196" y="1561258"/>
                <a:ext cx="397866" cy="397866"/>
              </a:xfrm>
              <a:custGeom>
                <a:avLst/>
                <a:gdLst/>
                <a:ahLst/>
                <a:cxnLst/>
                <a:rect l="l" t="t" r="r" b="b"/>
                <a:pathLst>
                  <a:path w="19064" h="19064" extrusionOk="0">
                    <a:moveTo>
                      <a:pt x="9532" y="3389"/>
                    </a:moveTo>
                    <a:cubicBezTo>
                      <a:pt x="12304" y="3389"/>
                      <a:pt x="14560" y="5644"/>
                      <a:pt x="14560" y="8416"/>
                    </a:cubicBezTo>
                    <a:cubicBezTo>
                      <a:pt x="14560" y="11045"/>
                      <a:pt x="11089" y="15676"/>
                      <a:pt x="9532" y="15676"/>
                    </a:cubicBezTo>
                    <a:cubicBezTo>
                      <a:pt x="7974" y="15676"/>
                      <a:pt x="4507" y="11045"/>
                      <a:pt x="4507" y="8416"/>
                    </a:cubicBezTo>
                    <a:cubicBezTo>
                      <a:pt x="4507" y="5644"/>
                      <a:pt x="6760" y="3389"/>
                      <a:pt x="9532" y="3389"/>
                    </a:cubicBezTo>
                    <a:close/>
                    <a:moveTo>
                      <a:pt x="9532" y="1"/>
                    </a:moveTo>
                    <a:cubicBezTo>
                      <a:pt x="4296" y="1"/>
                      <a:pt x="1" y="4296"/>
                      <a:pt x="1" y="9532"/>
                    </a:cubicBezTo>
                    <a:cubicBezTo>
                      <a:pt x="1" y="14769"/>
                      <a:pt x="4296" y="19064"/>
                      <a:pt x="9532" y="19064"/>
                    </a:cubicBezTo>
                    <a:cubicBezTo>
                      <a:pt x="14769" y="19064"/>
                      <a:pt x="19064" y="14769"/>
                      <a:pt x="19064" y="9532"/>
                    </a:cubicBezTo>
                    <a:cubicBezTo>
                      <a:pt x="19064" y="4296"/>
                      <a:pt x="14769" y="1"/>
                      <a:pt x="953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Google Shape;16424;p139">
                <a:extLst>
                  <a:ext uri="{FF2B5EF4-FFF2-40B4-BE49-F238E27FC236}">
                    <a16:creationId xmlns:a16="http://schemas.microsoft.com/office/drawing/2014/main" id="{B03C4C28-1FC5-AA38-617A-BD4777CF1329}"/>
                  </a:ext>
                </a:extLst>
              </p:cNvPr>
              <p:cNvSpPr/>
              <p:nvPr/>
            </p:nvSpPr>
            <p:spPr>
              <a:xfrm>
                <a:off x="7363167" y="1701896"/>
                <a:ext cx="69935" cy="69977"/>
              </a:xfrm>
              <a:custGeom>
                <a:avLst/>
                <a:gdLst/>
                <a:ahLst/>
                <a:cxnLst/>
                <a:rect l="l" t="t" r="r" b="b"/>
                <a:pathLst>
                  <a:path w="3351" h="3353" extrusionOk="0">
                    <a:moveTo>
                      <a:pt x="1675" y="0"/>
                    </a:moveTo>
                    <a:cubicBezTo>
                      <a:pt x="1675" y="925"/>
                      <a:pt x="923" y="1677"/>
                      <a:pt x="0" y="1677"/>
                    </a:cubicBezTo>
                    <a:cubicBezTo>
                      <a:pt x="0" y="2601"/>
                      <a:pt x="752" y="3352"/>
                      <a:pt x="1675" y="3352"/>
                    </a:cubicBezTo>
                    <a:cubicBezTo>
                      <a:pt x="2599" y="3352"/>
                      <a:pt x="3351" y="2601"/>
                      <a:pt x="3351" y="1677"/>
                    </a:cubicBezTo>
                    <a:cubicBezTo>
                      <a:pt x="3351" y="752"/>
                      <a:pt x="2599" y="0"/>
                      <a:pt x="16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64" name="Título 1">
            <a:extLst>
              <a:ext uri="{FF2B5EF4-FFF2-40B4-BE49-F238E27FC236}">
                <a16:creationId xmlns:a16="http://schemas.microsoft.com/office/drawing/2014/main" id="{A73B3518-3E8E-4B4F-4DF3-CF9B5E64EE52}"/>
              </a:ext>
            </a:extLst>
          </p:cNvPr>
          <p:cNvSpPr txBox="1">
            <a:spLocks/>
          </p:cNvSpPr>
          <p:nvPr/>
        </p:nvSpPr>
        <p:spPr>
          <a:xfrm>
            <a:off x="2531894" y="1451620"/>
            <a:ext cx="7128211" cy="662382"/>
          </a:xfrm>
          <a:prstGeom prst="rect">
            <a:avLst/>
          </a:prstGeom>
        </p:spPr>
        <p:txBody>
          <a:bodyPr vert="horz" lIns="91440" tIns="45720" rIns="91440" bIns="45720" rtlCol="0" anchor="b" wrap="square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sz="1200">
                <a:solidFill>
                  <a:srgbClr val="374151"/>
                </a:solidFill>
                <a:latin typeface="Arial"/>
              </a:rPr>
              <a:t>Corto plazo (Semestre II 2026):</a:t>
            </a:r>
          </a:p>
          <a:p>
            <a:r>
              <a:rPr sz="1200">
                <a:solidFill>
                  <a:srgbClr val="374151"/>
                </a:solidFill>
                <a:latin typeface="Arial"/>
              </a:rPr>
              <a:t>• Migrar a base de datos relacional</a:t>
            </a:r>
          </a:p>
          <a:p>
            <a:r>
              <a:rPr sz="1200">
                <a:solidFill>
                  <a:srgbClr val="374151"/>
                </a:solidFill>
                <a:latin typeface="Arial"/>
              </a:rPr>
              <a:t>• Integración automática con portales ARL</a:t>
            </a:r>
          </a:p>
          <a:p>
            <a:r>
              <a:rPr sz="1200">
                <a:solidFill>
                  <a:srgbClr val="374151"/>
                </a:solidFill>
                <a:latin typeface="Arial"/>
              </a:rPr>
              <a:t>• Alertas por email (&gt;25 días sin facturar)</a:t>
            </a:r>
          </a:p>
          <a:p>
            <a:r>
              <a:rPr sz="1200">
                <a:solidFill>
                  <a:srgbClr val="374151"/>
                </a:solidFill>
                <a:latin typeface="Arial"/>
              </a:rPr>
              <a:t/>
            </a:r>
          </a:p>
          <a:p>
            <a:r>
              <a:rPr sz="1200">
                <a:solidFill>
                  <a:srgbClr val="374151"/>
                </a:solidFill>
                <a:latin typeface="Arial"/>
              </a:rPr>
              <a:t>Mediano plazo (2027):</a:t>
            </a:r>
          </a:p>
          <a:p>
            <a:r>
              <a:rPr sz="1200">
                <a:solidFill>
                  <a:srgbClr val="374151"/>
                </a:solidFill>
                <a:latin typeface="Arial"/>
              </a:rPr>
              <a:t>• Modelos SARIMA para estacionalidad</a:t>
            </a:r>
          </a:p>
          <a:p>
            <a:r>
              <a:rPr sz="1200">
                <a:solidFill>
                  <a:srgbClr val="374151"/>
                </a:solidFill>
                <a:latin typeface="Arial"/>
              </a:rPr>
              <a:t>• Clasificación predictiva de riesgo de glosa</a:t>
            </a:r>
          </a:p>
          <a:p>
            <a:r>
              <a:rPr sz="1200">
                <a:solidFill>
                  <a:srgbClr val="374151"/>
                </a:solidFill>
                <a:latin typeface="Arial"/>
              </a:rPr>
              <a:t>• Analítica prescriptiva automatizada</a:t>
            </a:r>
          </a:p>
          <a:p>
            <a:r>
              <a:rPr sz="1200">
                <a:solidFill>
                  <a:srgbClr val="374151"/>
                </a:solidFill>
                <a:latin typeface="Arial"/>
              </a:rPr>
              <a:t/>
            </a:r>
          </a:p>
          <a:p>
            <a:r>
              <a:rPr sz="1200">
                <a:solidFill>
                  <a:srgbClr val="374151"/>
                </a:solidFill>
                <a:latin typeface="Arial"/>
              </a:rPr>
              <a:t>Largo plazo:</a:t>
            </a:r>
          </a:p>
          <a:p>
            <a:r>
              <a:rPr sz="1200">
                <a:solidFill>
                  <a:srgbClr val="374151"/>
                </a:solidFill>
                <a:latin typeface="Arial"/>
              </a:rPr>
              <a:t>• Replicar en otras IPS del sector SST</a:t>
            </a:r>
          </a:p>
          <a:p>
            <a:r>
              <a:rPr sz="1200">
                <a:solidFill>
                  <a:srgbClr val="374151"/>
                </a:solidFill>
                <a:latin typeface="Arial"/>
              </a:rPr>
              <a:t>• Process Mining · Integración con DIAN</a:t>
            </a:r>
          </a:p>
        </p:txBody>
      </p:sp>
    </p:spTree>
    <p:extLst>
      <p:ext uri="{BB962C8B-B14F-4D97-AF65-F5344CB8AC3E}">
        <p14:creationId xmlns:p14="http://schemas.microsoft.com/office/powerpoint/2010/main" val="19870927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003047C9-1D5C-848A-83A3-E7799E2AA2D7}"/>
              </a:ext>
            </a:extLst>
          </p:cNvPr>
          <p:cNvSpPr txBox="1">
            <a:spLocks/>
          </p:cNvSpPr>
          <p:nvPr/>
        </p:nvSpPr>
        <p:spPr>
          <a:xfrm>
            <a:off x="2895037" y="3493079"/>
            <a:ext cx="4110062" cy="1357574"/>
          </a:xfrm>
          <a:prstGeom prst="rect">
            <a:avLst/>
          </a:prstGeom>
        </p:spPr>
        <p:txBody>
          <a:bodyPr vert="horz" lIns="91440" tIns="45720" rIns="91440" bIns="45720" rtlCol="0" anchor="b" wrap="square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sz="2200" b="1">
                <a:solidFill>
                  <a:srgbClr val="1F67AE"/>
                </a:solidFill>
                <a:latin typeface="Arial"/>
              </a:rPr>
              <a:t>12. DEMO EN VIVO</a:t>
            </a:r>
            <a:endParaRPr lang="es-CO" sz="7200" dirty="0">
              <a:solidFill>
                <a:schemeClr val="tx1">
                  <a:lumMod val="95000"/>
                  <a:lumOff val="5000"/>
                </a:schemeClr>
              </a:solidFill>
              <a:latin typeface="Anton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71322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1715</TotalTime>
  <Words>244</Words>
  <Application>Microsoft Office PowerPoint</Application>
  <PresentationFormat>Panorámica</PresentationFormat>
  <Paragraphs>26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22" baseType="lpstr">
      <vt:lpstr>Anton</vt:lpstr>
      <vt:lpstr>Antonio</vt:lpstr>
      <vt:lpstr>Aptos</vt:lpstr>
      <vt:lpstr>Aptos Display</vt:lpstr>
      <vt:lpstr>Arial</vt:lpstr>
      <vt:lpstr>Calibri</vt:lpstr>
      <vt:lpstr>Helvetica Black</vt:lpstr>
      <vt:lpstr>Roboto Medium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Fundacion Universitaria Tecnologico Comfenalco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Duvan Peña Iriarte</dc:creator>
  <cp:lastModifiedBy>Rina Mercedes Marmolejo Garcia</cp:lastModifiedBy>
  <cp:revision>10</cp:revision>
  <dcterms:created xsi:type="dcterms:W3CDTF">2026-01-23T22:33:19Z</dcterms:created>
  <dcterms:modified xsi:type="dcterms:W3CDTF">2026-02-17T20:58:19Z</dcterms:modified>
</cp:coreProperties>
</file>